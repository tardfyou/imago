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57dbdbc52f4ef7" /><Relationship Type="http://schemas.openxmlformats.org/officeDocument/2006/relationships/extended-properties" Target="/docProps/app.xml" Id="R1ff93d6dd30a4614" /><Relationship Type="http://schemas.openxmlformats.org/officeDocument/2006/relationships/officeDocument" Target="/ppt/presentation.xml" Id="Rfa129f64bbee4a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d5ed4f92f346c3"/>
  </p:sldMasterIdLst>
  <p:notesMasterIdLst>
    <p:notesMasterId xmlns:r="http://schemas.openxmlformats.org/officeDocument/2006/relationships" r:id="R9652156389cf407e"/>
  </p:notesMasterIdLst>
  <p:sldIdLst>
    <p:sldId xmlns:r="http://schemas.openxmlformats.org/officeDocument/2006/relationships" id="256" r:id="Re400c055ac1a4a95"/>
  </p:sldIdLst>
  <p:sldSz cx="14201775" cy="45434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8cbf37613247a9" /><Relationship Type="http://schemas.openxmlformats.org/officeDocument/2006/relationships/slideMaster" Target="/ppt/slideMasters/slideMaster1.xml" Id="Rc4d5ed4f92f346c3" /><Relationship Type="http://schemas.openxmlformats.org/officeDocument/2006/relationships/notesMaster" Target="/ppt/notesMasters/notesMaster1.xml" Id="R9652156389cf407e" /><Relationship Type="http://schemas.openxmlformats.org/officeDocument/2006/relationships/presProps" Target="/ppt/presProps.xml" Id="R63aed736b4614ba2" /><Relationship Type="http://schemas.openxmlformats.org/officeDocument/2006/relationships/tableStyles" Target="/ppt/tableStyles.xml" Id="Rf1ad1162354e4f38" /><Relationship Type="http://schemas.openxmlformats.org/officeDocument/2006/relationships/slide" Target="/ppt/slides/slide1.xml" Id="Re400c055ac1a4a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15b8baf8294e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d09ccbfc1048ff" /><Relationship Type="http://schemas.openxmlformats.org/officeDocument/2006/relationships/notesMaster" Target="/ppt/notesMasters/notesMaster1.xml" Id="R02a1654c2cce487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素材ID：AI-005</ns1:t>
            </ns1:r>
          </ns1:p>
          <ns1:p>
            <ns1:r>
              <ns1:t>论文：Efficiently Reconstructing Dynamic Scenes One D4RT at a Time</ns1:t>
            </ns1:r>
          </ns1:p>
          <ns1:p>
            <ns1:r>
              <ns1:t>会议：CVPR 2026</ns1:t>
            </ns1:r>
          </ns1:p>
          <ns1:p>
            <ns1:r>
              <ns1:t>奖项：Best Paper</ns1:t>
            </ns1:r>
          </ns1:p>
          <ns1:p>
            <ns1:r>
              <ns1:t>图号：Figure 7，PDF第12页</ns1:t>
            </ns1:r>
          </ns1:p>
          <ns1:p>
            <ns1:r>
              <ns1:t>类型：系统架构</ns1:t>
            </ns1:r>
          </ns1:p>
          <ns1:p>
            <ns1:r>
              <ns1:t>借鉴点：将输入查询、特征编码、注意力解码、13维输出四组展开，支持复杂模型详细架构表达。</ns1:t>
            </ns1:r>
          </ns1:p>
          <ns1:p>
            <ns1:r>
              <ns1:t>论文URL：https://arxiv.org/abs/2512.08924</ns1:t>
            </ns1:r>
          </ns1:p>
          <ns1:p>
            <ns1:r>
              <ns1:t>官方获奖URL：https://www.thecvf.com/?page_id=413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538ae5d814e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e3f3bf2dac401d" /><Relationship Type="http://schemas.openxmlformats.org/officeDocument/2006/relationships/slideLayout" Target="/ppt/slideLayouts/slideLayout1.xml" Id="Rd68051529f1843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8051529f1843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67f171f174848" /><Relationship Type="http://schemas.openxmlformats.org/officeDocument/2006/relationships/image" Target="/ppt/media/image.png" Id="Ra17f5587de4e4a24" /><Relationship Type="http://schemas.openxmlformats.org/officeDocument/2006/relationships/image" Target="/ppt/media/image2.png" Id="R4c98392a373e486b" /><Relationship Type="http://schemas.openxmlformats.org/officeDocument/2006/relationships/image" Target="/ppt/media/image3.png" Id="Rd4569950d5084e9d" /><Relationship Type="http://schemas.openxmlformats.org/officeDocument/2006/relationships/image" Target="/ppt/media/image4.png" Id="R2de1680d891d4e6e" /><Relationship Type="http://schemas.openxmlformats.org/officeDocument/2006/relationships/image" Target="/ppt/media/image5.png" Id="R10798c1c61d644da" /><Relationship Type="http://schemas.openxmlformats.org/officeDocument/2006/relationships/image" Target="/ppt/media/image6.png" Id="Rf7d72922d7ba478b" /><Relationship Type="http://schemas.openxmlformats.org/officeDocument/2006/relationships/image" Target="/ppt/media/image7.png" Id="R6f2ccba07f884403" /><Relationship Type="http://schemas.openxmlformats.org/officeDocument/2006/relationships/image" Target="/ppt/media/image8.png" Id="R8a04e58bd1ba4db4" /><Relationship Type="http://schemas.openxmlformats.org/officeDocument/2006/relationships/image" Target="/ppt/media/image9.png" Id="Rab84c3faf2de45d2" /><Relationship Type="http://schemas.openxmlformats.org/officeDocument/2006/relationships/image" Target="/ppt/media/image10.png" Id="R3c01815333244d60" /><Relationship Type="http://schemas.openxmlformats.org/officeDocument/2006/relationships/notesSlide" Target="/ppt/notesSlides/notesSlide1.xml" Id="R2589069246ef4f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23A63-22E1-40F8-8692-181BEE62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9" y="65323"/>
            <a:ext cx="14144792" cy="4433864"/>
          </a:xfrm>
          <a:custGeom xmlns:a="http://schemas.openxmlformats.org/drawingml/2006/main">
            <a:pathLst>
              <a:path w="14144792" h="4433864">
                <a:moveTo>
                  <a:pt x="14144792" y="0"/>
                </a:moveTo>
                <a:lnTo>
                  <a:pt x="14144792" y="4433864"/>
                </a:lnTo>
                <a:lnTo>
                  <a:pt x="0" y="4433864"/>
                </a:lnTo>
                <a:lnTo>
                  <a:pt x="0" y="0"/>
                </a:lnTo>
                <a:lnTo>
                  <a:pt x="1414479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2B45C-F102-4A06-88EB-D4F3E09B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879" y="2237196"/>
            <a:ext cx="162304" cy="931647"/>
          </a:xfrm>
          <a:custGeom xmlns:a="http://schemas.openxmlformats.org/drawingml/2006/main">
            <a:pathLst>
              <a:path w="162304" h="931647">
                <a:moveTo>
                  <a:pt x="0" y="0"/>
                </a:moveTo>
                <a:lnTo>
                  <a:pt x="0" y="0"/>
                </a:lnTo>
                <a:cubicBezTo>
                  <a:pt x="21521" y="0"/>
                  <a:pt x="42156" y="8565"/>
                  <a:pt x="57376" y="23785"/>
                </a:cubicBezTo>
                <a:cubicBezTo>
                  <a:pt x="72597" y="39006"/>
                  <a:pt x="81162" y="59641"/>
                  <a:pt x="81162" y="81181"/>
                </a:cubicBezTo>
                <a:lnTo>
                  <a:pt x="81162" y="384662"/>
                </a:lnTo>
                <a:cubicBezTo>
                  <a:pt x="81162" y="429496"/>
                  <a:pt x="117490" y="465823"/>
                  <a:pt x="162304" y="465823"/>
                </a:cubicBezTo>
                <a:cubicBezTo>
                  <a:pt x="117490" y="465823"/>
                  <a:pt x="81162" y="502171"/>
                  <a:pt x="81162" y="546985"/>
                </a:cubicBezTo>
                <a:lnTo>
                  <a:pt x="81162" y="850465"/>
                </a:lnTo>
                <a:cubicBezTo>
                  <a:pt x="81162" y="895299"/>
                  <a:pt x="44814" y="931647"/>
                  <a:pt x="0" y="931647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C6E6E-BD42-4566-B179-20C9E072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879" y="2237196"/>
            <a:ext cx="162304" cy="931647"/>
          </a:xfrm>
          <a:custGeom xmlns:a="http://schemas.openxmlformats.org/drawingml/2006/main">
            <a:pathLst>
              <a:path w="162304" h="931647">
                <a:moveTo>
                  <a:pt x="0" y="0"/>
                </a:moveTo>
                <a:lnTo>
                  <a:pt x="0" y="0"/>
                </a:lnTo>
                <a:cubicBezTo>
                  <a:pt x="21521" y="0"/>
                  <a:pt x="42156" y="8565"/>
                  <a:pt x="57376" y="23785"/>
                </a:cubicBezTo>
                <a:cubicBezTo>
                  <a:pt x="72597" y="39006"/>
                  <a:pt x="81162" y="59641"/>
                  <a:pt x="81162" y="81181"/>
                </a:cubicBezTo>
                <a:lnTo>
                  <a:pt x="81162" y="384662"/>
                </a:lnTo>
                <a:cubicBezTo>
                  <a:pt x="81162" y="429496"/>
                  <a:pt x="117490" y="465823"/>
                  <a:pt x="162304" y="465823"/>
                </a:cubicBezTo>
                <a:cubicBezTo>
                  <a:pt x="117490" y="465823"/>
                  <a:pt x="81162" y="502171"/>
                  <a:pt x="81162" y="546985"/>
                </a:cubicBezTo>
                <a:lnTo>
                  <a:pt x="81162" y="850465"/>
                </a:lnTo>
                <a:cubicBezTo>
                  <a:pt x="81162" y="895299"/>
                  <a:pt x="44814" y="931647"/>
                  <a:pt x="0" y="931647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CFFE9-E2D6-4B19-9E40-1076445A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879" y="2237196"/>
            <a:ext cx="162304" cy="931647"/>
          </a:xfrm>
          <a:custGeom xmlns:a="http://schemas.openxmlformats.org/drawingml/2006/main">
            <a:pathLst>
              <a:path w="162304" h="931647" fill="none">
                <a:moveTo>
                  <a:pt x="0" y="0"/>
                </a:moveTo>
                <a:lnTo>
                  <a:pt x="0" y="0"/>
                </a:lnTo>
                <a:cubicBezTo>
                  <a:pt x="21521" y="0"/>
                  <a:pt x="42156" y="8565"/>
                  <a:pt x="57376" y="23785"/>
                </a:cubicBezTo>
                <a:cubicBezTo>
                  <a:pt x="72597" y="39006"/>
                  <a:pt x="81162" y="59641"/>
                  <a:pt x="81162" y="81181"/>
                </a:cubicBezTo>
                <a:lnTo>
                  <a:pt x="81162" y="384662"/>
                </a:lnTo>
                <a:cubicBezTo>
                  <a:pt x="81162" y="429496"/>
                  <a:pt x="117490" y="465823"/>
                  <a:pt x="162304" y="465823"/>
                </a:cubicBezTo>
                <a:cubicBezTo>
                  <a:pt x="117490" y="465823"/>
                  <a:pt x="81162" y="502171"/>
                  <a:pt x="81162" y="546985"/>
                </a:cubicBezTo>
                <a:lnTo>
                  <a:pt x="81162" y="850465"/>
                </a:lnTo>
                <a:cubicBezTo>
                  <a:pt x="81162" y="895299"/>
                  <a:pt x="44814" y="931647"/>
                  <a:pt x="0" y="93164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1E82F8-AC63-4DE9-9F9A-8F557A6B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5" y="2214277"/>
            <a:ext cx="4619071" cy="2208812"/>
          </a:xfrm>
          <a:custGeom xmlns:a="http://schemas.openxmlformats.org/drawingml/2006/main">
            <a:pathLst>
              <a:path w="4619071" h="2208812">
                <a:moveTo>
                  <a:pt x="0" y="226257"/>
                </a:moveTo>
                <a:lnTo>
                  <a:pt x="0" y="226257"/>
                </a:lnTo>
                <a:cubicBezTo>
                  <a:pt x="0" y="101304"/>
                  <a:pt x="101311" y="0"/>
                  <a:pt x="226273" y="0"/>
                </a:cubicBezTo>
                <a:lnTo>
                  <a:pt x="4392795" y="0"/>
                </a:lnTo>
                <a:cubicBezTo>
                  <a:pt x="4452810" y="0"/>
                  <a:pt x="4510364" y="23825"/>
                  <a:pt x="4552795" y="66256"/>
                </a:cubicBezTo>
                <a:cubicBezTo>
                  <a:pt x="4595227" y="108688"/>
                  <a:pt x="4619071" y="166242"/>
                  <a:pt x="4619071" y="226257"/>
                </a:cubicBezTo>
                <a:lnTo>
                  <a:pt x="4619071" y="1982555"/>
                </a:lnTo>
                <a:cubicBezTo>
                  <a:pt x="4619071" y="2107527"/>
                  <a:pt x="4517767" y="2208812"/>
                  <a:pt x="4392795" y="2208812"/>
                </a:cubicBezTo>
                <a:lnTo>
                  <a:pt x="226273" y="2208812"/>
                </a:lnTo>
                <a:cubicBezTo>
                  <a:pt x="101311" y="2208812"/>
                  <a:pt x="0" y="2107527"/>
                  <a:pt x="0" y="1982555"/>
                </a:cubicBezTo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367EA-F2E5-4510-BC7D-E12AE670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5" y="2214277"/>
            <a:ext cx="4619071" cy="2208812"/>
          </a:xfrm>
          <a:custGeom xmlns:a="http://schemas.openxmlformats.org/drawingml/2006/main">
            <a:pathLst>
              <a:path w="4619071" h="2208812" fill="none">
                <a:moveTo>
                  <a:pt x="0" y="226257"/>
                </a:moveTo>
                <a:lnTo>
                  <a:pt x="0" y="226257"/>
                </a:lnTo>
                <a:cubicBezTo>
                  <a:pt x="0" y="101304"/>
                  <a:pt x="101311" y="0"/>
                  <a:pt x="226273" y="0"/>
                </a:cubicBezTo>
                <a:lnTo>
                  <a:pt x="4392795" y="0"/>
                </a:lnTo>
                <a:cubicBezTo>
                  <a:pt x="4452790" y="0"/>
                  <a:pt x="4510364" y="23825"/>
                  <a:pt x="4552795" y="66256"/>
                </a:cubicBezTo>
                <a:cubicBezTo>
                  <a:pt x="4595227" y="108688"/>
                  <a:pt x="4619071" y="166242"/>
                  <a:pt x="4619071" y="226257"/>
                </a:cubicBezTo>
                <a:lnTo>
                  <a:pt x="4619071" y="1982555"/>
                </a:lnTo>
                <a:cubicBezTo>
                  <a:pt x="4619071" y="2107527"/>
                  <a:pt x="4517767" y="2208812"/>
                  <a:pt x="4392795" y="2208812"/>
                </a:cubicBezTo>
                <a:lnTo>
                  <a:pt x="226273" y="2208812"/>
                </a:lnTo>
                <a:cubicBezTo>
                  <a:pt x="101311" y="2208812"/>
                  <a:pt x="0" y="2107527"/>
                  <a:pt x="0" y="1982555"/>
                </a:cubicBezTo>
                <a:lnTo>
                  <a:pt x="0" y="2262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9AA30-6E8F-4180-8267-95ACEDEC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8" y="839726"/>
            <a:ext cx="4619064" cy="1175821"/>
          </a:xfrm>
          <a:custGeom xmlns:a="http://schemas.openxmlformats.org/drawingml/2006/main">
            <a:pathLst>
              <a:path w="4619064" h="1175821">
                <a:moveTo>
                  <a:pt x="0" y="120463"/>
                </a:moveTo>
                <a:lnTo>
                  <a:pt x="0" y="120463"/>
                </a:lnTo>
                <a:cubicBezTo>
                  <a:pt x="0" y="53931"/>
                  <a:pt x="53924" y="0"/>
                  <a:pt x="120447" y="0"/>
                </a:cubicBezTo>
                <a:lnTo>
                  <a:pt x="4498621" y="0"/>
                </a:lnTo>
                <a:cubicBezTo>
                  <a:pt x="4530558" y="0"/>
                  <a:pt x="4561196" y="12700"/>
                  <a:pt x="4583780" y="35284"/>
                </a:cubicBezTo>
                <a:cubicBezTo>
                  <a:pt x="4606364" y="57869"/>
                  <a:pt x="4619064" y="88526"/>
                  <a:pt x="4619064" y="120463"/>
                </a:cubicBezTo>
                <a:lnTo>
                  <a:pt x="4619064" y="1055358"/>
                </a:lnTo>
                <a:cubicBezTo>
                  <a:pt x="4619064" y="1121891"/>
                  <a:pt x="4565134" y="1175821"/>
                  <a:pt x="4498621" y="1175821"/>
                </a:cubicBezTo>
                <a:lnTo>
                  <a:pt x="120447" y="1175821"/>
                </a:lnTo>
                <a:cubicBezTo>
                  <a:pt x="53924" y="1175821"/>
                  <a:pt x="0" y="1121891"/>
                  <a:pt x="0" y="1055358"/>
                </a:cubicBezTo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D92A1-B743-45A1-B023-8FC668DB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8" y="839726"/>
            <a:ext cx="4619064" cy="1175821"/>
          </a:xfrm>
          <a:custGeom xmlns:a="http://schemas.openxmlformats.org/drawingml/2006/main">
            <a:pathLst>
              <a:path w="4619064" h="1175821" fill="none">
                <a:moveTo>
                  <a:pt x="0" y="120463"/>
                </a:moveTo>
                <a:lnTo>
                  <a:pt x="0" y="120463"/>
                </a:lnTo>
                <a:cubicBezTo>
                  <a:pt x="0" y="53931"/>
                  <a:pt x="53924" y="0"/>
                  <a:pt x="120447" y="0"/>
                </a:cubicBezTo>
                <a:lnTo>
                  <a:pt x="4498621" y="0"/>
                </a:lnTo>
                <a:cubicBezTo>
                  <a:pt x="4530558" y="0"/>
                  <a:pt x="4561196" y="12700"/>
                  <a:pt x="4583780" y="35284"/>
                </a:cubicBezTo>
                <a:cubicBezTo>
                  <a:pt x="4606364" y="57869"/>
                  <a:pt x="4619064" y="88506"/>
                  <a:pt x="4619064" y="120463"/>
                </a:cubicBezTo>
                <a:lnTo>
                  <a:pt x="4619064" y="1055358"/>
                </a:lnTo>
                <a:cubicBezTo>
                  <a:pt x="4619064" y="1121891"/>
                  <a:pt x="4565134" y="1175821"/>
                  <a:pt x="4498621" y="1175821"/>
                </a:cubicBezTo>
                <a:lnTo>
                  <a:pt x="120447" y="1175821"/>
                </a:lnTo>
                <a:cubicBezTo>
                  <a:pt x="53924" y="1175821"/>
                  <a:pt x="0" y="1121891"/>
                  <a:pt x="0" y="1055358"/>
                </a:cubicBezTo>
                <a:lnTo>
                  <a:pt x="0" y="1204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CC695-3754-4B04-86D3-B17B5A1F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813" y="1580066"/>
            <a:ext cx="2973488" cy="1439528"/>
          </a:xfrm>
          <a:custGeom xmlns:a="http://schemas.openxmlformats.org/drawingml/2006/main">
            <a:pathLst>
              <a:path w="2973488" h="1439528">
                <a:moveTo>
                  <a:pt x="0" y="79311"/>
                </a:moveTo>
                <a:lnTo>
                  <a:pt x="0" y="79311"/>
                </a:lnTo>
                <a:cubicBezTo>
                  <a:pt x="0" y="35501"/>
                  <a:pt x="35501" y="0"/>
                  <a:pt x="79311" y="0"/>
                </a:cubicBezTo>
                <a:lnTo>
                  <a:pt x="2894158" y="0"/>
                </a:lnTo>
                <a:cubicBezTo>
                  <a:pt x="2915206" y="0"/>
                  <a:pt x="2935369" y="8349"/>
                  <a:pt x="2950254" y="23234"/>
                </a:cubicBezTo>
                <a:cubicBezTo>
                  <a:pt x="2965120" y="38100"/>
                  <a:pt x="2973488" y="58282"/>
                  <a:pt x="2973488" y="79311"/>
                </a:cubicBezTo>
                <a:lnTo>
                  <a:pt x="2973488" y="1360217"/>
                </a:lnTo>
                <a:cubicBezTo>
                  <a:pt x="2973488" y="1404007"/>
                  <a:pt x="2937968" y="1439528"/>
                  <a:pt x="2894158" y="1439528"/>
                </a:cubicBezTo>
                <a:lnTo>
                  <a:pt x="79311" y="1439528"/>
                </a:lnTo>
                <a:cubicBezTo>
                  <a:pt x="35501" y="1439528"/>
                  <a:pt x="0" y="1404007"/>
                  <a:pt x="0" y="1360217"/>
                </a:cubicBezTo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2E1F4-B699-4340-8BD4-487DD948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813" y="1580066"/>
            <a:ext cx="2973488" cy="1439528"/>
          </a:xfrm>
          <a:custGeom xmlns:a="http://schemas.openxmlformats.org/drawingml/2006/main">
            <a:pathLst>
              <a:path w="2973488" h="1439528" fill="none">
                <a:moveTo>
                  <a:pt x="0" y="79311"/>
                </a:moveTo>
                <a:lnTo>
                  <a:pt x="0" y="79311"/>
                </a:lnTo>
                <a:cubicBezTo>
                  <a:pt x="0" y="35501"/>
                  <a:pt x="35501" y="0"/>
                  <a:pt x="79311" y="0"/>
                </a:cubicBezTo>
                <a:lnTo>
                  <a:pt x="2894158" y="0"/>
                </a:lnTo>
                <a:cubicBezTo>
                  <a:pt x="2915187" y="0"/>
                  <a:pt x="2935369" y="8349"/>
                  <a:pt x="2950254" y="23234"/>
                </a:cubicBezTo>
                <a:cubicBezTo>
                  <a:pt x="2965120" y="38100"/>
                  <a:pt x="2973488" y="58282"/>
                  <a:pt x="2973488" y="79311"/>
                </a:cubicBezTo>
                <a:lnTo>
                  <a:pt x="2973488" y="1360217"/>
                </a:lnTo>
                <a:cubicBezTo>
                  <a:pt x="2973488" y="1404007"/>
                  <a:pt x="2937968" y="1439528"/>
                  <a:pt x="2894158" y="1439528"/>
                </a:cubicBezTo>
                <a:lnTo>
                  <a:pt x="79311" y="1439528"/>
                </a:lnTo>
                <a:cubicBezTo>
                  <a:pt x="35501" y="1439528"/>
                  <a:pt x="0" y="1404007"/>
                  <a:pt x="0" y="1360217"/>
                </a:cubicBezTo>
                <a:lnTo>
                  <a:pt x="0" y="793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37CCD-9CC6-4E71-8A9A-65D11F54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734" y="2411157"/>
            <a:ext cx="10" cy="810712"/>
          </a:xfrm>
          <a:custGeom xmlns:a="http://schemas.openxmlformats.org/drawingml/2006/main">
            <a:pathLst>
              <a:path w="1" h="810712">
                <a:moveTo>
                  <a:pt x="0" y="810712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E1B3B-22B1-4D89-98BE-BC07B911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754" y="2461779"/>
            <a:ext cx="10" cy="760089"/>
          </a:xfrm>
          <a:custGeom xmlns:a="http://schemas.openxmlformats.org/drawingml/2006/main">
            <a:pathLst>
              <a:path w="1" h="760089" fill="none">
                <a:moveTo>
                  <a:pt x="0" y="7600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49A16-2DF0-4624-B64B-FCAC769E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135" y="2432756"/>
            <a:ext cx="33217" cy="45621"/>
          </a:xfrm>
          <a:custGeom xmlns:a="http://schemas.openxmlformats.org/drawingml/2006/main">
            <a:pathLst>
              <a:path w="33217" h="45621">
                <a:moveTo>
                  <a:pt x="16618" y="29023"/>
                </a:moveTo>
                <a:lnTo>
                  <a:pt x="0" y="45621"/>
                </a:lnTo>
                <a:lnTo>
                  <a:pt x="16618" y="0"/>
                </a:lnTo>
                <a:lnTo>
                  <a:pt x="33217" y="45621"/>
                </a:lnTo>
                <a:lnTo>
                  <a:pt x="16618" y="29023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853D2-8C44-4F0A-B5FC-B3C1F922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135" y="2432756"/>
            <a:ext cx="33217" cy="45621"/>
          </a:xfrm>
          <a:custGeom xmlns:a="http://schemas.openxmlformats.org/drawingml/2006/main">
            <a:pathLst>
              <a:path w="33217" h="45621" fill="none">
                <a:moveTo>
                  <a:pt x="16618" y="29023"/>
                </a:moveTo>
                <a:lnTo>
                  <a:pt x="33217" y="45621"/>
                </a:lnTo>
                <a:lnTo>
                  <a:pt x="16618" y="0"/>
                </a:lnTo>
                <a:lnTo>
                  <a:pt x="0" y="45621"/>
                </a:lnTo>
                <a:lnTo>
                  <a:pt x="16618" y="290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66E25-68F6-4F90-9440-CC4A1F92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965" y="2408794"/>
            <a:ext cx="5592" cy="815811"/>
          </a:xfrm>
          <a:custGeom xmlns:a="http://schemas.openxmlformats.org/drawingml/2006/main">
            <a:pathLst>
              <a:path w="5592" h="815811">
                <a:moveTo>
                  <a:pt x="0" y="815811"/>
                </a:moveTo>
                <a:lnTo>
                  <a:pt x="5592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689C1-B945-40CA-9833-2AD6F0D0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965" y="2459397"/>
            <a:ext cx="5238" cy="765208"/>
          </a:xfrm>
          <a:custGeom xmlns:a="http://schemas.openxmlformats.org/drawingml/2006/main">
            <a:pathLst>
              <a:path w="5238" h="765208" fill="none">
                <a:moveTo>
                  <a:pt x="0" y="765208"/>
                </a:moveTo>
                <a:lnTo>
                  <a:pt x="52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67127-A317-4F53-856F-59C21CFA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486" y="2430374"/>
            <a:ext cx="33217" cy="45740"/>
          </a:xfrm>
          <a:custGeom xmlns:a="http://schemas.openxmlformats.org/drawingml/2006/main">
            <a:pathLst>
              <a:path w="33217" h="45740">
                <a:moveTo>
                  <a:pt x="16717" y="29023"/>
                </a:moveTo>
                <a:lnTo>
                  <a:pt x="0" y="45523"/>
                </a:lnTo>
                <a:lnTo>
                  <a:pt x="16914" y="0"/>
                </a:lnTo>
                <a:lnTo>
                  <a:pt x="33217" y="45740"/>
                </a:lnTo>
                <a:lnTo>
                  <a:pt x="16717" y="29023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D9388-D3D6-4203-A972-37F456B5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486" y="2430374"/>
            <a:ext cx="33217" cy="45740"/>
          </a:xfrm>
          <a:custGeom xmlns:a="http://schemas.openxmlformats.org/drawingml/2006/main">
            <a:pathLst>
              <a:path w="33217" h="45740" fill="none">
                <a:moveTo>
                  <a:pt x="16717" y="29023"/>
                </a:moveTo>
                <a:lnTo>
                  <a:pt x="33217" y="45740"/>
                </a:lnTo>
                <a:lnTo>
                  <a:pt x="16914" y="0"/>
                </a:lnTo>
                <a:lnTo>
                  <a:pt x="0" y="45523"/>
                </a:lnTo>
                <a:lnTo>
                  <a:pt x="16717" y="290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471D4-C6D7-498D-BA4D-F78A074F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724" y="2374120"/>
            <a:ext cx="10" cy="741383"/>
          </a:xfrm>
          <a:custGeom xmlns:a="http://schemas.openxmlformats.org/drawingml/2006/main">
            <a:pathLst>
              <a:path w="1" h="741383">
                <a:moveTo>
                  <a:pt x="0" y="741383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2A673-F421-4855-B32A-61B4448B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724" y="2424723"/>
            <a:ext cx="10" cy="690780"/>
          </a:xfrm>
          <a:custGeom xmlns:a="http://schemas.openxmlformats.org/drawingml/2006/main">
            <a:pathLst>
              <a:path w="1" h="690780" fill="none">
                <a:moveTo>
                  <a:pt x="0" y="69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0486C-BABF-42EA-AAFB-FC50323A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06" y="2395700"/>
            <a:ext cx="33217" cy="45641"/>
          </a:xfrm>
          <a:custGeom xmlns:a="http://schemas.openxmlformats.org/drawingml/2006/main">
            <a:pathLst>
              <a:path w="33217" h="45641">
                <a:moveTo>
                  <a:pt x="16618" y="29023"/>
                </a:moveTo>
                <a:lnTo>
                  <a:pt x="0" y="45641"/>
                </a:lnTo>
                <a:lnTo>
                  <a:pt x="16618" y="0"/>
                </a:lnTo>
                <a:lnTo>
                  <a:pt x="33217" y="45641"/>
                </a:lnTo>
                <a:lnTo>
                  <a:pt x="16618" y="29023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0F3C3-1037-4336-BF60-1CB53E7E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06" y="2395700"/>
            <a:ext cx="33217" cy="45641"/>
          </a:xfrm>
          <a:custGeom xmlns:a="http://schemas.openxmlformats.org/drawingml/2006/main">
            <a:pathLst>
              <a:path w="33217" h="45641" fill="none">
                <a:moveTo>
                  <a:pt x="16618" y="29023"/>
                </a:moveTo>
                <a:lnTo>
                  <a:pt x="33217" y="45641"/>
                </a:lnTo>
                <a:lnTo>
                  <a:pt x="16618" y="0"/>
                </a:lnTo>
                <a:lnTo>
                  <a:pt x="0" y="45641"/>
                </a:lnTo>
                <a:lnTo>
                  <a:pt x="16618" y="290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65FBD-F6A0-4F7F-9BAD-B108B362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505" y="2659860"/>
            <a:ext cx="754418" cy="249294"/>
          </a:xfrm>
          <a:custGeom xmlns:a="http://schemas.openxmlformats.org/drawingml/2006/main">
            <a:pathLst>
              <a:path w="754418" h="249294">
                <a:moveTo>
                  <a:pt x="0" y="124637"/>
                </a:moveTo>
                <a:lnTo>
                  <a:pt x="0" y="124637"/>
                </a:lnTo>
                <a:cubicBezTo>
                  <a:pt x="0" y="55801"/>
                  <a:pt x="55801" y="0"/>
                  <a:pt x="124657" y="0"/>
                </a:cubicBezTo>
                <a:lnTo>
                  <a:pt x="629761" y="0"/>
                </a:lnTo>
                <a:cubicBezTo>
                  <a:pt x="662821" y="0"/>
                  <a:pt x="694521" y="13113"/>
                  <a:pt x="717913" y="36505"/>
                </a:cubicBezTo>
                <a:cubicBezTo>
                  <a:pt x="741285" y="59877"/>
                  <a:pt x="754418" y="91578"/>
                  <a:pt x="754418" y="124637"/>
                </a:cubicBezTo>
                <a:cubicBezTo>
                  <a:pt x="754418" y="193493"/>
                  <a:pt x="698597" y="249294"/>
                  <a:pt x="629761" y="249294"/>
                </a:cubicBezTo>
                <a:lnTo>
                  <a:pt x="124657" y="249294"/>
                </a:lnTo>
                <a:cubicBezTo>
                  <a:pt x="55801" y="249294"/>
                  <a:pt x="0" y="193493"/>
                  <a:pt x="0" y="124637"/>
                </a:cubicBezTo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EF040-4678-43AF-88EE-61328949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505" y="2659860"/>
            <a:ext cx="754418" cy="249294"/>
          </a:xfrm>
          <a:custGeom xmlns:a="http://schemas.openxmlformats.org/drawingml/2006/main">
            <a:pathLst>
              <a:path w="754418" h="249294" fill="none">
                <a:moveTo>
                  <a:pt x="0" y="124637"/>
                </a:moveTo>
                <a:lnTo>
                  <a:pt x="0" y="124637"/>
                </a:lnTo>
                <a:cubicBezTo>
                  <a:pt x="0" y="55801"/>
                  <a:pt x="55801" y="0"/>
                  <a:pt x="124637" y="0"/>
                </a:cubicBezTo>
                <a:lnTo>
                  <a:pt x="629761" y="0"/>
                </a:lnTo>
                <a:cubicBezTo>
                  <a:pt x="662821" y="0"/>
                  <a:pt x="694521" y="13113"/>
                  <a:pt x="717913" y="36505"/>
                </a:cubicBezTo>
                <a:cubicBezTo>
                  <a:pt x="741285" y="59877"/>
                  <a:pt x="754418" y="91578"/>
                  <a:pt x="754418" y="124637"/>
                </a:cubicBezTo>
                <a:cubicBezTo>
                  <a:pt x="754418" y="193493"/>
                  <a:pt x="698597" y="249294"/>
                  <a:pt x="629761" y="249294"/>
                </a:cubicBezTo>
                <a:lnTo>
                  <a:pt x="124637" y="249294"/>
                </a:lnTo>
                <a:cubicBezTo>
                  <a:pt x="55801" y="249294"/>
                  <a:pt x="0" y="193493"/>
                  <a:pt x="0" y="1246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5" name="Text Query">
            <a:extLst xmlns:a="http://schemas.openxmlformats.org/drawingml/2006/main">
              <a:ext uri="{FF2B5EF4-FFF2-40B4-BE49-F238E27FC236}">
                <a16:creationId xmlns:a16="http://schemas.microsoft.com/office/drawing/2014/main" id="{C2AAD871-7CBC-46C4-91A1-4758B09A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2" y="2737457"/>
            <a:ext cx="382064" cy="128458"/>
          </a:xfrm>
          <a:custGeom xmlns:a="http://schemas.openxmlformats.org/drawingml/2006/main">
            <a:pathLst>
              <a:path w="382064" h="128458">
                <a:moveTo>
                  <a:pt x="73941" y="91873"/>
                </a:moveTo>
                <a:lnTo>
                  <a:pt x="74758" y="91291"/>
                </a:lnTo>
                <a:lnTo>
                  <a:pt x="75559" y="90690"/>
                </a:lnTo>
                <a:lnTo>
                  <a:pt x="76343" y="90073"/>
                </a:lnTo>
                <a:lnTo>
                  <a:pt x="77112" y="89438"/>
                </a:lnTo>
                <a:lnTo>
                  <a:pt x="77865" y="88787"/>
                </a:lnTo>
                <a:lnTo>
                  <a:pt x="78601" y="88118"/>
                </a:lnTo>
                <a:lnTo>
                  <a:pt x="79322" y="87431"/>
                </a:lnTo>
                <a:lnTo>
                  <a:pt x="80027" y="86728"/>
                </a:lnTo>
                <a:lnTo>
                  <a:pt x="80715" y="86007"/>
                </a:lnTo>
                <a:lnTo>
                  <a:pt x="81388" y="85269"/>
                </a:lnTo>
                <a:lnTo>
                  <a:pt x="82044" y="84514"/>
                </a:lnTo>
                <a:lnTo>
                  <a:pt x="82685" y="83742"/>
                </a:lnTo>
                <a:lnTo>
                  <a:pt x="83309" y="82952"/>
                </a:lnTo>
                <a:lnTo>
                  <a:pt x="83917" y="82145"/>
                </a:lnTo>
                <a:lnTo>
                  <a:pt x="84510" y="81321"/>
                </a:lnTo>
                <a:lnTo>
                  <a:pt x="85086" y="80480"/>
                </a:lnTo>
                <a:lnTo>
                  <a:pt x="85646" y="79621"/>
                </a:lnTo>
                <a:lnTo>
                  <a:pt x="86190" y="78745"/>
                </a:lnTo>
                <a:lnTo>
                  <a:pt x="86719" y="77852"/>
                </a:lnTo>
                <a:lnTo>
                  <a:pt x="87231" y="76942"/>
                </a:lnTo>
                <a:lnTo>
                  <a:pt x="87727" y="76015"/>
                </a:lnTo>
                <a:lnTo>
                  <a:pt x="88205" y="75072"/>
                </a:lnTo>
                <a:lnTo>
                  <a:pt x="88663" y="74117"/>
                </a:lnTo>
                <a:lnTo>
                  <a:pt x="89100" y="73149"/>
                </a:lnTo>
                <a:lnTo>
                  <a:pt x="89517" y="72168"/>
                </a:lnTo>
                <a:lnTo>
                  <a:pt x="89914" y="71175"/>
                </a:lnTo>
                <a:lnTo>
                  <a:pt x="90290" y="70169"/>
                </a:lnTo>
                <a:lnTo>
                  <a:pt x="90646" y="69150"/>
                </a:lnTo>
                <a:lnTo>
                  <a:pt x="90982" y="68119"/>
                </a:lnTo>
                <a:lnTo>
                  <a:pt x="91297" y="67075"/>
                </a:lnTo>
                <a:lnTo>
                  <a:pt x="91592" y="66019"/>
                </a:lnTo>
                <a:lnTo>
                  <a:pt x="91867" y="64949"/>
                </a:lnTo>
                <a:lnTo>
                  <a:pt x="92121" y="63867"/>
                </a:lnTo>
                <a:lnTo>
                  <a:pt x="92355" y="62772"/>
                </a:lnTo>
                <a:lnTo>
                  <a:pt x="92569" y="61665"/>
                </a:lnTo>
                <a:lnTo>
                  <a:pt x="92762" y="60545"/>
                </a:lnTo>
                <a:lnTo>
                  <a:pt x="92935" y="59412"/>
                </a:lnTo>
                <a:lnTo>
                  <a:pt x="93088" y="58267"/>
                </a:lnTo>
                <a:lnTo>
                  <a:pt x="93220" y="57109"/>
                </a:lnTo>
                <a:lnTo>
                  <a:pt x="93332" y="55938"/>
                </a:lnTo>
                <a:lnTo>
                  <a:pt x="93423" y="54755"/>
                </a:lnTo>
                <a:lnTo>
                  <a:pt x="93495" y="53559"/>
                </a:lnTo>
                <a:lnTo>
                  <a:pt x="93545" y="52350"/>
                </a:lnTo>
                <a:lnTo>
                  <a:pt x="93576" y="51128"/>
                </a:lnTo>
                <a:lnTo>
                  <a:pt x="93586" y="49894"/>
                </a:lnTo>
                <a:lnTo>
                  <a:pt x="93576" y="48671"/>
                </a:lnTo>
                <a:lnTo>
                  <a:pt x="93545" y="47461"/>
                </a:lnTo>
                <a:lnTo>
                  <a:pt x="93495" y="46262"/>
                </a:lnTo>
                <a:lnTo>
                  <a:pt x="93423" y="45076"/>
                </a:lnTo>
                <a:lnTo>
                  <a:pt x="93332" y="43902"/>
                </a:lnTo>
                <a:lnTo>
                  <a:pt x="93220" y="42740"/>
                </a:lnTo>
                <a:lnTo>
                  <a:pt x="93088" y="41591"/>
                </a:lnTo>
                <a:lnTo>
                  <a:pt x="92935" y="40453"/>
                </a:lnTo>
                <a:lnTo>
                  <a:pt x="92762" y="39328"/>
                </a:lnTo>
                <a:lnTo>
                  <a:pt x="92569" y="38215"/>
                </a:lnTo>
                <a:lnTo>
                  <a:pt x="92355" y="37114"/>
                </a:lnTo>
                <a:lnTo>
                  <a:pt x="92121" y="36026"/>
                </a:lnTo>
                <a:lnTo>
                  <a:pt x="91867" y="34949"/>
                </a:lnTo>
                <a:lnTo>
                  <a:pt x="91592" y="33885"/>
                </a:lnTo>
                <a:lnTo>
                  <a:pt x="91297" y="32833"/>
                </a:lnTo>
                <a:lnTo>
                  <a:pt x="90982" y="31793"/>
                </a:lnTo>
                <a:lnTo>
                  <a:pt x="90646" y="30766"/>
                </a:lnTo>
                <a:lnTo>
                  <a:pt x="90290" y="29750"/>
                </a:lnTo>
                <a:lnTo>
                  <a:pt x="89914" y="28747"/>
                </a:lnTo>
                <a:lnTo>
                  <a:pt x="89517" y="27756"/>
                </a:lnTo>
                <a:lnTo>
                  <a:pt x="89100" y="26778"/>
                </a:lnTo>
                <a:lnTo>
                  <a:pt x="88663" y="25811"/>
                </a:lnTo>
                <a:lnTo>
                  <a:pt x="88205" y="24857"/>
                </a:lnTo>
                <a:lnTo>
                  <a:pt x="87727" y="23914"/>
                </a:lnTo>
                <a:lnTo>
                  <a:pt x="87231" y="22987"/>
                </a:lnTo>
                <a:lnTo>
                  <a:pt x="86719" y="22076"/>
                </a:lnTo>
                <a:lnTo>
                  <a:pt x="86190" y="21183"/>
                </a:lnTo>
                <a:lnTo>
                  <a:pt x="85646" y="20306"/>
                </a:lnTo>
                <a:lnTo>
                  <a:pt x="85086" y="19446"/>
                </a:lnTo>
                <a:lnTo>
                  <a:pt x="84510" y="18604"/>
                </a:lnTo>
                <a:lnTo>
                  <a:pt x="83917" y="17778"/>
                </a:lnTo>
                <a:lnTo>
                  <a:pt x="83309" y="16970"/>
                </a:lnTo>
                <a:lnTo>
                  <a:pt x="82685" y="16178"/>
                </a:lnTo>
                <a:lnTo>
                  <a:pt x="82044" y="15403"/>
                </a:lnTo>
                <a:lnTo>
                  <a:pt x="81388" y="14645"/>
                </a:lnTo>
                <a:lnTo>
                  <a:pt x="80715" y="13905"/>
                </a:lnTo>
                <a:lnTo>
                  <a:pt x="80027" y="13181"/>
                </a:lnTo>
                <a:lnTo>
                  <a:pt x="79322" y="12474"/>
                </a:lnTo>
                <a:lnTo>
                  <a:pt x="78601" y="11784"/>
                </a:lnTo>
                <a:lnTo>
                  <a:pt x="77865" y="11112"/>
                </a:lnTo>
                <a:lnTo>
                  <a:pt x="77112" y="10456"/>
                </a:lnTo>
                <a:lnTo>
                  <a:pt x="76343" y="9817"/>
                </a:lnTo>
                <a:lnTo>
                  <a:pt x="75559" y="9195"/>
                </a:lnTo>
                <a:lnTo>
                  <a:pt x="74758" y="8590"/>
                </a:lnTo>
                <a:lnTo>
                  <a:pt x="73941" y="8003"/>
                </a:lnTo>
                <a:lnTo>
                  <a:pt x="73108" y="7432"/>
                </a:lnTo>
                <a:lnTo>
                  <a:pt x="72259" y="6878"/>
                </a:lnTo>
                <a:lnTo>
                  <a:pt x="71394" y="6341"/>
                </a:lnTo>
                <a:lnTo>
                  <a:pt x="70515" y="5823"/>
                </a:lnTo>
                <a:lnTo>
                  <a:pt x="69623" y="5328"/>
                </a:lnTo>
                <a:lnTo>
                  <a:pt x="68718" y="4855"/>
                </a:lnTo>
                <a:lnTo>
                  <a:pt x="67800" y="4403"/>
                </a:lnTo>
                <a:lnTo>
                  <a:pt x="66869" y="3974"/>
                </a:lnTo>
                <a:lnTo>
                  <a:pt x="65925" y="3567"/>
                </a:lnTo>
                <a:lnTo>
                  <a:pt x="64968" y="3181"/>
                </a:lnTo>
                <a:lnTo>
                  <a:pt x="63998" y="2818"/>
                </a:lnTo>
                <a:lnTo>
                  <a:pt x="63015" y="2477"/>
                </a:lnTo>
                <a:lnTo>
                  <a:pt x="62020" y="2158"/>
                </a:lnTo>
                <a:lnTo>
                  <a:pt x="61011" y="1860"/>
                </a:lnTo>
                <a:lnTo>
                  <a:pt x="59990" y="1585"/>
                </a:lnTo>
                <a:lnTo>
                  <a:pt x="58955" y="1332"/>
                </a:lnTo>
                <a:lnTo>
                  <a:pt x="57908" y="1101"/>
                </a:lnTo>
                <a:lnTo>
                  <a:pt x="56847" y="892"/>
                </a:lnTo>
                <a:lnTo>
                  <a:pt x="55774" y="705"/>
                </a:lnTo>
                <a:lnTo>
                  <a:pt x="54688" y="539"/>
                </a:lnTo>
                <a:lnTo>
                  <a:pt x="53589" y="396"/>
                </a:lnTo>
                <a:lnTo>
                  <a:pt x="52477" y="275"/>
                </a:lnTo>
                <a:lnTo>
                  <a:pt x="51352" y="176"/>
                </a:lnTo>
                <a:lnTo>
                  <a:pt x="50214" y="99"/>
                </a:lnTo>
                <a:lnTo>
                  <a:pt x="49063" y="44"/>
                </a:lnTo>
                <a:lnTo>
                  <a:pt x="47899" y="11"/>
                </a:lnTo>
                <a:lnTo>
                  <a:pt x="46723" y="0"/>
                </a:lnTo>
                <a:lnTo>
                  <a:pt x="45568" y="11"/>
                </a:lnTo>
                <a:lnTo>
                  <a:pt x="44426" y="44"/>
                </a:lnTo>
                <a:lnTo>
                  <a:pt x="43295" y="99"/>
                </a:lnTo>
                <a:lnTo>
                  <a:pt x="42176" y="176"/>
                </a:lnTo>
                <a:lnTo>
                  <a:pt x="41069" y="275"/>
                </a:lnTo>
                <a:lnTo>
                  <a:pt x="39973" y="396"/>
                </a:lnTo>
                <a:lnTo>
                  <a:pt x="38890" y="539"/>
                </a:lnTo>
                <a:lnTo>
                  <a:pt x="37817" y="705"/>
                </a:lnTo>
                <a:lnTo>
                  <a:pt x="36757" y="892"/>
                </a:lnTo>
                <a:lnTo>
                  <a:pt x="35708" y="1101"/>
                </a:lnTo>
                <a:lnTo>
                  <a:pt x="34671" y="1332"/>
                </a:lnTo>
                <a:lnTo>
                  <a:pt x="33646" y="1585"/>
                </a:lnTo>
                <a:lnTo>
                  <a:pt x="32633" y="1860"/>
                </a:lnTo>
                <a:lnTo>
                  <a:pt x="31631" y="2158"/>
                </a:lnTo>
                <a:lnTo>
                  <a:pt x="30641" y="2477"/>
                </a:lnTo>
                <a:lnTo>
                  <a:pt x="29662" y="2818"/>
                </a:lnTo>
                <a:lnTo>
                  <a:pt x="28696" y="3181"/>
                </a:lnTo>
                <a:lnTo>
                  <a:pt x="27741" y="3567"/>
                </a:lnTo>
                <a:lnTo>
                  <a:pt x="26797" y="3974"/>
                </a:lnTo>
                <a:lnTo>
                  <a:pt x="25866" y="4403"/>
                </a:lnTo>
                <a:lnTo>
                  <a:pt x="24946" y="4855"/>
                </a:lnTo>
                <a:lnTo>
                  <a:pt x="24038" y="5328"/>
                </a:lnTo>
                <a:lnTo>
                  <a:pt x="23142" y="5823"/>
                </a:lnTo>
                <a:lnTo>
                  <a:pt x="22257" y="6341"/>
                </a:lnTo>
                <a:lnTo>
                  <a:pt x="21387" y="6878"/>
                </a:lnTo>
                <a:lnTo>
                  <a:pt x="20533" y="7432"/>
                </a:lnTo>
                <a:lnTo>
                  <a:pt x="19695" y="8003"/>
                </a:lnTo>
                <a:lnTo>
                  <a:pt x="18873" y="8590"/>
                </a:lnTo>
                <a:lnTo>
                  <a:pt x="18068" y="9195"/>
                </a:lnTo>
                <a:lnTo>
                  <a:pt x="17279" y="9817"/>
                </a:lnTo>
                <a:lnTo>
                  <a:pt x="16506" y="10456"/>
                </a:lnTo>
                <a:lnTo>
                  <a:pt x="15749" y="11112"/>
                </a:lnTo>
                <a:lnTo>
                  <a:pt x="15009" y="11784"/>
                </a:lnTo>
                <a:lnTo>
                  <a:pt x="14285" y="12474"/>
                </a:lnTo>
                <a:lnTo>
                  <a:pt x="13577" y="13181"/>
                </a:lnTo>
                <a:lnTo>
                  <a:pt x="12886" y="13905"/>
                </a:lnTo>
                <a:lnTo>
                  <a:pt x="12211" y="14645"/>
                </a:lnTo>
                <a:lnTo>
                  <a:pt x="11552" y="15403"/>
                </a:lnTo>
                <a:lnTo>
                  <a:pt x="10909" y="16178"/>
                </a:lnTo>
                <a:lnTo>
                  <a:pt x="10283" y="16970"/>
                </a:lnTo>
                <a:lnTo>
                  <a:pt x="9672" y="17778"/>
                </a:lnTo>
                <a:lnTo>
                  <a:pt x="9079" y="18604"/>
                </a:lnTo>
                <a:lnTo>
                  <a:pt x="8501" y="19446"/>
                </a:lnTo>
                <a:lnTo>
                  <a:pt x="7940" y="20306"/>
                </a:lnTo>
                <a:lnTo>
                  <a:pt x="7395" y="21183"/>
                </a:lnTo>
                <a:lnTo>
                  <a:pt x="6866" y="22076"/>
                </a:lnTo>
                <a:lnTo>
                  <a:pt x="6353" y="22987"/>
                </a:lnTo>
                <a:lnTo>
                  <a:pt x="5857" y="23914"/>
                </a:lnTo>
                <a:lnTo>
                  <a:pt x="5379" y="24857"/>
                </a:lnTo>
                <a:lnTo>
                  <a:pt x="4922" y="25811"/>
                </a:lnTo>
                <a:lnTo>
                  <a:pt x="4484" y="26778"/>
                </a:lnTo>
                <a:lnTo>
                  <a:pt x="4067" y="27756"/>
                </a:lnTo>
                <a:lnTo>
                  <a:pt x="3671" y="28747"/>
                </a:lnTo>
                <a:lnTo>
                  <a:pt x="3295" y="29750"/>
                </a:lnTo>
                <a:lnTo>
                  <a:pt x="2939" y="30766"/>
                </a:lnTo>
                <a:lnTo>
                  <a:pt x="2603" y="31793"/>
                </a:lnTo>
                <a:lnTo>
                  <a:pt x="2288" y="32833"/>
                </a:lnTo>
                <a:lnTo>
                  <a:pt x="1993" y="33885"/>
                </a:lnTo>
                <a:lnTo>
                  <a:pt x="1719" y="34949"/>
                </a:lnTo>
                <a:lnTo>
                  <a:pt x="1464" y="36026"/>
                </a:lnTo>
                <a:lnTo>
                  <a:pt x="1230" y="37114"/>
                </a:lnTo>
                <a:lnTo>
                  <a:pt x="1017" y="38215"/>
                </a:lnTo>
                <a:lnTo>
                  <a:pt x="824" y="39328"/>
                </a:lnTo>
                <a:lnTo>
                  <a:pt x="651" y="40453"/>
                </a:lnTo>
                <a:lnTo>
                  <a:pt x="498" y="41591"/>
                </a:lnTo>
                <a:lnTo>
                  <a:pt x="366" y="42740"/>
                </a:lnTo>
                <a:lnTo>
                  <a:pt x="254" y="43902"/>
                </a:lnTo>
                <a:lnTo>
                  <a:pt x="163" y="45076"/>
                </a:lnTo>
                <a:lnTo>
                  <a:pt x="92" y="46262"/>
                </a:lnTo>
                <a:lnTo>
                  <a:pt x="41" y="47461"/>
                </a:lnTo>
                <a:lnTo>
                  <a:pt x="10" y="48671"/>
                </a:lnTo>
                <a:lnTo>
                  <a:pt x="0" y="49894"/>
                </a:lnTo>
                <a:lnTo>
                  <a:pt x="10" y="51128"/>
                </a:lnTo>
                <a:lnTo>
                  <a:pt x="41" y="52350"/>
                </a:lnTo>
                <a:lnTo>
                  <a:pt x="92" y="53559"/>
                </a:lnTo>
                <a:lnTo>
                  <a:pt x="163" y="54755"/>
                </a:lnTo>
                <a:lnTo>
                  <a:pt x="254" y="55938"/>
                </a:lnTo>
                <a:lnTo>
                  <a:pt x="366" y="57109"/>
                </a:lnTo>
                <a:lnTo>
                  <a:pt x="498" y="58267"/>
                </a:lnTo>
                <a:lnTo>
                  <a:pt x="651" y="59412"/>
                </a:lnTo>
                <a:lnTo>
                  <a:pt x="824" y="60545"/>
                </a:lnTo>
                <a:lnTo>
                  <a:pt x="1017" y="61665"/>
                </a:lnTo>
                <a:lnTo>
                  <a:pt x="1230" y="62772"/>
                </a:lnTo>
                <a:lnTo>
                  <a:pt x="1464" y="63867"/>
                </a:lnTo>
                <a:lnTo>
                  <a:pt x="1719" y="64949"/>
                </a:lnTo>
                <a:lnTo>
                  <a:pt x="1993" y="66019"/>
                </a:lnTo>
                <a:lnTo>
                  <a:pt x="2288" y="67075"/>
                </a:lnTo>
                <a:lnTo>
                  <a:pt x="2603" y="68119"/>
                </a:lnTo>
                <a:lnTo>
                  <a:pt x="2939" y="69150"/>
                </a:lnTo>
                <a:lnTo>
                  <a:pt x="3295" y="70169"/>
                </a:lnTo>
                <a:lnTo>
                  <a:pt x="3671" y="71175"/>
                </a:lnTo>
                <a:lnTo>
                  <a:pt x="4067" y="72168"/>
                </a:lnTo>
                <a:lnTo>
                  <a:pt x="4484" y="73149"/>
                </a:lnTo>
                <a:lnTo>
                  <a:pt x="4922" y="74117"/>
                </a:lnTo>
                <a:lnTo>
                  <a:pt x="5379" y="75072"/>
                </a:lnTo>
                <a:lnTo>
                  <a:pt x="5857" y="76015"/>
                </a:lnTo>
                <a:lnTo>
                  <a:pt x="6353" y="76942"/>
                </a:lnTo>
                <a:lnTo>
                  <a:pt x="6866" y="77852"/>
                </a:lnTo>
                <a:lnTo>
                  <a:pt x="7395" y="78745"/>
                </a:lnTo>
                <a:lnTo>
                  <a:pt x="7940" y="79621"/>
                </a:lnTo>
                <a:lnTo>
                  <a:pt x="8501" y="80480"/>
                </a:lnTo>
                <a:lnTo>
                  <a:pt x="9079" y="81321"/>
                </a:lnTo>
                <a:lnTo>
                  <a:pt x="9672" y="82145"/>
                </a:lnTo>
                <a:lnTo>
                  <a:pt x="10283" y="82952"/>
                </a:lnTo>
                <a:lnTo>
                  <a:pt x="10909" y="83742"/>
                </a:lnTo>
                <a:lnTo>
                  <a:pt x="11552" y="84514"/>
                </a:lnTo>
                <a:lnTo>
                  <a:pt x="12211" y="85269"/>
                </a:lnTo>
                <a:lnTo>
                  <a:pt x="12886" y="86007"/>
                </a:lnTo>
                <a:lnTo>
                  <a:pt x="13577" y="86728"/>
                </a:lnTo>
                <a:lnTo>
                  <a:pt x="14285" y="87431"/>
                </a:lnTo>
                <a:lnTo>
                  <a:pt x="15009" y="88118"/>
                </a:lnTo>
                <a:lnTo>
                  <a:pt x="15749" y="88787"/>
                </a:lnTo>
                <a:lnTo>
                  <a:pt x="16506" y="89438"/>
                </a:lnTo>
                <a:lnTo>
                  <a:pt x="17279" y="90073"/>
                </a:lnTo>
                <a:lnTo>
                  <a:pt x="18068" y="90690"/>
                </a:lnTo>
                <a:lnTo>
                  <a:pt x="18873" y="91291"/>
                </a:lnTo>
                <a:lnTo>
                  <a:pt x="19695" y="91873"/>
                </a:lnTo>
                <a:lnTo>
                  <a:pt x="20533" y="92439"/>
                </a:lnTo>
                <a:lnTo>
                  <a:pt x="21387" y="92988"/>
                </a:lnTo>
                <a:lnTo>
                  <a:pt x="22257" y="93519"/>
                </a:lnTo>
                <a:lnTo>
                  <a:pt x="23142" y="94030"/>
                </a:lnTo>
                <a:lnTo>
                  <a:pt x="24038" y="94520"/>
                </a:lnTo>
                <a:lnTo>
                  <a:pt x="24946" y="94988"/>
                </a:lnTo>
                <a:lnTo>
                  <a:pt x="25866" y="95434"/>
                </a:lnTo>
                <a:lnTo>
                  <a:pt x="26797" y="95859"/>
                </a:lnTo>
                <a:lnTo>
                  <a:pt x="27741" y="96262"/>
                </a:lnTo>
                <a:lnTo>
                  <a:pt x="28696" y="96643"/>
                </a:lnTo>
                <a:lnTo>
                  <a:pt x="29662" y="97002"/>
                </a:lnTo>
                <a:lnTo>
                  <a:pt x="30641" y="97339"/>
                </a:lnTo>
                <a:lnTo>
                  <a:pt x="31631" y="97655"/>
                </a:lnTo>
                <a:lnTo>
                  <a:pt x="32633" y="97949"/>
                </a:lnTo>
                <a:lnTo>
                  <a:pt x="33646" y="98221"/>
                </a:lnTo>
                <a:lnTo>
                  <a:pt x="34671" y="98471"/>
                </a:lnTo>
                <a:lnTo>
                  <a:pt x="35708" y="98700"/>
                </a:lnTo>
                <a:lnTo>
                  <a:pt x="36757" y="98907"/>
                </a:lnTo>
                <a:lnTo>
                  <a:pt x="37817" y="99092"/>
                </a:lnTo>
                <a:lnTo>
                  <a:pt x="38890" y="99255"/>
                </a:lnTo>
                <a:lnTo>
                  <a:pt x="39973" y="99396"/>
                </a:lnTo>
                <a:lnTo>
                  <a:pt x="41069" y="99516"/>
                </a:lnTo>
                <a:lnTo>
                  <a:pt x="42176" y="99614"/>
                </a:lnTo>
                <a:lnTo>
                  <a:pt x="43295" y="99690"/>
                </a:lnTo>
                <a:lnTo>
                  <a:pt x="44426" y="99745"/>
                </a:lnTo>
                <a:lnTo>
                  <a:pt x="45568" y="99777"/>
                </a:lnTo>
                <a:lnTo>
                  <a:pt x="46723" y="99788"/>
                </a:lnTo>
                <a:lnTo>
                  <a:pt x="47899" y="99777"/>
                </a:lnTo>
                <a:lnTo>
                  <a:pt x="49063" y="99745"/>
                </a:lnTo>
                <a:lnTo>
                  <a:pt x="50214" y="99690"/>
                </a:lnTo>
                <a:lnTo>
                  <a:pt x="51352" y="99614"/>
                </a:lnTo>
                <a:lnTo>
                  <a:pt x="52477" y="99516"/>
                </a:lnTo>
                <a:lnTo>
                  <a:pt x="53589" y="99396"/>
                </a:lnTo>
                <a:lnTo>
                  <a:pt x="54688" y="99255"/>
                </a:lnTo>
                <a:lnTo>
                  <a:pt x="55774" y="99092"/>
                </a:lnTo>
                <a:lnTo>
                  <a:pt x="56847" y="98907"/>
                </a:lnTo>
                <a:lnTo>
                  <a:pt x="57908" y="98700"/>
                </a:lnTo>
                <a:lnTo>
                  <a:pt x="58955" y="98471"/>
                </a:lnTo>
                <a:lnTo>
                  <a:pt x="59990" y="98221"/>
                </a:lnTo>
                <a:lnTo>
                  <a:pt x="61011" y="97949"/>
                </a:lnTo>
                <a:lnTo>
                  <a:pt x="62020" y="97655"/>
                </a:lnTo>
                <a:lnTo>
                  <a:pt x="63015" y="97339"/>
                </a:lnTo>
                <a:lnTo>
                  <a:pt x="63404" y="97206"/>
                </a:lnTo>
                <a:lnTo>
                  <a:pt x="72360" y="111229"/>
                </a:lnTo>
                <a:lnTo>
                  <a:pt x="85729" y="111229"/>
                </a:lnTo>
                <a:lnTo>
                  <a:pt x="73542" y="92145"/>
                </a:lnTo>
                <a:lnTo>
                  <a:pt x="73941" y="91873"/>
                </a:lnTo>
                <a:close/>
                <a:moveTo>
                  <a:pt x="56560" y="88401"/>
                </a:moveTo>
                <a:lnTo>
                  <a:pt x="55789" y="88591"/>
                </a:lnTo>
                <a:lnTo>
                  <a:pt x="55009" y="88765"/>
                </a:lnTo>
                <a:lnTo>
                  <a:pt x="54221" y="88922"/>
                </a:lnTo>
                <a:lnTo>
                  <a:pt x="53423" y="89062"/>
                </a:lnTo>
                <a:lnTo>
                  <a:pt x="52616" y="89186"/>
                </a:lnTo>
                <a:lnTo>
                  <a:pt x="51801" y="89293"/>
                </a:lnTo>
                <a:lnTo>
                  <a:pt x="50977" y="89384"/>
                </a:lnTo>
                <a:lnTo>
                  <a:pt x="50144" y="89458"/>
                </a:lnTo>
                <a:lnTo>
                  <a:pt x="49302" y="89516"/>
                </a:lnTo>
                <a:lnTo>
                  <a:pt x="48451" y="89557"/>
                </a:lnTo>
                <a:lnTo>
                  <a:pt x="47591" y="89582"/>
                </a:lnTo>
                <a:lnTo>
                  <a:pt x="46723" y="89590"/>
                </a:lnTo>
                <a:lnTo>
                  <a:pt x="45865" y="89582"/>
                </a:lnTo>
                <a:lnTo>
                  <a:pt x="45017" y="89557"/>
                </a:lnTo>
                <a:lnTo>
                  <a:pt x="44176" y="89516"/>
                </a:lnTo>
                <a:lnTo>
                  <a:pt x="43344" y="89458"/>
                </a:lnTo>
                <a:lnTo>
                  <a:pt x="42520" y="89384"/>
                </a:lnTo>
                <a:lnTo>
                  <a:pt x="41705" y="89293"/>
                </a:lnTo>
                <a:lnTo>
                  <a:pt x="40898" y="89186"/>
                </a:lnTo>
                <a:lnTo>
                  <a:pt x="40099" y="89062"/>
                </a:lnTo>
                <a:lnTo>
                  <a:pt x="39309" y="88922"/>
                </a:lnTo>
                <a:lnTo>
                  <a:pt x="38527" y="88765"/>
                </a:lnTo>
                <a:lnTo>
                  <a:pt x="37754" y="88591"/>
                </a:lnTo>
                <a:lnTo>
                  <a:pt x="36989" y="88401"/>
                </a:lnTo>
                <a:lnTo>
                  <a:pt x="36232" y="88195"/>
                </a:lnTo>
                <a:lnTo>
                  <a:pt x="35484" y="87972"/>
                </a:lnTo>
                <a:lnTo>
                  <a:pt x="34744" y="87733"/>
                </a:lnTo>
                <a:lnTo>
                  <a:pt x="34012" y="87477"/>
                </a:lnTo>
                <a:lnTo>
                  <a:pt x="33289" y="87204"/>
                </a:lnTo>
                <a:lnTo>
                  <a:pt x="32574" y="86915"/>
                </a:lnTo>
                <a:lnTo>
                  <a:pt x="31868" y="86610"/>
                </a:lnTo>
                <a:lnTo>
                  <a:pt x="31170" y="86288"/>
                </a:lnTo>
                <a:lnTo>
                  <a:pt x="30480" y="85950"/>
                </a:lnTo>
                <a:lnTo>
                  <a:pt x="29799" y="85595"/>
                </a:lnTo>
                <a:lnTo>
                  <a:pt x="29126" y="85223"/>
                </a:lnTo>
                <a:lnTo>
                  <a:pt x="28461" y="84835"/>
                </a:lnTo>
                <a:lnTo>
                  <a:pt x="27807" y="84432"/>
                </a:lnTo>
                <a:lnTo>
                  <a:pt x="27165" y="84014"/>
                </a:lnTo>
                <a:lnTo>
                  <a:pt x="26536" y="83582"/>
                </a:lnTo>
                <a:lnTo>
                  <a:pt x="25919" y="83135"/>
                </a:lnTo>
                <a:lnTo>
                  <a:pt x="25315" y="82674"/>
                </a:lnTo>
                <a:lnTo>
                  <a:pt x="24723" y="82199"/>
                </a:lnTo>
                <a:lnTo>
                  <a:pt x="24143" y="81710"/>
                </a:lnTo>
                <a:lnTo>
                  <a:pt x="23576" y="81206"/>
                </a:lnTo>
                <a:lnTo>
                  <a:pt x="23022" y="80687"/>
                </a:lnTo>
                <a:lnTo>
                  <a:pt x="22479" y="80155"/>
                </a:lnTo>
                <a:lnTo>
                  <a:pt x="21950" y="79608"/>
                </a:lnTo>
                <a:lnTo>
                  <a:pt x="21432" y="79046"/>
                </a:lnTo>
                <a:lnTo>
                  <a:pt x="20927" y="78471"/>
                </a:lnTo>
                <a:lnTo>
                  <a:pt x="20435" y="77881"/>
                </a:lnTo>
                <a:lnTo>
                  <a:pt x="19955" y="77276"/>
                </a:lnTo>
                <a:lnTo>
                  <a:pt x="19487" y="76657"/>
                </a:lnTo>
                <a:lnTo>
                  <a:pt x="19032" y="76024"/>
                </a:lnTo>
                <a:lnTo>
                  <a:pt x="18589" y="75377"/>
                </a:lnTo>
                <a:lnTo>
                  <a:pt x="18159" y="74715"/>
                </a:lnTo>
                <a:lnTo>
                  <a:pt x="17741" y="74039"/>
                </a:lnTo>
                <a:lnTo>
                  <a:pt x="17336" y="73348"/>
                </a:lnTo>
                <a:lnTo>
                  <a:pt x="16943" y="72643"/>
                </a:lnTo>
                <a:lnTo>
                  <a:pt x="16562" y="71924"/>
                </a:lnTo>
                <a:lnTo>
                  <a:pt x="16194" y="71190"/>
                </a:lnTo>
                <a:lnTo>
                  <a:pt x="15840" y="70443"/>
                </a:lnTo>
                <a:lnTo>
                  <a:pt x="15501" y="69684"/>
                </a:lnTo>
                <a:lnTo>
                  <a:pt x="15177" y="68913"/>
                </a:lnTo>
                <a:lnTo>
                  <a:pt x="14868" y="68129"/>
                </a:lnTo>
                <a:lnTo>
                  <a:pt x="14574" y="67333"/>
                </a:lnTo>
                <a:lnTo>
                  <a:pt x="14295" y="66525"/>
                </a:lnTo>
                <a:lnTo>
                  <a:pt x="14031" y="65705"/>
                </a:lnTo>
                <a:lnTo>
                  <a:pt x="13782" y="64873"/>
                </a:lnTo>
                <a:lnTo>
                  <a:pt x="13549" y="64028"/>
                </a:lnTo>
                <a:lnTo>
                  <a:pt x="13330" y="63171"/>
                </a:lnTo>
                <a:lnTo>
                  <a:pt x="13127" y="62302"/>
                </a:lnTo>
                <a:lnTo>
                  <a:pt x="12938" y="61421"/>
                </a:lnTo>
                <a:lnTo>
                  <a:pt x="12765" y="60528"/>
                </a:lnTo>
                <a:lnTo>
                  <a:pt x="12607" y="59622"/>
                </a:lnTo>
                <a:lnTo>
                  <a:pt x="12464" y="58704"/>
                </a:lnTo>
                <a:lnTo>
                  <a:pt x="12335" y="57774"/>
                </a:lnTo>
                <a:lnTo>
                  <a:pt x="12222" y="56832"/>
                </a:lnTo>
                <a:lnTo>
                  <a:pt x="12124" y="55877"/>
                </a:lnTo>
                <a:lnTo>
                  <a:pt x="12042" y="54911"/>
                </a:lnTo>
                <a:lnTo>
                  <a:pt x="11974" y="53932"/>
                </a:lnTo>
                <a:lnTo>
                  <a:pt x="11921" y="52941"/>
                </a:lnTo>
                <a:lnTo>
                  <a:pt x="11883" y="51937"/>
                </a:lnTo>
                <a:lnTo>
                  <a:pt x="11861" y="50922"/>
                </a:lnTo>
                <a:lnTo>
                  <a:pt x="11853" y="49894"/>
                </a:lnTo>
                <a:lnTo>
                  <a:pt x="11861" y="48867"/>
                </a:lnTo>
                <a:lnTo>
                  <a:pt x="11883" y="47851"/>
                </a:lnTo>
                <a:lnTo>
                  <a:pt x="11921" y="46848"/>
                </a:lnTo>
                <a:lnTo>
                  <a:pt x="11974" y="45857"/>
                </a:lnTo>
                <a:lnTo>
                  <a:pt x="12042" y="44878"/>
                </a:lnTo>
                <a:lnTo>
                  <a:pt x="12124" y="43912"/>
                </a:lnTo>
                <a:lnTo>
                  <a:pt x="12222" y="42957"/>
                </a:lnTo>
                <a:lnTo>
                  <a:pt x="12335" y="42015"/>
                </a:lnTo>
                <a:lnTo>
                  <a:pt x="12464" y="41085"/>
                </a:lnTo>
                <a:lnTo>
                  <a:pt x="12607" y="40167"/>
                </a:lnTo>
                <a:lnTo>
                  <a:pt x="12765" y="39262"/>
                </a:lnTo>
                <a:lnTo>
                  <a:pt x="12938" y="38369"/>
                </a:lnTo>
                <a:lnTo>
                  <a:pt x="13127" y="37487"/>
                </a:lnTo>
                <a:lnTo>
                  <a:pt x="13330" y="36618"/>
                </a:lnTo>
                <a:lnTo>
                  <a:pt x="13549" y="35762"/>
                </a:lnTo>
                <a:lnTo>
                  <a:pt x="13782" y="34917"/>
                </a:lnTo>
                <a:lnTo>
                  <a:pt x="14031" y="34085"/>
                </a:lnTo>
                <a:lnTo>
                  <a:pt x="14295" y="33265"/>
                </a:lnTo>
                <a:lnTo>
                  <a:pt x="14574" y="32457"/>
                </a:lnTo>
                <a:lnTo>
                  <a:pt x="14868" y="31661"/>
                </a:lnTo>
                <a:lnTo>
                  <a:pt x="15177" y="30878"/>
                </a:lnTo>
                <a:lnTo>
                  <a:pt x="15501" y="30106"/>
                </a:lnTo>
                <a:lnTo>
                  <a:pt x="15840" y="29347"/>
                </a:lnTo>
                <a:lnTo>
                  <a:pt x="16194" y="28600"/>
                </a:lnTo>
                <a:lnTo>
                  <a:pt x="16562" y="27867"/>
                </a:lnTo>
                <a:lnTo>
                  <a:pt x="16943" y="27148"/>
                </a:lnTo>
                <a:lnTo>
                  <a:pt x="17336" y="26443"/>
                </a:lnTo>
                <a:lnTo>
                  <a:pt x="17741" y="25754"/>
                </a:lnTo>
                <a:lnTo>
                  <a:pt x="18159" y="25079"/>
                </a:lnTo>
                <a:lnTo>
                  <a:pt x="18589" y="24418"/>
                </a:lnTo>
                <a:lnTo>
                  <a:pt x="19032" y="23772"/>
                </a:lnTo>
                <a:lnTo>
                  <a:pt x="19487" y="23141"/>
                </a:lnTo>
                <a:lnTo>
                  <a:pt x="19955" y="22524"/>
                </a:lnTo>
                <a:lnTo>
                  <a:pt x="20435" y="21922"/>
                </a:lnTo>
                <a:lnTo>
                  <a:pt x="20927" y="21334"/>
                </a:lnTo>
                <a:lnTo>
                  <a:pt x="21432" y="20761"/>
                </a:lnTo>
                <a:lnTo>
                  <a:pt x="21950" y="20203"/>
                </a:lnTo>
                <a:lnTo>
                  <a:pt x="22479" y="19659"/>
                </a:lnTo>
                <a:lnTo>
                  <a:pt x="23022" y="19130"/>
                </a:lnTo>
                <a:lnTo>
                  <a:pt x="23576" y="18616"/>
                </a:lnTo>
                <a:lnTo>
                  <a:pt x="24143" y="18116"/>
                </a:lnTo>
                <a:lnTo>
                  <a:pt x="24723" y="17630"/>
                </a:lnTo>
                <a:lnTo>
                  <a:pt x="25315" y="17159"/>
                </a:lnTo>
                <a:lnTo>
                  <a:pt x="25919" y="16703"/>
                </a:lnTo>
                <a:lnTo>
                  <a:pt x="26536" y="16262"/>
                </a:lnTo>
                <a:lnTo>
                  <a:pt x="27165" y="15835"/>
                </a:lnTo>
                <a:lnTo>
                  <a:pt x="27807" y="15422"/>
                </a:lnTo>
                <a:lnTo>
                  <a:pt x="28461" y="15025"/>
                </a:lnTo>
                <a:lnTo>
                  <a:pt x="29126" y="14642"/>
                </a:lnTo>
                <a:lnTo>
                  <a:pt x="29799" y="14276"/>
                </a:lnTo>
                <a:lnTo>
                  <a:pt x="30480" y="13926"/>
                </a:lnTo>
                <a:lnTo>
                  <a:pt x="31170" y="13593"/>
                </a:lnTo>
                <a:lnTo>
                  <a:pt x="31868" y="13276"/>
                </a:lnTo>
                <a:lnTo>
                  <a:pt x="32574" y="12975"/>
                </a:lnTo>
                <a:lnTo>
                  <a:pt x="33289" y="12690"/>
                </a:lnTo>
                <a:lnTo>
                  <a:pt x="34012" y="12421"/>
                </a:lnTo>
                <a:lnTo>
                  <a:pt x="34744" y="12169"/>
                </a:lnTo>
                <a:lnTo>
                  <a:pt x="35484" y="11933"/>
                </a:lnTo>
                <a:lnTo>
                  <a:pt x="36232" y="11714"/>
                </a:lnTo>
                <a:lnTo>
                  <a:pt x="36989" y="11510"/>
                </a:lnTo>
                <a:lnTo>
                  <a:pt x="37754" y="11323"/>
                </a:lnTo>
                <a:lnTo>
                  <a:pt x="38527" y="11152"/>
                </a:lnTo>
                <a:lnTo>
                  <a:pt x="39309" y="10998"/>
                </a:lnTo>
                <a:lnTo>
                  <a:pt x="40099" y="10860"/>
                </a:lnTo>
                <a:lnTo>
                  <a:pt x="40898" y="10737"/>
                </a:lnTo>
                <a:lnTo>
                  <a:pt x="41705" y="10632"/>
                </a:lnTo>
                <a:lnTo>
                  <a:pt x="42520" y="10542"/>
                </a:lnTo>
                <a:lnTo>
                  <a:pt x="43344" y="10469"/>
                </a:lnTo>
                <a:lnTo>
                  <a:pt x="44176" y="10412"/>
                </a:lnTo>
                <a:lnTo>
                  <a:pt x="45017" y="10371"/>
                </a:lnTo>
                <a:lnTo>
                  <a:pt x="45865" y="10347"/>
                </a:lnTo>
                <a:lnTo>
                  <a:pt x="46723" y="10339"/>
                </a:lnTo>
                <a:lnTo>
                  <a:pt x="47591" y="10347"/>
                </a:lnTo>
                <a:lnTo>
                  <a:pt x="48451" y="10371"/>
                </a:lnTo>
                <a:lnTo>
                  <a:pt x="49302" y="10412"/>
                </a:lnTo>
                <a:lnTo>
                  <a:pt x="50144" y="10469"/>
                </a:lnTo>
                <a:lnTo>
                  <a:pt x="50977" y="10542"/>
                </a:lnTo>
                <a:lnTo>
                  <a:pt x="51801" y="10632"/>
                </a:lnTo>
                <a:lnTo>
                  <a:pt x="52616" y="10737"/>
                </a:lnTo>
                <a:lnTo>
                  <a:pt x="53423" y="10860"/>
                </a:lnTo>
                <a:lnTo>
                  <a:pt x="54221" y="10998"/>
                </a:lnTo>
                <a:lnTo>
                  <a:pt x="55009" y="11152"/>
                </a:lnTo>
                <a:lnTo>
                  <a:pt x="55789" y="11323"/>
                </a:lnTo>
                <a:lnTo>
                  <a:pt x="56560" y="11510"/>
                </a:lnTo>
                <a:lnTo>
                  <a:pt x="57323" y="11714"/>
                </a:lnTo>
                <a:lnTo>
                  <a:pt x="58076" y="11933"/>
                </a:lnTo>
                <a:lnTo>
                  <a:pt x="58821" y="12169"/>
                </a:lnTo>
                <a:lnTo>
                  <a:pt x="59556" y="12421"/>
                </a:lnTo>
                <a:lnTo>
                  <a:pt x="60283" y="12690"/>
                </a:lnTo>
                <a:lnTo>
                  <a:pt x="61001" y="12975"/>
                </a:lnTo>
                <a:lnTo>
                  <a:pt x="61710" y="13276"/>
                </a:lnTo>
                <a:lnTo>
                  <a:pt x="62410" y="13593"/>
                </a:lnTo>
                <a:lnTo>
                  <a:pt x="63102" y="13926"/>
                </a:lnTo>
                <a:lnTo>
                  <a:pt x="63784" y="14276"/>
                </a:lnTo>
                <a:lnTo>
                  <a:pt x="64458" y="14642"/>
                </a:lnTo>
                <a:lnTo>
                  <a:pt x="65123" y="15025"/>
                </a:lnTo>
                <a:lnTo>
                  <a:pt x="65777" y="15422"/>
                </a:lnTo>
                <a:lnTo>
                  <a:pt x="66419" y="15835"/>
                </a:lnTo>
                <a:lnTo>
                  <a:pt x="67048" y="16262"/>
                </a:lnTo>
                <a:lnTo>
                  <a:pt x="67665" y="16703"/>
                </a:lnTo>
                <a:lnTo>
                  <a:pt x="68270" y="17159"/>
                </a:lnTo>
                <a:lnTo>
                  <a:pt x="68862" y="17630"/>
                </a:lnTo>
                <a:lnTo>
                  <a:pt x="69442" y="18116"/>
                </a:lnTo>
                <a:lnTo>
                  <a:pt x="70009" y="18616"/>
                </a:lnTo>
                <a:lnTo>
                  <a:pt x="70563" y="19130"/>
                </a:lnTo>
                <a:lnTo>
                  <a:pt x="71106" y="19659"/>
                </a:lnTo>
                <a:lnTo>
                  <a:pt x="71636" y="20203"/>
                </a:lnTo>
                <a:lnTo>
                  <a:pt x="72153" y="20761"/>
                </a:lnTo>
                <a:lnTo>
                  <a:pt x="72658" y="21334"/>
                </a:lnTo>
                <a:lnTo>
                  <a:pt x="73150" y="21922"/>
                </a:lnTo>
                <a:lnTo>
                  <a:pt x="73630" y="22524"/>
                </a:lnTo>
                <a:lnTo>
                  <a:pt x="74098" y="23141"/>
                </a:lnTo>
                <a:lnTo>
                  <a:pt x="74553" y="23772"/>
                </a:lnTo>
                <a:lnTo>
                  <a:pt x="74996" y="24418"/>
                </a:lnTo>
                <a:lnTo>
                  <a:pt x="75426" y="25079"/>
                </a:lnTo>
                <a:lnTo>
                  <a:pt x="75844" y="25754"/>
                </a:lnTo>
                <a:lnTo>
                  <a:pt x="76249" y="26443"/>
                </a:lnTo>
                <a:lnTo>
                  <a:pt x="76642" y="27148"/>
                </a:lnTo>
                <a:lnTo>
                  <a:pt x="77022" y="27867"/>
                </a:lnTo>
                <a:lnTo>
                  <a:pt x="77390" y="28600"/>
                </a:lnTo>
                <a:lnTo>
                  <a:pt x="77745" y="29347"/>
                </a:lnTo>
                <a:lnTo>
                  <a:pt x="78084" y="30106"/>
                </a:lnTo>
                <a:lnTo>
                  <a:pt x="78408" y="30878"/>
                </a:lnTo>
                <a:lnTo>
                  <a:pt x="78717" y="31661"/>
                </a:lnTo>
                <a:lnTo>
                  <a:pt x="79011" y="32457"/>
                </a:lnTo>
                <a:lnTo>
                  <a:pt x="79290" y="33265"/>
                </a:lnTo>
                <a:lnTo>
                  <a:pt x="79554" y="34085"/>
                </a:lnTo>
                <a:lnTo>
                  <a:pt x="79803" y="34917"/>
                </a:lnTo>
                <a:lnTo>
                  <a:pt x="80037" y="35762"/>
                </a:lnTo>
                <a:lnTo>
                  <a:pt x="80255" y="36618"/>
                </a:lnTo>
                <a:lnTo>
                  <a:pt x="80459" y="37487"/>
                </a:lnTo>
                <a:lnTo>
                  <a:pt x="80647" y="38369"/>
                </a:lnTo>
                <a:lnTo>
                  <a:pt x="80821" y="39262"/>
                </a:lnTo>
                <a:lnTo>
                  <a:pt x="80979" y="40167"/>
                </a:lnTo>
                <a:lnTo>
                  <a:pt x="81122" y="41085"/>
                </a:lnTo>
                <a:lnTo>
                  <a:pt x="81251" y="42015"/>
                </a:lnTo>
                <a:lnTo>
                  <a:pt x="81364" y="42957"/>
                </a:lnTo>
                <a:lnTo>
                  <a:pt x="81462" y="43912"/>
                </a:lnTo>
                <a:lnTo>
                  <a:pt x="81545" y="44878"/>
                </a:lnTo>
                <a:lnTo>
                  <a:pt x="81612" y="45857"/>
                </a:lnTo>
                <a:lnTo>
                  <a:pt x="81665" y="46848"/>
                </a:lnTo>
                <a:lnTo>
                  <a:pt x="81703" y="47851"/>
                </a:lnTo>
                <a:lnTo>
                  <a:pt x="81726" y="48867"/>
                </a:lnTo>
                <a:lnTo>
                  <a:pt x="81733" y="49894"/>
                </a:lnTo>
                <a:lnTo>
                  <a:pt x="81726" y="50922"/>
                </a:lnTo>
                <a:lnTo>
                  <a:pt x="81703" y="51937"/>
                </a:lnTo>
                <a:lnTo>
                  <a:pt x="81665" y="52941"/>
                </a:lnTo>
                <a:lnTo>
                  <a:pt x="81612" y="53932"/>
                </a:lnTo>
                <a:lnTo>
                  <a:pt x="81545" y="54911"/>
                </a:lnTo>
                <a:lnTo>
                  <a:pt x="81462" y="55877"/>
                </a:lnTo>
                <a:lnTo>
                  <a:pt x="81364" y="56832"/>
                </a:lnTo>
                <a:lnTo>
                  <a:pt x="81251" y="57774"/>
                </a:lnTo>
                <a:lnTo>
                  <a:pt x="81122" y="58704"/>
                </a:lnTo>
                <a:lnTo>
                  <a:pt x="80979" y="59622"/>
                </a:lnTo>
                <a:lnTo>
                  <a:pt x="80821" y="60528"/>
                </a:lnTo>
                <a:lnTo>
                  <a:pt x="80647" y="61421"/>
                </a:lnTo>
                <a:lnTo>
                  <a:pt x="80459" y="62302"/>
                </a:lnTo>
                <a:lnTo>
                  <a:pt x="80255" y="63171"/>
                </a:lnTo>
                <a:lnTo>
                  <a:pt x="80037" y="64028"/>
                </a:lnTo>
                <a:lnTo>
                  <a:pt x="79803" y="64873"/>
                </a:lnTo>
                <a:lnTo>
                  <a:pt x="79554" y="65705"/>
                </a:lnTo>
                <a:lnTo>
                  <a:pt x="79290" y="66525"/>
                </a:lnTo>
                <a:lnTo>
                  <a:pt x="79011" y="67333"/>
                </a:lnTo>
                <a:lnTo>
                  <a:pt x="78717" y="68129"/>
                </a:lnTo>
                <a:lnTo>
                  <a:pt x="78408" y="68913"/>
                </a:lnTo>
                <a:lnTo>
                  <a:pt x="78084" y="69684"/>
                </a:lnTo>
                <a:lnTo>
                  <a:pt x="77745" y="70443"/>
                </a:lnTo>
                <a:lnTo>
                  <a:pt x="77390" y="71190"/>
                </a:lnTo>
                <a:lnTo>
                  <a:pt x="77022" y="71924"/>
                </a:lnTo>
                <a:lnTo>
                  <a:pt x="76642" y="72643"/>
                </a:lnTo>
                <a:lnTo>
                  <a:pt x="76249" y="73348"/>
                </a:lnTo>
                <a:lnTo>
                  <a:pt x="75844" y="74039"/>
                </a:lnTo>
                <a:lnTo>
                  <a:pt x="75426" y="74715"/>
                </a:lnTo>
                <a:lnTo>
                  <a:pt x="74996" y="75377"/>
                </a:lnTo>
                <a:lnTo>
                  <a:pt x="74553" y="76024"/>
                </a:lnTo>
                <a:lnTo>
                  <a:pt x="74098" y="76657"/>
                </a:lnTo>
                <a:lnTo>
                  <a:pt x="73630" y="77276"/>
                </a:lnTo>
                <a:lnTo>
                  <a:pt x="73150" y="77881"/>
                </a:lnTo>
                <a:lnTo>
                  <a:pt x="72658" y="78471"/>
                </a:lnTo>
                <a:lnTo>
                  <a:pt x="72153" y="79046"/>
                </a:lnTo>
                <a:lnTo>
                  <a:pt x="71636" y="79608"/>
                </a:lnTo>
                <a:lnTo>
                  <a:pt x="71106" y="80155"/>
                </a:lnTo>
                <a:lnTo>
                  <a:pt x="70563" y="80687"/>
                </a:lnTo>
                <a:lnTo>
                  <a:pt x="70009" y="81206"/>
                </a:lnTo>
                <a:lnTo>
                  <a:pt x="69442" y="81710"/>
                </a:lnTo>
                <a:lnTo>
                  <a:pt x="68862" y="82199"/>
                </a:lnTo>
                <a:lnTo>
                  <a:pt x="68270" y="82674"/>
                </a:lnTo>
                <a:lnTo>
                  <a:pt x="67748" y="83072"/>
                </a:lnTo>
                <a:lnTo>
                  <a:pt x="53339" y="60508"/>
                </a:lnTo>
                <a:lnTo>
                  <a:pt x="39970" y="60508"/>
                </a:lnTo>
                <a:lnTo>
                  <a:pt x="57598" y="88114"/>
                </a:lnTo>
                <a:lnTo>
                  <a:pt x="57323" y="88195"/>
                </a:lnTo>
                <a:lnTo>
                  <a:pt x="56560" y="88401"/>
                </a:lnTo>
                <a:close/>
                <a:moveTo>
                  <a:pt x="278557" y="61753"/>
                </a:moveTo>
                <a:lnTo>
                  <a:pt x="278566" y="61212"/>
                </a:lnTo>
                <a:lnTo>
                  <a:pt x="278581" y="60680"/>
                </a:lnTo>
                <a:lnTo>
                  <a:pt x="278602" y="60154"/>
                </a:lnTo>
                <a:lnTo>
                  <a:pt x="278629" y="59636"/>
                </a:lnTo>
                <a:lnTo>
                  <a:pt x="278662" y="59126"/>
                </a:lnTo>
                <a:lnTo>
                  <a:pt x="278701" y="58623"/>
                </a:lnTo>
                <a:lnTo>
                  <a:pt x="278746" y="58127"/>
                </a:lnTo>
                <a:lnTo>
                  <a:pt x="278796" y="57639"/>
                </a:lnTo>
                <a:lnTo>
                  <a:pt x="278853" y="57158"/>
                </a:lnTo>
                <a:lnTo>
                  <a:pt x="278916" y="56684"/>
                </a:lnTo>
                <a:lnTo>
                  <a:pt x="278985" y="56218"/>
                </a:lnTo>
                <a:lnTo>
                  <a:pt x="279060" y="55760"/>
                </a:lnTo>
                <a:lnTo>
                  <a:pt x="279140" y="55308"/>
                </a:lnTo>
                <a:lnTo>
                  <a:pt x="279227" y="54865"/>
                </a:lnTo>
                <a:lnTo>
                  <a:pt x="279320" y="54428"/>
                </a:lnTo>
                <a:lnTo>
                  <a:pt x="279418" y="53999"/>
                </a:lnTo>
                <a:lnTo>
                  <a:pt x="279523" y="53578"/>
                </a:lnTo>
                <a:lnTo>
                  <a:pt x="279634" y="53164"/>
                </a:lnTo>
                <a:lnTo>
                  <a:pt x="279750" y="52757"/>
                </a:lnTo>
                <a:lnTo>
                  <a:pt x="279873" y="52358"/>
                </a:lnTo>
                <a:lnTo>
                  <a:pt x="280001" y="51966"/>
                </a:lnTo>
                <a:lnTo>
                  <a:pt x="280136" y="51581"/>
                </a:lnTo>
                <a:lnTo>
                  <a:pt x="280277" y="51204"/>
                </a:lnTo>
                <a:lnTo>
                  <a:pt x="280423" y="50834"/>
                </a:lnTo>
                <a:lnTo>
                  <a:pt x="280573" y="50471"/>
                </a:lnTo>
                <a:lnTo>
                  <a:pt x="280729" y="50114"/>
                </a:lnTo>
                <a:lnTo>
                  <a:pt x="280889" y="49763"/>
                </a:lnTo>
                <a:lnTo>
                  <a:pt x="281054" y="49419"/>
                </a:lnTo>
                <a:lnTo>
                  <a:pt x="281224" y="49081"/>
                </a:lnTo>
                <a:lnTo>
                  <a:pt x="281399" y="48750"/>
                </a:lnTo>
                <a:lnTo>
                  <a:pt x="281578" y="48425"/>
                </a:lnTo>
                <a:lnTo>
                  <a:pt x="281762" y="48106"/>
                </a:lnTo>
                <a:lnTo>
                  <a:pt x="281951" y="47794"/>
                </a:lnTo>
                <a:lnTo>
                  <a:pt x="282145" y="47489"/>
                </a:lnTo>
                <a:lnTo>
                  <a:pt x="282343" y="47190"/>
                </a:lnTo>
                <a:lnTo>
                  <a:pt x="282547" y="46898"/>
                </a:lnTo>
                <a:lnTo>
                  <a:pt x="282755" y="46611"/>
                </a:lnTo>
                <a:lnTo>
                  <a:pt x="282968" y="46332"/>
                </a:lnTo>
                <a:lnTo>
                  <a:pt x="283185" y="46059"/>
                </a:lnTo>
                <a:lnTo>
                  <a:pt x="283408" y="45792"/>
                </a:lnTo>
                <a:lnTo>
                  <a:pt x="283635" y="45532"/>
                </a:lnTo>
                <a:lnTo>
                  <a:pt x="283867" y="45278"/>
                </a:lnTo>
                <a:lnTo>
                  <a:pt x="284104" y="45031"/>
                </a:lnTo>
                <a:lnTo>
                  <a:pt x="284346" y="44790"/>
                </a:lnTo>
                <a:lnTo>
                  <a:pt x="284592" y="44556"/>
                </a:lnTo>
                <a:lnTo>
                  <a:pt x="284843" y="44328"/>
                </a:lnTo>
                <a:lnTo>
                  <a:pt x="285099" y="44106"/>
                </a:lnTo>
                <a:lnTo>
                  <a:pt x="285359" y="43891"/>
                </a:lnTo>
                <a:lnTo>
                  <a:pt x="285622" y="43680"/>
                </a:lnTo>
                <a:lnTo>
                  <a:pt x="285888" y="43474"/>
                </a:lnTo>
                <a:lnTo>
                  <a:pt x="286158" y="43274"/>
                </a:lnTo>
                <a:lnTo>
                  <a:pt x="286430" y="43078"/>
                </a:lnTo>
                <a:lnTo>
                  <a:pt x="286706" y="42888"/>
                </a:lnTo>
                <a:lnTo>
                  <a:pt x="286985" y="42702"/>
                </a:lnTo>
                <a:lnTo>
                  <a:pt x="287266" y="42522"/>
                </a:lnTo>
                <a:lnTo>
                  <a:pt x="287551" y="42346"/>
                </a:lnTo>
                <a:lnTo>
                  <a:pt x="287839" y="42176"/>
                </a:lnTo>
                <a:lnTo>
                  <a:pt x="288130" y="42010"/>
                </a:lnTo>
                <a:lnTo>
                  <a:pt x="288425" y="41850"/>
                </a:lnTo>
                <a:lnTo>
                  <a:pt x="288722" y="41694"/>
                </a:lnTo>
                <a:lnTo>
                  <a:pt x="289022" y="41544"/>
                </a:lnTo>
                <a:lnTo>
                  <a:pt x="289326" y="41399"/>
                </a:lnTo>
                <a:lnTo>
                  <a:pt x="289632" y="41258"/>
                </a:lnTo>
                <a:lnTo>
                  <a:pt x="289942" y="41123"/>
                </a:lnTo>
                <a:lnTo>
                  <a:pt x="290255" y="40993"/>
                </a:lnTo>
                <a:lnTo>
                  <a:pt x="290571" y="40867"/>
                </a:lnTo>
                <a:lnTo>
                  <a:pt x="290890" y="40747"/>
                </a:lnTo>
                <a:lnTo>
                  <a:pt x="291212" y="40632"/>
                </a:lnTo>
                <a:lnTo>
                  <a:pt x="291537" y="40522"/>
                </a:lnTo>
                <a:lnTo>
                  <a:pt x="291866" y="40417"/>
                </a:lnTo>
                <a:lnTo>
                  <a:pt x="292197" y="40317"/>
                </a:lnTo>
                <a:lnTo>
                  <a:pt x="292531" y="40221"/>
                </a:lnTo>
                <a:lnTo>
                  <a:pt x="292866" y="40129"/>
                </a:lnTo>
                <a:lnTo>
                  <a:pt x="293203" y="40042"/>
                </a:lnTo>
                <a:lnTo>
                  <a:pt x="293541" y="39959"/>
                </a:lnTo>
                <a:lnTo>
                  <a:pt x="293881" y="39879"/>
                </a:lnTo>
                <a:lnTo>
                  <a:pt x="294222" y="39804"/>
                </a:lnTo>
                <a:lnTo>
                  <a:pt x="294564" y="39733"/>
                </a:lnTo>
                <a:lnTo>
                  <a:pt x="294908" y="39666"/>
                </a:lnTo>
                <a:lnTo>
                  <a:pt x="295253" y="39603"/>
                </a:lnTo>
                <a:lnTo>
                  <a:pt x="295600" y="39544"/>
                </a:lnTo>
                <a:lnTo>
                  <a:pt x="295948" y="39489"/>
                </a:lnTo>
                <a:lnTo>
                  <a:pt x="296298" y="39438"/>
                </a:lnTo>
                <a:lnTo>
                  <a:pt x="296649" y="39391"/>
                </a:lnTo>
                <a:lnTo>
                  <a:pt x="297002" y="39349"/>
                </a:lnTo>
                <a:lnTo>
                  <a:pt x="297356" y="39310"/>
                </a:lnTo>
                <a:lnTo>
                  <a:pt x="297711" y="39275"/>
                </a:lnTo>
                <a:lnTo>
                  <a:pt x="298068" y="39245"/>
                </a:lnTo>
                <a:lnTo>
                  <a:pt x="298426" y="39218"/>
                </a:lnTo>
                <a:lnTo>
                  <a:pt x="298786" y="39196"/>
                </a:lnTo>
                <a:lnTo>
                  <a:pt x="299147" y="39178"/>
                </a:lnTo>
                <a:lnTo>
                  <a:pt x="299509" y="39163"/>
                </a:lnTo>
                <a:lnTo>
                  <a:pt x="299873" y="39153"/>
                </a:lnTo>
                <a:lnTo>
                  <a:pt x="300238" y="39147"/>
                </a:lnTo>
                <a:lnTo>
                  <a:pt x="300605" y="39145"/>
                </a:lnTo>
                <a:lnTo>
                  <a:pt x="304879" y="39145"/>
                </a:lnTo>
                <a:lnTo>
                  <a:pt x="304879" y="27014"/>
                </a:lnTo>
                <a:lnTo>
                  <a:pt x="304330" y="27018"/>
                </a:lnTo>
                <a:lnTo>
                  <a:pt x="303786" y="27027"/>
                </a:lnTo>
                <a:lnTo>
                  <a:pt x="303247" y="27042"/>
                </a:lnTo>
                <a:lnTo>
                  <a:pt x="302713" y="27064"/>
                </a:lnTo>
                <a:lnTo>
                  <a:pt x="302185" y="27092"/>
                </a:lnTo>
                <a:lnTo>
                  <a:pt x="301661" y="27126"/>
                </a:lnTo>
                <a:lnTo>
                  <a:pt x="301142" y="27167"/>
                </a:lnTo>
                <a:lnTo>
                  <a:pt x="300629" y="27213"/>
                </a:lnTo>
                <a:lnTo>
                  <a:pt x="300120" y="27266"/>
                </a:lnTo>
                <a:lnTo>
                  <a:pt x="299616" y="27325"/>
                </a:lnTo>
                <a:lnTo>
                  <a:pt x="299118" y="27391"/>
                </a:lnTo>
                <a:lnTo>
                  <a:pt x="298624" y="27462"/>
                </a:lnTo>
                <a:lnTo>
                  <a:pt x="298136" y="27540"/>
                </a:lnTo>
                <a:lnTo>
                  <a:pt x="297652" y="27624"/>
                </a:lnTo>
                <a:lnTo>
                  <a:pt x="297173" y="27714"/>
                </a:lnTo>
                <a:lnTo>
                  <a:pt x="296700" y="27811"/>
                </a:lnTo>
                <a:lnTo>
                  <a:pt x="296232" y="27913"/>
                </a:lnTo>
                <a:lnTo>
                  <a:pt x="295768" y="28022"/>
                </a:lnTo>
                <a:lnTo>
                  <a:pt x="295310" y="28137"/>
                </a:lnTo>
                <a:lnTo>
                  <a:pt x="294856" y="28259"/>
                </a:lnTo>
                <a:lnTo>
                  <a:pt x="294408" y="28386"/>
                </a:lnTo>
                <a:lnTo>
                  <a:pt x="293965" y="28520"/>
                </a:lnTo>
                <a:lnTo>
                  <a:pt x="293526" y="28660"/>
                </a:lnTo>
                <a:lnTo>
                  <a:pt x="293093" y="28806"/>
                </a:lnTo>
                <a:lnTo>
                  <a:pt x="292665" y="28958"/>
                </a:lnTo>
                <a:lnTo>
                  <a:pt x="292242" y="29115"/>
                </a:lnTo>
                <a:lnTo>
                  <a:pt x="291825" y="29278"/>
                </a:lnTo>
                <a:lnTo>
                  <a:pt x="291413" y="29446"/>
                </a:lnTo>
                <a:lnTo>
                  <a:pt x="291006" y="29619"/>
                </a:lnTo>
                <a:lnTo>
                  <a:pt x="290604" y="29797"/>
                </a:lnTo>
                <a:lnTo>
                  <a:pt x="290207" y="29980"/>
                </a:lnTo>
                <a:lnTo>
                  <a:pt x="289816" y="30169"/>
                </a:lnTo>
                <a:lnTo>
                  <a:pt x="289430" y="30363"/>
                </a:lnTo>
                <a:lnTo>
                  <a:pt x="289050" y="30563"/>
                </a:lnTo>
                <a:lnTo>
                  <a:pt x="288674" y="30767"/>
                </a:lnTo>
                <a:lnTo>
                  <a:pt x="288304" y="30977"/>
                </a:lnTo>
                <a:lnTo>
                  <a:pt x="287939" y="31192"/>
                </a:lnTo>
                <a:lnTo>
                  <a:pt x="287580" y="31413"/>
                </a:lnTo>
                <a:lnTo>
                  <a:pt x="287225" y="31638"/>
                </a:lnTo>
                <a:lnTo>
                  <a:pt x="286876" y="31869"/>
                </a:lnTo>
                <a:lnTo>
                  <a:pt x="286532" y="32106"/>
                </a:lnTo>
                <a:lnTo>
                  <a:pt x="286194" y="32347"/>
                </a:lnTo>
                <a:lnTo>
                  <a:pt x="285860" y="32594"/>
                </a:lnTo>
                <a:lnTo>
                  <a:pt x="285532" y="32846"/>
                </a:lnTo>
                <a:lnTo>
                  <a:pt x="285209" y="33103"/>
                </a:lnTo>
                <a:lnTo>
                  <a:pt x="284892" y="33365"/>
                </a:lnTo>
                <a:lnTo>
                  <a:pt x="284580" y="33633"/>
                </a:lnTo>
                <a:lnTo>
                  <a:pt x="284272" y="33906"/>
                </a:lnTo>
                <a:lnTo>
                  <a:pt x="283970" y="34184"/>
                </a:lnTo>
                <a:lnTo>
                  <a:pt x="283673" y="34467"/>
                </a:lnTo>
                <a:lnTo>
                  <a:pt x="283380" y="34755"/>
                </a:lnTo>
                <a:lnTo>
                  <a:pt x="283092" y="35047"/>
                </a:lnTo>
                <a:lnTo>
                  <a:pt x="282808" y="35344"/>
                </a:lnTo>
                <a:lnTo>
                  <a:pt x="282529" y="35646"/>
                </a:lnTo>
                <a:lnTo>
                  <a:pt x="282254" y="35953"/>
                </a:lnTo>
                <a:lnTo>
                  <a:pt x="281984" y="36265"/>
                </a:lnTo>
                <a:lnTo>
                  <a:pt x="281718" y="36581"/>
                </a:lnTo>
                <a:lnTo>
                  <a:pt x="281457" y="36902"/>
                </a:lnTo>
                <a:lnTo>
                  <a:pt x="281200" y="37228"/>
                </a:lnTo>
                <a:lnTo>
                  <a:pt x="280948" y="37559"/>
                </a:lnTo>
                <a:lnTo>
                  <a:pt x="280700" y="37894"/>
                </a:lnTo>
                <a:lnTo>
                  <a:pt x="280457" y="38235"/>
                </a:lnTo>
                <a:lnTo>
                  <a:pt x="280219" y="38580"/>
                </a:lnTo>
                <a:lnTo>
                  <a:pt x="279985" y="38929"/>
                </a:lnTo>
                <a:lnTo>
                  <a:pt x="279756" y="39284"/>
                </a:lnTo>
                <a:lnTo>
                  <a:pt x="279531" y="39643"/>
                </a:lnTo>
                <a:lnTo>
                  <a:pt x="279310" y="40008"/>
                </a:lnTo>
                <a:lnTo>
                  <a:pt x="279094" y="40377"/>
                </a:lnTo>
                <a:lnTo>
                  <a:pt x="278883" y="40750"/>
                </a:lnTo>
                <a:lnTo>
                  <a:pt x="278676" y="41129"/>
                </a:lnTo>
                <a:lnTo>
                  <a:pt x="278474" y="41512"/>
                </a:lnTo>
                <a:lnTo>
                  <a:pt x="278277" y="41900"/>
                </a:lnTo>
                <a:lnTo>
                  <a:pt x="277450" y="28670"/>
                </a:lnTo>
                <a:lnTo>
                  <a:pt x="266977" y="28670"/>
                </a:lnTo>
                <a:lnTo>
                  <a:pt x="266977" y="98135"/>
                </a:lnTo>
                <a:lnTo>
                  <a:pt x="278554" y="98135"/>
                </a:lnTo>
                <a:lnTo>
                  <a:pt x="278554" y="62300"/>
                </a:lnTo>
                <a:lnTo>
                  <a:pt x="278557" y="61753"/>
                </a:lnTo>
                <a:close/>
                <a:moveTo>
                  <a:pt x="251285" y="65702"/>
                </a:moveTo>
                <a:lnTo>
                  <a:pt x="251295" y="65545"/>
                </a:lnTo>
                <a:lnTo>
                  <a:pt x="251305" y="65389"/>
                </a:lnTo>
                <a:lnTo>
                  <a:pt x="251314" y="65235"/>
                </a:lnTo>
                <a:lnTo>
                  <a:pt x="251323" y="65082"/>
                </a:lnTo>
                <a:lnTo>
                  <a:pt x="251331" y="64931"/>
                </a:lnTo>
                <a:lnTo>
                  <a:pt x="251339" y="64781"/>
                </a:lnTo>
                <a:lnTo>
                  <a:pt x="251346" y="64632"/>
                </a:lnTo>
                <a:lnTo>
                  <a:pt x="251353" y="64485"/>
                </a:lnTo>
                <a:lnTo>
                  <a:pt x="251359" y="64339"/>
                </a:lnTo>
                <a:lnTo>
                  <a:pt x="251365" y="64195"/>
                </a:lnTo>
                <a:lnTo>
                  <a:pt x="251371" y="64052"/>
                </a:lnTo>
                <a:lnTo>
                  <a:pt x="251376" y="63911"/>
                </a:lnTo>
                <a:lnTo>
                  <a:pt x="251380" y="63771"/>
                </a:lnTo>
                <a:lnTo>
                  <a:pt x="251384" y="63633"/>
                </a:lnTo>
                <a:lnTo>
                  <a:pt x="251388" y="63495"/>
                </a:lnTo>
                <a:lnTo>
                  <a:pt x="251391" y="63360"/>
                </a:lnTo>
                <a:lnTo>
                  <a:pt x="251394" y="63226"/>
                </a:lnTo>
                <a:lnTo>
                  <a:pt x="251396" y="63093"/>
                </a:lnTo>
                <a:lnTo>
                  <a:pt x="251397" y="62961"/>
                </a:lnTo>
                <a:lnTo>
                  <a:pt x="251399" y="62831"/>
                </a:lnTo>
                <a:lnTo>
                  <a:pt x="251399" y="62703"/>
                </a:lnTo>
                <a:lnTo>
                  <a:pt x="251399" y="62576"/>
                </a:lnTo>
                <a:lnTo>
                  <a:pt x="251399" y="62450"/>
                </a:lnTo>
                <a:lnTo>
                  <a:pt x="251399" y="62324"/>
                </a:lnTo>
                <a:lnTo>
                  <a:pt x="251399" y="62199"/>
                </a:lnTo>
                <a:lnTo>
                  <a:pt x="251399" y="62074"/>
                </a:lnTo>
                <a:lnTo>
                  <a:pt x="251399" y="61950"/>
                </a:lnTo>
                <a:lnTo>
                  <a:pt x="251399" y="61826"/>
                </a:lnTo>
                <a:lnTo>
                  <a:pt x="251399" y="61703"/>
                </a:lnTo>
                <a:lnTo>
                  <a:pt x="251399" y="61580"/>
                </a:lnTo>
                <a:lnTo>
                  <a:pt x="251399" y="61458"/>
                </a:lnTo>
                <a:lnTo>
                  <a:pt x="251399" y="61336"/>
                </a:lnTo>
                <a:lnTo>
                  <a:pt x="251399" y="61215"/>
                </a:lnTo>
                <a:lnTo>
                  <a:pt x="251399" y="61094"/>
                </a:lnTo>
                <a:lnTo>
                  <a:pt x="251399" y="60973"/>
                </a:lnTo>
                <a:lnTo>
                  <a:pt x="251399" y="60853"/>
                </a:lnTo>
                <a:lnTo>
                  <a:pt x="251399" y="60734"/>
                </a:lnTo>
                <a:lnTo>
                  <a:pt x="251399" y="60615"/>
                </a:lnTo>
                <a:lnTo>
                  <a:pt x="251399" y="60496"/>
                </a:lnTo>
                <a:lnTo>
                  <a:pt x="251399" y="60378"/>
                </a:lnTo>
                <a:lnTo>
                  <a:pt x="251399" y="60261"/>
                </a:lnTo>
                <a:lnTo>
                  <a:pt x="251399" y="60144"/>
                </a:lnTo>
                <a:lnTo>
                  <a:pt x="251399" y="60027"/>
                </a:lnTo>
                <a:lnTo>
                  <a:pt x="251399" y="59911"/>
                </a:lnTo>
                <a:lnTo>
                  <a:pt x="251399" y="59795"/>
                </a:lnTo>
                <a:lnTo>
                  <a:pt x="251399" y="59680"/>
                </a:lnTo>
                <a:lnTo>
                  <a:pt x="251393" y="58947"/>
                </a:lnTo>
                <a:lnTo>
                  <a:pt x="251373" y="58220"/>
                </a:lnTo>
                <a:lnTo>
                  <a:pt x="251340" y="57497"/>
                </a:lnTo>
                <a:lnTo>
                  <a:pt x="251294" y="56780"/>
                </a:lnTo>
                <a:lnTo>
                  <a:pt x="251235" y="56067"/>
                </a:lnTo>
                <a:lnTo>
                  <a:pt x="251163" y="55360"/>
                </a:lnTo>
                <a:lnTo>
                  <a:pt x="251077" y="54658"/>
                </a:lnTo>
                <a:lnTo>
                  <a:pt x="250978" y="53960"/>
                </a:lnTo>
                <a:lnTo>
                  <a:pt x="250867" y="53268"/>
                </a:lnTo>
                <a:lnTo>
                  <a:pt x="250742" y="52581"/>
                </a:lnTo>
                <a:lnTo>
                  <a:pt x="250603" y="51898"/>
                </a:lnTo>
                <a:lnTo>
                  <a:pt x="250452" y="51221"/>
                </a:lnTo>
                <a:lnTo>
                  <a:pt x="250288" y="50549"/>
                </a:lnTo>
                <a:lnTo>
                  <a:pt x="250110" y="49882"/>
                </a:lnTo>
                <a:lnTo>
                  <a:pt x="249919" y="49220"/>
                </a:lnTo>
                <a:lnTo>
                  <a:pt x="249715" y="48562"/>
                </a:lnTo>
                <a:lnTo>
                  <a:pt x="249498" y="47910"/>
                </a:lnTo>
                <a:lnTo>
                  <a:pt x="249268" y="47263"/>
                </a:lnTo>
                <a:lnTo>
                  <a:pt x="249024" y="46621"/>
                </a:lnTo>
                <a:lnTo>
                  <a:pt x="248768" y="45984"/>
                </a:lnTo>
                <a:lnTo>
                  <a:pt x="248498" y="45352"/>
                </a:lnTo>
                <a:lnTo>
                  <a:pt x="248215" y="44725"/>
                </a:lnTo>
                <a:lnTo>
                  <a:pt x="247919" y="44103"/>
                </a:lnTo>
                <a:lnTo>
                  <a:pt x="247610" y="43486"/>
                </a:lnTo>
                <a:lnTo>
                  <a:pt x="247288" y="42876"/>
                </a:lnTo>
                <a:lnTo>
                  <a:pt x="246955" y="42277"/>
                </a:lnTo>
                <a:lnTo>
                  <a:pt x="246611" y="41687"/>
                </a:lnTo>
                <a:lnTo>
                  <a:pt x="246255" y="41107"/>
                </a:lnTo>
                <a:lnTo>
                  <a:pt x="245887" y="40536"/>
                </a:lnTo>
                <a:lnTo>
                  <a:pt x="245508" y="39976"/>
                </a:lnTo>
                <a:lnTo>
                  <a:pt x="245118" y="39425"/>
                </a:lnTo>
                <a:lnTo>
                  <a:pt x="244716" y="38884"/>
                </a:lnTo>
                <a:lnTo>
                  <a:pt x="244302" y="38353"/>
                </a:lnTo>
                <a:lnTo>
                  <a:pt x="243877" y="37832"/>
                </a:lnTo>
                <a:lnTo>
                  <a:pt x="243441" y="37320"/>
                </a:lnTo>
                <a:lnTo>
                  <a:pt x="242993" y="36819"/>
                </a:lnTo>
                <a:lnTo>
                  <a:pt x="242533" y="36327"/>
                </a:lnTo>
                <a:lnTo>
                  <a:pt x="242063" y="35845"/>
                </a:lnTo>
                <a:lnTo>
                  <a:pt x="241580" y="35372"/>
                </a:lnTo>
                <a:lnTo>
                  <a:pt x="241086" y="34910"/>
                </a:lnTo>
                <a:lnTo>
                  <a:pt x="240581" y="34457"/>
                </a:lnTo>
                <a:lnTo>
                  <a:pt x="240064" y="34014"/>
                </a:lnTo>
                <a:lnTo>
                  <a:pt x="239536" y="33581"/>
                </a:lnTo>
                <a:lnTo>
                  <a:pt x="238996" y="33158"/>
                </a:lnTo>
                <a:lnTo>
                  <a:pt x="238445" y="32745"/>
                </a:lnTo>
                <a:lnTo>
                  <a:pt x="237882" y="32341"/>
                </a:lnTo>
                <a:lnTo>
                  <a:pt x="237308" y="31947"/>
                </a:lnTo>
                <a:lnTo>
                  <a:pt x="236722" y="31563"/>
                </a:lnTo>
                <a:lnTo>
                  <a:pt x="236125" y="31192"/>
                </a:lnTo>
                <a:lnTo>
                  <a:pt x="235517" y="30837"/>
                </a:lnTo>
                <a:lnTo>
                  <a:pt x="234899" y="30497"/>
                </a:lnTo>
                <a:lnTo>
                  <a:pt x="234270" y="30173"/>
                </a:lnTo>
                <a:lnTo>
                  <a:pt x="233630" y="29865"/>
                </a:lnTo>
                <a:lnTo>
                  <a:pt x="232979" y="29573"/>
                </a:lnTo>
                <a:lnTo>
                  <a:pt x="232318" y="29297"/>
                </a:lnTo>
                <a:lnTo>
                  <a:pt x="231645" y="29036"/>
                </a:lnTo>
                <a:lnTo>
                  <a:pt x="230962" y="28791"/>
                </a:lnTo>
                <a:lnTo>
                  <a:pt x="230268" y="28562"/>
                </a:lnTo>
                <a:lnTo>
                  <a:pt x="229564" y="28349"/>
                </a:lnTo>
                <a:lnTo>
                  <a:pt x="228848" y="28152"/>
                </a:lnTo>
                <a:lnTo>
                  <a:pt x="228122" y="27970"/>
                </a:lnTo>
                <a:lnTo>
                  <a:pt x="227385" y="27804"/>
                </a:lnTo>
                <a:lnTo>
                  <a:pt x="226638" y="27654"/>
                </a:lnTo>
                <a:lnTo>
                  <a:pt x="225879" y="27520"/>
                </a:lnTo>
                <a:lnTo>
                  <a:pt x="225110" y="27401"/>
                </a:lnTo>
                <a:lnTo>
                  <a:pt x="224330" y="27299"/>
                </a:lnTo>
                <a:lnTo>
                  <a:pt x="223539" y="27212"/>
                </a:lnTo>
                <a:lnTo>
                  <a:pt x="222738" y="27141"/>
                </a:lnTo>
                <a:lnTo>
                  <a:pt x="221925" y="27085"/>
                </a:lnTo>
                <a:lnTo>
                  <a:pt x="221102" y="27046"/>
                </a:lnTo>
                <a:lnTo>
                  <a:pt x="220268" y="27022"/>
                </a:lnTo>
                <a:lnTo>
                  <a:pt x="219424" y="27014"/>
                </a:lnTo>
                <a:lnTo>
                  <a:pt x="218601" y="27022"/>
                </a:lnTo>
                <a:lnTo>
                  <a:pt x="217786" y="27046"/>
                </a:lnTo>
                <a:lnTo>
                  <a:pt x="216978" y="27085"/>
                </a:lnTo>
                <a:lnTo>
                  <a:pt x="216179" y="27141"/>
                </a:lnTo>
                <a:lnTo>
                  <a:pt x="215387" y="27212"/>
                </a:lnTo>
                <a:lnTo>
                  <a:pt x="214604" y="27299"/>
                </a:lnTo>
                <a:lnTo>
                  <a:pt x="213828" y="27401"/>
                </a:lnTo>
                <a:lnTo>
                  <a:pt x="213060" y="27520"/>
                </a:lnTo>
                <a:lnTo>
                  <a:pt x="212300" y="27654"/>
                </a:lnTo>
                <a:lnTo>
                  <a:pt x="211548" y="27804"/>
                </a:lnTo>
                <a:lnTo>
                  <a:pt x="210804" y="27970"/>
                </a:lnTo>
                <a:lnTo>
                  <a:pt x="210068" y="28152"/>
                </a:lnTo>
                <a:lnTo>
                  <a:pt x="209340" y="28349"/>
                </a:lnTo>
                <a:lnTo>
                  <a:pt x="208620" y="28562"/>
                </a:lnTo>
                <a:lnTo>
                  <a:pt x="207907" y="28791"/>
                </a:lnTo>
                <a:lnTo>
                  <a:pt x="207202" y="29036"/>
                </a:lnTo>
                <a:lnTo>
                  <a:pt x="206506" y="29297"/>
                </a:lnTo>
                <a:lnTo>
                  <a:pt x="205817" y="29573"/>
                </a:lnTo>
                <a:lnTo>
                  <a:pt x="205136" y="29865"/>
                </a:lnTo>
                <a:lnTo>
                  <a:pt x="204463" y="30173"/>
                </a:lnTo>
                <a:lnTo>
                  <a:pt x="203798" y="30497"/>
                </a:lnTo>
                <a:lnTo>
                  <a:pt x="203141" y="30837"/>
                </a:lnTo>
                <a:lnTo>
                  <a:pt x="202492" y="31192"/>
                </a:lnTo>
                <a:lnTo>
                  <a:pt x="201850" y="31563"/>
                </a:lnTo>
                <a:lnTo>
                  <a:pt x="201219" y="31949"/>
                </a:lnTo>
                <a:lnTo>
                  <a:pt x="200599" y="32346"/>
                </a:lnTo>
                <a:lnTo>
                  <a:pt x="199992" y="32757"/>
                </a:lnTo>
                <a:lnTo>
                  <a:pt x="199396" y="33179"/>
                </a:lnTo>
                <a:lnTo>
                  <a:pt x="198813" y="33614"/>
                </a:lnTo>
                <a:lnTo>
                  <a:pt x="198241" y="34062"/>
                </a:lnTo>
                <a:lnTo>
                  <a:pt x="197681" y="34522"/>
                </a:lnTo>
                <a:lnTo>
                  <a:pt x="197134" y="34994"/>
                </a:lnTo>
                <a:lnTo>
                  <a:pt x="196598" y="35479"/>
                </a:lnTo>
                <a:lnTo>
                  <a:pt x="196074" y="35976"/>
                </a:lnTo>
                <a:lnTo>
                  <a:pt x="195562" y="36486"/>
                </a:lnTo>
                <a:lnTo>
                  <a:pt x="195062" y="37008"/>
                </a:lnTo>
                <a:lnTo>
                  <a:pt x="194575" y="37543"/>
                </a:lnTo>
                <a:lnTo>
                  <a:pt x="194099" y="38090"/>
                </a:lnTo>
                <a:lnTo>
                  <a:pt x="193635" y="38650"/>
                </a:lnTo>
                <a:lnTo>
                  <a:pt x="193183" y="39222"/>
                </a:lnTo>
                <a:lnTo>
                  <a:pt x="192743" y="39806"/>
                </a:lnTo>
                <a:lnTo>
                  <a:pt x="192315" y="40403"/>
                </a:lnTo>
                <a:lnTo>
                  <a:pt x="191898" y="41012"/>
                </a:lnTo>
                <a:lnTo>
                  <a:pt x="191494" y="41634"/>
                </a:lnTo>
                <a:lnTo>
                  <a:pt x="191102" y="42268"/>
                </a:lnTo>
                <a:lnTo>
                  <a:pt x="190722" y="42915"/>
                </a:lnTo>
                <a:lnTo>
                  <a:pt x="190353" y="43574"/>
                </a:lnTo>
                <a:lnTo>
                  <a:pt x="189997" y="44245"/>
                </a:lnTo>
                <a:lnTo>
                  <a:pt x="189654" y="44928"/>
                </a:lnTo>
                <a:lnTo>
                  <a:pt x="189326" y="45620"/>
                </a:lnTo>
                <a:lnTo>
                  <a:pt x="189012" y="46323"/>
                </a:lnTo>
                <a:lnTo>
                  <a:pt x="188713" y="47036"/>
                </a:lnTo>
                <a:lnTo>
                  <a:pt x="188428" y="47759"/>
                </a:lnTo>
                <a:lnTo>
                  <a:pt x="188158" y="48491"/>
                </a:lnTo>
                <a:lnTo>
                  <a:pt x="187902" y="49234"/>
                </a:lnTo>
                <a:lnTo>
                  <a:pt x="187662" y="49987"/>
                </a:lnTo>
                <a:lnTo>
                  <a:pt x="187435" y="50750"/>
                </a:lnTo>
                <a:lnTo>
                  <a:pt x="187224" y="51523"/>
                </a:lnTo>
                <a:lnTo>
                  <a:pt x="187027" y="52307"/>
                </a:lnTo>
                <a:lnTo>
                  <a:pt x="186844" y="53100"/>
                </a:lnTo>
                <a:lnTo>
                  <a:pt x="186676" y="53903"/>
                </a:lnTo>
                <a:lnTo>
                  <a:pt x="186523" y="54716"/>
                </a:lnTo>
                <a:lnTo>
                  <a:pt x="186384" y="55540"/>
                </a:lnTo>
                <a:lnTo>
                  <a:pt x="186260" y="56373"/>
                </a:lnTo>
                <a:lnTo>
                  <a:pt x="186151" y="57217"/>
                </a:lnTo>
                <a:lnTo>
                  <a:pt x="186056" y="58070"/>
                </a:lnTo>
                <a:lnTo>
                  <a:pt x="185976" y="58934"/>
                </a:lnTo>
                <a:lnTo>
                  <a:pt x="185910" y="59807"/>
                </a:lnTo>
                <a:lnTo>
                  <a:pt x="185859" y="60691"/>
                </a:lnTo>
                <a:lnTo>
                  <a:pt x="185822" y="61585"/>
                </a:lnTo>
                <a:lnTo>
                  <a:pt x="185800" y="62489"/>
                </a:lnTo>
                <a:lnTo>
                  <a:pt x="185793" y="63402"/>
                </a:lnTo>
                <a:lnTo>
                  <a:pt x="185800" y="64305"/>
                </a:lnTo>
                <a:lnTo>
                  <a:pt x="185823" y="65198"/>
                </a:lnTo>
                <a:lnTo>
                  <a:pt x="185860" y="66082"/>
                </a:lnTo>
                <a:lnTo>
                  <a:pt x="185912" y="66957"/>
                </a:lnTo>
                <a:lnTo>
                  <a:pt x="185978" y="67822"/>
                </a:lnTo>
                <a:lnTo>
                  <a:pt x="186060" y="68678"/>
                </a:lnTo>
                <a:lnTo>
                  <a:pt x="186156" y="69525"/>
                </a:lnTo>
                <a:lnTo>
                  <a:pt x="186268" y="70362"/>
                </a:lnTo>
                <a:lnTo>
                  <a:pt x="186394" y="71191"/>
                </a:lnTo>
                <a:lnTo>
                  <a:pt x="186535" y="72009"/>
                </a:lnTo>
                <a:lnTo>
                  <a:pt x="186690" y="72819"/>
                </a:lnTo>
                <a:lnTo>
                  <a:pt x="186861" y="73619"/>
                </a:lnTo>
                <a:lnTo>
                  <a:pt x="187046" y="74409"/>
                </a:lnTo>
                <a:lnTo>
                  <a:pt x="187247" y="75191"/>
                </a:lnTo>
                <a:lnTo>
                  <a:pt x="187462" y="75963"/>
                </a:lnTo>
                <a:lnTo>
                  <a:pt x="187691" y="76726"/>
                </a:lnTo>
                <a:lnTo>
                  <a:pt x="187936" y="77479"/>
                </a:lnTo>
                <a:lnTo>
                  <a:pt x="188196" y="78223"/>
                </a:lnTo>
                <a:lnTo>
                  <a:pt x="188470" y="78958"/>
                </a:lnTo>
                <a:lnTo>
                  <a:pt x="188759" y="79684"/>
                </a:lnTo>
                <a:lnTo>
                  <a:pt x="189063" y="80400"/>
                </a:lnTo>
                <a:lnTo>
                  <a:pt x="189382" y="81107"/>
                </a:lnTo>
                <a:lnTo>
                  <a:pt x="189716" y="81804"/>
                </a:lnTo>
                <a:lnTo>
                  <a:pt x="190064" y="82492"/>
                </a:lnTo>
                <a:lnTo>
                  <a:pt x="190426" y="83169"/>
                </a:lnTo>
                <a:lnTo>
                  <a:pt x="190799" y="83834"/>
                </a:lnTo>
                <a:lnTo>
                  <a:pt x="191183" y="84485"/>
                </a:lnTo>
                <a:lnTo>
                  <a:pt x="191579" y="85124"/>
                </a:lnTo>
                <a:lnTo>
                  <a:pt x="191986" y="85750"/>
                </a:lnTo>
                <a:lnTo>
                  <a:pt x="192404" y="86364"/>
                </a:lnTo>
                <a:lnTo>
                  <a:pt x="192833" y="86965"/>
                </a:lnTo>
                <a:lnTo>
                  <a:pt x="193273" y="87553"/>
                </a:lnTo>
                <a:lnTo>
                  <a:pt x="193725" y="88129"/>
                </a:lnTo>
                <a:lnTo>
                  <a:pt x="194188" y="88692"/>
                </a:lnTo>
                <a:lnTo>
                  <a:pt x="194662" y="89242"/>
                </a:lnTo>
                <a:lnTo>
                  <a:pt x="195148" y="89780"/>
                </a:lnTo>
                <a:lnTo>
                  <a:pt x="195644" y="90304"/>
                </a:lnTo>
                <a:lnTo>
                  <a:pt x="196152" y="90817"/>
                </a:lnTo>
                <a:lnTo>
                  <a:pt x="196672" y="91316"/>
                </a:lnTo>
                <a:lnTo>
                  <a:pt x="197202" y="91803"/>
                </a:lnTo>
                <a:lnTo>
                  <a:pt x="197744" y="92277"/>
                </a:lnTo>
                <a:lnTo>
                  <a:pt x="198297" y="92739"/>
                </a:lnTo>
                <a:lnTo>
                  <a:pt x="198861" y="93187"/>
                </a:lnTo>
                <a:lnTo>
                  <a:pt x="199436" y="93624"/>
                </a:lnTo>
                <a:lnTo>
                  <a:pt x="200023" y="94047"/>
                </a:lnTo>
                <a:lnTo>
                  <a:pt x="200621" y="94458"/>
                </a:lnTo>
                <a:lnTo>
                  <a:pt x="201230" y="94856"/>
                </a:lnTo>
                <a:lnTo>
                  <a:pt x="201850" y="95241"/>
                </a:lnTo>
                <a:lnTo>
                  <a:pt x="202480" y="95612"/>
                </a:lnTo>
                <a:lnTo>
                  <a:pt x="203118" y="95968"/>
                </a:lnTo>
                <a:lnTo>
                  <a:pt x="203764" y="96307"/>
                </a:lnTo>
                <a:lnTo>
                  <a:pt x="204418" y="96631"/>
                </a:lnTo>
                <a:lnTo>
                  <a:pt x="205079" y="96939"/>
                </a:lnTo>
                <a:lnTo>
                  <a:pt x="205749" y="97231"/>
                </a:lnTo>
                <a:lnTo>
                  <a:pt x="206426" y="97507"/>
                </a:lnTo>
                <a:lnTo>
                  <a:pt x="207111" y="97767"/>
                </a:lnTo>
                <a:lnTo>
                  <a:pt x="207804" y="98012"/>
                </a:lnTo>
                <a:lnTo>
                  <a:pt x="208505" y="98241"/>
                </a:lnTo>
                <a:lnTo>
                  <a:pt x="209214" y="98454"/>
                </a:lnTo>
                <a:lnTo>
                  <a:pt x="209931" y="98651"/>
                </a:lnTo>
                <a:lnTo>
                  <a:pt x="210656" y="98833"/>
                </a:lnTo>
                <a:lnTo>
                  <a:pt x="211388" y="98999"/>
                </a:lnTo>
                <a:lnTo>
                  <a:pt x="212129" y="99149"/>
                </a:lnTo>
                <a:lnTo>
                  <a:pt x="212877" y="99283"/>
                </a:lnTo>
                <a:lnTo>
                  <a:pt x="213633" y="99401"/>
                </a:lnTo>
                <a:lnTo>
                  <a:pt x="214398" y="99504"/>
                </a:lnTo>
                <a:lnTo>
                  <a:pt x="215170" y="99591"/>
                </a:lnTo>
                <a:lnTo>
                  <a:pt x="215950" y="99662"/>
                </a:lnTo>
                <a:lnTo>
                  <a:pt x="216737" y="99717"/>
                </a:lnTo>
                <a:lnTo>
                  <a:pt x="217533" y="99757"/>
                </a:lnTo>
                <a:lnTo>
                  <a:pt x="218337" y="99780"/>
                </a:lnTo>
                <a:lnTo>
                  <a:pt x="219148" y="99788"/>
                </a:lnTo>
                <a:lnTo>
                  <a:pt x="219823" y="99783"/>
                </a:lnTo>
                <a:lnTo>
                  <a:pt x="220490" y="99769"/>
                </a:lnTo>
                <a:lnTo>
                  <a:pt x="221150" y="99744"/>
                </a:lnTo>
                <a:lnTo>
                  <a:pt x="221804" y="99710"/>
                </a:lnTo>
                <a:lnTo>
                  <a:pt x="222450" y="99666"/>
                </a:lnTo>
                <a:lnTo>
                  <a:pt x="223090" y="99612"/>
                </a:lnTo>
                <a:lnTo>
                  <a:pt x="223722" y="99548"/>
                </a:lnTo>
                <a:lnTo>
                  <a:pt x="224348" y="99474"/>
                </a:lnTo>
                <a:lnTo>
                  <a:pt x="224967" y="99391"/>
                </a:lnTo>
                <a:lnTo>
                  <a:pt x="225578" y="99298"/>
                </a:lnTo>
                <a:lnTo>
                  <a:pt x="226183" y="99195"/>
                </a:lnTo>
                <a:lnTo>
                  <a:pt x="226781" y="99082"/>
                </a:lnTo>
                <a:lnTo>
                  <a:pt x="227372" y="98960"/>
                </a:lnTo>
                <a:lnTo>
                  <a:pt x="227956" y="98827"/>
                </a:lnTo>
                <a:lnTo>
                  <a:pt x="228533" y="98685"/>
                </a:lnTo>
                <a:lnTo>
                  <a:pt x="229103" y="98533"/>
                </a:lnTo>
                <a:lnTo>
                  <a:pt x="229666" y="98371"/>
                </a:lnTo>
                <a:lnTo>
                  <a:pt x="230222" y="98199"/>
                </a:lnTo>
                <a:lnTo>
                  <a:pt x="230772" y="98018"/>
                </a:lnTo>
                <a:lnTo>
                  <a:pt x="231314" y="97827"/>
                </a:lnTo>
                <a:lnTo>
                  <a:pt x="231849" y="97626"/>
                </a:lnTo>
                <a:lnTo>
                  <a:pt x="232378" y="97415"/>
                </a:lnTo>
                <a:lnTo>
                  <a:pt x="232899" y="97194"/>
                </a:lnTo>
                <a:lnTo>
                  <a:pt x="233414" y="96964"/>
                </a:lnTo>
                <a:lnTo>
                  <a:pt x="233921" y="96724"/>
                </a:lnTo>
                <a:lnTo>
                  <a:pt x="234422" y="96478"/>
                </a:lnTo>
                <a:lnTo>
                  <a:pt x="234916" y="96224"/>
                </a:lnTo>
                <a:lnTo>
                  <a:pt x="235402" y="95962"/>
                </a:lnTo>
                <a:lnTo>
                  <a:pt x="235882" y="95693"/>
                </a:lnTo>
                <a:lnTo>
                  <a:pt x="236355" y="95417"/>
                </a:lnTo>
                <a:lnTo>
                  <a:pt x="236821" y="95133"/>
                </a:lnTo>
                <a:lnTo>
                  <a:pt x="237280" y="94842"/>
                </a:lnTo>
                <a:lnTo>
                  <a:pt x="237732" y="94544"/>
                </a:lnTo>
                <a:lnTo>
                  <a:pt x="238177" y="94238"/>
                </a:lnTo>
                <a:lnTo>
                  <a:pt x="238616" y="93924"/>
                </a:lnTo>
                <a:lnTo>
                  <a:pt x="239047" y="93604"/>
                </a:lnTo>
                <a:lnTo>
                  <a:pt x="239471" y="93275"/>
                </a:lnTo>
                <a:lnTo>
                  <a:pt x="239889" y="92940"/>
                </a:lnTo>
                <a:lnTo>
                  <a:pt x="240299" y="92597"/>
                </a:lnTo>
                <a:lnTo>
                  <a:pt x="240703" y="92246"/>
                </a:lnTo>
                <a:lnTo>
                  <a:pt x="241099" y="91888"/>
                </a:lnTo>
                <a:lnTo>
                  <a:pt x="241489" y="91523"/>
                </a:lnTo>
                <a:lnTo>
                  <a:pt x="241872" y="91150"/>
                </a:lnTo>
                <a:lnTo>
                  <a:pt x="242247" y="90770"/>
                </a:lnTo>
                <a:lnTo>
                  <a:pt x="242616" y="90383"/>
                </a:lnTo>
                <a:lnTo>
                  <a:pt x="242978" y="89988"/>
                </a:lnTo>
                <a:lnTo>
                  <a:pt x="243333" y="89586"/>
                </a:lnTo>
                <a:lnTo>
                  <a:pt x="243681" y="89176"/>
                </a:lnTo>
                <a:lnTo>
                  <a:pt x="244021" y="88760"/>
                </a:lnTo>
                <a:lnTo>
                  <a:pt x="244353" y="88340"/>
                </a:lnTo>
                <a:lnTo>
                  <a:pt x="244676" y="87916"/>
                </a:lnTo>
                <a:lnTo>
                  <a:pt x="244990" y="87488"/>
                </a:lnTo>
                <a:lnTo>
                  <a:pt x="245296" y="87055"/>
                </a:lnTo>
                <a:lnTo>
                  <a:pt x="245593" y="86618"/>
                </a:lnTo>
                <a:lnTo>
                  <a:pt x="245882" y="86176"/>
                </a:lnTo>
                <a:lnTo>
                  <a:pt x="246162" y="85731"/>
                </a:lnTo>
                <a:lnTo>
                  <a:pt x="246433" y="85281"/>
                </a:lnTo>
                <a:lnTo>
                  <a:pt x="246696" y="84826"/>
                </a:lnTo>
                <a:lnTo>
                  <a:pt x="246950" y="84367"/>
                </a:lnTo>
                <a:lnTo>
                  <a:pt x="247196" y="83905"/>
                </a:lnTo>
                <a:lnTo>
                  <a:pt x="247433" y="83437"/>
                </a:lnTo>
                <a:lnTo>
                  <a:pt x="247661" y="82966"/>
                </a:lnTo>
                <a:lnTo>
                  <a:pt x="247881" y="82490"/>
                </a:lnTo>
                <a:lnTo>
                  <a:pt x="248092" y="82009"/>
                </a:lnTo>
                <a:lnTo>
                  <a:pt x="248294" y="81525"/>
                </a:lnTo>
                <a:lnTo>
                  <a:pt x="248488" y="81036"/>
                </a:lnTo>
                <a:lnTo>
                  <a:pt x="248674" y="80543"/>
                </a:lnTo>
                <a:lnTo>
                  <a:pt x="248850" y="80046"/>
                </a:lnTo>
                <a:lnTo>
                  <a:pt x="249018" y="79544"/>
                </a:lnTo>
                <a:lnTo>
                  <a:pt x="249178" y="79038"/>
                </a:lnTo>
                <a:lnTo>
                  <a:pt x="249329" y="78527"/>
                </a:lnTo>
                <a:lnTo>
                  <a:pt x="249471" y="78013"/>
                </a:lnTo>
                <a:lnTo>
                  <a:pt x="238030" y="78013"/>
                </a:lnTo>
                <a:lnTo>
                  <a:pt x="237853" y="78468"/>
                </a:lnTo>
                <a:lnTo>
                  <a:pt x="237667" y="78916"/>
                </a:lnTo>
                <a:lnTo>
                  <a:pt x="237471" y="79355"/>
                </a:lnTo>
                <a:lnTo>
                  <a:pt x="237266" y="79787"/>
                </a:lnTo>
                <a:lnTo>
                  <a:pt x="237052" y="80211"/>
                </a:lnTo>
                <a:lnTo>
                  <a:pt x="236828" y="80627"/>
                </a:lnTo>
                <a:lnTo>
                  <a:pt x="236595" y="81035"/>
                </a:lnTo>
                <a:lnTo>
                  <a:pt x="236353" y="81435"/>
                </a:lnTo>
                <a:lnTo>
                  <a:pt x="236102" y="81827"/>
                </a:lnTo>
                <a:lnTo>
                  <a:pt x="235841" y="82211"/>
                </a:lnTo>
                <a:lnTo>
                  <a:pt x="235570" y="82588"/>
                </a:lnTo>
                <a:lnTo>
                  <a:pt x="235291" y="82957"/>
                </a:lnTo>
                <a:lnTo>
                  <a:pt x="235002" y="83317"/>
                </a:lnTo>
                <a:lnTo>
                  <a:pt x="234704" y="83670"/>
                </a:lnTo>
                <a:lnTo>
                  <a:pt x="234396" y="84015"/>
                </a:lnTo>
                <a:lnTo>
                  <a:pt x="234079" y="84352"/>
                </a:lnTo>
                <a:lnTo>
                  <a:pt x="233753" y="84681"/>
                </a:lnTo>
                <a:lnTo>
                  <a:pt x="233417" y="85002"/>
                </a:lnTo>
                <a:lnTo>
                  <a:pt x="233072" y="85316"/>
                </a:lnTo>
                <a:lnTo>
                  <a:pt x="232718" y="85621"/>
                </a:lnTo>
                <a:lnTo>
                  <a:pt x="232354" y="85918"/>
                </a:lnTo>
                <a:lnTo>
                  <a:pt x="231981" y="86208"/>
                </a:lnTo>
                <a:lnTo>
                  <a:pt x="231599" y="86490"/>
                </a:lnTo>
                <a:lnTo>
                  <a:pt x="231208" y="86764"/>
                </a:lnTo>
                <a:lnTo>
                  <a:pt x="230807" y="87028"/>
                </a:lnTo>
                <a:lnTo>
                  <a:pt x="230397" y="87281"/>
                </a:lnTo>
                <a:lnTo>
                  <a:pt x="229979" y="87523"/>
                </a:lnTo>
                <a:lnTo>
                  <a:pt x="229552" y="87753"/>
                </a:lnTo>
                <a:lnTo>
                  <a:pt x="229116" y="87973"/>
                </a:lnTo>
                <a:lnTo>
                  <a:pt x="228671" y="88181"/>
                </a:lnTo>
                <a:lnTo>
                  <a:pt x="228217" y="88377"/>
                </a:lnTo>
                <a:lnTo>
                  <a:pt x="227754" y="88563"/>
                </a:lnTo>
                <a:lnTo>
                  <a:pt x="227283" y="88737"/>
                </a:lnTo>
                <a:lnTo>
                  <a:pt x="226802" y="88900"/>
                </a:lnTo>
                <a:lnTo>
                  <a:pt x="226313" y="89052"/>
                </a:lnTo>
                <a:lnTo>
                  <a:pt x="225815" y="89193"/>
                </a:lnTo>
                <a:lnTo>
                  <a:pt x="225308" y="89322"/>
                </a:lnTo>
                <a:lnTo>
                  <a:pt x="224793" y="89440"/>
                </a:lnTo>
                <a:lnTo>
                  <a:pt x="224268" y="89547"/>
                </a:lnTo>
                <a:lnTo>
                  <a:pt x="223735" y="89643"/>
                </a:lnTo>
                <a:lnTo>
                  <a:pt x="223192" y="89727"/>
                </a:lnTo>
                <a:lnTo>
                  <a:pt x="222641" y="89800"/>
                </a:lnTo>
                <a:lnTo>
                  <a:pt x="222081" y="89862"/>
                </a:lnTo>
                <a:lnTo>
                  <a:pt x="221512" y="89912"/>
                </a:lnTo>
                <a:lnTo>
                  <a:pt x="220935" y="89952"/>
                </a:lnTo>
                <a:lnTo>
                  <a:pt x="220348" y="89980"/>
                </a:lnTo>
                <a:lnTo>
                  <a:pt x="219753" y="89997"/>
                </a:lnTo>
                <a:lnTo>
                  <a:pt x="219148" y="90002"/>
                </a:lnTo>
                <a:lnTo>
                  <a:pt x="218667" y="89997"/>
                </a:lnTo>
                <a:lnTo>
                  <a:pt x="218189" y="89982"/>
                </a:lnTo>
                <a:lnTo>
                  <a:pt x="217713" y="89957"/>
                </a:lnTo>
                <a:lnTo>
                  <a:pt x="217239" y="89922"/>
                </a:lnTo>
                <a:lnTo>
                  <a:pt x="216769" y="89877"/>
                </a:lnTo>
                <a:lnTo>
                  <a:pt x="216301" y="89822"/>
                </a:lnTo>
                <a:lnTo>
                  <a:pt x="215836" y="89756"/>
                </a:lnTo>
                <a:lnTo>
                  <a:pt x="215373" y="89681"/>
                </a:lnTo>
                <a:lnTo>
                  <a:pt x="214913" y="89596"/>
                </a:lnTo>
                <a:lnTo>
                  <a:pt x="214455" y="89500"/>
                </a:lnTo>
                <a:lnTo>
                  <a:pt x="214000" y="89395"/>
                </a:lnTo>
                <a:lnTo>
                  <a:pt x="213548" y="89279"/>
                </a:lnTo>
                <a:lnTo>
                  <a:pt x="213099" y="89153"/>
                </a:lnTo>
                <a:lnTo>
                  <a:pt x="212652" y="89018"/>
                </a:lnTo>
                <a:lnTo>
                  <a:pt x="212208" y="88872"/>
                </a:lnTo>
                <a:lnTo>
                  <a:pt x="211766" y="88716"/>
                </a:lnTo>
                <a:lnTo>
                  <a:pt x="211327" y="88551"/>
                </a:lnTo>
                <a:lnTo>
                  <a:pt x="210891" y="88375"/>
                </a:lnTo>
                <a:lnTo>
                  <a:pt x="210457" y="88189"/>
                </a:lnTo>
                <a:lnTo>
                  <a:pt x="210026" y="87993"/>
                </a:lnTo>
                <a:lnTo>
                  <a:pt x="209597" y="87787"/>
                </a:lnTo>
                <a:lnTo>
                  <a:pt x="209172" y="87571"/>
                </a:lnTo>
                <a:lnTo>
                  <a:pt x="208748" y="87345"/>
                </a:lnTo>
                <a:lnTo>
                  <a:pt x="208328" y="87109"/>
                </a:lnTo>
                <a:lnTo>
                  <a:pt x="207912" y="86862"/>
                </a:lnTo>
                <a:lnTo>
                  <a:pt x="207503" y="86606"/>
                </a:lnTo>
                <a:lnTo>
                  <a:pt x="207100" y="86340"/>
                </a:lnTo>
                <a:lnTo>
                  <a:pt x="206705" y="86064"/>
                </a:lnTo>
                <a:lnTo>
                  <a:pt x="206315" y="85777"/>
                </a:lnTo>
                <a:lnTo>
                  <a:pt x="205933" y="85481"/>
                </a:lnTo>
                <a:lnTo>
                  <a:pt x="205557" y="85174"/>
                </a:lnTo>
                <a:lnTo>
                  <a:pt x="205188" y="84858"/>
                </a:lnTo>
                <a:lnTo>
                  <a:pt x="204826" y="84531"/>
                </a:lnTo>
                <a:lnTo>
                  <a:pt x="204470" y="84195"/>
                </a:lnTo>
                <a:lnTo>
                  <a:pt x="204122" y="83848"/>
                </a:lnTo>
                <a:lnTo>
                  <a:pt x="203779" y="83491"/>
                </a:lnTo>
                <a:lnTo>
                  <a:pt x="203444" y="83124"/>
                </a:lnTo>
                <a:lnTo>
                  <a:pt x="203115" y="82748"/>
                </a:lnTo>
                <a:lnTo>
                  <a:pt x="202793" y="82361"/>
                </a:lnTo>
                <a:lnTo>
                  <a:pt x="202477" y="81964"/>
                </a:lnTo>
                <a:lnTo>
                  <a:pt x="202169" y="81557"/>
                </a:lnTo>
                <a:lnTo>
                  <a:pt x="201867" y="81140"/>
                </a:lnTo>
                <a:lnTo>
                  <a:pt x="201571" y="80713"/>
                </a:lnTo>
                <a:lnTo>
                  <a:pt x="201283" y="80276"/>
                </a:lnTo>
                <a:lnTo>
                  <a:pt x="201001" y="79829"/>
                </a:lnTo>
                <a:lnTo>
                  <a:pt x="200726" y="79371"/>
                </a:lnTo>
                <a:lnTo>
                  <a:pt x="200457" y="78904"/>
                </a:lnTo>
                <a:lnTo>
                  <a:pt x="200195" y="78427"/>
                </a:lnTo>
                <a:lnTo>
                  <a:pt x="199942" y="77940"/>
                </a:lnTo>
                <a:lnTo>
                  <a:pt x="199700" y="77443"/>
                </a:lnTo>
                <a:lnTo>
                  <a:pt x="199469" y="76936"/>
                </a:lnTo>
                <a:lnTo>
                  <a:pt x="199248" y="76420"/>
                </a:lnTo>
                <a:lnTo>
                  <a:pt x="199038" y="75895"/>
                </a:lnTo>
                <a:lnTo>
                  <a:pt x="198839" y="75360"/>
                </a:lnTo>
                <a:lnTo>
                  <a:pt x="198651" y="74815"/>
                </a:lnTo>
                <a:lnTo>
                  <a:pt x="198473" y="74261"/>
                </a:lnTo>
                <a:lnTo>
                  <a:pt x="198306" y="73697"/>
                </a:lnTo>
                <a:lnTo>
                  <a:pt x="198150" y="73124"/>
                </a:lnTo>
                <a:lnTo>
                  <a:pt x="198005" y="72541"/>
                </a:lnTo>
                <a:lnTo>
                  <a:pt x="197870" y="71948"/>
                </a:lnTo>
                <a:lnTo>
                  <a:pt x="197746" y="71346"/>
                </a:lnTo>
                <a:lnTo>
                  <a:pt x="197633" y="70735"/>
                </a:lnTo>
                <a:lnTo>
                  <a:pt x="197531" y="70113"/>
                </a:lnTo>
                <a:lnTo>
                  <a:pt x="197440" y="69483"/>
                </a:lnTo>
                <a:lnTo>
                  <a:pt x="197359" y="68842"/>
                </a:lnTo>
                <a:lnTo>
                  <a:pt x="197289" y="68192"/>
                </a:lnTo>
                <a:lnTo>
                  <a:pt x="197230" y="67533"/>
                </a:lnTo>
                <a:lnTo>
                  <a:pt x="197181" y="66864"/>
                </a:lnTo>
                <a:lnTo>
                  <a:pt x="197144" y="66185"/>
                </a:lnTo>
                <a:lnTo>
                  <a:pt x="197137" y="66021"/>
                </a:lnTo>
                <a:lnTo>
                  <a:pt x="251263" y="66021"/>
                </a:lnTo>
                <a:lnTo>
                  <a:pt x="251274" y="65861"/>
                </a:lnTo>
                <a:lnTo>
                  <a:pt x="251285" y="65702"/>
                </a:lnTo>
                <a:close/>
                <a:moveTo>
                  <a:pt x="197432" y="55371"/>
                </a:moveTo>
                <a:lnTo>
                  <a:pt x="197522" y="54803"/>
                </a:lnTo>
                <a:lnTo>
                  <a:pt x="197622" y="54244"/>
                </a:lnTo>
                <a:lnTo>
                  <a:pt x="197732" y="53693"/>
                </a:lnTo>
                <a:lnTo>
                  <a:pt x="197853" y="53152"/>
                </a:lnTo>
                <a:lnTo>
                  <a:pt x="197985" y="52619"/>
                </a:lnTo>
                <a:lnTo>
                  <a:pt x="198127" y="52096"/>
                </a:lnTo>
                <a:lnTo>
                  <a:pt x="198280" y="51581"/>
                </a:lnTo>
                <a:lnTo>
                  <a:pt x="198443" y="51075"/>
                </a:lnTo>
                <a:lnTo>
                  <a:pt x="198617" y="50577"/>
                </a:lnTo>
                <a:lnTo>
                  <a:pt x="198801" y="50089"/>
                </a:lnTo>
                <a:lnTo>
                  <a:pt x="198996" y="49610"/>
                </a:lnTo>
                <a:lnTo>
                  <a:pt x="199201" y="49139"/>
                </a:lnTo>
                <a:lnTo>
                  <a:pt x="199417" y="48677"/>
                </a:lnTo>
                <a:lnTo>
                  <a:pt x="199643" y="48224"/>
                </a:lnTo>
                <a:lnTo>
                  <a:pt x="199880" y="47780"/>
                </a:lnTo>
                <a:lnTo>
                  <a:pt x="200128" y="47345"/>
                </a:lnTo>
                <a:lnTo>
                  <a:pt x="200384" y="46919"/>
                </a:lnTo>
                <a:lnTo>
                  <a:pt x="200647" y="46501"/>
                </a:lnTo>
                <a:lnTo>
                  <a:pt x="200917" y="46092"/>
                </a:lnTo>
                <a:lnTo>
                  <a:pt x="201194" y="45691"/>
                </a:lnTo>
                <a:lnTo>
                  <a:pt x="201478" y="45299"/>
                </a:lnTo>
                <a:lnTo>
                  <a:pt x="201769" y="44916"/>
                </a:lnTo>
                <a:lnTo>
                  <a:pt x="202067" y="44541"/>
                </a:lnTo>
                <a:lnTo>
                  <a:pt x="202372" y="44175"/>
                </a:lnTo>
                <a:lnTo>
                  <a:pt x="202683" y="43817"/>
                </a:lnTo>
                <a:lnTo>
                  <a:pt x="203002" y="43468"/>
                </a:lnTo>
                <a:lnTo>
                  <a:pt x="203327" y="43128"/>
                </a:lnTo>
                <a:lnTo>
                  <a:pt x="203660" y="42796"/>
                </a:lnTo>
                <a:lnTo>
                  <a:pt x="203999" y="42473"/>
                </a:lnTo>
                <a:lnTo>
                  <a:pt x="204346" y="42159"/>
                </a:lnTo>
                <a:lnTo>
                  <a:pt x="204699" y="41853"/>
                </a:lnTo>
                <a:lnTo>
                  <a:pt x="205059" y="41556"/>
                </a:lnTo>
                <a:lnTo>
                  <a:pt x="205427" y="41267"/>
                </a:lnTo>
                <a:lnTo>
                  <a:pt x="205801" y="40987"/>
                </a:lnTo>
                <a:lnTo>
                  <a:pt x="206182" y="40716"/>
                </a:lnTo>
                <a:lnTo>
                  <a:pt x="206570" y="40453"/>
                </a:lnTo>
                <a:lnTo>
                  <a:pt x="206965" y="40199"/>
                </a:lnTo>
                <a:lnTo>
                  <a:pt x="207367" y="39953"/>
                </a:lnTo>
                <a:lnTo>
                  <a:pt x="207775" y="39716"/>
                </a:lnTo>
                <a:lnTo>
                  <a:pt x="208191" y="39488"/>
                </a:lnTo>
                <a:lnTo>
                  <a:pt x="208612" y="39269"/>
                </a:lnTo>
                <a:lnTo>
                  <a:pt x="209036" y="39059"/>
                </a:lnTo>
                <a:lnTo>
                  <a:pt x="209463" y="38858"/>
                </a:lnTo>
                <a:lnTo>
                  <a:pt x="209893" y="38667"/>
                </a:lnTo>
                <a:lnTo>
                  <a:pt x="210326" y="38485"/>
                </a:lnTo>
                <a:lnTo>
                  <a:pt x="210762" y="38312"/>
                </a:lnTo>
                <a:lnTo>
                  <a:pt x="211202" y="38149"/>
                </a:lnTo>
                <a:lnTo>
                  <a:pt x="211644" y="37995"/>
                </a:lnTo>
                <a:lnTo>
                  <a:pt x="212090" y="37850"/>
                </a:lnTo>
                <a:lnTo>
                  <a:pt x="212539" y="37715"/>
                </a:lnTo>
                <a:lnTo>
                  <a:pt x="212991" y="37589"/>
                </a:lnTo>
                <a:lnTo>
                  <a:pt x="213446" y="37472"/>
                </a:lnTo>
                <a:lnTo>
                  <a:pt x="213904" y="37365"/>
                </a:lnTo>
                <a:lnTo>
                  <a:pt x="214365" y="37267"/>
                </a:lnTo>
                <a:lnTo>
                  <a:pt x="214829" y="37178"/>
                </a:lnTo>
                <a:lnTo>
                  <a:pt x="215297" y="37099"/>
                </a:lnTo>
                <a:lnTo>
                  <a:pt x="215767" y="37029"/>
                </a:lnTo>
                <a:lnTo>
                  <a:pt x="216241" y="36968"/>
                </a:lnTo>
                <a:lnTo>
                  <a:pt x="216718" y="36917"/>
                </a:lnTo>
                <a:lnTo>
                  <a:pt x="217198" y="36875"/>
                </a:lnTo>
                <a:lnTo>
                  <a:pt x="217681" y="36842"/>
                </a:lnTo>
                <a:lnTo>
                  <a:pt x="218167" y="36819"/>
                </a:lnTo>
                <a:lnTo>
                  <a:pt x="218656" y="36805"/>
                </a:lnTo>
                <a:lnTo>
                  <a:pt x="219148" y="36800"/>
                </a:lnTo>
                <a:lnTo>
                  <a:pt x="219878" y="36809"/>
                </a:lnTo>
                <a:lnTo>
                  <a:pt x="220598" y="36837"/>
                </a:lnTo>
                <a:lnTo>
                  <a:pt x="221307" y="36884"/>
                </a:lnTo>
                <a:lnTo>
                  <a:pt x="222006" y="36949"/>
                </a:lnTo>
                <a:lnTo>
                  <a:pt x="222695" y="37033"/>
                </a:lnTo>
                <a:lnTo>
                  <a:pt x="223373" y="37136"/>
                </a:lnTo>
                <a:lnTo>
                  <a:pt x="224041" y="37257"/>
                </a:lnTo>
                <a:lnTo>
                  <a:pt x="224699" y="37397"/>
                </a:lnTo>
                <a:lnTo>
                  <a:pt x="225347" y="37556"/>
                </a:lnTo>
                <a:lnTo>
                  <a:pt x="225984" y="37733"/>
                </a:lnTo>
                <a:lnTo>
                  <a:pt x="226611" y="37929"/>
                </a:lnTo>
                <a:lnTo>
                  <a:pt x="227228" y="38144"/>
                </a:lnTo>
                <a:lnTo>
                  <a:pt x="227834" y="38377"/>
                </a:lnTo>
                <a:lnTo>
                  <a:pt x="228430" y="38629"/>
                </a:lnTo>
                <a:lnTo>
                  <a:pt x="229016" y="38900"/>
                </a:lnTo>
                <a:lnTo>
                  <a:pt x="229592" y="39189"/>
                </a:lnTo>
                <a:lnTo>
                  <a:pt x="230157" y="39497"/>
                </a:lnTo>
                <a:lnTo>
                  <a:pt x="230712" y="39824"/>
                </a:lnTo>
                <a:lnTo>
                  <a:pt x="231257" y="40169"/>
                </a:lnTo>
                <a:lnTo>
                  <a:pt x="231791" y="40533"/>
                </a:lnTo>
                <a:lnTo>
                  <a:pt x="232315" y="40916"/>
                </a:lnTo>
                <a:lnTo>
                  <a:pt x="232829" y="41317"/>
                </a:lnTo>
                <a:lnTo>
                  <a:pt x="233333" y="41737"/>
                </a:lnTo>
                <a:lnTo>
                  <a:pt x="233826" y="42176"/>
                </a:lnTo>
                <a:lnTo>
                  <a:pt x="234305" y="42631"/>
                </a:lnTo>
                <a:lnTo>
                  <a:pt x="234765" y="43100"/>
                </a:lnTo>
                <a:lnTo>
                  <a:pt x="235206" y="43584"/>
                </a:lnTo>
                <a:lnTo>
                  <a:pt x="235628" y="44082"/>
                </a:lnTo>
                <a:lnTo>
                  <a:pt x="236031" y="44595"/>
                </a:lnTo>
                <a:lnTo>
                  <a:pt x="236415" y="45122"/>
                </a:lnTo>
                <a:lnTo>
                  <a:pt x="236780" y="45663"/>
                </a:lnTo>
                <a:lnTo>
                  <a:pt x="237127" y="46219"/>
                </a:lnTo>
                <a:lnTo>
                  <a:pt x="237454" y="46789"/>
                </a:lnTo>
                <a:lnTo>
                  <a:pt x="237763" y="47373"/>
                </a:lnTo>
                <a:lnTo>
                  <a:pt x="238053" y="47972"/>
                </a:lnTo>
                <a:lnTo>
                  <a:pt x="238323" y="48585"/>
                </a:lnTo>
                <a:lnTo>
                  <a:pt x="238575" y="49212"/>
                </a:lnTo>
                <a:lnTo>
                  <a:pt x="238808" y="49854"/>
                </a:lnTo>
                <a:lnTo>
                  <a:pt x="239022" y="50510"/>
                </a:lnTo>
                <a:lnTo>
                  <a:pt x="239217" y="51181"/>
                </a:lnTo>
                <a:lnTo>
                  <a:pt x="239394" y="51866"/>
                </a:lnTo>
                <a:lnTo>
                  <a:pt x="239551" y="52565"/>
                </a:lnTo>
                <a:lnTo>
                  <a:pt x="239689" y="53278"/>
                </a:lnTo>
                <a:lnTo>
                  <a:pt x="239809" y="54006"/>
                </a:lnTo>
                <a:lnTo>
                  <a:pt x="239909" y="54749"/>
                </a:lnTo>
                <a:lnTo>
                  <a:pt x="239991" y="55505"/>
                </a:lnTo>
                <a:lnTo>
                  <a:pt x="240054" y="56276"/>
                </a:lnTo>
                <a:lnTo>
                  <a:pt x="240097" y="57061"/>
                </a:lnTo>
                <a:lnTo>
                  <a:pt x="197233" y="57061"/>
                </a:lnTo>
                <a:lnTo>
                  <a:pt x="197285" y="56533"/>
                </a:lnTo>
                <a:lnTo>
                  <a:pt x="197353" y="55947"/>
                </a:lnTo>
                <a:lnTo>
                  <a:pt x="197432" y="55371"/>
                </a:lnTo>
                <a:close/>
                <a:moveTo>
                  <a:pt x="136874" y="99731"/>
                </a:moveTo>
                <a:lnTo>
                  <a:pt x="137509" y="99687"/>
                </a:lnTo>
                <a:lnTo>
                  <a:pt x="138138" y="99630"/>
                </a:lnTo>
                <a:lnTo>
                  <a:pt x="138761" y="99560"/>
                </a:lnTo>
                <a:lnTo>
                  <a:pt x="139378" y="99478"/>
                </a:lnTo>
                <a:lnTo>
                  <a:pt x="139989" y="99383"/>
                </a:lnTo>
                <a:lnTo>
                  <a:pt x="140595" y="99275"/>
                </a:lnTo>
                <a:lnTo>
                  <a:pt x="141195" y="99154"/>
                </a:lnTo>
                <a:lnTo>
                  <a:pt x="141790" y="99021"/>
                </a:lnTo>
                <a:lnTo>
                  <a:pt x="142378" y="98875"/>
                </a:lnTo>
                <a:lnTo>
                  <a:pt x="142961" y="98717"/>
                </a:lnTo>
                <a:lnTo>
                  <a:pt x="143538" y="98546"/>
                </a:lnTo>
                <a:lnTo>
                  <a:pt x="144109" y="98362"/>
                </a:lnTo>
                <a:lnTo>
                  <a:pt x="144675" y="98166"/>
                </a:lnTo>
                <a:lnTo>
                  <a:pt x="145235" y="97956"/>
                </a:lnTo>
                <a:lnTo>
                  <a:pt x="145789" y="97735"/>
                </a:lnTo>
                <a:lnTo>
                  <a:pt x="146338" y="97500"/>
                </a:lnTo>
                <a:lnTo>
                  <a:pt x="146880" y="97253"/>
                </a:lnTo>
                <a:lnTo>
                  <a:pt x="147417" y="96993"/>
                </a:lnTo>
                <a:lnTo>
                  <a:pt x="147948" y="96720"/>
                </a:lnTo>
                <a:lnTo>
                  <a:pt x="148474" y="96435"/>
                </a:lnTo>
                <a:lnTo>
                  <a:pt x="148993" y="96137"/>
                </a:lnTo>
                <a:lnTo>
                  <a:pt x="149505" y="95828"/>
                </a:lnTo>
                <a:lnTo>
                  <a:pt x="150006" y="95509"/>
                </a:lnTo>
                <a:lnTo>
                  <a:pt x="150497" y="95180"/>
                </a:lnTo>
                <a:lnTo>
                  <a:pt x="150977" y="94841"/>
                </a:lnTo>
                <a:lnTo>
                  <a:pt x="151446" y="94493"/>
                </a:lnTo>
                <a:lnTo>
                  <a:pt x="151905" y="94134"/>
                </a:lnTo>
                <a:lnTo>
                  <a:pt x="152354" y="93766"/>
                </a:lnTo>
                <a:lnTo>
                  <a:pt x="152791" y="93388"/>
                </a:lnTo>
                <a:lnTo>
                  <a:pt x="153219" y="93000"/>
                </a:lnTo>
                <a:lnTo>
                  <a:pt x="153636" y="92603"/>
                </a:lnTo>
                <a:lnTo>
                  <a:pt x="154042" y="92195"/>
                </a:lnTo>
                <a:lnTo>
                  <a:pt x="154438" y="91778"/>
                </a:lnTo>
                <a:lnTo>
                  <a:pt x="154823" y="91351"/>
                </a:lnTo>
                <a:lnTo>
                  <a:pt x="155198" y="90914"/>
                </a:lnTo>
                <a:lnTo>
                  <a:pt x="155562" y="90468"/>
                </a:lnTo>
                <a:lnTo>
                  <a:pt x="155916" y="90011"/>
                </a:lnTo>
                <a:lnTo>
                  <a:pt x="156259" y="89545"/>
                </a:lnTo>
                <a:lnTo>
                  <a:pt x="156592" y="89069"/>
                </a:lnTo>
                <a:lnTo>
                  <a:pt x="156914" y="88583"/>
                </a:lnTo>
                <a:lnTo>
                  <a:pt x="157226" y="88087"/>
                </a:lnTo>
                <a:lnTo>
                  <a:pt x="157527" y="87582"/>
                </a:lnTo>
                <a:lnTo>
                  <a:pt x="157817" y="87067"/>
                </a:lnTo>
                <a:lnTo>
                  <a:pt x="158097" y="86541"/>
                </a:lnTo>
                <a:lnTo>
                  <a:pt x="158367" y="86007"/>
                </a:lnTo>
                <a:lnTo>
                  <a:pt x="159055" y="98135"/>
                </a:lnTo>
                <a:lnTo>
                  <a:pt x="169530" y="98135"/>
                </a:lnTo>
                <a:lnTo>
                  <a:pt x="169530" y="28670"/>
                </a:lnTo>
                <a:lnTo>
                  <a:pt x="157953" y="28670"/>
                </a:lnTo>
                <a:lnTo>
                  <a:pt x="157953" y="65884"/>
                </a:lnTo>
                <a:lnTo>
                  <a:pt x="157948" y="66523"/>
                </a:lnTo>
                <a:lnTo>
                  <a:pt x="157934" y="67154"/>
                </a:lnTo>
                <a:lnTo>
                  <a:pt x="157911" y="67776"/>
                </a:lnTo>
                <a:lnTo>
                  <a:pt x="157878" y="68390"/>
                </a:lnTo>
                <a:lnTo>
                  <a:pt x="157836" y="68995"/>
                </a:lnTo>
                <a:lnTo>
                  <a:pt x="157785" y="69592"/>
                </a:lnTo>
                <a:lnTo>
                  <a:pt x="157724" y="70181"/>
                </a:lnTo>
                <a:lnTo>
                  <a:pt x="157654" y="70762"/>
                </a:lnTo>
                <a:lnTo>
                  <a:pt x="157575" y="71334"/>
                </a:lnTo>
                <a:lnTo>
                  <a:pt x="157486" y="71897"/>
                </a:lnTo>
                <a:lnTo>
                  <a:pt x="157388" y="72452"/>
                </a:lnTo>
                <a:lnTo>
                  <a:pt x="157281" y="72999"/>
                </a:lnTo>
                <a:lnTo>
                  <a:pt x="157164" y="73538"/>
                </a:lnTo>
                <a:lnTo>
                  <a:pt x="157038" y="74068"/>
                </a:lnTo>
                <a:lnTo>
                  <a:pt x="156903" y="74590"/>
                </a:lnTo>
                <a:lnTo>
                  <a:pt x="156758" y="75103"/>
                </a:lnTo>
                <a:lnTo>
                  <a:pt x="156604" y="75608"/>
                </a:lnTo>
                <a:lnTo>
                  <a:pt x="156441" y="76105"/>
                </a:lnTo>
                <a:lnTo>
                  <a:pt x="156268" y="76593"/>
                </a:lnTo>
                <a:lnTo>
                  <a:pt x="156086" y="77073"/>
                </a:lnTo>
                <a:lnTo>
                  <a:pt x="155895" y="77544"/>
                </a:lnTo>
                <a:lnTo>
                  <a:pt x="155694" y="78007"/>
                </a:lnTo>
                <a:lnTo>
                  <a:pt x="155484" y="78462"/>
                </a:lnTo>
                <a:lnTo>
                  <a:pt x="155265" y="78909"/>
                </a:lnTo>
                <a:lnTo>
                  <a:pt x="155037" y="79346"/>
                </a:lnTo>
                <a:lnTo>
                  <a:pt x="154803" y="79776"/>
                </a:lnTo>
                <a:lnTo>
                  <a:pt x="154562" y="80196"/>
                </a:lnTo>
                <a:lnTo>
                  <a:pt x="154314" y="80608"/>
                </a:lnTo>
                <a:lnTo>
                  <a:pt x="154058" y="81012"/>
                </a:lnTo>
                <a:lnTo>
                  <a:pt x="153796" y="81407"/>
                </a:lnTo>
                <a:lnTo>
                  <a:pt x="153527" y="81793"/>
                </a:lnTo>
                <a:lnTo>
                  <a:pt x="153251" y="82170"/>
                </a:lnTo>
                <a:lnTo>
                  <a:pt x="152968" y="82539"/>
                </a:lnTo>
                <a:lnTo>
                  <a:pt x="152678" y="82900"/>
                </a:lnTo>
                <a:lnTo>
                  <a:pt x="152381" y="83252"/>
                </a:lnTo>
                <a:lnTo>
                  <a:pt x="152078" y="83595"/>
                </a:lnTo>
                <a:lnTo>
                  <a:pt x="151767" y="83929"/>
                </a:lnTo>
                <a:lnTo>
                  <a:pt x="151449" y="84255"/>
                </a:lnTo>
                <a:lnTo>
                  <a:pt x="151125" y="84573"/>
                </a:lnTo>
                <a:lnTo>
                  <a:pt x="150793" y="84881"/>
                </a:lnTo>
                <a:lnTo>
                  <a:pt x="150455" y="85182"/>
                </a:lnTo>
                <a:lnTo>
                  <a:pt x="150109" y="85473"/>
                </a:lnTo>
                <a:lnTo>
                  <a:pt x="149757" y="85756"/>
                </a:lnTo>
                <a:lnTo>
                  <a:pt x="149398" y="86030"/>
                </a:lnTo>
                <a:lnTo>
                  <a:pt x="149032" y="86296"/>
                </a:lnTo>
                <a:lnTo>
                  <a:pt x="148659" y="86553"/>
                </a:lnTo>
                <a:lnTo>
                  <a:pt x="148278" y="86801"/>
                </a:lnTo>
                <a:lnTo>
                  <a:pt x="147891" y="87041"/>
                </a:lnTo>
                <a:lnTo>
                  <a:pt x="147499" y="87272"/>
                </a:lnTo>
                <a:lnTo>
                  <a:pt x="147103" y="87492"/>
                </a:lnTo>
                <a:lnTo>
                  <a:pt x="146703" y="87703"/>
                </a:lnTo>
                <a:lnTo>
                  <a:pt x="146299" y="87904"/>
                </a:lnTo>
                <a:lnTo>
                  <a:pt x="145891" y="88096"/>
                </a:lnTo>
                <a:lnTo>
                  <a:pt x="145480" y="88277"/>
                </a:lnTo>
                <a:lnTo>
                  <a:pt x="145064" y="88449"/>
                </a:lnTo>
                <a:lnTo>
                  <a:pt x="144645" y="88610"/>
                </a:lnTo>
                <a:lnTo>
                  <a:pt x="144222" y="88762"/>
                </a:lnTo>
                <a:lnTo>
                  <a:pt x="143795" y="88905"/>
                </a:lnTo>
                <a:lnTo>
                  <a:pt x="143364" y="89037"/>
                </a:lnTo>
                <a:lnTo>
                  <a:pt x="142930" y="89160"/>
                </a:lnTo>
                <a:lnTo>
                  <a:pt x="142491" y="89272"/>
                </a:lnTo>
                <a:lnTo>
                  <a:pt x="142049" y="89375"/>
                </a:lnTo>
                <a:lnTo>
                  <a:pt x="141603" y="89469"/>
                </a:lnTo>
                <a:lnTo>
                  <a:pt x="141153" y="89552"/>
                </a:lnTo>
                <a:lnTo>
                  <a:pt x="140699" y="89625"/>
                </a:lnTo>
                <a:lnTo>
                  <a:pt x="140242" y="89689"/>
                </a:lnTo>
                <a:lnTo>
                  <a:pt x="139780" y="89743"/>
                </a:lnTo>
                <a:lnTo>
                  <a:pt x="139315" y="89787"/>
                </a:lnTo>
                <a:lnTo>
                  <a:pt x="138846" y="89822"/>
                </a:lnTo>
                <a:lnTo>
                  <a:pt x="138373" y="89846"/>
                </a:lnTo>
                <a:lnTo>
                  <a:pt x="137896" y="89861"/>
                </a:lnTo>
                <a:lnTo>
                  <a:pt x="137416" y="89866"/>
                </a:lnTo>
                <a:lnTo>
                  <a:pt x="136733" y="89857"/>
                </a:lnTo>
                <a:lnTo>
                  <a:pt x="136063" y="89829"/>
                </a:lnTo>
                <a:lnTo>
                  <a:pt x="135407" y="89784"/>
                </a:lnTo>
                <a:lnTo>
                  <a:pt x="134763" y="89720"/>
                </a:lnTo>
                <a:lnTo>
                  <a:pt x="134132" y="89638"/>
                </a:lnTo>
                <a:lnTo>
                  <a:pt x="133514" y="89538"/>
                </a:lnTo>
                <a:lnTo>
                  <a:pt x="132909" y="89420"/>
                </a:lnTo>
                <a:lnTo>
                  <a:pt x="132316" y="89284"/>
                </a:lnTo>
                <a:lnTo>
                  <a:pt x="131737" y="89129"/>
                </a:lnTo>
                <a:lnTo>
                  <a:pt x="131171" y="88957"/>
                </a:lnTo>
                <a:lnTo>
                  <a:pt x="130617" y="88766"/>
                </a:lnTo>
                <a:lnTo>
                  <a:pt x="130077" y="88557"/>
                </a:lnTo>
                <a:lnTo>
                  <a:pt x="129549" y="88329"/>
                </a:lnTo>
                <a:lnTo>
                  <a:pt x="129034" y="88084"/>
                </a:lnTo>
                <a:lnTo>
                  <a:pt x="128532" y="87820"/>
                </a:lnTo>
                <a:lnTo>
                  <a:pt x="128043" y="87538"/>
                </a:lnTo>
                <a:lnTo>
                  <a:pt x="127568" y="87238"/>
                </a:lnTo>
                <a:lnTo>
                  <a:pt x="127104" y="86920"/>
                </a:lnTo>
                <a:lnTo>
                  <a:pt x="126654" y="86584"/>
                </a:lnTo>
                <a:lnTo>
                  <a:pt x="126217" y="86229"/>
                </a:lnTo>
                <a:lnTo>
                  <a:pt x="125793" y="85856"/>
                </a:lnTo>
                <a:lnTo>
                  <a:pt x="125381" y="85465"/>
                </a:lnTo>
                <a:lnTo>
                  <a:pt x="124983" y="85056"/>
                </a:lnTo>
                <a:lnTo>
                  <a:pt x="124597" y="84629"/>
                </a:lnTo>
                <a:lnTo>
                  <a:pt x="124226" y="84184"/>
                </a:lnTo>
                <a:lnTo>
                  <a:pt x="123871" y="83720"/>
                </a:lnTo>
                <a:lnTo>
                  <a:pt x="123532" y="83240"/>
                </a:lnTo>
                <a:lnTo>
                  <a:pt x="123208" y="82741"/>
                </a:lnTo>
                <a:lnTo>
                  <a:pt x="122900" y="82225"/>
                </a:lnTo>
                <a:lnTo>
                  <a:pt x="122608" y="81691"/>
                </a:lnTo>
                <a:lnTo>
                  <a:pt x="122332" y="81139"/>
                </a:lnTo>
                <a:lnTo>
                  <a:pt x="122071" y="80570"/>
                </a:lnTo>
                <a:lnTo>
                  <a:pt x="121827" y="79983"/>
                </a:lnTo>
                <a:lnTo>
                  <a:pt x="121598" y="79378"/>
                </a:lnTo>
                <a:lnTo>
                  <a:pt x="121385" y="78756"/>
                </a:lnTo>
                <a:lnTo>
                  <a:pt x="121187" y="78116"/>
                </a:lnTo>
                <a:lnTo>
                  <a:pt x="121006" y="77458"/>
                </a:lnTo>
                <a:lnTo>
                  <a:pt x="120840" y="76782"/>
                </a:lnTo>
                <a:lnTo>
                  <a:pt x="120690" y="76089"/>
                </a:lnTo>
                <a:lnTo>
                  <a:pt x="120556" y="75378"/>
                </a:lnTo>
                <a:lnTo>
                  <a:pt x="120437" y="74650"/>
                </a:lnTo>
                <a:lnTo>
                  <a:pt x="120335" y="73903"/>
                </a:lnTo>
                <a:lnTo>
                  <a:pt x="120248" y="73139"/>
                </a:lnTo>
                <a:lnTo>
                  <a:pt x="120177" y="72357"/>
                </a:lnTo>
                <a:lnTo>
                  <a:pt x="120122" y="71558"/>
                </a:lnTo>
                <a:lnTo>
                  <a:pt x="120082" y="70741"/>
                </a:lnTo>
                <a:lnTo>
                  <a:pt x="120058" y="69906"/>
                </a:lnTo>
                <a:lnTo>
                  <a:pt x="120050" y="69053"/>
                </a:lnTo>
                <a:lnTo>
                  <a:pt x="120050" y="28670"/>
                </a:lnTo>
                <a:lnTo>
                  <a:pt x="108473" y="28670"/>
                </a:lnTo>
                <a:lnTo>
                  <a:pt x="108473" y="70294"/>
                </a:lnTo>
                <a:lnTo>
                  <a:pt x="108479" y="71115"/>
                </a:lnTo>
                <a:lnTo>
                  <a:pt x="108495" y="71925"/>
                </a:lnTo>
                <a:lnTo>
                  <a:pt x="108524" y="72723"/>
                </a:lnTo>
                <a:lnTo>
                  <a:pt x="108563" y="73510"/>
                </a:lnTo>
                <a:lnTo>
                  <a:pt x="108613" y="74285"/>
                </a:lnTo>
                <a:lnTo>
                  <a:pt x="108675" y="75049"/>
                </a:lnTo>
                <a:lnTo>
                  <a:pt x="108748" y="75801"/>
                </a:lnTo>
                <a:lnTo>
                  <a:pt x="108833" y="76542"/>
                </a:lnTo>
                <a:lnTo>
                  <a:pt x="108928" y="77271"/>
                </a:lnTo>
                <a:lnTo>
                  <a:pt x="109035" y="77989"/>
                </a:lnTo>
                <a:lnTo>
                  <a:pt x="109153" y="78695"/>
                </a:lnTo>
                <a:lnTo>
                  <a:pt x="109283" y="79390"/>
                </a:lnTo>
                <a:lnTo>
                  <a:pt x="109423" y="80074"/>
                </a:lnTo>
                <a:lnTo>
                  <a:pt x="109575" y="80745"/>
                </a:lnTo>
                <a:lnTo>
                  <a:pt x="109738" y="81406"/>
                </a:lnTo>
                <a:lnTo>
                  <a:pt x="109912" y="82055"/>
                </a:lnTo>
                <a:lnTo>
                  <a:pt x="110098" y="82692"/>
                </a:lnTo>
                <a:lnTo>
                  <a:pt x="110295" y="83318"/>
                </a:lnTo>
                <a:lnTo>
                  <a:pt x="110503" y="83933"/>
                </a:lnTo>
                <a:lnTo>
                  <a:pt x="110722" y="84536"/>
                </a:lnTo>
                <a:lnTo>
                  <a:pt x="110953" y="85127"/>
                </a:lnTo>
                <a:lnTo>
                  <a:pt x="111194" y="85707"/>
                </a:lnTo>
                <a:lnTo>
                  <a:pt x="111447" y="86276"/>
                </a:lnTo>
                <a:lnTo>
                  <a:pt x="111712" y="86833"/>
                </a:lnTo>
                <a:lnTo>
                  <a:pt x="111986" y="87378"/>
                </a:lnTo>
                <a:lnTo>
                  <a:pt x="112271" y="87912"/>
                </a:lnTo>
                <a:lnTo>
                  <a:pt x="112564" y="88433"/>
                </a:lnTo>
                <a:lnTo>
                  <a:pt x="112868" y="88943"/>
                </a:lnTo>
                <a:lnTo>
                  <a:pt x="113181" y="89440"/>
                </a:lnTo>
                <a:lnTo>
                  <a:pt x="113503" y="89926"/>
                </a:lnTo>
                <a:lnTo>
                  <a:pt x="113836" y="90399"/>
                </a:lnTo>
                <a:lnTo>
                  <a:pt x="114177" y="90861"/>
                </a:lnTo>
                <a:lnTo>
                  <a:pt x="114528" y="91311"/>
                </a:lnTo>
                <a:lnTo>
                  <a:pt x="114889" y="91748"/>
                </a:lnTo>
                <a:lnTo>
                  <a:pt x="115260" y="92174"/>
                </a:lnTo>
                <a:lnTo>
                  <a:pt x="115640" y="92588"/>
                </a:lnTo>
                <a:lnTo>
                  <a:pt x="116029" y="92989"/>
                </a:lnTo>
                <a:lnTo>
                  <a:pt x="116428" y="93379"/>
                </a:lnTo>
                <a:lnTo>
                  <a:pt x="116837" y="93757"/>
                </a:lnTo>
                <a:lnTo>
                  <a:pt x="117255" y="94123"/>
                </a:lnTo>
                <a:lnTo>
                  <a:pt x="117683" y="94477"/>
                </a:lnTo>
                <a:lnTo>
                  <a:pt x="118121" y="94819"/>
                </a:lnTo>
                <a:lnTo>
                  <a:pt x="118568" y="95149"/>
                </a:lnTo>
                <a:lnTo>
                  <a:pt x="119024" y="95467"/>
                </a:lnTo>
                <a:lnTo>
                  <a:pt x="119491" y="95773"/>
                </a:lnTo>
                <a:lnTo>
                  <a:pt x="119966" y="96067"/>
                </a:lnTo>
                <a:lnTo>
                  <a:pt x="120452" y="96349"/>
                </a:lnTo>
                <a:lnTo>
                  <a:pt x="120946" y="96619"/>
                </a:lnTo>
                <a:lnTo>
                  <a:pt x="121450" y="96877"/>
                </a:lnTo>
                <a:lnTo>
                  <a:pt x="121960" y="97125"/>
                </a:lnTo>
                <a:lnTo>
                  <a:pt x="122477" y="97362"/>
                </a:lnTo>
                <a:lnTo>
                  <a:pt x="123001" y="97587"/>
                </a:lnTo>
                <a:lnTo>
                  <a:pt x="123531" y="97802"/>
                </a:lnTo>
                <a:lnTo>
                  <a:pt x="124069" y="98005"/>
                </a:lnTo>
                <a:lnTo>
                  <a:pt x="124614" y="98198"/>
                </a:lnTo>
                <a:lnTo>
                  <a:pt x="125166" y="98380"/>
                </a:lnTo>
                <a:lnTo>
                  <a:pt x="125724" y="98550"/>
                </a:lnTo>
                <a:lnTo>
                  <a:pt x="126290" y="98710"/>
                </a:lnTo>
                <a:lnTo>
                  <a:pt x="126862" y="98858"/>
                </a:lnTo>
                <a:lnTo>
                  <a:pt x="127442" y="98996"/>
                </a:lnTo>
                <a:lnTo>
                  <a:pt x="128028" y="99122"/>
                </a:lnTo>
                <a:lnTo>
                  <a:pt x="128622" y="99238"/>
                </a:lnTo>
                <a:lnTo>
                  <a:pt x="129222" y="99343"/>
                </a:lnTo>
                <a:lnTo>
                  <a:pt x="129829" y="99436"/>
                </a:lnTo>
                <a:lnTo>
                  <a:pt x="130443" y="99519"/>
                </a:lnTo>
                <a:lnTo>
                  <a:pt x="131064" y="99590"/>
                </a:lnTo>
                <a:lnTo>
                  <a:pt x="131692" y="99651"/>
                </a:lnTo>
                <a:lnTo>
                  <a:pt x="132327" y="99700"/>
                </a:lnTo>
                <a:lnTo>
                  <a:pt x="132969" y="99739"/>
                </a:lnTo>
                <a:lnTo>
                  <a:pt x="133618" y="99766"/>
                </a:lnTo>
                <a:lnTo>
                  <a:pt x="134274" y="99783"/>
                </a:lnTo>
                <a:lnTo>
                  <a:pt x="134936" y="99788"/>
                </a:lnTo>
                <a:lnTo>
                  <a:pt x="135588" y="99782"/>
                </a:lnTo>
                <a:lnTo>
                  <a:pt x="136234" y="99763"/>
                </a:lnTo>
                <a:lnTo>
                  <a:pt x="136874" y="99731"/>
                </a:lnTo>
                <a:close/>
                <a:moveTo>
                  <a:pt x="370072" y="28670"/>
                </a:moveTo>
                <a:lnTo>
                  <a:pt x="346366" y="81733"/>
                </a:lnTo>
                <a:lnTo>
                  <a:pt x="323762" y="28670"/>
                </a:lnTo>
                <a:lnTo>
                  <a:pt x="311219" y="28670"/>
                </a:lnTo>
                <a:lnTo>
                  <a:pt x="338509" y="90417"/>
                </a:lnTo>
                <a:lnTo>
                  <a:pt x="342507" y="90417"/>
                </a:lnTo>
                <a:lnTo>
                  <a:pt x="325554" y="128458"/>
                </a:lnTo>
                <a:lnTo>
                  <a:pt x="337683" y="128458"/>
                </a:lnTo>
                <a:lnTo>
                  <a:pt x="382064" y="28670"/>
                </a:lnTo>
                <a:lnTo>
                  <a:pt x="370072" y="2867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D43C5-F382-41EB-AF85-3150EC5F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530" y="2659860"/>
            <a:ext cx="754418" cy="249294"/>
          </a:xfrm>
          <a:custGeom xmlns:a="http://schemas.openxmlformats.org/drawingml/2006/main">
            <a:pathLst>
              <a:path w="754418" h="249294">
                <a:moveTo>
                  <a:pt x="0" y="124637"/>
                </a:moveTo>
                <a:lnTo>
                  <a:pt x="0" y="124637"/>
                </a:lnTo>
                <a:cubicBezTo>
                  <a:pt x="0" y="55801"/>
                  <a:pt x="55801" y="0"/>
                  <a:pt x="124637" y="0"/>
                </a:cubicBezTo>
                <a:lnTo>
                  <a:pt x="629761" y="0"/>
                </a:lnTo>
                <a:cubicBezTo>
                  <a:pt x="662821" y="0"/>
                  <a:pt x="694521" y="13113"/>
                  <a:pt x="717913" y="36505"/>
                </a:cubicBezTo>
                <a:cubicBezTo>
                  <a:pt x="741285" y="59877"/>
                  <a:pt x="754418" y="91578"/>
                  <a:pt x="754418" y="124637"/>
                </a:cubicBezTo>
                <a:cubicBezTo>
                  <a:pt x="754418" y="193493"/>
                  <a:pt x="698597" y="249294"/>
                  <a:pt x="629761" y="249294"/>
                </a:cubicBezTo>
                <a:lnTo>
                  <a:pt x="124637" y="249294"/>
                </a:lnTo>
                <a:cubicBezTo>
                  <a:pt x="55801" y="249294"/>
                  <a:pt x="0" y="193493"/>
                  <a:pt x="0" y="124637"/>
                </a:cubicBezTo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50436-5797-4E3C-AB7C-61543546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530" y="2659860"/>
            <a:ext cx="754418" cy="249294"/>
          </a:xfrm>
          <a:custGeom xmlns:a="http://schemas.openxmlformats.org/drawingml/2006/main">
            <a:pathLst>
              <a:path w="754418" h="249294" fill="none">
                <a:moveTo>
                  <a:pt x="0" y="124637"/>
                </a:moveTo>
                <a:lnTo>
                  <a:pt x="0" y="124637"/>
                </a:lnTo>
                <a:cubicBezTo>
                  <a:pt x="0" y="55801"/>
                  <a:pt x="55801" y="0"/>
                  <a:pt x="124657" y="0"/>
                </a:cubicBezTo>
                <a:lnTo>
                  <a:pt x="629761" y="0"/>
                </a:lnTo>
                <a:cubicBezTo>
                  <a:pt x="662821" y="0"/>
                  <a:pt x="694521" y="13113"/>
                  <a:pt x="717913" y="36505"/>
                </a:cubicBezTo>
                <a:cubicBezTo>
                  <a:pt x="741285" y="59877"/>
                  <a:pt x="754418" y="91578"/>
                  <a:pt x="754418" y="124637"/>
                </a:cubicBezTo>
                <a:cubicBezTo>
                  <a:pt x="754418" y="193493"/>
                  <a:pt x="698597" y="249294"/>
                  <a:pt x="629761" y="249294"/>
                </a:cubicBezTo>
                <a:lnTo>
                  <a:pt x="124657" y="249294"/>
                </a:lnTo>
                <a:cubicBezTo>
                  <a:pt x="55801" y="249294"/>
                  <a:pt x="0" y="193493"/>
                  <a:pt x="0" y="1246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8" name="Text Value">
            <a:extLst xmlns:a="http://schemas.openxmlformats.org/drawingml/2006/main">
              <a:ext uri="{FF2B5EF4-FFF2-40B4-BE49-F238E27FC236}">
                <a16:creationId xmlns:a16="http://schemas.microsoft.com/office/drawing/2014/main" id="{774FB9CF-98C6-47F3-96BB-9845588D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37" y="2736355"/>
            <a:ext cx="338647" cy="100890"/>
          </a:xfrm>
          <a:custGeom xmlns:a="http://schemas.openxmlformats.org/drawingml/2006/main">
            <a:pathLst>
              <a:path w="338647" h="100890">
                <a:moveTo>
                  <a:pt x="177801" y="0"/>
                </a:moveTo>
                <a:lnTo>
                  <a:pt x="166224" y="0"/>
                </a:lnTo>
                <a:lnTo>
                  <a:pt x="166224" y="99237"/>
                </a:lnTo>
                <a:lnTo>
                  <a:pt x="177801" y="99237"/>
                </a:lnTo>
                <a:lnTo>
                  <a:pt x="177801" y="0"/>
                </a:lnTo>
                <a:close/>
                <a:moveTo>
                  <a:pt x="73739" y="2757"/>
                </a:moveTo>
                <a:lnTo>
                  <a:pt x="43002" y="86970"/>
                </a:lnTo>
                <a:lnTo>
                  <a:pt x="12543" y="2757"/>
                </a:lnTo>
                <a:lnTo>
                  <a:pt x="0" y="2757"/>
                </a:lnTo>
                <a:lnTo>
                  <a:pt x="36249" y="99237"/>
                </a:lnTo>
                <a:lnTo>
                  <a:pt x="49755" y="99237"/>
                </a:lnTo>
                <a:lnTo>
                  <a:pt x="86004" y="2757"/>
                </a:lnTo>
                <a:lnTo>
                  <a:pt x="73739" y="2757"/>
                </a:lnTo>
                <a:close/>
                <a:moveTo>
                  <a:pt x="114621" y="100883"/>
                </a:moveTo>
                <a:lnTo>
                  <a:pt x="115002" y="100873"/>
                </a:lnTo>
                <a:lnTo>
                  <a:pt x="115380" y="100860"/>
                </a:lnTo>
                <a:lnTo>
                  <a:pt x="115755" y="100842"/>
                </a:lnTo>
                <a:lnTo>
                  <a:pt x="116126" y="100821"/>
                </a:lnTo>
                <a:lnTo>
                  <a:pt x="116493" y="100797"/>
                </a:lnTo>
                <a:lnTo>
                  <a:pt x="116856" y="100768"/>
                </a:lnTo>
                <a:lnTo>
                  <a:pt x="117217" y="100735"/>
                </a:lnTo>
                <a:lnTo>
                  <a:pt x="117573" y="100699"/>
                </a:lnTo>
                <a:lnTo>
                  <a:pt x="117926" y="100659"/>
                </a:lnTo>
                <a:lnTo>
                  <a:pt x="118275" y="100615"/>
                </a:lnTo>
                <a:lnTo>
                  <a:pt x="118621" y="100567"/>
                </a:lnTo>
                <a:lnTo>
                  <a:pt x="118963" y="100515"/>
                </a:lnTo>
                <a:lnTo>
                  <a:pt x="119301" y="100460"/>
                </a:lnTo>
                <a:lnTo>
                  <a:pt x="119636" y="100400"/>
                </a:lnTo>
                <a:lnTo>
                  <a:pt x="119967" y="100337"/>
                </a:lnTo>
                <a:lnTo>
                  <a:pt x="120295" y="100270"/>
                </a:lnTo>
                <a:lnTo>
                  <a:pt x="120619" y="100200"/>
                </a:lnTo>
                <a:lnTo>
                  <a:pt x="120939" y="100125"/>
                </a:lnTo>
                <a:lnTo>
                  <a:pt x="121256" y="100047"/>
                </a:lnTo>
                <a:lnTo>
                  <a:pt x="121570" y="99964"/>
                </a:lnTo>
                <a:lnTo>
                  <a:pt x="121879" y="99878"/>
                </a:lnTo>
                <a:lnTo>
                  <a:pt x="122185" y="99788"/>
                </a:lnTo>
                <a:lnTo>
                  <a:pt x="122488" y="99695"/>
                </a:lnTo>
                <a:lnTo>
                  <a:pt x="122789" y="99599"/>
                </a:lnTo>
                <a:lnTo>
                  <a:pt x="123087" y="99501"/>
                </a:lnTo>
                <a:lnTo>
                  <a:pt x="123382" y="99400"/>
                </a:lnTo>
                <a:lnTo>
                  <a:pt x="123674" y="99296"/>
                </a:lnTo>
                <a:lnTo>
                  <a:pt x="123964" y="99190"/>
                </a:lnTo>
                <a:lnTo>
                  <a:pt x="124252" y="99081"/>
                </a:lnTo>
                <a:lnTo>
                  <a:pt x="124536" y="98969"/>
                </a:lnTo>
                <a:lnTo>
                  <a:pt x="124818" y="98855"/>
                </a:lnTo>
                <a:lnTo>
                  <a:pt x="125098" y="98738"/>
                </a:lnTo>
                <a:lnTo>
                  <a:pt x="125374" y="98619"/>
                </a:lnTo>
                <a:lnTo>
                  <a:pt x="125649" y="98496"/>
                </a:lnTo>
                <a:lnTo>
                  <a:pt x="125920" y="98372"/>
                </a:lnTo>
                <a:lnTo>
                  <a:pt x="126189" y="98244"/>
                </a:lnTo>
                <a:lnTo>
                  <a:pt x="126455" y="98114"/>
                </a:lnTo>
                <a:lnTo>
                  <a:pt x="126719" y="97981"/>
                </a:lnTo>
                <a:lnTo>
                  <a:pt x="126980" y="97846"/>
                </a:lnTo>
                <a:lnTo>
                  <a:pt x="127238" y="97708"/>
                </a:lnTo>
                <a:lnTo>
                  <a:pt x="127494" y="97568"/>
                </a:lnTo>
                <a:lnTo>
                  <a:pt x="127747" y="97424"/>
                </a:lnTo>
                <a:lnTo>
                  <a:pt x="127997" y="97278"/>
                </a:lnTo>
                <a:lnTo>
                  <a:pt x="128245" y="97130"/>
                </a:lnTo>
                <a:lnTo>
                  <a:pt x="128490" y="96979"/>
                </a:lnTo>
                <a:lnTo>
                  <a:pt x="128732" y="96825"/>
                </a:lnTo>
                <a:lnTo>
                  <a:pt x="128972" y="96669"/>
                </a:lnTo>
                <a:lnTo>
                  <a:pt x="129210" y="96510"/>
                </a:lnTo>
                <a:lnTo>
                  <a:pt x="129444" y="96349"/>
                </a:lnTo>
                <a:lnTo>
                  <a:pt x="129676" y="96185"/>
                </a:lnTo>
                <a:lnTo>
                  <a:pt x="129906" y="96020"/>
                </a:lnTo>
                <a:lnTo>
                  <a:pt x="130133" y="95851"/>
                </a:lnTo>
                <a:lnTo>
                  <a:pt x="130357" y="95681"/>
                </a:lnTo>
                <a:lnTo>
                  <a:pt x="130578" y="95508"/>
                </a:lnTo>
                <a:lnTo>
                  <a:pt x="130797" y="95332"/>
                </a:lnTo>
                <a:lnTo>
                  <a:pt x="131013" y="95155"/>
                </a:lnTo>
                <a:lnTo>
                  <a:pt x="131227" y="94974"/>
                </a:lnTo>
                <a:lnTo>
                  <a:pt x="131438" y="94792"/>
                </a:lnTo>
                <a:lnTo>
                  <a:pt x="131646" y="94607"/>
                </a:lnTo>
                <a:lnTo>
                  <a:pt x="131852" y="94419"/>
                </a:lnTo>
                <a:lnTo>
                  <a:pt x="132055" y="94230"/>
                </a:lnTo>
                <a:lnTo>
                  <a:pt x="132255" y="94038"/>
                </a:lnTo>
                <a:lnTo>
                  <a:pt x="132453" y="93843"/>
                </a:lnTo>
                <a:lnTo>
                  <a:pt x="132648" y="93646"/>
                </a:lnTo>
                <a:lnTo>
                  <a:pt x="132840" y="93447"/>
                </a:lnTo>
                <a:lnTo>
                  <a:pt x="133030" y="93245"/>
                </a:lnTo>
                <a:lnTo>
                  <a:pt x="133217" y="93041"/>
                </a:lnTo>
                <a:lnTo>
                  <a:pt x="133402" y="92835"/>
                </a:lnTo>
                <a:lnTo>
                  <a:pt x="133584" y="92626"/>
                </a:lnTo>
                <a:lnTo>
                  <a:pt x="133763" y="92415"/>
                </a:lnTo>
                <a:lnTo>
                  <a:pt x="133940" y="92202"/>
                </a:lnTo>
                <a:lnTo>
                  <a:pt x="134114" y="91987"/>
                </a:lnTo>
                <a:lnTo>
                  <a:pt x="134285" y="91772"/>
                </a:lnTo>
                <a:lnTo>
                  <a:pt x="134454" y="91555"/>
                </a:lnTo>
                <a:lnTo>
                  <a:pt x="134620" y="91338"/>
                </a:lnTo>
                <a:lnTo>
                  <a:pt x="134784" y="91119"/>
                </a:lnTo>
                <a:lnTo>
                  <a:pt x="134945" y="90898"/>
                </a:lnTo>
                <a:lnTo>
                  <a:pt x="135103" y="90677"/>
                </a:lnTo>
                <a:lnTo>
                  <a:pt x="135259" y="90454"/>
                </a:lnTo>
                <a:lnTo>
                  <a:pt x="135412" y="90230"/>
                </a:lnTo>
                <a:lnTo>
                  <a:pt x="135563" y="90005"/>
                </a:lnTo>
                <a:lnTo>
                  <a:pt x="135710" y="89779"/>
                </a:lnTo>
                <a:lnTo>
                  <a:pt x="135856" y="89552"/>
                </a:lnTo>
                <a:lnTo>
                  <a:pt x="135998" y="89323"/>
                </a:lnTo>
                <a:lnTo>
                  <a:pt x="136138" y="89093"/>
                </a:lnTo>
                <a:lnTo>
                  <a:pt x="136275" y="88862"/>
                </a:lnTo>
                <a:lnTo>
                  <a:pt x="136410" y="88630"/>
                </a:lnTo>
                <a:lnTo>
                  <a:pt x="136542" y="88396"/>
                </a:lnTo>
                <a:lnTo>
                  <a:pt x="136672" y="88161"/>
                </a:lnTo>
                <a:lnTo>
                  <a:pt x="136798" y="87925"/>
                </a:lnTo>
                <a:lnTo>
                  <a:pt x="136923" y="87688"/>
                </a:lnTo>
                <a:lnTo>
                  <a:pt x="137044" y="87450"/>
                </a:lnTo>
                <a:lnTo>
                  <a:pt x="137163" y="87211"/>
                </a:lnTo>
                <a:lnTo>
                  <a:pt x="137279" y="86970"/>
                </a:lnTo>
                <a:lnTo>
                  <a:pt x="137967" y="99237"/>
                </a:lnTo>
                <a:lnTo>
                  <a:pt x="148304" y="99237"/>
                </a:lnTo>
                <a:lnTo>
                  <a:pt x="148304" y="56235"/>
                </a:lnTo>
                <a:lnTo>
                  <a:pt x="148298" y="55527"/>
                </a:lnTo>
                <a:lnTo>
                  <a:pt x="148282" y="54827"/>
                </a:lnTo>
                <a:lnTo>
                  <a:pt x="148254" y="54134"/>
                </a:lnTo>
                <a:lnTo>
                  <a:pt x="148216" y="53450"/>
                </a:lnTo>
                <a:lnTo>
                  <a:pt x="148166" y="52773"/>
                </a:lnTo>
                <a:lnTo>
                  <a:pt x="148106" y="52105"/>
                </a:lnTo>
                <a:lnTo>
                  <a:pt x="148034" y="51444"/>
                </a:lnTo>
                <a:lnTo>
                  <a:pt x="147952" y="50791"/>
                </a:lnTo>
                <a:lnTo>
                  <a:pt x="147858" y="50146"/>
                </a:lnTo>
                <a:lnTo>
                  <a:pt x="147754" y="49509"/>
                </a:lnTo>
                <a:lnTo>
                  <a:pt x="147638" y="48880"/>
                </a:lnTo>
                <a:lnTo>
                  <a:pt x="147511" y="48258"/>
                </a:lnTo>
                <a:lnTo>
                  <a:pt x="147374" y="47645"/>
                </a:lnTo>
                <a:lnTo>
                  <a:pt x="147225" y="47040"/>
                </a:lnTo>
                <a:lnTo>
                  <a:pt x="147066" y="46442"/>
                </a:lnTo>
                <a:lnTo>
                  <a:pt x="146895" y="45852"/>
                </a:lnTo>
                <a:lnTo>
                  <a:pt x="146714" y="45270"/>
                </a:lnTo>
                <a:lnTo>
                  <a:pt x="146521" y="44696"/>
                </a:lnTo>
                <a:lnTo>
                  <a:pt x="146317" y="44130"/>
                </a:lnTo>
                <a:lnTo>
                  <a:pt x="146103" y="43572"/>
                </a:lnTo>
                <a:lnTo>
                  <a:pt x="145877" y="43022"/>
                </a:lnTo>
                <a:lnTo>
                  <a:pt x="145641" y="42480"/>
                </a:lnTo>
                <a:lnTo>
                  <a:pt x="145393" y="41945"/>
                </a:lnTo>
                <a:lnTo>
                  <a:pt x="145134" y="41419"/>
                </a:lnTo>
                <a:lnTo>
                  <a:pt x="144865" y="40901"/>
                </a:lnTo>
                <a:lnTo>
                  <a:pt x="144584" y="40392"/>
                </a:lnTo>
                <a:lnTo>
                  <a:pt x="144291" y="39894"/>
                </a:lnTo>
                <a:lnTo>
                  <a:pt x="143988" y="39405"/>
                </a:lnTo>
                <a:lnTo>
                  <a:pt x="143673" y="38925"/>
                </a:lnTo>
                <a:lnTo>
                  <a:pt x="143347" y="38455"/>
                </a:lnTo>
                <a:lnTo>
                  <a:pt x="143010" y="37995"/>
                </a:lnTo>
                <a:lnTo>
                  <a:pt x="142661" y="37544"/>
                </a:lnTo>
                <a:lnTo>
                  <a:pt x="142302" y="37103"/>
                </a:lnTo>
                <a:lnTo>
                  <a:pt x="141931" y="36671"/>
                </a:lnTo>
                <a:lnTo>
                  <a:pt x="141548" y="36249"/>
                </a:lnTo>
                <a:lnTo>
                  <a:pt x="141155" y="35836"/>
                </a:lnTo>
                <a:lnTo>
                  <a:pt x="140750" y="35433"/>
                </a:lnTo>
                <a:lnTo>
                  <a:pt x="140334" y="35040"/>
                </a:lnTo>
                <a:lnTo>
                  <a:pt x="139907" y="34656"/>
                </a:lnTo>
                <a:lnTo>
                  <a:pt x="139468" y="34282"/>
                </a:lnTo>
                <a:lnTo>
                  <a:pt x="139018" y="33917"/>
                </a:lnTo>
                <a:lnTo>
                  <a:pt x="138557" y="33562"/>
                </a:lnTo>
                <a:lnTo>
                  <a:pt x="138085" y="33217"/>
                </a:lnTo>
                <a:lnTo>
                  <a:pt x="137601" y="32881"/>
                </a:lnTo>
                <a:lnTo>
                  <a:pt x="137107" y="32554"/>
                </a:lnTo>
                <a:lnTo>
                  <a:pt x="136601" y="32238"/>
                </a:lnTo>
                <a:lnTo>
                  <a:pt x="136083" y="31930"/>
                </a:lnTo>
                <a:lnTo>
                  <a:pt x="135555" y="31633"/>
                </a:lnTo>
                <a:lnTo>
                  <a:pt x="135015" y="31346"/>
                </a:lnTo>
                <a:lnTo>
                  <a:pt x="134464" y="31071"/>
                </a:lnTo>
                <a:lnTo>
                  <a:pt x="133902" y="30809"/>
                </a:lnTo>
                <a:lnTo>
                  <a:pt x="133329" y="30558"/>
                </a:lnTo>
                <a:lnTo>
                  <a:pt x="132744" y="30320"/>
                </a:lnTo>
                <a:lnTo>
                  <a:pt x="132148" y="30094"/>
                </a:lnTo>
                <a:lnTo>
                  <a:pt x="131541" y="29881"/>
                </a:lnTo>
                <a:lnTo>
                  <a:pt x="130923" y="29679"/>
                </a:lnTo>
                <a:lnTo>
                  <a:pt x="130293" y="29490"/>
                </a:lnTo>
                <a:lnTo>
                  <a:pt x="129652" y="29313"/>
                </a:lnTo>
                <a:lnTo>
                  <a:pt x="129000" y="29148"/>
                </a:lnTo>
                <a:lnTo>
                  <a:pt x="128336" y="28996"/>
                </a:lnTo>
                <a:lnTo>
                  <a:pt x="127662" y="28855"/>
                </a:lnTo>
                <a:lnTo>
                  <a:pt x="126976" y="28727"/>
                </a:lnTo>
                <a:lnTo>
                  <a:pt x="126279" y="28611"/>
                </a:lnTo>
                <a:lnTo>
                  <a:pt x="125570" y="28507"/>
                </a:lnTo>
                <a:lnTo>
                  <a:pt x="124850" y="28416"/>
                </a:lnTo>
                <a:lnTo>
                  <a:pt x="124119" y="28336"/>
                </a:lnTo>
                <a:lnTo>
                  <a:pt x="123377" y="28269"/>
                </a:lnTo>
                <a:lnTo>
                  <a:pt x="122624" y="28214"/>
                </a:lnTo>
                <a:lnTo>
                  <a:pt x="121859" y="28171"/>
                </a:lnTo>
                <a:lnTo>
                  <a:pt x="121083" y="28141"/>
                </a:lnTo>
                <a:lnTo>
                  <a:pt x="120296" y="28123"/>
                </a:lnTo>
                <a:lnTo>
                  <a:pt x="119498" y="28116"/>
                </a:lnTo>
                <a:lnTo>
                  <a:pt x="118913" y="28121"/>
                </a:lnTo>
                <a:lnTo>
                  <a:pt x="118330" y="28135"/>
                </a:lnTo>
                <a:lnTo>
                  <a:pt x="117749" y="28158"/>
                </a:lnTo>
                <a:lnTo>
                  <a:pt x="117170" y="28191"/>
                </a:lnTo>
                <a:lnTo>
                  <a:pt x="116593" y="28233"/>
                </a:lnTo>
                <a:lnTo>
                  <a:pt x="116018" y="28284"/>
                </a:lnTo>
                <a:lnTo>
                  <a:pt x="115444" y="28345"/>
                </a:lnTo>
                <a:lnTo>
                  <a:pt x="114873" y="28415"/>
                </a:lnTo>
                <a:lnTo>
                  <a:pt x="114304" y="28494"/>
                </a:lnTo>
                <a:lnTo>
                  <a:pt x="113736" y="28583"/>
                </a:lnTo>
                <a:lnTo>
                  <a:pt x="113170" y="28681"/>
                </a:lnTo>
                <a:lnTo>
                  <a:pt x="112607" y="28788"/>
                </a:lnTo>
                <a:lnTo>
                  <a:pt x="112045" y="28905"/>
                </a:lnTo>
                <a:lnTo>
                  <a:pt x="111485" y="29031"/>
                </a:lnTo>
                <a:lnTo>
                  <a:pt x="110927" y="29166"/>
                </a:lnTo>
                <a:lnTo>
                  <a:pt x="110371" y="29311"/>
                </a:lnTo>
                <a:lnTo>
                  <a:pt x="109817" y="29465"/>
                </a:lnTo>
                <a:lnTo>
                  <a:pt x="109265" y="29628"/>
                </a:lnTo>
                <a:lnTo>
                  <a:pt x="108714" y="29801"/>
                </a:lnTo>
                <a:lnTo>
                  <a:pt x="108166" y="29983"/>
                </a:lnTo>
                <a:lnTo>
                  <a:pt x="107619" y="30174"/>
                </a:lnTo>
                <a:lnTo>
                  <a:pt x="107075" y="30375"/>
                </a:lnTo>
                <a:lnTo>
                  <a:pt x="106532" y="30585"/>
                </a:lnTo>
                <a:lnTo>
                  <a:pt x="105991" y="30804"/>
                </a:lnTo>
                <a:lnTo>
                  <a:pt x="105456" y="31032"/>
                </a:lnTo>
                <a:lnTo>
                  <a:pt x="104928" y="31268"/>
                </a:lnTo>
                <a:lnTo>
                  <a:pt x="104407" y="31513"/>
                </a:lnTo>
                <a:lnTo>
                  <a:pt x="103895" y="31765"/>
                </a:lnTo>
                <a:lnTo>
                  <a:pt x="103391" y="32026"/>
                </a:lnTo>
                <a:lnTo>
                  <a:pt x="102895" y="32295"/>
                </a:lnTo>
                <a:lnTo>
                  <a:pt x="102406" y="32571"/>
                </a:lnTo>
                <a:lnTo>
                  <a:pt x="101926" y="32856"/>
                </a:lnTo>
                <a:lnTo>
                  <a:pt x="101453" y="33149"/>
                </a:lnTo>
                <a:lnTo>
                  <a:pt x="100988" y="33451"/>
                </a:lnTo>
                <a:lnTo>
                  <a:pt x="100531" y="33760"/>
                </a:lnTo>
                <a:lnTo>
                  <a:pt x="100082" y="34078"/>
                </a:lnTo>
                <a:lnTo>
                  <a:pt x="99641" y="34403"/>
                </a:lnTo>
                <a:lnTo>
                  <a:pt x="99208" y="34737"/>
                </a:lnTo>
                <a:lnTo>
                  <a:pt x="98782" y="35079"/>
                </a:lnTo>
                <a:lnTo>
                  <a:pt x="98365" y="35429"/>
                </a:lnTo>
                <a:lnTo>
                  <a:pt x="97955" y="35787"/>
                </a:lnTo>
                <a:lnTo>
                  <a:pt x="97554" y="36154"/>
                </a:lnTo>
                <a:lnTo>
                  <a:pt x="97160" y="36528"/>
                </a:lnTo>
                <a:lnTo>
                  <a:pt x="96774" y="36911"/>
                </a:lnTo>
                <a:lnTo>
                  <a:pt x="96396" y="37302"/>
                </a:lnTo>
                <a:lnTo>
                  <a:pt x="96026" y="37700"/>
                </a:lnTo>
                <a:lnTo>
                  <a:pt x="95664" y="38107"/>
                </a:lnTo>
                <a:lnTo>
                  <a:pt x="95310" y="38523"/>
                </a:lnTo>
                <a:lnTo>
                  <a:pt x="94965" y="38946"/>
                </a:lnTo>
                <a:lnTo>
                  <a:pt x="94632" y="39378"/>
                </a:lnTo>
                <a:lnTo>
                  <a:pt x="94311" y="39818"/>
                </a:lnTo>
                <a:lnTo>
                  <a:pt x="94002" y="40266"/>
                </a:lnTo>
                <a:lnTo>
                  <a:pt x="93705" y="40723"/>
                </a:lnTo>
                <a:lnTo>
                  <a:pt x="93419" y="41189"/>
                </a:lnTo>
                <a:lnTo>
                  <a:pt x="93145" y="41662"/>
                </a:lnTo>
                <a:lnTo>
                  <a:pt x="92882" y="42144"/>
                </a:lnTo>
                <a:lnTo>
                  <a:pt x="92632" y="42635"/>
                </a:lnTo>
                <a:lnTo>
                  <a:pt x="92393" y="43134"/>
                </a:lnTo>
                <a:lnTo>
                  <a:pt x="92165" y="43641"/>
                </a:lnTo>
                <a:lnTo>
                  <a:pt x="91950" y="44156"/>
                </a:lnTo>
                <a:lnTo>
                  <a:pt x="91746" y="44680"/>
                </a:lnTo>
                <a:lnTo>
                  <a:pt x="91554" y="45213"/>
                </a:lnTo>
                <a:lnTo>
                  <a:pt x="91374" y="45753"/>
                </a:lnTo>
                <a:lnTo>
                  <a:pt x="91205" y="46302"/>
                </a:lnTo>
                <a:lnTo>
                  <a:pt x="91049" y="46860"/>
                </a:lnTo>
                <a:lnTo>
                  <a:pt x="90903" y="47425"/>
                </a:lnTo>
                <a:lnTo>
                  <a:pt x="90770" y="48000"/>
                </a:lnTo>
                <a:lnTo>
                  <a:pt x="90648" y="48582"/>
                </a:lnTo>
                <a:lnTo>
                  <a:pt x="90538" y="49173"/>
                </a:lnTo>
                <a:lnTo>
                  <a:pt x="90440" y="49772"/>
                </a:lnTo>
                <a:lnTo>
                  <a:pt x="90354" y="50380"/>
                </a:lnTo>
                <a:lnTo>
                  <a:pt x="90279" y="50996"/>
                </a:lnTo>
                <a:lnTo>
                  <a:pt x="102132" y="50996"/>
                </a:lnTo>
                <a:lnTo>
                  <a:pt x="102230" y="50462"/>
                </a:lnTo>
                <a:lnTo>
                  <a:pt x="102342" y="49939"/>
                </a:lnTo>
                <a:lnTo>
                  <a:pt x="102466" y="49426"/>
                </a:lnTo>
                <a:lnTo>
                  <a:pt x="102603" y="48925"/>
                </a:lnTo>
                <a:lnTo>
                  <a:pt x="102753" y="48435"/>
                </a:lnTo>
                <a:lnTo>
                  <a:pt x="102916" y="47955"/>
                </a:lnTo>
                <a:lnTo>
                  <a:pt x="103092" y="47487"/>
                </a:lnTo>
                <a:lnTo>
                  <a:pt x="103280" y="47030"/>
                </a:lnTo>
                <a:lnTo>
                  <a:pt x="103482" y="46584"/>
                </a:lnTo>
                <a:lnTo>
                  <a:pt x="103697" y="46148"/>
                </a:lnTo>
                <a:lnTo>
                  <a:pt x="103924" y="45724"/>
                </a:lnTo>
                <a:lnTo>
                  <a:pt x="104165" y="45311"/>
                </a:lnTo>
                <a:lnTo>
                  <a:pt x="104418" y="44909"/>
                </a:lnTo>
                <a:lnTo>
                  <a:pt x="104685" y="44517"/>
                </a:lnTo>
                <a:lnTo>
                  <a:pt x="104964" y="44137"/>
                </a:lnTo>
                <a:lnTo>
                  <a:pt x="105256" y="43768"/>
                </a:lnTo>
                <a:lnTo>
                  <a:pt x="105561" y="43410"/>
                </a:lnTo>
                <a:lnTo>
                  <a:pt x="105879" y="43063"/>
                </a:lnTo>
                <a:lnTo>
                  <a:pt x="106210" y="42726"/>
                </a:lnTo>
                <a:lnTo>
                  <a:pt x="106554" y="42401"/>
                </a:lnTo>
                <a:lnTo>
                  <a:pt x="106911" y="42087"/>
                </a:lnTo>
                <a:lnTo>
                  <a:pt x="107280" y="41784"/>
                </a:lnTo>
                <a:lnTo>
                  <a:pt x="107663" y="41492"/>
                </a:lnTo>
                <a:lnTo>
                  <a:pt x="108059" y="41210"/>
                </a:lnTo>
                <a:lnTo>
                  <a:pt x="108464" y="40940"/>
                </a:lnTo>
                <a:lnTo>
                  <a:pt x="108875" y="40682"/>
                </a:lnTo>
                <a:lnTo>
                  <a:pt x="109293" y="40435"/>
                </a:lnTo>
                <a:lnTo>
                  <a:pt x="109717" y="40200"/>
                </a:lnTo>
                <a:lnTo>
                  <a:pt x="110147" y="39976"/>
                </a:lnTo>
                <a:lnTo>
                  <a:pt x="110583" y="39763"/>
                </a:lnTo>
                <a:lnTo>
                  <a:pt x="111025" y="39562"/>
                </a:lnTo>
                <a:lnTo>
                  <a:pt x="111474" y="39372"/>
                </a:lnTo>
                <a:lnTo>
                  <a:pt x="111929" y="39194"/>
                </a:lnTo>
                <a:lnTo>
                  <a:pt x="112390" y="39028"/>
                </a:lnTo>
                <a:lnTo>
                  <a:pt x="112857" y="38873"/>
                </a:lnTo>
                <a:lnTo>
                  <a:pt x="113331" y="38729"/>
                </a:lnTo>
                <a:lnTo>
                  <a:pt x="113810" y="38597"/>
                </a:lnTo>
                <a:lnTo>
                  <a:pt x="114296" y="38477"/>
                </a:lnTo>
                <a:lnTo>
                  <a:pt x="114789" y="38367"/>
                </a:lnTo>
                <a:lnTo>
                  <a:pt x="115287" y="38270"/>
                </a:lnTo>
                <a:lnTo>
                  <a:pt x="115791" y="38184"/>
                </a:lnTo>
                <a:lnTo>
                  <a:pt x="116302" y="38109"/>
                </a:lnTo>
                <a:lnTo>
                  <a:pt x="116819" y="38046"/>
                </a:lnTo>
                <a:lnTo>
                  <a:pt x="117342" y="37994"/>
                </a:lnTo>
                <a:lnTo>
                  <a:pt x="117872" y="37954"/>
                </a:lnTo>
                <a:lnTo>
                  <a:pt x="118408" y="37925"/>
                </a:lnTo>
                <a:lnTo>
                  <a:pt x="118949" y="37908"/>
                </a:lnTo>
                <a:lnTo>
                  <a:pt x="119498" y="37902"/>
                </a:lnTo>
                <a:lnTo>
                  <a:pt x="119965" y="37906"/>
                </a:lnTo>
                <a:lnTo>
                  <a:pt x="120426" y="37918"/>
                </a:lnTo>
                <a:lnTo>
                  <a:pt x="120881" y="37937"/>
                </a:lnTo>
                <a:lnTo>
                  <a:pt x="121330" y="37963"/>
                </a:lnTo>
                <a:lnTo>
                  <a:pt x="121771" y="37998"/>
                </a:lnTo>
                <a:lnTo>
                  <a:pt x="122207" y="38040"/>
                </a:lnTo>
                <a:lnTo>
                  <a:pt x="122636" y="38090"/>
                </a:lnTo>
                <a:lnTo>
                  <a:pt x="123058" y="38147"/>
                </a:lnTo>
                <a:lnTo>
                  <a:pt x="123474" y="38212"/>
                </a:lnTo>
                <a:lnTo>
                  <a:pt x="123884" y="38285"/>
                </a:lnTo>
                <a:lnTo>
                  <a:pt x="124287" y="38366"/>
                </a:lnTo>
                <a:lnTo>
                  <a:pt x="124683" y="38454"/>
                </a:lnTo>
                <a:lnTo>
                  <a:pt x="125073" y="38549"/>
                </a:lnTo>
                <a:lnTo>
                  <a:pt x="125457" y="38653"/>
                </a:lnTo>
                <a:lnTo>
                  <a:pt x="125834" y="38764"/>
                </a:lnTo>
                <a:lnTo>
                  <a:pt x="126205" y="38883"/>
                </a:lnTo>
                <a:lnTo>
                  <a:pt x="126569" y="39009"/>
                </a:lnTo>
                <a:lnTo>
                  <a:pt x="126927" y="39143"/>
                </a:lnTo>
                <a:lnTo>
                  <a:pt x="127279" y="39285"/>
                </a:lnTo>
                <a:lnTo>
                  <a:pt x="127623" y="39434"/>
                </a:lnTo>
                <a:lnTo>
                  <a:pt x="127962" y="39591"/>
                </a:lnTo>
                <a:lnTo>
                  <a:pt x="128294" y="39756"/>
                </a:lnTo>
                <a:lnTo>
                  <a:pt x="128619" y="39928"/>
                </a:lnTo>
                <a:lnTo>
                  <a:pt x="128938" y="40108"/>
                </a:lnTo>
                <a:lnTo>
                  <a:pt x="129251" y="40296"/>
                </a:lnTo>
                <a:lnTo>
                  <a:pt x="129558" y="40491"/>
                </a:lnTo>
                <a:lnTo>
                  <a:pt x="129858" y="40693"/>
                </a:lnTo>
                <a:lnTo>
                  <a:pt x="130153" y="40903"/>
                </a:lnTo>
                <a:lnTo>
                  <a:pt x="130440" y="41120"/>
                </a:lnTo>
                <a:lnTo>
                  <a:pt x="130722" y="41345"/>
                </a:lnTo>
                <a:lnTo>
                  <a:pt x="130998" y="41577"/>
                </a:lnTo>
                <a:lnTo>
                  <a:pt x="131267" y="41816"/>
                </a:lnTo>
                <a:lnTo>
                  <a:pt x="131530" y="42063"/>
                </a:lnTo>
                <a:lnTo>
                  <a:pt x="131787" y="42317"/>
                </a:lnTo>
                <a:lnTo>
                  <a:pt x="132037" y="42579"/>
                </a:lnTo>
                <a:lnTo>
                  <a:pt x="132282" y="42848"/>
                </a:lnTo>
                <a:lnTo>
                  <a:pt x="132520" y="43125"/>
                </a:lnTo>
                <a:lnTo>
                  <a:pt x="132752" y="43409"/>
                </a:lnTo>
                <a:lnTo>
                  <a:pt x="132977" y="43700"/>
                </a:lnTo>
                <a:lnTo>
                  <a:pt x="133197" y="43999"/>
                </a:lnTo>
                <a:lnTo>
                  <a:pt x="133410" y="44305"/>
                </a:lnTo>
                <a:lnTo>
                  <a:pt x="133617" y="44618"/>
                </a:lnTo>
                <a:lnTo>
                  <a:pt x="133818" y="44939"/>
                </a:lnTo>
                <a:lnTo>
                  <a:pt x="134012" y="45268"/>
                </a:lnTo>
                <a:lnTo>
                  <a:pt x="134201" y="45603"/>
                </a:lnTo>
                <a:lnTo>
                  <a:pt x="134383" y="45947"/>
                </a:lnTo>
                <a:lnTo>
                  <a:pt x="134559" y="46297"/>
                </a:lnTo>
                <a:lnTo>
                  <a:pt x="134728" y="46655"/>
                </a:lnTo>
                <a:lnTo>
                  <a:pt x="134891" y="47021"/>
                </a:lnTo>
                <a:lnTo>
                  <a:pt x="135047" y="47394"/>
                </a:lnTo>
                <a:lnTo>
                  <a:pt x="135196" y="47774"/>
                </a:lnTo>
                <a:lnTo>
                  <a:pt x="135339" y="48162"/>
                </a:lnTo>
                <a:lnTo>
                  <a:pt x="135474" y="48557"/>
                </a:lnTo>
                <a:lnTo>
                  <a:pt x="135602" y="48959"/>
                </a:lnTo>
                <a:lnTo>
                  <a:pt x="135724" y="49369"/>
                </a:lnTo>
                <a:lnTo>
                  <a:pt x="135838" y="49787"/>
                </a:lnTo>
                <a:lnTo>
                  <a:pt x="135946" y="50212"/>
                </a:lnTo>
                <a:lnTo>
                  <a:pt x="136046" y="50644"/>
                </a:lnTo>
                <a:lnTo>
                  <a:pt x="136140" y="51084"/>
                </a:lnTo>
                <a:lnTo>
                  <a:pt x="136227" y="51531"/>
                </a:lnTo>
                <a:lnTo>
                  <a:pt x="136306" y="51985"/>
                </a:lnTo>
                <a:lnTo>
                  <a:pt x="136379" y="52447"/>
                </a:lnTo>
                <a:lnTo>
                  <a:pt x="136445" y="52917"/>
                </a:lnTo>
                <a:lnTo>
                  <a:pt x="136504" y="53394"/>
                </a:lnTo>
                <a:lnTo>
                  <a:pt x="136556" y="53878"/>
                </a:lnTo>
                <a:lnTo>
                  <a:pt x="136601" y="54370"/>
                </a:lnTo>
                <a:lnTo>
                  <a:pt x="136639" y="54869"/>
                </a:lnTo>
                <a:lnTo>
                  <a:pt x="136671" y="55375"/>
                </a:lnTo>
                <a:lnTo>
                  <a:pt x="136695" y="55889"/>
                </a:lnTo>
                <a:lnTo>
                  <a:pt x="136712" y="56411"/>
                </a:lnTo>
                <a:lnTo>
                  <a:pt x="136723" y="56940"/>
                </a:lnTo>
                <a:lnTo>
                  <a:pt x="136726" y="57476"/>
                </a:lnTo>
                <a:lnTo>
                  <a:pt x="118395" y="57476"/>
                </a:lnTo>
                <a:lnTo>
                  <a:pt x="117642" y="57480"/>
                </a:lnTo>
                <a:lnTo>
                  <a:pt x="116896" y="57494"/>
                </a:lnTo>
                <a:lnTo>
                  <a:pt x="116159" y="57516"/>
                </a:lnTo>
                <a:lnTo>
                  <a:pt x="115430" y="57547"/>
                </a:lnTo>
                <a:lnTo>
                  <a:pt x="114710" y="57586"/>
                </a:lnTo>
                <a:lnTo>
                  <a:pt x="113998" y="57635"/>
                </a:lnTo>
                <a:lnTo>
                  <a:pt x="113295" y="57693"/>
                </a:lnTo>
                <a:lnTo>
                  <a:pt x="112599" y="57759"/>
                </a:lnTo>
                <a:lnTo>
                  <a:pt x="111912" y="57834"/>
                </a:lnTo>
                <a:lnTo>
                  <a:pt x="111234" y="57918"/>
                </a:lnTo>
                <a:lnTo>
                  <a:pt x="110564" y="58011"/>
                </a:lnTo>
                <a:lnTo>
                  <a:pt x="109902" y="58113"/>
                </a:lnTo>
                <a:lnTo>
                  <a:pt x="109249" y="58224"/>
                </a:lnTo>
                <a:lnTo>
                  <a:pt x="108604" y="58343"/>
                </a:lnTo>
                <a:lnTo>
                  <a:pt x="107967" y="58471"/>
                </a:lnTo>
                <a:lnTo>
                  <a:pt x="107339" y="58609"/>
                </a:lnTo>
                <a:lnTo>
                  <a:pt x="106719" y="58755"/>
                </a:lnTo>
                <a:lnTo>
                  <a:pt x="106107" y="58910"/>
                </a:lnTo>
                <a:lnTo>
                  <a:pt x="105504" y="59073"/>
                </a:lnTo>
                <a:lnTo>
                  <a:pt x="104909" y="59246"/>
                </a:lnTo>
                <a:lnTo>
                  <a:pt x="104323" y="59427"/>
                </a:lnTo>
                <a:lnTo>
                  <a:pt x="103745" y="59618"/>
                </a:lnTo>
                <a:lnTo>
                  <a:pt x="103175" y="59817"/>
                </a:lnTo>
                <a:lnTo>
                  <a:pt x="102614" y="60025"/>
                </a:lnTo>
                <a:lnTo>
                  <a:pt x="102062" y="60241"/>
                </a:lnTo>
                <a:lnTo>
                  <a:pt x="101521" y="60466"/>
                </a:lnTo>
                <a:lnTo>
                  <a:pt x="100990" y="60699"/>
                </a:lnTo>
                <a:lnTo>
                  <a:pt x="100470" y="60940"/>
                </a:lnTo>
                <a:lnTo>
                  <a:pt x="99960" y="61189"/>
                </a:lnTo>
                <a:lnTo>
                  <a:pt x="99461" y="61446"/>
                </a:lnTo>
                <a:lnTo>
                  <a:pt x="98973" y="61711"/>
                </a:lnTo>
                <a:lnTo>
                  <a:pt x="98495" y="61985"/>
                </a:lnTo>
                <a:lnTo>
                  <a:pt x="98027" y="62266"/>
                </a:lnTo>
                <a:lnTo>
                  <a:pt x="97570" y="62556"/>
                </a:lnTo>
                <a:lnTo>
                  <a:pt x="97124" y="62854"/>
                </a:lnTo>
                <a:lnTo>
                  <a:pt x="96688" y="63160"/>
                </a:lnTo>
                <a:lnTo>
                  <a:pt x="96262" y="63474"/>
                </a:lnTo>
                <a:lnTo>
                  <a:pt x="95847" y="63797"/>
                </a:lnTo>
                <a:lnTo>
                  <a:pt x="95443" y="64127"/>
                </a:lnTo>
                <a:lnTo>
                  <a:pt x="95049" y="64466"/>
                </a:lnTo>
                <a:lnTo>
                  <a:pt x="94666" y="64812"/>
                </a:lnTo>
                <a:lnTo>
                  <a:pt x="94293" y="65167"/>
                </a:lnTo>
                <a:lnTo>
                  <a:pt x="93931" y="65530"/>
                </a:lnTo>
                <a:lnTo>
                  <a:pt x="93579" y="65901"/>
                </a:lnTo>
                <a:lnTo>
                  <a:pt x="93238" y="66281"/>
                </a:lnTo>
                <a:lnTo>
                  <a:pt x="92907" y="66668"/>
                </a:lnTo>
                <a:lnTo>
                  <a:pt x="92587" y="67064"/>
                </a:lnTo>
                <a:lnTo>
                  <a:pt x="92277" y="67468"/>
                </a:lnTo>
                <a:lnTo>
                  <a:pt x="91979" y="67879"/>
                </a:lnTo>
                <a:lnTo>
                  <a:pt x="91694" y="68298"/>
                </a:lnTo>
                <a:lnTo>
                  <a:pt x="91421" y="68724"/>
                </a:lnTo>
                <a:lnTo>
                  <a:pt x="91161" y="69158"/>
                </a:lnTo>
                <a:lnTo>
                  <a:pt x="90913" y="69599"/>
                </a:lnTo>
                <a:lnTo>
                  <a:pt x="90679" y="70047"/>
                </a:lnTo>
                <a:lnTo>
                  <a:pt x="90457" y="70503"/>
                </a:lnTo>
                <a:lnTo>
                  <a:pt x="90248" y="70967"/>
                </a:lnTo>
                <a:lnTo>
                  <a:pt x="90051" y="71437"/>
                </a:lnTo>
                <a:lnTo>
                  <a:pt x="89867" y="71916"/>
                </a:lnTo>
                <a:lnTo>
                  <a:pt x="89696" y="72401"/>
                </a:lnTo>
                <a:lnTo>
                  <a:pt x="89537" y="72894"/>
                </a:lnTo>
                <a:lnTo>
                  <a:pt x="89391" y="73395"/>
                </a:lnTo>
                <a:lnTo>
                  <a:pt x="89258" y="73903"/>
                </a:lnTo>
                <a:lnTo>
                  <a:pt x="89138" y="74418"/>
                </a:lnTo>
                <a:lnTo>
                  <a:pt x="89030" y="74941"/>
                </a:lnTo>
                <a:lnTo>
                  <a:pt x="88935" y="75471"/>
                </a:lnTo>
                <a:lnTo>
                  <a:pt x="88852" y="76009"/>
                </a:lnTo>
                <a:lnTo>
                  <a:pt x="88782" y="76554"/>
                </a:lnTo>
                <a:lnTo>
                  <a:pt x="88725" y="77106"/>
                </a:lnTo>
                <a:lnTo>
                  <a:pt x="88681" y="77666"/>
                </a:lnTo>
                <a:lnTo>
                  <a:pt x="88649" y="78233"/>
                </a:lnTo>
                <a:lnTo>
                  <a:pt x="88630" y="78808"/>
                </a:lnTo>
                <a:lnTo>
                  <a:pt x="88624" y="79390"/>
                </a:lnTo>
                <a:lnTo>
                  <a:pt x="88629" y="79871"/>
                </a:lnTo>
                <a:lnTo>
                  <a:pt x="88643" y="80349"/>
                </a:lnTo>
                <a:lnTo>
                  <a:pt x="88667" y="80823"/>
                </a:lnTo>
                <a:lnTo>
                  <a:pt x="88700" y="81295"/>
                </a:lnTo>
                <a:lnTo>
                  <a:pt x="88744" y="81763"/>
                </a:lnTo>
                <a:lnTo>
                  <a:pt x="88796" y="82228"/>
                </a:lnTo>
                <a:lnTo>
                  <a:pt x="88858" y="82690"/>
                </a:lnTo>
                <a:lnTo>
                  <a:pt x="88930" y="83149"/>
                </a:lnTo>
                <a:lnTo>
                  <a:pt x="89012" y="83605"/>
                </a:lnTo>
                <a:lnTo>
                  <a:pt x="89103" y="84058"/>
                </a:lnTo>
                <a:lnTo>
                  <a:pt x="89203" y="84508"/>
                </a:lnTo>
                <a:lnTo>
                  <a:pt x="89313" y="84954"/>
                </a:lnTo>
                <a:lnTo>
                  <a:pt x="89433" y="85398"/>
                </a:lnTo>
                <a:lnTo>
                  <a:pt x="89562" y="85838"/>
                </a:lnTo>
                <a:lnTo>
                  <a:pt x="89701" y="86276"/>
                </a:lnTo>
                <a:lnTo>
                  <a:pt x="89849" y="86710"/>
                </a:lnTo>
                <a:lnTo>
                  <a:pt x="90007" y="87141"/>
                </a:lnTo>
                <a:lnTo>
                  <a:pt x="90175" y="87569"/>
                </a:lnTo>
                <a:lnTo>
                  <a:pt x="90352" y="87994"/>
                </a:lnTo>
                <a:lnTo>
                  <a:pt x="90539" y="88416"/>
                </a:lnTo>
                <a:lnTo>
                  <a:pt x="90735" y="88834"/>
                </a:lnTo>
                <a:lnTo>
                  <a:pt x="90941" y="89250"/>
                </a:lnTo>
                <a:lnTo>
                  <a:pt x="91156" y="89662"/>
                </a:lnTo>
                <a:lnTo>
                  <a:pt x="91381" y="90072"/>
                </a:lnTo>
                <a:lnTo>
                  <a:pt x="91616" y="90476"/>
                </a:lnTo>
                <a:lnTo>
                  <a:pt x="91861" y="90874"/>
                </a:lnTo>
                <a:lnTo>
                  <a:pt x="92116" y="91265"/>
                </a:lnTo>
                <a:lnTo>
                  <a:pt x="92381" y="91649"/>
                </a:lnTo>
                <a:lnTo>
                  <a:pt x="92656" y="92026"/>
                </a:lnTo>
                <a:lnTo>
                  <a:pt x="92941" y="92397"/>
                </a:lnTo>
                <a:lnTo>
                  <a:pt x="93236" y="92761"/>
                </a:lnTo>
                <a:lnTo>
                  <a:pt x="93541" y="93119"/>
                </a:lnTo>
                <a:lnTo>
                  <a:pt x="93856" y="93470"/>
                </a:lnTo>
                <a:lnTo>
                  <a:pt x="94181" y="93814"/>
                </a:lnTo>
                <a:lnTo>
                  <a:pt x="94516" y="94151"/>
                </a:lnTo>
                <a:lnTo>
                  <a:pt x="94862" y="94482"/>
                </a:lnTo>
                <a:lnTo>
                  <a:pt x="95217" y="94806"/>
                </a:lnTo>
                <a:lnTo>
                  <a:pt x="95583" y="95123"/>
                </a:lnTo>
                <a:lnTo>
                  <a:pt x="95958" y="95433"/>
                </a:lnTo>
                <a:lnTo>
                  <a:pt x="96343" y="95737"/>
                </a:lnTo>
                <a:lnTo>
                  <a:pt x="96739" y="96034"/>
                </a:lnTo>
                <a:lnTo>
                  <a:pt x="97145" y="96325"/>
                </a:lnTo>
                <a:lnTo>
                  <a:pt x="97560" y="96609"/>
                </a:lnTo>
                <a:lnTo>
                  <a:pt x="97986" y="96886"/>
                </a:lnTo>
                <a:lnTo>
                  <a:pt x="98422" y="97156"/>
                </a:lnTo>
                <a:lnTo>
                  <a:pt x="98868" y="97420"/>
                </a:lnTo>
                <a:lnTo>
                  <a:pt x="99323" y="97677"/>
                </a:lnTo>
                <a:lnTo>
                  <a:pt x="99789" y="97927"/>
                </a:lnTo>
                <a:lnTo>
                  <a:pt x="100265" y="98169"/>
                </a:lnTo>
                <a:lnTo>
                  <a:pt x="100750" y="98400"/>
                </a:lnTo>
                <a:lnTo>
                  <a:pt x="101245" y="98621"/>
                </a:lnTo>
                <a:lnTo>
                  <a:pt x="101750" y="98832"/>
                </a:lnTo>
                <a:lnTo>
                  <a:pt x="102263" y="99033"/>
                </a:lnTo>
                <a:lnTo>
                  <a:pt x="102787" y="99223"/>
                </a:lnTo>
                <a:lnTo>
                  <a:pt x="103320" y="99403"/>
                </a:lnTo>
                <a:lnTo>
                  <a:pt x="103863" y="99573"/>
                </a:lnTo>
                <a:lnTo>
                  <a:pt x="104415" y="99733"/>
                </a:lnTo>
                <a:lnTo>
                  <a:pt x="104977" y="99882"/>
                </a:lnTo>
                <a:lnTo>
                  <a:pt x="105548" y="100021"/>
                </a:lnTo>
                <a:lnTo>
                  <a:pt x="106129" y="100149"/>
                </a:lnTo>
                <a:lnTo>
                  <a:pt x="106720" y="100268"/>
                </a:lnTo>
                <a:lnTo>
                  <a:pt x="107320" y="100376"/>
                </a:lnTo>
                <a:lnTo>
                  <a:pt x="107929" y="100474"/>
                </a:lnTo>
                <a:lnTo>
                  <a:pt x="108549" y="100561"/>
                </a:lnTo>
                <a:lnTo>
                  <a:pt x="109177" y="100638"/>
                </a:lnTo>
                <a:lnTo>
                  <a:pt x="109816" y="100705"/>
                </a:lnTo>
                <a:lnTo>
                  <a:pt x="110464" y="100762"/>
                </a:lnTo>
                <a:lnTo>
                  <a:pt x="111121" y="100808"/>
                </a:lnTo>
                <a:lnTo>
                  <a:pt x="111788" y="100844"/>
                </a:lnTo>
                <a:lnTo>
                  <a:pt x="112465" y="100870"/>
                </a:lnTo>
                <a:lnTo>
                  <a:pt x="113151" y="100885"/>
                </a:lnTo>
                <a:lnTo>
                  <a:pt x="113846" y="100890"/>
                </a:lnTo>
                <a:lnTo>
                  <a:pt x="114235" y="100888"/>
                </a:lnTo>
                <a:lnTo>
                  <a:pt x="114621" y="100883"/>
                </a:lnTo>
                <a:close/>
                <a:moveTo>
                  <a:pt x="114866" y="91094"/>
                </a:moveTo>
                <a:lnTo>
                  <a:pt x="114487" y="91081"/>
                </a:lnTo>
                <a:lnTo>
                  <a:pt x="114113" y="91062"/>
                </a:lnTo>
                <a:lnTo>
                  <a:pt x="113743" y="91039"/>
                </a:lnTo>
                <a:lnTo>
                  <a:pt x="113377" y="91010"/>
                </a:lnTo>
                <a:lnTo>
                  <a:pt x="113016" y="90976"/>
                </a:lnTo>
                <a:lnTo>
                  <a:pt x="112660" y="90936"/>
                </a:lnTo>
                <a:lnTo>
                  <a:pt x="112308" y="90892"/>
                </a:lnTo>
                <a:lnTo>
                  <a:pt x="111961" y="90842"/>
                </a:lnTo>
                <a:lnTo>
                  <a:pt x="111618" y="90786"/>
                </a:lnTo>
                <a:lnTo>
                  <a:pt x="111280" y="90726"/>
                </a:lnTo>
                <a:lnTo>
                  <a:pt x="110946" y="90660"/>
                </a:lnTo>
                <a:lnTo>
                  <a:pt x="110617" y="90589"/>
                </a:lnTo>
                <a:lnTo>
                  <a:pt x="110292" y="90513"/>
                </a:lnTo>
                <a:lnTo>
                  <a:pt x="109972" y="90431"/>
                </a:lnTo>
                <a:lnTo>
                  <a:pt x="109657" y="90345"/>
                </a:lnTo>
                <a:lnTo>
                  <a:pt x="109346" y="90253"/>
                </a:lnTo>
                <a:lnTo>
                  <a:pt x="109039" y="90155"/>
                </a:lnTo>
                <a:lnTo>
                  <a:pt x="108737" y="90053"/>
                </a:lnTo>
                <a:lnTo>
                  <a:pt x="108440" y="89945"/>
                </a:lnTo>
                <a:lnTo>
                  <a:pt x="108147" y="89832"/>
                </a:lnTo>
                <a:lnTo>
                  <a:pt x="107859" y="89714"/>
                </a:lnTo>
                <a:lnTo>
                  <a:pt x="107575" y="89590"/>
                </a:lnTo>
                <a:lnTo>
                  <a:pt x="107297" y="89462"/>
                </a:lnTo>
                <a:lnTo>
                  <a:pt x="107024" y="89329"/>
                </a:lnTo>
                <a:lnTo>
                  <a:pt x="106757" y="89192"/>
                </a:lnTo>
                <a:lnTo>
                  <a:pt x="106496" y="89050"/>
                </a:lnTo>
                <a:lnTo>
                  <a:pt x="106240" y="88905"/>
                </a:lnTo>
                <a:lnTo>
                  <a:pt x="105991" y="88755"/>
                </a:lnTo>
                <a:lnTo>
                  <a:pt x="105747" y="88600"/>
                </a:lnTo>
                <a:lnTo>
                  <a:pt x="105508" y="88441"/>
                </a:lnTo>
                <a:lnTo>
                  <a:pt x="105276" y="88279"/>
                </a:lnTo>
                <a:lnTo>
                  <a:pt x="105049" y="88111"/>
                </a:lnTo>
                <a:lnTo>
                  <a:pt x="104828" y="87940"/>
                </a:lnTo>
                <a:lnTo>
                  <a:pt x="104613" y="87764"/>
                </a:lnTo>
                <a:lnTo>
                  <a:pt x="104403" y="87583"/>
                </a:lnTo>
                <a:lnTo>
                  <a:pt x="104199" y="87399"/>
                </a:lnTo>
                <a:lnTo>
                  <a:pt x="104001" y="87210"/>
                </a:lnTo>
                <a:lnTo>
                  <a:pt x="103809" y="87017"/>
                </a:lnTo>
                <a:lnTo>
                  <a:pt x="103622" y="86820"/>
                </a:lnTo>
                <a:lnTo>
                  <a:pt x="103442" y="86618"/>
                </a:lnTo>
                <a:lnTo>
                  <a:pt x="103267" y="86412"/>
                </a:lnTo>
                <a:lnTo>
                  <a:pt x="103097" y="86201"/>
                </a:lnTo>
                <a:lnTo>
                  <a:pt x="102934" y="85987"/>
                </a:lnTo>
                <a:lnTo>
                  <a:pt x="102776" y="85768"/>
                </a:lnTo>
                <a:lnTo>
                  <a:pt x="102623" y="85544"/>
                </a:lnTo>
                <a:lnTo>
                  <a:pt x="102477" y="85317"/>
                </a:lnTo>
                <a:lnTo>
                  <a:pt x="102337" y="85085"/>
                </a:lnTo>
                <a:lnTo>
                  <a:pt x="102202" y="84851"/>
                </a:lnTo>
                <a:lnTo>
                  <a:pt x="102073" y="84612"/>
                </a:lnTo>
                <a:lnTo>
                  <a:pt x="101951" y="84371"/>
                </a:lnTo>
                <a:lnTo>
                  <a:pt x="101834" y="84126"/>
                </a:lnTo>
                <a:lnTo>
                  <a:pt x="101724" y="83878"/>
                </a:lnTo>
                <a:lnTo>
                  <a:pt x="101619" y="83626"/>
                </a:lnTo>
                <a:lnTo>
                  <a:pt x="101520" y="83372"/>
                </a:lnTo>
                <a:lnTo>
                  <a:pt x="101427" y="83113"/>
                </a:lnTo>
                <a:lnTo>
                  <a:pt x="101341" y="82852"/>
                </a:lnTo>
                <a:lnTo>
                  <a:pt x="101260" y="82587"/>
                </a:lnTo>
                <a:lnTo>
                  <a:pt x="101185" y="82319"/>
                </a:lnTo>
                <a:lnTo>
                  <a:pt x="101116" y="82047"/>
                </a:lnTo>
                <a:lnTo>
                  <a:pt x="101054" y="81772"/>
                </a:lnTo>
                <a:lnTo>
                  <a:pt x="100997" y="81494"/>
                </a:lnTo>
                <a:lnTo>
                  <a:pt x="100946" y="81212"/>
                </a:lnTo>
                <a:lnTo>
                  <a:pt x="100901" y="80927"/>
                </a:lnTo>
                <a:lnTo>
                  <a:pt x="100862" y="80639"/>
                </a:lnTo>
                <a:lnTo>
                  <a:pt x="100829" y="80348"/>
                </a:lnTo>
                <a:lnTo>
                  <a:pt x="100802" y="80053"/>
                </a:lnTo>
                <a:lnTo>
                  <a:pt x="100782" y="79754"/>
                </a:lnTo>
                <a:lnTo>
                  <a:pt x="100767" y="79453"/>
                </a:lnTo>
                <a:lnTo>
                  <a:pt x="100758" y="79148"/>
                </a:lnTo>
                <a:lnTo>
                  <a:pt x="100755" y="78839"/>
                </a:lnTo>
                <a:lnTo>
                  <a:pt x="100758" y="78542"/>
                </a:lnTo>
                <a:lnTo>
                  <a:pt x="100767" y="78247"/>
                </a:lnTo>
                <a:lnTo>
                  <a:pt x="100783" y="77955"/>
                </a:lnTo>
                <a:lnTo>
                  <a:pt x="100804" y="77666"/>
                </a:lnTo>
                <a:lnTo>
                  <a:pt x="100832" y="77379"/>
                </a:lnTo>
                <a:lnTo>
                  <a:pt x="100866" y="77095"/>
                </a:lnTo>
                <a:lnTo>
                  <a:pt x="100907" y="76813"/>
                </a:lnTo>
                <a:lnTo>
                  <a:pt x="100953" y="76534"/>
                </a:lnTo>
                <a:lnTo>
                  <a:pt x="101006" y="76258"/>
                </a:lnTo>
                <a:lnTo>
                  <a:pt x="101065" y="75985"/>
                </a:lnTo>
                <a:lnTo>
                  <a:pt x="101131" y="75714"/>
                </a:lnTo>
                <a:lnTo>
                  <a:pt x="101202" y="75445"/>
                </a:lnTo>
                <a:lnTo>
                  <a:pt x="101280" y="75180"/>
                </a:lnTo>
                <a:lnTo>
                  <a:pt x="101364" y="74917"/>
                </a:lnTo>
                <a:lnTo>
                  <a:pt x="101454" y="74656"/>
                </a:lnTo>
                <a:lnTo>
                  <a:pt x="101550" y="74398"/>
                </a:lnTo>
                <a:lnTo>
                  <a:pt x="101653" y="74143"/>
                </a:lnTo>
                <a:lnTo>
                  <a:pt x="101761" y="73891"/>
                </a:lnTo>
                <a:lnTo>
                  <a:pt x="101876" y="73641"/>
                </a:lnTo>
                <a:lnTo>
                  <a:pt x="101998" y="73394"/>
                </a:lnTo>
                <a:lnTo>
                  <a:pt x="102125" y="73149"/>
                </a:lnTo>
                <a:lnTo>
                  <a:pt x="102259" y="72907"/>
                </a:lnTo>
                <a:lnTo>
                  <a:pt x="102398" y="72668"/>
                </a:lnTo>
                <a:lnTo>
                  <a:pt x="102544" y="72431"/>
                </a:lnTo>
                <a:lnTo>
                  <a:pt x="102698" y="72198"/>
                </a:lnTo>
                <a:lnTo>
                  <a:pt x="102859" y="71969"/>
                </a:lnTo>
                <a:lnTo>
                  <a:pt x="103029" y="71744"/>
                </a:lnTo>
                <a:lnTo>
                  <a:pt x="103207" y="71523"/>
                </a:lnTo>
                <a:lnTo>
                  <a:pt x="103393" y="71307"/>
                </a:lnTo>
                <a:lnTo>
                  <a:pt x="103587" y="71095"/>
                </a:lnTo>
                <a:lnTo>
                  <a:pt x="103789" y="70888"/>
                </a:lnTo>
                <a:lnTo>
                  <a:pt x="103999" y="70684"/>
                </a:lnTo>
                <a:lnTo>
                  <a:pt x="104218" y="70486"/>
                </a:lnTo>
                <a:lnTo>
                  <a:pt x="104444" y="70291"/>
                </a:lnTo>
                <a:lnTo>
                  <a:pt x="104679" y="70101"/>
                </a:lnTo>
                <a:lnTo>
                  <a:pt x="104922" y="69915"/>
                </a:lnTo>
                <a:lnTo>
                  <a:pt x="105173" y="69733"/>
                </a:lnTo>
                <a:lnTo>
                  <a:pt x="105432" y="69556"/>
                </a:lnTo>
                <a:lnTo>
                  <a:pt x="105699" y="69382"/>
                </a:lnTo>
                <a:lnTo>
                  <a:pt x="105975" y="69214"/>
                </a:lnTo>
                <a:lnTo>
                  <a:pt x="106258" y="69049"/>
                </a:lnTo>
                <a:lnTo>
                  <a:pt x="106550" y="68889"/>
                </a:lnTo>
                <a:lnTo>
                  <a:pt x="106850" y="68733"/>
                </a:lnTo>
                <a:lnTo>
                  <a:pt x="107158" y="68582"/>
                </a:lnTo>
                <a:lnTo>
                  <a:pt x="107474" y="68435"/>
                </a:lnTo>
                <a:lnTo>
                  <a:pt x="107798" y="68292"/>
                </a:lnTo>
                <a:lnTo>
                  <a:pt x="108130" y="68153"/>
                </a:lnTo>
                <a:lnTo>
                  <a:pt x="108471" y="68019"/>
                </a:lnTo>
                <a:lnTo>
                  <a:pt x="108820" y="67889"/>
                </a:lnTo>
                <a:lnTo>
                  <a:pt x="109179" y="67765"/>
                </a:lnTo>
                <a:lnTo>
                  <a:pt x="109546" y="67647"/>
                </a:lnTo>
                <a:lnTo>
                  <a:pt x="109923" y="67534"/>
                </a:lnTo>
                <a:lnTo>
                  <a:pt x="110308" y="67427"/>
                </a:lnTo>
                <a:lnTo>
                  <a:pt x="110703" y="67325"/>
                </a:lnTo>
                <a:lnTo>
                  <a:pt x="111107" y="67229"/>
                </a:lnTo>
                <a:lnTo>
                  <a:pt x="111520" y="67138"/>
                </a:lnTo>
                <a:lnTo>
                  <a:pt x="111941" y="67052"/>
                </a:lnTo>
                <a:lnTo>
                  <a:pt x="112372" y="66973"/>
                </a:lnTo>
                <a:lnTo>
                  <a:pt x="112813" y="66898"/>
                </a:lnTo>
                <a:lnTo>
                  <a:pt x="113262" y="66829"/>
                </a:lnTo>
                <a:lnTo>
                  <a:pt x="113720" y="66766"/>
                </a:lnTo>
                <a:lnTo>
                  <a:pt x="114187" y="66708"/>
                </a:lnTo>
                <a:lnTo>
                  <a:pt x="114664" y="66656"/>
                </a:lnTo>
                <a:lnTo>
                  <a:pt x="115149" y="66609"/>
                </a:lnTo>
                <a:lnTo>
                  <a:pt x="115644" y="66568"/>
                </a:lnTo>
                <a:lnTo>
                  <a:pt x="116148" y="66532"/>
                </a:lnTo>
                <a:lnTo>
                  <a:pt x="116661" y="66502"/>
                </a:lnTo>
                <a:lnTo>
                  <a:pt x="117182" y="66477"/>
                </a:lnTo>
                <a:lnTo>
                  <a:pt x="117713" y="66458"/>
                </a:lnTo>
                <a:lnTo>
                  <a:pt x="118253" y="66444"/>
                </a:lnTo>
                <a:lnTo>
                  <a:pt x="118803" y="66436"/>
                </a:lnTo>
                <a:lnTo>
                  <a:pt x="119361" y="66433"/>
                </a:lnTo>
                <a:lnTo>
                  <a:pt x="136726" y="66433"/>
                </a:lnTo>
                <a:lnTo>
                  <a:pt x="136726" y="66847"/>
                </a:lnTo>
                <a:lnTo>
                  <a:pt x="136724" y="67237"/>
                </a:lnTo>
                <a:lnTo>
                  <a:pt x="136716" y="67625"/>
                </a:lnTo>
                <a:lnTo>
                  <a:pt x="136704" y="68012"/>
                </a:lnTo>
                <a:lnTo>
                  <a:pt x="136686" y="68398"/>
                </a:lnTo>
                <a:lnTo>
                  <a:pt x="136663" y="68782"/>
                </a:lnTo>
                <a:lnTo>
                  <a:pt x="136636" y="69164"/>
                </a:lnTo>
                <a:lnTo>
                  <a:pt x="136603" y="69546"/>
                </a:lnTo>
                <a:lnTo>
                  <a:pt x="136565" y="69925"/>
                </a:lnTo>
                <a:lnTo>
                  <a:pt x="136523" y="70304"/>
                </a:lnTo>
                <a:lnTo>
                  <a:pt x="136475" y="70680"/>
                </a:lnTo>
                <a:lnTo>
                  <a:pt x="136422" y="71056"/>
                </a:lnTo>
                <a:lnTo>
                  <a:pt x="136364" y="71430"/>
                </a:lnTo>
                <a:lnTo>
                  <a:pt x="136302" y="71803"/>
                </a:lnTo>
                <a:lnTo>
                  <a:pt x="136234" y="72174"/>
                </a:lnTo>
                <a:lnTo>
                  <a:pt x="136161" y="72543"/>
                </a:lnTo>
                <a:lnTo>
                  <a:pt x="136083" y="72912"/>
                </a:lnTo>
                <a:lnTo>
                  <a:pt x="136000" y="73279"/>
                </a:lnTo>
                <a:lnTo>
                  <a:pt x="135912" y="73644"/>
                </a:lnTo>
                <a:lnTo>
                  <a:pt x="135819" y="74008"/>
                </a:lnTo>
                <a:lnTo>
                  <a:pt x="135721" y="74371"/>
                </a:lnTo>
                <a:lnTo>
                  <a:pt x="135618" y="74732"/>
                </a:lnTo>
                <a:lnTo>
                  <a:pt x="135510" y="75091"/>
                </a:lnTo>
                <a:lnTo>
                  <a:pt x="135397" y="75450"/>
                </a:lnTo>
                <a:lnTo>
                  <a:pt x="135279" y="75806"/>
                </a:lnTo>
                <a:lnTo>
                  <a:pt x="135156" y="76161"/>
                </a:lnTo>
                <a:lnTo>
                  <a:pt x="135029" y="76513"/>
                </a:lnTo>
                <a:lnTo>
                  <a:pt x="134897" y="76863"/>
                </a:lnTo>
                <a:lnTo>
                  <a:pt x="134761" y="77209"/>
                </a:lnTo>
                <a:lnTo>
                  <a:pt x="134619" y="77553"/>
                </a:lnTo>
                <a:lnTo>
                  <a:pt x="134474" y="77895"/>
                </a:lnTo>
                <a:lnTo>
                  <a:pt x="134324" y="78234"/>
                </a:lnTo>
                <a:lnTo>
                  <a:pt x="134169" y="78570"/>
                </a:lnTo>
                <a:lnTo>
                  <a:pt x="134010" y="78904"/>
                </a:lnTo>
                <a:lnTo>
                  <a:pt x="133846" y="79235"/>
                </a:lnTo>
                <a:lnTo>
                  <a:pt x="133678" y="79563"/>
                </a:lnTo>
                <a:lnTo>
                  <a:pt x="133505" y="79889"/>
                </a:lnTo>
                <a:lnTo>
                  <a:pt x="133327" y="80212"/>
                </a:lnTo>
                <a:lnTo>
                  <a:pt x="133145" y="80533"/>
                </a:lnTo>
                <a:lnTo>
                  <a:pt x="132959" y="80851"/>
                </a:lnTo>
                <a:lnTo>
                  <a:pt x="132768" y="81166"/>
                </a:lnTo>
                <a:lnTo>
                  <a:pt x="132572" y="81479"/>
                </a:lnTo>
                <a:lnTo>
                  <a:pt x="132372" y="81789"/>
                </a:lnTo>
                <a:lnTo>
                  <a:pt x="132167" y="82096"/>
                </a:lnTo>
                <a:lnTo>
                  <a:pt x="131958" y="82401"/>
                </a:lnTo>
                <a:lnTo>
                  <a:pt x="131744" y="82703"/>
                </a:lnTo>
                <a:lnTo>
                  <a:pt x="131526" y="83003"/>
                </a:lnTo>
                <a:lnTo>
                  <a:pt x="131303" y="83300"/>
                </a:lnTo>
                <a:lnTo>
                  <a:pt x="131075" y="83594"/>
                </a:lnTo>
                <a:lnTo>
                  <a:pt x="130844" y="83885"/>
                </a:lnTo>
                <a:lnTo>
                  <a:pt x="130608" y="84169"/>
                </a:lnTo>
                <a:lnTo>
                  <a:pt x="130368" y="84449"/>
                </a:lnTo>
                <a:lnTo>
                  <a:pt x="130124" y="84724"/>
                </a:lnTo>
                <a:lnTo>
                  <a:pt x="129876" y="84993"/>
                </a:lnTo>
                <a:lnTo>
                  <a:pt x="129624" y="85257"/>
                </a:lnTo>
                <a:lnTo>
                  <a:pt x="129368" y="85515"/>
                </a:lnTo>
                <a:lnTo>
                  <a:pt x="129108" y="85769"/>
                </a:lnTo>
                <a:lnTo>
                  <a:pt x="128844" y="86017"/>
                </a:lnTo>
                <a:lnTo>
                  <a:pt x="128575" y="86260"/>
                </a:lnTo>
                <a:lnTo>
                  <a:pt x="128303" y="86497"/>
                </a:lnTo>
                <a:lnTo>
                  <a:pt x="128027" y="86730"/>
                </a:lnTo>
                <a:lnTo>
                  <a:pt x="127746" y="86957"/>
                </a:lnTo>
                <a:lnTo>
                  <a:pt x="127462" y="87178"/>
                </a:lnTo>
                <a:lnTo>
                  <a:pt x="127173" y="87395"/>
                </a:lnTo>
                <a:lnTo>
                  <a:pt x="126880" y="87606"/>
                </a:lnTo>
                <a:lnTo>
                  <a:pt x="126583" y="87812"/>
                </a:lnTo>
                <a:lnTo>
                  <a:pt x="126282" y="88013"/>
                </a:lnTo>
                <a:lnTo>
                  <a:pt x="125977" y="88208"/>
                </a:lnTo>
                <a:lnTo>
                  <a:pt x="125668" y="88398"/>
                </a:lnTo>
                <a:lnTo>
                  <a:pt x="125355" y="88583"/>
                </a:lnTo>
                <a:lnTo>
                  <a:pt x="125038" y="88763"/>
                </a:lnTo>
                <a:lnTo>
                  <a:pt x="124717" y="88937"/>
                </a:lnTo>
                <a:lnTo>
                  <a:pt x="124391" y="89107"/>
                </a:lnTo>
                <a:lnTo>
                  <a:pt x="124063" y="89270"/>
                </a:lnTo>
                <a:lnTo>
                  <a:pt x="123730" y="89426"/>
                </a:lnTo>
                <a:lnTo>
                  <a:pt x="123395" y="89575"/>
                </a:lnTo>
                <a:lnTo>
                  <a:pt x="123057" y="89717"/>
                </a:lnTo>
                <a:lnTo>
                  <a:pt x="122716" y="89852"/>
                </a:lnTo>
                <a:lnTo>
                  <a:pt x="122371" y="89981"/>
                </a:lnTo>
                <a:lnTo>
                  <a:pt x="122024" y="90102"/>
                </a:lnTo>
                <a:lnTo>
                  <a:pt x="121673" y="90217"/>
                </a:lnTo>
                <a:lnTo>
                  <a:pt x="121319" y="90324"/>
                </a:lnTo>
                <a:lnTo>
                  <a:pt x="120962" y="90425"/>
                </a:lnTo>
                <a:lnTo>
                  <a:pt x="120602" y="90518"/>
                </a:lnTo>
                <a:lnTo>
                  <a:pt x="120239" y="90605"/>
                </a:lnTo>
                <a:lnTo>
                  <a:pt x="119873" y="90685"/>
                </a:lnTo>
                <a:lnTo>
                  <a:pt x="119503" y="90758"/>
                </a:lnTo>
                <a:lnTo>
                  <a:pt x="119131" y="90824"/>
                </a:lnTo>
                <a:lnTo>
                  <a:pt x="118755" y="90882"/>
                </a:lnTo>
                <a:lnTo>
                  <a:pt x="118376" y="90935"/>
                </a:lnTo>
                <a:lnTo>
                  <a:pt x="117995" y="90980"/>
                </a:lnTo>
                <a:lnTo>
                  <a:pt x="117610" y="91018"/>
                </a:lnTo>
                <a:lnTo>
                  <a:pt x="117222" y="91049"/>
                </a:lnTo>
                <a:lnTo>
                  <a:pt x="116830" y="91073"/>
                </a:lnTo>
                <a:lnTo>
                  <a:pt x="116436" y="91091"/>
                </a:lnTo>
                <a:lnTo>
                  <a:pt x="116039" y="91101"/>
                </a:lnTo>
                <a:lnTo>
                  <a:pt x="115638" y="91104"/>
                </a:lnTo>
                <a:lnTo>
                  <a:pt x="115250" y="91102"/>
                </a:lnTo>
                <a:lnTo>
                  <a:pt x="114866" y="91094"/>
                </a:lnTo>
                <a:close/>
                <a:moveTo>
                  <a:pt x="338532" y="66804"/>
                </a:moveTo>
                <a:lnTo>
                  <a:pt x="338542" y="66647"/>
                </a:lnTo>
                <a:lnTo>
                  <a:pt x="338552" y="66491"/>
                </a:lnTo>
                <a:lnTo>
                  <a:pt x="338561" y="66337"/>
                </a:lnTo>
                <a:lnTo>
                  <a:pt x="338570" y="66184"/>
                </a:lnTo>
                <a:lnTo>
                  <a:pt x="338578" y="66033"/>
                </a:lnTo>
                <a:lnTo>
                  <a:pt x="338586" y="65883"/>
                </a:lnTo>
                <a:lnTo>
                  <a:pt x="338593" y="65734"/>
                </a:lnTo>
                <a:lnTo>
                  <a:pt x="338600" y="65587"/>
                </a:lnTo>
                <a:lnTo>
                  <a:pt x="338607" y="65442"/>
                </a:lnTo>
                <a:lnTo>
                  <a:pt x="338613" y="65297"/>
                </a:lnTo>
                <a:lnTo>
                  <a:pt x="338618" y="65154"/>
                </a:lnTo>
                <a:lnTo>
                  <a:pt x="338623" y="65013"/>
                </a:lnTo>
                <a:lnTo>
                  <a:pt x="338628" y="64873"/>
                </a:lnTo>
                <a:lnTo>
                  <a:pt x="338632" y="64735"/>
                </a:lnTo>
                <a:lnTo>
                  <a:pt x="338635" y="64597"/>
                </a:lnTo>
                <a:lnTo>
                  <a:pt x="338638" y="64462"/>
                </a:lnTo>
                <a:lnTo>
                  <a:pt x="338641" y="64328"/>
                </a:lnTo>
                <a:lnTo>
                  <a:pt x="338643" y="64195"/>
                </a:lnTo>
                <a:lnTo>
                  <a:pt x="338645" y="64063"/>
                </a:lnTo>
                <a:lnTo>
                  <a:pt x="338646" y="63933"/>
                </a:lnTo>
                <a:lnTo>
                  <a:pt x="338647" y="63805"/>
                </a:lnTo>
                <a:lnTo>
                  <a:pt x="338647" y="63678"/>
                </a:lnTo>
                <a:lnTo>
                  <a:pt x="338647" y="63552"/>
                </a:lnTo>
                <a:lnTo>
                  <a:pt x="338647" y="63426"/>
                </a:lnTo>
                <a:lnTo>
                  <a:pt x="338647" y="63301"/>
                </a:lnTo>
                <a:lnTo>
                  <a:pt x="338647" y="63176"/>
                </a:lnTo>
                <a:lnTo>
                  <a:pt x="338647" y="63052"/>
                </a:lnTo>
                <a:lnTo>
                  <a:pt x="338647" y="62928"/>
                </a:lnTo>
                <a:lnTo>
                  <a:pt x="338647" y="62805"/>
                </a:lnTo>
                <a:lnTo>
                  <a:pt x="338647" y="62682"/>
                </a:lnTo>
                <a:lnTo>
                  <a:pt x="338647" y="62560"/>
                </a:lnTo>
                <a:lnTo>
                  <a:pt x="338647" y="62438"/>
                </a:lnTo>
                <a:lnTo>
                  <a:pt x="338647" y="62317"/>
                </a:lnTo>
                <a:lnTo>
                  <a:pt x="338647" y="62196"/>
                </a:lnTo>
                <a:lnTo>
                  <a:pt x="338647" y="62075"/>
                </a:lnTo>
                <a:lnTo>
                  <a:pt x="338647" y="61955"/>
                </a:lnTo>
                <a:lnTo>
                  <a:pt x="338647" y="61836"/>
                </a:lnTo>
                <a:lnTo>
                  <a:pt x="338647" y="61717"/>
                </a:lnTo>
                <a:lnTo>
                  <a:pt x="338647" y="61598"/>
                </a:lnTo>
                <a:lnTo>
                  <a:pt x="338647" y="61480"/>
                </a:lnTo>
                <a:lnTo>
                  <a:pt x="338647" y="61363"/>
                </a:lnTo>
                <a:lnTo>
                  <a:pt x="338647" y="61246"/>
                </a:lnTo>
                <a:lnTo>
                  <a:pt x="338647" y="61129"/>
                </a:lnTo>
                <a:lnTo>
                  <a:pt x="338647" y="61013"/>
                </a:lnTo>
                <a:lnTo>
                  <a:pt x="338647" y="60897"/>
                </a:lnTo>
                <a:lnTo>
                  <a:pt x="338647" y="60782"/>
                </a:lnTo>
                <a:lnTo>
                  <a:pt x="338640" y="60049"/>
                </a:lnTo>
                <a:lnTo>
                  <a:pt x="338620" y="59322"/>
                </a:lnTo>
                <a:lnTo>
                  <a:pt x="338588" y="58599"/>
                </a:lnTo>
                <a:lnTo>
                  <a:pt x="338541" y="57882"/>
                </a:lnTo>
                <a:lnTo>
                  <a:pt x="338482" y="57170"/>
                </a:lnTo>
                <a:lnTo>
                  <a:pt x="338410" y="56462"/>
                </a:lnTo>
                <a:lnTo>
                  <a:pt x="338324" y="55760"/>
                </a:lnTo>
                <a:lnTo>
                  <a:pt x="338226" y="55062"/>
                </a:lnTo>
                <a:lnTo>
                  <a:pt x="338114" y="54370"/>
                </a:lnTo>
                <a:lnTo>
                  <a:pt x="337989" y="53683"/>
                </a:lnTo>
                <a:lnTo>
                  <a:pt x="337851" y="53000"/>
                </a:lnTo>
                <a:lnTo>
                  <a:pt x="337699" y="52323"/>
                </a:lnTo>
                <a:lnTo>
                  <a:pt x="337535" y="51651"/>
                </a:lnTo>
                <a:lnTo>
                  <a:pt x="337357" y="50984"/>
                </a:lnTo>
                <a:lnTo>
                  <a:pt x="337166" y="50322"/>
                </a:lnTo>
                <a:lnTo>
                  <a:pt x="336962" y="49664"/>
                </a:lnTo>
                <a:lnTo>
                  <a:pt x="336745" y="49012"/>
                </a:lnTo>
                <a:lnTo>
                  <a:pt x="336515" y="48365"/>
                </a:lnTo>
                <a:lnTo>
                  <a:pt x="336272" y="47723"/>
                </a:lnTo>
                <a:lnTo>
                  <a:pt x="336015" y="47086"/>
                </a:lnTo>
                <a:lnTo>
                  <a:pt x="335745" y="46454"/>
                </a:lnTo>
                <a:lnTo>
                  <a:pt x="335462" y="45827"/>
                </a:lnTo>
                <a:lnTo>
                  <a:pt x="335166" y="45205"/>
                </a:lnTo>
                <a:lnTo>
                  <a:pt x="334857" y="44588"/>
                </a:lnTo>
                <a:lnTo>
                  <a:pt x="334535" y="43978"/>
                </a:lnTo>
                <a:lnTo>
                  <a:pt x="334202" y="43379"/>
                </a:lnTo>
                <a:lnTo>
                  <a:pt x="333858" y="42789"/>
                </a:lnTo>
                <a:lnTo>
                  <a:pt x="333502" y="42209"/>
                </a:lnTo>
                <a:lnTo>
                  <a:pt x="333134" y="41638"/>
                </a:lnTo>
                <a:lnTo>
                  <a:pt x="332755" y="41078"/>
                </a:lnTo>
                <a:lnTo>
                  <a:pt x="332365" y="40527"/>
                </a:lnTo>
                <a:lnTo>
                  <a:pt x="331963" y="39986"/>
                </a:lnTo>
                <a:lnTo>
                  <a:pt x="331549" y="39455"/>
                </a:lnTo>
                <a:lnTo>
                  <a:pt x="331124" y="38934"/>
                </a:lnTo>
                <a:lnTo>
                  <a:pt x="330688" y="38422"/>
                </a:lnTo>
                <a:lnTo>
                  <a:pt x="330240" y="37921"/>
                </a:lnTo>
                <a:lnTo>
                  <a:pt x="329781" y="37429"/>
                </a:lnTo>
                <a:lnTo>
                  <a:pt x="329310" y="36947"/>
                </a:lnTo>
                <a:lnTo>
                  <a:pt x="328827" y="36474"/>
                </a:lnTo>
                <a:lnTo>
                  <a:pt x="328334" y="36012"/>
                </a:lnTo>
                <a:lnTo>
                  <a:pt x="327828" y="35559"/>
                </a:lnTo>
                <a:lnTo>
                  <a:pt x="327311" y="35116"/>
                </a:lnTo>
                <a:lnTo>
                  <a:pt x="326783" y="34683"/>
                </a:lnTo>
                <a:lnTo>
                  <a:pt x="326243" y="34260"/>
                </a:lnTo>
                <a:lnTo>
                  <a:pt x="325692" y="33847"/>
                </a:lnTo>
                <a:lnTo>
                  <a:pt x="325129" y="33443"/>
                </a:lnTo>
                <a:lnTo>
                  <a:pt x="324555" y="33049"/>
                </a:lnTo>
                <a:lnTo>
                  <a:pt x="323969" y="32665"/>
                </a:lnTo>
                <a:lnTo>
                  <a:pt x="323372" y="32294"/>
                </a:lnTo>
                <a:lnTo>
                  <a:pt x="322765" y="31939"/>
                </a:lnTo>
                <a:lnTo>
                  <a:pt x="322146" y="31599"/>
                </a:lnTo>
                <a:lnTo>
                  <a:pt x="321517" y="31275"/>
                </a:lnTo>
                <a:lnTo>
                  <a:pt x="320877" y="30967"/>
                </a:lnTo>
                <a:lnTo>
                  <a:pt x="320226" y="30675"/>
                </a:lnTo>
                <a:lnTo>
                  <a:pt x="319565" y="30399"/>
                </a:lnTo>
                <a:lnTo>
                  <a:pt x="318893" y="30138"/>
                </a:lnTo>
                <a:lnTo>
                  <a:pt x="318209" y="29893"/>
                </a:lnTo>
                <a:lnTo>
                  <a:pt x="317516" y="29664"/>
                </a:lnTo>
                <a:lnTo>
                  <a:pt x="316811" y="29451"/>
                </a:lnTo>
                <a:lnTo>
                  <a:pt x="316096" y="29254"/>
                </a:lnTo>
                <a:lnTo>
                  <a:pt x="315370" y="29072"/>
                </a:lnTo>
                <a:lnTo>
                  <a:pt x="314633" y="28906"/>
                </a:lnTo>
                <a:lnTo>
                  <a:pt x="313885" y="28756"/>
                </a:lnTo>
                <a:lnTo>
                  <a:pt x="313127" y="28622"/>
                </a:lnTo>
                <a:lnTo>
                  <a:pt x="312357" y="28503"/>
                </a:lnTo>
                <a:lnTo>
                  <a:pt x="311577" y="28401"/>
                </a:lnTo>
                <a:lnTo>
                  <a:pt x="310787" y="28314"/>
                </a:lnTo>
                <a:lnTo>
                  <a:pt x="309985" y="28243"/>
                </a:lnTo>
                <a:lnTo>
                  <a:pt x="309173" y="28188"/>
                </a:lnTo>
                <a:lnTo>
                  <a:pt x="308350" y="28148"/>
                </a:lnTo>
                <a:lnTo>
                  <a:pt x="307516" y="28124"/>
                </a:lnTo>
                <a:lnTo>
                  <a:pt x="306671" y="28116"/>
                </a:lnTo>
                <a:lnTo>
                  <a:pt x="305848" y="28124"/>
                </a:lnTo>
                <a:lnTo>
                  <a:pt x="305033" y="28148"/>
                </a:lnTo>
                <a:lnTo>
                  <a:pt x="304226" y="28188"/>
                </a:lnTo>
                <a:lnTo>
                  <a:pt x="303426" y="28243"/>
                </a:lnTo>
                <a:lnTo>
                  <a:pt x="302635" y="28314"/>
                </a:lnTo>
                <a:lnTo>
                  <a:pt x="301851" y="28401"/>
                </a:lnTo>
                <a:lnTo>
                  <a:pt x="301075" y="28503"/>
                </a:lnTo>
                <a:lnTo>
                  <a:pt x="300308" y="28622"/>
                </a:lnTo>
                <a:lnTo>
                  <a:pt x="299548" y="28756"/>
                </a:lnTo>
                <a:lnTo>
                  <a:pt x="298796" y="28906"/>
                </a:lnTo>
                <a:lnTo>
                  <a:pt x="298052" y="29072"/>
                </a:lnTo>
                <a:lnTo>
                  <a:pt x="297315" y="29254"/>
                </a:lnTo>
                <a:lnTo>
                  <a:pt x="296587" y="29451"/>
                </a:lnTo>
                <a:lnTo>
                  <a:pt x="295867" y="29664"/>
                </a:lnTo>
                <a:lnTo>
                  <a:pt x="295154" y="29893"/>
                </a:lnTo>
                <a:lnTo>
                  <a:pt x="294450" y="30138"/>
                </a:lnTo>
                <a:lnTo>
                  <a:pt x="293753" y="30399"/>
                </a:lnTo>
                <a:lnTo>
                  <a:pt x="293064" y="30675"/>
                </a:lnTo>
                <a:lnTo>
                  <a:pt x="292383" y="30967"/>
                </a:lnTo>
                <a:lnTo>
                  <a:pt x="291710" y="31275"/>
                </a:lnTo>
                <a:lnTo>
                  <a:pt x="291045" y="31599"/>
                </a:lnTo>
                <a:lnTo>
                  <a:pt x="290388" y="31939"/>
                </a:lnTo>
                <a:lnTo>
                  <a:pt x="289739" y="32294"/>
                </a:lnTo>
                <a:lnTo>
                  <a:pt x="289098" y="32665"/>
                </a:lnTo>
                <a:lnTo>
                  <a:pt x="288466" y="33051"/>
                </a:lnTo>
                <a:lnTo>
                  <a:pt x="287847" y="33449"/>
                </a:lnTo>
                <a:lnTo>
                  <a:pt x="287239" y="33859"/>
                </a:lnTo>
                <a:lnTo>
                  <a:pt x="286644" y="34281"/>
                </a:lnTo>
                <a:lnTo>
                  <a:pt x="286060" y="34716"/>
                </a:lnTo>
                <a:lnTo>
                  <a:pt x="285488" y="35164"/>
                </a:lnTo>
                <a:lnTo>
                  <a:pt x="284929" y="35624"/>
                </a:lnTo>
                <a:lnTo>
                  <a:pt x="284381" y="36096"/>
                </a:lnTo>
                <a:lnTo>
                  <a:pt x="283845" y="36581"/>
                </a:lnTo>
                <a:lnTo>
                  <a:pt x="283321" y="37078"/>
                </a:lnTo>
                <a:lnTo>
                  <a:pt x="282810" y="37588"/>
                </a:lnTo>
                <a:lnTo>
                  <a:pt x="282310" y="38110"/>
                </a:lnTo>
                <a:lnTo>
                  <a:pt x="281822" y="38645"/>
                </a:lnTo>
                <a:lnTo>
                  <a:pt x="281346" y="39192"/>
                </a:lnTo>
                <a:lnTo>
                  <a:pt x="280882" y="39752"/>
                </a:lnTo>
                <a:lnTo>
                  <a:pt x="280430" y="40324"/>
                </a:lnTo>
                <a:lnTo>
                  <a:pt x="279990" y="40908"/>
                </a:lnTo>
                <a:lnTo>
                  <a:pt x="279562" y="41505"/>
                </a:lnTo>
                <a:lnTo>
                  <a:pt x="279146" y="42114"/>
                </a:lnTo>
                <a:lnTo>
                  <a:pt x="278742" y="42736"/>
                </a:lnTo>
                <a:lnTo>
                  <a:pt x="278349" y="43370"/>
                </a:lnTo>
                <a:lnTo>
                  <a:pt x="277969" y="44017"/>
                </a:lnTo>
                <a:lnTo>
                  <a:pt x="277601" y="44676"/>
                </a:lnTo>
                <a:lnTo>
                  <a:pt x="277244" y="45347"/>
                </a:lnTo>
                <a:lnTo>
                  <a:pt x="276901" y="46030"/>
                </a:lnTo>
                <a:lnTo>
                  <a:pt x="276573" y="46722"/>
                </a:lnTo>
                <a:lnTo>
                  <a:pt x="276259" y="47425"/>
                </a:lnTo>
                <a:lnTo>
                  <a:pt x="275960" y="48138"/>
                </a:lnTo>
                <a:lnTo>
                  <a:pt x="275675" y="48861"/>
                </a:lnTo>
                <a:lnTo>
                  <a:pt x="275405" y="49593"/>
                </a:lnTo>
                <a:lnTo>
                  <a:pt x="275150" y="50336"/>
                </a:lnTo>
                <a:lnTo>
                  <a:pt x="274909" y="51089"/>
                </a:lnTo>
                <a:lnTo>
                  <a:pt x="274683" y="51852"/>
                </a:lnTo>
                <a:lnTo>
                  <a:pt x="274471" y="52625"/>
                </a:lnTo>
                <a:lnTo>
                  <a:pt x="274274" y="53409"/>
                </a:lnTo>
                <a:lnTo>
                  <a:pt x="274091" y="54202"/>
                </a:lnTo>
                <a:lnTo>
                  <a:pt x="273923" y="55005"/>
                </a:lnTo>
                <a:lnTo>
                  <a:pt x="273770" y="55818"/>
                </a:lnTo>
                <a:lnTo>
                  <a:pt x="273632" y="56642"/>
                </a:lnTo>
                <a:lnTo>
                  <a:pt x="273507" y="57475"/>
                </a:lnTo>
                <a:lnTo>
                  <a:pt x="273398" y="58319"/>
                </a:lnTo>
                <a:lnTo>
                  <a:pt x="273303" y="59172"/>
                </a:lnTo>
                <a:lnTo>
                  <a:pt x="273223" y="60036"/>
                </a:lnTo>
                <a:lnTo>
                  <a:pt x="273157" y="60909"/>
                </a:lnTo>
                <a:lnTo>
                  <a:pt x="273106" y="61793"/>
                </a:lnTo>
                <a:lnTo>
                  <a:pt x="273070" y="62687"/>
                </a:lnTo>
                <a:lnTo>
                  <a:pt x="273048" y="63591"/>
                </a:lnTo>
                <a:lnTo>
                  <a:pt x="273040" y="64504"/>
                </a:lnTo>
                <a:lnTo>
                  <a:pt x="273048" y="65407"/>
                </a:lnTo>
                <a:lnTo>
                  <a:pt x="273070" y="66300"/>
                </a:lnTo>
                <a:lnTo>
                  <a:pt x="273107" y="67184"/>
                </a:lnTo>
                <a:lnTo>
                  <a:pt x="273159" y="68059"/>
                </a:lnTo>
                <a:lnTo>
                  <a:pt x="273226" y="68924"/>
                </a:lnTo>
                <a:lnTo>
                  <a:pt x="273307" y="69780"/>
                </a:lnTo>
                <a:lnTo>
                  <a:pt x="273404" y="70627"/>
                </a:lnTo>
                <a:lnTo>
                  <a:pt x="273515" y="71465"/>
                </a:lnTo>
                <a:lnTo>
                  <a:pt x="273641" y="72293"/>
                </a:lnTo>
                <a:lnTo>
                  <a:pt x="273782" y="73111"/>
                </a:lnTo>
                <a:lnTo>
                  <a:pt x="273938" y="73921"/>
                </a:lnTo>
                <a:lnTo>
                  <a:pt x="274108" y="74721"/>
                </a:lnTo>
                <a:lnTo>
                  <a:pt x="274294" y="75512"/>
                </a:lnTo>
                <a:lnTo>
                  <a:pt x="274494" y="76293"/>
                </a:lnTo>
                <a:lnTo>
                  <a:pt x="274709" y="77065"/>
                </a:lnTo>
                <a:lnTo>
                  <a:pt x="274939" y="77828"/>
                </a:lnTo>
                <a:lnTo>
                  <a:pt x="275183" y="78581"/>
                </a:lnTo>
                <a:lnTo>
                  <a:pt x="275443" y="79325"/>
                </a:lnTo>
                <a:lnTo>
                  <a:pt x="275717" y="80060"/>
                </a:lnTo>
                <a:lnTo>
                  <a:pt x="276007" y="80786"/>
                </a:lnTo>
                <a:lnTo>
                  <a:pt x="276311" y="81502"/>
                </a:lnTo>
                <a:lnTo>
                  <a:pt x="276630" y="82209"/>
                </a:lnTo>
                <a:lnTo>
                  <a:pt x="276963" y="82906"/>
                </a:lnTo>
                <a:lnTo>
                  <a:pt x="277312" y="83594"/>
                </a:lnTo>
                <a:lnTo>
                  <a:pt x="277674" y="84271"/>
                </a:lnTo>
                <a:lnTo>
                  <a:pt x="278046" y="84936"/>
                </a:lnTo>
                <a:lnTo>
                  <a:pt x="278431" y="85587"/>
                </a:lnTo>
                <a:lnTo>
                  <a:pt x="278826" y="86226"/>
                </a:lnTo>
                <a:lnTo>
                  <a:pt x="279233" y="86853"/>
                </a:lnTo>
                <a:lnTo>
                  <a:pt x="279651" y="87466"/>
                </a:lnTo>
                <a:lnTo>
                  <a:pt x="280080" y="88067"/>
                </a:lnTo>
                <a:lnTo>
                  <a:pt x="280521" y="88655"/>
                </a:lnTo>
                <a:lnTo>
                  <a:pt x="280972" y="89231"/>
                </a:lnTo>
                <a:lnTo>
                  <a:pt x="281435" y="89794"/>
                </a:lnTo>
                <a:lnTo>
                  <a:pt x="281910" y="90344"/>
                </a:lnTo>
                <a:lnTo>
                  <a:pt x="282395" y="90882"/>
                </a:lnTo>
                <a:lnTo>
                  <a:pt x="282892" y="91406"/>
                </a:lnTo>
                <a:lnTo>
                  <a:pt x="283400" y="91919"/>
                </a:lnTo>
                <a:lnTo>
                  <a:pt x="283919" y="92418"/>
                </a:lnTo>
                <a:lnTo>
                  <a:pt x="284449" y="92905"/>
                </a:lnTo>
                <a:lnTo>
                  <a:pt x="284991" y="93379"/>
                </a:lnTo>
                <a:lnTo>
                  <a:pt x="285544" y="93841"/>
                </a:lnTo>
                <a:lnTo>
                  <a:pt x="286108" y="94289"/>
                </a:lnTo>
                <a:lnTo>
                  <a:pt x="286683" y="94726"/>
                </a:lnTo>
                <a:lnTo>
                  <a:pt x="287270" y="95149"/>
                </a:lnTo>
                <a:lnTo>
                  <a:pt x="287868" y="95560"/>
                </a:lnTo>
                <a:lnTo>
                  <a:pt x="288477" y="95958"/>
                </a:lnTo>
                <a:lnTo>
                  <a:pt x="289098" y="96343"/>
                </a:lnTo>
                <a:lnTo>
                  <a:pt x="289728" y="96714"/>
                </a:lnTo>
                <a:lnTo>
                  <a:pt x="290365" y="97070"/>
                </a:lnTo>
                <a:lnTo>
                  <a:pt x="291011" y="97409"/>
                </a:lnTo>
                <a:lnTo>
                  <a:pt x="291665" y="97733"/>
                </a:lnTo>
                <a:lnTo>
                  <a:pt x="292326" y="98041"/>
                </a:lnTo>
                <a:lnTo>
                  <a:pt x="292996" y="98333"/>
                </a:lnTo>
                <a:lnTo>
                  <a:pt x="293673" y="98609"/>
                </a:lnTo>
                <a:lnTo>
                  <a:pt x="294358" y="98869"/>
                </a:lnTo>
                <a:lnTo>
                  <a:pt x="295051" y="99114"/>
                </a:lnTo>
                <a:lnTo>
                  <a:pt x="295753" y="99343"/>
                </a:lnTo>
                <a:lnTo>
                  <a:pt x="296461" y="99556"/>
                </a:lnTo>
                <a:lnTo>
                  <a:pt x="297178" y="99754"/>
                </a:lnTo>
                <a:lnTo>
                  <a:pt x="297903" y="99935"/>
                </a:lnTo>
                <a:lnTo>
                  <a:pt x="298636" y="100101"/>
                </a:lnTo>
                <a:lnTo>
                  <a:pt x="299376" y="100251"/>
                </a:lnTo>
                <a:lnTo>
                  <a:pt x="300124" y="100385"/>
                </a:lnTo>
                <a:lnTo>
                  <a:pt x="300881" y="100503"/>
                </a:lnTo>
                <a:lnTo>
                  <a:pt x="301645" y="100606"/>
                </a:lnTo>
                <a:lnTo>
                  <a:pt x="302417" y="100693"/>
                </a:lnTo>
                <a:lnTo>
                  <a:pt x="303197" y="100764"/>
                </a:lnTo>
                <a:lnTo>
                  <a:pt x="303985" y="100819"/>
                </a:lnTo>
                <a:lnTo>
                  <a:pt x="304780" y="100859"/>
                </a:lnTo>
                <a:lnTo>
                  <a:pt x="305584" y="100882"/>
                </a:lnTo>
                <a:lnTo>
                  <a:pt x="306396" y="100890"/>
                </a:lnTo>
                <a:lnTo>
                  <a:pt x="307070" y="100885"/>
                </a:lnTo>
                <a:lnTo>
                  <a:pt x="307737" y="100871"/>
                </a:lnTo>
                <a:lnTo>
                  <a:pt x="308398" y="100846"/>
                </a:lnTo>
                <a:lnTo>
                  <a:pt x="309051" y="100812"/>
                </a:lnTo>
                <a:lnTo>
                  <a:pt x="309697" y="100768"/>
                </a:lnTo>
                <a:lnTo>
                  <a:pt x="310337" y="100714"/>
                </a:lnTo>
                <a:lnTo>
                  <a:pt x="310970" y="100650"/>
                </a:lnTo>
                <a:lnTo>
                  <a:pt x="311595" y="100576"/>
                </a:lnTo>
                <a:lnTo>
                  <a:pt x="312214" y="100493"/>
                </a:lnTo>
                <a:lnTo>
                  <a:pt x="312826" y="100400"/>
                </a:lnTo>
                <a:lnTo>
                  <a:pt x="313430" y="100297"/>
                </a:lnTo>
                <a:lnTo>
                  <a:pt x="314028" y="100184"/>
                </a:lnTo>
                <a:lnTo>
                  <a:pt x="314619" y="100062"/>
                </a:lnTo>
                <a:lnTo>
                  <a:pt x="315203" y="99929"/>
                </a:lnTo>
                <a:lnTo>
                  <a:pt x="315780" y="99787"/>
                </a:lnTo>
                <a:lnTo>
                  <a:pt x="316350" y="99635"/>
                </a:lnTo>
                <a:lnTo>
                  <a:pt x="316913" y="99473"/>
                </a:lnTo>
                <a:lnTo>
                  <a:pt x="317470" y="99301"/>
                </a:lnTo>
                <a:lnTo>
                  <a:pt x="318019" y="99120"/>
                </a:lnTo>
                <a:lnTo>
                  <a:pt x="318561" y="98929"/>
                </a:lnTo>
                <a:lnTo>
                  <a:pt x="319097" y="98728"/>
                </a:lnTo>
                <a:lnTo>
                  <a:pt x="319625" y="98517"/>
                </a:lnTo>
                <a:lnTo>
                  <a:pt x="320146" y="98296"/>
                </a:lnTo>
                <a:lnTo>
                  <a:pt x="320661" y="98066"/>
                </a:lnTo>
                <a:lnTo>
                  <a:pt x="321169" y="97827"/>
                </a:lnTo>
                <a:lnTo>
                  <a:pt x="321669" y="97580"/>
                </a:lnTo>
                <a:lnTo>
                  <a:pt x="322163" y="97326"/>
                </a:lnTo>
                <a:lnTo>
                  <a:pt x="322650" y="97064"/>
                </a:lnTo>
                <a:lnTo>
                  <a:pt x="323130" y="96795"/>
                </a:lnTo>
                <a:lnTo>
                  <a:pt x="323602" y="96519"/>
                </a:lnTo>
                <a:lnTo>
                  <a:pt x="324068" y="96235"/>
                </a:lnTo>
                <a:lnTo>
                  <a:pt x="324527" y="95944"/>
                </a:lnTo>
                <a:lnTo>
                  <a:pt x="324980" y="95646"/>
                </a:lnTo>
                <a:lnTo>
                  <a:pt x="325425" y="95340"/>
                </a:lnTo>
                <a:lnTo>
                  <a:pt x="325863" y="95026"/>
                </a:lnTo>
                <a:lnTo>
                  <a:pt x="326294" y="94706"/>
                </a:lnTo>
                <a:lnTo>
                  <a:pt x="326719" y="94377"/>
                </a:lnTo>
                <a:lnTo>
                  <a:pt x="327136" y="94042"/>
                </a:lnTo>
                <a:lnTo>
                  <a:pt x="327546" y="93699"/>
                </a:lnTo>
                <a:lnTo>
                  <a:pt x="327950" y="93348"/>
                </a:lnTo>
                <a:lnTo>
                  <a:pt x="328346" y="92990"/>
                </a:lnTo>
                <a:lnTo>
                  <a:pt x="328736" y="92625"/>
                </a:lnTo>
                <a:lnTo>
                  <a:pt x="329119" y="92253"/>
                </a:lnTo>
                <a:lnTo>
                  <a:pt x="329495" y="91872"/>
                </a:lnTo>
                <a:lnTo>
                  <a:pt x="329863" y="91485"/>
                </a:lnTo>
                <a:lnTo>
                  <a:pt x="330225" y="91090"/>
                </a:lnTo>
                <a:lnTo>
                  <a:pt x="330580" y="90688"/>
                </a:lnTo>
                <a:lnTo>
                  <a:pt x="330928" y="90278"/>
                </a:lnTo>
                <a:lnTo>
                  <a:pt x="331269" y="89862"/>
                </a:lnTo>
                <a:lnTo>
                  <a:pt x="331600" y="89442"/>
                </a:lnTo>
                <a:lnTo>
                  <a:pt x="331923" y="89018"/>
                </a:lnTo>
                <a:lnTo>
                  <a:pt x="332238" y="88590"/>
                </a:lnTo>
                <a:lnTo>
                  <a:pt x="332544" y="88157"/>
                </a:lnTo>
                <a:lnTo>
                  <a:pt x="332841" y="87720"/>
                </a:lnTo>
                <a:lnTo>
                  <a:pt x="333129" y="87278"/>
                </a:lnTo>
                <a:lnTo>
                  <a:pt x="333409" y="86833"/>
                </a:lnTo>
                <a:lnTo>
                  <a:pt x="333681" y="86383"/>
                </a:lnTo>
                <a:lnTo>
                  <a:pt x="333943" y="85928"/>
                </a:lnTo>
                <a:lnTo>
                  <a:pt x="334198" y="85470"/>
                </a:lnTo>
                <a:lnTo>
                  <a:pt x="334443" y="85007"/>
                </a:lnTo>
                <a:lnTo>
                  <a:pt x="334680" y="84539"/>
                </a:lnTo>
                <a:lnTo>
                  <a:pt x="334908" y="84068"/>
                </a:lnTo>
                <a:lnTo>
                  <a:pt x="335128" y="83592"/>
                </a:lnTo>
                <a:lnTo>
                  <a:pt x="335339" y="83112"/>
                </a:lnTo>
                <a:lnTo>
                  <a:pt x="335542" y="82627"/>
                </a:lnTo>
                <a:lnTo>
                  <a:pt x="335736" y="82138"/>
                </a:lnTo>
                <a:lnTo>
                  <a:pt x="335921" y="81645"/>
                </a:lnTo>
                <a:lnTo>
                  <a:pt x="336098" y="81148"/>
                </a:lnTo>
                <a:lnTo>
                  <a:pt x="336266" y="80646"/>
                </a:lnTo>
                <a:lnTo>
                  <a:pt x="336425" y="80140"/>
                </a:lnTo>
                <a:lnTo>
                  <a:pt x="336576" y="79629"/>
                </a:lnTo>
                <a:lnTo>
                  <a:pt x="336718" y="79115"/>
                </a:lnTo>
                <a:lnTo>
                  <a:pt x="325277" y="79115"/>
                </a:lnTo>
                <a:lnTo>
                  <a:pt x="325100" y="79570"/>
                </a:lnTo>
                <a:lnTo>
                  <a:pt x="324914" y="80018"/>
                </a:lnTo>
                <a:lnTo>
                  <a:pt x="324718" y="80457"/>
                </a:lnTo>
                <a:lnTo>
                  <a:pt x="324514" y="80889"/>
                </a:lnTo>
                <a:lnTo>
                  <a:pt x="324299" y="81313"/>
                </a:lnTo>
                <a:lnTo>
                  <a:pt x="324076" y="81729"/>
                </a:lnTo>
                <a:lnTo>
                  <a:pt x="323843" y="82137"/>
                </a:lnTo>
                <a:lnTo>
                  <a:pt x="323600" y="82537"/>
                </a:lnTo>
                <a:lnTo>
                  <a:pt x="323349" y="82929"/>
                </a:lnTo>
                <a:lnTo>
                  <a:pt x="323088" y="83314"/>
                </a:lnTo>
                <a:lnTo>
                  <a:pt x="322818" y="83690"/>
                </a:lnTo>
                <a:lnTo>
                  <a:pt x="322538" y="84059"/>
                </a:lnTo>
                <a:lnTo>
                  <a:pt x="322249" y="84419"/>
                </a:lnTo>
                <a:lnTo>
                  <a:pt x="321951" y="84772"/>
                </a:lnTo>
                <a:lnTo>
                  <a:pt x="321643" y="85117"/>
                </a:lnTo>
                <a:lnTo>
                  <a:pt x="321326" y="85454"/>
                </a:lnTo>
                <a:lnTo>
                  <a:pt x="321000" y="85783"/>
                </a:lnTo>
                <a:lnTo>
                  <a:pt x="320664" y="86104"/>
                </a:lnTo>
                <a:lnTo>
                  <a:pt x="320319" y="86418"/>
                </a:lnTo>
                <a:lnTo>
                  <a:pt x="319965" y="86723"/>
                </a:lnTo>
                <a:lnTo>
                  <a:pt x="319602" y="87020"/>
                </a:lnTo>
                <a:lnTo>
                  <a:pt x="319229" y="87310"/>
                </a:lnTo>
                <a:lnTo>
                  <a:pt x="318846" y="87592"/>
                </a:lnTo>
                <a:lnTo>
                  <a:pt x="318455" y="87866"/>
                </a:lnTo>
                <a:lnTo>
                  <a:pt x="318054" y="88130"/>
                </a:lnTo>
                <a:lnTo>
                  <a:pt x="317645" y="88383"/>
                </a:lnTo>
                <a:lnTo>
                  <a:pt x="317226" y="88625"/>
                </a:lnTo>
                <a:lnTo>
                  <a:pt x="316799" y="88855"/>
                </a:lnTo>
                <a:lnTo>
                  <a:pt x="316363" y="89075"/>
                </a:lnTo>
                <a:lnTo>
                  <a:pt x="315918" y="89283"/>
                </a:lnTo>
                <a:lnTo>
                  <a:pt x="315464" y="89479"/>
                </a:lnTo>
                <a:lnTo>
                  <a:pt x="315002" y="89665"/>
                </a:lnTo>
                <a:lnTo>
                  <a:pt x="314530" y="89839"/>
                </a:lnTo>
                <a:lnTo>
                  <a:pt x="314050" y="90002"/>
                </a:lnTo>
                <a:lnTo>
                  <a:pt x="313561" y="90154"/>
                </a:lnTo>
                <a:lnTo>
                  <a:pt x="313062" y="90295"/>
                </a:lnTo>
                <a:lnTo>
                  <a:pt x="312556" y="90424"/>
                </a:lnTo>
                <a:lnTo>
                  <a:pt x="312040" y="90542"/>
                </a:lnTo>
                <a:lnTo>
                  <a:pt x="311515" y="90649"/>
                </a:lnTo>
                <a:lnTo>
                  <a:pt x="310982" y="90745"/>
                </a:lnTo>
                <a:lnTo>
                  <a:pt x="310440" y="90829"/>
                </a:lnTo>
                <a:lnTo>
                  <a:pt x="309888" y="90902"/>
                </a:lnTo>
                <a:lnTo>
                  <a:pt x="309328" y="90964"/>
                </a:lnTo>
                <a:lnTo>
                  <a:pt x="308760" y="91015"/>
                </a:lnTo>
                <a:lnTo>
                  <a:pt x="308182" y="91054"/>
                </a:lnTo>
                <a:lnTo>
                  <a:pt x="307595" y="91082"/>
                </a:lnTo>
                <a:lnTo>
                  <a:pt x="307000" y="91099"/>
                </a:lnTo>
                <a:lnTo>
                  <a:pt x="306396" y="91104"/>
                </a:lnTo>
                <a:lnTo>
                  <a:pt x="305914" y="91099"/>
                </a:lnTo>
                <a:lnTo>
                  <a:pt x="305436" y="91084"/>
                </a:lnTo>
                <a:lnTo>
                  <a:pt x="304960" y="91059"/>
                </a:lnTo>
                <a:lnTo>
                  <a:pt x="304487" y="91024"/>
                </a:lnTo>
                <a:lnTo>
                  <a:pt x="304016" y="90979"/>
                </a:lnTo>
                <a:lnTo>
                  <a:pt x="303548" y="90924"/>
                </a:lnTo>
                <a:lnTo>
                  <a:pt x="303083" y="90858"/>
                </a:lnTo>
                <a:lnTo>
                  <a:pt x="302620" y="90783"/>
                </a:lnTo>
                <a:lnTo>
                  <a:pt x="302160" y="90698"/>
                </a:lnTo>
                <a:lnTo>
                  <a:pt x="301703" y="90602"/>
                </a:lnTo>
                <a:lnTo>
                  <a:pt x="301248" y="90497"/>
                </a:lnTo>
                <a:lnTo>
                  <a:pt x="300796" y="90381"/>
                </a:lnTo>
                <a:lnTo>
                  <a:pt x="300346" y="90255"/>
                </a:lnTo>
                <a:lnTo>
                  <a:pt x="299899" y="90120"/>
                </a:lnTo>
                <a:lnTo>
                  <a:pt x="299455" y="89974"/>
                </a:lnTo>
                <a:lnTo>
                  <a:pt x="299013" y="89818"/>
                </a:lnTo>
                <a:lnTo>
                  <a:pt x="298574" y="89653"/>
                </a:lnTo>
                <a:lnTo>
                  <a:pt x="298138" y="89477"/>
                </a:lnTo>
                <a:lnTo>
                  <a:pt x="297704" y="89291"/>
                </a:lnTo>
                <a:lnTo>
                  <a:pt x="297273" y="89095"/>
                </a:lnTo>
                <a:lnTo>
                  <a:pt x="296845" y="88889"/>
                </a:lnTo>
                <a:lnTo>
                  <a:pt x="296419" y="88673"/>
                </a:lnTo>
                <a:lnTo>
                  <a:pt x="295996" y="88447"/>
                </a:lnTo>
                <a:lnTo>
                  <a:pt x="295575" y="88211"/>
                </a:lnTo>
                <a:lnTo>
                  <a:pt x="295159" y="87964"/>
                </a:lnTo>
                <a:lnTo>
                  <a:pt x="294750" y="87708"/>
                </a:lnTo>
                <a:lnTo>
                  <a:pt x="294348" y="87442"/>
                </a:lnTo>
                <a:lnTo>
                  <a:pt x="293952" y="87166"/>
                </a:lnTo>
                <a:lnTo>
                  <a:pt x="293563" y="86879"/>
                </a:lnTo>
                <a:lnTo>
                  <a:pt x="293180" y="86583"/>
                </a:lnTo>
                <a:lnTo>
                  <a:pt x="292805" y="86276"/>
                </a:lnTo>
                <a:lnTo>
                  <a:pt x="292436" y="85960"/>
                </a:lnTo>
                <a:lnTo>
                  <a:pt x="292073" y="85633"/>
                </a:lnTo>
                <a:lnTo>
                  <a:pt x="291718" y="85297"/>
                </a:lnTo>
                <a:lnTo>
                  <a:pt x="291369" y="84950"/>
                </a:lnTo>
                <a:lnTo>
                  <a:pt x="291027" y="84593"/>
                </a:lnTo>
                <a:lnTo>
                  <a:pt x="290691" y="84227"/>
                </a:lnTo>
                <a:lnTo>
                  <a:pt x="290362" y="83850"/>
                </a:lnTo>
                <a:lnTo>
                  <a:pt x="290040" y="83463"/>
                </a:lnTo>
                <a:lnTo>
                  <a:pt x="289725" y="83066"/>
                </a:lnTo>
                <a:lnTo>
                  <a:pt x="289416" y="82659"/>
                </a:lnTo>
                <a:lnTo>
                  <a:pt x="289114" y="82242"/>
                </a:lnTo>
                <a:lnTo>
                  <a:pt x="288819" y="81815"/>
                </a:lnTo>
                <a:lnTo>
                  <a:pt x="288530" y="81378"/>
                </a:lnTo>
                <a:lnTo>
                  <a:pt x="288248" y="80931"/>
                </a:lnTo>
                <a:lnTo>
                  <a:pt x="287973" y="80474"/>
                </a:lnTo>
                <a:lnTo>
                  <a:pt x="287704" y="80006"/>
                </a:lnTo>
                <a:lnTo>
                  <a:pt x="287442" y="79529"/>
                </a:lnTo>
                <a:lnTo>
                  <a:pt x="287189" y="79042"/>
                </a:lnTo>
                <a:lnTo>
                  <a:pt x="286947" y="78545"/>
                </a:lnTo>
                <a:lnTo>
                  <a:pt x="286716" y="78038"/>
                </a:lnTo>
                <a:lnTo>
                  <a:pt x="286495" y="77523"/>
                </a:lnTo>
                <a:lnTo>
                  <a:pt x="286285" y="76997"/>
                </a:lnTo>
                <a:lnTo>
                  <a:pt x="286086" y="76462"/>
                </a:lnTo>
                <a:lnTo>
                  <a:pt x="285898" y="75917"/>
                </a:lnTo>
                <a:lnTo>
                  <a:pt x="285720" y="75363"/>
                </a:lnTo>
                <a:lnTo>
                  <a:pt x="285553" y="74799"/>
                </a:lnTo>
                <a:lnTo>
                  <a:pt x="285397" y="74226"/>
                </a:lnTo>
                <a:lnTo>
                  <a:pt x="285252" y="73643"/>
                </a:lnTo>
                <a:lnTo>
                  <a:pt x="285117" y="73050"/>
                </a:lnTo>
                <a:lnTo>
                  <a:pt x="284994" y="72448"/>
                </a:lnTo>
                <a:lnTo>
                  <a:pt x="284881" y="71837"/>
                </a:lnTo>
                <a:lnTo>
                  <a:pt x="284778" y="71215"/>
                </a:lnTo>
                <a:lnTo>
                  <a:pt x="284687" y="70585"/>
                </a:lnTo>
                <a:lnTo>
                  <a:pt x="284606" y="69944"/>
                </a:lnTo>
                <a:lnTo>
                  <a:pt x="284536" y="69294"/>
                </a:lnTo>
                <a:lnTo>
                  <a:pt x="284477" y="68635"/>
                </a:lnTo>
                <a:lnTo>
                  <a:pt x="284429" y="67966"/>
                </a:lnTo>
                <a:lnTo>
                  <a:pt x="284391" y="67287"/>
                </a:lnTo>
                <a:lnTo>
                  <a:pt x="284384" y="67123"/>
                </a:lnTo>
                <a:lnTo>
                  <a:pt x="338510" y="67123"/>
                </a:lnTo>
                <a:lnTo>
                  <a:pt x="338521" y="66963"/>
                </a:lnTo>
                <a:lnTo>
                  <a:pt x="338532" y="66804"/>
                </a:lnTo>
                <a:close/>
                <a:moveTo>
                  <a:pt x="284600" y="57049"/>
                </a:moveTo>
                <a:lnTo>
                  <a:pt x="284679" y="56473"/>
                </a:lnTo>
                <a:lnTo>
                  <a:pt x="284769" y="55905"/>
                </a:lnTo>
                <a:lnTo>
                  <a:pt x="284869" y="55346"/>
                </a:lnTo>
                <a:lnTo>
                  <a:pt x="284980" y="54795"/>
                </a:lnTo>
                <a:lnTo>
                  <a:pt x="285101" y="54254"/>
                </a:lnTo>
                <a:lnTo>
                  <a:pt x="285232" y="53721"/>
                </a:lnTo>
                <a:lnTo>
                  <a:pt x="285374" y="53198"/>
                </a:lnTo>
                <a:lnTo>
                  <a:pt x="285527" y="52683"/>
                </a:lnTo>
                <a:lnTo>
                  <a:pt x="285690" y="52177"/>
                </a:lnTo>
                <a:lnTo>
                  <a:pt x="285864" y="51680"/>
                </a:lnTo>
                <a:lnTo>
                  <a:pt x="286048" y="51191"/>
                </a:lnTo>
                <a:lnTo>
                  <a:pt x="286243" y="50712"/>
                </a:lnTo>
                <a:lnTo>
                  <a:pt x="286448" y="50241"/>
                </a:lnTo>
                <a:lnTo>
                  <a:pt x="286664" y="49779"/>
                </a:lnTo>
                <a:lnTo>
                  <a:pt x="286891" y="49326"/>
                </a:lnTo>
                <a:lnTo>
                  <a:pt x="287128" y="48882"/>
                </a:lnTo>
                <a:lnTo>
                  <a:pt x="287375" y="48447"/>
                </a:lnTo>
                <a:lnTo>
                  <a:pt x="287631" y="48021"/>
                </a:lnTo>
                <a:lnTo>
                  <a:pt x="287894" y="47603"/>
                </a:lnTo>
                <a:lnTo>
                  <a:pt x="288165" y="47194"/>
                </a:lnTo>
                <a:lnTo>
                  <a:pt x="288442" y="46793"/>
                </a:lnTo>
                <a:lnTo>
                  <a:pt x="288725" y="46401"/>
                </a:lnTo>
                <a:lnTo>
                  <a:pt x="289016" y="46018"/>
                </a:lnTo>
                <a:lnTo>
                  <a:pt x="289314" y="45643"/>
                </a:lnTo>
                <a:lnTo>
                  <a:pt x="289619" y="45277"/>
                </a:lnTo>
                <a:lnTo>
                  <a:pt x="289931" y="44919"/>
                </a:lnTo>
                <a:lnTo>
                  <a:pt x="290249" y="44570"/>
                </a:lnTo>
                <a:lnTo>
                  <a:pt x="290575" y="44230"/>
                </a:lnTo>
                <a:lnTo>
                  <a:pt x="290907" y="43898"/>
                </a:lnTo>
                <a:lnTo>
                  <a:pt x="291247" y="43575"/>
                </a:lnTo>
                <a:lnTo>
                  <a:pt x="291593" y="43261"/>
                </a:lnTo>
                <a:lnTo>
                  <a:pt x="291946" y="42955"/>
                </a:lnTo>
                <a:lnTo>
                  <a:pt x="292307" y="42658"/>
                </a:lnTo>
                <a:lnTo>
                  <a:pt x="292674" y="42369"/>
                </a:lnTo>
                <a:lnTo>
                  <a:pt x="293048" y="42089"/>
                </a:lnTo>
                <a:lnTo>
                  <a:pt x="293429" y="41818"/>
                </a:lnTo>
                <a:lnTo>
                  <a:pt x="293817" y="41555"/>
                </a:lnTo>
                <a:lnTo>
                  <a:pt x="294212" y="41301"/>
                </a:lnTo>
                <a:lnTo>
                  <a:pt x="294614" y="41055"/>
                </a:lnTo>
                <a:lnTo>
                  <a:pt x="295023" y="40818"/>
                </a:lnTo>
                <a:lnTo>
                  <a:pt x="295438" y="40590"/>
                </a:lnTo>
                <a:lnTo>
                  <a:pt x="295859" y="40371"/>
                </a:lnTo>
                <a:lnTo>
                  <a:pt x="296283" y="40161"/>
                </a:lnTo>
                <a:lnTo>
                  <a:pt x="296710" y="39960"/>
                </a:lnTo>
                <a:lnTo>
                  <a:pt x="297140" y="39769"/>
                </a:lnTo>
                <a:lnTo>
                  <a:pt x="297573" y="39587"/>
                </a:lnTo>
                <a:lnTo>
                  <a:pt x="298010" y="39414"/>
                </a:lnTo>
                <a:lnTo>
                  <a:pt x="298449" y="39251"/>
                </a:lnTo>
                <a:lnTo>
                  <a:pt x="298892" y="39097"/>
                </a:lnTo>
                <a:lnTo>
                  <a:pt x="299337" y="38952"/>
                </a:lnTo>
                <a:lnTo>
                  <a:pt x="299786" y="38817"/>
                </a:lnTo>
                <a:lnTo>
                  <a:pt x="300238" y="38691"/>
                </a:lnTo>
                <a:lnTo>
                  <a:pt x="300693" y="38574"/>
                </a:lnTo>
                <a:lnTo>
                  <a:pt x="301151" y="38467"/>
                </a:lnTo>
                <a:lnTo>
                  <a:pt x="301612" y="38369"/>
                </a:lnTo>
                <a:lnTo>
                  <a:pt x="302077" y="38280"/>
                </a:lnTo>
                <a:lnTo>
                  <a:pt x="302544" y="38201"/>
                </a:lnTo>
                <a:lnTo>
                  <a:pt x="303015" y="38131"/>
                </a:lnTo>
                <a:lnTo>
                  <a:pt x="303488" y="38070"/>
                </a:lnTo>
                <a:lnTo>
                  <a:pt x="303965" y="38019"/>
                </a:lnTo>
                <a:lnTo>
                  <a:pt x="304445" y="37977"/>
                </a:lnTo>
                <a:lnTo>
                  <a:pt x="304928" y="37944"/>
                </a:lnTo>
                <a:lnTo>
                  <a:pt x="305414" y="37921"/>
                </a:lnTo>
                <a:lnTo>
                  <a:pt x="305903" y="37907"/>
                </a:lnTo>
                <a:lnTo>
                  <a:pt x="306396" y="37902"/>
                </a:lnTo>
                <a:lnTo>
                  <a:pt x="307126" y="37912"/>
                </a:lnTo>
                <a:lnTo>
                  <a:pt x="307845" y="37940"/>
                </a:lnTo>
                <a:lnTo>
                  <a:pt x="308554" y="37986"/>
                </a:lnTo>
                <a:lnTo>
                  <a:pt x="309253" y="38052"/>
                </a:lnTo>
                <a:lnTo>
                  <a:pt x="309942" y="38136"/>
                </a:lnTo>
                <a:lnTo>
                  <a:pt x="310621" y="38238"/>
                </a:lnTo>
                <a:lnTo>
                  <a:pt x="311289" y="38359"/>
                </a:lnTo>
                <a:lnTo>
                  <a:pt x="311947" y="38499"/>
                </a:lnTo>
                <a:lnTo>
                  <a:pt x="312594" y="38658"/>
                </a:lnTo>
                <a:lnTo>
                  <a:pt x="313232" y="38835"/>
                </a:lnTo>
                <a:lnTo>
                  <a:pt x="313859" y="39031"/>
                </a:lnTo>
                <a:lnTo>
                  <a:pt x="314475" y="39246"/>
                </a:lnTo>
                <a:lnTo>
                  <a:pt x="315082" y="39479"/>
                </a:lnTo>
                <a:lnTo>
                  <a:pt x="315678" y="39731"/>
                </a:lnTo>
                <a:lnTo>
                  <a:pt x="316264" y="40002"/>
                </a:lnTo>
                <a:lnTo>
                  <a:pt x="316839" y="40291"/>
                </a:lnTo>
                <a:lnTo>
                  <a:pt x="317404" y="40599"/>
                </a:lnTo>
                <a:lnTo>
                  <a:pt x="317959" y="40926"/>
                </a:lnTo>
                <a:lnTo>
                  <a:pt x="318504" y="41271"/>
                </a:lnTo>
                <a:lnTo>
                  <a:pt x="319039" y="41635"/>
                </a:lnTo>
                <a:lnTo>
                  <a:pt x="319563" y="42018"/>
                </a:lnTo>
                <a:lnTo>
                  <a:pt x="320076" y="42419"/>
                </a:lnTo>
                <a:lnTo>
                  <a:pt x="320580" y="42839"/>
                </a:lnTo>
                <a:lnTo>
                  <a:pt x="321073" y="43278"/>
                </a:lnTo>
                <a:lnTo>
                  <a:pt x="321552" y="43733"/>
                </a:lnTo>
                <a:lnTo>
                  <a:pt x="322012" y="44202"/>
                </a:lnTo>
                <a:lnTo>
                  <a:pt x="322453" y="44686"/>
                </a:lnTo>
                <a:lnTo>
                  <a:pt x="322875" y="45184"/>
                </a:lnTo>
                <a:lnTo>
                  <a:pt x="323278" y="45697"/>
                </a:lnTo>
                <a:lnTo>
                  <a:pt x="323662" y="46224"/>
                </a:lnTo>
                <a:lnTo>
                  <a:pt x="324028" y="46765"/>
                </a:lnTo>
                <a:lnTo>
                  <a:pt x="324374" y="47321"/>
                </a:lnTo>
                <a:lnTo>
                  <a:pt x="324702" y="47891"/>
                </a:lnTo>
                <a:lnTo>
                  <a:pt x="325010" y="48475"/>
                </a:lnTo>
                <a:lnTo>
                  <a:pt x="325300" y="49074"/>
                </a:lnTo>
                <a:lnTo>
                  <a:pt x="325571" y="49687"/>
                </a:lnTo>
                <a:lnTo>
                  <a:pt x="325823" y="50314"/>
                </a:lnTo>
                <a:lnTo>
                  <a:pt x="326055" y="50956"/>
                </a:lnTo>
                <a:lnTo>
                  <a:pt x="326270" y="51612"/>
                </a:lnTo>
                <a:lnTo>
                  <a:pt x="326465" y="52283"/>
                </a:lnTo>
                <a:lnTo>
                  <a:pt x="326641" y="52968"/>
                </a:lnTo>
                <a:lnTo>
                  <a:pt x="326798" y="53667"/>
                </a:lnTo>
                <a:lnTo>
                  <a:pt x="326937" y="54380"/>
                </a:lnTo>
                <a:lnTo>
                  <a:pt x="327056" y="55108"/>
                </a:lnTo>
                <a:lnTo>
                  <a:pt x="327157" y="55851"/>
                </a:lnTo>
                <a:lnTo>
                  <a:pt x="327238" y="56607"/>
                </a:lnTo>
                <a:lnTo>
                  <a:pt x="327301" y="57378"/>
                </a:lnTo>
                <a:lnTo>
                  <a:pt x="327345" y="58164"/>
                </a:lnTo>
                <a:lnTo>
                  <a:pt x="284481" y="58164"/>
                </a:lnTo>
                <a:lnTo>
                  <a:pt x="284532" y="57635"/>
                </a:lnTo>
                <a:lnTo>
                  <a:pt x="284600" y="57049"/>
                </a:lnTo>
                <a:close/>
                <a:moveTo>
                  <a:pt x="224120" y="100833"/>
                </a:moveTo>
                <a:lnTo>
                  <a:pt x="224755" y="100789"/>
                </a:lnTo>
                <a:lnTo>
                  <a:pt x="225384" y="100732"/>
                </a:lnTo>
                <a:lnTo>
                  <a:pt x="226007" y="100662"/>
                </a:lnTo>
                <a:lnTo>
                  <a:pt x="226624" y="100580"/>
                </a:lnTo>
                <a:lnTo>
                  <a:pt x="227236" y="100485"/>
                </a:lnTo>
                <a:lnTo>
                  <a:pt x="227841" y="100377"/>
                </a:lnTo>
                <a:lnTo>
                  <a:pt x="228441" y="100256"/>
                </a:lnTo>
                <a:lnTo>
                  <a:pt x="229036" y="100123"/>
                </a:lnTo>
                <a:lnTo>
                  <a:pt x="229624" y="99978"/>
                </a:lnTo>
                <a:lnTo>
                  <a:pt x="230207" y="99819"/>
                </a:lnTo>
                <a:lnTo>
                  <a:pt x="230784" y="99648"/>
                </a:lnTo>
                <a:lnTo>
                  <a:pt x="231356" y="99464"/>
                </a:lnTo>
                <a:lnTo>
                  <a:pt x="231921" y="99268"/>
                </a:lnTo>
                <a:lnTo>
                  <a:pt x="232481" y="99058"/>
                </a:lnTo>
                <a:lnTo>
                  <a:pt x="233035" y="98837"/>
                </a:lnTo>
                <a:lnTo>
                  <a:pt x="233584" y="98602"/>
                </a:lnTo>
                <a:lnTo>
                  <a:pt x="234126" y="98355"/>
                </a:lnTo>
                <a:lnTo>
                  <a:pt x="234663" y="98095"/>
                </a:lnTo>
                <a:lnTo>
                  <a:pt x="235194" y="97822"/>
                </a:lnTo>
                <a:lnTo>
                  <a:pt x="235720" y="97537"/>
                </a:lnTo>
                <a:lnTo>
                  <a:pt x="236240" y="97239"/>
                </a:lnTo>
                <a:lnTo>
                  <a:pt x="236751" y="96930"/>
                </a:lnTo>
                <a:lnTo>
                  <a:pt x="237252" y="96611"/>
                </a:lnTo>
                <a:lnTo>
                  <a:pt x="237743" y="96282"/>
                </a:lnTo>
                <a:lnTo>
                  <a:pt x="238223" y="95943"/>
                </a:lnTo>
                <a:lnTo>
                  <a:pt x="238692" y="95595"/>
                </a:lnTo>
                <a:lnTo>
                  <a:pt x="239151" y="95236"/>
                </a:lnTo>
                <a:lnTo>
                  <a:pt x="239600" y="94868"/>
                </a:lnTo>
                <a:lnTo>
                  <a:pt x="240038" y="94490"/>
                </a:lnTo>
                <a:lnTo>
                  <a:pt x="240465" y="94102"/>
                </a:lnTo>
                <a:lnTo>
                  <a:pt x="240882" y="93705"/>
                </a:lnTo>
                <a:lnTo>
                  <a:pt x="241288" y="93297"/>
                </a:lnTo>
                <a:lnTo>
                  <a:pt x="241684" y="92880"/>
                </a:lnTo>
                <a:lnTo>
                  <a:pt x="242069" y="92453"/>
                </a:lnTo>
                <a:lnTo>
                  <a:pt x="242444" y="92016"/>
                </a:lnTo>
                <a:lnTo>
                  <a:pt x="242808" y="91570"/>
                </a:lnTo>
                <a:lnTo>
                  <a:pt x="243162" y="91113"/>
                </a:lnTo>
                <a:lnTo>
                  <a:pt x="243505" y="90647"/>
                </a:lnTo>
                <a:lnTo>
                  <a:pt x="243838" y="90171"/>
                </a:lnTo>
                <a:lnTo>
                  <a:pt x="244160" y="89685"/>
                </a:lnTo>
                <a:lnTo>
                  <a:pt x="244472" y="89189"/>
                </a:lnTo>
                <a:lnTo>
                  <a:pt x="244773" y="88684"/>
                </a:lnTo>
                <a:lnTo>
                  <a:pt x="245064" y="88169"/>
                </a:lnTo>
                <a:lnTo>
                  <a:pt x="245344" y="87643"/>
                </a:lnTo>
                <a:lnTo>
                  <a:pt x="245613" y="87109"/>
                </a:lnTo>
                <a:lnTo>
                  <a:pt x="246301" y="99237"/>
                </a:lnTo>
                <a:lnTo>
                  <a:pt x="256776" y="99237"/>
                </a:lnTo>
                <a:lnTo>
                  <a:pt x="256776" y="29772"/>
                </a:lnTo>
                <a:lnTo>
                  <a:pt x="245199" y="29772"/>
                </a:lnTo>
                <a:lnTo>
                  <a:pt x="245199" y="66986"/>
                </a:lnTo>
                <a:lnTo>
                  <a:pt x="245194" y="67625"/>
                </a:lnTo>
                <a:lnTo>
                  <a:pt x="245180" y="68256"/>
                </a:lnTo>
                <a:lnTo>
                  <a:pt x="245157" y="68878"/>
                </a:lnTo>
                <a:lnTo>
                  <a:pt x="245124" y="69492"/>
                </a:lnTo>
                <a:lnTo>
                  <a:pt x="245082" y="70097"/>
                </a:lnTo>
                <a:lnTo>
                  <a:pt x="245031" y="70694"/>
                </a:lnTo>
                <a:lnTo>
                  <a:pt x="244970" y="71283"/>
                </a:lnTo>
                <a:lnTo>
                  <a:pt x="244900" y="71864"/>
                </a:lnTo>
                <a:lnTo>
                  <a:pt x="244821" y="72436"/>
                </a:lnTo>
                <a:lnTo>
                  <a:pt x="244732" y="72999"/>
                </a:lnTo>
                <a:lnTo>
                  <a:pt x="244634" y="73555"/>
                </a:lnTo>
                <a:lnTo>
                  <a:pt x="244527" y="74101"/>
                </a:lnTo>
                <a:lnTo>
                  <a:pt x="244410" y="74640"/>
                </a:lnTo>
                <a:lnTo>
                  <a:pt x="244284" y="75170"/>
                </a:lnTo>
                <a:lnTo>
                  <a:pt x="244149" y="75692"/>
                </a:lnTo>
                <a:lnTo>
                  <a:pt x="244004" y="76205"/>
                </a:lnTo>
                <a:lnTo>
                  <a:pt x="243850" y="76710"/>
                </a:lnTo>
                <a:lnTo>
                  <a:pt x="243687" y="77207"/>
                </a:lnTo>
                <a:lnTo>
                  <a:pt x="243514" y="77695"/>
                </a:lnTo>
                <a:lnTo>
                  <a:pt x="243332" y="78175"/>
                </a:lnTo>
                <a:lnTo>
                  <a:pt x="243141" y="78646"/>
                </a:lnTo>
                <a:lnTo>
                  <a:pt x="242940" y="79109"/>
                </a:lnTo>
                <a:lnTo>
                  <a:pt x="242730" y="79564"/>
                </a:lnTo>
                <a:lnTo>
                  <a:pt x="242511" y="80011"/>
                </a:lnTo>
                <a:lnTo>
                  <a:pt x="242284" y="80448"/>
                </a:lnTo>
                <a:lnTo>
                  <a:pt x="242049" y="80878"/>
                </a:lnTo>
                <a:lnTo>
                  <a:pt x="241808" y="81298"/>
                </a:lnTo>
                <a:lnTo>
                  <a:pt x="241560" y="81710"/>
                </a:lnTo>
                <a:lnTo>
                  <a:pt x="241304" y="82114"/>
                </a:lnTo>
                <a:lnTo>
                  <a:pt x="241042" y="82509"/>
                </a:lnTo>
                <a:lnTo>
                  <a:pt x="240773" y="82895"/>
                </a:lnTo>
                <a:lnTo>
                  <a:pt x="240497" y="83273"/>
                </a:lnTo>
                <a:lnTo>
                  <a:pt x="240214" y="83642"/>
                </a:lnTo>
                <a:lnTo>
                  <a:pt x="239924" y="84002"/>
                </a:lnTo>
                <a:lnTo>
                  <a:pt x="239628" y="84354"/>
                </a:lnTo>
                <a:lnTo>
                  <a:pt x="239324" y="84697"/>
                </a:lnTo>
                <a:lnTo>
                  <a:pt x="239013" y="85031"/>
                </a:lnTo>
                <a:lnTo>
                  <a:pt x="238695" y="85357"/>
                </a:lnTo>
                <a:lnTo>
                  <a:pt x="238371" y="85675"/>
                </a:lnTo>
                <a:lnTo>
                  <a:pt x="238039" y="85983"/>
                </a:lnTo>
                <a:lnTo>
                  <a:pt x="237701" y="86284"/>
                </a:lnTo>
                <a:lnTo>
                  <a:pt x="237356" y="86575"/>
                </a:lnTo>
                <a:lnTo>
                  <a:pt x="237003" y="86858"/>
                </a:lnTo>
                <a:lnTo>
                  <a:pt x="236644" y="87132"/>
                </a:lnTo>
                <a:lnTo>
                  <a:pt x="236278" y="87398"/>
                </a:lnTo>
                <a:lnTo>
                  <a:pt x="235905" y="87655"/>
                </a:lnTo>
                <a:lnTo>
                  <a:pt x="235525" y="87903"/>
                </a:lnTo>
                <a:lnTo>
                  <a:pt x="235138" y="88143"/>
                </a:lnTo>
                <a:lnTo>
                  <a:pt x="234745" y="88374"/>
                </a:lnTo>
                <a:lnTo>
                  <a:pt x="234349" y="88594"/>
                </a:lnTo>
                <a:lnTo>
                  <a:pt x="233949" y="88805"/>
                </a:lnTo>
                <a:lnTo>
                  <a:pt x="233545" y="89006"/>
                </a:lnTo>
                <a:lnTo>
                  <a:pt x="233137" y="89198"/>
                </a:lnTo>
                <a:lnTo>
                  <a:pt x="232726" y="89379"/>
                </a:lnTo>
                <a:lnTo>
                  <a:pt x="232310" y="89551"/>
                </a:lnTo>
                <a:lnTo>
                  <a:pt x="231891" y="89712"/>
                </a:lnTo>
                <a:lnTo>
                  <a:pt x="231468" y="89864"/>
                </a:lnTo>
                <a:lnTo>
                  <a:pt x="231041" y="90007"/>
                </a:lnTo>
                <a:lnTo>
                  <a:pt x="230610" y="90139"/>
                </a:lnTo>
                <a:lnTo>
                  <a:pt x="230176" y="90262"/>
                </a:lnTo>
                <a:lnTo>
                  <a:pt x="229737" y="90374"/>
                </a:lnTo>
                <a:lnTo>
                  <a:pt x="229295" y="90477"/>
                </a:lnTo>
                <a:lnTo>
                  <a:pt x="228849" y="90571"/>
                </a:lnTo>
                <a:lnTo>
                  <a:pt x="228399" y="90654"/>
                </a:lnTo>
                <a:lnTo>
                  <a:pt x="227945" y="90728"/>
                </a:lnTo>
                <a:lnTo>
                  <a:pt x="227488" y="90791"/>
                </a:lnTo>
                <a:lnTo>
                  <a:pt x="227027" y="90845"/>
                </a:lnTo>
                <a:lnTo>
                  <a:pt x="226561" y="90889"/>
                </a:lnTo>
                <a:lnTo>
                  <a:pt x="226092" y="90924"/>
                </a:lnTo>
                <a:lnTo>
                  <a:pt x="225619" y="90948"/>
                </a:lnTo>
                <a:lnTo>
                  <a:pt x="225143" y="90963"/>
                </a:lnTo>
                <a:lnTo>
                  <a:pt x="224662" y="90968"/>
                </a:lnTo>
                <a:lnTo>
                  <a:pt x="223979" y="90959"/>
                </a:lnTo>
                <a:lnTo>
                  <a:pt x="223310" y="90931"/>
                </a:lnTo>
                <a:lnTo>
                  <a:pt x="222653" y="90886"/>
                </a:lnTo>
                <a:lnTo>
                  <a:pt x="222009" y="90822"/>
                </a:lnTo>
                <a:lnTo>
                  <a:pt x="221378" y="90741"/>
                </a:lnTo>
                <a:lnTo>
                  <a:pt x="220760" y="90640"/>
                </a:lnTo>
                <a:lnTo>
                  <a:pt x="220155" y="90522"/>
                </a:lnTo>
                <a:lnTo>
                  <a:pt x="219562" y="90386"/>
                </a:lnTo>
                <a:lnTo>
                  <a:pt x="218983" y="90231"/>
                </a:lnTo>
                <a:lnTo>
                  <a:pt x="218417" y="90059"/>
                </a:lnTo>
                <a:lnTo>
                  <a:pt x="217863" y="89868"/>
                </a:lnTo>
                <a:lnTo>
                  <a:pt x="217323" y="89659"/>
                </a:lnTo>
                <a:lnTo>
                  <a:pt x="216795" y="89431"/>
                </a:lnTo>
                <a:lnTo>
                  <a:pt x="216280" y="89186"/>
                </a:lnTo>
                <a:lnTo>
                  <a:pt x="215779" y="88922"/>
                </a:lnTo>
                <a:lnTo>
                  <a:pt x="215290" y="88640"/>
                </a:lnTo>
                <a:lnTo>
                  <a:pt x="214814" y="88340"/>
                </a:lnTo>
                <a:lnTo>
                  <a:pt x="214351" y="88022"/>
                </a:lnTo>
                <a:lnTo>
                  <a:pt x="213900" y="87686"/>
                </a:lnTo>
                <a:lnTo>
                  <a:pt x="213463" y="87331"/>
                </a:lnTo>
                <a:lnTo>
                  <a:pt x="213039" y="86958"/>
                </a:lnTo>
                <a:lnTo>
                  <a:pt x="212628" y="86567"/>
                </a:lnTo>
                <a:lnTo>
                  <a:pt x="212229" y="86158"/>
                </a:lnTo>
                <a:lnTo>
                  <a:pt x="211844" y="85731"/>
                </a:lnTo>
                <a:lnTo>
                  <a:pt x="211473" y="85286"/>
                </a:lnTo>
                <a:lnTo>
                  <a:pt x="211117" y="84823"/>
                </a:lnTo>
                <a:lnTo>
                  <a:pt x="210778" y="84342"/>
                </a:lnTo>
                <a:lnTo>
                  <a:pt x="210454" y="83843"/>
                </a:lnTo>
                <a:lnTo>
                  <a:pt x="210146" y="83327"/>
                </a:lnTo>
                <a:lnTo>
                  <a:pt x="209854" y="82793"/>
                </a:lnTo>
                <a:lnTo>
                  <a:pt x="209578" y="82241"/>
                </a:lnTo>
                <a:lnTo>
                  <a:pt x="209318" y="81672"/>
                </a:lnTo>
                <a:lnTo>
                  <a:pt x="209073" y="81085"/>
                </a:lnTo>
                <a:lnTo>
                  <a:pt x="208844" y="80480"/>
                </a:lnTo>
                <a:lnTo>
                  <a:pt x="208631" y="79858"/>
                </a:lnTo>
                <a:lnTo>
                  <a:pt x="208433" y="79218"/>
                </a:lnTo>
                <a:lnTo>
                  <a:pt x="208252" y="78560"/>
                </a:lnTo>
                <a:lnTo>
                  <a:pt x="208086" y="77884"/>
                </a:lnTo>
                <a:lnTo>
                  <a:pt x="207936" y="77191"/>
                </a:lnTo>
                <a:lnTo>
                  <a:pt x="207802" y="76480"/>
                </a:lnTo>
                <a:lnTo>
                  <a:pt x="207683" y="75752"/>
                </a:lnTo>
                <a:lnTo>
                  <a:pt x="207581" y="75005"/>
                </a:lnTo>
                <a:lnTo>
                  <a:pt x="207494" y="74241"/>
                </a:lnTo>
                <a:lnTo>
                  <a:pt x="207423" y="73459"/>
                </a:lnTo>
                <a:lnTo>
                  <a:pt x="207368" y="72660"/>
                </a:lnTo>
                <a:lnTo>
                  <a:pt x="207328" y="71843"/>
                </a:lnTo>
                <a:lnTo>
                  <a:pt x="207305" y="71008"/>
                </a:lnTo>
                <a:lnTo>
                  <a:pt x="207297" y="70155"/>
                </a:lnTo>
                <a:lnTo>
                  <a:pt x="207297" y="29772"/>
                </a:lnTo>
                <a:lnTo>
                  <a:pt x="195719" y="29772"/>
                </a:lnTo>
                <a:lnTo>
                  <a:pt x="195719" y="71396"/>
                </a:lnTo>
                <a:lnTo>
                  <a:pt x="195725" y="72217"/>
                </a:lnTo>
                <a:lnTo>
                  <a:pt x="195742" y="73027"/>
                </a:lnTo>
                <a:lnTo>
                  <a:pt x="195770" y="73825"/>
                </a:lnTo>
                <a:lnTo>
                  <a:pt x="195809" y="74612"/>
                </a:lnTo>
                <a:lnTo>
                  <a:pt x="195860" y="75387"/>
                </a:lnTo>
                <a:lnTo>
                  <a:pt x="195921" y="76151"/>
                </a:lnTo>
                <a:lnTo>
                  <a:pt x="195995" y="76903"/>
                </a:lnTo>
                <a:lnTo>
                  <a:pt x="196079" y="77644"/>
                </a:lnTo>
                <a:lnTo>
                  <a:pt x="196175" y="78373"/>
                </a:lnTo>
                <a:lnTo>
                  <a:pt x="196281" y="79091"/>
                </a:lnTo>
                <a:lnTo>
                  <a:pt x="196399" y="79797"/>
                </a:lnTo>
                <a:lnTo>
                  <a:pt x="196529" y="80492"/>
                </a:lnTo>
                <a:lnTo>
                  <a:pt x="196669" y="81176"/>
                </a:lnTo>
                <a:lnTo>
                  <a:pt x="196821" y="81847"/>
                </a:lnTo>
                <a:lnTo>
                  <a:pt x="196984" y="82508"/>
                </a:lnTo>
                <a:lnTo>
                  <a:pt x="197159" y="83157"/>
                </a:lnTo>
                <a:lnTo>
                  <a:pt x="197344" y="83794"/>
                </a:lnTo>
                <a:lnTo>
                  <a:pt x="197541" y="84420"/>
                </a:lnTo>
                <a:lnTo>
                  <a:pt x="197749" y="85035"/>
                </a:lnTo>
                <a:lnTo>
                  <a:pt x="197968" y="85638"/>
                </a:lnTo>
                <a:lnTo>
                  <a:pt x="198199" y="86229"/>
                </a:lnTo>
                <a:lnTo>
                  <a:pt x="198441" y="86809"/>
                </a:lnTo>
                <a:lnTo>
                  <a:pt x="198694" y="87378"/>
                </a:lnTo>
                <a:lnTo>
                  <a:pt x="198958" y="87935"/>
                </a:lnTo>
                <a:lnTo>
                  <a:pt x="199233" y="88480"/>
                </a:lnTo>
                <a:lnTo>
                  <a:pt x="199517" y="89014"/>
                </a:lnTo>
                <a:lnTo>
                  <a:pt x="199811" y="89535"/>
                </a:lnTo>
                <a:lnTo>
                  <a:pt x="200114" y="90045"/>
                </a:lnTo>
                <a:lnTo>
                  <a:pt x="200427" y="90542"/>
                </a:lnTo>
                <a:lnTo>
                  <a:pt x="200750" y="91028"/>
                </a:lnTo>
                <a:lnTo>
                  <a:pt x="201082" y="91501"/>
                </a:lnTo>
                <a:lnTo>
                  <a:pt x="201423" y="91963"/>
                </a:lnTo>
                <a:lnTo>
                  <a:pt x="201775" y="92413"/>
                </a:lnTo>
                <a:lnTo>
                  <a:pt x="202135" y="92850"/>
                </a:lnTo>
                <a:lnTo>
                  <a:pt x="202506" y="93276"/>
                </a:lnTo>
                <a:lnTo>
                  <a:pt x="202886" y="93690"/>
                </a:lnTo>
                <a:lnTo>
                  <a:pt x="203275" y="94091"/>
                </a:lnTo>
                <a:lnTo>
                  <a:pt x="203675" y="94481"/>
                </a:lnTo>
                <a:lnTo>
                  <a:pt x="204083" y="94859"/>
                </a:lnTo>
                <a:lnTo>
                  <a:pt x="204502" y="95225"/>
                </a:lnTo>
                <a:lnTo>
                  <a:pt x="204929" y="95579"/>
                </a:lnTo>
                <a:lnTo>
                  <a:pt x="205367" y="95921"/>
                </a:lnTo>
                <a:lnTo>
                  <a:pt x="205814" y="96251"/>
                </a:lnTo>
                <a:lnTo>
                  <a:pt x="206271" y="96569"/>
                </a:lnTo>
                <a:lnTo>
                  <a:pt x="206737" y="96875"/>
                </a:lnTo>
                <a:lnTo>
                  <a:pt x="207212" y="97169"/>
                </a:lnTo>
                <a:lnTo>
                  <a:pt x="207698" y="97451"/>
                </a:lnTo>
                <a:lnTo>
                  <a:pt x="208193" y="97721"/>
                </a:lnTo>
                <a:lnTo>
                  <a:pt x="208696" y="97979"/>
                </a:lnTo>
                <a:lnTo>
                  <a:pt x="209206" y="98227"/>
                </a:lnTo>
                <a:lnTo>
                  <a:pt x="209723" y="98464"/>
                </a:lnTo>
                <a:lnTo>
                  <a:pt x="210247" y="98689"/>
                </a:lnTo>
                <a:lnTo>
                  <a:pt x="210778" y="98904"/>
                </a:lnTo>
                <a:lnTo>
                  <a:pt x="211315" y="99107"/>
                </a:lnTo>
                <a:lnTo>
                  <a:pt x="211860" y="99300"/>
                </a:lnTo>
                <a:lnTo>
                  <a:pt x="212412" y="99482"/>
                </a:lnTo>
                <a:lnTo>
                  <a:pt x="212971" y="99652"/>
                </a:lnTo>
                <a:lnTo>
                  <a:pt x="213536" y="99812"/>
                </a:lnTo>
                <a:lnTo>
                  <a:pt x="214109" y="99960"/>
                </a:lnTo>
                <a:lnTo>
                  <a:pt x="214688" y="100098"/>
                </a:lnTo>
                <a:lnTo>
                  <a:pt x="215274" y="100224"/>
                </a:lnTo>
                <a:lnTo>
                  <a:pt x="215868" y="100340"/>
                </a:lnTo>
                <a:lnTo>
                  <a:pt x="216468" y="100445"/>
                </a:lnTo>
                <a:lnTo>
                  <a:pt x="217075" y="100538"/>
                </a:lnTo>
                <a:lnTo>
                  <a:pt x="217689" y="100621"/>
                </a:lnTo>
                <a:lnTo>
                  <a:pt x="218310" y="100692"/>
                </a:lnTo>
                <a:lnTo>
                  <a:pt x="218938" y="100753"/>
                </a:lnTo>
                <a:lnTo>
                  <a:pt x="219573" y="100802"/>
                </a:lnTo>
                <a:lnTo>
                  <a:pt x="220215" y="100841"/>
                </a:lnTo>
                <a:lnTo>
                  <a:pt x="220864" y="100868"/>
                </a:lnTo>
                <a:lnTo>
                  <a:pt x="221520" y="100885"/>
                </a:lnTo>
                <a:lnTo>
                  <a:pt x="222182" y="100890"/>
                </a:lnTo>
                <a:lnTo>
                  <a:pt x="222834" y="100884"/>
                </a:lnTo>
                <a:lnTo>
                  <a:pt x="223480" y="100865"/>
                </a:lnTo>
                <a:lnTo>
                  <a:pt x="224120" y="100833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512C1-7767-44ED-9B0E-C06BAB35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554" y="2659860"/>
            <a:ext cx="754418" cy="249294"/>
          </a:xfrm>
          <a:custGeom xmlns:a="http://schemas.openxmlformats.org/drawingml/2006/main">
            <a:pathLst>
              <a:path w="754418" h="249294">
                <a:moveTo>
                  <a:pt x="0" y="124637"/>
                </a:moveTo>
                <a:lnTo>
                  <a:pt x="0" y="124637"/>
                </a:lnTo>
                <a:cubicBezTo>
                  <a:pt x="0" y="55801"/>
                  <a:pt x="55801" y="0"/>
                  <a:pt x="124637" y="0"/>
                </a:cubicBezTo>
                <a:lnTo>
                  <a:pt x="629761" y="0"/>
                </a:lnTo>
                <a:cubicBezTo>
                  <a:pt x="662821" y="0"/>
                  <a:pt x="694521" y="13113"/>
                  <a:pt x="717913" y="36505"/>
                </a:cubicBezTo>
                <a:cubicBezTo>
                  <a:pt x="741285" y="59877"/>
                  <a:pt x="754418" y="91578"/>
                  <a:pt x="754418" y="124637"/>
                </a:cubicBezTo>
                <a:cubicBezTo>
                  <a:pt x="754418" y="193493"/>
                  <a:pt x="698597" y="249294"/>
                  <a:pt x="629761" y="249294"/>
                </a:cubicBezTo>
                <a:lnTo>
                  <a:pt x="124637" y="249294"/>
                </a:lnTo>
                <a:cubicBezTo>
                  <a:pt x="55801" y="249294"/>
                  <a:pt x="0" y="193493"/>
                  <a:pt x="0" y="124637"/>
                </a:cubicBezTo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63255-714D-4F08-9646-6168A32C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554" y="2659860"/>
            <a:ext cx="754418" cy="249294"/>
          </a:xfrm>
          <a:custGeom xmlns:a="http://schemas.openxmlformats.org/drawingml/2006/main">
            <a:pathLst>
              <a:path w="754418" h="249294" fill="none">
                <a:moveTo>
                  <a:pt x="0" y="124637"/>
                </a:moveTo>
                <a:lnTo>
                  <a:pt x="0" y="124637"/>
                </a:lnTo>
                <a:cubicBezTo>
                  <a:pt x="0" y="55801"/>
                  <a:pt x="55801" y="0"/>
                  <a:pt x="124657" y="0"/>
                </a:cubicBezTo>
                <a:lnTo>
                  <a:pt x="629761" y="0"/>
                </a:lnTo>
                <a:cubicBezTo>
                  <a:pt x="662821" y="0"/>
                  <a:pt x="694521" y="13113"/>
                  <a:pt x="717913" y="36505"/>
                </a:cubicBezTo>
                <a:cubicBezTo>
                  <a:pt x="741285" y="59877"/>
                  <a:pt x="754418" y="91578"/>
                  <a:pt x="754418" y="124637"/>
                </a:cubicBezTo>
                <a:cubicBezTo>
                  <a:pt x="754418" y="193493"/>
                  <a:pt x="698597" y="249294"/>
                  <a:pt x="629761" y="249294"/>
                </a:cubicBezTo>
                <a:lnTo>
                  <a:pt x="124657" y="249294"/>
                </a:lnTo>
                <a:cubicBezTo>
                  <a:pt x="55801" y="249294"/>
                  <a:pt x="0" y="193493"/>
                  <a:pt x="0" y="1246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31" name="Text Key">
            <a:extLst xmlns:a="http://schemas.openxmlformats.org/drawingml/2006/main">
              <a:ext uri="{FF2B5EF4-FFF2-40B4-BE49-F238E27FC236}">
                <a16:creationId xmlns:a16="http://schemas.microsoft.com/office/drawing/2014/main" id="{89E25FFD-8498-4435-B468-06F43BF2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107" y="2739112"/>
            <a:ext cx="215153" cy="126803"/>
          </a:xfrm>
          <a:custGeom xmlns:a="http://schemas.openxmlformats.org/drawingml/2006/main">
            <a:pathLst>
              <a:path w="215153" h="126803">
                <a:moveTo>
                  <a:pt x="11578" y="58853"/>
                </a:moveTo>
                <a:lnTo>
                  <a:pt x="22329" y="47412"/>
                </a:lnTo>
                <a:lnTo>
                  <a:pt x="52927" y="96480"/>
                </a:lnTo>
                <a:lnTo>
                  <a:pt x="66986" y="96480"/>
                </a:lnTo>
                <a:lnTo>
                  <a:pt x="30598" y="38453"/>
                </a:lnTo>
                <a:lnTo>
                  <a:pt x="66435" y="0"/>
                </a:lnTo>
                <a:lnTo>
                  <a:pt x="51825" y="0"/>
                </a:lnTo>
                <a:lnTo>
                  <a:pt x="11578" y="43692"/>
                </a:lnTo>
                <a:lnTo>
                  <a:pt x="11578" y="0"/>
                </a:lnTo>
                <a:lnTo>
                  <a:pt x="0" y="0"/>
                </a:lnTo>
                <a:lnTo>
                  <a:pt x="0" y="96480"/>
                </a:lnTo>
                <a:lnTo>
                  <a:pt x="11578" y="96480"/>
                </a:lnTo>
                <a:lnTo>
                  <a:pt x="11578" y="58853"/>
                </a:lnTo>
                <a:close/>
                <a:moveTo>
                  <a:pt x="137979" y="64206"/>
                </a:moveTo>
                <a:lnTo>
                  <a:pt x="137989" y="64047"/>
                </a:lnTo>
                <a:lnTo>
                  <a:pt x="138000" y="63890"/>
                </a:lnTo>
                <a:lnTo>
                  <a:pt x="138009" y="63734"/>
                </a:lnTo>
                <a:lnTo>
                  <a:pt x="138019" y="63580"/>
                </a:lnTo>
                <a:lnTo>
                  <a:pt x="138027" y="63427"/>
                </a:lnTo>
                <a:lnTo>
                  <a:pt x="138036" y="63276"/>
                </a:lnTo>
                <a:lnTo>
                  <a:pt x="138043" y="63126"/>
                </a:lnTo>
                <a:lnTo>
                  <a:pt x="138051" y="62977"/>
                </a:lnTo>
                <a:lnTo>
                  <a:pt x="138058" y="62830"/>
                </a:lnTo>
                <a:lnTo>
                  <a:pt x="138064" y="62684"/>
                </a:lnTo>
                <a:lnTo>
                  <a:pt x="138070" y="62540"/>
                </a:lnTo>
                <a:lnTo>
                  <a:pt x="138076" y="62397"/>
                </a:lnTo>
                <a:lnTo>
                  <a:pt x="138081" y="62256"/>
                </a:lnTo>
                <a:lnTo>
                  <a:pt x="138085" y="62116"/>
                </a:lnTo>
                <a:lnTo>
                  <a:pt x="138089" y="61977"/>
                </a:lnTo>
                <a:lnTo>
                  <a:pt x="138093" y="61840"/>
                </a:lnTo>
                <a:lnTo>
                  <a:pt x="138096" y="61705"/>
                </a:lnTo>
                <a:lnTo>
                  <a:pt x="138098" y="61570"/>
                </a:lnTo>
                <a:lnTo>
                  <a:pt x="138100" y="61438"/>
                </a:lnTo>
                <a:lnTo>
                  <a:pt x="138102" y="61306"/>
                </a:lnTo>
                <a:lnTo>
                  <a:pt x="138103" y="61176"/>
                </a:lnTo>
                <a:lnTo>
                  <a:pt x="138104" y="61048"/>
                </a:lnTo>
                <a:lnTo>
                  <a:pt x="138104" y="60921"/>
                </a:lnTo>
                <a:lnTo>
                  <a:pt x="138104" y="60795"/>
                </a:lnTo>
                <a:lnTo>
                  <a:pt x="138104" y="60669"/>
                </a:lnTo>
                <a:lnTo>
                  <a:pt x="138104" y="60544"/>
                </a:lnTo>
                <a:lnTo>
                  <a:pt x="138104" y="60419"/>
                </a:lnTo>
                <a:lnTo>
                  <a:pt x="138104" y="60295"/>
                </a:lnTo>
                <a:lnTo>
                  <a:pt x="138104" y="60171"/>
                </a:lnTo>
                <a:lnTo>
                  <a:pt x="138104" y="60048"/>
                </a:lnTo>
                <a:lnTo>
                  <a:pt x="138104" y="59925"/>
                </a:lnTo>
                <a:lnTo>
                  <a:pt x="138104" y="59803"/>
                </a:lnTo>
                <a:lnTo>
                  <a:pt x="138104" y="59681"/>
                </a:lnTo>
                <a:lnTo>
                  <a:pt x="138104" y="59559"/>
                </a:lnTo>
                <a:lnTo>
                  <a:pt x="138104" y="59439"/>
                </a:lnTo>
                <a:lnTo>
                  <a:pt x="138104" y="59318"/>
                </a:lnTo>
                <a:lnTo>
                  <a:pt x="138104" y="59198"/>
                </a:lnTo>
                <a:lnTo>
                  <a:pt x="138104" y="59079"/>
                </a:lnTo>
                <a:lnTo>
                  <a:pt x="138104" y="58960"/>
                </a:lnTo>
                <a:lnTo>
                  <a:pt x="138104" y="58841"/>
                </a:lnTo>
                <a:lnTo>
                  <a:pt x="138104" y="58723"/>
                </a:lnTo>
                <a:lnTo>
                  <a:pt x="138104" y="58606"/>
                </a:lnTo>
                <a:lnTo>
                  <a:pt x="138104" y="58488"/>
                </a:lnTo>
                <a:lnTo>
                  <a:pt x="138104" y="58372"/>
                </a:lnTo>
                <a:lnTo>
                  <a:pt x="138104" y="58256"/>
                </a:lnTo>
                <a:lnTo>
                  <a:pt x="138104" y="58140"/>
                </a:lnTo>
                <a:lnTo>
                  <a:pt x="138104" y="58025"/>
                </a:lnTo>
                <a:lnTo>
                  <a:pt x="138098" y="57292"/>
                </a:lnTo>
                <a:lnTo>
                  <a:pt x="138078" y="56565"/>
                </a:lnTo>
                <a:lnTo>
                  <a:pt x="138045" y="55842"/>
                </a:lnTo>
                <a:lnTo>
                  <a:pt x="137999" y="55125"/>
                </a:lnTo>
                <a:lnTo>
                  <a:pt x="137940" y="54412"/>
                </a:lnTo>
                <a:lnTo>
                  <a:pt x="137867" y="53705"/>
                </a:lnTo>
                <a:lnTo>
                  <a:pt x="137782" y="53003"/>
                </a:lnTo>
                <a:lnTo>
                  <a:pt x="137683" y="52305"/>
                </a:lnTo>
                <a:lnTo>
                  <a:pt x="137571" y="51613"/>
                </a:lnTo>
                <a:lnTo>
                  <a:pt x="137446" y="50926"/>
                </a:lnTo>
                <a:lnTo>
                  <a:pt x="137308" y="50243"/>
                </a:lnTo>
                <a:lnTo>
                  <a:pt x="137157" y="49566"/>
                </a:lnTo>
                <a:lnTo>
                  <a:pt x="136992" y="48894"/>
                </a:lnTo>
                <a:lnTo>
                  <a:pt x="136815" y="48227"/>
                </a:lnTo>
                <a:lnTo>
                  <a:pt x="136624" y="47564"/>
                </a:lnTo>
                <a:lnTo>
                  <a:pt x="136420" y="46907"/>
                </a:lnTo>
                <a:lnTo>
                  <a:pt x="136203" y="46255"/>
                </a:lnTo>
                <a:lnTo>
                  <a:pt x="135972" y="45608"/>
                </a:lnTo>
                <a:lnTo>
                  <a:pt x="135729" y="44966"/>
                </a:lnTo>
                <a:lnTo>
                  <a:pt x="135472" y="44329"/>
                </a:lnTo>
                <a:lnTo>
                  <a:pt x="135203" y="43697"/>
                </a:lnTo>
                <a:lnTo>
                  <a:pt x="134920" y="43070"/>
                </a:lnTo>
                <a:lnTo>
                  <a:pt x="134624" y="42448"/>
                </a:lnTo>
                <a:lnTo>
                  <a:pt x="134314" y="41831"/>
                </a:lnTo>
                <a:lnTo>
                  <a:pt x="133993" y="41221"/>
                </a:lnTo>
                <a:lnTo>
                  <a:pt x="133660" y="40622"/>
                </a:lnTo>
                <a:lnTo>
                  <a:pt x="133315" y="40032"/>
                </a:lnTo>
                <a:lnTo>
                  <a:pt x="132959" y="39451"/>
                </a:lnTo>
                <a:lnTo>
                  <a:pt x="132592" y="38881"/>
                </a:lnTo>
                <a:lnTo>
                  <a:pt x="132213" y="38321"/>
                </a:lnTo>
                <a:lnTo>
                  <a:pt x="131822" y="37770"/>
                </a:lnTo>
                <a:lnTo>
                  <a:pt x="131420" y="37229"/>
                </a:lnTo>
                <a:lnTo>
                  <a:pt x="131007" y="36698"/>
                </a:lnTo>
                <a:lnTo>
                  <a:pt x="130582" y="36177"/>
                </a:lnTo>
                <a:lnTo>
                  <a:pt x="130146" y="35665"/>
                </a:lnTo>
                <a:lnTo>
                  <a:pt x="129698" y="35163"/>
                </a:lnTo>
                <a:lnTo>
                  <a:pt x="129238" y="34672"/>
                </a:lnTo>
                <a:lnTo>
                  <a:pt x="128767" y="34189"/>
                </a:lnTo>
                <a:lnTo>
                  <a:pt x="128285" y="33717"/>
                </a:lnTo>
                <a:lnTo>
                  <a:pt x="127791" y="33255"/>
                </a:lnTo>
                <a:lnTo>
                  <a:pt x="127286" y="32802"/>
                </a:lnTo>
                <a:lnTo>
                  <a:pt x="126769" y="32359"/>
                </a:lnTo>
                <a:lnTo>
                  <a:pt x="126241" y="31926"/>
                </a:lnTo>
                <a:lnTo>
                  <a:pt x="125701" y="31503"/>
                </a:lnTo>
                <a:lnTo>
                  <a:pt x="125149" y="31090"/>
                </a:lnTo>
                <a:lnTo>
                  <a:pt x="124587" y="30686"/>
                </a:lnTo>
                <a:lnTo>
                  <a:pt x="124012" y="30292"/>
                </a:lnTo>
                <a:lnTo>
                  <a:pt x="123427" y="29908"/>
                </a:lnTo>
                <a:lnTo>
                  <a:pt x="122830" y="29537"/>
                </a:lnTo>
                <a:lnTo>
                  <a:pt x="122222" y="29182"/>
                </a:lnTo>
                <a:lnTo>
                  <a:pt x="121604" y="28842"/>
                </a:lnTo>
                <a:lnTo>
                  <a:pt x="120974" y="28518"/>
                </a:lnTo>
                <a:lnTo>
                  <a:pt x="120335" y="28210"/>
                </a:lnTo>
                <a:lnTo>
                  <a:pt x="119684" y="27918"/>
                </a:lnTo>
                <a:lnTo>
                  <a:pt x="119022" y="27642"/>
                </a:lnTo>
                <a:lnTo>
                  <a:pt x="118350" y="27381"/>
                </a:lnTo>
                <a:lnTo>
                  <a:pt x="117667" y="27136"/>
                </a:lnTo>
                <a:lnTo>
                  <a:pt x="116973" y="26907"/>
                </a:lnTo>
                <a:lnTo>
                  <a:pt x="116269" y="26694"/>
                </a:lnTo>
                <a:lnTo>
                  <a:pt x="115553" y="26497"/>
                </a:lnTo>
                <a:lnTo>
                  <a:pt x="114827" y="26315"/>
                </a:lnTo>
                <a:lnTo>
                  <a:pt x="114090" y="26149"/>
                </a:lnTo>
                <a:lnTo>
                  <a:pt x="113342" y="25999"/>
                </a:lnTo>
                <a:lnTo>
                  <a:pt x="112584" y="25865"/>
                </a:lnTo>
                <a:lnTo>
                  <a:pt x="111815" y="25746"/>
                </a:lnTo>
                <a:lnTo>
                  <a:pt x="111035" y="25644"/>
                </a:lnTo>
                <a:lnTo>
                  <a:pt x="110244" y="25557"/>
                </a:lnTo>
                <a:lnTo>
                  <a:pt x="109442" y="25486"/>
                </a:lnTo>
                <a:lnTo>
                  <a:pt x="108630" y="25430"/>
                </a:lnTo>
                <a:lnTo>
                  <a:pt x="107807" y="25391"/>
                </a:lnTo>
                <a:lnTo>
                  <a:pt x="106973" y="25367"/>
                </a:lnTo>
                <a:lnTo>
                  <a:pt x="106129" y="25359"/>
                </a:lnTo>
                <a:lnTo>
                  <a:pt x="105306" y="25367"/>
                </a:lnTo>
                <a:lnTo>
                  <a:pt x="104490" y="25391"/>
                </a:lnTo>
                <a:lnTo>
                  <a:pt x="103683" y="25430"/>
                </a:lnTo>
                <a:lnTo>
                  <a:pt x="102884" y="25486"/>
                </a:lnTo>
                <a:lnTo>
                  <a:pt x="102092" y="25557"/>
                </a:lnTo>
                <a:lnTo>
                  <a:pt x="101309" y="25644"/>
                </a:lnTo>
                <a:lnTo>
                  <a:pt x="100533" y="25746"/>
                </a:lnTo>
                <a:lnTo>
                  <a:pt x="99765" y="25865"/>
                </a:lnTo>
                <a:lnTo>
                  <a:pt x="99005" y="25999"/>
                </a:lnTo>
                <a:lnTo>
                  <a:pt x="98253" y="26149"/>
                </a:lnTo>
                <a:lnTo>
                  <a:pt x="97509" y="26315"/>
                </a:lnTo>
                <a:lnTo>
                  <a:pt x="96773" y="26497"/>
                </a:lnTo>
                <a:lnTo>
                  <a:pt x="96045" y="26694"/>
                </a:lnTo>
                <a:lnTo>
                  <a:pt x="95324" y="26907"/>
                </a:lnTo>
                <a:lnTo>
                  <a:pt x="94612" y="27136"/>
                </a:lnTo>
                <a:lnTo>
                  <a:pt x="93907" y="27381"/>
                </a:lnTo>
                <a:lnTo>
                  <a:pt x="93211" y="27642"/>
                </a:lnTo>
                <a:lnTo>
                  <a:pt x="92522" y="27918"/>
                </a:lnTo>
                <a:lnTo>
                  <a:pt x="91841" y="28210"/>
                </a:lnTo>
                <a:lnTo>
                  <a:pt x="91168" y="28518"/>
                </a:lnTo>
                <a:lnTo>
                  <a:pt x="90503" y="28842"/>
                </a:lnTo>
                <a:lnTo>
                  <a:pt x="89846" y="29182"/>
                </a:lnTo>
                <a:lnTo>
                  <a:pt x="89196" y="29537"/>
                </a:lnTo>
                <a:lnTo>
                  <a:pt x="88555" y="29908"/>
                </a:lnTo>
                <a:lnTo>
                  <a:pt x="87924" y="30294"/>
                </a:lnTo>
                <a:lnTo>
                  <a:pt x="87304" y="30691"/>
                </a:lnTo>
                <a:lnTo>
                  <a:pt x="86697" y="31102"/>
                </a:lnTo>
                <a:lnTo>
                  <a:pt x="86101" y="31524"/>
                </a:lnTo>
                <a:lnTo>
                  <a:pt x="85517" y="31959"/>
                </a:lnTo>
                <a:lnTo>
                  <a:pt x="84946" y="32407"/>
                </a:lnTo>
                <a:lnTo>
                  <a:pt x="84386" y="32867"/>
                </a:lnTo>
                <a:lnTo>
                  <a:pt x="83838" y="33339"/>
                </a:lnTo>
                <a:lnTo>
                  <a:pt x="83303" y="33824"/>
                </a:lnTo>
                <a:lnTo>
                  <a:pt x="82779" y="34321"/>
                </a:lnTo>
                <a:lnTo>
                  <a:pt x="82267" y="34831"/>
                </a:lnTo>
                <a:lnTo>
                  <a:pt x="81767" y="35353"/>
                </a:lnTo>
                <a:lnTo>
                  <a:pt x="81279" y="35888"/>
                </a:lnTo>
                <a:lnTo>
                  <a:pt x="80803" y="36435"/>
                </a:lnTo>
                <a:lnTo>
                  <a:pt x="80339" y="36994"/>
                </a:lnTo>
                <a:lnTo>
                  <a:pt x="79887" y="37566"/>
                </a:lnTo>
                <a:lnTo>
                  <a:pt x="79447" y="38151"/>
                </a:lnTo>
                <a:lnTo>
                  <a:pt x="79019" y="38748"/>
                </a:lnTo>
                <a:lnTo>
                  <a:pt x="78603" y="39357"/>
                </a:lnTo>
                <a:lnTo>
                  <a:pt x="78199" y="39979"/>
                </a:lnTo>
                <a:lnTo>
                  <a:pt x="77807" y="40613"/>
                </a:lnTo>
                <a:lnTo>
                  <a:pt x="77427" y="41259"/>
                </a:lnTo>
                <a:lnTo>
                  <a:pt x="77058" y="41919"/>
                </a:lnTo>
                <a:lnTo>
                  <a:pt x="76702" y="42590"/>
                </a:lnTo>
                <a:lnTo>
                  <a:pt x="76359" y="43273"/>
                </a:lnTo>
                <a:lnTo>
                  <a:pt x="76030" y="43965"/>
                </a:lnTo>
                <a:lnTo>
                  <a:pt x="75717" y="44668"/>
                </a:lnTo>
                <a:lnTo>
                  <a:pt x="75417" y="45381"/>
                </a:lnTo>
                <a:lnTo>
                  <a:pt x="75133" y="46103"/>
                </a:lnTo>
                <a:lnTo>
                  <a:pt x="74863" y="46836"/>
                </a:lnTo>
                <a:lnTo>
                  <a:pt x="74607" y="47579"/>
                </a:lnTo>
                <a:lnTo>
                  <a:pt x="74366" y="48332"/>
                </a:lnTo>
                <a:lnTo>
                  <a:pt x="74140" y="49095"/>
                </a:lnTo>
                <a:lnTo>
                  <a:pt x="73928" y="49868"/>
                </a:lnTo>
                <a:lnTo>
                  <a:pt x="73731" y="50651"/>
                </a:lnTo>
                <a:lnTo>
                  <a:pt x="73549" y="51445"/>
                </a:lnTo>
                <a:lnTo>
                  <a:pt x="73381" y="52248"/>
                </a:lnTo>
                <a:lnTo>
                  <a:pt x="73228" y="53061"/>
                </a:lnTo>
                <a:lnTo>
                  <a:pt x="73089" y="53885"/>
                </a:lnTo>
                <a:lnTo>
                  <a:pt x="72965" y="54718"/>
                </a:lnTo>
                <a:lnTo>
                  <a:pt x="72855" y="55561"/>
                </a:lnTo>
                <a:lnTo>
                  <a:pt x="72761" y="56415"/>
                </a:lnTo>
                <a:lnTo>
                  <a:pt x="72680" y="57279"/>
                </a:lnTo>
                <a:lnTo>
                  <a:pt x="72615" y="58152"/>
                </a:lnTo>
                <a:lnTo>
                  <a:pt x="72564" y="59036"/>
                </a:lnTo>
                <a:lnTo>
                  <a:pt x="72527" y="59930"/>
                </a:lnTo>
                <a:lnTo>
                  <a:pt x="72505" y="60833"/>
                </a:lnTo>
                <a:lnTo>
                  <a:pt x="72498" y="61747"/>
                </a:lnTo>
                <a:lnTo>
                  <a:pt x="72505" y="62650"/>
                </a:lnTo>
                <a:lnTo>
                  <a:pt x="72527" y="63543"/>
                </a:lnTo>
                <a:lnTo>
                  <a:pt x="72565" y="64427"/>
                </a:lnTo>
                <a:lnTo>
                  <a:pt x="72616" y="65302"/>
                </a:lnTo>
                <a:lnTo>
                  <a:pt x="72683" y="66167"/>
                </a:lnTo>
                <a:lnTo>
                  <a:pt x="72765" y="67023"/>
                </a:lnTo>
                <a:lnTo>
                  <a:pt x="72861" y="67870"/>
                </a:lnTo>
                <a:lnTo>
                  <a:pt x="72972" y="68707"/>
                </a:lnTo>
                <a:lnTo>
                  <a:pt x="73098" y="69535"/>
                </a:lnTo>
                <a:lnTo>
                  <a:pt x="73239" y="70354"/>
                </a:lnTo>
                <a:lnTo>
                  <a:pt x="73395" y="71164"/>
                </a:lnTo>
                <a:lnTo>
                  <a:pt x="73566" y="71964"/>
                </a:lnTo>
                <a:lnTo>
                  <a:pt x="73751" y="72754"/>
                </a:lnTo>
                <a:lnTo>
                  <a:pt x="73951" y="73536"/>
                </a:lnTo>
                <a:lnTo>
                  <a:pt x="74166" y="74308"/>
                </a:lnTo>
                <a:lnTo>
                  <a:pt x="74396" y="75071"/>
                </a:lnTo>
                <a:lnTo>
                  <a:pt x="74641" y="75824"/>
                </a:lnTo>
                <a:lnTo>
                  <a:pt x="74900" y="76568"/>
                </a:lnTo>
                <a:lnTo>
                  <a:pt x="75175" y="77303"/>
                </a:lnTo>
                <a:lnTo>
                  <a:pt x="75464" y="78028"/>
                </a:lnTo>
                <a:lnTo>
                  <a:pt x="75768" y="78745"/>
                </a:lnTo>
                <a:lnTo>
                  <a:pt x="76087" y="79451"/>
                </a:lnTo>
                <a:lnTo>
                  <a:pt x="76421" y="80149"/>
                </a:lnTo>
                <a:lnTo>
                  <a:pt x="76769" y="80837"/>
                </a:lnTo>
                <a:lnTo>
                  <a:pt x="77131" y="81514"/>
                </a:lnTo>
                <a:lnTo>
                  <a:pt x="77504" y="82178"/>
                </a:lnTo>
                <a:lnTo>
                  <a:pt x="77888" y="82830"/>
                </a:lnTo>
                <a:lnTo>
                  <a:pt x="78284" y="83469"/>
                </a:lnTo>
                <a:lnTo>
                  <a:pt x="78690" y="84095"/>
                </a:lnTo>
                <a:lnTo>
                  <a:pt x="79108" y="84709"/>
                </a:lnTo>
                <a:lnTo>
                  <a:pt x="79538" y="85310"/>
                </a:lnTo>
                <a:lnTo>
                  <a:pt x="79978" y="85898"/>
                </a:lnTo>
                <a:lnTo>
                  <a:pt x="80430" y="86474"/>
                </a:lnTo>
                <a:lnTo>
                  <a:pt x="80893" y="87037"/>
                </a:lnTo>
                <a:lnTo>
                  <a:pt x="81367" y="87587"/>
                </a:lnTo>
                <a:lnTo>
                  <a:pt x="81852" y="88124"/>
                </a:lnTo>
                <a:lnTo>
                  <a:pt x="82349" y="88649"/>
                </a:lnTo>
                <a:lnTo>
                  <a:pt x="82857" y="89161"/>
                </a:lnTo>
                <a:lnTo>
                  <a:pt x="83376" y="89661"/>
                </a:lnTo>
                <a:lnTo>
                  <a:pt x="83907" y="90148"/>
                </a:lnTo>
                <a:lnTo>
                  <a:pt x="84448" y="90622"/>
                </a:lnTo>
                <a:lnTo>
                  <a:pt x="85001" y="91083"/>
                </a:lnTo>
                <a:lnTo>
                  <a:pt x="85565" y="91532"/>
                </a:lnTo>
                <a:lnTo>
                  <a:pt x="86141" y="91968"/>
                </a:lnTo>
                <a:lnTo>
                  <a:pt x="86728" y="92392"/>
                </a:lnTo>
                <a:lnTo>
                  <a:pt x="87325" y="92803"/>
                </a:lnTo>
                <a:lnTo>
                  <a:pt x="87935" y="93201"/>
                </a:lnTo>
                <a:lnTo>
                  <a:pt x="88555" y="93586"/>
                </a:lnTo>
                <a:lnTo>
                  <a:pt x="89185" y="93957"/>
                </a:lnTo>
                <a:lnTo>
                  <a:pt x="89823" y="94312"/>
                </a:lnTo>
                <a:lnTo>
                  <a:pt x="90469" y="94652"/>
                </a:lnTo>
                <a:lnTo>
                  <a:pt x="91122" y="94976"/>
                </a:lnTo>
                <a:lnTo>
                  <a:pt x="91784" y="95283"/>
                </a:lnTo>
                <a:lnTo>
                  <a:pt x="92453" y="95575"/>
                </a:lnTo>
                <a:lnTo>
                  <a:pt x="93131" y="95852"/>
                </a:lnTo>
                <a:lnTo>
                  <a:pt x="93816" y="96112"/>
                </a:lnTo>
                <a:lnTo>
                  <a:pt x="94509" y="96357"/>
                </a:lnTo>
                <a:lnTo>
                  <a:pt x="95210" y="96586"/>
                </a:lnTo>
                <a:lnTo>
                  <a:pt x="95919" y="96799"/>
                </a:lnTo>
                <a:lnTo>
                  <a:pt x="96636" y="96996"/>
                </a:lnTo>
                <a:lnTo>
                  <a:pt x="97360" y="97178"/>
                </a:lnTo>
                <a:lnTo>
                  <a:pt x="98093" y="97344"/>
                </a:lnTo>
                <a:lnTo>
                  <a:pt x="98833" y="97494"/>
                </a:lnTo>
                <a:lnTo>
                  <a:pt x="99582" y="97628"/>
                </a:lnTo>
                <a:lnTo>
                  <a:pt x="100338" y="97746"/>
                </a:lnTo>
                <a:lnTo>
                  <a:pt x="101102" y="97849"/>
                </a:lnTo>
                <a:lnTo>
                  <a:pt x="101874" y="97936"/>
                </a:lnTo>
                <a:lnTo>
                  <a:pt x="102654" y="98007"/>
                </a:lnTo>
                <a:lnTo>
                  <a:pt x="103442" y="98062"/>
                </a:lnTo>
                <a:lnTo>
                  <a:pt x="104238" y="98102"/>
                </a:lnTo>
                <a:lnTo>
                  <a:pt x="105042" y="98125"/>
                </a:lnTo>
                <a:lnTo>
                  <a:pt x="105853" y="98133"/>
                </a:lnTo>
                <a:lnTo>
                  <a:pt x="106527" y="98128"/>
                </a:lnTo>
                <a:lnTo>
                  <a:pt x="107195" y="98113"/>
                </a:lnTo>
                <a:lnTo>
                  <a:pt x="107855" y="98089"/>
                </a:lnTo>
                <a:lnTo>
                  <a:pt x="108508" y="98055"/>
                </a:lnTo>
                <a:lnTo>
                  <a:pt x="109155" y="98010"/>
                </a:lnTo>
                <a:lnTo>
                  <a:pt x="109794" y="97957"/>
                </a:lnTo>
                <a:lnTo>
                  <a:pt x="110427" y="97893"/>
                </a:lnTo>
                <a:lnTo>
                  <a:pt x="111053" y="97819"/>
                </a:lnTo>
                <a:lnTo>
                  <a:pt x="111671" y="97736"/>
                </a:lnTo>
                <a:lnTo>
                  <a:pt x="112283" y="97643"/>
                </a:lnTo>
                <a:lnTo>
                  <a:pt x="112888" y="97540"/>
                </a:lnTo>
                <a:lnTo>
                  <a:pt x="113486" y="97427"/>
                </a:lnTo>
                <a:lnTo>
                  <a:pt x="114077" y="97304"/>
                </a:lnTo>
                <a:lnTo>
                  <a:pt x="114661" y="97172"/>
                </a:lnTo>
                <a:lnTo>
                  <a:pt x="115238" y="97030"/>
                </a:lnTo>
                <a:lnTo>
                  <a:pt x="115808" y="96878"/>
                </a:lnTo>
                <a:lnTo>
                  <a:pt x="116371" y="96716"/>
                </a:lnTo>
                <a:lnTo>
                  <a:pt x="116927" y="96544"/>
                </a:lnTo>
                <a:lnTo>
                  <a:pt x="117476" y="96363"/>
                </a:lnTo>
                <a:lnTo>
                  <a:pt x="118019" y="96172"/>
                </a:lnTo>
                <a:lnTo>
                  <a:pt x="118554" y="95971"/>
                </a:lnTo>
                <a:lnTo>
                  <a:pt x="119082" y="95760"/>
                </a:lnTo>
                <a:lnTo>
                  <a:pt x="119604" y="95539"/>
                </a:lnTo>
                <a:lnTo>
                  <a:pt x="120118" y="95309"/>
                </a:lnTo>
                <a:lnTo>
                  <a:pt x="120626" y="95069"/>
                </a:lnTo>
                <a:lnTo>
                  <a:pt x="121127" y="94823"/>
                </a:lnTo>
                <a:lnTo>
                  <a:pt x="121620" y="94569"/>
                </a:lnTo>
                <a:lnTo>
                  <a:pt x="122107" y="94307"/>
                </a:lnTo>
                <a:lnTo>
                  <a:pt x="122587" y="94038"/>
                </a:lnTo>
                <a:lnTo>
                  <a:pt x="123060" y="93762"/>
                </a:lnTo>
                <a:lnTo>
                  <a:pt x="123526" y="93478"/>
                </a:lnTo>
                <a:lnTo>
                  <a:pt x="123985" y="93187"/>
                </a:lnTo>
                <a:lnTo>
                  <a:pt x="124437" y="92888"/>
                </a:lnTo>
                <a:lnTo>
                  <a:pt x="124882" y="92583"/>
                </a:lnTo>
                <a:lnTo>
                  <a:pt x="125320" y="92269"/>
                </a:lnTo>
                <a:lnTo>
                  <a:pt x="125752" y="91948"/>
                </a:lnTo>
                <a:lnTo>
                  <a:pt x="126176" y="91620"/>
                </a:lnTo>
                <a:lnTo>
                  <a:pt x="126593" y="91285"/>
                </a:lnTo>
                <a:lnTo>
                  <a:pt x="127004" y="90942"/>
                </a:lnTo>
                <a:lnTo>
                  <a:pt x="127407" y="90591"/>
                </a:lnTo>
                <a:lnTo>
                  <a:pt x="127804" y="90233"/>
                </a:lnTo>
                <a:lnTo>
                  <a:pt x="128194" y="89868"/>
                </a:lnTo>
                <a:lnTo>
                  <a:pt x="128576" y="89495"/>
                </a:lnTo>
                <a:lnTo>
                  <a:pt x="128952" y="89115"/>
                </a:lnTo>
                <a:lnTo>
                  <a:pt x="129321" y="88728"/>
                </a:lnTo>
                <a:lnTo>
                  <a:pt x="129683" y="88333"/>
                </a:lnTo>
                <a:lnTo>
                  <a:pt x="130038" y="87931"/>
                </a:lnTo>
                <a:lnTo>
                  <a:pt x="130386" y="87521"/>
                </a:lnTo>
                <a:lnTo>
                  <a:pt x="130726" y="87105"/>
                </a:lnTo>
                <a:lnTo>
                  <a:pt x="131058" y="86685"/>
                </a:lnTo>
                <a:lnTo>
                  <a:pt x="131381" y="86261"/>
                </a:lnTo>
                <a:lnTo>
                  <a:pt x="131695" y="85833"/>
                </a:lnTo>
                <a:lnTo>
                  <a:pt x="132001" y="85400"/>
                </a:lnTo>
                <a:lnTo>
                  <a:pt x="132298" y="84963"/>
                </a:lnTo>
                <a:lnTo>
                  <a:pt x="132587" y="84521"/>
                </a:lnTo>
                <a:lnTo>
                  <a:pt x="132867" y="84075"/>
                </a:lnTo>
                <a:lnTo>
                  <a:pt x="133138" y="83625"/>
                </a:lnTo>
                <a:lnTo>
                  <a:pt x="133401" y="83171"/>
                </a:lnTo>
                <a:lnTo>
                  <a:pt x="133655" y="82712"/>
                </a:lnTo>
                <a:lnTo>
                  <a:pt x="133901" y="82249"/>
                </a:lnTo>
                <a:lnTo>
                  <a:pt x="134138" y="81782"/>
                </a:lnTo>
                <a:lnTo>
                  <a:pt x="134366" y="81310"/>
                </a:lnTo>
                <a:lnTo>
                  <a:pt x="134586" y="80835"/>
                </a:lnTo>
                <a:lnTo>
                  <a:pt x="134797" y="80354"/>
                </a:lnTo>
                <a:lnTo>
                  <a:pt x="134999" y="79870"/>
                </a:lnTo>
                <a:lnTo>
                  <a:pt x="135193" y="79381"/>
                </a:lnTo>
                <a:lnTo>
                  <a:pt x="135378" y="78888"/>
                </a:lnTo>
                <a:lnTo>
                  <a:pt x="135555" y="78390"/>
                </a:lnTo>
                <a:lnTo>
                  <a:pt x="135723" y="77889"/>
                </a:lnTo>
                <a:lnTo>
                  <a:pt x="135883" y="77383"/>
                </a:lnTo>
                <a:lnTo>
                  <a:pt x="136033" y="76872"/>
                </a:lnTo>
                <a:lnTo>
                  <a:pt x="136176" y="76358"/>
                </a:lnTo>
                <a:lnTo>
                  <a:pt x="124735" y="76358"/>
                </a:lnTo>
                <a:lnTo>
                  <a:pt x="124558" y="76813"/>
                </a:lnTo>
                <a:lnTo>
                  <a:pt x="124372" y="77260"/>
                </a:lnTo>
                <a:lnTo>
                  <a:pt x="124176" y="77700"/>
                </a:lnTo>
                <a:lnTo>
                  <a:pt x="123971" y="78132"/>
                </a:lnTo>
                <a:lnTo>
                  <a:pt x="123757" y="78556"/>
                </a:lnTo>
                <a:lnTo>
                  <a:pt x="123533" y="78972"/>
                </a:lnTo>
                <a:lnTo>
                  <a:pt x="123300" y="79380"/>
                </a:lnTo>
                <a:lnTo>
                  <a:pt x="123058" y="79780"/>
                </a:lnTo>
                <a:lnTo>
                  <a:pt x="122806" y="80172"/>
                </a:lnTo>
                <a:lnTo>
                  <a:pt x="122545" y="80556"/>
                </a:lnTo>
                <a:lnTo>
                  <a:pt x="122275" y="80933"/>
                </a:lnTo>
                <a:lnTo>
                  <a:pt x="121995" y="81301"/>
                </a:lnTo>
                <a:lnTo>
                  <a:pt x="121707" y="81662"/>
                </a:lnTo>
                <a:lnTo>
                  <a:pt x="121408" y="82015"/>
                </a:lnTo>
                <a:lnTo>
                  <a:pt x="121101" y="82360"/>
                </a:lnTo>
                <a:lnTo>
                  <a:pt x="120784" y="82697"/>
                </a:lnTo>
                <a:lnTo>
                  <a:pt x="120457" y="83026"/>
                </a:lnTo>
                <a:lnTo>
                  <a:pt x="120122" y="83347"/>
                </a:lnTo>
                <a:lnTo>
                  <a:pt x="119777" y="83660"/>
                </a:lnTo>
                <a:lnTo>
                  <a:pt x="119423" y="83966"/>
                </a:lnTo>
                <a:lnTo>
                  <a:pt x="119059" y="84263"/>
                </a:lnTo>
                <a:lnTo>
                  <a:pt x="118686" y="84553"/>
                </a:lnTo>
                <a:lnTo>
                  <a:pt x="118304" y="84835"/>
                </a:lnTo>
                <a:lnTo>
                  <a:pt x="117912" y="85109"/>
                </a:lnTo>
                <a:lnTo>
                  <a:pt x="117512" y="85373"/>
                </a:lnTo>
                <a:lnTo>
                  <a:pt x="117102" y="85626"/>
                </a:lnTo>
                <a:lnTo>
                  <a:pt x="116684" y="85868"/>
                </a:lnTo>
                <a:lnTo>
                  <a:pt x="116256" y="86098"/>
                </a:lnTo>
                <a:lnTo>
                  <a:pt x="115820" y="86317"/>
                </a:lnTo>
                <a:lnTo>
                  <a:pt x="115375" y="86526"/>
                </a:lnTo>
                <a:lnTo>
                  <a:pt x="114922" y="86722"/>
                </a:lnTo>
                <a:lnTo>
                  <a:pt x="114459" y="86908"/>
                </a:lnTo>
                <a:lnTo>
                  <a:pt x="113988" y="87082"/>
                </a:lnTo>
                <a:lnTo>
                  <a:pt x="113507" y="87245"/>
                </a:lnTo>
                <a:lnTo>
                  <a:pt x="113018" y="87397"/>
                </a:lnTo>
                <a:lnTo>
                  <a:pt x="112520" y="87538"/>
                </a:lnTo>
                <a:lnTo>
                  <a:pt x="112013" y="87667"/>
                </a:lnTo>
                <a:lnTo>
                  <a:pt x="111497" y="87785"/>
                </a:lnTo>
                <a:lnTo>
                  <a:pt x="110973" y="87892"/>
                </a:lnTo>
                <a:lnTo>
                  <a:pt x="110439" y="87987"/>
                </a:lnTo>
                <a:lnTo>
                  <a:pt x="109897" y="88072"/>
                </a:lnTo>
                <a:lnTo>
                  <a:pt x="109346" y="88145"/>
                </a:lnTo>
                <a:lnTo>
                  <a:pt x="108786" y="88207"/>
                </a:lnTo>
                <a:lnTo>
                  <a:pt x="108217" y="88257"/>
                </a:lnTo>
                <a:lnTo>
                  <a:pt x="107639" y="88297"/>
                </a:lnTo>
                <a:lnTo>
                  <a:pt x="107053" y="88325"/>
                </a:lnTo>
                <a:lnTo>
                  <a:pt x="106457" y="88342"/>
                </a:lnTo>
                <a:lnTo>
                  <a:pt x="105853" y="88347"/>
                </a:lnTo>
                <a:lnTo>
                  <a:pt x="105372" y="88342"/>
                </a:lnTo>
                <a:lnTo>
                  <a:pt x="104893" y="88327"/>
                </a:lnTo>
                <a:lnTo>
                  <a:pt x="104417" y="88302"/>
                </a:lnTo>
                <a:lnTo>
                  <a:pt x="103944" y="88267"/>
                </a:lnTo>
                <a:lnTo>
                  <a:pt x="103474" y="88222"/>
                </a:lnTo>
                <a:lnTo>
                  <a:pt x="103006" y="88166"/>
                </a:lnTo>
                <a:lnTo>
                  <a:pt x="102540" y="88101"/>
                </a:lnTo>
                <a:lnTo>
                  <a:pt x="102078" y="88026"/>
                </a:lnTo>
                <a:lnTo>
                  <a:pt x="101617" y="87940"/>
                </a:lnTo>
                <a:lnTo>
                  <a:pt x="101160" y="87845"/>
                </a:lnTo>
                <a:lnTo>
                  <a:pt x="100705" y="87739"/>
                </a:lnTo>
                <a:lnTo>
                  <a:pt x="100253" y="87624"/>
                </a:lnTo>
                <a:lnTo>
                  <a:pt x="99804" y="87498"/>
                </a:lnTo>
                <a:lnTo>
                  <a:pt x="99357" y="87363"/>
                </a:lnTo>
                <a:lnTo>
                  <a:pt x="98912" y="87217"/>
                </a:lnTo>
                <a:lnTo>
                  <a:pt x="98471" y="87061"/>
                </a:lnTo>
                <a:lnTo>
                  <a:pt x="98032" y="86895"/>
                </a:lnTo>
                <a:lnTo>
                  <a:pt x="97595" y="86720"/>
                </a:lnTo>
                <a:lnTo>
                  <a:pt x="97162" y="86534"/>
                </a:lnTo>
                <a:lnTo>
                  <a:pt x="96731" y="86338"/>
                </a:lnTo>
                <a:lnTo>
                  <a:pt x="96302" y="86132"/>
                </a:lnTo>
                <a:lnTo>
                  <a:pt x="95876" y="85916"/>
                </a:lnTo>
                <a:lnTo>
                  <a:pt x="95453" y="85690"/>
                </a:lnTo>
                <a:lnTo>
                  <a:pt x="95033" y="85453"/>
                </a:lnTo>
                <a:lnTo>
                  <a:pt x="94617" y="85207"/>
                </a:lnTo>
                <a:lnTo>
                  <a:pt x="94208" y="84951"/>
                </a:lnTo>
                <a:lnTo>
                  <a:pt x="93805" y="84685"/>
                </a:lnTo>
                <a:lnTo>
                  <a:pt x="93409" y="84408"/>
                </a:lnTo>
                <a:lnTo>
                  <a:pt x="93020" y="84122"/>
                </a:lnTo>
                <a:lnTo>
                  <a:pt x="92638" y="83826"/>
                </a:lnTo>
                <a:lnTo>
                  <a:pt x="92262" y="83519"/>
                </a:lnTo>
                <a:lnTo>
                  <a:pt x="91893" y="83203"/>
                </a:lnTo>
                <a:lnTo>
                  <a:pt x="91531" y="82876"/>
                </a:lnTo>
                <a:lnTo>
                  <a:pt x="91175" y="82539"/>
                </a:lnTo>
                <a:lnTo>
                  <a:pt x="90826" y="82193"/>
                </a:lnTo>
                <a:lnTo>
                  <a:pt x="90484" y="81836"/>
                </a:lnTo>
                <a:lnTo>
                  <a:pt x="90149" y="81469"/>
                </a:lnTo>
                <a:lnTo>
                  <a:pt x="89820" y="81093"/>
                </a:lnTo>
                <a:lnTo>
                  <a:pt x="89498" y="80706"/>
                </a:lnTo>
                <a:lnTo>
                  <a:pt x="89182" y="80309"/>
                </a:lnTo>
                <a:lnTo>
                  <a:pt x="88874" y="79902"/>
                </a:lnTo>
                <a:lnTo>
                  <a:pt x="88571" y="79485"/>
                </a:lnTo>
                <a:lnTo>
                  <a:pt x="88276" y="79058"/>
                </a:lnTo>
                <a:lnTo>
                  <a:pt x="87987" y="78621"/>
                </a:lnTo>
                <a:lnTo>
                  <a:pt x="87706" y="78174"/>
                </a:lnTo>
                <a:lnTo>
                  <a:pt x="87430" y="77716"/>
                </a:lnTo>
                <a:lnTo>
                  <a:pt x="87162" y="77249"/>
                </a:lnTo>
                <a:lnTo>
                  <a:pt x="86900" y="76772"/>
                </a:lnTo>
                <a:lnTo>
                  <a:pt x="86647" y="76285"/>
                </a:lnTo>
                <a:lnTo>
                  <a:pt x="86405" y="75788"/>
                </a:lnTo>
                <a:lnTo>
                  <a:pt x="86173" y="75281"/>
                </a:lnTo>
                <a:lnTo>
                  <a:pt x="85953" y="74765"/>
                </a:lnTo>
                <a:lnTo>
                  <a:pt x="85743" y="74240"/>
                </a:lnTo>
                <a:lnTo>
                  <a:pt x="85544" y="73705"/>
                </a:lnTo>
                <a:lnTo>
                  <a:pt x="85355" y="73160"/>
                </a:lnTo>
                <a:lnTo>
                  <a:pt x="85178" y="72606"/>
                </a:lnTo>
                <a:lnTo>
                  <a:pt x="85011" y="72042"/>
                </a:lnTo>
                <a:lnTo>
                  <a:pt x="84855" y="71469"/>
                </a:lnTo>
                <a:lnTo>
                  <a:pt x="84709" y="70886"/>
                </a:lnTo>
                <a:lnTo>
                  <a:pt x="84575" y="70293"/>
                </a:lnTo>
                <a:lnTo>
                  <a:pt x="84451" y="69691"/>
                </a:lnTo>
                <a:lnTo>
                  <a:pt x="84338" y="69080"/>
                </a:lnTo>
                <a:lnTo>
                  <a:pt x="84236" y="68458"/>
                </a:lnTo>
                <a:lnTo>
                  <a:pt x="84144" y="67828"/>
                </a:lnTo>
                <a:lnTo>
                  <a:pt x="84064" y="67187"/>
                </a:lnTo>
                <a:lnTo>
                  <a:pt x="83994" y="66537"/>
                </a:lnTo>
                <a:lnTo>
                  <a:pt x="83934" y="65878"/>
                </a:lnTo>
                <a:lnTo>
                  <a:pt x="83886" y="65209"/>
                </a:lnTo>
                <a:lnTo>
                  <a:pt x="83848" y="64530"/>
                </a:lnTo>
                <a:lnTo>
                  <a:pt x="83842" y="64366"/>
                </a:lnTo>
                <a:lnTo>
                  <a:pt x="137968" y="64366"/>
                </a:lnTo>
                <a:lnTo>
                  <a:pt x="137979" y="64206"/>
                </a:lnTo>
                <a:close/>
                <a:moveTo>
                  <a:pt x="84058" y="54292"/>
                </a:moveTo>
                <a:lnTo>
                  <a:pt x="84137" y="53715"/>
                </a:lnTo>
                <a:lnTo>
                  <a:pt x="84226" y="53147"/>
                </a:lnTo>
                <a:lnTo>
                  <a:pt x="84326" y="52588"/>
                </a:lnTo>
                <a:lnTo>
                  <a:pt x="84437" y="52038"/>
                </a:lnTo>
                <a:lnTo>
                  <a:pt x="84558" y="51497"/>
                </a:lnTo>
                <a:lnTo>
                  <a:pt x="84690" y="50964"/>
                </a:lnTo>
                <a:lnTo>
                  <a:pt x="84832" y="50440"/>
                </a:lnTo>
                <a:lnTo>
                  <a:pt x="84985" y="49926"/>
                </a:lnTo>
                <a:lnTo>
                  <a:pt x="85148" y="49420"/>
                </a:lnTo>
                <a:lnTo>
                  <a:pt x="85322" y="48922"/>
                </a:lnTo>
                <a:lnTo>
                  <a:pt x="85506" y="48434"/>
                </a:lnTo>
                <a:lnTo>
                  <a:pt x="85701" y="47955"/>
                </a:lnTo>
                <a:lnTo>
                  <a:pt x="85906" y="47484"/>
                </a:lnTo>
                <a:lnTo>
                  <a:pt x="86122" y="47022"/>
                </a:lnTo>
                <a:lnTo>
                  <a:pt x="86348" y="46569"/>
                </a:lnTo>
                <a:lnTo>
                  <a:pt x="86585" y="46125"/>
                </a:lnTo>
                <a:lnTo>
                  <a:pt x="86833" y="45690"/>
                </a:lnTo>
                <a:lnTo>
                  <a:pt x="87089" y="45264"/>
                </a:lnTo>
                <a:lnTo>
                  <a:pt x="87352" y="44846"/>
                </a:lnTo>
                <a:lnTo>
                  <a:pt x="87622" y="44436"/>
                </a:lnTo>
                <a:lnTo>
                  <a:pt x="87899" y="44036"/>
                </a:lnTo>
                <a:lnTo>
                  <a:pt x="88183" y="43644"/>
                </a:lnTo>
                <a:lnTo>
                  <a:pt x="88474" y="43260"/>
                </a:lnTo>
                <a:lnTo>
                  <a:pt x="88772" y="42886"/>
                </a:lnTo>
                <a:lnTo>
                  <a:pt x="89076" y="42519"/>
                </a:lnTo>
                <a:lnTo>
                  <a:pt x="89388" y="42162"/>
                </a:lnTo>
                <a:lnTo>
                  <a:pt x="89707" y="41813"/>
                </a:lnTo>
                <a:lnTo>
                  <a:pt x="90032" y="41473"/>
                </a:lnTo>
                <a:lnTo>
                  <a:pt x="90365" y="41141"/>
                </a:lnTo>
                <a:lnTo>
                  <a:pt x="90704" y="40818"/>
                </a:lnTo>
                <a:lnTo>
                  <a:pt x="91051" y="40503"/>
                </a:lnTo>
                <a:lnTo>
                  <a:pt x="91404" y="40198"/>
                </a:lnTo>
                <a:lnTo>
                  <a:pt x="91764" y="39900"/>
                </a:lnTo>
                <a:lnTo>
                  <a:pt x="92131" y="39612"/>
                </a:lnTo>
                <a:lnTo>
                  <a:pt x="92505" y="39332"/>
                </a:lnTo>
                <a:lnTo>
                  <a:pt x="92887" y="39060"/>
                </a:lnTo>
                <a:lnTo>
                  <a:pt x="93275" y="38798"/>
                </a:lnTo>
                <a:lnTo>
                  <a:pt x="93669" y="38544"/>
                </a:lnTo>
                <a:lnTo>
                  <a:pt x="94071" y="38298"/>
                </a:lnTo>
                <a:lnTo>
                  <a:pt x="94480" y="38061"/>
                </a:lnTo>
                <a:lnTo>
                  <a:pt x="94896" y="37833"/>
                </a:lnTo>
                <a:lnTo>
                  <a:pt x="95317" y="37613"/>
                </a:lnTo>
                <a:lnTo>
                  <a:pt x="95741" y="37403"/>
                </a:lnTo>
                <a:lnTo>
                  <a:pt x="96168" y="37203"/>
                </a:lnTo>
                <a:lnTo>
                  <a:pt x="96598" y="37012"/>
                </a:lnTo>
                <a:lnTo>
                  <a:pt x="97031" y="36830"/>
                </a:lnTo>
                <a:lnTo>
                  <a:pt x="97467" y="36657"/>
                </a:lnTo>
                <a:lnTo>
                  <a:pt x="97907" y="36494"/>
                </a:lnTo>
                <a:lnTo>
                  <a:pt x="98349" y="36340"/>
                </a:lnTo>
                <a:lnTo>
                  <a:pt x="98795" y="36195"/>
                </a:lnTo>
                <a:lnTo>
                  <a:pt x="99244" y="36060"/>
                </a:lnTo>
                <a:lnTo>
                  <a:pt x="99696" y="35934"/>
                </a:lnTo>
                <a:lnTo>
                  <a:pt x="100151" y="35817"/>
                </a:lnTo>
                <a:lnTo>
                  <a:pt x="100609" y="35710"/>
                </a:lnTo>
                <a:lnTo>
                  <a:pt x="101070" y="35612"/>
                </a:lnTo>
                <a:lnTo>
                  <a:pt x="101534" y="35523"/>
                </a:lnTo>
                <a:lnTo>
                  <a:pt x="102002" y="35444"/>
                </a:lnTo>
                <a:lnTo>
                  <a:pt x="102472" y="35374"/>
                </a:lnTo>
                <a:lnTo>
                  <a:pt x="102946" y="35313"/>
                </a:lnTo>
                <a:lnTo>
                  <a:pt x="103423" y="35262"/>
                </a:lnTo>
                <a:lnTo>
                  <a:pt x="103902" y="35220"/>
                </a:lnTo>
                <a:lnTo>
                  <a:pt x="104385" y="35187"/>
                </a:lnTo>
                <a:lnTo>
                  <a:pt x="104872" y="35164"/>
                </a:lnTo>
                <a:lnTo>
                  <a:pt x="105361" y="35150"/>
                </a:lnTo>
                <a:lnTo>
                  <a:pt x="105853" y="35145"/>
                </a:lnTo>
                <a:lnTo>
                  <a:pt x="106583" y="35154"/>
                </a:lnTo>
                <a:lnTo>
                  <a:pt x="107303" y="35182"/>
                </a:lnTo>
                <a:lnTo>
                  <a:pt x="108012" y="35229"/>
                </a:lnTo>
                <a:lnTo>
                  <a:pt x="108711" y="35294"/>
                </a:lnTo>
                <a:lnTo>
                  <a:pt x="109400" y="35378"/>
                </a:lnTo>
                <a:lnTo>
                  <a:pt x="110078" y="35481"/>
                </a:lnTo>
                <a:lnTo>
                  <a:pt x="110746" y="35602"/>
                </a:lnTo>
                <a:lnTo>
                  <a:pt x="111404" y="35742"/>
                </a:lnTo>
                <a:lnTo>
                  <a:pt x="112052" y="35901"/>
                </a:lnTo>
                <a:lnTo>
                  <a:pt x="112689" y="36078"/>
                </a:lnTo>
                <a:lnTo>
                  <a:pt x="113316" y="36274"/>
                </a:lnTo>
                <a:lnTo>
                  <a:pt x="113933" y="36489"/>
                </a:lnTo>
                <a:lnTo>
                  <a:pt x="114539" y="36722"/>
                </a:lnTo>
                <a:lnTo>
                  <a:pt x="115135" y="36974"/>
                </a:lnTo>
                <a:lnTo>
                  <a:pt x="115721" y="37245"/>
                </a:lnTo>
                <a:lnTo>
                  <a:pt x="116297" y="37534"/>
                </a:lnTo>
                <a:lnTo>
                  <a:pt x="116862" y="37842"/>
                </a:lnTo>
                <a:lnTo>
                  <a:pt x="117417" y="38169"/>
                </a:lnTo>
                <a:lnTo>
                  <a:pt x="117962" y="38514"/>
                </a:lnTo>
                <a:lnTo>
                  <a:pt x="118496" y="38878"/>
                </a:lnTo>
                <a:lnTo>
                  <a:pt x="119020" y="39261"/>
                </a:lnTo>
                <a:lnTo>
                  <a:pt x="119534" y="39662"/>
                </a:lnTo>
                <a:lnTo>
                  <a:pt x="120037" y="40082"/>
                </a:lnTo>
                <a:lnTo>
                  <a:pt x="120531" y="40521"/>
                </a:lnTo>
                <a:lnTo>
                  <a:pt x="121009" y="40976"/>
                </a:lnTo>
                <a:lnTo>
                  <a:pt x="121469" y="41445"/>
                </a:lnTo>
                <a:lnTo>
                  <a:pt x="121910" y="41929"/>
                </a:lnTo>
                <a:lnTo>
                  <a:pt x="122332" y="42427"/>
                </a:lnTo>
                <a:lnTo>
                  <a:pt x="122736" y="42940"/>
                </a:lnTo>
                <a:lnTo>
                  <a:pt x="123120" y="43467"/>
                </a:lnTo>
                <a:lnTo>
                  <a:pt x="123485" y="44008"/>
                </a:lnTo>
                <a:lnTo>
                  <a:pt x="123832" y="44564"/>
                </a:lnTo>
                <a:lnTo>
                  <a:pt x="124159" y="45134"/>
                </a:lnTo>
                <a:lnTo>
                  <a:pt x="124468" y="45718"/>
                </a:lnTo>
                <a:lnTo>
                  <a:pt x="124757" y="46317"/>
                </a:lnTo>
                <a:lnTo>
                  <a:pt x="125028" y="46930"/>
                </a:lnTo>
                <a:lnTo>
                  <a:pt x="125280" y="47557"/>
                </a:lnTo>
                <a:lnTo>
                  <a:pt x="125513" y="48199"/>
                </a:lnTo>
                <a:lnTo>
                  <a:pt x="125727" y="48855"/>
                </a:lnTo>
                <a:lnTo>
                  <a:pt x="125922" y="49526"/>
                </a:lnTo>
                <a:lnTo>
                  <a:pt x="126098" y="50210"/>
                </a:lnTo>
                <a:lnTo>
                  <a:pt x="126256" y="50910"/>
                </a:lnTo>
                <a:lnTo>
                  <a:pt x="126394" y="51623"/>
                </a:lnTo>
                <a:lnTo>
                  <a:pt x="126513" y="52351"/>
                </a:lnTo>
                <a:lnTo>
                  <a:pt x="126614" y="53093"/>
                </a:lnTo>
                <a:lnTo>
                  <a:pt x="126696" y="53850"/>
                </a:lnTo>
                <a:lnTo>
                  <a:pt x="126758" y="54621"/>
                </a:lnTo>
                <a:lnTo>
                  <a:pt x="126802" y="55406"/>
                </a:lnTo>
                <a:lnTo>
                  <a:pt x="83938" y="55406"/>
                </a:lnTo>
                <a:lnTo>
                  <a:pt x="83989" y="54878"/>
                </a:lnTo>
                <a:lnTo>
                  <a:pt x="84058" y="54292"/>
                </a:lnTo>
                <a:close/>
                <a:moveTo>
                  <a:pt x="215153" y="27014"/>
                </a:moveTo>
                <a:lnTo>
                  <a:pt x="203161" y="27014"/>
                </a:lnTo>
                <a:lnTo>
                  <a:pt x="179455" y="80078"/>
                </a:lnTo>
                <a:lnTo>
                  <a:pt x="156850" y="27014"/>
                </a:lnTo>
                <a:lnTo>
                  <a:pt x="144307" y="27014"/>
                </a:lnTo>
                <a:lnTo>
                  <a:pt x="171597" y="88762"/>
                </a:lnTo>
                <a:lnTo>
                  <a:pt x="175595" y="88762"/>
                </a:lnTo>
                <a:lnTo>
                  <a:pt x="158642" y="126803"/>
                </a:lnTo>
                <a:lnTo>
                  <a:pt x="170771" y="126803"/>
                </a:lnTo>
                <a:lnTo>
                  <a:pt x="215153" y="27014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35ABD-FC1B-437D-A111-A3161BFF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704" y="1957541"/>
            <a:ext cx="10" cy="256736"/>
          </a:xfrm>
          <a:custGeom xmlns:a="http://schemas.openxmlformats.org/drawingml/2006/main">
            <a:pathLst>
              <a:path w="1" h="256736">
                <a:moveTo>
                  <a:pt x="0" y="256736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24EB4-09A8-473E-AEB0-EC6619C7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704" y="1957541"/>
            <a:ext cx="10" cy="256736"/>
          </a:xfrm>
          <a:custGeom xmlns:a="http://schemas.openxmlformats.org/drawingml/2006/main">
            <a:pathLst>
              <a:path w="1" h="256736" fill="none">
                <a:moveTo>
                  <a:pt x="0" y="2567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F3F40-D444-4051-ACB7-0488359B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006" y="1545885"/>
            <a:ext cx="2097682" cy="500930"/>
          </a:xfrm>
          <a:custGeom xmlns:a="http://schemas.openxmlformats.org/drawingml/2006/main">
            <a:pathLst>
              <a:path w="2097682" h="500930">
                <a:moveTo>
                  <a:pt x="0" y="500930"/>
                </a:moveTo>
                <a:lnTo>
                  <a:pt x="0" y="0"/>
                </a:lnTo>
                <a:lnTo>
                  <a:pt x="2097682" y="0"/>
                </a:lnTo>
                <a:lnTo>
                  <a:pt x="2097682" y="500930"/>
                </a:lnTo>
                <a:lnTo>
                  <a:pt x="0" y="50093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MDecoderBlocks">
            <a:extLst xmlns:a="http://schemas.openxmlformats.org/drawingml/2006/main">
              <a:ext uri="{FF2B5EF4-FFF2-40B4-BE49-F238E27FC236}">
                <a16:creationId xmlns:a16="http://schemas.microsoft.com/office/drawing/2014/main" id="{D7559D40-1E9E-473E-93C5-713088EB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617" y="1721321"/>
            <a:ext cx="1453294" cy="129716"/>
          </a:xfrm>
          <a:custGeom xmlns:a="http://schemas.openxmlformats.org/drawingml/2006/main">
            <a:pathLst>
              <a:path w="1453294" h="129716">
                <a:moveTo>
                  <a:pt x="666313" y="129650"/>
                </a:moveTo>
                <a:lnTo>
                  <a:pt x="666962" y="129612"/>
                </a:lnTo>
                <a:lnTo>
                  <a:pt x="667604" y="129567"/>
                </a:lnTo>
                <a:lnTo>
                  <a:pt x="668239" y="129513"/>
                </a:lnTo>
                <a:lnTo>
                  <a:pt x="668867" y="129450"/>
                </a:lnTo>
                <a:lnTo>
                  <a:pt x="669489" y="129380"/>
                </a:lnTo>
                <a:lnTo>
                  <a:pt x="670104" y="129301"/>
                </a:lnTo>
                <a:lnTo>
                  <a:pt x="670712" y="129214"/>
                </a:lnTo>
                <a:lnTo>
                  <a:pt x="671313" y="129118"/>
                </a:lnTo>
                <a:lnTo>
                  <a:pt x="671908" y="129015"/>
                </a:lnTo>
                <a:lnTo>
                  <a:pt x="672496" y="128903"/>
                </a:lnTo>
                <a:lnTo>
                  <a:pt x="673077" y="128782"/>
                </a:lnTo>
                <a:lnTo>
                  <a:pt x="673652" y="128654"/>
                </a:lnTo>
                <a:lnTo>
                  <a:pt x="674219" y="128517"/>
                </a:lnTo>
                <a:lnTo>
                  <a:pt x="674780" y="128371"/>
                </a:lnTo>
                <a:lnTo>
                  <a:pt x="675334" y="128218"/>
                </a:lnTo>
                <a:lnTo>
                  <a:pt x="675881" y="128056"/>
                </a:lnTo>
                <a:lnTo>
                  <a:pt x="676422" y="127886"/>
                </a:lnTo>
                <a:lnTo>
                  <a:pt x="676956" y="127708"/>
                </a:lnTo>
                <a:lnTo>
                  <a:pt x="677483" y="127521"/>
                </a:lnTo>
                <a:lnTo>
                  <a:pt x="678003" y="127326"/>
                </a:lnTo>
                <a:lnTo>
                  <a:pt x="678517" y="127124"/>
                </a:lnTo>
                <a:lnTo>
                  <a:pt x="679025" y="126917"/>
                </a:lnTo>
                <a:lnTo>
                  <a:pt x="679526" y="126705"/>
                </a:lnTo>
                <a:lnTo>
                  <a:pt x="680022" y="126489"/>
                </a:lnTo>
                <a:lnTo>
                  <a:pt x="680511" y="126267"/>
                </a:lnTo>
                <a:lnTo>
                  <a:pt x="680994" y="126041"/>
                </a:lnTo>
                <a:lnTo>
                  <a:pt x="681471" y="125809"/>
                </a:lnTo>
                <a:lnTo>
                  <a:pt x="681941" y="125573"/>
                </a:lnTo>
                <a:lnTo>
                  <a:pt x="682406" y="125332"/>
                </a:lnTo>
                <a:lnTo>
                  <a:pt x="682864" y="125086"/>
                </a:lnTo>
                <a:lnTo>
                  <a:pt x="683317" y="124834"/>
                </a:lnTo>
                <a:lnTo>
                  <a:pt x="683763" y="124578"/>
                </a:lnTo>
                <a:lnTo>
                  <a:pt x="684203" y="124318"/>
                </a:lnTo>
                <a:lnTo>
                  <a:pt x="684636" y="124052"/>
                </a:lnTo>
                <a:lnTo>
                  <a:pt x="685064" y="123781"/>
                </a:lnTo>
                <a:lnTo>
                  <a:pt x="685485" y="123505"/>
                </a:lnTo>
                <a:lnTo>
                  <a:pt x="685901" y="123225"/>
                </a:lnTo>
                <a:lnTo>
                  <a:pt x="686310" y="122939"/>
                </a:lnTo>
                <a:lnTo>
                  <a:pt x="686713" y="122649"/>
                </a:lnTo>
                <a:lnTo>
                  <a:pt x="687110" y="122353"/>
                </a:lnTo>
                <a:lnTo>
                  <a:pt x="687500" y="122053"/>
                </a:lnTo>
                <a:lnTo>
                  <a:pt x="687885" y="121748"/>
                </a:lnTo>
                <a:lnTo>
                  <a:pt x="688263" y="121438"/>
                </a:lnTo>
                <a:lnTo>
                  <a:pt x="688635" y="121123"/>
                </a:lnTo>
                <a:lnTo>
                  <a:pt x="689002" y="120804"/>
                </a:lnTo>
                <a:lnTo>
                  <a:pt x="689362" y="120483"/>
                </a:lnTo>
                <a:lnTo>
                  <a:pt x="689718" y="120161"/>
                </a:lnTo>
                <a:lnTo>
                  <a:pt x="690067" y="119836"/>
                </a:lnTo>
                <a:lnTo>
                  <a:pt x="690412" y="119508"/>
                </a:lnTo>
                <a:lnTo>
                  <a:pt x="690750" y="119179"/>
                </a:lnTo>
                <a:lnTo>
                  <a:pt x="691083" y="118848"/>
                </a:lnTo>
                <a:lnTo>
                  <a:pt x="691411" y="118514"/>
                </a:lnTo>
                <a:lnTo>
                  <a:pt x="691733" y="118178"/>
                </a:lnTo>
                <a:lnTo>
                  <a:pt x="692050" y="117840"/>
                </a:lnTo>
                <a:lnTo>
                  <a:pt x="692361" y="117500"/>
                </a:lnTo>
                <a:lnTo>
                  <a:pt x="692666" y="117158"/>
                </a:lnTo>
                <a:lnTo>
                  <a:pt x="692966" y="116814"/>
                </a:lnTo>
                <a:lnTo>
                  <a:pt x="693261" y="116467"/>
                </a:lnTo>
                <a:lnTo>
                  <a:pt x="693550" y="116118"/>
                </a:lnTo>
                <a:lnTo>
                  <a:pt x="693833" y="115768"/>
                </a:lnTo>
                <a:lnTo>
                  <a:pt x="694111" y="115415"/>
                </a:lnTo>
                <a:lnTo>
                  <a:pt x="694383" y="115060"/>
                </a:lnTo>
                <a:lnTo>
                  <a:pt x="694650" y="114702"/>
                </a:lnTo>
                <a:lnTo>
                  <a:pt x="694911" y="114343"/>
                </a:lnTo>
                <a:lnTo>
                  <a:pt x="695167" y="113981"/>
                </a:lnTo>
                <a:lnTo>
                  <a:pt x="695417" y="113618"/>
                </a:lnTo>
                <a:lnTo>
                  <a:pt x="695662" y="113252"/>
                </a:lnTo>
                <a:lnTo>
                  <a:pt x="695901" y="112884"/>
                </a:lnTo>
                <a:lnTo>
                  <a:pt x="697142" y="127591"/>
                </a:lnTo>
                <a:lnTo>
                  <a:pt x="710611" y="127591"/>
                </a:lnTo>
                <a:lnTo>
                  <a:pt x="710611" y="0"/>
                </a:lnTo>
                <a:lnTo>
                  <a:pt x="695725" y="0"/>
                </a:lnTo>
                <a:lnTo>
                  <a:pt x="695725" y="52985"/>
                </a:lnTo>
                <a:lnTo>
                  <a:pt x="695349" y="52326"/>
                </a:lnTo>
                <a:lnTo>
                  <a:pt x="694960" y="51680"/>
                </a:lnTo>
                <a:lnTo>
                  <a:pt x="694558" y="51047"/>
                </a:lnTo>
                <a:lnTo>
                  <a:pt x="694142" y="50425"/>
                </a:lnTo>
                <a:lnTo>
                  <a:pt x="693713" y="49816"/>
                </a:lnTo>
                <a:lnTo>
                  <a:pt x="693271" y="49219"/>
                </a:lnTo>
                <a:lnTo>
                  <a:pt x="692816" y="48635"/>
                </a:lnTo>
                <a:lnTo>
                  <a:pt x="692347" y="48063"/>
                </a:lnTo>
                <a:lnTo>
                  <a:pt x="691865" y="47503"/>
                </a:lnTo>
                <a:lnTo>
                  <a:pt x="691370" y="46955"/>
                </a:lnTo>
                <a:lnTo>
                  <a:pt x="690862" y="46420"/>
                </a:lnTo>
                <a:lnTo>
                  <a:pt x="690341" y="45897"/>
                </a:lnTo>
                <a:lnTo>
                  <a:pt x="689806" y="45386"/>
                </a:lnTo>
                <a:lnTo>
                  <a:pt x="689258" y="44888"/>
                </a:lnTo>
                <a:lnTo>
                  <a:pt x="688697" y="44402"/>
                </a:lnTo>
                <a:lnTo>
                  <a:pt x="688123" y="43928"/>
                </a:lnTo>
                <a:lnTo>
                  <a:pt x="687535" y="43467"/>
                </a:lnTo>
                <a:lnTo>
                  <a:pt x="686934" y="43018"/>
                </a:lnTo>
                <a:lnTo>
                  <a:pt x="686320" y="42581"/>
                </a:lnTo>
                <a:lnTo>
                  <a:pt x="685693" y="42156"/>
                </a:lnTo>
                <a:lnTo>
                  <a:pt x="685052" y="41744"/>
                </a:lnTo>
                <a:lnTo>
                  <a:pt x="684399" y="41344"/>
                </a:lnTo>
                <a:lnTo>
                  <a:pt x="683732" y="40957"/>
                </a:lnTo>
                <a:lnTo>
                  <a:pt x="683052" y="40582"/>
                </a:lnTo>
                <a:lnTo>
                  <a:pt x="682360" y="40220"/>
                </a:lnTo>
                <a:lnTo>
                  <a:pt x="681659" y="39874"/>
                </a:lnTo>
                <a:lnTo>
                  <a:pt x="680949" y="39543"/>
                </a:lnTo>
                <a:lnTo>
                  <a:pt x="680229" y="39227"/>
                </a:lnTo>
                <a:lnTo>
                  <a:pt x="679499" y="38927"/>
                </a:lnTo>
                <a:lnTo>
                  <a:pt x="678760" y="38643"/>
                </a:lnTo>
                <a:lnTo>
                  <a:pt x="678012" y="38373"/>
                </a:lnTo>
                <a:lnTo>
                  <a:pt x="677254" y="38119"/>
                </a:lnTo>
                <a:lnTo>
                  <a:pt x="676486" y="37881"/>
                </a:lnTo>
                <a:lnTo>
                  <a:pt x="675709" y="37658"/>
                </a:lnTo>
                <a:lnTo>
                  <a:pt x="674922" y="37450"/>
                </a:lnTo>
                <a:lnTo>
                  <a:pt x="674126" y="37258"/>
                </a:lnTo>
                <a:lnTo>
                  <a:pt x="673320" y="37081"/>
                </a:lnTo>
                <a:lnTo>
                  <a:pt x="672504" y="36919"/>
                </a:lnTo>
                <a:lnTo>
                  <a:pt x="671680" y="36773"/>
                </a:lnTo>
                <a:lnTo>
                  <a:pt x="670845" y="36642"/>
                </a:lnTo>
                <a:lnTo>
                  <a:pt x="670001" y="36527"/>
                </a:lnTo>
                <a:lnTo>
                  <a:pt x="669148" y="36427"/>
                </a:lnTo>
                <a:lnTo>
                  <a:pt x="668285" y="36342"/>
                </a:lnTo>
                <a:lnTo>
                  <a:pt x="667412" y="36273"/>
                </a:lnTo>
                <a:lnTo>
                  <a:pt x="666530" y="36219"/>
                </a:lnTo>
                <a:lnTo>
                  <a:pt x="665638" y="36180"/>
                </a:lnTo>
                <a:lnTo>
                  <a:pt x="664737" y="36157"/>
                </a:lnTo>
                <a:lnTo>
                  <a:pt x="663826" y="36150"/>
                </a:lnTo>
                <a:lnTo>
                  <a:pt x="662754" y="36160"/>
                </a:lnTo>
                <a:lnTo>
                  <a:pt x="661692" y="36192"/>
                </a:lnTo>
                <a:lnTo>
                  <a:pt x="660641" y="36244"/>
                </a:lnTo>
                <a:lnTo>
                  <a:pt x="659600" y="36317"/>
                </a:lnTo>
                <a:lnTo>
                  <a:pt x="658571" y="36411"/>
                </a:lnTo>
                <a:lnTo>
                  <a:pt x="657552" y="36526"/>
                </a:lnTo>
                <a:lnTo>
                  <a:pt x="656544" y="36662"/>
                </a:lnTo>
                <a:lnTo>
                  <a:pt x="655546" y="36819"/>
                </a:lnTo>
                <a:lnTo>
                  <a:pt x="654560" y="36997"/>
                </a:lnTo>
                <a:lnTo>
                  <a:pt x="653584" y="37196"/>
                </a:lnTo>
                <a:lnTo>
                  <a:pt x="652619" y="37416"/>
                </a:lnTo>
                <a:lnTo>
                  <a:pt x="651665" y="37657"/>
                </a:lnTo>
                <a:lnTo>
                  <a:pt x="650721" y="37918"/>
                </a:lnTo>
                <a:lnTo>
                  <a:pt x="649789" y="38201"/>
                </a:lnTo>
                <a:lnTo>
                  <a:pt x="648867" y="38504"/>
                </a:lnTo>
                <a:lnTo>
                  <a:pt x="647955" y="38828"/>
                </a:lnTo>
                <a:lnTo>
                  <a:pt x="647055" y="39174"/>
                </a:lnTo>
                <a:lnTo>
                  <a:pt x="646165" y="39540"/>
                </a:lnTo>
                <a:lnTo>
                  <a:pt x="645286" y="39927"/>
                </a:lnTo>
                <a:lnTo>
                  <a:pt x="644418" y="40335"/>
                </a:lnTo>
                <a:lnTo>
                  <a:pt x="643561" y="40764"/>
                </a:lnTo>
                <a:lnTo>
                  <a:pt x="642714" y="41214"/>
                </a:lnTo>
                <a:lnTo>
                  <a:pt x="641878" y="41685"/>
                </a:lnTo>
                <a:lnTo>
                  <a:pt x="641053" y="42177"/>
                </a:lnTo>
                <a:lnTo>
                  <a:pt x="640241" y="42687"/>
                </a:lnTo>
                <a:lnTo>
                  <a:pt x="639445" y="43212"/>
                </a:lnTo>
                <a:lnTo>
                  <a:pt x="638665" y="43754"/>
                </a:lnTo>
                <a:lnTo>
                  <a:pt x="637900" y="44311"/>
                </a:lnTo>
                <a:lnTo>
                  <a:pt x="637152" y="44883"/>
                </a:lnTo>
                <a:lnTo>
                  <a:pt x="636418" y="45472"/>
                </a:lnTo>
                <a:lnTo>
                  <a:pt x="635701" y="46076"/>
                </a:lnTo>
                <a:lnTo>
                  <a:pt x="634999" y="46696"/>
                </a:lnTo>
                <a:lnTo>
                  <a:pt x="634313" y="47331"/>
                </a:lnTo>
                <a:lnTo>
                  <a:pt x="633642" y="47982"/>
                </a:lnTo>
                <a:lnTo>
                  <a:pt x="632987" y="48649"/>
                </a:lnTo>
                <a:lnTo>
                  <a:pt x="632348" y="49332"/>
                </a:lnTo>
                <a:lnTo>
                  <a:pt x="631725" y="50030"/>
                </a:lnTo>
                <a:lnTo>
                  <a:pt x="631117" y="50744"/>
                </a:lnTo>
                <a:lnTo>
                  <a:pt x="630525" y="51474"/>
                </a:lnTo>
                <a:lnTo>
                  <a:pt x="629949" y="52219"/>
                </a:lnTo>
                <a:lnTo>
                  <a:pt x="629388" y="52980"/>
                </a:lnTo>
                <a:lnTo>
                  <a:pt x="628843" y="53757"/>
                </a:lnTo>
                <a:lnTo>
                  <a:pt x="628314" y="54549"/>
                </a:lnTo>
                <a:lnTo>
                  <a:pt x="627800" y="55357"/>
                </a:lnTo>
                <a:lnTo>
                  <a:pt x="627302" y="56181"/>
                </a:lnTo>
                <a:lnTo>
                  <a:pt x="626820" y="57021"/>
                </a:lnTo>
                <a:lnTo>
                  <a:pt x="626353" y="57876"/>
                </a:lnTo>
                <a:lnTo>
                  <a:pt x="625903" y="58747"/>
                </a:lnTo>
                <a:lnTo>
                  <a:pt x="625469" y="59631"/>
                </a:lnTo>
                <a:lnTo>
                  <a:pt x="625053" y="60524"/>
                </a:lnTo>
                <a:lnTo>
                  <a:pt x="624657" y="61428"/>
                </a:lnTo>
                <a:lnTo>
                  <a:pt x="624278" y="62342"/>
                </a:lnTo>
                <a:lnTo>
                  <a:pt x="623918" y="63267"/>
                </a:lnTo>
                <a:lnTo>
                  <a:pt x="623577" y="64201"/>
                </a:lnTo>
                <a:lnTo>
                  <a:pt x="623254" y="65146"/>
                </a:lnTo>
                <a:lnTo>
                  <a:pt x="622949" y="66100"/>
                </a:lnTo>
                <a:lnTo>
                  <a:pt x="622663" y="67065"/>
                </a:lnTo>
                <a:lnTo>
                  <a:pt x="622395" y="68040"/>
                </a:lnTo>
                <a:lnTo>
                  <a:pt x="622146" y="69025"/>
                </a:lnTo>
                <a:lnTo>
                  <a:pt x="621916" y="70021"/>
                </a:lnTo>
                <a:lnTo>
                  <a:pt x="621703" y="71026"/>
                </a:lnTo>
                <a:lnTo>
                  <a:pt x="621509" y="72042"/>
                </a:lnTo>
                <a:lnTo>
                  <a:pt x="621334" y="73067"/>
                </a:lnTo>
                <a:lnTo>
                  <a:pt x="621177" y="74103"/>
                </a:lnTo>
                <a:lnTo>
                  <a:pt x="621039" y="75149"/>
                </a:lnTo>
                <a:lnTo>
                  <a:pt x="620919" y="76206"/>
                </a:lnTo>
                <a:lnTo>
                  <a:pt x="620817" y="77272"/>
                </a:lnTo>
                <a:lnTo>
                  <a:pt x="620734" y="78348"/>
                </a:lnTo>
                <a:lnTo>
                  <a:pt x="620670" y="79435"/>
                </a:lnTo>
                <a:lnTo>
                  <a:pt x="620623" y="80532"/>
                </a:lnTo>
                <a:lnTo>
                  <a:pt x="620596" y="81639"/>
                </a:lnTo>
                <a:lnTo>
                  <a:pt x="620587" y="82756"/>
                </a:lnTo>
                <a:lnTo>
                  <a:pt x="620596" y="83873"/>
                </a:lnTo>
                <a:lnTo>
                  <a:pt x="620623" y="84981"/>
                </a:lnTo>
                <a:lnTo>
                  <a:pt x="620670" y="86079"/>
                </a:lnTo>
                <a:lnTo>
                  <a:pt x="620734" y="87167"/>
                </a:lnTo>
                <a:lnTo>
                  <a:pt x="620817" y="88245"/>
                </a:lnTo>
                <a:lnTo>
                  <a:pt x="620919" y="89313"/>
                </a:lnTo>
                <a:lnTo>
                  <a:pt x="621039" y="90371"/>
                </a:lnTo>
                <a:lnTo>
                  <a:pt x="621177" y="91420"/>
                </a:lnTo>
                <a:lnTo>
                  <a:pt x="621334" y="92458"/>
                </a:lnTo>
                <a:lnTo>
                  <a:pt x="621509" y="93487"/>
                </a:lnTo>
                <a:lnTo>
                  <a:pt x="621703" y="94506"/>
                </a:lnTo>
                <a:lnTo>
                  <a:pt x="621916" y="95515"/>
                </a:lnTo>
                <a:lnTo>
                  <a:pt x="622146" y="96515"/>
                </a:lnTo>
                <a:lnTo>
                  <a:pt x="622395" y="97504"/>
                </a:lnTo>
                <a:lnTo>
                  <a:pt x="622663" y="98484"/>
                </a:lnTo>
                <a:lnTo>
                  <a:pt x="622949" y="99453"/>
                </a:lnTo>
                <a:lnTo>
                  <a:pt x="623254" y="100413"/>
                </a:lnTo>
                <a:lnTo>
                  <a:pt x="623577" y="101363"/>
                </a:lnTo>
                <a:lnTo>
                  <a:pt x="623918" y="102303"/>
                </a:lnTo>
                <a:lnTo>
                  <a:pt x="624278" y="103234"/>
                </a:lnTo>
                <a:lnTo>
                  <a:pt x="624657" y="104154"/>
                </a:lnTo>
                <a:lnTo>
                  <a:pt x="625053" y="105065"/>
                </a:lnTo>
                <a:lnTo>
                  <a:pt x="625469" y="105966"/>
                </a:lnTo>
                <a:lnTo>
                  <a:pt x="625903" y="106856"/>
                </a:lnTo>
                <a:lnTo>
                  <a:pt x="626353" y="107735"/>
                </a:lnTo>
                <a:lnTo>
                  <a:pt x="626819" y="108597"/>
                </a:lnTo>
                <a:lnTo>
                  <a:pt x="627301" y="109444"/>
                </a:lnTo>
                <a:lnTo>
                  <a:pt x="627798" y="110275"/>
                </a:lnTo>
                <a:lnTo>
                  <a:pt x="628310" y="111090"/>
                </a:lnTo>
                <a:lnTo>
                  <a:pt x="628837" y="111890"/>
                </a:lnTo>
                <a:lnTo>
                  <a:pt x="629380" y="112674"/>
                </a:lnTo>
                <a:lnTo>
                  <a:pt x="629939" y="113443"/>
                </a:lnTo>
                <a:lnTo>
                  <a:pt x="630512" y="114195"/>
                </a:lnTo>
                <a:lnTo>
                  <a:pt x="631102" y="114932"/>
                </a:lnTo>
                <a:lnTo>
                  <a:pt x="631706" y="115653"/>
                </a:lnTo>
                <a:lnTo>
                  <a:pt x="632326" y="116359"/>
                </a:lnTo>
                <a:lnTo>
                  <a:pt x="632961" y="117049"/>
                </a:lnTo>
                <a:lnTo>
                  <a:pt x="633612" y="117723"/>
                </a:lnTo>
                <a:lnTo>
                  <a:pt x="634278" y="118382"/>
                </a:lnTo>
                <a:lnTo>
                  <a:pt x="634959" y="119024"/>
                </a:lnTo>
                <a:lnTo>
                  <a:pt x="635656" y="119652"/>
                </a:lnTo>
                <a:lnTo>
                  <a:pt x="636368" y="120263"/>
                </a:lnTo>
                <a:lnTo>
                  <a:pt x="637096" y="120859"/>
                </a:lnTo>
                <a:lnTo>
                  <a:pt x="637838" y="121439"/>
                </a:lnTo>
                <a:lnTo>
                  <a:pt x="638597" y="122003"/>
                </a:lnTo>
                <a:lnTo>
                  <a:pt x="639370" y="122552"/>
                </a:lnTo>
                <a:lnTo>
                  <a:pt x="640159" y="123085"/>
                </a:lnTo>
                <a:lnTo>
                  <a:pt x="640964" y="123602"/>
                </a:lnTo>
                <a:lnTo>
                  <a:pt x="641782" y="124101"/>
                </a:lnTo>
                <a:lnTo>
                  <a:pt x="642611" y="124579"/>
                </a:lnTo>
                <a:lnTo>
                  <a:pt x="643451" y="125035"/>
                </a:lnTo>
                <a:lnTo>
                  <a:pt x="644302" y="125470"/>
                </a:lnTo>
                <a:lnTo>
                  <a:pt x="645164" y="125884"/>
                </a:lnTo>
                <a:lnTo>
                  <a:pt x="646037" y="126277"/>
                </a:lnTo>
                <a:lnTo>
                  <a:pt x="646922" y="126649"/>
                </a:lnTo>
                <a:lnTo>
                  <a:pt x="647817" y="126999"/>
                </a:lnTo>
                <a:lnTo>
                  <a:pt x="648723" y="127328"/>
                </a:lnTo>
                <a:lnTo>
                  <a:pt x="649641" y="127636"/>
                </a:lnTo>
                <a:lnTo>
                  <a:pt x="650570" y="127922"/>
                </a:lnTo>
                <a:lnTo>
                  <a:pt x="651509" y="128188"/>
                </a:lnTo>
                <a:lnTo>
                  <a:pt x="652460" y="128432"/>
                </a:lnTo>
                <a:lnTo>
                  <a:pt x="653422" y="128655"/>
                </a:lnTo>
                <a:lnTo>
                  <a:pt x="654395" y="128856"/>
                </a:lnTo>
                <a:lnTo>
                  <a:pt x="655379" y="129037"/>
                </a:lnTo>
                <a:lnTo>
                  <a:pt x="656374" y="129196"/>
                </a:lnTo>
                <a:lnTo>
                  <a:pt x="657380" y="129334"/>
                </a:lnTo>
                <a:lnTo>
                  <a:pt x="658398" y="129451"/>
                </a:lnTo>
                <a:lnTo>
                  <a:pt x="659426" y="129546"/>
                </a:lnTo>
                <a:lnTo>
                  <a:pt x="660466" y="129621"/>
                </a:lnTo>
                <a:lnTo>
                  <a:pt x="661516" y="129674"/>
                </a:lnTo>
                <a:lnTo>
                  <a:pt x="662578" y="129705"/>
                </a:lnTo>
                <a:lnTo>
                  <a:pt x="663650" y="129716"/>
                </a:lnTo>
                <a:lnTo>
                  <a:pt x="664326" y="129712"/>
                </a:lnTo>
                <a:lnTo>
                  <a:pt x="664995" y="129699"/>
                </a:lnTo>
                <a:lnTo>
                  <a:pt x="665657" y="129679"/>
                </a:lnTo>
                <a:lnTo>
                  <a:pt x="666313" y="129650"/>
                </a:lnTo>
                <a:close/>
                <a:moveTo>
                  <a:pt x="662581" y="116662"/>
                </a:moveTo>
                <a:lnTo>
                  <a:pt x="661888" y="116596"/>
                </a:lnTo>
                <a:lnTo>
                  <a:pt x="661202" y="116514"/>
                </a:lnTo>
                <a:lnTo>
                  <a:pt x="660522" y="116419"/>
                </a:lnTo>
                <a:lnTo>
                  <a:pt x="659849" y="116308"/>
                </a:lnTo>
                <a:lnTo>
                  <a:pt x="659183" y="116182"/>
                </a:lnTo>
                <a:lnTo>
                  <a:pt x="658524" y="116042"/>
                </a:lnTo>
                <a:lnTo>
                  <a:pt x="657871" y="115887"/>
                </a:lnTo>
                <a:lnTo>
                  <a:pt x="657226" y="115717"/>
                </a:lnTo>
                <a:lnTo>
                  <a:pt x="656587" y="115533"/>
                </a:lnTo>
                <a:lnTo>
                  <a:pt x="655954" y="115334"/>
                </a:lnTo>
                <a:lnTo>
                  <a:pt x="655329" y="115120"/>
                </a:lnTo>
                <a:lnTo>
                  <a:pt x="654710" y="114891"/>
                </a:lnTo>
                <a:lnTo>
                  <a:pt x="654098" y="114647"/>
                </a:lnTo>
                <a:lnTo>
                  <a:pt x="653493" y="114389"/>
                </a:lnTo>
                <a:lnTo>
                  <a:pt x="652894" y="114116"/>
                </a:lnTo>
                <a:lnTo>
                  <a:pt x="652303" y="113828"/>
                </a:lnTo>
                <a:lnTo>
                  <a:pt x="651718" y="113526"/>
                </a:lnTo>
                <a:lnTo>
                  <a:pt x="651139" y="113208"/>
                </a:lnTo>
                <a:lnTo>
                  <a:pt x="650568" y="112876"/>
                </a:lnTo>
                <a:lnTo>
                  <a:pt x="650003" y="112529"/>
                </a:lnTo>
                <a:lnTo>
                  <a:pt x="649447" y="112169"/>
                </a:lnTo>
                <a:lnTo>
                  <a:pt x="648902" y="111798"/>
                </a:lnTo>
                <a:lnTo>
                  <a:pt x="648367" y="111415"/>
                </a:lnTo>
                <a:lnTo>
                  <a:pt x="647843" y="111021"/>
                </a:lnTo>
                <a:lnTo>
                  <a:pt x="647329" y="110615"/>
                </a:lnTo>
                <a:lnTo>
                  <a:pt x="646825" y="110198"/>
                </a:lnTo>
                <a:lnTo>
                  <a:pt x="646332" y="109770"/>
                </a:lnTo>
                <a:lnTo>
                  <a:pt x="645849" y="109330"/>
                </a:lnTo>
                <a:lnTo>
                  <a:pt x="645377" y="108879"/>
                </a:lnTo>
                <a:lnTo>
                  <a:pt x="644915" y="108416"/>
                </a:lnTo>
                <a:lnTo>
                  <a:pt x="644464" y="107942"/>
                </a:lnTo>
                <a:lnTo>
                  <a:pt x="644023" y="107457"/>
                </a:lnTo>
                <a:lnTo>
                  <a:pt x="643592" y="106960"/>
                </a:lnTo>
                <a:lnTo>
                  <a:pt x="643172" y="106452"/>
                </a:lnTo>
                <a:lnTo>
                  <a:pt x="642763" y="105933"/>
                </a:lnTo>
                <a:lnTo>
                  <a:pt x="642364" y="105402"/>
                </a:lnTo>
                <a:lnTo>
                  <a:pt x="641975" y="104860"/>
                </a:lnTo>
                <a:lnTo>
                  <a:pt x="641597" y="104306"/>
                </a:lnTo>
                <a:lnTo>
                  <a:pt x="641229" y="103741"/>
                </a:lnTo>
                <a:lnTo>
                  <a:pt x="640872" y="103165"/>
                </a:lnTo>
                <a:lnTo>
                  <a:pt x="640525" y="102577"/>
                </a:lnTo>
                <a:lnTo>
                  <a:pt x="640188" y="101978"/>
                </a:lnTo>
                <a:lnTo>
                  <a:pt x="639862" y="101367"/>
                </a:lnTo>
                <a:lnTo>
                  <a:pt x="639547" y="100745"/>
                </a:lnTo>
                <a:lnTo>
                  <a:pt x="639243" y="100113"/>
                </a:lnTo>
                <a:lnTo>
                  <a:pt x="638953" y="99471"/>
                </a:lnTo>
                <a:lnTo>
                  <a:pt x="638675" y="98819"/>
                </a:lnTo>
                <a:lnTo>
                  <a:pt x="638410" y="98158"/>
                </a:lnTo>
                <a:lnTo>
                  <a:pt x="638158" y="97487"/>
                </a:lnTo>
                <a:lnTo>
                  <a:pt x="637919" y="96807"/>
                </a:lnTo>
                <a:lnTo>
                  <a:pt x="637693" y="96118"/>
                </a:lnTo>
                <a:lnTo>
                  <a:pt x="637480" y="95418"/>
                </a:lnTo>
                <a:lnTo>
                  <a:pt x="637280" y="94709"/>
                </a:lnTo>
                <a:lnTo>
                  <a:pt x="637092" y="93991"/>
                </a:lnTo>
                <a:lnTo>
                  <a:pt x="636918" y="93263"/>
                </a:lnTo>
                <a:lnTo>
                  <a:pt x="636756" y="92526"/>
                </a:lnTo>
                <a:lnTo>
                  <a:pt x="636608" y="91779"/>
                </a:lnTo>
                <a:lnTo>
                  <a:pt x="636472" y="91023"/>
                </a:lnTo>
                <a:lnTo>
                  <a:pt x="636349" y="90257"/>
                </a:lnTo>
                <a:lnTo>
                  <a:pt x="636240" y="89481"/>
                </a:lnTo>
                <a:lnTo>
                  <a:pt x="636143" y="88696"/>
                </a:lnTo>
                <a:lnTo>
                  <a:pt x="636059" y="87902"/>
                </a:lnTo>
                <a:lnTo>
                  <a:pt x="635988" y="87098"/>
                </a:lnTo>
                <a:lnTo>
                  <a:pt x="635930" y="86284"/>
                </a:lnTo>
                <a:lnTo>
                  <a:pt x="635884" y="85461"/>
                </a:lnTo>
                <a:lnTo>
                  <a:pt x="635852" y="84628"/>
                </a:lnTo>
                <a:lnTo>
                  <a:pt x="635833" y="83786"/>
                </a:lnTo>
                <a:lnTo>
                  <a:pt x="635826" y="82934"/>
                </a:lnTo>
                <a:lnTo>
                  <a:pt x="635833" y="82097"/>
                </a:lnTo>
                <a:lnTo>
                  <a:pt x="635852" y="81268"/>
                </a:lnTo>
                <a:lnTo>
                  <a:pt x="635884" y="80447"/>
                </a:lnTo>
                <a:lnTo>
                  <a:pt x="635930" y="79636"/>
                </a:lnTo>
                <a:lnTo>
                  <a:pt x="635988" y="78833"/>
                </a:lnTo>
                <a:lnTo>
                  <a:pt x="636059" y="78038"/>
                </a:lnTo>
                <a:lnTo>
                  <a:pt x="636143" y="77252"/>
                </a:lnTo>
                <a:lnTo>
                  <a:pt x="636240" y="76475"/>
                </a:lnTo>
                <a:lnTo>
                  <a:pt x="636349" y="75707"/>
                </a:lnTo>
                <a:lnTo>
                  <a:pt x="636472" y="74947"/>
                </a:lnTo>
                <a:lnTo>
                  <a:pt x="636608" y="74195"/>
                </a:lnTo>
                <a:lnTo>
                  <a:pt x="636756" y="73453"/>
                </a:lnTo>
                <a:lnTo>
                  <a:pt x="636918" y="72719"/>
                </a:lnTo>
                <a:lnTo>
                  <a:pt x="637092" y="71993"/>
                </a:lnTo>
                <a:lnTo>
                  <a:pt x="637280" y="71276"/>
                </a:lnTo>
                <a:lnTo>
                  <a:pt x="637480" y="70568"/>
                </a:lnTo>
                <a:lnTo>
                  <a:pt x="637693" y="69868"/>
                </a:lnTo>
                <a:lnTo>
                  <a:pt x="637919" y="69177"/>
                </a:lnTo>
                <a:lnTo>
                  <a:pt x="638158" y="68495"/>
                </a:lnTo>
                <a:lnTo>
                  <a:pt x="638410" y="67821"/>
                </a:lnTo>
                <a:lnTo>
                  <a:pt x="638675" y="67156"/>
                </a:lnTo>
                <a:lnTo>
                  <a:pt x="638953" y="66499"/>
                </a:lnTo>
                <a:lnTo>
                  <a:pt x="639243" y="65852"/>
                </a:lnTo>
                <a:lnTo>
                  <a:pt x="639547" y="65212"/>
                </a:lnTo>
                <a:lnTo>
                  <a:pt x="639862" y="64583"/>
                </a:lnTo>
                <a:lnTo>
                  <a:pt x="640188" y="63966"/>
                </a:lnTo>
                <a:lnTo>
                  <a:pt x="640525" y="63360"/>
                </a:lnTo>
                <a:lnTo>
                  <a:pt x="640872" y="62766"/>
                </a:lnTo>
                <a:lnTo>
                  <a:pt x="641229" y="62184"/>
                </a:lnTo>
                <a:lnTo>
                  <a:pt x="641597" y="61613"/>
                </a:lnTo>
                <a:lnTo>
                  <a:pt x="641975" y="61054"/>
                </a:lnTo>
                <a:lnTo>
                  <a:pt x="642364" y="60507"/>
                </a:lnTo>
                <a:lnTo>
                  <a:pt x="642763" y="59971"/>
                </a:lnTo>
                <a:lnTo>
                  <a:pt x="643172" y="59447"/>
                </a:lnTo>
                <a:lnTo>
                  <a:pt x="643592" y="58935"/>
                </a:lnTo>
                <a:lnTo>
                  <a:pt x="644023" y="58435"/>
                </a:lnTo>
                <a:lnTo>
                  <a:pt x="644464" y="57946"/>
                </a:lnTo>
                <a:lnTo>
                  <a:pt x="644915" y="57469"/>
                </a:lnTo>
                <a:lnTo>
                  <a:pt x="645377" y="57004"/>
                </a:lnTo>
                <a:lnTo>
                  <a:pt x="645849" y="56550"/>
                </a:lnTo>
                <a:lnTo>
                  <a:pt x="646332" y="56108"/>
                </a:lnTo>
                <a:lnTo>
                  <a:pt x="646825" y="55678"/>
                </a:lnTo>
                <a:lnTo>
                  <a:pt x="647329" y="55259"/>
                </a:lnTo>
                <a:lnTo>
                  <a:pt x="647843" y="54852"/>
                </a:lnTo>
                <a:lnTo>
                  <a:pt x="648367" y="54457"/>
                </a:lnTo>
                <a:lnTo>
                  <a:pt x="648902" y="54074"/>
                </a:lnTo>
                <a:lnTo>
                  <a:pt x="649447" y="53702"/>
                </a:lnTo>
                <a:lnTo>
                  <a:pt x="650003" y="53342"/>
                </a:lnTo>
                <a:lnTo>
                  <a:pt x="650568" y="52995"/>
                </a:lnTo>
                <a:lnTo>
                  <a:pt x="651139" y="52662"/>
                </a:lnTo>
                <a:lnTo>
                  <a:pt x="651718" y="52345"/>
                </a:lnTo>
                <a:lnTo>
                  <a:pt x="652303" y="52042"/>
                </a:lnTo>
                <a:lnTo>
                  <a:pt x="652894" y="51754"/>
                </a:lnTo>
                <a:lnTo>
                  <a:pt x="653493" y="51481"/>
                </a:lnTo>
                <a:lnTo>
                  <a:pt x="654098" y="51222"/>
                </a:lnTo>
                <a:lnTo>
                  <a:pt x="654710" y="50979"/>
                </a:lnTo>
                <a:lnTo>
                  <a:pt x="655329" y="50750"/>
                </a:lnTo>
                <a:lnTo>
                  <a:pt x="655954" y="50536"/>
                </a:lnTo>
                <a:lnTo>
                  <a:pt x="656587" y="50336"/>
                </a:lnTo>
                <a:lnTo>
                  <a:pt x="657226" y="50152"/>
                </a:lnTo>
                <a:lnTo>
                  <a:pt x="657871" y="49982"/>
                </a:lnTo>
                <a:lnTo>
                  <a:pt x="658524" y="49827"/>
                </a:lnTo>
                <a:lnTo>
                  <a:pt x="659183" y="49686"/>
                </a:lnTo>
                <a:lnTo>
                  <a:pt x="659849" y="49561"/>
                </a:lnTo>
                <a:lnTo>
                  <a:pt x="660522" y="49450"/>
                </a:lnTo>
                <a:lnTo>
                  <a:pt x="661202" y="49354"/>
                </a:lnTo>
                <a:lnTo>
                  <a:pt x="661888" y="49273"/>
                </a:lnTo>
                <a:lnTo>
                  <a:pt x="662581" y="49206"/>
                </a:lnTo>
                <a:lnTo>
                  <a:pt x="663281" y="49155"/>
                </a:lnTo>
                <a:lnTo>
                  <a:pt x="663988" y="49118"/>
                </a:lnTo>
                <a:lnTo>
                  <a:pt x="664701" y="49096"/>
                </a:lnTo>
                <a:lnTo>
                  <a:pt x="665421" y="49088"/>
                </a:lnTo>
                <a:lnTo>
                  <a:pt x="666156" y="49096"/>
                </a:lnTo>
                <a:lnTo>
                  <a:pt x="666884" y="49118"/>
                </a:lnTo>
                <a:lnTo>
                  <a:pt x="667603" y="49155"/>
                </a:lnTo>
                <a:lnTo>
                  <a:pt x="668316" y="49206"/>
                </a:lnTo>
                <a:lnTo>
                  <a:pt x="669021" y="49273"/>
                </a:lnTo>
                <a:lnTo>
                  <a:pt x="669719" y="49354"/>
                </a:lnTo>
                <a:lnTo>
                  <a:pt x="670409" y="49450"/>
                </a:lnTo>
                <a:lnTo>
                  <a:pt x="671092" y="49561"/>
                </a:lnTo>
                <a:lnTo>
                  <a:pt x="671768" y="49686"/>
                </a:lnTo>
                <a:lnTo>
                  <a:pt x="672436" y="49827"/>
                </a:lnTo>
                <a:lnTo>
                  <a:pt x="673097" y="49982"/>
                </a:lnTo>
                <a:lnTo>
                  <a:pt x="673750" y="50152"/>
                </a:lnTo>
                <a:lnTo>
                  <a:pt x="674397" y="50336"/>
                </a:lnTo>
                <a:lnTo>
                  <a:pt x="675035" y="50536"/>
                </a:lnTo>
                <a:lnTo>
                  <a:pt x="675666" y="50750"/>
                </a:lnTo>
                <a:lnTo>
                  <a:pt x="676290" y="50979"/>
                </a:lnTo>
                <a:lnTo>
                  <a:pt x="676907" y="51222"/>
                </a:lnTo>
                <a:lnTo>
                  <a:pt x="677516" y="51481"/>
                </a:lnTo>
                <a:lnTo>
                  <a:pt x="678118" y="51754"/>
                </a:lnTo>
                <a:lnTo>
                  <a:pt x="678712" y="52042"/>
                </a:lnTo>
                <a:lnTo>
                  <a:pt x="679299" y="52345"/>
                </a:lnTo>
                <a:lnTo>
                  <a:pt x="679878" y="52662"/>
                </a:lnTo>
                <a:lnTo>
                  <a:pt x="680451" y="52995"/>
                </a:lnTo>
                <a:lnTo>
                  <a:pt x="681015" y="53342"/>
                </a:lnTo>
                <a:lnTo>
                  <a:pt x="681571" y="53702"/>
                </a:lnTo>
                <a:lnTo>
                  <a:pt x="682117" y="54074"/>
                </a:lnTo>
                <a:lnTo>
                  <a:pt x="682652" y="54457"/>
                </a:lnTo>
                <a:lnTo>
                  <a:pt x="683176" y="54852"/>
                </a:lnTo>
                <a:lnTo>
                  <a:pt x="683690" y="55259"/>
                </a:lnTo>
                <a:lnTo>
                  <a:pt x="684194" y="55678"/>
                </a:lnTo>
                <a:lnTo>
                  <a:pt x="684687" y="56108"/>
                </a:lnTo>
                <a:lnTo>
                  <a:pt x="685169" y="56550"/>
                </a:lnTo>
                <a:lnTo>
                  <a:pt x="685642" y="57004"/>
                </a:lnTo>
                <a:lnTo>
                  <a:pt x="686103" y="57469"/>
                </a:lnTo>
                <a:lnTo>
                  <a:pt x="686555" y="57946"/>
                </a:lnTo>
                <a:lnTo>
                  <a:pt x="686995" y="58435"/>
                </a:lnTo>
                <a:lnTo>
                  <a:pt x="687426" y="58935"/>
                </a:lnTo>
                <a:lnTo>
                  <a:pt x="687846" y="59447"/>
                </a:lnTo>
                <a:lnTo>
                  <a:pt x="688255" y="59971"/>
                </a:lnTo>
                <a:lnTo>
                  <a:pt x="688654" y="60507"/>
                </a:lnTo>
                <a:lnTo>
                  <a:pt x="689042" y="61054"/>
                </a:lnTo>
                <a:lnTo>
                  <a:pt x="689420" y="61613"/>
                </a:lnTo>
                <a:lnTo>
                  <a:pt x="689788" y="62184"/>
                </a:lnTo>
                <a:lnTo>
                  <a:pt x="690145" y="62766"/>
                </a:lnTo>
                <a:lnTo>
                  <a:pt x="690492" y="63360"/>
                </a:lnTo>
                <a:lnTo>
                  <a:pt x="690828" y="63966"/>
                </a:lnTo>
                <a:lnTo>
                  <a:pt x="691154" y="64583"/>
                </a:lnTo>
                <a:lnTo>
                  <a:pt x="691469" y="65212"/>
                </a:lnTo>
                <a:lnTo>
                  <a:pt x="691773" y="65852"/>
                </a:lnTo>
                <a:lnTo>
                  <a:pt x="692064" y="66499"/>
                </a:lnTo>
                <a:lnTo>
                  <a:pt x="692342" y="67156"/>
                </a:lnTo>
                <a:lnTo>
                  <a:pt x="692607" y="67821"/>
                </a:lnTo>
                <a:lnTo>
                  <a:pt x="692859" y="68495"/>
                </a:lnTo>
                <a:lnTo>
                  <a:pt x="693098" y="69177"/>
                </a:lnTo>
                <a:lnTo>
                  <a:pt x="693324" y="69868"/>
                </a:lnTo>
                <a:lnTo>
                  <a:pt x="693538" y="70568"/>
                </a:lnTo>
                <a:lnTo>
                  <a:pt x="693738" y="71276"/>
                </a:lnTo>
                <a:lnTo>
                  <a:pt x="693925" y="71993"/>
                </a:lnTo>
                <a:lnTo>
                  <a:pt x="694100" y="72719"/>
                </a:lnTo>
                <a:lnTo>
                  <a:pt x="694262" y="73453"/>
                </a:lnTo>
                <a:lnTo>
                  <a:pt x="694410" y="74195"/>
                </a:lnTo>
                <a:lnTo>
                  <a:pt x="694546" y="74947"/>
                </a:lnTo>
                <a:lnTo>
                  <a:pt x="694669" y="75707"/>
                </a:lnTo>
                <a:lnTo>
                  <a:pt x="694779" y="76475"/>
                </a:lnTo>
                <a:lnTo>
                  <a:pt x="694876" y="77252"/>
                </a:lnTo>
                <a:lnTo>
                  <a:pt x="694960" y="78038"/>
                </a:lnTo>
                <a:lnTo>
                  <a:pt x="695031" y="78833"/>
                </a:lnTo>
                <a:lnTo>
                  <a:pt x="695089" y="79636"/>
                </a:lnTo>
                <a:lnTo>
                  <a:pt x="695134" y="80447"/>
                </a:lnTo>
                <a:lnTo>
                  <a:pt x="695167" y="81268"/>
                </a:lnTo>
                <a:lnTo>
                  <a:pt x="695186" y="82097"/>
                </a:lnTo>
                <a:lnTo>
                  <a:pt x="695192" y="82934"/>
                </a:lnTo>
                <a:lnTo>
                  <a:pt x="695186" y="83786"/>
                </a:lnTo>
                <a:lnTo>
                  <a:pt x="695167" y="84628"/>
                </a:lnTo>
                <a:lnTo>
                  <a:pt x="695134" y="85461"/>
                </a:lnTo>
                <a:lnTo>
                  <a:pt x="695089" y="86284"/>
                </a:lnTo>
                <a:lnTo>
                  <a:pt x="695031" y="87098"/>
                </a:lnTo>
                <a:lnTo>
                  <a:pt x="694960" y="87902"/>
                </a:lnTo>
                <a:lnTo>
                  <a:pt x="694876" y="88696"/>
                </a:lnTo>
                <a:lnTo>
                  <a:pt x="694779" y="89481"/>
                </a:lnTo>
                <a:lnTo>
                  <a:pt x="694669" y="90257"/>
                </a:lnTo>
                <a:lnTo>
                  <a:pt x="694546" y="91023"/>
                </a:lnTo>
                <a:lnTo>
                  <a:pt x="694410" y="91779"/>
                </a:lnTo>
                <a:lnTo>
                  <a:pt x="694262" y="92526"/>
                </a:lnTo>
                <a:lnTo>
                  <a:pt x="694100" y="93263"/>
                </a:lnTo>
                <a:lnTo>
                  <a:pt x="693925" y="93991"/>
                </a:lnTo>
                <a:lnTo>
                  <a:pt x="693738" y="94709"/>
                </a:lnTo>
                <a:lnTo>
                  <a:pt x="693538" y="95418"/>
                </a:lnTo>
                <a:lnTo>
                  <a:pt x="693324" y="96118"/>
                </a:lnTo>
                <a:lnTo>
                  <a:pt x="693098" y="96807"/>
                </a:lnTo>
                <a:lnTo>
                  <a:pt x="692859" y="97487"/>
                </a:lnTo>
                <a:lnTo>
                  <a:pt x="692607" y="98158"/>
                </a:lnTo>
                <a:lnTo>
                  <a:pt x="692342" y="98819"/>
                </a:lnTo>
                <a:lnTo>
                  <a:pt x="692064" y="99471"/>
                </a:lnTo>
                <a:lnTo>
                  <a:pt x="691773" y="100113"/>
                </a:lnTo>
                <a:lnTo>
                  <a:pt x="691469" y="100745"/>
                </a:lnTo>
                <a:lnTo>
                  <a:pt x="691154" y="101367"/>
                </a:lnTo>
                <a:lnTo>
                  <a:pt x="690828" y="101978"/>
                </a:lnTo>
                <a:lnTo>
                  <a:pt x="690492" y="102577"/>
                </a:lnTo>
                <a:lnTo>
                  <a:pt x="690145" y="103165"/>
                </a:lnTo>
                <a:lnTo>
                  <a:pt x="689788" y="103741"/>
                </a:lnTo>
                <a:lnTo>
                  <a:pt x="689420" y="104306"/>
                </a:lnTo>
                <a:lnTo>
                  <a:pt x="689042" y="104860"/>
                </a:lnTo>
                <a:lnTo>
                  <a:pt x="688654" y="105402"/>
                </a:lnTo>
                <a:lnTo>
                  <a:pt x="688255" y="105933"/>
                </a:lnTo>
                <a:lnTo>
                  <a:pt x="687846" y="106452"/>
                </a:lnTo>
                <a:lnTo>
                  <a:pt x="687426" y="106960"/>
                </a:lnTo>
                <a:lnTo>
                  <a:pt x="686995" y="107457"/>
                </a:lnTo>
                <a:lnTo>
                  <a:pt x="686555" y="107942"/>
                </a:lnTo>
                <a:lnTo>
                  <a:pt x="686103" y="108416"/>
                </a:lnTo>
                <a:lnTo>
                  <a:pt x="685642" y="108879"/>
                </a:lnTo>
                <a:lnTo>
                  <a:pt x="685169" y="109330"/>
                </a:lnTo>
                <a:lnTo>
                  <a:pt x="684687" y="109770"/>
                </a:lnTo>
                <a:lnTo>
                  <a:pt x="684194" y="110198"/>
                </a:lnTo>
                <a:lnTo>
                  <a:pt x="683690" y="110615"/>
                </a:lnTo>
                <a:lnTo>
                  <a:pt x="683176" y="111021"/>
                </a:lnTo>
                <a:lnTo>
                  <a:pt x="682652" y="111415"/>
                </a:lnTo>
                <a:lnTo>
                  <a:pt x="682117" y="111798"/>
                </a:lnTo>
                <a:lnTo>
                  <a:pt x="681571" y="112169"/>
                </a:lnTo>
                <a:lnTo>
                  <a:pt x="681015" y="112529"/>
                </a:lnTo>
                <a:lnTo>
                  <a:pt x="680451" y="112876"/>
                </a:lnTo>
                <a:lnTo>
                  <a:pt x="679878" y="113208"/>
                </a:lnTo>
                <a:lnTo>
                  <a:pt x="679299" y="113526"/>
                </a:lnTo>
                <a:lnTo>
                  <a:pt x="678712" y="113828"/>
                </a:lnTo>
                <a:lnTo>
                  <a:pt x="678118" y="114116"/>
                </a:lnTo>
                <a:lnTo>
                  <a:pt x="677516" y="114389"/>
                </a:lnTo>
                <a:lnTo>
                  <a:pt x="676907" y="114647"/>
                </a:lnTo>
                <a:lnTo>
                  <a:pt x="676290" y="114891"/>
                </a:lnTo>
                <a:lnTo>
                  <a:pt x="675666" y="115120"/>
                </a:lnTo>
                <a:lnTo>
                  <a:pt x="675035" y="115334"/>
                </a:lnTo>
                <a:lnTo>
                  <a:pt x="674397" y="115533"/>
                </a:lnTo>
                <a:lnTo>
                  <a:pt x="673750" y="115717"/>
                </a:lnTo>
                <a:lnTo>
                  <a:pt x="673097" y="115887"/>
                </a:lnTo>
                <a:lnTo>
                  <a:pt x="672436" y="116042"/>
                </a:lnTo>
                <a:lnTo>
                  <a:pt x="671768" y="116182"/>
                </a:lnTo>
                <a:lnTo>
                  <a:pt x="671092" y="116308"/>
                </a:lnTo>
                <a:lnTo>
                  <a:pt x="670409" y="116419"/>
                </a:lnTo>
                <a:lnTo>
                  <a:pt x="669719" y="116514"/>
                </a:lnTo>
                <a:lnTo>
                  <a:pt x="669021" y="116596"/>
                </a:lnTo>
                <a:lnTo>
                  <a:pt x="668316" y="116662"/>
                </a:lnTo>
                <a:lnTo>
                  <a:pt x="667603" y="116714"/>
                </a:lnTo>
                <a:lnTo>
                  <a:pt x="666884" y="116751"/>
                </a:lnTo>
                <a:lnTo>
                  <a:pt x="666156" y="116773"/>
                </a:lnTo>
                <a:lnTo>
                  <a:pt x="665421" y="116780"/>
                </a:lnTo>
                <a:lnTo>
                  <a:pt x="664701" y="116773"/>
                </a:lnTo>
                <a:lnTo>
                  <a:pt x="663988" y="116751"/>
                </a:lnTo>
                <a:lnTo>
                  <a:pt x="663281" y="116714"/>
                </a:lnTo>
                <a:lnTo>
                  <a:pt x="662581" y="116662"/>
                </a:lnTo>
                <a:close/>
                <a:moveTo>
                  <a:pt x="66808" y="110223"/>
                </a:moveTo>
                <a:lnTo>
                  <a:pt x="107743" y="30125"/>
                </a:lnTo>
                <a:lnTo>
                  <a:pt x="107743" y="127591"/>
                </a:lnTo>
                <a:lnTo>
                  <a:pt x="122629" y="127591"/>
                </a:lnTo>
                <a:lnTo>
                  <a:pt x="122629" y="3545"/>
                </a:lnTo>
                <a:lnTo>
                  <a:pt x="105085" y="3545"/>
                </a:lnTo>
                <a:lnTo>
                  <a:pt x="61137" y="90200"/>
                </a:lnTo>
                <a:lnTo>
                  <a:pt x="17368" y="3545"/>
                </a:lnTo>
                <a:lnTo>
                  <a:pt x="0" y="3545"/>
                </a:lnTo>
                <a:lnTo>
                  <a:pt x="0" y="127591"/>
                </a:lnTo>
                <a:lnTo>
                  <a:pt x="14885" y="127591"/>
                </a:lnTo>
                <a:lnTo>
                  <a:pt x="14885" y="30479"/>
                </a:lnTo>
                <a:lnTo>
                  <a:pt x="55646" y="110223"/>
                </a:lnTo>
                <a:lnTo>
                  <a:pt x="66808" y="110223"/>
                </a:lnTo>
                <a:close/>
                <a:moveTo>
                  <a:pt x="238006" y="127474"/>
                </a:moveTo>
                <a:lnTo>
                  <a:pt x="239728" y="127384"/>
                </a:lnTo>
                <a:lnTo>
                  <a:pt x="241424" y="127268"/>
                </a:lnTo>
                <a:lnTo>
                  <a:pt x="243094" y="127126"/>
                </a:lnTo>
                <a:lnTo>
                  <a:pt x="244736" y="126958"/>
                </a:lnTo>
                <a:lnTo>
                  <a:pt x="246352" y="126764"/>
                </a:lnTo>
                <a:lnTo>
                  <a:pt x="247940" y="126544"/>
                </a:lnTo>
                <a:lnTo>
                  <a:pt x="249503" y="126299"/>
                </a:lnTo>
                <a:lnTo>
                  <a:pt x="251038" y="126028"/>
                </a:lnTo>
                <a:lnTo>
                  <a:pt x="252547" y="125730"/>
                </a:lnTo>
                <a:lnTo>
                  <a:pt x="254028" y="125407"/>
                </a:lnTo>
                <a:lnTo>
                  <a:pt x="255483" y="125059"/>
                </a:lnTo>
                <a:lnTo>
                  <a:pt x="256912" y="124684"/>
                </a:lnTo>
                <a:lnTo>
                  <a:pt x="258313" y="124283"/>
                </a:lnTo>
                <a:lnTo>
                  <a:pt x="259688" y="123857"/>
                </a:lnTo>
                <a:lnTo>
                  <a:pt x="261036" y="123405"/>
                </a:lnTo>
                <a:lnTo>
                  <a:pt x="262357" y="122927"/>
                </a:lnTo>
                <a:lnTo>
                  <a:pt x="263652" y="122423"/>
                </a:lnTo>
                <a:lnTo>
                  <a:pt x="264919" y="121893"/>
                </a:lnTo>
                <a:lnTo>
                  <a:pt x="266160" y="121338"/>
                </a:lnTo>
                <a:lnTo>
                  <a:pt x="267374" y="120757"/>
                </a:lnTo>
                <a:lnTo>
                  <a:pt x="268562" y="120149"/>
                </a:lnTo>
                <a:lnTo>
                  <a:pt x="269723" y="119518"/>
                </a:lnTo>
                <a:lnTo>
                  <a:pt x="270859" y="118864"/>
                </a:lnTo>
                <a:lnTo>
                  <a:pt x="271970" y="118189"/>
                </a:lnTo>
                <a:lnTo>
                  <a:pt x="273056" y="117491"/>
                </a:lnTo>
                <a:lnTo>
                  <a:pt x="274116" y="116771"/>
                </a:lnTo>
                <a:lnTo>
                  <a:pt x="275151" y="116029"/>
                </a:lnTo>
                <a:lnTo>
                  <a:pt x="276161" y="115264"/>
                </a:lnTo>
                <a:lnTo>
                  <a:pt x="277146" y="114478"/>
                </a:lnTo>
                <a:lnTo>
                  <a:pt x="278106" y="113669"/>
                </a:lnTo>
                <a:lnTo>
                  <a:pt x="279040" y="112838"/>
                </a:lnTo>
                <a:lnTo>
                  <a:pt x="279949" y="111986"/>
                </a:lnTo>
                <a:lnTo>
                  <a:pt x="280833" y="111111"/>
                </a:lnTo>
                <a:lnTo>
                  <a:pt x="281692" y="110213"/>
                </a:lnTo>
                <a:lnTo>
                  <a:pt x="282525" y="109294"/>
                </a:lnTo>
                <a:lnTo>
                  <a:pt x="283333" y="108353"/>
                </a:lnTo>
                <a:lnTo>
                  <a:pt x="284116" y="107389"/>
                </a:lnTo>
                <a:lnTo>
                  <a:pt x="284874" y="106403"/>
                </a:lnTo>
                <a:lnTo>
                  <a:pt x="285606" y="105395"/>
                </a:lnTo>
                <a:lnTo>
                  <a:pt x="286314" y="104365"/>
                </a:lnTo>
                <a:lnTo>
                  <a:pt x="286996" y="103313"/>
                </a:lnTo>
                <a:lnTo>
                  <a:pt x="287653" y="102238"/>
                </a:lnTo>
                <a:lnTo>
                  <a:pt x="288284" y="101142"/>
                </a:lnTo>
                <a:lnTo>
                  <a:pt x="288890" y="100023"/>
                </a:lnTo>
                <a:lnTo>
                  <a:pt x="289472" y="98882"/>
                </a:lnTo>
                <a:lnTo>
                  <a:pt x="290028" y="97721"/>
                </a:lnTo>
                <a:lnTo>
                  <a:pt x="290561" y="96542"/>
                </a:lnTo>
                <a:lnTo>
                  <a:pt x="291071" y="95344"/>
                </a:lnTo>
                <a:lnTo>
                  <a:pt x="291556" y="94127"/>
                </a:lnTo>
                <a:lnTo>
                  <a:pt x="292018" y="92892"/>
                </a:lnTo>
                <a:lnTo>
                  <a:pt x="292456" y="91639"/>
                </a:lnTo>
                <a:lnTo>
                  <a:pt x="292871" y="90367"/>
                </a:lnTo>
                <a:lnTo>
                  <a:pt x="293262" y="89077"/>
                </a:lnTo>
                <a:lnTo>
                  <a:pt x="293629" y="87768"/>
                </a:lnTo>
                <a:lnTo>
                  <a:pt x="293972" y="86440"/>
                </a:lnTo>
                <a:lnTo>
                  <a:pt x="294292" y="85095"/>
                </a:lnTo>
                <a:lnTo>
                  <a:pt x="294588" y="83731"/>
                </a:lnTo>
                <a:lnTo>
                  <a:pt x="294861" y="82348"/>
                </a:lnTo>
                <a:lnTo>
                  <a:pt x="295109" y="80947"/>
                </a:lnTo>
                <a:lnTo>
                  <a:pt x="295334" y="79527"/>
                </a:lnTo>
                <a:lnTo>
                  <a:pt x="295536" y="78089"/>
                </a:lnTo>
                <a:lnTo>
                  <a:pt x="295713" y="76633"/>
                </a:lnTo>
                <a:lnTo>
                  <a:pt x="295867" y="75158"/>
                </a:lnTo>
                <a:lnTo>
                  <a:pt x="295998" y="73664"/>
                </a:lnTo>
                <a:lnTo>
                  <a:pt x="296104" y="72153"/>
                </a:lnTo>
                <a:lnTo>
                  <a:pt x="296187" y="70622"/>
                </a:lnTo>
                <a:lnTo>
                  <a:pt x="296246" y="69074"/>
                </a:lnTo>
                <a:lnTo>
                  <a:pt x="296282" y="67506"/>
                </a:lnTo>
                <a:lnTo>
                  <a:pt x="296294" y="65921"/>
                </a:lnTo>
                <a:lnTo>
                  <a:pt x="296282" y="64306"/>
                </a:lnTo>
                <a:lnTo>
                  <a:pt x="296246" y="62711"/>
                </a:lnTo>
                <a:lnTo>
                  <a:pt x="296187" y="61135"/>
                </a:lnTo>
                <a:lnTo>
                  <a:pt x="296104" y="59579"/>
                </a:lnTo>
                <a:lnTo>
                  <a:pt x="295998" y="58042"/>
                </a:lnTo>
                <a:lnTo>
                  <a:pt x="295867" y="56524"/>
                </a:lnTo>
                <a:lnTo>
                  <a:pt x="295713" y="55026"/>
                </a:lnTo>
                <a:lnTo>
                  <a:pt x="295536" y="53547"/>
                </a:lnTo>
                <a:lnTo>
                  <a:pt x="295334" y="52087"/>
                </a:lnTo>
                <a:lnTo>
                  <a:pt x="295109" y="50647"/>
                </a:lnTo>
                <a:lnTo>
                  <a:pt x="294861" y="49226"/>
                </a:lnTo>
                <a:lnTo>
                  <a:pt x="294588" y="47825"/>
                </a:lnTo>
                <a:lnTo>
                  <a:pt x="294292" y="46443"/>
                </a:lnTo>
                <a:lnTo>
                  <a:pt x="293972" y="45080"/>
                </a:lnTo>
                <a:lnTo>
                  <a:pt x="293629" y="43737"/>
                </a:lnTo>
                <a:lnTo>
                  <a:pt x="293262" y="42413"/>
                </a:lnTo>
                <a:lnTo>
                  <a:pt x="292871" y="41108"/>
                </a:lnTo>
                <a:lnTo>
                  <a:pt x="292456" y="39823"/>
                </a:lnTo>
                <a:lnTo>
                  <a:pt x="292018" y="38557"/>
                </a:lnTo>
                <a:lnTo>
                  <a:pt x="291556" y="37311"/>
                </a:lnTo>
                <a:lnTo>
                  <a:pt x="291071" y="36083"/>
                </a:lnTo>
                <a:lnTo>
                  <a:pt x="290561" y="34876"/>
                </a:lnTo>
                <a:lnTo>
                  <a:pt x="290028" y="33687"/>
                </a:lnTo>
                <a:lnTo>
                  <a:pt x="289472" y="32518"/>
                </a:lnTo>
                <a:lnTo>
                  <a:pt x="288890" y="31370"/>
                </a:lnTo>
                <a:lnTo>
                  <a:pt x="288284" y="30244"/>
                </a:lnTo>
                <a:lnTo>
                  <a:pt x="287653" y="29140"/>
                </a:lnTo>
                <a:lnTo>
                  <a:pt x="286996" y="28058"/>
                </a:lnTo>
                <a:lnTo>
                  <a:pt x="286314" y="26999"/>
                </a:lnTo>
                <a:lnTo>
                  <a:pt x="285606" y="25961"/>
                </a:lnTo>
                <a:lnTo>
                  <a:pt x="284874" y="24946"/>
                </a:lnTo>
                <a:lnTo>
                  <a:pt x="284116" y="23953"/>
                </a:lnTo>
                <a:lnTo>
                  <a:pt x="283333" y="22982"/>
                </a:lnTo>
                <a:lnTo>
                  <a:pt x="282525" y="22033"/>
                </a:lnTo>
                <a:lnTo>
                  <a:pt x="281692" y="21106"/>
                </a:lnTo>
                <a:lnTo>
                  <a:pt x="280833" y="20202"/>
                </a:lnTo>
                <a:lnTo>
                  <a:pt x="279949" y="19319"/>
                </a:lnTo>
                <a:lnTo>
                  <a:pt x="279040" y="18459"/>
                </a:lnTo>
                <a:lnTo>
                  <a:pt x="278106" y="17621"/>
                </a:lnTo>
                <a:lnTo>
                  <a:pt x="277146" y="16805"/>
                </a:lnTo>
                <a:lnTo>
                  <a:pt x="276161" y="16011"/>
                </a:lnTo>
                <a:lnTo>
                  <a:pt x="275151" y="15240"/>
                </a:lnTo>
                <a:lnTo>
                  <a:pt x="274116" y="14490"/>
                </a:lnTo>
                <a:lnTo>
                  <a:pt x="273056" y="13763"/>
                </a:lnTo>
                <a:lnTo>
                  <a:pt x="271970" y="13058"/>
                </a:lnTo>
                <a:lnTo>
                  <a:pt x="270859" y="12375"/>
                </a:lnTo>
                <a:lnTo>
                  <a:pt x="269723" y="11714"/>
                </a:lnTo>
                <a:lnTo>
                  <a:pt x="268562" y="11076"/>
                </a:lnTo>
                <a:lnTo>
                  <a:pt x="267374" y="10461"/>
                </a:lnTo>
                <a:lnTo>
                  <a:pt x="266160" y="9873"/>
                </a:lnTo>
                <a:lnTo>
                  <a:pt x="264919" y="9311"/>
                </a:lnTo>
                <a:lnTo>
                  <a:pt x="263652" y="8775"/>
                </a:lnTo>
                <a:lnTo>
                  <a:pt x="262357" y="8265"/>
                </a:lnTo>
                <a:lnTo>
                  <a:pt x="261036" y="7781"/>
                </a:lnTo>
                <a:lnTo>
                  <a:pt x="259688" y="7323"/>
                </a:lnTo>
                <a:lnTo>
                  <a:pt x="258313" y="6892"/>
                </a:lnTo>
                <a:lnTo>
                  <a:pt x="256912" y="6487"/>
                </a:lnTo>
                <a:lnTo>
                  <a:pt x="255483" y="6107"/>
                </a:lnTo>
                <a:lnTo>
                  <a:pt x="254028" y="5754"/>
                </a:lnTo>
                <a:lnTo>
                  <a:pt x="252547" y="5428"/>
                </a:lnTo>
                <a:lnTo>
                  <a:pt x="251038" y="5127"/>
                </a:lnTo>
                <a:lnTo>
                  <a:pt x="249503" y="4852"/>
                </a:lnTo>
                <a:lnTo>
                  <a:pt x="247940" y="4604"/>
                </a:lnTo>
                <a:lnTo>
                  <a:pt x="246352" y="4382"/>
                </a:lnTo>
                <a:lnTo>
                  <a:pt x="244736" y="4186"/>
                </a:lnTo>
                <a:lnTo>
                  <a:pt x="243094" y="4016"/>
                </a:lnTo>
                <a:lnTo>
                  <a:pt x="241424" y="3872"/>
                </a:lnTo>
                <a:lnTo>
                  <a:pt x="239728" y="3754"/>
                </a:lnTo>
                <a:lnTo>
                  <a:pt x="238006" y="3663"/>
                </a:lnTo>
                <a:lnTo>
                  <a:pt x="236256" y="3597"/>
                </a:lnTo>
                <a:lnTo>
                  <a:pt x="234480" y="3558"/>
                </a:lnTo>
                <a:lnTo>
                  <a:pt x="232677" y="3545"/>
                </a:lnTo>
                <a:lnTo>
                  <a:pt x="196170" y="3545"/>
                </a:lnTo>
                <a:lnTo>
                  <a:pt x="196170" y="127591"/>
                </a:lnTo>
                <a:lnTo>
                  <a:pt x="232677" y="127591"/>
                </a:lnTo>
                <a:lnTo>
                  <a:pt x="234480" y="127578"/>
                </a:lnTo>
                <a:lnTo>
                  <a:pt x="236256" y="127539"/>
                </a:lnTo>
                <a:lnTo>
                  <a:pt x="238006" y="127474"/>
                </a:lnTo>
                <a:close/>
                <a:moveTo>
                  <a:pt x="235283" y="15990"/>
                </a:moveTo>
                <a:lnTo>
                  <a:pt x="236725" y="16042"/>
                </a:lnTo>
                <a:lnTo>
                  <a:pt x="238140" y="16116"/>
                </a:lnTo>
                <a:lnTo>
                  <a:pt x="239530" y="16210"/>
                </a:lnTo>
                <a:lnTo>
                  <a:pt x="240894" y="16325"/>
                </a:lnTo>
                <a:lnTo>
                  <a:pt x="242232" y="16461"/>
                </a:lnTo>
                <a:lnTo>
                  <a:pt x="243545" y="16618"/>
                </a:lnTo>
                <a:lnTo>
                  <a:pt x="244831" y="16796"/>
                </a:lnTo>
                <a:lnTo>
                  <a:pt x="246092" y="16995"/>
                </a:lnTo>
                <a:lnTo>
                  <a:pt x="247327" y="17214"/>
                </a:lnTo>
                <a:lnTo>
                  <a:pt x="248536" y="17455"/>
                </a:lnTo>
                <a:lnTo>
                  <a:pt x="249719" y="17717"/>
                </a:lnTo>
                <a:lnTo>
                  <a:pt x="250876" y="17999"/>
                </a:lnTo>
                <a:lnTo>
                  <a:pt x="252008" y="18303"/>
                </a:lnTo>
                <a:lnTo>
                  <a:pt x="253113" y="18627"/>
                </a:lnTo>
                <a:lnTo>
                  <a:pt x="254193" y="18972"/>
                </a:lnTo>
                <a:lnTo>
                  <a:pt x="255247" y="19338"/>
                </a:lnTo>
                <a:lnTo>
                  <a:pt x="256275" y="19726"/>
                </a:lnTo>
                <a:lnTo>
                  <a:pt x="257278" y="20134"/>
                </a:lnTo>
                <a:lnTo>
                  <a:pt x="258254" y="20563"/>
                </a:lnTo>
                <a:lnTo>
                  <a:pt x="259205" y="21013"/>
                </a:lnTo>
                <a:lnTo>
                  <a:pt x="260129" y="21484"/>
                </a:lnTo>
                <a:lnTo>
                  <a:pt x="261028" y="21975"/>
                </a:lnTo>
                <a:lnTo>
                  <a:pt x="261904" y="22486"/>
                </a:lnTo>
                <a:lnTo>
                  <a:pt x="262759" y="23015"/>
                </a:lnTo>
                <a:lnTo>
                  <a:pt x="263593" y="23562"/>
                </a:lnTo>
                <a:lnTo>
                  <a:pt x="264406" y="24126"/>
                </a:lnTo>
                <a:lnTo>
                  <a:pt x="265198" y="24709"/>
                </a:lnTo>
                <a:lnTo>
                  <a:pt x="265969" y="25309"/>
                </a:lnTo>
                <a:lnTo>
                  <a:pt x="266719" y="25927"/>
                </a:lnTo>
                <a:lnTo>
                  <a:pt x="267448" y="26563"/>
                </a:lnTo>
                <a:lnTo>
                  <a:pt x="268156" y="27217"/>
                </a:lnTo>
                <a:lnTo>
                  <a:pt x="268844" y="27888"/>
                </a:lnTo>
                <a:lnTo>
                  <a:pt x="269510" y="28578"/>
                </a:lnTo>
                <a:lnTo>
                  <a:pt x="270156" y="29285"/>
                </a:lnTo>
                <a:lnTo>
                  <a:pt x="270780" y="30010"/>
                </a:lnTo>
                <a:lnTo>
                  <a:pt x="271384" y="30753"/>
                </a:lnTo>
                <a:lnTo>
                  <a:pt x="271966" y="31514"/>
                </a:lnTo>
                <a:lnTo>
                  <a:pt x="272528" y="32293"/>
                </a:lnTo>
                <a:lnTo>
                  <a:pt x="273069" y="33089"/>
                </a:lnTo>
                <a:lnTo>
                  <a:pt x="273589" y="33904"/>
                </a:lnTo>
                <a:lnTo>
                  <a:pt x="274088" y="34736"/>
                </a:lnTo>
                <a:lnTo>
                  <a:pt x="274566" y="35586"/>
                </a:lnTo>
                <a:lnTo>
                  <a:pt x="275023" y="36454"/>
                </a:lnTo>
                <a:lnTo>
                  <a:pt x="275459" y="37340"/>
                </a:lnTo>
                <a:lnTo>
                  <a:pt x="275874" y="38243"/>
                </a:lnTo>
                <a:lnTo>
                  <a:pt x="276268" y="39165"/>
                </a:lnTo>
                <a:lnTo>
                  <a:pt x="276644" y="40103"/>
                </a:lnTo>
                <a:lnTo>
                  <a:pt x="277004" y="41056"/>
                </a:lnTo>
                <a:lnTo>
                  <a:pt x="277348" y="42024"/>
                </a:lnTo>
                <a:lnTo>
                  <a:pt x="277676" y="43008"/>
                </a:lnTo>
                <a:lnTo>
                  <a:pt x="277988" y="44008"/>
                </a:lnTo>
                <a:lnTo>
                  <a:pt x="278284" y="45023"/>
                </a:lnTo>
                <a:lnTo>
                  <a:pt x="278564" y="46053"/>
                </a:lnTo>
                <a:lnTo>
                  <a:pt x="278828" y="47098"/>
                </a:lnTo>
                <a:lnTo>
                  <a:pt x="279076" y="48159"/>
                </a:lnTo>
                <a:lnTo>
                  <a:pt x="279308" y="49236"/>
                </a:lnTo>
                <a:lnTo>
                  <a:pt x="279524" y="50328"/>
                </a:lnTo>
                <a:lnTo>
                  <a:pt x="279724" y="51435"/>
                </a:lnTo>
                <a:lnTo>
                  <a:pt x="279908" y="52557"/>
                </a:lnTo>
                <a:lnTo>
                  <a:pt x="280076" y="53695"/>
                </a:lnTo>
                <a:lnTo>
                  <a:pt x="280228" y="54848"/>
                </a:lnTo>
                <a:lnTo>
                  <a:pt x="280364" y="56017"/>
                </a:lnTo>
                <a:lnTo>
                  <a:pt x="280484" y="57201"/>
                </a:lnTo>
                <a:lnTo>
                  <a:pt x="280588" y="58401"/>
                </a:lnTo>
                <a:lnTo>
                  <a:pt x="280676" y="59616"/>
                </a:lnTo>
                <a:lnTo>
                  <a:pt x="280748" y="60846"/>
                </a:lnTo>
                <a:lnTo>
                  <a:pt x="280804" y="62091"/>
                </a:lnTo>
                <a:lnTo>
                  <a:pt x="280844" y="63352"/>
                </a:lnTo>
                <a:lnTo>
                  <a:pt x="280868" y="64629"/>
                </a:lnTo>
                <a:lnTo>
                  <a:pt x="280876" y="65921"/>
                </a:lnTo>
                <a:lnTo>
                  <a:pt x="280868" y="67184"/>
                </a:lnTo>
                <a:lnTo>
                  <a:pt x="280844" y="68432"/>
                </a:lnTo>
                <a:lnTo>
                  <a:pt x="280804" y="69666"/>
                </a:lnTo>
                <a:lnTo>
                  <a:pt x="280748" y="70886"/>
                </a:lnTo>
                <a:lnTo>
                  <a:pt x="280676" y="72091"/>
                </a:lnTo>
                <a:lnTo>
                  <a:pt x="280588" y="73281"/>
                </a:lnTo>
                <a:lnTo>
                  <a:pt x="280484" y="74458"/>
                </a:lnTo>
                <a:lnTo>
                  <a:pt x="280364" y="75619"/>
                </a:lnTo>
                <a:lnTo>
                  <a:pt x="280228" y="76767"/>
                </a:lnTo>
                <a:lnTo>
                  <a:pt x="280076" y="77899"/>
                </a:lnTo>
                <a:lnTo>
                  <a:pt x="279908" y="79018"/>
                </a:lnTo>
                <a:lnTo>
                  <a:pt x="279724" y="80121"/>
                </a:lnTo>
                <a:lnTo>
                  <a:pt x="279524" y="81211"/>
                </a:lnTo>
                <a:lnTo>
                  <a:pt x="279308" y="82286"/>
                </a:lnTo>
                <a:lnTo>
                  <a:pt x="279076" y="83346"/>
                </a:lnTo>
                <a:lnTo>
                  <a:pt x="278828" y="84392"/>
                </a:lnTo>
                <a:lnTo>
                  <a:pt x="278564" y="85423"/>
                </a:lnTo>
                <a:lnTo>
                  <a:pt x="278284" y="86440"/>
                </a:lnTo>
                <a:lnTo>
                  <a:pt x="277988" y="87443"/>
                </a:lnTo>
                <a:lnTo>
                  <a:pt x="277676" y="88431"/>
                </a:lnTo>
                <a:lnTo>
                  <a:pt x="277348" y="89405"/>
                </a:lnTo>
                <a:lnTo>
                  <a:pt x="277004" y="90364"/>
                </a:lnTo>
                <a:lnTo>
                  <a:pt x="276644" y="91308"/>
                </a:lnTo>
                <a:lnTo>
                  <a:pt x="276268" y="92239"/>
                </a:lnTo>
                <a:lnTo>
                  <a:pt x="275874" y="93153"/>
                </a:lnTo>
                <a:lnTo>
                  <a:pt x="275459" y="94049"/>
                </a:lnTo>
                <a:lnTo>
                  <a:pt x="275023" y="94927"/>
                </a:lnTo>
                <a:lnTo>
                  <a:pt x="274566" y="95788"/>
                </a:lnTo>
                <a:lnTo>
                  <a:pt x="274088" y="96630"/>
                </a:lnTo>
                <a:lnTo>
                  <a:pt x="273589" y="97455"/>
                </a:lnTo>
                <a:lnTo>
                  <a:pt x="273069" y="98262"/>
                </a:lnTo>
                <a:lnTo>
                  <a:pt x="272528" y="99051"/>
                </a:lnTo>
                <a:lnTo>
                  <a:pt x="271966" y="99822"/>
                </a:lnTo>
                <a:lnTo>
                  <a:pt x="271384" y="100576"/>
                </a:lnTo>
                <a:lnTo>
                  <a:pt x="270780" y="101311"/>
                </a:lnTo>
                <a:lnTo>
                  <a:pt x="270156" y="102029"/>
                </a:lnTo>
                <a:lnTo>
                  <a:pt x="269510" y="102729"/>
                </a:lnTo>
                <a:lnTo>
                  <a:pt x="268844" y="103411"/>
                </a:lnTo>
                <a:lnTo>
                  <a:pt x="268156" y="104075"/>
                </a:lnTo>
                <a:lnTo>
                  <a:pt x="267448" y="104722"/>
                </a:lnTo>
                <a:lnTo>
                  <a:pt x="266719" y="105350"/>
                </a:lnTo>
                <a:lnTo>
                  <a:pt x="265969" y="105961"/>
                </a:lnTo>
                <a:lnTo>
                  <a:pt x="265198" y="106553"/>
                </a:lnTo>
                <a:lnTo>
                  <a:pt x="264406" y="107128"/>
                </a:lnTo>
                <a:lnTo>
                  <a:pt x="263593" y="107685"/>
                </a:lnTo>
                <a:lnTo>
                  <a:pt x="262759" y="108225"/>
                </a:lnTo>
                <a:lnTo>
                  <a:pt x="261904" y="108746"/>
                </a:lnTo>
                <a:lnTo>
                  <a:pt x="261028" y="109250"/>
                </a:lnTo>
                <a:lnTo>
                  <a:pt x="260129" y="109734"/>
                </a:lnTo>
                <a:lnTo>
                  <a:pt x="259205" y="110198"/>
                </a:lnTo>
                <a:lnTo>
                  <a:pt x="258254" y="110641"/>
                </a:lnTo>
                <a:lnTo>
                  <a:pt x="257278" y="111063"/>
                </a:lnTo>
                <a:lnTo>
                  <a:pt x="256275" y="111465"/>
                </a:lnTo>
                <a:lnTo>
                  <a:pt x="255247" y="111846"/>
                </a:lnTo>
                <a:lnTo>
                  <a:pt x="254193" y="112207"/>
                </a:lnTo>
                <a:lnTo>
                  <a:pt x="253113" y="112547"/>
                </a:lnTo>
                <a:lnTo>
                  <a:pt x="252008" y="112866"/>
                </a:lnTo>
                <a:lnTo>
                  <a:pt x="250876" y="113165"/>
                </a:lnTo>
                <a:lnTo>
                  <a:pt x="249719" y="113443"/>
                </a:lnTo>
                <a:lnTo>
                  <a:pt x="248536" y="113701"/>
                </a:lnTo>
                <a:lnTo>
                  <a:pt x="247327" y="113938"/>
                </a:lnTo>
                <a:lnTo>
                  <a:pt x="246092" y="114154"/>
                </a:lnTo>
                <a:lnTo>
                  <a:pt x="244831" y="114350"/>
                </a:lnTo>
                <a:lnTo>
                  <a:pt x="243545" y="114525"/>
                </a:lnTo>
                <a:lnTo>
                  <a:pt x="242232" y="114680"/>
                </a:lnTo>
                <a:lnTo>
                  <a:pt x="240894" y="114814"/>
                </a:lnTo>
                <a:lnTo>
                  <a:pt x="239530" y="114927"/>
                </a:lnTo>
                <a:lnTo>
                  <a:pt x="238140" y="115020"/>
                </a:lnTo>
                <a:lnTo>
                  <a:pt x="236725" y="115092"/>
                </a:lnTo>
                <a:lnTo>
                  <a:pt x="235283" y="115144"/>
                </a:lnTo>
                <a:lnTo>
                  <a:pt x="233816" y="115174"/>
                </a:lnTo>
                <a:lnTo>
                  <a:pt x="232323" y="115185"/>
                </a:lnTo>
                <a:lnTo>
                  <a:pt x="211056" y="115185"/>
                </a:lnTo>
                <a:lnTo>
                  <a:pt x="211056" y="15948"/>
                </a:lnTo>
                <a:lnTo>
                  <a:pt x="232323" y="15948"/>
                </a:lnTo>
                <a:lnTo>
                  <a:pt x="233816" y="15959"/>
                </a:lnTo>
                <a:lnTo>
                  <a:pt x="235283" y="15990"/>
                </a:lnTo>
                <a:close/>
                <a:moveTo>
                  <a:pt x="850975" y="80119"/>
                </a:moveTo>
                <a:lnTo>
                  <a:pt x="850994" y="79434"/>
                </a:lnTo>
                <a:lnTo>
                  <a:pt x="851021" y="78758"/>
                </a:lnTo>
                <a:lnTo>
                  <a:pt x="851056" y="78092"/>
                </a:lnTo>
                <a:lnTo>
                  <a:pt x="851098" y="77436"/>
                </a:lnTo>
                <a:lnTo>
                  <a:pt x="851148" y="76789"/>
                </a:lnTo>
                <a:lnTo>
                  <a:pt x="851206" y="76151"/>
                </a:lnTo>
                <a:lnTo>
                  <a:pt x="851271" y="75524"/>
                </a:lnTo>
                <a:lnTo>
                  <a:pt x="851344" y="74905"/>
                </a:lnTo>
                <a:lnTo>
                  <a:pt x="851425" y="74297"/>
                </a:lnTo>
                <a:lnTo>
                  <a:pt x="851514" y="73697"/>
                </a:lnTo>
                <a:lnTo>
                  <a:pt x="851610" y="73108"/>
                </a:lnTo>
                <a:lnTo>
                  <a:pt x="851713" y="72528"/>
                </a:lnTo>
                <a:lnTo>
                  <a:pt x="851825" y="71957"/>
                </a:lnTo>
                <a:lnTo>
                  <a:pt x="851944" y="71396"/>
                </a:lnTo>
                <a:lnTo>
                  <a:pt x="852071" y="70844"/>
                </a:lnTo>
                <a:lnTo>
                  <a:pt x="852206" y="70303"/>
                </a:lnTo>
                <a:lnTo>
                  <a:pt x="852348" y="69770"/>
                </a:lnTo>
                <a:lnTo>
                  <a:pt x="852498" y="69247"/>
                </a:lnTo>
                <a:lnTo>
                  <a:pt x="852655" y="68734"/>
                </a:lnTo>
                <a:lnTo>
                  <a:pt x="852821" y="68230"/>
                </a:lnTo>
                <a:lnTo>
                  <a:pt x="852994" y="67736"/>
                </a:lnTo>
                <a:lnTo>
                  <a:pt x="853174" y="67251"/>
                </a:lnTo>
                <a:lnTo>
                  <a:pt x="853362" y="66775"/>
                </a:lnTo>
                <a:lnTo>
                  <a:pt x="853556" y="66308"/>
                </a:lnTo>
                <a:lnTo>
                  <a:pt x="853756" y="65849"/>
                </a:lnTo>
                <a:lnTo>
                  <a:pt x="853962" y="65398"/>
                </a:lnTo>
                <a:lnTo>
                  <a:pt x="854174" y="64955"/>
                </a:lnTo>
                <a:lnTo>
                  <a:pt x="854392" y="64521"/>
                </a:lnTo>
                <a:lnTo>
                  <a:pt x="854617" y="64095"/>
                </a:lnTo>
                <a:lnTo>
                  <a:pt x="854848" y="63677"/>
                </a:lnTo>
                <a:lnTo>
                  <a:pt x="855084" y="63268"/>
                </a:lnTo>
                <a:lnTo>
                  <a:pt x="855327" y="62867"/>
                </a:lnTo>
                <a:lnTo>
                  <a:pt x="855577" y="62474"/>
                </a:lnTo>
                <a:lnTo>
                  <a:pt x="855832" y="62090"/>
                </a:lnTo>
                <a:lnTo>
                  <a:pt x="856093" y="61714"/>
                </a:lnTo>
                <a:lnTo>
                  <a:pt x="856361" y="61346"/>
                </a:lnTo>
                <a:lnTo>
                  <a:pt x="856635" y="60986"/>
                </a:lnTo>
                <a:lnTo>
                  <a:pt x="856914" y="60635"/>
                </a:lnTo>
                <a:lnTo>
                  <a:pt x="857200" y="60292"/>
                </a:lnTo>
                <a:lnTo>
                  <a:pt x="857493" y="59958"/>
                </a:lnTo>
                <a:lnTo>
                  <a:pt x="857791" y="59632"/>
                </a:lnTo>
                <a:lnTo>
                  <a:pt x="858095" y="59314"/>
                </a:lnTo>
                <a:lnTo>
                  <a:pt x="858406" y="59004"/>
                </a:lnTo>
                <a:lnTo>
                  <a:pt x="858723" y="58703"/>
                </a:lnTo>
                <a:lnTo>
                  <a:pt x="859046" y="58410"/>
                </a:lnTo>
                <a:lnTo>
                  <a:pt x="859375" y="58125"/>
                </a:lnTo>
                <a:lnTo>
                  <a:pt x="859709" y="57848"/>
                </a:lnTo>
                <a:lnTo>
                  <a:pt x="860047" y="57577"/>
                </a:lnTo>
                <a:lnTo>
                  <a:pt x="860390" y="57313"/>
                </a:lnTo>
                <a:lnTo>
                  <a:pt x="860736" y="57055"/>
                </a:lnTo>
                <a:lnTo>
                  <a:pt x="861086" y="56803"/>
                </a:lnTo>
                <a:lnTo>
                  <a:pt x="861441" y="56558"/>
                </a:lnTo>
                <a:lnTo>
                  <a:pt x="861799" y="56320"/>
                </a:lnTo>
                <a:lnTo>
                  <a:pt x="862161" y="56087"/>
                </a:lnTo>
                <a:lnTo>
                  <a:pt x="862528" y="55862"/>
                </a:lnTo>
                <a:lnTo>
                  <a:pt x="862898" y="55643"/>
                </a:lnTo>
                <a:lnTo>
                  <a:pt x="863272" y="55430"/>
                </a:lnTo>
                <a:lnTo>
                  <a:pt x="863650" y="55224"/>
                </a:lnTo>
                <a:lnTo>
                  <a:pt x="864033" y="55024"/>
                </a:lnTo>
                <a:lnTo>
                  <a:pt x="864419" y="54831"/>
                </a:lnTo>
                <a:lnTo>
                  <a:pt x="864809" y="54644"/>
                </a:lnTo>
                <a:lnTo>
                  <a:pt x="865203" y="54463"/>
                </a:lnTo>
                <a:lnTo>
                  <a:pt x="865602" y="54289"/>
                </a:lnTo>
                <a:lnTo>
                  <a:pt x="866004" y="54122"/>
                </a:lnTo>
                <a:lnTo>
                  <a:pt x="866410" y="53961"/>
                </a:lnTo>
                <a:lnTo>
                  <a:pt x="866820" y="53806"/>
                </a:lnTo>
                <a:lnTo>
                  <a:pt x="867234" y="53658"/>
                </a:lnTo>
                <a:lnTo>
                  <a:pt x="867652" y="53516"/>
                </a:lnTo>
                <a:lnTo>
                  <a:pt x="868075" y="53381"/>
                </a:lnTo>
                <a:lnTo>
                  <a:pt x="868501" y="53252"/>
                </a:lnTo>
                <a:lnTo>
                  <a:pt x="868930" y="53130"/>
                </a:lnTo>
                <a:lnTo>
                  <a:pt x="869361" y="53012"/>
                </a:lnTo>
                <a:lnTo>
                  <a:pt x="869794" y="52899"/>
                </a:lnTo>
                <a:lnTo>
                  <a:pt x="870229" y="52792"/>
                </a:lnTo>
                <a:lnTo>
                  <a:pt x="870666" y="52690"/>
                </a:lnTo>
                <a:lnTo>
                  <a:pt x="871104" y="52594"/>
                </a:lnTo>
                <a:lnTo>
                  <a:pt x="871544" y="52502"/>
                </a:lnTo>
                <a:lnTo>
                  <a:pt x="871986" y="52416"/>
                </a:lnTo>
                <a:lnTo>
                  <a:pt x="872430" y="52335"/>
                </a:lnTo>
                <a:lnTo>
                  <a:pt x="872876" y="52259"/>
                </a:lnTo>
                <a:lnTo>
                  <a:pt x="873324" y="52188"/>
                </a:lnTo>
                <a:lnTo>
                  <a:pt x="873774" y="52123"/>
                </a:lnTo>
                <a:lnTo>
                  <a:pt x="874225" y="52063"/>
                </a:lnTo>
                <a:lnTo>
                  <a:pt x="874678" y="52008"/>
                </a:lnTo>
                <a:lnTo>
                  <a:pt x="875133" y="51958"/>
                </a:lnTo>
                <a:lnTo>
                  <a:pt x="875590" y="51914"/>
                </a:lnTo>
                <a:lnTo>
                  <a:pt x="876049" y="51874"/>
                </a:lnTo>
                <a:lnTo>
                  <a:pt x="876509" y="51840"/>
                </a:lnTo>
                <a:lnTo>
                  <a:pt x="876972" y="51812"/>
                </a:lnTo>
                <a:lnTo>
                  <a:pt x="877436" y="51788"/>
                </a:lnTo>
                <a:lnTo>
                  <a:pt x="877902" y="51770"/>
                </a:lnTo>
                <a:lnTo>
                  <a:pt x="878370" y="51757"/>
                </a:lnTo>
                <a:lnTo>
                  <a:pt x="878840" y="51749"/>
                </a:lnTo>
                <a:lnTo>
                  <a:pt x="879311" y="51746"/>
                </a:lnTo>
                <a:lnTo>
                  <a:pt x="884806" y="51746"/>
                </a:lnTo>
                <a:lnTo>
                  <a:pt x="884806" y="36150"/>
                </a:lnTo>
                <a:lnTo>
                  <a:pt x="884100" y="36154"/>
                </a:lnTo>
                <a:lnTo>
                  <a:pt x="883401" y="36166"/>
                </a:lnTo>
                <a:lnTo>
                  <a:pt x="882708" y="36186"/>
                </a:lnTo>
                <a:lnTo>
                  <a:pt x="882022" y="36214"/>
                </a:lnTo>
                <a:lnTo>
                  <a:pt x="881342" y="36250"/>
                </a:lnTo>
                <a:lnTo>
                  <a:pt x="880669" y="36294"/>
                </a:lnTo>
                <a:lnTo>
                  <a:pt x="880002" y="36346"/>
                </a:lnTo>
                <a:lnTo>
                  <a:pt x="879341" y="36406"/>
                </a:lnTo>
                <a:lnTo>
                  <a:pt x="878687" y="36474"/>
                </a:lnTo>
                <a:lnTo>
                  <a:pt x="878040" y="36550"/>
                </a:lnTo>
                <a:lnTo>
                  <a:pt x="877399" y="36634"/>
                </a:lnTo>
                <a:lnTo>
                  <a:pt x="876764" y="36726"/>
                </a:lnTo>
                <a:lnTo>
                  <a:pt x="876136" y="36826"/>
                </a:lnTo>
                <a:lnTo>
                  <a:pt x="875514" y="36934"/>
                </a:lnTo>
                <a:lnTo>
                  <a:pt x="874899" y="37050"/>
                </a:lnTo>
                <a:lnTo>
                  <a:pt x="874290" y="37174"/>
                </a:lnTo>
                <a:lnTo>
                  <a:pt x="873688" y="37306"/>
                </a:lnTo>
                <a:lnTo>
                  <a:pt x="873092" y="37446"/>
                </a:lnTo>
                <a:lnTo>
                  <a:pt x="872503" y="37594"/>
                </a:lnTo>
                <a:lnTo>
                  <a:pt x="871920" y="37750"/>
                </a:lnTo>
                <a:lnTo>
                  <a:pt x="871343" y="37914"/>
                </a:lnTo>
                <a:lnTo>
                  <a:pt x="870773" y="38086"/>
                </a:lnTo>
                <a:lnTo>
                  <a:pt x="870210" y="38266"/>
                </a:lnTo>
                <a:lnTo>
                  <a:pt x="869653" y="38454"/>
                </a:lnTo>
                <a:lnTo>
                  <a:pt x="869102" y="38649"/>
                </a:lnTo>
                <a:lnTo>
                  <a:pt x="868559" y="38851"/>
                </a:lnTo>
                <a:lnTo>
                  <a:pt x="868022" y="39060"/>
                </a:lnTo>
                <a:lnTo>
                  <a:pt x="867492" y="39276"/>
                </a:lnTo>
                <a:lnTo>
                  <a:pt x="866969" y="39498"/>
                </a:lnTo>
                <a:lnTo>
                  <a:pt x="866452" y="39727"/>
                </a:lnTo>
                <a:lnTo>
                  <a:pt x="865943" y="39963"/>
                </a:lnTo>
                <a:lnTo>
                  <a:pt x="865440" y="40206"/>
                </a:lnTo>
                <a:lnTo>
                  <a:pt x="864944" y="40456"/>
                </a:lnTo>
                <a:lnTo>
                  <a:pt x="864454" y="40712"/>
                </a:lnTo>
                <a:lnTo>
                  <a:pt x="863972" y="40975"/>
                </a:lnTo>
                <a:lnTo>
                  <a:pt x="863496" y="41245"/>
                </a:lnTo>
                <a:lnTo>
                  <a:pt x="863026" y="41521"/>
                </a:lnTo>
                <a:lnTo>
                  <a:pt x="862564" y="41805"/>
                </a:lnTo>
                <a:lnTo>
                  <a:pt x="862108" y="42095"/>
                </a:lnTo>
                <a:lnTo>
                  <a:pt x="861660" y="42392"/>
                </a:lnTo>
                <a:lnTo>
                  <a:pt x="861217" y="42695"/>
                </a:lnTo>
                <a:lnTo>
                  <a:pt x="860782" y="43006"/>
                </a:lnTo>
                <a:lnTo>
                  <a:pt x="860354" y="43323"/>
                </a:lnTo>
                <a:lnTo>
                  <a:pt x="859932" y="43647"/>
                </a:lnTo>
                <a:lnTo>
                  <a:pt x="859517" y="43978"/>
                </a:lnTo>
                <a:lnTo>
                  <a:pt x="859108" y="44315"/>
                </a:lnTo>
                <a:lnTo>
                  <a:pt x="858707" y="44660"/>
                </a:lnTo>
                <a:lnTo>
                  <a:pt x="858312" y="45011"/>
                </a:lnTo>
                <a:lnTo>
                  <a:pt x="857924" y="45368"/>
                </a:lnTo>
                <a:lnTo>
                  <a:pt x="857541" y="45732"/>
                </a:lnTo>
                <a:lnTo>
                  <a:pt x="857165" y="46102"/>
                </a:lnTo>
                <a:lnTo>
                  <a:pt x="856794" y="46478"/>
                </a:lnTo>
                <a:lnTo>
                  <a:pt x="856429" y="46860"/>
                </a:lnTo>
                <a:lnTo>
                  <a:pt x="856070" y="47248"/>
                </a:lnTo>
                <a:lnTo>
                  <a:pt x="855717" y="47643"/>
                </a:lnTo>
                <a:lnTo>
                  <a:pt x="855369" y="48043"/>
                </a:lnTo>
                <a:lnTo>
                  <a:pt x="855028" y="48450"/>
                </a:lnTo>
                <a:lnTo>
                  <a:pt x="854692" y="48863"/>
                </a:lnTo>
                <a:lnTo>
                  <a:pt x="854362" y="49282"/>
                </a:lnTo>
                <a:lnTo>
                  <a:pt x="854038" y="49707"/>
                </a:lnTo>
                <a:lnTo>
                  <a:pt x="853719" y="50138"/>
                </a:lnTo>
                <a:lnTo>
                  <a:pt x="853407" y="50576"/>
                </a:lnTo>
                <a:lnTo>
                  <a:pt x="853100" y="51019"/>
                </a:lnTo>
                <a:lnTo>
                  <a:pt x="852800" y="51469"/>
                </a:lnTo>
                <a:lnTo>
                  <a:pt x="852505" y="51925"/>
                </a:lnTo>
                <a:lnTo>
                  <a:pt x="852215" y="52387"/>
                </a:lnTo>
                <a:lnTo>
                  <a:pt x="851932" y="52855"/>
                </a:lnTo>
                <a:lnTo>
                  <a:pt x="851655" y="53330"/>
                </a:lnTo>
                <a:lnTo>
                  <a:pt x="851383" y="53810"/>
                </a:lnTo>
                <a:lnTo>
                  <a:pt x="851117" y="54297"/>
                </a:lnTo>
                <a:lnTo>
                  <a:pt x="850857" y="54790"/>
                </a:lnTo>
                <a:lnTo>
                  <a:pt x="850603" y="55289"/>
                </a:lnTo>
                <a:lnTo>
                  <a:pt x="849540" y="38278"/>
                </a:lnTo>
                <a:lnTo>
                  <a:pt x="836074" y="38278"/>
                </a:lnTo>
                <a:lnTo>
                  <a:pt x="836074" y="127591"/>
                </a:lnTo>
                <a:lnTo>
                  <a:pt x="850960" y="127591"/>
                </a:lnTo>
                <a:lnTo>
                  <a:pt x="850960" y="81517"/>
                </a:lnTo>
                <a:lnTo>
                  <a:pt x="850964" y="80813"/>
                </a:lnTo>
                <a:lnTo>
                  <a:pt x="850975" y="80119"/>
                </a:lnTo>
                <a:close/>
                <a:moveTo>
                  <a:pt x="397700" y="85689"/>
                </a:moveTo>
                <a:lnTo>
                  <a:pt x="397712" y="85489"/>
                </a:lnTo>
                <a:lnTo>
                  <a:pt x="397724" y="85291"/>
                </a:lnTo>
                <a:lnTo>
                  <a:pt x="397735" y="85094"/>
                </a:lnTo>
                <a:lnTo>
                  <a:pt x="397746" y="84899"/>
                </a:lnTo>
                <a:lnTo>
                  <a:pt x="397756" y="84707"/>
                </a:lnTo>
                <a:lnTo>
                  <a:pt x="397765" y="84516"/>
                </a:lnTo>
                <a:lnTo>
                  <a:pt x="397774" y="84326"/>
                </a:lnTo>
                <a:lnTo>
                  <a:pt x="397783" y="84139"/>
                </a:lnTo>
                <a:lnTo>
                  <a:pt x="397790" y="83954"/>
                </a:lnTo>
                <a:lnTo>
                  <a:pt x="397797" y="83770"/>
                </a:lnTo>
                <a:lnTo>
                  <a:pt x="397804" y="83588"/>
                </a:lnTo>
                <a:lnTo>
                  <a:pt x="397809" y="83408"/>
                </a:lnTo>
                <a:lnTo>
                  <a:pt x="397815" y="83230"/>
                </a:lnTo>
                <a:lnTo>
                  <a:pt x="397819" y="83054"/>
                </a:lnTo>
                <a:lnTo>
                  <a:pt x="397823" y="82879"/>
                </a:lnTo>
                <a:lnTo>
                  <a:pt x="397827" y="82707"/>
                </a:lnTo>
                <a:lnTo>
                  <a:pt x="397829" y="82536"/>
                </a:lnTo>
                <a:lnTo>
                  <a:pt x="397831" y="82367"/>
                </a:lnTo>
                <a:lnTo>
                  <a:pt x="397833" y="82200"/>
                </a:lnTo>
                <a:lnTo>
                  <a:pt x="397834" y="82035"/>
                </a:lnTo>
                <a:lnTo>
                  <a:pt x="397834" y="81872"/>
                </a:lnTo>
                <a:lnTo>
                  <a:pt x="397834" y="81709"/>
                </a:lnTo>
                <a:lnTo>
                  <a:pt x="397834" y="81548"/>
                </a:lnTo>
                <a:lnTo>
                  <a:pt x="397834" y="81387"/>
                </a:lnTo>
                <a:lnTo>
                  <a:pt x="397834" y="81227"/>
                </a:lnTo>
                <a:lnTo>
                  <a:pt x="397834" y="81067"/>
                </a:lnTo>
                <a:lnTo>
                  <a:pt x="397834" y="80908"/>
                </a:lnTo>
                <a:lnTo>
                  <a:pt x="397834" y="80749"/>
                </a:lnTo>
                <a:lnTo>
                  <a:pt x="397834" y="80591"/>
                </a:lnTo>
                <a:lnTo>
                  <a:pt x="397834" y="80434"/>
                </a:lnTo>
                <a:lnTo>
                  <a:pt x="397834" y="80277"/>
                </a:lnTo>
                <a:lnTo>
                  <a:pt x="397834" y="80121"/>
                </a:lnTo>
                <a:lnTo>
                  <a:pt x="397834" y="79966"/>
                </a:lnTo>
                <a:lnTo>
                  <a:pt x="397834" y="79811"/>
                </a:lnTo>
                <a:lnTo>
                  <a:pt x="397834" y="79657"/>
                </a:lnTo>
                <a:lnTo>
                  <a:pt x="397834" y="79503"/>
                </a:lnTo>
                <a:lnTo>
                  <a:pt x="397834" y="79350"/>
                </a:lnTo>
                <a:lnTo>
                  <a:pt x="397834" y="79198"/>
                </a:lnTo>
                <a:lnTo>
                  <a:pt x="397834" y="79046"/>
                </a:lnTo>
                <a:lnTo>
                  <a:pt x="397834" y="78895"/>
                </a:lnTo>
                <a:lnTo>
                  <a:pt x="397834" y="78744"/>
                </a:lnTo>
                <a:lnTo>
                  <a:pt x="397834" y="78594"/>
                </a:lnTo>
                <a:lnTo>
                  <a:pt x="397834" y="78445"/>
                </a:lnTo>
                <a:lnTo>
                  <a:pt x="397834" y="78296"/>
                </a:lnTo>
                <a:lnTo>
                  <a:pt x="397834" y="78148"/>
                </a:lnTo>
                <a:lnTo>
                  <a:pt x="397826" y="77206"/>
                </a:lnTo>
                <a:lnTo>
                  <a:pt x="397800" y="76271"/>
                </a:lnTo>
                <a:lnTo>
                  <a:pt x="397758" y="75342"/>
                </a:lnTo>
                <a:lnTo>
                  <a:pt x="397699" y="74420"/>
                </a:lnTo>
                <a:lnTo>
                  <a:pt x="397623" y="73504"/>
                </a:lnTo>
                <a:lnTo>
                  <a:pt x="397530" y="72594"/>
                </a:lnTo>
                <a:lnTo>
                  <a:pt x="397420" y="71691"/>
                </a:lnTo>
                <a:lnTo>
                  <a:pt x="397293" y="70794"/>
                </a:lnTo>
                <a:lnTo>
                  <a:pt x="397149" y="69904"/>
                </a:lnTo>
                <a:lnTo>
                  <a:pt x="396988" y="69021"/>
                </a:lnTo>
                <a:lnTo>
                  <a:pt x="396811" y="68143"/>
                </a:lnTo>
                <a:lnTo>
                  <a:pt x="396616" y="67273"/>
                </a:lnTo>
                <a:lnTo>
                  <a:pt x="396405" y="66408"/>
                </a:lnTo>
                <a:lnTo>
                  <a:pt x="396176" y="65551"/>
                </a:lnTo>
                <a:lnTo>
                  <a:pt x="395931" y="64699"/>
                </a:lnTo>
                <a:lnTo>
                  <a:pt x="395669" y="63854"/>
                </a:lnTo>
                <a:lnTo>
                  <a:pt x="395389" y="63016"/>
                </a:lnTo>
                <a:lnTo>
                  <a:pt x="395093" y="62184"/>
                </a:lnTo>
                <a:lnTo>
                  <a:pt x="394780" y="61358"/>
                </a:lnTo>
                <a:lnTo>
                  <a:pt x="394450" y="60539"/>
                </a:lnTo>
                <a:lnTo>
                  <a:pt x="394104" y="59727"/>
                </a:lnTo>
                <a:lnTo>
                  <a:pt x="393740" y="58920"/>
                </a:lnTo>
                <a:lnTo>
                  <a:pt x="393359" y="58121"/>
                </a:lnTo>
                <a:lnTo>
                  <a:pt x="392962" y="57327"/>
                </a:lnTo>
                <a:lnTo>
                  <a:pt x="392548" y="56544"/>
                </a:lnTo>
                <a:lnTo>
                  <a:pt x="392120" y="55773"/>
                </a:lnTo>
                <a:lnTo>
                  <a:pt x="391677" y="55014"/>
                </a:lnTo>
                <a:lnTo>
                  <a:pt x="391219" y="54268"/>
                </a:lnTo>
                <a:lnTo>
                  <a:pt x="390747" y="53535"/>
                </a:lnTo>
                <a:lnTo>
                  <a:pt x="390259" y="52814"/>
                </a:lnTo>
                <a:lnTo>
                  <a:pt x="389757" y="52106"/>
                </a:lnTo>
                <a:lnTo>
                  <a:pt x="389241" y="51411"/>
                </a:lnTo>
                <a:lnTo>
                  <a:pt x="388709" y="50728"/>
                </a:lnTo>
                <a:lnTo>
                  <a:pt x="388163" y="50058"/>
                </a:lnTo>
                <a:lnTo>
                  <a:pt x="387601" y="49400"/>
                </a:lnTo>
                <a:lnTo>
                  <a:pt x="387026" y="48755"/>
                </a:lnTo>
                <a:lnTo>
                  <a:pt x="386435" y="48123"/>
                </a:lnTo>
                <a:lnTo>
                  <a:pt x="385830" y="47503"/>
                </a:lnTo>
                <a:lnTo>
                  <a:pt x="385209" y="46896"/>
                </a:lnTo>
                <a:lnTo>
                  <a:pt x="384574" y="46301"/>
                </a:lnTo>
                <a:lnTo>
                  <a:pt x="383925" y="45719"/>
                </a:lnTo>
                <a:lnTo>
                  <a:pt x="383260" y="45150"/>
                </a:lnTo>
                <a:lnTo>
                  <a:pt x="382581" y="44593"/>
                </a:lnTo>
                <a:lnTo>
                  <a:pt x="381887" y="44049"/>
                </a:lnTo>
                <a:lnTo>
                  <a:pt x="381178" y="43517"/>
                </a:lnTo>
                <a:lnTo>
                  <a:pt x="380454" y="42998"/>
                </a:lnTo>
                <a:lnTo>
                  <a:pt x="379716" y="42492"/>
                </a:lnTo>
                <a:lnTo>
                  <a:pt x="378963" y="41998"/>
                </a:lnTo>
                <a:lnTo>
                  <a:pt x="378196" y="41521"/>
                </a:lnTo>
                <a:lnTo>
                  <a:pt x="377414" y="41064"/>
                </a:lnTo>
                <a:lnTo>
                  <a:pt x="376619" y="40628"/>
                </a:lnTo>
                <a:lnTo>
                  <a:pt x="375810" y="40211"/>
                </a:lnTo>
                <a:lnTo>
                  <a:pt x="374987" y="39815"/>
                </a:lnTo>
                <a:lnTo>
                  <a:pt x="374151" y="39440"/>
                </a:lnTo>
                <a:lnTo>
                  <a:pt x="373300" y="39084"/>
                </a:lnTo>
                <a:lnTo>
                  <a:pt x="372436" y="38749"/>
                </a:lnTo>
                <a:lnTo>
                  <a:pt x="371558" y="38434"/>
                </a:lnTo>
                <a:lnTo>
                  <a:pt x="370666" y="38140"/>
                </a:lnTo>
                <a:lnTo>
                  <a:pt x="369760" y="37866"/>
                </a:lnTo>
                <a:lnTo>
                  <a:pt x="368840" y="37612"/>
                </a:lnTo>
                <a:lnTo>
                  <a:pt x="367906" y="37378"/>
                </a:lnTo>
                <a:lnTo>
                  <a:pt x="366959" y="37165"/>
                </a:lnTo>
                <a:lnTo>
                  <a:pt x="365998" y="36972"/>
                </a:lnTo>
                <a:lnTo>
                  <a:pt x="365022" y="36800"/>
                </a:lnTo>
                <a:lnTo>
                  <a:pt x="364033" y="36647"/>
                </a:lnTo>
                <a:lnTo>
                  <a:pt x="363031" y="36515"/>
                </a:lnTo>
                <a:lnTo>
                  <a:pt x="362014" y="36404"/>
                </a:lnTo>
                <a:lnTo>
                  <a:pt x="360983" y="36312"/>
                </a:lnTo>
                <a:lnTo>
                  <a:pt x="359939" y="36241"/>
                </a:lnTo>
                <a:lnTo>
                  <a:pt x="358881" y="36190"/>
                </a:lnTo>
                <a:lnTo>
                  <a:pt x="357809" y="36160"/>
                </a:lnTo>
                <a:lnTo>
                  <a:pt x="356723" y="36150"/>
                </a:lnTo>
                <a:lnTo>
                  <a:pt x="355664" y="36160"/>
                </a:lnTo>
                <a:lnTo>
                  <a:pt x="354616" y="36190"/>
                </a:lnTo>
                <a:lnTo>
                  <a:pt x="353578" y="36241"/>
                </a:lnTo>
                <a:lnTo>
                  <a:pt x="352550" y="36312"/>
                </a:lnTo>
                <a:lnTo>
                  <a:pt x="351533" y="36404"/>
                </a:lnTo>
                <a:lnTo>
                  <a:pt x="350525" y="36515"/>
                </a:lnTo>
                <a:lnTo>
                  <a:pt x="349528" y="36647"/>
                </a:lnTo>
                <a:lnTo>
                  <a:pt x="348541" y="36800"/>
                </a:lnTo>
                <a:lnTo>
                  <a:pt x="347564" y="36972"/>
                </a:lnTo>
                <a:lnTo>
                  <a:pt x="346597" y="37165"/>
                </a:lnTo>
                <a:lnTo>
                  <a:pt x="345640" y="37378"/>
                </a:lnTo>
                <a:lnTo>
                  <a:pt x="344694" y="37612"/>
                </a:lnTo>
                <a:lnTo>
                  <a:pt x="343758" y="37866"/>
                </a:lnTo>
                <a:lnTo>
                  <a:pt x="342831" y="38140"/>
                </a:lnTo>
                <a:lnTo>
                  <a:pt x="341915" y="38434"/>
                </a:lnTo>
                <a:lnTo>
                  <a:pt x="341009" y="38749"/>
                </a:lnTo>
                <a:lnTo>
                  <a:pt x="340114" y="39084"/>
                </a:lnTo>
                <a:lnTo>
                  <a:pt x="339228" y="39440"/>
                </a:lnTo>
                <a:lnTo>
                  <a:pt x="338353" y="39815"/>
                </a:lnTo>
                <a:lnTo>
                  <a:pt x="337487" y="40211"/>
                </a:lnTo>
                <a:lnTo>
                  <a:pt x="336632" y="40628"/>
                </a:lnTo>
                <a:lnTo>
                  <a:pt x="335787" y="41064"/>
                </a:lnTo>
                <a:lnTo>
                  <a:pt x="334953" y="41521"/>
                </a:lnTo>
                <a:lnTo>
                  <a:pt x="334128" y="41998"/>
                </a:lnTo>
                <a:lnTo>
                  <a:pt x="333316" y="42494"/>
                </a:lnTo>
                <a:lnTo>
                  <a:pt x="332520" y="43005"/>
                </a:lnTo>
                <a:lnTo>
                  <a:pt x="331739" y="43533"/>
                </a:lnTo>
                <a:lnTo>
                  <a:pt x="330973" y="44076"/>
                </a:lnTo>
                <a:lnTo>
                  <a:pt x="330223" y="44635"/>
                </a:lnTo>
                <a:lnTo>
                  <a:pt x="329488" y="45211"/>
                </a:lnTo>
                <a:lnTo>
                  <a:pt x="328768" y="45802"/>
                </a:lnTo>
                <a:lnTo>
                  <a:pt x="328064" y="46410"/>
                </a:lnTo>
                <a:lnTo>
                  <a:pt x="327375" y="47033"/>
                </a:lnTo>
                <a:lnTo>
                  <a:pt x="326702" y="47672"/>
                </a:lnTo>
                <a:lnTo>
                  <a:pt x="326044" y="48328"/>
                </a:lnTo>
                <a:lnTo>
                  <a:pt x="325401" y="48999"/>
                </a:lnTo>
                <a:lnTo>
                  <a:pt x="324774" y="49686"/>
                </a:lnTo>
                <a:lnTo>
                  <a:pt x="324162" y="50390"/>
                </a:lnTo>
                <a:lnTo>
                  <a:pt x="323565" y="51109"/>
                </a:lnTo>
                <a:lnTo>
                  <a:pt x="322984" y="51845"/>
                </a:lnTo>
                <a:lnTo>
                  <a:pt x="322418" y="52596"/>
                </a:lnTo>
                <a:lnTo>
                  <a:pt x="321868" y="53363"/>
                </a:lnTo>
                <a:lnTo>
                  <a:pt x="321333" y="54147"/>
                </a:lnTo>
                <a:lnTo>
                  <a:pt x="320813" y="54946"/>
                </a:lnTo>
                <a:lnTo>
                  <a:pt x="320309" y="55761"/>
                </a:lnTo>
                <a:lnTo>
                  <a:pt x="319820" y="56593"/>
                </a:lnTo>
                <a:lnTo>
                  <a:pt x="319346" y="57440"/>
                </a:lnTo>
                <a:lnTo>
                  <a:pt x="318888" y="58304"/>
                </a:lnTo>
                <a:lnTo>
                  <a:pt x="318447" y="59181"/>
                </a:lnTo>
                <a:lnTo>
                  <a:pt x="318025" y="60072"/>
                </a:lnTo>
                <a:lnTo>
                  <a:pt x="317621" y="60975"/>
                </a:lnTo>
                <a:lnTo>
                  <a:pt x="317237" y="61892"/>
                </a:lnTo>
                <a:lnTo>
                  <a:pt x="316871" y="62821"/>
                </a:lnTo>
                <a:lnTo>
                  <a:pt x="316523" y="63763"/>
                </a:lnTo>
                <a:lnTo>
                  <a:pt x="316195" y="64718"/>
                </a:lnTo>
                <a:lnTo>
                  <a:pt x="315885" y="65686"/>
                </a:lnTo>
                <a:lnTo>
                  <a:pt x="315594" y="66667"/>
                </a:lnTo>
                <a:lnTo>
                  <a:pt x="315322" y="67661"/>
                </a:lnTo>
                <a:lnTo>
                  <a:pt x="315069" y="68668"/>
                </a:lnTo>
                <a:lnTo>
                  <a:pt x="314834" y="69688"/>
                </a:lnTo>
                <a:lnTo>
                  <a:pt x="314618" y="70721"/>
                </a:lnTo>
                <a:lnTo>
                  <a:pt x="314421" y="71766"/>
                </a:lnTo>
                <a:lnTo>
                  <a:pt x="314243" y="72825"/>
                </a:lnTo>
                <a:lnTo>
                  <a:pt x="314084" y="73897"/>
                </a:lnTo>
                <a:lnTo>
                  <a:pt x="313943" y="74981"/>
                </a:lnTo>
                <a:lnTo>
                  <a:pt x="313821" y="76078"/>
                </a:lnTo>
                <a:lnTo>
                  <a:pt x="313718" y="77189"/>
                </a:lnTo>
                <a:lnTo>
                  <a:pt x="313633" y="78312"/>
                </a:lnTo>
                <a:lnTo>
                  <a:pt x="313567" y="79448"/>
                </a:lnTo>
                <a:lnTo>
                  <a:pt x="313521" y="80597"/>
                </a:lnTo>
                <a:lnTo>
                  <a:pt x="313492" y="81759"/>
                </a:lnTo>
                <a:lnTo>
                  <a:pt x="313483" y="82934"/>
                </a:lnTo>
                <a:lnTo>
                  <a:pt x="313493" y="84095"/>
                </a:lnTo>
                <a:lnTo>
                  <a:pt x="313521" y="85243"/>
                </a:lnTo>
                <a:lnTo>
                  <a:pt x="313569" y="86380"/>
                </a:lnTo>
                <a:lnTo>
                  <a:pt x="313636" y="87505"/>
                </a:lnTo>
                <a:lnTo>
                  <a:pt x="313721" y="88617"/>
                </a:lnTo>
                <a:lnTo>
                  <a:pt x="313826" y="89718"/>
                </a:lnTo>
                <a:lnTo>
                  <a:pt x="313950" y="90806"/>
                </a:lnTo>
                <a:lnTo>
                  <a:pt x="314093" y="91883"/>
                </a:lnTo>
                <a:lnTo>
                  <a:pt x="314255" y="92948"/>
                </a:lnTo>
                <a:lnTo>
                  <a:pt x="314436" y="94000"/>
                </a:lnTo>
                <a:lnTo>
                  <a:pt x="314637" y="95041"/>
                </a:lnTo>
                <a:lnTo>
                  <a:pt x="314856" y="96070"/>
                </a:lnTo>
                <a:lnTo>
                  <a:pt x="315094" y="97086"/>
                </a:lnTo>
                <a:lnTo>
                  <a:pt x="315352" y="98091"/>
                </a:lnTo>
                <a:lnTo>
                  <a:pt x="315628" y="99084"/>
                </a:lnTo>
                <a:lnTo>
                  <a:pt x="315924" y="100064"/>
                </a:lnTo>
                <a:lnTo>
                  <a:pt x="316238" y="101033"/>
                </a:lnTo>
                <a:lnTo>
                  <a:pt x="316572" y="101990"/>
                </a:lnTo>
                <a:lnTo>
                  <a:pt x="316925" y="102935"/>
                </a:lnTo>
                <a:lnTo>
                  <a:pt x="317297" y="103867"/>
                </a:lnTo>
                <a:lnTo>
                  <a:pt x="317688" y="104788"/>
                </a:lnTo>
                <a:lnTo>
                  <a:pt x="318098" y="105697"/>
                </a:lnTo>
                <a:lnTo>
                  <a:pt x="318527" y="106594"/>
                </a:lnTo>
                <a:lnTo>
                  <a:pt x="318975" y="107478"/>
                </a:lnTo>
                <a:lnTo>
                  <a:pt x="319440" y="108349"/>
                </a:lnTo>
                <a:lnTo>
                  <a:pt x="319919" y="109203"/>
                </a:lnTo>
                <a:lnTo>
                  <a:pt x="320414" y="110041"/>
                </a:lnTo>
                <a:lnTo>
                  <a:pt x="320922" y="110862"/>
                </a:lnTo>
                <a:lnTo>
                  <a:pt x="321445" y="111668"/>
                </a:lnTo>
                <a:lnTo>
                  <a:pt x="321982" y="112456"/>
                </a:lnTo>
                <a:lnTo>
                  <a:pt x="322534" y="113229"/>
                </a:lnTo>
                <a:lnTo>
                  <a:pt x="323101" y="113985"/>
                </a:lnTo>
                <a:lnTo>
                  <a:pt x="323681" y="114725"/>
                </a:lnTo>
                <a:lnTo>
                  <a:pt x="324277" y="115449"/>
                </a:lnTo>
                <a:lnTo>
                  <a:pt x="324886" y="116157"/>
                </a:lnTo>
                <a:lnTo>
                  <a:pt x="325510" y="116848"/>
                </a:lnTo>
                <a:lnTo>
                  <a:pt x="326149" y="117523"/>
                </a:lnTo>
                <a:lnTo>
                  <a:pt x="326802" y="118181"/>
                </a:lnTo>
                <a:lnTo>
                  <a:pt x="327470" y="118823"/>
                </a:lnTo>
                <a:lnTo>
                  <a:pt x="328152" y="119449"/>
                </a:lnTo>
                <a:lnTo>
                  <a:pt x="328848" y="120059"/>
                </a:lnTo>
                <a:lnTo>
                  <a:pt x="329559" y="120652"/>
                </a:lnTo>
                <a:lnTo>
                  <a:pt x="330284" y="121229"/>
                </a:lnTo>
                <a:lnTo>
                  <a:pt x="331024" y="121790"/>
                </a:lnTo>
                <a:lnTo>
                  <a:pt x="331778" y="122334"/>
                </a:lnTo>
                <a:lnTo>
                  <a:pt x="332547" y="122863"/>
                </a:lnTo>
                <a:lnTo>
                  <a:pt x="333330" y="123374"/>
                </a:lnTo>
                <a:lnTo>
                  <a:pt x="334128" y="123870"/>
                </a:lnTo>
                <a:lnTo>
                  <a:pt x="334938" y="124347"/>
                </a:lnTo>
                <a:lnTo>
                  <a:pt x="335758" y="124804"/>
                </a:lnTo>
                <a:lnTo>
                  <a:pt x="336588" y="125240"/>
                </a:lnTo>
                <a:lnTo>
                  <a:pt x="337429" y="125656"/>
                </a:lnTo>
                <a:lnTo>
                  <a:pt x="338279" y="126052"/>
                </a:lnTo>
                <a:lnTo>
                  <a:pt x="339140" y="126428"/>
                </a:lnTo>
                <a:lnTo>
                  <a:pt x="340011" y="126783"/>
                </a:lnTo>
                <a:lnTo>
                  <a:pt x="340892" y="127118"/>
                </a:lnTo>
                <a:lnTo>
                  <a:pt x="341783" y="127432"/>
                </a:lnTo>
                <a:lnTo>
                  <a:pt x="342684" y="127727"/>
                </a:lnTo>
                <a:lnTo>
                  <a:pt x="343596" y="128001"/>
                </a:lnTo>
                <a:lnTo>
                  <a:pt x="344517" y="128255"/>
                </a:lnTo>
                <a:lnTo>
                  <a:pt x="345449" y="128488"/>
                </a:lnTo>
                <a:lnTo>
                  <a:pt x="346391" y="128701"/>
                </a:lnTo>
                <a:lnTo>
                  <a:pt x="347343" y="128894"/>
                </a:lnTo>
                <a:lnTo>
                  <a:pt x="348305" y="129066"/>
                </a:lnTo>
                <a:lnTo>
                  <a:pt x="349278" y="129219"/>
                </a:lnTo>
                <a:lnTo>
                  <a:pt x="350260" y="129351"/>
                </a:lnTo>
                <a:lnTo>
                  <a:pt x="351253" y="129462"/>
                </a:lnTo>
                <a:lnTo>
                  <a:pt x="352256" y="129554"/>
                </a:lnTo>
                <a:lnTo>
                  <a:pt x="353269" y="129625"/>
                </a:lnTo>
                <a:lnTo>
                  <a:pt x="354292" y="129675"/>
                </a:lnTo>
                <a:lnTo>
                  <a:pt x="355325" y="129706"/>
                </a:lnTo>
                <a:lnTo>
                  <a:pt x="356368" y="129716"/>
                </a:lnTo>
                <a:lnTo>
                  <a:pt x="357235" y="129710"/>
                </a:lnTo>
                <a:lnTo>
                  <a:pt x="358093" y="129691"/>
                </a:lnTo>
                <a:lnTo>
                  <a:pt x="358942" y="129659"/>
                </a:lnTo>
                <a:lnTo>
                  <a:pt x="359782" y="129615"/>
                </a:lnTo>
                <a:lnTo>
                  <a:pt x="360614" y="129558"/>
                </a:lnTo>
                <a:lnTo>
                  <a:pt x="361436" y="129489"/>
                </a:lnTo>
                <a:lnTo>
                  <a:pt x="362249" y="129407"/>
                </a:lnTo>
                <a:lnTo>
                  <a:pt x="363054" y="129313"/>
                </a:lnTo>
                <a:lnTo>
                  <a:pt x="363849" y="129205"/>
                </a:lnTo>
                <a:lnTo>
                  <a:pt x="364636" y="129086"/>
                </a:lnTo>
                <a:lnTo>
                  <a:pt x="365413" y="128953"/>
                </a:lnTo>
                <a:lnTo>
                  <a:pt x="366182" y="128808"/>
                </a:lnTo>
                <a:lnTo>
                  <a:pt x="366942" y="128651"/>
                </a:lnTo>
                <a:lnTo>
                  <a:pt x="367692" y="128480"/>
                </a:lnTo>
                <a:lnTo>
                  <a:pt x="368434" y="128298"/>
                </a:lnTo>
                <a:lnTo>
                  <a:pt x="369167" y="128102"/>
                </a:lnTo>
                <a:lnTo>
                  <a:pt x="369891" y="127894"/>
                </a:lnTo>
                <a:lnTo>
                  <a:pt x="370606" y="127673"/>
                </a:lnTo>
                <a:lnTo>
                  <a:pt x="371313" y="127440"/>
                </a:lnTo>
                <a:lnTo>
                  <a:pt x="372010" y="127194"/>
                </a:lnTo>
                <a:lnTo>
                  <a:pt x="372698" y="126936"/>
                </a:lnTo>
                <a:lnTo>
                  <a:pt x="373378" y="126665"/>
                </a:lnTo>
                <a:lnTo>
                  <a:pt x="374048" y="126381"/>
                </a:lnTo>
                <a:lnTo>
                  <a:pt x="374710" y="126085"/>
                </a:lnTo>
                <a:lnTo>
                  <a:pt x="375362" y="125777"/>
                </a:lnTo>
                <a:lnTo>
                  <a:pt x="376006" y="125460"/>
                </a:lnTo>
                <a:lnTo>
                  <a:pt x="376641" y="125133"/>
                </a:lnTo>
                <a:lnTo>
                  <a:pt x="377266" y="124797"/>
                </a:lnTo>
                <a:lnTo>
                  <a:pt x="377883" y="124451"/>
                </a:lnTo>
                <a:lnTo>
                  <a:pt x="378491" y="124096"/>
                </a:lnTo>
                <a:lnTo>
                  <a:pt x="379091" y="123731"/>
                </a:lnTo>
                <a:lnTo>
                  <a:pt x="379681" y="123357"/>
                </a:lnTo>
                <a:lnTo>
                  <a:pt x="380262" y="122973"/>
                </a:lnTo>
                <a:lnTo>
                  <a:pt x="380834" y="122580"/>
                </a:lnTo>
                <a:lnTo>
                  <a:pt x="381398" y="122177"/>
                </a:lnTo>
                <a:lnTo>
                  <a:pt x="381952" y="121764"/>
                </a:lnTo>
                <a:lnTo>
                  <a:pt x="382498" y="121342"/>
                </a:lnTo>
                <a:lnTo>
                  <a:pt x="383034" y="120911"/>
                </a:lnTo>
                <a:lnTo>
                  <a:pt x="383562" y="120470"/>
                </a:lnTo>
                <a:lnTo>
                  <a:pt x="384081" y="120019"/>
                </a:lnTo>
                <a:lnTo>
                  <a:pt x="384591" y="119559"/>
                </a:lnTo>
                <a:lnTo>
                  <a:pt x="385092" y="119090"/>
                </a:lnTo>
                <a:lnTo>
                  <a:pt x="385584" y="118610"/>
                </a:lnTo>
                <a:lnTo>
                  <a:pt x="386067" y="118122"/>
                </a:lnTo>
                <a:lnTo>
                  <a:pt x="386541" y="117623"/>
                </a:lnTo>
                <a:lnTo>
                  <a:pt x="387007" y="117116"/>
                </a:lnTo>
                <a:lnTo>
                  <a:pt x="387463" y="116598"/>
                </a:lnTo>
                <a:lnTo>
                  <a:pt x="387910" y="116072"/>
                </a:lnTo>
                <a:lnTo>
                  <a:pt x="388348" y="115537"/>
                </a:lnTo>
                <a:lnTo>
                  <a:pt x="388774" y="114997"/>
                </a:lnTo>
                <a:lnTo>
                  <a:pt x="389190" y="114452"/>
                </a:lnTo>
                <a:lnTo>
                  <a:pt x="389594" y="113901"/>
                </a:lnTo>
                <a:lnTo>
                  <a:pt x="389987" y="113345"/>
                </a:lnTo>
                <a:lnTo>
                  <a:pt x="390369" y="112783"/>
                </a:lnTo>
                <a:lnTo>
                  <a:pt x="390740" y="112215"/>
                </a:lnTo>
                <a:lnTo>
                  <a:pt x="391100" y="111642"/>
                </a:lnTo>
                <a:lnTo>
                  <a:pt x="391449" y="111063"/>
                </a:lnTo>
                <a:lnTo>
                  <a:pt x="391787" y="110479"/>
                </a:lnTo>
                <a:lnTo>
                  <a:pt x="392114" y="109889"/>
                </a:lnTo>
                <a:lnTo>
                  <a:pt x="392430" y="109294"/>
                </a:lnTo>
                <a:lnTo>
                  <a:pt x="392734" y="108693"/>
                </a:lnTo>
                <a:lnTo>
                  <a:pt x="393028" y="108087"/>
                </a:lnTo>
                <a:lnTo>
                  <a:pt x="393310" y="107475"/>
                </a:lnTo>
                <a:lnTo>
                  <a:pt x="393582" y="106858"/>
                </a:lnTo>
                <a:lnTo>
                  <a:pt x="393842" y="106235"/>
                </a:lnTo>
                <a:lnTo>
                  <a:pt x="394091" y="105606"/>
                </a:lnTo>
                <a:lnTo>
                  <a:pt x="394330" y="104972"/>
                </a:lnTo>
                <a:lnTo>
                  <a:pt x="394557" y="104333"/>
                </a:lnTo>
                <a:lnTo>
                  <a:pt x="394773" y="103687"/>
                </a:lnTo>
                <a:lnTo>
                  <a:pt x="394978" y="103037"/>
                </a:lnTo>
                <a:lnTo>
                  <a:pt x="395172" y="102381"/>
                </a:lnTo>
                <a:lnTo>
                  <a:pt x="395355" y="101719"/>
                </a:lnTo>
                <a:lnTo>
                  <a:pt x="380645" y="101719"/>
                </a:lnTo>
                <a:lnTo>
                  <a:pt x="380417" y="102304"/>
                </a:lnTo>
                <a:lnTo>
                  <a:pt x="380178" y="102880"/>
                </a:lnTo>
                <a:lnTo>
                  <a:pt x="379926" y="103445"/>
                </a:lnTo>
                <a:lnTo>
                  <a:pt x="379663" y="104000"/>
                </a:lnTo>
                <a:lnTo>
                  <a:pt x="379387" y="104545"/>
                </a:lnTo>
                <a:lnTo>
                  <a:pt x="379100" y="105080"/>
                </a:lnTo>
                <a:lnTo>
                  <a:pt x="378800" y="105604"/>
                </a:lnTo>
                <a:lnTo>
                  <a:pt x="378489" y="106119"/>
                </a:lnTo>
                <a:lnTo>
                  <a:pt x="378165" y="106623"/>
                </a:lnTo>
                <a:lnTo>
                  <a:pt x="377830" y="107117"/>
                </a:lnTo>
                <a:lnTo>
                  <a:pt x="377482" y="107601"/>
                </a:lnTo>
                <a:lnTo>
                  <a:pt x="377123" y="108075"/>
                </a:lnTo>
                <a:lnTo>
                  <a:pt x="376751" y="108539"/>
                </a:lnTo>
                <a:lnTo>
                  <a:pt x="376368" y="108993"/>
                </a:lnTo>
                <a:lnTo>
                  <a:pt x="375972" y="109436"/>
                </a:lnTo>
                <a:lnTo>
                  <a:pt x="375565" y="109869"/>
                </a:lnTo>
                <a:lnTo>
                  <a:pt x="375145" y="110292"/>
                </a:lnTo>
                <a:lnTo>
                  <a:pt x="374714" y="110705"/>
                </a:lnTo>
                <a:lnTo>
                  <a:pt x="374270" y="111108"/>
                </a:lnTo>
                <a:lnTo>
                  <a:pt x="373815" y="111501"/>
                </a:lnTo>
                <a:lnTo>
                  <a:pt x="373348" y="111883"/>
                </a:lnTo>
                <a:lnTo>
                  <a:pt x="372868" y="112256"/>
                </a:lnTo>
                <a:lnTo>
                  <a:pt x="372377" y="112618"/>
                </a:lnTo>
                <a:lnTo>
                  <a:pt x="371873" y="112970"/>
                </a:lnTo>
                <a:lnTo>
                  <a:pt x="371358" y="113310"/>
                </a:lnTo>
                <a:lnTo>
                  <a:pt x="370831" y="113635"/>
                </a:lnTo>
                <a:lnTo>
                  <a:pt x="370293" y="113946"/>
                </a:lnTo>
                <a:lnTo>
                  <a:pt x="369744" y="114243"/>
                </a:lnTo>
                <a:lnTo>
                  <a:pt x="369183" y="114525"/>
                </a:lnTo>
                <a:lnTo>
                  <a:pt x="368611" y="114792"/>
                </a:lnTo>
                <a:lnTo>
                  <a:pt x="368028" y="115045"/>
                </a:lnTo>
                <a:lnTo>
                  <a:pt x="367433" y="115284"/>
                </a:lnTo>
                <a:lnTo>
                  <a:pt x="366827" y="115508"/>
                </a:lnTo>
                <a:lnTo>
                  <a:pt x="366209" y="115717"/>
                </a:lnTo>
                <a:lnTo>
                  <a:pt x="365580" y="115913"/>
                </a:lnTo>
                <a:lnTo>
                  <a:pt x="364940" y="116093"/>
                </a:lnTo>
                <a:lnTo>
                  <a:pt x="364288" y="116260"/>
                </a:lnTo>
                <a:lnTo>
                  <a:pt x="363625" y="116411"/>
                </a:lnTo>
                <a:lnTo>
                  <a:pt x="362951" y="116549"/>
                </a:lnTo>
                <a:lnTo>
                  <a:pt x="362265" y="116672"/>
                </a:lnTo>
                <a:lnTo>
                  <a:pt x="361568" y="116780"/>
                </a:lnTo>
                <a:lnTo>
                  <a:pt x="360859" y="116874"/>
                </a:lnTo>
                <a:lnTo>
                  <a:pt x="360139" y="116954"/>
                </a:lnTo>
                <a:lnTo>
                  <a:pt x="359408" y="117019"/>
                </a:lnTo>
                <a:lnTo>
                  <a:pt x="358665" y="117069"/>
                </a:lnTo>
                <a:lnTo>
                  <a:pt x="357911" y="117105"/>
                </a:lnTo>
                <a:lnTo>
                  <a:pt x="357145" y="117127"/>
                </a:lnTo>
                <a:lnTo>
                  <a:pt x="356368" y="117134"/>
                </a:lnTo>
                <a:lnTo>
                  <a:pt x="355750" y="117128"/>
                </a:lnTo>
                <a:lnTo>
                  <a:pt x="355134" y="117109"/>
                </a:lnTo>
                <a:lnTo>
                  <a:pt x="354523" y="117076"/>
                </a:lnTo>
                <a:lnTo>
                  <a:pt x="353914" y="117031"/>
                </a:lnTo>
                <a:lnTo>
                  <a:pt x="353309" y="116973"/>
                </a:lnTo>
                <a:lnTo>
                  <a:pt x="352707" y="116902"/>
                </a:lnTo>
                <a:lnTo>
                  <a:pt x="352109" y="116818"/>
                </a:lnTo>
                <a:lnTo>
                  <a:pt x="351514" y="116721"/>
                </a:lnTo>
                <a:lnTo>
                  <a:pt x="350923" y="116611"/>
                </a:lnTo>
                <a:lnTo>
                  <a:pt x="350334" y="116488"/>
                </a:lnTo>
                <a:lnTo>
                  <a:pt x="349750" y="116353"/>
                </a:lnTo>
                <a:lnTo>
                  <a:pt x="349168" y="116204"/>
                </a:lnTo>
                <a:lnTo>
                  <a:pt x="348590" y="116043"/>
                </a:lnTo>
                <a:lnTo>
                  <a:pt x="348016" y="115868"/>
                </a:lnTo>
                <a:lnTo>
                  <a:pt x="347445" y="115681"/>
                </a:lnTo>
                <a:lnTo>
                  <a:pt x="346877" y="115481"/>
                </a:lnTo>
                <a:lnTo>
                  <a:pt x="346312" y="115268"/>
                </a:lnTo>
                <a:lnTo>
                  <a:pt x="345751" y="115041"/>
                </a:lnTo>
                <a:lnTo>
                  <a:pt x="345194" y="114802"/>
                </a:lnTo>
                <a:lnTo>
                  <a:pt x="344639" y="114551"/>
                </a:lnTo>
                <a:lnTo>
                  <a:pt x="344089" y="114286"/>
                </a:lnTo>
                <a:lnTo>
                  <a:pt x="343541" y="114008"/>
                </a:lnTo>
                <a:lnTo>
                  <a:pt x="342997" y="113717"/>
                </a:lnTo>
                <a:lnTo>
                  <a:pt x="342456" y="113414"/>
                </a:lnTo>
                <a:lnTo>
                  <a:pt x="341922" y="113097"/>
                </a:lnTo>
                <a:lnTo>
                  <a:pt x="341396" y="112768"/>
                </a:lnTo>
                <a:lnTo>
                  <a:pt x="340878" y="112425"/>
                </a:lnTo>
                <a:lnTo>
                  <a:pt x="340369" y="112070"/>
                </a:lnTo>
                <a:lnTo>
                  <a:pt x="339869" y="111702"/>
                </a:lnTo>
                <a:lnTo>
                  <a:pt x="339377" y="111321"/>
                </a:lnTo>
                <a:lnTo>
                  <a:pt x="338894" y="110927"/>
                </a:lnTo>
                <a:lnTo>
                  <a:pt x="338420" y="110520"/>
                </a:lnTo>
                <a:lnTo>
                  <a:pt x="337954" y="110100"/>
                </a:lnTo>
                <a:lnTo>
                  <a:pt x="337497" y="109667"/>
                </a:lnTo>
                <a:lnTo>
                  <a:pt x="337048" y="109221"/>
                </a:lnTo>
                <a:lnTo>
                  <a:pt x="336608" y="108763"/>
                </a:lnTo>
                <a:lnTo>
                  <a:pt x="336177" y="108291"/>
                </a:lnTo>
                <a:lnTo>
                  <a:pt x="335754" y="107807"/>
                </a:lnTo>
                <a:lnTo>
                  <a:pt x="335340" y="107309"/>
                </a:lnTo>
                <a:lnTo>
                  <a:pt x="334934" y="106799"/>
                </a:lnTo>
                <a:lnTo>
                  <a:pt x="334537" y="106276"/>
                </a:lnTo>
                <a:lnTo>
                  <a:pt x="334149" y="105740"/>
                </a:lnTo>
                <a:lnTo>
                  <a:pt x="333769" y="105191"/>
                </a:lnTo>
                <a:lnTo>
                  <a:pt x="333398" y="104629"/>
                </a:lnTo>
                <a:lnTo>
                  <a:pt x="333036" y="104054"/>
                </a:lnTo>
                <a:lnTo>
                  <a:pt x="332682" y="103466"/>
                </a:lnTo>
                <a:lnTo>
                  <a:pt x="332337" y="102865"/>
                </a:lnTo>
                <a:lnTo>
                  <a:pt x="332000" y="102252"/>
                </a:lnTo>
                <a:lnTo>
                  <a:pt x="331675" y="101625"/>
                </a:lnTo>
                <a:lnTo>
                  <a:pt x="331363" y="100986"/>
                </a:lnTo>
                <a:lnTo>
                  <a:pt x="331066" y="100335"/>
                </a:lnTo>
                <a:lnTo>
                  <a:pt x="330782" y="99672"/>
                </a:lnTo>
                <a:lnTo>
                  <a:pt x="330512" y="98996"/>
                </a:lnTo>
                <a:lnTo>
                  <a:pt x="330256" y="98308"/>
                </a:lnTo>
                <a:lnTo>
                  <a:pt x="330014" y="97608"/>
                </a:lnTo>
                <a:lnTo>
                  <a:pt x="329786" y="96895"/>
                </a:lnTo>
                <a:lnTo>
                  <a:pt x="329571" y="96170"/>
                </a:lnTo>
                <a:lnTo>
                  <a:pt x="329371" y="95433"/>
                </a:lnTo>
                <a:lnTo>
                  <a:pt x="329184" y="94684"/>
                </a:lnTo>
                <a:lnTo>
                  <a:pt x="329011" y="93922"/>
                </a:lnTo>
                <a:lnTo>
                  <a:pt x="328852" y="93148"/>
                </a:lnTo>
                <a:lnTo>
                  <a:pt x="328706" y="92361"/>
                </a:lnTo>
                <a:lnTo>
                  <a:pt x="328575" y="91563"/>
                </a:lnTo>
                <a:lnTo>
                  <a:pt x="328457" y="90752"/>
                </a:lnTo>
                <a:lnTo>
                  <a:pt x="328353" y="89929"/>
                </a:lnTo>
                <a:lnTo>
                  <a:pt x="328263" y="89093"/>
                </a:lnTo>
                <a:lnTo>
                  <a:pt x="328187" y="88245"/>
                </a:lnTo>
                <a:lnTo>
                  <a:pt x="328125" y="87385"/>
                </a:lnTo>
                <a:lnTo>
                  <a:pt x="328077" y="86512"/>
                </a:lnTo>
                <a:lnTo>
                  <a:pt x="328068" y="86301"/>
                </a:lnTo>
                <a:lnTo>
                  <a:pt x="397658" y="86301"/>
                </a:lnTo>
                <a:lnTo>
                  <a:pt x="397673" y="86095"/>
                </a:lnTo>
                <a:lnTo>
                  <a:pt x="397686" y="85891"/>
                </a:lnTo>
                <a:lnTo>
                  <a:pt x="397700" y="85689"/>
                </a:lnTo>
                <a:close/>
                <a:moveTo>
                  <a:pt x="328448" y="72608"/>
                </a:moveTo>
                <a:lnTo>
                  <a:pt x="328563" y="71877"/>
                </a:lnTo>
                <a:lnTo>
                  <a:pt x="328691" y="71159"/>
                </a:lnTo>
                <a:lnTo>
                  <a:pt x="328833" y="70451"/>
                </a:lnTo>
                <a:lnTo>
                  <a:pt x="328989" y="69755"/>
                </a:lnTo>
                <a:lnTo>
                  <a:pt x="329158" y="69070"/>
                </a:lnTo>
                <a:lnTo>
                  <a:pt x="329341" y="68397"/>
                </a:lnTo>
                <a:lnTo>
                  <a:pt x="329537" y="67735"/>
                </a:lnTo>
                <a:lnTo>
                  <a:pt x="329747" y="67084"/>
                </a:lnTo>
                <a:lnTo>
                  <a:pt x="329971" y="66445"/>
                </a:lnTo>
                <a:lnTo>
                  <a:pt x="330208" y="65817"/>
                </a:lnTo>
                <a:lnTo>
                  <a:pt x="330458" y="65201"/>
                </a:lnTo>
                <a:lnTo>
                  <a:pt x="330722" y="64596"/>
                </a:lnTo>
                <a:lnTo>
                  <a:pt x="331000" y="64002"/>
                </a:lnTo>
                <a:lnTo>
                  <a:pt x="331291" y="63420"/>
                </a:lnTo>
                <a:lnTo>
                  <a:pt x="331595" y="62849"/>
                </a:lnTo>
                <a:lnTo>
                  <a:pt x="331913" y="62289"/>
                </a:lnTo>
                <a:lnTo>
                  <a:pt x="332243" y="61741"/>
                </a:lnTo>
                <a:lnTo>
                  <a:pt x="332581" y="61204"/>
                </a:lnTo>
                <a:lnTo>
                  <a:pt x="332928" y="60677"/>
                </a:lnTo>
                <a:lnTo>
                  <a:pt x="333285" y="60162"/>
                </a:lnTo>
                <a:lnTo>
                  <a:pt x="333650" y="59658"/>
                </a:lnTo>
                <a:lnTo>
                  <a:pt x="334024" y="59165"/>
                </a:lnTo>
                <a:lnTo>
                  <a:pt x="334406" y="58684"/>
                </a:lnTo>
                <a:lnTo>
                  <a:pt x="334798" y="58213"/>
                </a:lnTo>
                <a:lnTo>
                  <a:pt x="335199" y="57753"/>
                </a:lnTo>
                <a:lnTo>
                  <a:pt x="335609" y="57304"/>
                </a:lnTo>
                <a:lnTo>
                  <a:pt x="336027" y="56867"/>
                </a:lnTo>
                <a:lnTo>
                  <a:pt x="336455" y="56440"/>
                </a:lnTo>
                <a:lnTo>
                  <a:pt x="336891" y="56025"/>
                </a:lnTo>
                <a:lnTo>
                  <a:pt x="337337" y="55621"/>
                </a:lnTo>
                <a:lnTo>
                  <a:pt x="337791" y="55228"/>
                </a:lnTo>
                <a:lnTo>
                  <a:pt x="338254" y="54845"/>
                </a:lnTo>
                <a:lnTo>
                  <a:pt x="338726" y="54474"/>
                </a:lnTo>
                <a:lnTo>
                  <a:pt x="339207" y="54114"/>
                </a:lnTo>
                <a:lnTo>
                  <a:pt x="339697" y="53765"/>
                </a:lnTo>
                <a:lnTo>
                  <a:pt x="340196" y="53428"/>
                </a:lnTo>
                <a:lnTo>
                  <a:pt x="340704" y="53101"/>
                </a:lnTo>
                <a:lnTo>
                  <a:pt x="341220" y="52785"/>
                </a:lnTo>
                <a:lnTo>
                  <a:pt x="341746" y="52481"/>
                </a:lnTo>
                <a:lnTo>
                  <a:pt x="342281" y="52187"/>
                </a:lnTo>
                <a:lnTo>
                  <a:pt x="342822" y="51905"/>
                </a:lnTo>
                <a:lnTo>
                  <a:pt x="343367" y="51635"/>
                </a:lnTo>
                <a:lnTo>
                  <a:pt x="343916" y="51377"/>
                </a:lnTo>
                <a:lnTo>
                  <a:pt x="344469" y="51131"/>
                </a:lnTo>
                <a:lnTo>
                  <a:pt x="345026" y="50897"/>
                </a:lnTo>
                <a:lnTo>
                  <a:pt x="345587" y="50675"/>
                </a:lnTo>
                <a:lnTo>
                  <a:pt x="346152" y="50465"/>
                </a:lnTo>
                <a:lnTo>
                  <a:pt x="346721" y="50267"/>
                </a:lnTo>
                <a:lnTo>
                  <a:pt x="347294" y="50081"/>
                </a:lnTo>
                <a:lnTo>
                  <a:pt x="347871" y="49907"/>
                </a:lnTo>
                <a:lnTo>
                  <a:pt x="348451" y="49745"/>
                </a:lnTo>
                <a:lnTo>
                  <a:pt x="349036" y="49595"/>
                </a:lnTo>
                <a:lnTo>
                  <a:pt x="349625" y="49457"/>
                </a:lnTo>
                <a:lnTo>
                  <a:pt x="350218" y="49331"/>
                </a:lnTo>
                <a:lnTo>
                  <a:pt x="350815" y="49217"/>
                </a:lnTo>
                <a:lnTo>
                  <a:pt x="351416" y="49115"/>
                </a:lnTo>
                <a:lnTo>
                  <a:pt x="352021" y="49025"/>
                </a:lnTo>
                <a:lnTo>
                  <a:pt x="352630" y="48947"/>
                </a:lnTo>
                <a:lnTo>
                  <a:pt x="353243" y="48881"/>
                </a:lnTo>
                <a:lnTo>
                  <a:pt x="353860" y="48827"/>
                </a:lnTo>
                <a:lnTo>
                  <a:pt x="354481" y="48785"/>
                </a:lnTo>
                <a:lnTo>
                  <a:pt x="355106" y="48755"/>
                </a:lnTo>
                <a:lnTo>
                  <a:pt x="355735" y="48737"/>
                </a:lnTo>
                <a:lnTo>
                  <a:pt x="356368" y="48731"/>
                </a:lnTo>
                <a:lnTo>
                  <a:pt x="357307" y="48743"/>
                </a:lnTo>
                <a:lnTo>
                  <a:pt x="358232" y="48779"/>
                </a:lnTo>
                <a:lnTo>
                  <a:pt x="359144" y="48839"/>
                </a:lnTo>
                <a:lnTo>
                  <a:pt x="360043" y="48923"/>
                </a:lnTo>
                <a:lnTo>
                  <a:pt x="360928" y="49031"/>
                </a:lnTo>
                <a:lnTo>
                  <a:pt x="361801" y="49163"/>
                </a:lnTo>
                <a:lnTo>
                  <a:pt x="362660" y="49319"/>
                </a:lnTo>
                <a:lnTo>
                  <a:pt x="363505" y="49499"/>
                </a:lnTo>
                <a:lnTo>
                  <a:pt x="364338" y="49703"/>
                </a:lnTo>
                <a:lnTo>
                  <a:pt x="365157" y="49931"/>
                </a:lnTo>
                <a:lnTo>
                  <a:pt x="365964" y="50183"/>
                </a:lnTo>
                <a:lnTo>
                  <a:pt x="366756" y="50459"/>
                </a:lnTo>
                <a:lnTo>
                  <a:pt x="367536" y="50759"/>
                </a:lnTo>
                <a:lnTo>
                  <a:pt x="368303" y="51083"/>
                </a:lnTo>
                <a:lnTo>
                  <a:pt x="369056" y="51431"/>
                </a:lnTo>
                <a:lnTo>
                  <a:pt x="369796" y="51803"/>
                </a:lnTo>
                <a:lnTo>
                  <a:pt x="370523" y="52199"/>
                </a:lnTo>
                <a:lnTo>
                  <a:pt x="371236" y="52619"/>
                </a:lnTo>
                <a:lnTo>
                  <a:pt x="371936" y="53063"/>
                </a:lnTo>
                <a:lnTo>
                  <a:pt x="372624" y="53531"/>
                </a:lnTo>
                <a:lnTo>
                  <a:pt x="373297" y="54023"/>
                </a:lnTo>
                <a:lnTo>
                  <a:pt x="373958" y="54539"/>
                </a:lnTo>
                <a:lnTo>
                  <a:pt x="374605" y="55079"/>
                </a:lnTo>
                <a:lnTo>
                  <a:pt x="375240" y="55643"/>
                </a:lnTo>
                <a:lnTo>
                  <a:pt x="375855" y="56228"/>
                </a:lnTo>
                <a:lnTo>
                  <a:pt x="376446" y="56832"/>
                </a:lnTo>
                <a:lnTo>
                  <a:pt x="377013" y="57454"/>
                </a:lnTo>
                <a:lnTo>
                  <a:pt x="377556" y="58094"/>
                </a:lnTo>
                <a:lnTo>
                  <a:pt x="378074" y="58753"/>
                </a:lnTo>
                <a:lnTo>
                  <a:pt x="378569" y="59431"/>
                </a:lnTo>
                <a:lnTo>
                  <a:pt x="379038" y="60127"/>
                </a:lnTo>
                <a:lnTo>
                  <a:pt x="379484" y="60841"/>
                </a:lnTo>
                <a:lnTo>
                  <a:pt x="379905" y="61574"/>
                </a:lnTo>
                <a:lnTo>
                  <a:pt x="380301" y="62325"/>
                </a:lnTo>
                <a:lnTo>
                  <a:pt x="380674" y="63095"/>
                </a:lnTo>
                <a:lnTo>
                  <a:pt x="381022" y="63883"/>
                </a:lnTo>
                <a:lnTo>
                  <a:pt x="381346" y="64690"/>
                </a:lnTo>
                <a:lnTo>
                  <a:pt x="381645" y="65515"/>
                </a:lnTo>
                <a:lnTo>
                  <a:pt x="381921" y="66359"/>
                </a:lnTo>
                <a:lnTo>
                  <a:pt x="382171" y="67221"/>
                </a:lnTo>
                <a:lnTo>
                  <a:pt x="382398" y="68101"/>
                </a:lnTo>
                <a:lnTo>
                  <a:pt x="382600" y="69000"/>
                </a:lnTo>
                <a:lnTo>
                  <a:pt x="382778" y="69918"/>
                </a:lnTo>
                <a:lnTo>
                  <a:pt x="382932" y="70854"/>
                </a:lnTo>
                <a:lnTo>
                  <a:pt x="383061" y="71808"/>
                </a:lnTo>
                <a:lnTo>
                  <a:pt x="383166" y="72781"/>
                </a:lnTo>
                <a:lnTo>
                  <a:pt x="383247" y="73772"/>
                </a:lnTo>
                <a:lnTo>
                  <a:pt x="383303" y="74782"/>
                </a:lnTo>
                <a:lnTo>
                  <a:pt x="328192" y="74782"/>
                </a:lnTo>
                <a:lnTo>
                  <a:pt x="328258" y="74102"/>
                </a:lnTo>
                <a:lnTo>
                  <a:pt x="328346" y="73349"/>
                </a:lnTo>
                <a:lnTo>
                  <a:pt x="328448" y="72608"/>
                </a:lnTo>
                <a:close/>
                <a:moveTo>
                  <a:pt x="463202" y="129482"/>
                </a:moveTo>
                <a:lnTo>
                  <a:pt x="464438" y="129351"/>
                </a:lnTo>
                <a:lnTo>
                  <a:pt x="465656" y="129190"/>
                </a:lnTo>
                <a:lnTo>
                  <a:pt x="466856" y="129000"/>
                </a:lnTo>
                <a:lnTo>
                  <a:pt x="468039" y="128781"/>
                </a:lnTo>
                <a:lnTo>
                  <a:pt x="469204" y="128533"/>
                </a:lnTo>
                <a:lnTo>
                  <a:pt x="470352" y="128255"/>
                </a:lnTo>
                <a:lnTo>
                  <a:pt x="471482" y="127948"/>
                </a:lnTo>
                <a:lnTo>
                  <a:pt x="472595" y="127612"/>
                </a:lnTo>
                <a:lnTo>
                  <a:pt x="473690" y="127247"/>
                </a:lnTo>
                <a:lnTo>
                  <a:pt x="474768" y="126853"/>
                </a:lnTo>
                <a:lnTo>
                  <a:pt x="475828" y="126429"/>
                </a:lnTo>
                <a:lnTo>
                  <a:pt x="476870" y="125976"/>
                </a:lnTo>
                <a:lnTo>
                  <a:pt x="477895" y="125494"/>
                </a:lnTo>
                <a:lnTo>
                  <a:pt x="478903" y="124983"/>
                </a:lnTo>
                <a:lnTo>
                  <a:pt x="479893" y="124442"/>
                </a:lnTo>
                <a:lnTo>
                  <a:pt x="480865" y="123872"/>
                </a:lnTo>
                <a:lnTo>
                  <a:pt x="481820" y="123273"/>
                </a:lnTo>
                <a:lnTo>
                  <a:pt x="482757" y="122645"/>
                </a:lnTo>
                <a:lnTo>
                  <a:pt x="483677" y="121988"/>
                </a:lnTo>
                <a:lnTo>
                  <a:pt x="484579" y="121301"/>
                </a:lnTo>
                <a:lnTo>
                  <a:pt x="485459" y="120591"/>
                </a:lnTo>
                <a:lnTo>
                  <a:pt x="486311" y="119863"/>
                </a:lnTo>
                <a:lnTo>
                  <a:pt x="487136" y="119118"/>
                </a:lnTo>
                <a:lnTo>
                  <a:pt x="487934" y="118355"/>
                </a:lnTo>
                <a:lnTo>
                  <a:pt x="488704" y="117575"/>
                </a:lnTo>
                <a:lnTo>
                  <a:pt x="489447" y="116777"/>
                </a:lnTo>
                <a:lnTo>
                  <a:pt x="490162" y="115961"/>
                </a:lnTo>
                <a:lnTo>
                  <a:pt x="490850" y="115128"/>
                </a:lnTo>
                <a:lnTo>
                  <a:pt x="491511" y="114278"/>
                </a:lnTo>
                <a:lnTo>
                  <a:pt x="492144" y="113410"/>
                </a:lnTo>
                <a:lnTo>
                  <a:pt x="492750" y="112524"/>
                </a:lnTo>
                <a:lnTo>
                  <a:pt x="493329" y="111621"/>
                </a:lnTo>
                <a:lnTo>
                  <a:pt x="493880" y="110700"/>
                </a:lnTo>
                <a:lnTo>
                  <a:pt x="494403" y="109762"/>
                </a:lnTo>
                <a:lnTo>
                  <a:pt x="494900" y="108806"/>
                </a:lnTo>
                <a:lnTo>
                  <a:pt x="495369" y="107833"/>
                </a:lnTo>
                <a:lnTo>
                  <a:pt x="495810" y="106842"/>
                </a:lnTo>
                <a:lnTo>
                  <a:pt x="496224" y="105834"/>
                </a:lnTo>
                <a:lnTo>
                  <a:pt x="496611" y="104808"/>
                </a:lnTo>
                <a:lnTo>
                  <a:pt x="496971" y="103764"/>
                </a:lnTo>
                <a:lnTo>
                  <a:pt x="497303" y="102703"/>
                </a:lnTo>
                <a:lnTo>
                  <a:pt x="497607" y="101625"/>
                </a:lnTo>
                <a:lnTo>
                  <a:pt x="497884" y="100529"/>
                </a:lnTo>
                <a:lnTo>
                  <a:pt x="498134" y="99415"/>
                </a:lnTo>
                <a:lnTo>
                  <a:pt x="482894" y="99415"/>
                </a:lnTo>
                <a:lnTo>
                  <a:pt x="482787" y="99870"/>
                </a:lnTo>
                <a:lnTo>
                  <a:pt x="482672" y="100321"/>
                </a:lnTo>
                <a:lnTo>
                  <a:pt x="482548" y="100766"/>
                </a:lnTo>
                <a:lnTo>
                  <a:pt x="482417" y="101206"/>
                </a:lnTo>
                <a:lnTo>
                  <a:pt x="482277" y="101642"/>
                </a:lnTo>
                <a:lnTo>
                  <a:pt x="482130" y="102073"/>
                </a:lnTo>
                <a:lnTo>
                  <a:pt x="481975" y="102498"/>
                </a:lnTo>
                <a:lnTo>
                  <a:pt x="481811" y="102919"/>
                </a:lnTo>
                <a:lnTo>
                  <a:pt x="481640" y="103335"/>
                </a:lnTo>
                <a:lnTo>
                  <a:pt x="481460" y="103746"/>
                </a:lnTo>
                <a:lnTo>
                  <a:pt x="481273" y="104152"/>
                </a:lnTo>
                <a:lnTo>
                  <a:pt x="481077" y="104553"/>
                </a:lnTo>
                <a:lnTo>
                  <a:pt x="480874" y="104950"/>
                </a:lnTo>
                <a:lnTo>
                  <a:pt x="480663" y="105341"/>
                </a:lnTo>
                <a:lnTo>
                  <a:pt x="480443" y="105727"/>
                </a:lnTo>
                <a:lnTo>
                  <a:pt x="480216" y="106109"/>
                </a:lnTo>
                <a:lnTo>
                  <a:pt x="479980" y="106486"/>
                </a:lnTo>
                <a:lnTo>
                  <a:pt x="479737" y="106857"/>
                </a:lnTo>
                <a:lnTo>
                  <a:pt x="479485" y="107224"/>
                </a:lnTo>
                <a:lnTo>
                  <a:pt x="479226" y="107586"/>
                </a:lnTo>
                <a:lnTo>
                  <a:pt x="478959" y="107943"/>
                </a:lnTo>
                <a:lnTo>
                  <a:pt x="478683" y="108295"/>
                </a:lnTo>
                <a:lnTo>
                  <a:pt x="478400" y="108642"/>
                </a:lnTo>
                <a:lnTo>
                  <a:pt x="478108" y="108985"/>
                </a:lnTo>
                <a:lnTo>
                  <a:pt x="477810" y="109321"/>
                </a:lnTo>
                <a:lnTo>
                  <a:pt x="477507" y="109650"/>
                </a:lnTo>
                <a:lnTo>
                  <a:pt x="477198" y="109971"/>
                </a:lnTo>
                <a:lnTo>
                  <a:pt x="476883" y="110286"/>
                </a:lnTo>
                <a:lnTo>
                  <a:pt x="476563" y="110594"/>
                </a:lnTo>
                <a:lnTo>
                  <a:pt x="476237" y="110895"/>
                </a:lnTo>
                <a:lnTo>
                  <a:pt x="475906" y="111188"/>
                </a:lnTo>
                <a:lnTo>
                  <a:pt x="475569" y="111475"/>
                </a:lnTo>
                <a:lnTo>
                  <a:pt x="475227" y="111754"/>
                </a:lnTo>
                <a:lnTo>
                  <a:pt x="474879" y="112027"/>
                </a:lnTo>
                <a:lnTo>
                  <a:pt x="474526" y="112292"/>
                </a:lnTo>
                <a:lnTo>
                  <a:pt x="474167" y="112550"/>
                </a:lnTo>
                <a:lnTo>
                  <a:pt x="473802" y="112802"/>
                </a:lnTo>
                <a:lnTo>
                  <a:pt x="473432" y="113046"/>
                </a:lnTo>
                <a:lnTo>
                  <a:pt x="473056" y="113283"/>
                </a:lnTo>
                <a:lnTo>
                  <a:pt x="472675" y="113513"/>
                </a:lnTo>
                <a:lnTo>
                  <a:pt x="472288" y="113736"/>
                </a:lnTo>
                <a:lnTo>
                  <a:pt x="471896" y="113952"/>
                </a:lnTo>
                <a:lnTo>
                  <a:pt x="471498" y="114160"/>
                </a:lnTo>
                <a:lnTo>
                  <a:pt x="471095" y="114362"/>
                </a:lnTo>
                <a:lnTo>
                  <a:pt x="470686" y="114557"/>
                </a:lnTo>
                <a:lnTo>
                  <a:pt x="470272" y="114744"/>
                </a:lnTo>
                <a:lnTo>
                  <a:pt x="469851" y="114925"/>
                </a:lnTo>
                <a:lnTo>
                  <a:pt x="469426" y="115098"/>
                </a:lnTo>
                <a:lnTo>
                  <a:pt x="468996" y="115264"/>
                </a:lnTo>
                <a:lnTo>
                  <a:pt x="468561" y="115423"/>
                </a:lnTo>
                <a:lnTo>
                  <a:pt x="468122" y="115575"/>
                </a:lnTo>
                <a:lnTo>
                  <a:pt x="467679" y="115720"/>
                </a:lnTo>
                <a:lnTo>
                  <a:pt x="467231" y="115858"/>
                </a:lnTo>
                <a:lnTo>
                  <a:pt x="466780" y="115989"/>
                </a:lnTo>
                <a:lnTo>
                  <a:pt x="466323" y="116113"/>
                </a:lnTo>
                <a:lnTo>
                  <a:pt x="465863" y="116229"/>
                </a:lnTo>
                <a:lnTo>
                  <a:pt x="465398" y="116339"/>
                </a:lnTo>
                <a:lnTo>
                  <a:pt x="464929" y="116442"/>
                </a:lnTo>
                <a:lnTo>
                  <a:pt x="464456" y="116537"/>
                </a:lnTo>
                <a:lnTo>
                  <a:pt x="463978" y="116625"/>
                </a:lnTo>
                <a:lnTo>
                  <a:pt x="463496" y="116707"/>
                </a:lnTo>
                <a:lnTo>
                  <a:pt x="463010" y="116781"/>
                </a:lnTo>
                <a:lnTo>
                  <a:pt x="462519" y="116848"/>
                </a:lnTo>
                <a:lnTo>
                  <a:pt x="462024" y="116908"/>
                </a:lnTo>
                <a:lnTo>
                  <a:pt x="461525" y="116961"/>
                </a:lnTo>
                <a:lnTo>
                  <a:pt x="461021" y="117007"/>
                </a:lnTo>
                <a:lnTo>
                  <a:pt x="460514" y="117046"/>
                </a:lnTo>
                <a:lnTo>
                  <a:pt x="460001" y="117078"/>
                </a:lnTo>
                <a:lnTo>
                  <a:pt x="459485" y="117103"/>
                </a:lnTo>
                <a:lnTo>
                  <a:pt x="458964" y="117120"/>
                </a:lnTo>
                <a:lnTo>
                  <a:pt x="458439" y="117131"/>
                </a:lnTo>
                <a:lnTo>
                  <a:pt x="457910" y="117134"/>
                </a:lnTo>
                <a:lnTo>
                  <a:pt x="457438" y="117131"/>
                </a:lnTo>
                <a:lnTo>
                  <a:pt x="456968" y="117119"/>
                </a:lnTo>
                <a:lnTo>
                  <a:pt x="456499" y="117100"/>
                </a:lnTo>
                <a:lnTo>
                  <a:pt x="456032" y="117073"/>
                </a:lnTo>
                <a:lnTo>
                  <a:pt x="455566" y="117038"/>
                </a:lnTo>
                <a:lnTo>
                  <a:pt x="455102" y="116996"/>
                </a:lnTo>
                <a:lnTo>
                  <a:pt x="454639" y="116946"/>
                </a:lnTo>
                <a:lnTo>
                  <a:pt x="454178" y="116888"/>
                </a:lnTo>
                <a:lnTo>
                  <a:pt x="453719" y="116823"/>
                </a:lnTo>
                <a:lnTo>
                  <a:pt x="453261" y="116750"/>
                </a:lnTo>
                <a:lnTo>
                  <a:pt x="452804" y="116669"/>
                </a:lnTo>
                <a:lnTo>
                  <a:pt x="452349" y="116581"/>
                </a:lnTo>
                <a:lnTo>
                  <a:pt x="451896" y="116485"/>
                </a:lnTo>
                <a:lnTo>
                  <a:pt x="451444" y="116381"/>
                </a:lnTo>
                <a:lnTo>
                  <a:pt x="450994" y="116269"/>
                </a:lnTo>
                <a:lnTo>
                  <a:pt x="450545" y="116150"/>
                </a:lnTo>
                <a:lnTo>
                  <a:pt x="450098" y="116023"/>
                </a:lnTo>
                <a:lnTo>
                  <a:pt x="449652" y="115889"/>
                </a:lnTo>
                <a:lnTo>
                  <a:pt x="449208" y="115746"/>
                </a:lnTo>
                <a:lnTo>
                  <a:pt x="448765" y="115596"/>
                </a:lnTo>
                <a:lnTo>
                  <a:pt x="448324" y="115439"/>
                </a:lnTo>
                <a:lnTo>
                  <a:pt x="447884" y="115274"/>
                </a:lnTo>
                <a:lnTo>
                  <a:pt x="447446" y="115100"/>
                </a:lnTo>
                <a:lnTo>
                  <a:pt x="447010" y="114920"/>
                </a:lnTo>
                <a:lnTo>
                  <a:pt x="446577" y="114732"/>
                </a:lnTo>
                <a:lnTo>
                  <a:pt x="446148" y="114537"/>
                </a:lnTo>
                <a:lnTo>
                  <a:pt x="445724" y="114334"/>
                </a:lnTo>
                <a:lnTo>
                  <a:pt x="445304" y="114125"/>
                </a:lnTo>
                <a:lnTo>
                  <a:pt x="444890" y="113909"/>
                </a:lnTo>
                <a:lnTo>
                  <a:pt x="444479" y="113685"/>
                </a:lnTo>
                <a:lnTo>
                  <a:pt x="444074" y="113455"/>
                </a:lnTo>
                <a:lnTo>
                  <a:pt x="443673" y="113217"/>
                </a:lnTo>
                <a:lnTo>
                  <a:pt x="443276" y="112972"/>
                </a:lnTo>
                <a:lnTo>
                  <a:pt x="442885" y="112720"/>
                </a:lnTo>
                <a:lnTo>
                  <a:pt x="442497" y="112461"/>
                </a:lnTo>
                <a:lnTo>
                  <a:pt x="442115" y="112196"/>
                </a:lnTo>
                <a:lnTo>
                  <a:pt x="441737" y="111922"/>
                </a:lnTo>
                <a:lnTo>
                  <a:pt x="441364" y="111642"/>
                </a:lnTo>
                <a:lnTo>
                  <a:pt x="440995" y="111355"/>
                </a:lnTo>
                <a:lnTo>
                  <a:pt x="440631" y="111061"/>
                </a:lnTo>
                <a:lnTo>
                  <a:pt x="440271" y="110760"/>
                </a:lnTo>
                <a:lnTo>
                  <a:pt x="439916" y="110451"/>
                </a:lnTo>
                <a:lnTo>
                  <a:pt x="439566" y="110136"/>
                </a:lnTo>
                <a:lnTo>
                  <a:pt x="439220" y="109813"/>
                </a:lnTo>
                <a:lnTo>
                  <a:pt x="438879" y="109483"/>
                </a:lnTo>
                <a:lnTo>
                  <a:pt x="438543" y="109147"/>
                </a:lnTo>
                <a:lnTo>
                  <a:pt x="438211" y="108803"/>
                </a:lnTo>
                <a:lnTo>
                  <a:pt x="437884" y="108452"/>
                </a:lnTo>
                <a:lnTo>
                  <a:pt x="437562" y="108094"/>
                </a:lnTo>
                <a:lnTo>
                  <a:pt x="437245" y="107728"/>
                </a:lnTo>
                <a:lnTo>
                  <a:pt x="436934" y="107354"/>
                </a:lnTo>
                <a:lnTo>
                  <a:pt x="436628" y="106973"/>
                </a:lnTo>
                <a:lnTo>
                  <a:pt x="436328" y="106583"/>
                </a:lnTo>
                <a:lnTo>
                  <a:pt x="436034" y="106187"/>
                </a:lnTo>
                <a:lnTo>
                  <a:pt x="435745" y="105782"/>
                </a:lnTo>
                <a:lnTo>
                  <a:pt x="435462" y="105370"/>
                </a:lnTo>
                <a:lnTo>
                  <a:pt x="435184" y="104950"/>
                </a:lnTo>
                <a:lnTo>
                  <a:pt x="434911" y="104523"/>
                </a:lnTo>
                <a:lnTo>
                  <a:pt x="434645" y="104088"/>
                </a:lnTo>
                <a:lnTo>
                  <a:pt x="434383" y="103645"/>
                </a:lnTo>
                <a:lnTo>
                  <a:pt x="434128" y="103194"/>
                </a:lnTo>
                <a:lnTo>
                  <a:pt x="433878" y="102736"/>
                </a:lnTo>
                <a:lnTo>
                  <a:pt x="433633" y="102270"/>
                </a:lnTo>
                <a:lnTo>
                  <a:pt x="433394" y="101796"/>
                </a:lnTo>
                <a:lnTo>
                  <a:pt x="433160" y="101315"/>
                </a:lnTo>
                <a:lnTo>
                  <a:pt x="432932" y="100826"/>
                </a:lnTo>
                <a:lnTo>
                  <a:pt x="432710" y="100329"/>
                </a:lnTo>
                <a:lnTo>
                  <a:pt x="432493" y="99825"/>
                </a:lnTo>
                <a:lnTo>
                  <a:pt x="432282" y="99313"/>
                </a:lnTo>
                <a:lnTo>
                  <a:pt x="432076" y="98793"/>
                </a:lnTo>
                <a:lnTo>
                  <a:pt x="431876" y="98266"/>
                </a:lnTo>
                <a:lnTo>
                  <a:pt x="431681" y="97730"/>
                </a:lnTo>
                <a:lnTo>
                  <a:pt x="431493" y="97188"/>
                </a:lnTo>
                <a:lnTo>
                  <a:pt x="431313" y="96640"/>
                </a:lnTo>
                <a:lnTo>
                  <a:pt x="431141" y="96084"/>
                </a:lnTo>
                <a:lnTo>
                  <a:pt x="430977" y="95523"/>
                </a:lnTo>
                <a:lnTo>
                  <a:pt x="430821" y="94955"/>
                </a:lnTo>
                <a:lnTo>
                  <a:pt x="430673" y="94380"/>
                </a:lnTo>
                <a:lnTo>
                  <a:pt x="430533" y="93799"/>
                </a:lnTo>
                <a:lnTo>
                  <a:pt x="430401" y="93212"/>
                </a:lnTo>
                <a:lnTo>
                  <a:pt x="430277" y="92618"/>
                </a:lnTo>
                <a:lnTo>
                  <a:pt x="430161" y="92018"/>
                </a:lnTo>
                <a:lnTo>
                  <a:pt x="430053" y="91411"/>
                </a:lnTo>
                <a:lnTo>
                  <a:pt x="429953" y="90797"/>
                </a:lnTo>
                <a:lnTo>
                  <a:pt x="429861" y="90178"/>
                </a:lnTo>
                <a:lnTo>
                  <a:pt x="429777" y="89552"/>
                </a:lnTo>
                <a:lnTo>
                  <a:pt x="429701" y="88919"/>
                </a:lnTo>
                <a:lnTo>
                  <a:pt x="429633" y="88280"/>
                </a:lnTo>
                <a:lnTo>
                  <a:pt x="429573" y="87634"/>
                </a:lnTo>
                <a:lnTo>
                  <a:pt x="429521" y="86982"/>
                </a:lnTo>
                <a:lnTo>
                  <a:pt x="429477" y="86324"/>
                </a:lnTo>
                <a:lnTo>
                  <a:pt x="429441" y="85659"/>
                </a:lnTo>
                <a:lnTo>
                  <a:pt x="429413" y="84987"/>
                </a:lnTo>
                <a:lnTo>
                  <a:pt x="429393" y="84309"/>
                </a:lnTo>
                <a:lnTo>
                  <a:pt x="429381" y="83625"/>
                </a:lnTo>
                <a:lnTo>
                  <a:pt x="429377" y="82934"/>
                </a:lnTo>
                <a:lnTo>
                  <a:pt x="429384" y="82010"/>
                </a:lnTo>
                <a:lnTo>
                  <a:pt x="429404" y="81098"/>
                </a:lnTo>
                <a:lnTo>
                  <a:pt x="429438" y="80198"/>
                </a:lnTo>
                <a:lnTo>
                  <a:pt x="429485" y="79311"/>
                </a:lnTo>
                <a:lnTo>
                  <a:pt x="429546" y="78436"/>
                </a:lnTo>
                <a:lnTo>
                  <a:pt x="429621" y="77573"/>
                </a:lnTo>
                <a:lnTo>
                  <a:pt x="429709" y="76723"/>
                </a:lnTo>
                <a:lnTo>
                  <a:pt x="429810" y="75885"/>
                </a:lnTo>
                <a:lnTo>
                  <a:pt x="429925" y="75059"/>
                </a:lnTo>
                <a:lnTo>
                  <a:pt x="430054" y="74246"/>
                </a:lnTo>
                <a:lnTo>
                  <a:pt x="430196" y="73445"/>
                </a:lnTo>
                <a:lnTo>
                  <a:pt x="430352" y="72656"/>
                </a:lnTo>
                <a:lnTo>
                  <a:pt x="430521" y="71879"/>
                </a:lnTo>
                <a:lnTo>
                  <a:pt x="430704" y="71115"/>
                </a:lnTo>
                <a:lnTo>
                  <a:pt x="430900" y="70363"/>
                </a:lnTo>
                <a:lnTo>
                  <a:pt x="431110" y="69623"/>
                </a:lnTo>
                <a:lnTo>
                  <a:pt x="431333" y="68896"/>
                </a:lnTo>
                <a:lnTo>
                  <a:pt x="431570" y="68181"/>
                </a:lnTo>
                <a:lnTo>
                  <a:pt x="431821" y="67478"/>
                </a:lnTo>
                <a:lnTo>
                  <a:pt x="432085" y="66788"/>
                </a:lnTo>
                <a:lnTo>
                  <a:pt x="432362" y="66110"/>
                </a:lnTo>
                <a:lnTo>
                  <a:pt x="432653" y="65444"/>
                </a:lnTo>
                <a:lnTo>
                  <a:pt x="432958" y="64791"/>
                </a:lnTo>
                <a:lnTo>
                  <a:pt x="433276" y="64150"/>
                </a:lnTo>
                <a:lnTo>
                  <a:pt x="433606" y="63521"/>
                </a:lnTo>
                <a:lnTo>
                  <a:pt x="433944" y="62906"/>
                </a:lnTo>
                <a:lnTo>
                  <a:pt x="434292" y="62304"/>
                </a:lnTo>
                <a:lnTo>
                  <a:pt x="434650" y="61715"/>
                </a:lnTo>
                <a:lnTo>
                  <a:pt x="435016" y="61140"/>
                </a:lnTo>
                <a:lnTo>
                  <a:pt x="435392" y="60578"/>
                </a:lnTo>
                <a:lnTo>
                  <a:pt x="435777" y="60029"/>
                </a:lnTo>
                <a:lnTo>
                  <a:pt x="436171" y="59493"/>
                </a:lnTo>
                <a:lnTo>
                  <a:pt x="436574" y="58970"/>
                </a:lnTo>
                <a:lnTo>
                  <a:pt x="436987" y="58461"/>
                </a:lnTo>
                <a:lnTo>
                  <a:pt x="437409" y="57965"/>
                </a:lnTo>
                <a:lnTo>
                  <a:pt x="437840" y="57482"/>
                </a:lnTo>
                <a:lnTo>
                  <a:pt x="438280" y="57013"/>
                </a:lnTo>
                <a:lnTo>
                  <a:pt x="438730" y="56556"/>
                </a:lnTo>
                <a:lnTo>
                  <a:pt x="439188" y="56113"/>
                </a:lnTo>
                <a:lnTo>
                  <a:pt x="439656" y="55683"/>
                </a:lnTo>
                <a:lnTo>
                  <a:pt x="440134" y="55266"/>
                </a:lnTo>
                <a:lnTo>
                  <a:pt x="440620" y="54863"/>
                </a:lnTo>
                <a:lnTo>
                  <a:pt x="441116" y="54473"/>
                </a:lnTo>
                <a:lnTo>
                  <a:pt x="441621" y="54096"/>
                </a:lnTo>
                <a:lnTo>
                  <a:pt x="442135" y="53732"/>
                </a:lnTo>
                <a:lnTo>
                  <a:pt x="442658" y="53381"/>
                </a:lnTo>
                <a:lnTo>
                  <a:pt x="443191" y="53044"/>
                </a:lnTo>
                <a:lnTo>
                  <a:pt x="443733" y="52720"/>
                </a:lnTo>
                <a:lnTo>
                  <a:pt x="444281" y="52409"/>
                </a:lnTo>
                <a:lnTo>
                  <a:pt x="444833" y="52111"/>
                </a:lnTo>
                <a:lnTo>
                  <a:pt x="445388" y="51827"/>
                </a:lnTo>
                <a:lnTo>
                  <a:pt x="445948" y="51556"/>
                </a:lnTo>
                <a:lnTo>
                  <a:pt x="446511" y="51298"/>
                </a:lnTo>
                <a:lnTo>
                  <a:pt x="447078" y="51053"/>
                </a:lnTo>
                <a:lnTo>
                  <a:pt x="447648" y="50821"/>
                </a:lnTo>
                <a:lnTo>
                  <a:pt x="448222" y="50603"/>
                </a:lnTo>
                <a:lnTo>
                  <a:pt x="448800" y="50398"/>
                </a:lnTo>
                <a:lnTo>
                  <a:pt x="449381" y="50206"/>
                </a:lnTo>
                <a:lnTo>
                  <a:pt x="449967" y="50028"/>
                </a:lnTo>
                <a:lnTo>
                  <a:pt x="450555" y="49862"/>
                </a:lnTo>
                <a:lnTo>
                  <a:pt x="451148" y="49710"/>
                </a:lnTo>
                <a:lnTo>
                  <a:pt x="451744" y="49571"/>
                </a:lnTo>
                <a:lnTo>
                  <a:pt x="452344" y="49446"/>
                </a:lnTo>
                <a:lnTo>
                  <a:pt x="452948" y="49333"/>
                </a:lnTo>
                <a:lnTo>
                  <a:pt x="453555" y="49234"/>
                </a:lnTo>
                <a:lnTo>
                  <a:pt x="454166" y="49148"/>
                </a:lnTo>
                <a:lnTo>
                  <a:pt x="454781" y="49075"/>
                </a:lnTo>
                <a:lnTo>
                  <a:pt x="455399" y="49016"/>
                </a:lnTo>
                <a:lnTo>
                  <a:pt x="456021" y="48969"/>
                </a:lnTo>
                <a:lnTo>
                  <a:pt x="456647" y="48936"/>
                </a:lnTo>
                <a:lnTo>
                  <a:pt x="457276" y="48916"/>
                </a:lnTo>
                <a:lnTo>
                  <a:pt x="457910" y="48910"/>
                </a:lnTo>
                <a:lnTo>
                  <a:pt x="458688" y="48918"/>
                </a:lnTo>
                <a:lnTo>
                  <a:pt x="459458" y="48942"/>
                </a:lnTo>
                <a:lnTo>
                  <a:pt x="460219" y="48982"/>
                </a:lnTo>
                <a:lnTo>
                  <a:pt x="460971" y="49038"/>
                </a:lnTo>
                <a:lnTo>
                  <a:pt x="461715" y="49110"/>
                </a:lnTo>
                <a:lnTo>
                  <a:pt x="462450" y="49198"/>
                </a:lnTo>
                <a:lnTo>
                  <a:pt x="463177" y="49302"/>
                </a:lnTo>
                <a:lnTo>
                  <a:pt x="463895" y="49422"/>
                </a:lnTo>
                <a:lnTo>
                  <a:pt x="464604" y="49558"/>
                </a:lnTo>
                <a:lnTo>
                  <a:pt x="465305" y="49710"/>
                </a:lnTo>
                <a:lnTo>
                  <a:pt x="465997" y="49878"/>
                </a:lnTo>
                <a:lnTo>
                  <a:pt x="466681" y="50062"/>
                </a:lnTo>
                <a:lnTo>
                  <a:pt x="467356" y="50262"/>
                </a:lnTo>
                <a:lnTo>
                  <a:pt x="468022" y="50478"/>
                </a:lnTo>
                <a:lnTo>
                  <a:pt x="468680" y="50710"/>
                </a:lnTo>
                <a:lnTo>
                  <a:pt x="469329" y="50958"/>
                </a:lnTo>
                <a:lnTo>
                  <a:pt x="469969" y="51222"/>
                </a:lnTo>
                <a:lnTo>
                  <a:pt x="470601" y="51502"/>
                </a:lnTo>
                <a:lnTo>
                  <a:pt x="471225" y="51798"/>
                </a:lnTo>
                <a:lnTo>
                  <a:pt x="471839" y="52110"/>
                </a:lnTo>
                <a:lnTo>
                  <a:pt x="472445" y="52438"/>
                </a:lnTo>
                <a:lnTo>
                  <a:pt x="473043" y="52782"/>
                </a:lnTo>
                <a:lnTo>
                  <a:pt x="473632" y="53141"/>
                </a:lnTo>
                <a:lnTo>
                  <a:pt x="474212" y="53517"/>
                </a:lnTo>
                <a:lnTo>
                  <a:pt x="474779" y="53908"/>
                </a:lnTo>
                <a:lnTo>
                  <a:pt x="475328" y="54311"/>
                </a:lnTo>
                <a:lnTo>
                  <a:pt x="475859" y="54728"/>
                </a:lnTo>
                <a:lnTo>
                  <a:pt x="476373" y="55157"/>
                </a:lnTo>
                <a:lnTo>
                  <a:pt x="476869" y="55599"/>
                </a:lnTo>
                <a:lnTo>
                  <a:pt x="477346" y="56054"/>
                </a:lnTo>
                <a:lnTo>
                  <a:pt x="477806" y="56522"/>
                </a:lnTo>
                <a:lnTo>
                  <a:pt x="478248" y="57003"/>
                </a:lnTo>
                <a:lnTo>
                  <a:pt x="478673" y="57496"/>
                </a:lnTo>
                <a:lnTo>
                  <a:pt x="479079" y="58003"/>
                </a:lnTo>
                <a:lnTo>
                  <a:pt x="479468" y="58523"/>
                </a:lnTo>
                <a:lnTo>
                  <a:pt x="479838" y="59055"/>
                </a:lnTo>
                <a:lnTo>
                  <a:pt x="480191" y="59601"/>
                </a:lnTo>
                <a:lnTo>
                  <a:pt x="480526" y="60159"/>
                </a:lnTo>
                <a:lnTo>
                  <a:pt x="480843" y="60730"/>
                </a:lnTo>
                <a:lnTo>
                  <a:pt x="481143" y="61315"/>
                </a:lnTo>
                <a:lnTo>
                  <a:pt x="481424" y="61912"/>
                </a:lnTo>
                <a:lnTo>
                  <a:pt x="481688" y="62522"/>
                </a:lnTo>
                <a:lnTo>
                  <a:pt x="481933" y="63145"/>
                </a:lnTo>
                <a:lnTo>
                  <a:pt x="482161" y="63781"/>
                </a:lnTo>
                <a:lnTo>
                  <a:pt x="482371" y="64429"/>
                </a:lnTo>
                <a:lnTo>
                  <a:pt x="482564" y="65091"/>
                </a:lnTo>
                <a:lnTo>
                  <a:pt x="482738" y="65766"/>
                </a:lnTo>
                <a:lnTo>
                  <a:pt x="482894" y="66453"/>
                </a:lnTo>
                <a:lnTo>
                  <a:pt x="498134" y="66453"/>
                </a:lnTo>
                <a:lnTo>
                  <a:pt x="497885" y="65311"/>
                </a:lnTo>
                <a:lnTo>
                  <a:pt x="497608" y="64188"/>
                </a:lnTo>
                <a:lnTo>
                  <a:pt x="497304" y="63085"/>
                </a:lnTo>
                <a:lnTo>
                  <a:pt x="496973" y="62001"/>
                </a:lnTo>
                <a:lnTo>
                  <a:pt x="496615" y="60936"/>
                </a:lnTo>
                <a:lnTo>
                  <a:pt x="496230" y="59891"/>
                </a:lnTo>
                <a:lnTo>
                  <a:pt x="495818" y="58865"/>
                </a:lnTo>
                <a:lnTo>
                  <a:pt x="495378" y="57859"/>
                </a:lnTo>
                <a:lnTo>
                  <a:pt x="494912" y="56871"/>
                </a:lnTo>
                <a:lnTo>
                  <a:pt x="494418" y="55904"/>
                </a:lnTo>
                <a:lnTo>
                  <a:pt x="493898" y="54955"/>
                </a:lnTo>
                <a:lnTo>
                  <a:pt x="493350" y="54026"/>
                </a:lnTo>
                <a:lnTo>
                  <a:pt x="492775" y="53117"/>
                </a:lnTo>
                <a:lnTo>
                  <a:pt x="492174" y="52227"/>
                </a:lnTo>
                <a:lnTo>
                  <a:pt x="491545" y="51356"/>
                </a:lnTo>
                <a:lnTo>
                  <a:pt x="490889" y="50505"/>
                </a:lnTo>
                <a:lnTo>
                  <a:pt x="490206" y="49673"/>
                </a:lnTo>
                <a:lnTo>
                  <a:pt x="489495" y="48860"/>
                </a:lnTo>
                <a:lnTo>
                  <a:pt x="488758" y="48067"/>
                </a:lnTo>
                <a:lnTo>
                  <a:pt x="487994" y="47293"/>
                </a:lnTo>
                <a:lnTo>
                  <a:pt x="487202" y="46538"/>
                </a:lnTo>
                <a:lnTo>
                  <a:pt x="486384" y="45803"/>
                </a:lnTo>
                <a:lnTo>
                  <a:pt x="485538" y="45088"/>
                </a:lnTo>
                <a:lnTo>
                  <a:pt x="484666" y="44391"/>
                </a:lnTo>
                <a:lnTo>
                  <a:pt x="483770" y="43719"/>
                </a:lnTo>
                <a:lnTo>
                  <a:pt x="482857" y="43075"/>
                </a:lnTo>
                <a:lnTo>
                  <a:pt x="481925" y="42460"/>
                </a:lnTo>
                <a:lnTo>
                  <a:pt x="480974" y="41873"/>
                </a:lnTo>
                <a:lnTo>
                  <a:pt x="480005" y="41315"/>
                </a:lnTo>
                <a:lnTo>
                  <a:pt x="479017" y="40786"/>
                </a:lnTo>
                <a:lnTo>
                  <a:pt x="478011" y="40285"/>
                </a:lnTo>
                <a:lnTo>
                  <a:pt x="476987" y="39813"/>
                </a:lnTo>
                <a:lnTo>
                  <a:pt x="475944" y="39369"/>
                </a:lnTo>
                <a:lnTo>
                  <a:pt x="474883" y="38954"/>
                </a:lnTo>
                <a:lnTo>
                  <a:pt x="473803" y="38568"/>
                </a:lnTo>
                <a:lnTo>
                  <a:pt x="472704" y="38210"/>
                </a:lnTo>
                <a:lnTo>
                  <a:pt x="471588" y="37881"/>
                </a:lnTo>
                <a:lnTo>
                  <a:pt x="470453" y="37581"/>
                </a:lnTo>
                <a:lnTo>
                  <a:pt x="469299" y="37309"/>
                </a:lnTo>
                <a:lnTo>
                  <a:pt x="468127" y="37065"/>
                </a:lnTo>
                <a:lnTo>
                  <a:pt x="466936" y="36851"/>
                </a:lnTo>
                <a:lnTo>
                  <a:pt x="465727" y="36665"/>
                </a:lnTo>
                <a:lnTo>
                  <a:pt x="464500" y="36507"/>
                </a:lnTo>
                <a:lnTo>
                  <a:pt x="463254" y="36379"/>
                </a:lnTo>
                <a:lnTo>
                  <a:pt x="461989" y="36278"/>
                </a:lnTo>
                <a:lnTo>
                  <a:pt x="460706" y="36207"/>
                </a:lnTo>
                <a:lnTo>
                  <a:pt x="459405" y="36164"/>
                </a:lnTo>
                <a:lnTo>
                  <a:pt x="458085" y="36150"/>
                </a:lnTo>
                <a:lnTo>
                  <a:pt x="457041" y="36160"/>
                </a:lnTo>
                <a:lnTo>
                  <a:pt x="456006" y="36191"/>
                </a:lnTo>
                <a:lnTo>
                  <a:pt x="454980" y="36242"/>
                </a:lnTo>
                <a:lnTo>
                  <a:pt x="453963" y="36315"/>
                </a:lnTo>
                <a:lnTo>
                  <a:pt x="452954" y="36407"/>
                </a:lnTo>
                <a:lnTo>
                  <a:pt x="451955" y="36521"/>
                </a:lnTo>
                <a:lnTo>
                  <a:pt x="450965" y="36655"/>
                </a:lnTo>
                <a:lnTo>
                  <a:pt x="449983" y="36809"/>
                </a:lnTo>
                <a:lnTo>
                  <a:pt x="449010" y="36985"/>
                </a:lnTo>
                <a:lnTo>
                  <a:pt x="448047" y="37181"/>
                </a:lnTo>
                <a:lnTo>
                  <a:pt x="447092" y="37397"/>
                </a:lnTo>
                <a:lnTo>
                  <a:pt x="446146" y="37634"/>
                </a:lnTo>
                <a:lnTo>
                  <a:pt x="445209" y="37892"/>
                </a:lnTo>
                <a:lnTo>
                  <a:pt x="444281" y="38170"/>
                </a:lnTo>
                <a:lnTo>
                  <a:pt x="443362" y="38469"/>
                </a:lnTo>
                <a:lnTo>
                  <a:pt x="442451" y="38789"/>
                </a:lnTo>
                <a:lnTo>
                  <a:pt x="441550" y="39129"/>
                </a:lnTo>
                <a:lnTo>
                  <a:pt x="440658" y="39490"/>
                </a:lnTo>
                <a:lnTo>
                  <a:pt x="439774" y="39871"/>
                </a:lnTo>
                <a:lnTo>
                  <a:pt x="438900" y="40273"/>
                </a:lnTo>
                <a:lnTo>
                  <a:pt x="438034" y="40696"/>
                </a:lnTo>
                <a:lnTo>
                  <a:pt x="437177" y="41139"/>
                </a:lnTo>
                <a:lnTo>
                  <a:pt x="436330" y="41603"/>
                </a:lnTo>
                <a:lnTo>
                  <a:pt x="435491" y="42088"/>
                </a:lnTo>
                <a:lnTo>
                  <a:pt x="434664" y="42590"/>
                </a:lnTo>
                <a:lnTo>
                  <a:pt x="433853" y="43108"/>
                </a:lnTo>
                <a:lnTo>
                  <a:pt x="433056" y="43642"/>
                </a:lnTo>
                <a:lnTo>
                  <a:pt x="432274" y="44192"/>
                </a:lnTo>
                <a:lnTo>
                  <a:pt x="431508" y="44757"/>
                </a:lnTo>
                <a:lnTo>
                  <a:pt x="430757" y="45338"/>
                </a:lnTo>
                <a:lnTo>
                  <a:pt x="430020" y="45935"/>
                </a:lnTo>
                <a:lnTo>
                  <a:pt x="429299" y="46547"/>
                </a:lnTo>
                <a:lnTo>
                  <a:pt x="428593" y="47175"/>
                </a:lnTo>
                <a:lnTo>
                  <a:pt x="427902" y="47819"/>
                </a:lnTo>
                <a:lnTo>
                  <a:pt x="427226" y="48478"/>
                </a:lnTo>
                <a:lnTo>
                  <a:pt x="426565" y="49153"/>
                </a:lnTo>
                <a:lnTo>
                  <a:pt x="425919" y="49844"/>
                </a:lnTo>
                <a:lnTo>
                  <a:pt x="425288" y="50551"/>
                </a:lnTo>
                <a:lnTo>
                  <a:pt x="424672" y="51273"/>
                </a:lnTo>
                <a:lnTo>
                  <a:pt x="424071" y="52011"/>
                </a:lnTo>
                <a:lnTo>
                  <a:pt x="423486" y="52764"/>
                </a:lnTo>
                <a:lnTo>
                  <a:pt x="422915" y="53534"/>
                </a:lnTo>
                <a:lnTo>
                  <a:pt x="422360" y="54319"/>
                </a:lnTo>
                <a:lnTo>
                  <a:pt x="421819" y="55119"/>
                </a:lnTo>
                <a:lnTo>
                  <a:pt x="421294" y="55936"/>
                </a:lnTo>
                <a:lnTo>
                  <a:pt x="420783" y="56768"/>
                </a:lnTo>
                <a:lnTo>
                  <a:pt x="420288" y="57616"/>
                </a:lnTo>
                <a:lnTo>
                  <a:pt x="419808" y="58479"/>
                </a:lnTo>
                <a:lnTo>
                  <a:pt x="419345" y="59357"/>
                </a:lnTo>
                <a:lnTo>
                  <a:pt x="418902" y="60248"/>
                </a:lnTo>
                <a:lnTo>
                  <a:pt x="418479" y="61151"/>
                </a:lnTo>
                <a:lnTo>
                  <a:pt x="418075" y="62068"/>
                </a:lnTo>
                <a:lnTo>
                  <a:pt x="417691" y="62997"/>
                </a:lnTo>
                <a:lnTo>
                  <a:pt x="417327" y="63940"/>
                </a:lnTo>
                <a:lnTo>
                  <a:pt x="416982" y="64895"/>
                </a:lnTo>
                <a:lnTo>
                  <a:pt x="416657" y="65863"/>
                </a:lnTo>
                <a:lnTo>
                  <a:pt x="416352" y="66844"/>
                </a:lnTo>
                <a:lnTo>
                  <a:pt x="416067" y="67838"/>
                </a:lnTo>
                <a:lnTo>
                  <a:pt x="415801" y="68845"/>
                </a:lnTo>
                <a:lnTo>
                  <a:pt x="415555" y="69865"/>
                </a:lnTo>
                <a:lnTo>
                  <a:pt x="415328" y="70898"/>
                </a:lnTo>
                <a:lnTo>
                  <a:pt x="415122" y="71944"/>
                </a:lnTo>
                <a:lnTo>
                  <a:pt x="414935" y="73002"/>
                </a:lnTo>
                <a:lnTo>
                  <a:pt x="414767" y="74074"/>
                </a:lnTo>
                <a:lnTo>
                  <a:pt x="414620" y="75158"/>
                </a:lnTo>
                <a:lnTo>
                  <a:pt x="414492" y="76255"/>
                </a:lnTo>
                <a:lnTo>
                  <a:pt x="414383" y="77365"/>
                </a:lnTo>
                <a:lnTo>
                  <a:pt x="414295" y="78488"/>
                </a:lnTo>
                <a:lnTo>
                  <a:pt x="414226" y="79624"/>
                </a:lnTo>
                <a:lnTo>
                  <a:pt x="414177" y="80773"/>
                </a:lnTo>
                <a:lnTo>
                  <a:pt x="414147" y="81935"/>
                </a:lnTo>
                <a:lnTo>
                  <a:pt x="414137" y="83110"/>
                </a:lnTo>
                <a:lnTo>
                  <a:pt x="414147" y="84256"/>
                </a:lnTo>
                <a:lnTo>
                  <a:pt x="414177" y="85391"/>
                </a:lnTo>
                <a:lnTo>
                  <a:pt x="414226" y="86514"/>
                </a:lnTo>
                <a:lnTo>
                  <a:pt x="414295" y="87627"/>
                </a:lnTo>
                <a:lnTo>
                  <a:pt x="414383" y="88727"/>
                </a:lnTo>
                <a:lnTo>
                  <a:pt x="414492" y="89817"/>
                </a:lnTo>
                <a:lnTo>
                  <a:pt x="414620" y="90895"/>
                </a:lnTo>
                <a:lnTo>
                  <a:pt x="414767" y="91961"/>
                </a:lnTo>
                <a:lnTo>
                  <a:pt x="414935" y="93016"/>
                </a:lnTo>
                <a:lnTo>
                  <a:pt x="415122" y="94060"/>
                </a:lnTo>
                <a:lnTo>
                  <a:pt x="415328" y="95092"/>
                </a:lnTo>
                <a:lnTo>
                  <a:pt x="415555" y="96114"/>
                </a:lnTo>
                <a:lnTo>
                  <a:pt x="415801" y="97123"/>
                </a:lnTo>
                <a:lnTo>
                  <a:pt x="416067" y="98121"/>
                </a:lnTo>
                <a:lnTo>
                  <a:pt x="416352" y="99108"/>
                </a:lnTo>
                <a:lnTo>
                  <a:pt x="416657" y="100084"/>
                </a:lnTo>
                <a:lnTo>
                  <a:pt x="416982" y="101048"/>
                </a:lnTo>
                <a:lnTo>
                  <a:pt x="417327" y="102001"/>
                </a:lnTo>
                <a:lnTo>
                  <a:pt x="417691" y="102942"/>
                </a:lnTo>
                <a:lnTo>
                  <a:pt x="418075" y="103872"/>
                </a:lnTo>
                <a:lnTo>
                  <a:pt x="418479" y="104791"/>
                </a:lnTo>
                <a:lnTo>
                  <a:pt x="418902" y="105698"/>
                </a:lnTo>
                <a:lnTo>
                  <a:pt x="419345" y="106594"/>
                </a:lnTo>
                <a:lnTo>
                  <a:pt x="419808" y="107478"/>
                </a:lnTo>
                <a:lnTo>
                  <a:pt x="420288" y="108349"/>
                </a:lnTo>
                <a:lnTo>
                  <a:pt x="420783" y="109203"/>
                </a:lnTo>
                <a:lnTo>
                  <a:pt x="421294" y="110041"/>
                </a:lnTo>
                <a:lnTo>
                  <a:pt x="421819" y="110862"/>
                </a:lnTo>
                <a:lnTo>
                  <a:pt x="422360" y="111668"/>
                </a:lnTo>
                <a:lnTo>
                  <a:pt x="422915" y="112456"/>
                </a:lnTo>
                <a:lnTo>
                  <a:pt x="423486" y="113229"/>
                </a:lnTo>
                <a:lnTo>
                  <a:pt x="424071" y="113985"/>
                </a:lnTo>
                <a:lnTo>
                  <a:pt x="424672" y="114725"/>
                </a:lnTo>
                <a:lnTo>
                  <a:pt x="425288" y="115449"/>
                </a:lnTo>
                <a:lnTo>
                  <a:pt x="425919" y="116157"/>
                </a:lnTo>
                <a:lnTo>
                  <a:pt x="426565" y="116848"/>
                </a:lnTo>
                <a:lnTo>
                  <a:pt x="427226" y="117523"/>
                </a:lnTo>
                <a:lnTo>
                  <a:pt x="427902" y="118181"/>
                </a:lnTo>
                <a:lnTo>
                  <a:pt x="428593" y="118823"/>
                </a:lnTo>
                <a:lnTo>
                  <a:pt x="429299" y="119449"/>
                </a:lnTo>
                <a:lnTo>
                  <a:pt x="430020" y="120059"/>
                </a:lnTo>
                <a:lnTo>
                  <a:pt x="430757" y="120652"/>
                </a:lnTo>
                <a:lnTo>
                  <a:pt x="431508" y="121229"/>
                </a:lnTo>
                <a:lnTo>
                  <a:pt x="432274" y="121790"/>
                </a:lnTo>
                <a:lnTo>
                  <a:pt x="433056" y="122334"/>
                </a:lnTo>
                <a:lnTo>
                  <a:pt x="433853" y="122863"/>
                </a:lnTo>
                <a:lnTo>
                  <a:pt x="434664" y="123374"/>
                </a:lnTo>
                <a:lnTo>
                  <a:pt x="435491" y="123870"/>
                </a:lnTo>
                <a:lnTo>
                  <a:pt x="436330" y="124347"/>
                </a:lnTo>
                <a:lnTo>
                  <a:pt x="437177" y="124804"/>
                </a:lnTo>
                <a:lnTo>
                  <a:pt x="438034" y="125240"/>
                </a:lnTo>
                <a:lnTo>
                  <a:pt x="438900" y="125656"/>
                </a:lnTo>
                <a:lnTo>
                  <a:pt x="439774" y="126052"/>
                </a:lnTo>
                <a:lnTo>
                  <a:pt x="440658" y="126428"/>
                </a:lnTo>
                <a:lnTo>
                  <a:pt x="441550" y="126783"/>
                </a:lnTo>
                <a:lnTo>
                  <a:pt x="442451" y="127118"/>
                </a:lnTo>
                <a:lnTo>
                  <a:pt x="443362" y="127432"/>
                </a:lnTo>
                <a:lnTo>
                  <a:pt x="444281" y="127727"/>
                </a:lnTo>
                <a:lnTo>
                  <a:pt x="445209" y="128001"/>
                </a:lnTo>
                <a:lnTo>
                  <a:pt x="446146" y="128255"/>
                </a:lnTo>
                <a:lnTo>
                  <a:pt x="447092" y="128488"/>
                </a:lnTo>
                <a:lnTo>
                  <a:pt x="448047" y="128701"/>
                </a:lnTo>
                <a:lnTo>
                  <a:pt x="449010" y="128894"/>
                </a:lnTo>
                <a:lnTo>
                  <a:pt x="449983" y="129066"/>
                </a:lnTo>
                <a:lnTo>
                  <a:pt x="450965" y="129219"/>
                </a:lnTo>
                <a:lnTo>
                  <a:pt x="451955" y="129351"/>
                </a:lnTo>
                <a:lnTo>
                  <a:pt x="452954" y="129462"/>
                </a:lnTo>
                <a:lnTo>
                  <a:pt x="453963" y="129554"/>
                </a:lnTo>
                <a:lnTo>
                  <a:pt x="454980" y="129625"/>
                </a:lnTo>
                <a:lnTo>
                  <a:pt x="456006" y="129675"/>
                </a:lnTo>
                <a:lnTo>
                  <a:pt x="457041" y="129706"/>
                </a:lnTo>
                <a:lnTo>
                  <a:pt x="458085" y="129716"/>
                </a:lnTo>
                <a:lnTo>
                  <a:pt x="459391" y="129701"/>
                </a:lnTo>
                <a:lnTo>
                  <a:pt x="460679" y="129658"/>
                </a:lnTo>
                <a:lnTo>
                  <a:pt x="461950" y="129585"/>
                </a:lnTo>
                <a:lnTo>
                  <a:pt x="463202" y="129482"/>
                </a:lnTo>
                <a:close/>
                <a:moveTo>
                  <a:pt x="564289" y="129466"/>
                </a:moveTo>
                <a:lnTo>
                  <a:pt x="565298" y="129356"/>
                </a:lnTo>
                <a:lnTo>
                  <a:pt x="566297" y="129226"/>
                </a:lnTo>
                <a:lnTo>
                  <a:pt x="567287" y="129076"/>
                </a:lnTo>
                <a:lnTo>
                  <a:pt x="568266" y="128907"/>
                </a:lnTo>
                <a:lnTo>
                  <a:pt x="569236" y="128717"/>
                </a:lnTo>
                <a:lnTo>
                  <a:pt x="570196" y="128507"/>
                </a:lnTo>
                <a:lnTo>
                  <a:pt x="571146" y="128277"/>
                </a:lnTo>
                <a:lnTo>
                  <a:pt x="572086" y="128027"/>
                </a:lnTo>
                <a:lnTo>
                  <a:pt x="573017" y="127757"/>
                </a:lnTo>
                <a:lnTo>
                  <a:pt x="573937" y="127467"/>
                </a:lnTo>
                <a:lnTo>
                  <a:pt x="574848" y="127157"/>
                </a:lnTo>
                <a:lnTo>
                  <a:pt x="575749" y="126828"/>
                </a:lnTo>
                <a:lnTo>
                  <a:pt x="576640" y="126478"/>
                </a:lnTo>
                <a:lnTo>
                  <a:pt x="577521" y="126108"/>
                </a:lnTo>
                <a:lnTo>
                  <a:pt x="578392" y="125718"/>
                </a:lnTo>
                <a:lnTo>
                  <a:pt x="579254" y="125308"/>
                </a:lnTo>
                <a:lnTo>
                  <a:pt x="580105" y="124879"/>
                </a:lnTo>
                <a:lnTo>
                  <a:pt x="580947" y="124429"/>
                </a:lnTo>
                <a:lnTo>
                  <a:pt x="581779" y="123959"/>
                </a:lnTo>
                <a:lnTo>
                  <a:pt x="582599" y="123471"/>
                </a:lnTo>
                <a:lnTo>
                  <a:pt x="583405" y="122966"/>
                </a:lnTo>
                <a:lnTo>
                  <a:pt x="584196" y="122445"/>
                </a:lnTo>
                <a:lnTo>
                  <a:pt x="584974" y="121907"/>
                </a:lnTo>
                <a:lnTo>
                  <a:pt x="585737" y="121352"/>
                </a:lnTo>
                <a:lnTo>
                  <a:pt x="586486" y="120781"/>
                </a:lnTo>
                <a:lnTo>
                  <a:pt x="587221" y="120193"/>
                </a:lnTo>
                <a:lnTo>
                  <a:pt x="587942" y="119588"/>
                </a:lnTo>
                <a:lnTo>
                  <a:pt x="588648" y="118967"/>
                </a:lnTo>
                <a:lnTo>
                  <a:pt x="589341" y="118329"/>
                </a:lnTo>
                <a:lnTo>
                  <a:pt x="590019" y="117675"/>
                </a:lnTo>
                <a:lnTo>
                  <a:pt x="590683" y="117004"/>
                </a:lnTo>
                <a:lnTo>
                  <a:pt x="591333" y="116316"/>
                </a:lnTo>
                <a:lnTo>
                  <a:pt x="591969" y="115612"/>
                </a:lnTo>
                <a:lnTo>
                  <a:pt x="592591" y="114891"/>
                </a:lnTo>
                <a:lnTo>
                  <a:pt x="593198" y="114154"/>
                </a:lnTo>
                <a:lnTo>
                  <a:pt x="593792" y="113400"/>
                </a:lnTo>
                <a:lnTo>
                  <a:pt x="594371" y="112629"/>
                </a:lnTo>
                <a:lnTo>
                  <a:pt x="594936" y="111842"/>
                </a:lnTo>
                <a:lnTo>
                  <a:pt x="595487" y="111038"/>
                </a:lnTo>
                <a:lnTo>
                  <a:pt x="596023" y="110218"/>
                </a:lnTo>
                <a:lnTo>
                  <a:pt x="596546" y="109381"/>
                </a:lnTo>
                <a:lnTo>
                  <a:pt x="597054" y="108527"/>
                </a:lnTo>
                <a:lnTo>
                  <a:pt x="597549" y="107657"/>
                </a:lnTo>
                <a:lnTo>
                  <a:pt x="598026" y="106772"/>
                </a:lnTo>
                <a:lnTo>
                  <a:pt x="598483" y="105874"/>
                </a:lnTo>
                <a:lnTo>
                  <a:pt x="598920" y="104964"/>
                </a:lnTo>
                <a:lnTo>
                  <a:pt x="599336" y="104041"/>
                </a:lnTo>
                <a:lnTo>
                  <a:pt x="599732" y="103105"/>
                </a:lnTo>
                <a:lnTo>
                  <a:pt x="600108" y="102157"/>
                </a:lnTo>
                <a:lnTo>
                  <a:pt x="600463" y="101196"/>
                </a:lnTo>
                <a:lnTo>
                  <a:pt x="600798" y="100223"/>
                </a:lnTo>
                <a:lnTo>
                  <a:pt x="601113" y="99237"/>
                </a:lnTo>
                <a:lnTo>
                  <a:pt x="601407" y="98238"/>
                </a:lnTo>
                <a:lnTo>
                  <a:pt x="601681" y="97227"/>
                </a:lnTo>
                <a:lnTo>
                  <a:pt x="601935" y="96203"/>
                </a:lnTo>
                <a:lnTo>
                  <a:pt x="602169" y="95167"/>
                </a:lnTo>
                <a:lnTo>
                  <a:pt x="602382" y="94118"/>
                </a:lnTo>
                <a:lnTo>
                  <a:pt x="602575" y="93056"/>
                </a:lnTo>
                <a:lnTo>
                  <a:pt x="602748" y="91982"/>
                </a:lnTo>
                <a:lnTo>
                  <a:pt x="602900" y="90895"/>
                </a:lnTo>
                <a:lnTo>
                  <a:pt x="603032" y="89796"/>
                </a:lnTo>
                <a:lnTo>
                  <a:pt x="603144" y="88684"/>
                </a:lnTo>
                <a:lnTo>
                  <a:pt x="603235" y="87559"/>
                </a:lnTo>
                <a:lnTo>
                  <a:pt x="603306" y="86422"/>
                </a:lnTo>
                <a:lnTo>
                  <a:pt x="603357" y="85272"/>
                </a:lnTo>
                <a:lnTo>
                  <a:pt x="603387" y="84109"/>
                </a:lnTo>
                <a:lnTo>
                  <a:pt x="603397" y="82934"/>
                </a:lnTo>
                <a:lnTo>
                  <a:pt x="603387" y="81759"/>
                </a:lnTo>
                <a:lnTo>
                  <a:pt x="603357" y="80597"/>
                </a:lnTo>
                <a:lnTo>
                  <a:pt x="603307" y="79447"/>
                </a:lnTo>
                <a:lnTo>
                  <a:pt x="603237" y="78309"/>
                </a:lnTo>
                <a:lnTo>
                  <a:pt x="603147" y="77185"/>
                </a:lnTo>
                <a:lnTo>
                  <a:pt x="603037" y="76073"/>
                </a:lnTo>
                <a:lnTo>
                  <a:pt x="602908" y="74973"/>
                </a:lnTo>
                <a:lnTo>
                  <a:pt x="602758" y="73887"/>
                </a:lnTo>
                <a:lnTo>
                  <a:pt x="602588" y="72812"/>
                </a:lnTo>
                <a:lnTo>
                  <a:pt x="602398" y="71751"/>
                </a:lnTo>
                <a:lnTo>
                  <a:pt x="602188" y="70702"/>
                </a:lnTo>
                <a:lnTo>
                  <a:pt x="601958" y="69666"/>
                </a:lnTo>
                <a:lnTo>
                  <a:pt x="601708" y="68642"/>
                </a:lnTo>
                <a:lnTo>
                  <a:pt x="601438" y="67631"/>
                </a:lnTo>
                <a:lnTo>
                  <a:pt x="601148" y="66633"/>
                </a:lnTo>
                <a:lnTo>
                  <a:pt x="600838" y="65647"/>
                </a:lnTo>
                <a:lnTo>
                  <a:pt x="600508" y="64673"/>
                </a:lnTo>
                <a:lnTo>
                  <a:pt x="600158" y="63713"/>
                </a:lnTo>
                <a:lnTo>
                  <a:pt x="599788" y="62765"/>
                </a:lnTo>
                <a:lnTo>
                  <a:pt x="599398" y="61830"/>
                </a:lnTo>
                <a:lnTo>
                  <a:pt x="598988" y="60907"/>
                </a:lnTo>
                <a:lnTo>
                  <a:pt x="598558" y="59997"/>
                </a:lnTo>
                <a:lnTo>
                  <a:pt x="598108" y="59099"/>
                </a:lnTo>
                <a:lnTo>
                  <a:pt x="597638" y="58214"/>
                </a:lnTo>
                <a:lnTo>
                  <a:pt x="597151" y="57344"/>
                </a:lnTo>
                <a:lnTo>
                  <a:pt x="596650" y="56490"/>
                </a:lnTo>
                <a:lnTo>
                  <a:pt x="596134" y="55653"/>
                </a:lnTo>
                <a:lnTo>
                  <a:pt x="595605" y="54832"/>
                </a:lnTo>
                <a:lnTo>
                  <a:pt x="595061" y="54028"/>
                </a:lnTo>
                <a:lnTo>
                  <a:pt x="594504" y="53241"/>
                </a:lnTo>
                <a:lnTo>
                  <a:pt x="593932" y="52470"/>
                </a:lnTo>
                <a:lnTo>
                  <a:pt x="593346" y="51716"/>
                </a:lnTo>
                <a:lnTo>
                  <a:pt x="592745" y="50978"/>
                </a:lnTo>
                <a:lnTo>
                  <a:pt x="592131" y="50257"/>
                </a:lnTo>
                <a:lnTo>
                  <a:pt x="591502" y="49553"/>
                </a:lnTo>
                <a:lnTo>
                  <a:pt x="590860" y="48865"/>
                </a:lnTo>
                <a:lnTo>
                  <a:pt x="590203" y="48194"/>
                </a:lnTo>
                <a:lnTo>
                  <a:pt x="589532" y="47540"/>
                </a:lnTo>
                <a:lnTo>
                  <a:pt x="588847" y="46902"/>
                </a:lnTo>
                <a:lnTo>
                  <a:pt x="588148" y="46281"/>
                </a:lnTo>
                <a:lnTo>
                  <a:pt x="587434" y="45676"/>
                </a:lnTo>
                <a:lnTo>
                  <a:pt x="586707" y="45088"/>
                </a:lnTo>
                <a:lnTo>
                  <a:pt x="585965" y="44517"/>
                </a:lnTo>
                <a:lnTo>
                  <a:pt x="585209" y="43962"/>
                </a:lnTo>
                <a:lnTo>
                  <a:pt x="584439" y="43424"/>
                </a:lnTo>
                <a:lnTo>
                  <a:pt x="583655" y="42902"/>
                </a:lnTo>
                <a:lnTo>
                  <a:pt x="582856" y="42397"/>
                </a:lnTo>
                <a:lnTo>
                  <a:pt x="582044" y="41909"/>
                </a:lnTo>
                <a:lnTo>
                  <a:pt x="581219" y="41439"/>
                </a:lnTo>
                <a:lnTo>
                  <a:pt x="580385" y="40989"/>
                </a:lnTo>
                <a:lnTo>
                  <a:pt x="579540" y="40559"/>
                </a:lnTo>
                <a:lnTo>
                  <a:pt x="578685" y="40149"/>
                </a:lnTo>
                <a:lnTo>
                  <a:pt x="577819" y="39759"/>
                </a:lnTo>
                <a:lnTo>
                  <a:pt x="576944" y="39389"/>
                </a:lnTo>
                <a:lnTo>
                  <a:pt x="576058" y="39039"/>
                </a:lnTo>
                <a:lnTo>
                  <a:pt x="575163" y="38709"/>
                </a:lnTo>
                <a:lnTo>
                  <a:pt x="574257" y="38400"/>
                </a:lnTo>
                <a:lnTo>
                  <a:pt x="573341" y="38110"/>
                </a:lnTo>
                <a:lnTo>
                  <a:pt x="572415" y="37840"/>
                </a:lnTo>
                <a:lnTo>
                  <a:pt x="571478" y="37590"/>
                </a:lnTo>
                <a:lnTo>
                  <a:pt x="570532" y="37360"/>
                </a:lnTo>
                <a:lnTo>
                  <a:pt x="569575" y="37150"/>
                </a:lnTo>
                <a:lnTo>
                  <a:pt x="568608" y="36960"/>
                </a:lnTo>
                <a:lnTo>
                  <a:pt x="567631" y="36790"/>
                </a:lnTo>
                <a:lnTo>
                  <a:pt x="566644" y="36640"/>
                </a:lnTo>
                <a:lnTo>
                  <a:pt x="565647" y="36510"/>
                </a:lnTo>
                <a:lnTo>
                  <a:pt x="564639" y="36400"/>
                </a:lnTo>
                <a:lnTo>
                  <a:pt x="563622" y="36310"/>
                </a:lnTo>
                <a:lnTo>
                  <a:pt x="562594" y="36240"/>
                </a:lnTo>
                <a:lnTo>
                  <a:pt x="561556" y="36190"/>
                </a:lnTo>
                <a:lnTo>
                  <a:pt x="560508" y="36160"/>
                </a:lnTo>
                <a:lnTo>
                  <a:pt x="559449" y="36150"/>
                </a:lnTo>
                <a:lnTo>
                  <a:pt x="558420" y="36160"/>
                </a:lnTo>
                <a:lnTo>
                  <a:pt x="557399" y="36190"/>
                </a:lnTo>
                <a:lnTo>
                  <a:pt x="556386" y="36240"/>
                </a:lnTo>
                <a:lnTo>
                  <a:pt x="555381" y="36310"/>
                </a:lnTo>
                <a:lnTo>
                  <a:pt x="554385" y="36400"/>
                </a:lnTo>
                <a:lnTo>
                  <a:pt x="553397" y="36510"/>
                </a:lnTo>
                <a:lnTo>
                  <a:pt x="552418" y="36640"/>
                </a:lnTo>
                <a:lnTo>
                  <a:pt x="551446" y="36790"/>
                </a:lnTo>
                <a:lnTo>
                  <a:pt x="550483" y="36960"/>
                </a:lnTo>
                <a:lnTo>
                  <a:pt x="549528" y="37150"/>
                </a:lnTo>
                <a:lnTo>
                  <a:pt x="548582" y="37360"/>
                </a:lnTo>
                <a:lnTo>
                  <a:pt x="547644" y="37590"/>
                </a:lnTo>
                <a:lnTo>
                  <a:pt x="546714" y="37840"/>
                </a:lnTo>
                <a:lnTo>
                  <a:pt x="545792" y="38110"/>
                </a:lnTo>
                <a:lnTo>
                  <a:pt x="544879" y="38400"/>
                </a:lnTo>
                <a:lnTo>
                  <a:pt x="543974" y="38709"/>
                </a:lnTo>
                <a:lnTo>
                  <a:pt x="543078" y="39039"/>
                </a:lnTo>
                <a:lnTo>
                  <a:pt x="542189" y="39389"/>
                </a:lnTo>
                <a:lnTo>
                  <a:pt x="541309" y="39759"/>
                </a:lnTo>
                <a:lnTo>
                  <a:pt x="540437" y="40149"/>
                </a:lnTo>
                <a:lnTo>
                  <a:pt x="539574" y="40559"/>
                </a:lnTo>
                <a:lnTo>
                  <a:pt x="538719" y="40989"/>
                </a:lnTo>
                <a:lnTo>
                  <a:pt x="537872" y="41439"/>
                </a:lnTo>
                <a:lnTo>
                  <a:pt x="537033" y="41909"/>
                </a:lnTo>
                <a:lnTo>
                  <a:pt x="536206" y="42397"/>
                </a:lnTo>
                <a:lnTo>
                  <a:pt x="535394" y="42902"/>
                </a:lnTo>
                <a:lnTo>
                  <a:pt x="534597" y="43424"/>
                </a:lnTo>
                <a:lnTo>
                  <a:pt x="533814" y="43962"/>
                </a:lnTo>
                <a:lnTo>
                  <a:pt x="533046" y="44517"/>
                </a:lnTo>
                <a:lnTo>
                  <a:pt x="532293" y="45088"/>
                </a:lnTo>
                <a:lnTo>
                  <a:pt x="531554" y="45676"/>
                </a:lnTo>
                <a:lnTo>
                  <a:pt x="530831" y="46281"/>
                </a:lnTo>
                <a:lnTo>
                  <a:pt x="530122" y="46902"/>
                </a:lnTo>
                <a:lnTo>
                  <a:pt x="529428" y="47540"/>
                </a:lnTo>
                <a:lnTo>
                  <a:pt x="528748" y="48194"/>
                </a:lnTo>
                <a:lnTo>
                  <a:pt x="528084" y="48865"/>
                </a:lnTo>
                <a:lnTo>
                  <a:pt x="527434" y="49553"/>
                </a:lnTo>
                <a:lnTo>
                  <a:pt x="526799" y="50257"/>
                </a:lnTo>
                <a:lnTo>
                  <a:pt x="526179" y="50978"/>
                </a:lnTo>
                <a:lnTo>
                  <a:pt x="525573" y="51716"/>
                </a:lnTo>
                <a:lnTo>
                  <a:pt x="524982" y="52470"/>
                </a:lnTo>
                <a:lnTo>
                  <a:pt x="524406" y="53241"/>
                </a:lnTo>
                <a:lnTo>
                  <a:pt x="523845" y="54028"/>
                </a:lnTo>
                <a:lnTo>
                  <a:pt x="523299" y="54832"/>
                </a:lnTo>
                <a:lnTo>
                  <a:pt x="522767" y="55653"/>
                </a:lnTo>
                <a:lnTo>
                  <a:pt x="522250" y="56490"/>
                </a:lnTo>
                <a:lnTo>
                  <a:pt x="521748" y="57344"/>
                </a:lnTo>
                <a:lnTo>
                  <a:pt x="521261" y="58214"/>
                </a:lnTo>
                <a:lnTo>
                  <a:pt x="520791" y="59099"/>
                </a:lnTo>
                <a:lnTo>
                  <a:pt x="520341" y="59998"/>
                </a:lnTo>
                <a:lnTo>
                  <a:pt x="519911" y="60910"/>
                </a:lnTo>
                <a:lnTo>
                  <a:pt x="519501" y="61834"/>
                </a:lnTo>
                <a:lnTo>
                  <a:pt x="519111" y="62773"/>
                </a:lnTo>
                <a:lnTo>
                  <a:pt x="518741" y="63724"/>
                </a:lnTo>
                <a:lnTo>
                  <a:pt x="518391" y="64688"/>
                </a:lnTo>
                <a:lnTo>
                  <a:pt x="518061" y="65666"/>
                </a:lnTo>
                <a:lnTo>
                  <a:pt x="517751" y="66657"/>
                </a:lnTo>
                <a:lnTo>
                  <a:pt x="517461" y="67661"/>
                </a:lnTo>
                <a:lnTo>
                  <a:pt x="517191" y="68679"/>
                </a:lnTo>
                <a:lnTo>
                  <a:pt x="516941" y="69710"/>
                </a:lnTo>
                <a:lnTo>
                  <a:pt x="516711" y="70754"/>
                </a:lnTo>
                <a:lnTo>
                  <a:pt x="516501" y="71811"/>
                </a:lnTo>
                <a:lnTo>
                  <a:pt x="516311" y="72881"/>
                </a:lnTo>
                <a:lnTo>
                  <a:pt x="516141" y="73965"/>
                </a:lnTo>
                <a:lnTo>
                  <a:pt x="515991" y="75062"/>
                </a:lnTo>
                <a:lnTo>
                  <a:pt x="515861" y="76172"/>
                </a:lnTo>
                <a:lnTo>
                  <a:pt x="515751" y="77295"/>
                </a:lnTo>
                <a:lnTo>
                  <a:pt x="515661" y="78432"/>
                </a:lnTo>
                <a:lnTo>
                  <a:pt x="515591" y="79581"/>
                </a:lnTo>
                <a:lnTo>
                  <a:pt x="515541" y="80744"/>
                </a:lnTo>
                <a:lnTo>
                  <a:pt x="515511" y="81921"/>
                </a:lnTo>
                <a:lnTo>
                  <a:pt x="515501" y="83110"/>
                </a:lnTo>
                <a:lnTo>
                  <a:pt x="515511" y="84271"/>
                </a:lnTo>
                <a:lnTo>
                  <a:pt x="515541" y="85420"/>
                </a:lnTo>
                <a:lnTo>
                  <a:pt x="515590" y="86556"/>
                </a:lnTo>
                <a:lnTo>
                  <a:pt x="515659" y="87681"/>
                </a:lnTo>
                <a:lnTo>
                  <a:pt x="515748" y="88794"/>
                </a:lnTo>
                <a:lnTo>
                  <a:pt x="515856" y="89895"/>
                </a:lnTo>
                <a:lnTo>
                  <a:pt x="515984" y="90983"/>
                </a:lnTo>
                <a:lnTo>
                  <a:pt x="516131" y="92060"/>
                </a:lnTo>
                <a:lnTo>
                  <a:pt x="516299" y="93125"/>
                </a:lnTo>
                <a:lnTo>
                  <a:pt x="516486" y="94178"/>
                </a:lnTo>
                <a:lnTo>
                  <a:pt x="516693" y="95219"/>
                </a:lnTo>
                <a:lnTo>
                  <a:pt x="516919" y="96247"/>
                </a:lnTo>
                <a:lnTo>
                  <a:pt x="517165" y="97264"/>
                </a:lnTo>
                <a:lnTo>
                  <a:pt x="517431" y="98269"/>
                </a:lnTo>
                <a:lnTo>
                  <a:pt x="517716" y="99262"/>
                </a:lnTo>
                <a:lnTo>
                  <a:pt x="518022" y="100243"/>
                </a:lnTo>
                <a:lnTo>
                  <a:pt x="518346" y="101211"/>
                </a:lnTo>
                <a:lnTo>
                  <a:pt x="518691" y="102168"/>
                </a:lnTo>
                <a:lnTo>
                  <a:pt x="519055" y="103113"/>
                </a:lnTo>
                <a:lnTo>
                  <a:pt x="519439" y="104046"/>
                </a:lnTo>
                <a:lnTo>
                  <a:pt x="519843" y="104966"/>
                </a:lnTo>
                <a:lnTo>
                  <a:pt x="520266" y="105875"/>
                </a:lnTo>
                <a:lnTo>
                  <a:pt x="520709" y="106772"/>
                </a:lnTo>
                <a:lnTo>
                  <a:pt x="521172" y="107657"/>
                </a:lnTo>
                <a:lnTo>
                  <a:pt x="521652" y="108527"/>
                </a:lnTo>
                <a:lnTo>
                  <a:pt x="522147" y="109381"/>
                </a:lnTo>
                <a:lnTo>
                  <a:pt x="522656" y="110218"/>
                </a:lnTo>
                <a:lnTo>
                  <a:pt x="523181" y="111038"/>
                </a:lnTo>
                <a:lnTo>
                  <a:pt x="523720" y="111842"/>
                </a:lnTo>
                <a:lnTo>
                  <a:pt x="524274" y="112629"/>
                </a:lnTo>
                <a:lnTo>
                  <a:pt x="524843" y="113400"/>
                </a:lnTo>
                <a:lnTo>
                  <a:pt x="525426" y="114154"/>
                </a:lnTo>
                <a:lnTo>
                  <a:pt x="526024" y="114891"/>
                </a:lnTo>
                <a:lnTo>
                  <a:pt x="526637" y="115612"/>
                </a:lnTo>
                <a:lnTo>
                  <a:pt x="527265" y="116316"/>
                </a:lnTo>
                <a:lnTo>
                  <a:pt x="527907" y="117004"/>
                </a:lnTo>
                <a:lnTo>
                  <a:pt x="528565" y="117675"/>
                </a:lnTo>
                <a:lnTo>
                  <a:pt x="529237" y="118329"/>
                </a:lnTo>
                <a:lnTo>
                  <a:pt x="529923" y="118967"/>
                </a:lnTo>
                <a:lnTo>
                  <a:pt x="530625" y="119588"/>
                </a:lnTo>
                <a:lnTo>
                  <a:pt x="531341" y="120193"/>
                </a:lnTo>
                <a:lnTo>
                  <a:pt x="532072" y="120781"/>
                </a:lnTo>
                <a:lnTo>
                  <a:pt x="532818" y="121352"/>
                </a:lnTo>
                <a:lnTo>
                  <a:pt x="533579" y="121907"/>
                </a:lnTo>
                <a:lnTo>
                  <a:pt x="534354" y="122445"/>
                </a:lnTo>
                <a:lnTo>
                  <a:pt x="535144" y="122966"/>
                </a:lnTo>
                <a:lnTo>
                  <a:pt x="535949" y="123471"/>
                </a:lnTo>
                <a:lnTo>
                  <a:pt x="536768" y="123959"/>
                </a:lnTo>
                <a:lnTo>
                  <a:pt x="537600" y="124429"/>
                </a:lnTo>
                <a:lnTo>
                  <a:pt x="538439" y="124879"/>
                </a:lnTo>
                <a:lnTo>
                  <a:pt x="539288" y="125308"/>
                </a:lnTo>
                <a:lnTo>
                  <a:pt x="540145" y="125718"/>
                </a:lnTo>
                <a:lnTo>
                  <a:pt x="541011" y="126108"/>
                </a:lnTo>
                <a:lnTo>
                  <a:pt x="541885" y="126478"/>
                </a:lnTo>
                <a:lnTo>
                  <a:pt x="542768" y="126828"/>
                </a:lnTo>
                <a:lnTo>
                  <a:pt x="543660" y="127157"/>
                </a:lnTo>
                <a:lnTo>
                  <a:pt x="544560" y="127467"/>
                </a:lnTo>
                <a:lnTo>
                  <a:pt x="545469" y="127757"/>
                </a:lnTo>
                <a:lnTo>
                  <a:pt x="546386" y="128027"/>
                </a:lnTo>
                <a:lnTo>
                  <a:pt x="547312" y="128277"/>
                </a:lnTo>
                <a:lnTo>
                  <a:pt x="548246" y="128507"/>
                </a:lnTo>
                <a:lnTo>
                  <a:pt x="549190" y="128717"/>
                </a:lnTo>
                <a:lnTo>
                  <a:pt x="550141" y="128907"/>
                </a:lnTo>
                <a:lnTo>
                  <a:pt x="551102" y="129076"/>
                </a:lnTo>
                <a:lnTo>
                  <a:pt x="552071" y="129226"/>
                </a:lnTo>
                <a:lnTo>
                  <a:pt x="553049" y="129356"/>
                </a:lnTo>
                <a:lnTo>
                  <a:pt x="554035" y="129466"/>
                </a:lnTo>
                <a:lnTo>
                  <a:pt x="555030" y="129556"/>
                </a:lnTo>
                <a:lnTo>
                  <a:pt x="556033" y="129626"/>
                </a:lnTo>
                <a:lnTo>
                  <a:pt x="557045" y="129676"/>
                </a:lnTo>
                <a:lnTo>
                  <a:pt x="558066" y="129706"/>
                </a:lnTo>
                <a:lnTo>
                  <a:pt x="559095" y="129716"/>
                </a:lnTo>
                <a:lnTo>
                  <a:pt x="560154" y="129706"/>
                </a:lnTo>
                <a:lnTo>
                  <a:pt x="561202" y="129676"/>
                </a:lnTo>
                <a:lnTo>
                  <a:pt x="562241" y="129626"/>
                </a:lnTo>
                <a:lnTo>
                  <a:pt x="563270" y="129556"/>
                </a:lnTo>
                <a:lnTo>
                  <a:pt x="564289" y="129466"/>
                </a:lnTo>
                <a:close/>
                <a:moveTo>
                  <a:pt x="556149" y="116793"/>
                </a:moveTo>
                <a:lnTo>
                  <a:pt x="555536" y="116720"/>
                </a:lnTo>
                <a:lnTo>
                  <a:pt x="554927" y="116634"/>
                </a:lnTo>
                <a:lnTo>
                  <a:pt x="554321" y="116535"/>
                </a:lnTo>
                <a:lnTo>
                  <a:pt x="553720" y="116423"/>
                </a:lnTo>
                <a:lnTo>
                  <a:pt x="553123" y="116297"/>
                </a:lnTo>
                <a:lnTo>
                  <a:pt x="552530" y="116158"/>
                </a:lnTo>
                <a:lnTo>
                  <a:pt x="551941" y="116006"/>
                </a:lnTo>
                <a:lnTo>
                  <a:pt x="551356" y="115841"/>
                </a:lnTo>
                <a:lnTo>
                  <a:pt x="550775" y="115662"/>
                </a:lnTo>
                <a:lnTo>
                  <a:pt x="550198" y="115470"/>
                </a:lnTo>
                <a:lnTo>
                  <a:pt x="549625" y="115265"/>
                </a:lnTo>
                <a:lnTo>
                  <a:pt x="549055" y="115047"/>
                </a:lnTo>
                <a:lnTo>
                  <a:pt x="548490" y="114816"/>
                </a:lnTo>
                <a:lnTo>
                  <a:pt x="547929" y="114571"/>
                </a:lnTo>
                <a:lnTo>
                  <a:pt x="547372" y="114313"/>
                </a:lnTo>
                <a:lnTo>
                  <a:pt x="546819" y="114042"/>
                </a:lnTo>
                <a:lnTo>
                  <a:pt x="546270" y="113757"/>
                </a:lnTo>
                <a:lnTo>
                  <a:pt x="545724" y="113460"/>
                </a:lnTo>
                <a:lnTo>
                  <a:pt x="545183" y="113149"/>
                </a:lnTo>
                <a:lnTo>
                  <a:pt x="544648" y="112825"/>
                </a:lnTo>
                <a:lnTo>
                  <a:pt x="544122" y="112487"/>
                </a:lnTo>
                <a:lnTo>
                  <a:pt x="543605" y="112137"/>
                </a:lnTo>
                <a:lnTo>
                  <a:pt x="543096" y="111773"/>
                </a:lnTo>
                <a:lnTo>
                  <a:pt x="542596" y="111396"/>
                </a:lnTo>
                <a:lnTo>
                  <a:pt x="542104" y="111006"/>
                </a:lnTo>
                <a:lnTo>
                  <a:pt x="541621" y="110602"/>
                </a:lnTo>
                <a:lnTo>
                  <a:pt x="541147" y="110185"/>
                </a:lnTo>
                <a:lnTo>
                  <a:pt x="540681" y="109755"/>
                </a:lnTo>
                <a:lnTo>
                  <a:pt x="540224" y="109312"/>
                </a:lnTo>
                <a:lnTo>
                  <a:pt x="539775" y="108856"/>
                </a:lnTo>
                <a:lnTo>
                  <a:pt x="539335" y="108386"/>
                </a:lnTo>
                <a:lnTo>
                  <a:pt x="538904" y="107903"/>
                </a:lnTo>
                <a:lnTo>
                  <a:pt x="538481" y="107407"/>
                </a:lnTo>
                <a:lnTo>
                  <a:pt x="538067" y="106898"/>
                </a:lnTo>
                <a:lnTo>
                  <a:pt x="537661" y="106375"/>
                </a:lnTo>
                <a:lnTo>
                  <a:pt x="537264" y="105840"/>
                </a:lnTo>
                <a:lnTo>
                  <a:pt x="536876" y="105291"/>
                </a:lnTo>
                <a:lnTo>
                  <a:pt x="536496" y="104728"/>
                </a:lnTo>
                <a:lnTo>
                  <a:pt x="536125" y="104153"/>
                </a:lnTo>
                <a:lnTo>
                  <a:pt x="535763" y="103564"/>
                </a:lnTo>
                <a:lnTo>
                  <a:pt x="535409" y="102962"/>
                </a:lnTo>
                <a:lnTo>
                  <a:pt x="535063" y="102347"/>
                </a:lnTo>
                <a:lnTo>
                  <a:pt x="534727" y="101719"/>
                </a:lnTo>
                <a:lnTo>
                  <a:pt x="534402" y="101078"/>
                </a:lnTo>
                <a:lnTo>
                  <a:pt x="534090" y="100424"/>
                </a:lnTo>
                <a:lnTo>
                  <a:pt x="533793" y="99759"/>
                </a:lnTo>
                <a:lnTo>
                  <a:pt x="533509" y="99080"/>
                </a:lnTo>
                <a:lnTo>
                  <a:pt x="533239" y="98390"/>
                </a:lnTo>
                <a:lnTo>
                  <a:pt x="532983" y="97687"/>
                </a:lnTo>
                <a:lnTo>
                  <a:pt x="532741" y="96972"/>
                </a:lnTo>
                <a:lnTo>
                  <a:pt x="532513" y="96245"/>
                </a:lnTo>
                <a:lnTo>
                  <a:pt x="532298" y="95505"/>
                </a:lnTo>
                <a:lnTo>
                  <a:pt x="532097" y="94754"/>
                </a:lnTo>
                <a:lnTo>
                  <a:pt x="531911" y="93989"/>
                </a:lnTo>
                <a:lnTo>
                  <a:pt x="531738" y="93213"/>
                </a:lnTo>
                <a:lnTo>
                  <a:pt x="531578" y="92424"/>
                </a:lnTo>
                <a:lnTo>
                  <a:pt x="531433" y="91623"/>
                </a:lnTo>
                <a:lnTo>
                  <a:pt x="531302" y="90809"/>
                </a:lnTo>
                <a:lnTo>
                  <a:pt x="531184" y="89984"/>
                </a:lnTo>
                <a:lnTo>
                  <a:pt x="531080" y="89145"/>
                </a:lnTo>
                <a:lnTo>
                  <a:pt x="530990" y="88295"/>
                </a:lnTo>
                <a:lnTo>
                  <a:pt x="530914" y="87432"/>
                </a:lnTo>
                <a:lnTo>
                  <a:pt x="530852" y="86557"/>
                </a:lnTo>
                <a:lnTo>
                  <a:pt x="530803" y="85670"/>
                </a:lnTo>
                <a:lnTo>
                  <a:pt x="530769" y="84770"/>
                </a:lnTo>
                <a:lnTo>
                  <a:pt x="530748" y="83858"/>
                </a:lnTo>
                <a:lnTo>
                  <a:pt x="530741" y="82934"/>
                </a:lnTo>
                <a:lnTo>
                  <a:pt x="530748" y="81996"/>
                </a:lnTo>
                <a:lnTo>
                  <a:pt x="530769" y="81071"/>
                </a:lnTo>
                <a:lnTo>
                  <a:pt x="530803" y="80159"/>
                </a:lnTo>
                <a:lnTo>
                  <a:pt x="530852" y="79260"/>
                </a:lnTo>
                <a:lnTo>
                  <a:pt x="530914" y="78374"/>
                </a:lnTo>
                <a:lnTo>
                  <a:pt x="530990" y="77502"/>
                </a:lnTo>
                <a:lnTo>
                  <a:pt x="531080" y="76643"/>
                </a:lnTo>
                <a:lnTo>
                  <a:pt x="531184" y="75797"/>
                </a:lnTo>
                <a:lnTo>
                  <a:pt x="531302" y="74965"/>
                </a:lnTo>
                <a:lnTo>
                  <a:pt x="531433" y="74145"/>
                </a:lnTo>
                <a:lnTo>
                  <a:pt x="531578" y="73339"/>
                </a:lnTo>
                <a:lnTo>
                  <a:pt x="531738" y="72546"/>
                </a:lnTo>
                <a:lnTo>
                  <a:pt x="531911" y="71766"/>
                </a:lnTo>
                <a:lnTo>
                  <a:pt x="532097" y="71000"/>
                </a:lnTo>
                <a:lnTo>
                  <a:pt x="532298" y="70247"/>
                </a:lnTo>
                <a:lnTo>
                  <a:pt x="532513" y="69507"/>
                </a:lnTo>
                <a:lnTo>
                  <a:pt x="532741" y="68780"/>
                </a:lnTo>
                <a:lnTo>
                  <a:pt x="532983" y="68066"/>
                </a:lnTo>
                <a:lnTo>
                  <a:pt x="533239" y="67366"/>
                </a:lnTo>
                <a:lnTo>
                  <a:pt x="533509" y="66679"/>
                </a:lnTo>
                <a:lnTo>
                  <a:pt x="533793" y="66005"/>
                </a:lnTo>
                <a:lnTo>
                  <a:pt x="534090" y="65345"/>
                </a:lnTo>
                <a:lnTo>
                  <a:pt x="534402" y="64697"/>
                </a:lnTo>
                <a:lnTo>
                  <a:pt x="534727" y="64063"/>
                </a:lnTo>
                <a:lnTo>
                  <a:pt x="535064" y="63442"/>
                </a:lnTo>
                <a:lnTo>
                  <a:pt x="535410" y="62833"/>
                </a:lnTo>
                <a:lnTo>
                  <a:pt x="535765" y="62238"/>
                </a:lnTo>
                <a:lnTo>
                  <a:pt x="536130" y="61655"/>
                </a:lnTo>
                <a:lnTo>
                  <a:pt x="536504" y="61086"/>
                </a:lnTo>
                <a:lnTo>
                  <a:pt x="536887" y="60529"/>
                </a:lnTo>
                <a:lnTo>
                  <a:pt x="537279" y="59985"/>
                </a:lnTo>
                <a:lnTo>
                  <a:pt x="537681" y="59455"/>
                </a:lnTo>
                <a:lnTo>
                  <a:pt x="538092" y="58937"/>
                </a:lnTo>
                <a:lnTo>
                  <a:pt x="538512" y="58432"/>
                </a:lnTo>
                <a:lnTo>
                  <a:pt x="538941" y="57940"/>
                </a:lnTo>
                <a:lnTo>
                  <a:pt x="539380" y="57461"/>
                </a:lnTo>
                <a:lnTo>
                  <a:pt x="539827" y="56994"/>
                </a:lnTo>
                <a:lnTo>
                  <a:pt x="540284" y="56541"/>
                </a:lnTo>
                <a:lnTo>
                  <a:pt x="540751" y="56101"/>
                </a:lnTo>
                <a:lnTo>
                  <a:pt x="541226" y="55673"/>
                </a:lnTo>
                <a:lnTo>
                  <a:pt x="541711" y="55259"/>
                </a:lnTo>
                <a:lnTo>
                  <a:pt x="542205" y="54857"/>
                </a:lnTo>
                <a:lnTo>
                  <a:pt x="542708" y="54469"/>
                </a:lnTo>
                <a:lnTo>
                  <a:pt x="543220" y="54093"/>
                </a:lnTo>
                <a:lnTo>
                  <a:pt x="543742" y="53730"/>
                </a:lnTo>
                <a:lnTo>
                  <a:pt x="544272" y="53381"/>
                </a:lnTo>
                <a:lnTo>
                  <a:pt x="544812" y="53044"/>
                </a:lnTo>
                <a:lnTo>
                  <a:pt x="545362" y="52720"/>
                </a:lnTo>
                <a:lnTo>
                  <a:pt x="545917" y="52409"/>
                </a:lnTo>
                <a:lnTo>
                  <a:pt x="546475" y="52111"/>
                </a:lnTo>
                <a:lnTo>
                  <a:pt x="547036" y="51827"/>
                </a:lnTo>
                <a:lnTo>
                  <a:pt x="547599" y="51556"/>
                </a:lnTo>
                <a:lnTo>
                  <a:pt x="548165" y="51298"/>
                </a:lnTo>
                <a:lnTo>
                  <a:pt x="548735" y="51053"/>
                </a:lnTo>
                <a:lnTo>
                  <a:pt x="549306" y="50821"/>
                </a:lnTo>
                <a:lnTo>
                  <a:pt x="549881" y="50603"/>
                </a:lnTo>
                <a:lnTo>
                  <a:pt x="550458" y="50398"/>
                </a:lnTo>
                <a:lnTo>
                  <a:pt x="551038" y="50206"/>
                </a:lnTo>
                <a:lnTo>
                  <a:pt x="551621" y="50028"/>
                </a:lnTo>
                <a:lnTo>
                  <a:pt x="552207" y="49862"/>
                </a:lnTo>
                <a:lnTo>
                  <a:pt x="552795" y="49710"/>
                </a:lnTo>
                <a:lnTo>
                  <a:pt x="553386" y="49571"/>
                </a:lnTo>
                <a:lnTo>
                  <a:pt x="553980" y="49446"/>
                </a:lnTo>
                <a:lnTo>
                  <a:pt x="554577" y="49333"/>
                </a:lnTo>
                <a:lnTo>
                  <a:pt x="555176" y="49234"/>
                </a:lnTo>
                <a:lnTo>
                  <a:pt x="555778" y="49148"/>
                </a:lnTo>
                <a:lnTo>
                  <a:pt x="556383" y="49075"/>
                </a:lnTo>
                <a:lnTo>
                  <a:pt x="556991" y="49016"/>
                </a:lnTo>
                <a:lnTo>
                  <a:pt x="557602" y="48969"/>
                </a:lnTo>
                <a:lnTo>
                  <a:pt x="558215" y="48936"/>
                </a:lnTo>
                <a:lnTo>
                  <a:pt x="558831" y="48916"/>
                </a:lnTo>
                <a:lnTo>
                  <a:pt x="559449" y="48910"/>
                </a:lnTo>
                <a:lnTo>
                  <a:pt x="560097" y="48916"/>
                </a:lnTo>
                <a:lnTo>
                  <a:pt x="560740" y="48936"/>
                </a:lnTo>
                <a:lnTo>
                  <a:pt x="561378" y="48969"/>
                </a:lnTo>
                <a:lnTo>
                  <a:pt x="562012" y="49016"/>
                </a:lnTo>
                <a:lnTo>
                  <a:pt x="562641" y="49075"/>
                </a:lnTo>
                <a:lnTo>
                  <a:pt x="563265" y="49148"/>
                </a:lnTo>
                <a:lnTo>
                  <a:pt x="563885" y="49234"/>
                </a:lnTo>
                <a:lnTo>
                  <a:pt x="564500" y="49333"/>
                </a:lnTo>
                <a:lnTo>
                  <a:pt x="565111" y="49446"/>
                </a:lnTo>
                <a:lnTo>
                  <a:pt x="565717" y="49571"/>
                </a:lnTo>
                <a:lnTo>
                  <a:pt x="566318" y="49710"/>
                </a:lnTo>
                <a:lnTo>
                  <a:pt x="566915" y="49862"/>
                </a:lnTo>
                <a:lnTo>
                  <a:pt x="567507" y="50028"/>
                </a:lnTo>
                <a:lnTo>
                  <a:pt x="568095" y="50206"/>
                </a:lnTo>
                <a:lnTo>
                  <a:pt x="568678" y="50398"/>
                </a:lnTo>
                <a:lnTo>
                  <a:pt x="569256" y="50603"/>
                </a:lnTo>
                <a:lnTo>
                  <a:pt x="569830" y="50821"/>
                </a:lnTo>
                <a:lnTo>
                  <a:pt x="570399" y="51053"/>
                </a:lnTo>
                <a:lnTo>
                  <a:pt x="570963" y="51298"/>
                </a:lnTo>
                <a:lnTo>
                  <a:pt x="571523" y="51556"/>
                </a:lnTo>
                <a:lnTo>
                  <a:pt x="572078" y="51827"/>
                </a:lnTo>
                <a:lnTo>
                  <a:pt x="572628" y="52111"/>
                </a:lnTo>
                <a:lnTo>
                  <a:pt x="573174" y="52409"/>
                </a:lnTo>
                <a:lnTo>
                  <a:pt x="573716" y="52720"/>
                </a:lnTo>
                <a:lnTo>
                  <a:pt x="574250" y="53044"/>
                </a:lnTo>
                <a:lnTo>
                  <a:pt x="574776" y="53381"/>
                </a:lnTo>
                <a:lnTo>
                  <a:pt x="575294" y="53730"/>
                </a:lnTo>
                <a:lnTo>
                  <a:pt x="575803" y="54093"/>
                </a:lnTo>
                <a:lnTo>
                  <a:pt x="576303" y="54469"/>
                </a:lnTo>
                <a:lnTo>
                  <a:pt x="576795" y="54857"/>
                </a:lnTo>
                <a:lnTo>
                  <a:pt x="577278" y="55259"/>
                </a:lnTo>
                <a:lnTo>
                  <a:pt x="577752" y="55673"/>
                </a:lnTo>
                <a:lnTo>
                  <a:pt x="578218" y="56101"/>
                </a:lnTo>
                <a:lnTo>
                  <a:pt x="578675" y="56541"/>
                </a:lnTo>
                <a:lnTo>
                  <a:pt x="579123" y="56994"/>
                </a:lnTo>
                <a:lnTo>
                  <a:pt x="579563" y="57461"/>
                </a:lnTo>
                <a:lnTo>
                  <a:pt x="579994" y="57940"/>
                </a:lnTo>
                <a:lnTo>
                  <a:pt x="580417" y="58432"/>
                </a:lnTo>
                <a:lnTo>
                  <a:pt x="580831" y="58937"/>
                </a:lnTo>
                <a:lnTo>
                  <a:pt x="581236" y="59455"/>
                </a:lnTo>
                <a:lnTo>
                  <a:pt x="581633" y="59985"/>
                </a:lnTo>
                <a:lnTo>
                  <a:pt x="582021" y="60529"/>
                </a:lnTo>
                <a:lnTo>
                  <a:pt x="582401" y="61086"/>
                </a:lnTo>
                <a:lnTo>
                  <a:pt x="582772" y="61655"/>
                </a:lnTo>
                <a:lnTo>
                  <a:pt x="583134" y="62238"/>
                </a:lnTo>
                <a:lnTo>
                  <a:pt x="583488" y="62833"/>
                </a:lnTo>
                <a:lnTo>
                  <a:pt x="583833" y="63442"/>
                </a:lnTo>
                <a:lnTo>
                  <a:pt x="584169" y="64063"/>
                </a:lnTo>
                <a:lnTo>
                  <a:pt x="584495" y="64697"/>
                </a:lnTo>
                <a:lnTo>
                  <a:pt x="584806" y="65345"/>
                </a:lnTo>
                <a:lnTo>
                  <a:pt x="585104" y="66005"/>
                </a:lnTo>
                <a:lnTo>
                  <a:pt x="585388" y="66679"/>
                </a:lnTo>
                <a:lnTo>
                  <a:pt x="585658" y="67366"/>
                </a:lnTo>
                <a:lnTo>
                  <a:pt x="585914" y="68066"/>
                </a:lnTo>
                <a:lnTo>
                  <a:pt x="586157" y="68780"/>
                </a:lnTo>
                <a:lnTo>
                  <a:pt x="586385" y="69507"/>
                </a:lnTo>
                <a:lnTo>
                  <a:pt x="586600" y="70247"/>
                </a:lnTo>
                <a:lnTo>
                  <a:pt x="586801" y="71000"/>
                </a:lnTo>
                <a:lnTo>
                  <a:pt x="586988" y="71766"/>
                </a:lnTo>
                <a:lnTo>
                  <a:pt x="587161" y="72546"/>
                </a:lnTo>
                <a:lnTo>
                  <a:pt x="587320" y="73339"/>
                </a:lnTo>
                <a:lnTo>
                  <a:pt x="587465" y="74145"/>
                </a:lnTo>
                <a:lnTo>
                  <a:pt x="587597" y="74965"/>
                </a:lnTo>
                <a:lnTo>
                  <a:pt x="587715" y="75797"/>
                </a:lnTo>
                <a:lnTo>
                  <a:pt x="587818" y="76643"/>
                </a:lnTo>
                <a:lnTo>
                  <a:pt x="587908" y="77502"/>
                </a:lnTo>
                <a:lnTo>
                  <a:pt x="587985" y="78374"/>
                </a:lnTo>
                <a:lnTo>
                  <a:pt x="588047" y="79260"/>
                </a:lnTo>
                <a:lnTo>
                  <a:pt x="588095" y="80159"/>
                </a:lnTo>
                <a:lnTo>
                  <a:pt x="588130" y="81071"/>
                </a:lnTo>
                <a:lnTo>
                  <a:pt x="588151" y="81996"/>
                </a:lnTo>
                <a:lnTo>
                  <a:pt x="588158" y="82934"/>
                </a:lnTo>
                <a:lnTo>
                  <a:pt x="588151" y="83858"/>
                </a:lnTo>
                <a:lnTo>
                  <a:pt x="588129" y="84770"/>
                </a:lnTo>
                <a:lnTo>
                  <a:pt x="588094" y="85670"/>
                </a:lnTo>
                <a:lnTo>
                  <a:pt x="588044" y="86557"/>
                </a:lnTo>
                <a:lnTo>
                  <a:pt x="587981" y="87432"/>
                </a:lnTo>
                <a:lnTo>
                  <a:pt x="587903" y="88295"/>
                </a:lnTo>
                <a:lnTo>
                  <a:pt x="587811" y="89145"/>
                </a:lnTo>
                <a:lnTo>
                  <a:pt x="587705" y="89984"/>
                </a:lnTo>
                <a:lnTo>
                  <a:pt x="587584" y="90809"/>
                </a:lnTo>
                <a:lnTo>
                  <a:pt x="587450" y="91623"/>
                </a:lnTo>
                <a:lnTo>
                  <a:pt x="587301" y="92424"/>
                </a:lnTo>
                <a:lnTo>
                  <a:pt x="587138" y="93213"/>
                </a:lnTo>
                <a:lnTo>
                  <a:pt x="586961" y="93989"/>
                </a:lnTo>
                <a:lnTo>
                  <a:pt x="586770" y="94754"/>
                </a:lnTo>
                <a:lnTo>
                  <a:pt x="586565" y="95505"/>
                </a:lnTo>
                <a:lnTo>
                  <a:pt x="586345" y="96245"/>
                </a:lnTo>
                <a:lnTo>
                  <a:pt x="586112" y="96972"/>
                </a:lnTo>
                <a:lnTo>
                  <a:pt x="585864" y="97687"/>
                </a:lnTo>
                <a:lnTo>
                  <a:pt x="585602" y="98390"/>
                </a:lnTo>
                <a:lnTo>
                  <a:pt x="585326" y="99080"/>
                </a:lnTo>
                <a:lnTo>
                  <a:pt x="585036" y="99759"/>
                </a:lnTo>
                <a:lnTo>
                  <a:pt x="584731" y="100424"/>
                </a:lnTo>
                <a:lnTo>
                  <a:pt x="584413" y="101078"/>
                </a:lnTo>
                <a:lnTo>
                  <a:pt x="584080" y="101719"/>
                </a:lnTo>
                <a:lnTo>
                  <a:pt x="583736" y="102347"/>
                </a:lnTo>
                <a:lnTo>
                  <a:pt x="583384" y="102962"/>
                </a:lnTo>
                <a:lnTo>
                  <a:pt x="583023" y="103564"/>
                </a:lnTo>
                <a:lnTo>
                  <a:pt x="582653" y="104153"/>
                </a:lnTo>
                <a:lnTo>
                  <a:pt x="582275" y="104728"/>
                </a:lnTo>
                <a:lnTo>
                  <a:pt x="581888" y="105291"/>
                </a:lnTo>
                <a:lnTo>
                  <a:pt x="581492" y="105840"/>
                </a:lnTo>
                <a:lnTo>
                  <a:pt x="581088" y="106375"/>
                </a:lnTo>
                <a:lnTo>
                  <a:pt x="580675" y="106898"/>
                </a:lnTo>
                <a:lnTo>
                  <a:pt x="580253" y="107407"/>
                </a:lnTo>
                <a:lnTo>
                  <a:pt x="579823" y="107903"/>
                </a:lnTo>
                <a:lnTo>
                  <a:pt x="579385" y="108386"/>
                </a:lnTo>
                <a:lnTo>
                  <a:pt x="578937" y="108856"/>
                </a:lnTo>
                <a:lnTo>
                  <a:pt x="578481" y="109312"/>
                </a:lnTo>
                <a:lnTo>
                  <a:pt x="578017" y="109755"/>
                </a:lnTo>
                <a:lnTo>
                  <a:pt x="577544" y="110185"/>
                </a:lnTo>
                <a:lnTo>
                  <a:pt x="577062" y="110602"/>
                </a:lnTo>
                <a:lnTo>
                  <a:pt x="576571" y="111006"/>
                </a:lnTo>
                <a:lnTo>
                  <a:pt x="576072" y="111396"/>
                </a:lnTo>
                <a:lnTo>
                  <a:pt x="575565" y="111773"/>
                </a:lnTo>
                <a:lnTo>
                  <a:pt x="575049" y="112137"/>
                </a:lnTo>
                <a:lnTo>
                  <a:pt x="574524" y="112487"/>
                </a:lnTo>
                <a:lnTo>
                  <a:pt x="573990" y="112825"/>
                </a:lnTo>
                <a:lnTo>
                  <a:pt x="573448" y="113149"/>
                </a:lnTo>
                <a:lnTo>
                  <a:pt x="572900" y="113460"/>
                </a:lnTo>
                <a:lnTo>
                  <a:pt x="572348" y="113757"/>
                </a:lnTo>
                <a:lnTo>
                  <a:pt x="571793" y="114042"/>
                </a:lnTo>
                <a:lnTo>
                  <a:pt x="571234" y="114313"/>
                </a:lnTo>
                <a:lnTo>
                  <a:pt x="570671" y="114571"/>
                </a:lnTo>
                <a:lnTo>
                  <a:pt x="570104" y="114816"/>
                </a:lnTo>
                <a:lnTo>
                  <a:pt x="569534" y="115047"/>
                </a:lnTo>
                <a:lnTo>
                  <a:pt x="568960" y="115265"/>
                </a:lnTo>
                <a:lnTo>
                  <a:pt x="568382" y="115470"/>
                </a:lnTo>
                <a:lnTo>
                  <a:pt x="567801" y="115662"/>
                </a:lnTo>
                <a:lnTo>
                  <a:pt x="567216" y="115841"/>
                </a:lnTo>
                <a:lnTo>
                  <a:pt x="566627" y="116006"/>
                </a:lnTo>
                <a:lnTo>
                  <a:pt x="566035" y="116158"/>
                </a:lnTo>
                <a:lnTo>
                  <a:pt x="565439" y="116297"/>
                </a:lnTo>
                <a:lnTo>
                  <a:pt x="564839" y="116423"/>
                </a:lnTo>
                <a:lnTo>
                  <a:pt x="564235" y="116535"/>
                </a:lnTo>
                <a:lnTo>
                  <a:pt x="563628" y="116634"/>
                </a:lnTo>
                <a:lnTo>
                  <a:pt x="563017" y="116720"/>
                </a:lnTo>
                <a:lnTo>
                  <a:pt x="562402" y="116793"/>
                </a:lnTo>
                <a:lnTo>
                  <a:pt x="561784" y="116853"/>
                </a:lnTo>
                <a:lnTo>
                  <a:pt x="561162" y="116899"/>
                </a:lnTo>
                <a:lnTo>
                  <a:pt x="560536" y="116932"/>
                </a:lnTo>
                <a:lnTo>
                  <a:pt x="559907" y="116952"/>
                </a:lnTo>
                <a:lnTo>
                  <a:pt x="559274" y="116959"/>
                </a:lnTo>
                <a:lnTo>
                  <a:pt x="558641" y="116952"/>
                </a:lnTo>
                <a:lnTo>
                  <a:pt x="558012" y="116932"/>
                </a:lnTo>
                <a:lnTo>
                  <a:pt x="557387" y="116899"/>
                </a:lnTo>
                <a:lnTo>
                  <a:pt x="556766" y="116853"/>
                </a:lnTo>
                <a:lnTo>
                  <a:pt x="556149" y="116793"/>
                </a:lnTo>
                <a:close/>
                <a:moveTo>
                  <a:pt x="815926" y="85489"/>
                </a:moveTo>
                <a:lnTo>
                  <a:pt x="815938" y="85291"/>
                </a:lnTo>
                <a:lnTo>
                  <a:pt x="815949" y="85094"/>
                </a:lnTo>
                <a:lnTo>
                  <a:pt x="815960" y="84899"/>
                </a:lnTo>
                <a:lnTo>
                  <a:pt x="815970" y="84707"/>
                </a:lnTo>
                <a:lnTo>
                  <a:pt x="815979" y="84516"/>
                </a:lnTo>
                <a:lnTo>
                  <a:pt x="815988" y="84326"/>
                </a:lnTo>
                <a:lnTo>
                  <a:pt x="815996" y="84139"/>
                </a:lnTo>
                <a:lnTo>
                  <a:pt x="816004" y="83954"/>
                </a:lnTo>
                <a:lnTo>
                  <a:pt x="816011" y="83770"/>
                </a:lnTo>
                <a:lnTo>
                  <a:pt x="816017" y="83588"/>
                </a:lnTo>
                <a:lnTo>
                  <a:pt x="816023" y="83408"/>
                </a:lnTo>
                <a:lnTo>
                  <a:pt x="816028" y="83230"/>
                </a:lnTo>
                <a:lnTo>
                  <a:pt x="816033" y="83054"/>
                </a:lnTo>
                <a:lnTo>
                  <a:pt x="816037" y="82879"/>
                </a:lnTo>
                <a:lnTo>
                  <a:pt x="816040" y="82707"/>
                </a:lnTo>
                <a:lnTo>
                  <a:pt x="816043" y="82536"/>
                </a:lnTo>
                <a:lnTo>
                  <a:pt x="816045" y="82367"/>
                </a:lnTo>
                <a:lnTo>
                  <a:pt x="816047" y="82200"/>
                </a:lnTo>
                <a:lnTo>
                  <a:pt x="816048" y="82035"/>
                </a:lnTo>
                <a:lnTo>
                  <a:pt x="816048" y="81872"/>
                </a:lnTo>
                <a:lnTo>
                  <a:pt x="816048" y="81709"/>
                </a:lnTo>
                <a:lnTo>
                  <a:pt x="816048" y="81548"/>
                </a:lnTo>
                <a:lnTo>
                  <a:pt x="816048" y="81387"/>
                </a:lnTo>
                <a:lnTo>
                  <a:pt x="816048" y="81227"/>
                </a:lnTo>
                <a:lnTo>
                  <a:pt x="816048" y="81067"/>
                </a:lnTo>
                <a:lnTo>
                  <a:pt x="816048" y="80908"/>
                </a:lnTo>
                <a:lnTo>
                  <a:pt x="816048" y="80749"/>
                </a:lnTo>
                <a:lnTo>
                  <a:pt x="816048" y="80591"/>
                </a:lnTo>
                <a:lnTo>
                  <a:pt x="816048" y="80434"/>
                </a:lnTo>
                <a:lnTo>
                  <a:pt x="816048" y="80277"/>
                </a:lnTo>
                <a:lnTo>
                  <a:pt x="816048" y="80121"/>
                </a:lnTo>
                <a:lnTo>
                  <a:pt x="816048" y="79966"/>
                </a:lnTo>
                <a:lnTo>
                  <a:pt x="816048" y="79811"/>
                </a:lnTo>
                <a:lnTo>
                  <a:pt x="816048" y="79657"/>
                </a:lnTo>
                <a:lnTo>
                  <a:pt x="816048" y="79503"/>
                </a:lnTo>
                <a:lnTo>
                  <a:pt x="816048" y="79350"/>
                </a:lnTo>
                <a:lnTo>
                  <a:pt x="816048" y="79198"/>
                </a:lnTo>
                <a:lnTo>
                  <a:pt x="816048" y="79046"/>
                </a:lnTo>
                <a:lnTo>
                  <a:pt x="816048" y="78895"/>
                </a:lnTo>
                <a:lnTo>
                  <a:pt x="816048" y="78744"/>
                </a:lnTo>
                <a:lnTo>
                  <a:pt x="816048" y="78594"/>
                </a:lnTo>
                <a:lnTo>
                  <a:pt x="816048" y="78445"/>
                </a:lnTo>
                <a:lnTo>
                  <a:pt x="816048" y="78296"/>
                </a:lnTo>
                <a:lnTo>
                  <a:pt x="816048" y="78148"/>
                </a:lnTo>
                <a:lnTo>
                  <a:pt x="816039" y="77206"/>
                </a:lnTo>
                <a:lnTo>
                  <a:pt x="816014" y="76271"/>
                </a:lnTo>
                <a:lnTo>
                  <a:pt x="815972" y="75342"/>
                </a:lnTo>
                <a:lnTo>
                  <a:pt x="815912" y="74420"/>
                </a:lnTo>
                <a:lnTo>
                  <a:pt x="815836" y="73504"/>
                </a:lnTo>
                <a:lnTo>
                  <a:pt x="815743" y="72594"/>
                </a:lnTo>
                <a:lnTo>
                  <a:pt x="815633" y="71691"/>
                </a:lnTo>
                <a:lnTo>
                  <a:pt x="815506" y="70794"/>
                </a:lnTo>
                <a:lnTo>
                  <a:pt x="815363" y="69904"/>
                </a:lnTo>
                <a:lnTo>
                  <a:pt x="815202" y="69021"/>
                </a:lnTo>
                <a:lnTo>
                  <a:pt x="815024" y="68143"/>
                </a:lnTo>
                <a:lnTo>
                  <a:pt x="814830" y="67273"/>
                </a:lnTo>
                <a:lnTo>
                  <a:pt x="814618" y="66408"/>
                </a:lnTo>
                <a:lnTo>
                  <a:pt x="814390" y="65551"/>
                </a:lnTo>
                <a:lnTo>
                  <a:pt x="814144" y="64699"/>
                </a:lnTo>
                <a:lnTo>
                  <a:pt x="813882" y="63854"/>
                </a:lnTo>
                <a:lnTo>
                  <a:pt x="813603" y="63016"/>
                </a:lnTo>
                <a:lnTo>
                  <a:pt x="813307" y="62184"/>
                </a:lnTo>
                <a:lnTo>
                  <a:pt x="812994" y="61358"/>
                </a:lnTo>
                <a:lnTo>
                  <a:pt x="812664" y="60539"/>
                </a:lnTo>
                <a:lnTo>
                  <a:pt x="812317" y="59727"/>
                </a:lnTo>
                <a:lnTo>
                  <a:pt x="811953" y="58920"/>
                </a:lnTo>
                <a:lnTo>
                  <a:pt x="811573" y="58121"/>
                </a:lnTo>
                <a:lnTo>
                  <a:pt x="811175" y="57327"/>
                </a:lnTo>
                <a:lnTo>
                  <a:pt x="810762" y="56544"/>
                </a:lnTo>
                <a:lnTo>
                  <a:pt x="810334" y="55773"/>
                </a:lnTo>
                <a:lnTo>
                  <a:pt x="809891" y="55014"/>
                </a:lnTo>
                <a:lnTo>
                  <a:pt x="809433" y="54268"/>
                </a:lnTo>
                <a:lnTo>
                  <a:pt x="808960" y="53535"/>
                </a:lnTo>
                <a:lnTo>
                  <a:pt x="808473" y="52814"/>
                </a:lnTo>
                <a:lnTo>
                  <a:pt x="807971" y="52106"/>
                </a:lnTo>
                <a:lnTo>
                  <a:pt x="807454" y="51411"/>
                </a:lnTo>
                <a:lnTo>
                  <a:pt x="806923" y="50728"/>
                </a:lnTo>
                <a:lnTo>
                  <a:pt x="806376" y="50058"/>
                </a:lnTo>
                <a:lnTo>
                  <a:pt x="805815" y="49400"/>
                </a:lnTo>
                <a:lnTo>
                  <a:pt x="805239" y="48755"/>
                </a:lnTo>
                <a:lnTo>
                  <a:pt x="804649" y="48123"/>
                </a:lnTo>
                <a:lnTo>
                  <a:pt x="804043" y="47503"/>
                </a:lnTo>
                <a:lnTo>
                  <a:pt x="803423" y="46896"/>
                </a:lnTo>
                <a:lnTo>
                  <a:pt x="802788" y="46301"/>
                </a:lnTo>
                <a:lnTo>
                  <a:pt x="802138" y="45719"/>
                </a:lnTo>
                <a:lnTo>
                  <a:pt x="801474" y="45150"/>
                </a:lnTo>
                <a:lnTo>
                  <a:pt x="800795" y="44593"/>
                </a:lnTo>
                <a:lnTo>
                  <a:pt x="800100" y="44049"/>
                </a:lnTo>
                <a:lnTo>
                  <a:pt x="799392" y="43517"/>
                </a:lnTo>
                <a:lnTo>
                  <a:pt x="798668" y="42998"/>
                </a:lnTo>
                <a:lnTo>
                  <a:pt x="797930" y="42492"/>
                </a:lnTo>
                <a:lnTo>
                  <a:pt x="797177" y="41998"/>
                </a:lnTo>
                <a:lnTo>
                  <a:pt x="796409" y="41521"/>
                </a:lnTo>
                <a:lnTo>
                  <a:pt x="795628" y="41064"/>
                </a:lnTo>
                <a:lnTo>
                  <a:pt x="794833" y="40628"/>
                </a:lnTo>
                <a:lnTo>
                  <a:pt x="794024" y="40211"/>
                </a:lnTo>
                <a:lnTo>
                  <a:pt x="793201" y="39815"/>
                </a:lnTo>
                <a:lnTo>
                  <a:pt x="792364" y="39440"/>
                </a:lnTo>
                <a:lnTo>
                  <a:pt x="791514" y="39084"/>
                </a:lnTo>
                <a:lnTo>
                  <a:pt x="790650" y="38749"/>
                </a:lnTo>
                <a:lnTo>
                  <a:pt x="789771" y="38434"/>
                </a:lnTo>
                <a:lnTo>
                  <a:pt x="788879" y="38140"/>
                </a:lnTo>
                <a:lnTo>
                  <a:pt x="787973" y="37866"/>
                </a:lnTo>
                <a:lnTo>
                  <a:pt x="787054" y="37612"/>
                </a:lnTo>
                <a:lnTo>
                  <a:pt x="786120" y="37378"/>
                </a:lnTo>
                <a:lnTo>
                  <a:pt x="785173" y="37165"/>
                </a:lnTo>
                <a:lnTo>
                  <a:pt x="784211" y="36972"/>
                </a:lnTo>
                <a:lnTo>
                  <a:pt x="783236" y="36800"/>
                </a:lnTo>
                <a:lnTo>
                  <a:pt x="782247" y="36647"/>
                </a:lnTo>
                <a:lnTo>
                  <a:pt x="781244" y="36515"/>
                </a:lnTo>
                <a:lnTo>
                  <a:pt x="780228" y="36404"/>
                </a:lnTo>
                <a:lnTo>
                  <a:pt x="779197" y="36312"/>
                </a:lnTo>
                <a:lnTo>
                  <a:pt x="778153" y="36241"/>
                </a:lnTo>
                <a:lnTo>
                  <a:pt x="777094" y="36190"/>
                </a:lnTo>
                <a:lnTo>
                  <a:pt x="776022" y="36160"/>
                </a:lnTo>
                <a:lnTo>
                  <a:pt x="774936" y="36150"/>
                </a:lnTo>
                <a:lnTo>
                  <a:pt x="773878" y="36160"/>
                </a:lnTo>
                <a:lnTo>
                  <a:pt x="772830" y="36190"/>
                </a:lnTo>
                <a:lnTo>
                  <a:pt x="771792" y="36241"/>
                </a:lnTo>
                <a:lnTo>
                  <a:pt x="770764" y="36312"/>
                </a:lnTo>
                <a:lnTo>
                  <a:pt x="769747" y="36404"/>
                </a:lnTo>
                <a:lnTo>
                  <a:pt x="768739" y="36515"/>
                </a:lnTo>
                <a:lnTo>
                  <a:pt x="767742" y="36647"/>
                </a:lnTo>
                <a:lnTo>
                  <a:pt x="766755" y="36800"/>
                </a:lnTo>
                <a:lnTo>
                  <a:pt x="765778" y="36972"/>
                </a:lnTo>
                <a:lnTo>
                  <a:pt x="764811" y="37165"/>
                </a:lnTo>
                <a:lnTo>
                  <a:pt x="763854" y="37378"/>
                </a:lnTo>
                <a:lnTo>
                  <a:pt x="762908" y="37612"/>
                </a:lnTo>
                <a:lnTo>
                  <a:pt x="761971" y="37866"/>
                </a:lnTo>
                <a:lnTo>
                  <a:pt x="761045" y="38140"/>
                </a:lnTo>
                <a:lnTo>
                  <a:pt x="760129" y="38434"/>
                </a:lnTo>
                <a:lnTo>
                  <a:pt x="759223" y="38749"/>
                </a:lnTo>
                <a:lnTo>
                  <a:pt x="758327" y="39084"/>
                </a:lnTo>
                <a:lnTo>
                  <a:pt x="757442" y="39440"/>
                </a:lnTo>
                <a:lnTo>
                  <a:pt x="756566" y="39815"/>
                </a:lnTo>
                <a:lnTo>
                  <a:pt x="755701" y="40211"/>
                </a:lnTo>
                <a:lnTo>
                  <a:pt x="754846" y="40628"/>
                </a:lnTo>
                <a:lnTo>
                  <a:pt x="754001" y="41064"/>
                </a:lnTo>
                <a:lnTo>
                  <a:pt x="753166" y="41521"/>
                </a:lnTo>
                <a:lnTo>
                  <a:pt x="752342" y="41998"/>
                </a:lnTo>
                <a:lnTo>
                  <a:pt x="751530" y="42494"/>
                </a:lnTo>
                <a:lnTo>
                  <a:pt x="750733" y="43005"/>
                </a:lnTo>
                <a:lnTo>
                  <a:pt x="749952" y="43533"/>
                </a:lnTo>
                <a:lnTo>
                  <a:pt x="749187" y="44076"/>
                </a:lnTo>
                <a:lnTo>
                  <a:pt x="748436" y="44635"/>
                </a:lnTo>
                <a:lnTo>
                  <a:pt x="747701" y="45211"/>
                </a:lnTo>
                <a:lnTo>
                  <a:pt x="746982" y="45802"/>
                </a:lnTo>
                <a:lnTo>
                  <a:pt x="746278" y="46410"/>
                </a:lnTo>
                <a:lnTo>
                  <a:pt x="745589" y="47033"/>
                </a:lnTo>
                <a:lnTo>
                  <a:pt x="744915" y="47672"/>
                </a:lnTo>
                <a:lnTo>
                  <a:pt x="744257" y="48328"/>
                </a:lnTo>
                <a:lnTo>
                  <a:pt x="743615" y="48999"/>
                </a:lnTo>
                <a:lnTo>
                  <a:pt x="742987" y="49686"/>
                </a:lnTo>
                <a:lnTo>
                  <a:pt x="742375" y="50390"/>
                </a:lnTo>
                <a:lnTo>
                  <a:pt x="741779" y="51109"/>
                </a:lnTo>
                <a:lnTo>
                  <a:pt x="741198" y="51845"/>
                </a:lnTo>
                <a:lnTo>
                  <a:pt x="740632" y="52596"/>
                </a:lnTo>
                <a:lnTo>
                  <a:pt x="740081" y="53363"/>
                </a:lnTo>
                <a:lnTo>
                  <a:pt x="739546" y="54147"/>
                </a:lnTo>
                <a:lnTo>
                  <a:pt x="739027" y="54946"/>
                </a:lnTo>
                <a:lnTo>
                  <a:pt x="738523" y="55761"/>
                </a:lnTo>
                <a:lnTo>
                  <a:pt x="738034" y="56593"/>
                </a:lnTo>
                <a:lnTo>
                  <a:pt x="737560" y="57440"/>
                </a:lnTo>
                <a:lnTo>
                  <a:pt x="737102" y="58304"/>
                </a:lnTo>
                <a:lnTo>
                  <a:pt x="736661" y="59181"/>
                </a:lnTo>
                <a:lnTo>
                  <a:pt x="736239" y="60072"/>
                </a:lnTo>
                <a:lnTo>
                  <a:pt x="735835" y="60975"/>
                </a:lnTo>
                <a:lnTo>
                  <a:pt x="735450" y="61892"/>
                </a:lnTo>
                <a:lnTo>
                  <a:pt x="735084" y="62821"/>
                </a:lnTo>
                <a:lnTo>
                  <a:pt x="734737" y="63763"/>
                </a:lnTo>
                <a:lnTo>
                  <a:pt x="734409" y="64718"/>
                </a:lnTo>
                <a:lnTo>
                  <a:pt x="734099" y="65686"/>
                </a:lnTo>
                <a:lnTo>
                  <a:pt x="733808" y="66667"/>
                </a:lnTo>
                <a:lnTo>
                  <a:pt x="733536" y="67661"/>
                </a:lnTo>
                <a:lnTo>
                  <a:pt x="733283" y="68668"/>
                </a:lnTo>
                <a:lnTo>
                  <a:pt x="733048" y="69688"/>
                </a:lnTo>
                <a:lnTo>
                  <a:pt x="732832" y="70721"/>
                </a:lnTo>
                <a:lnTo>
                  <a:pt x="732635" y="71766"/>
                </a:lnTo>
                <a:lnTo>
                  <a:pt x="732457" y="72825"/>
                </a:lnTo>
                <a:lnTo>
                  <a:pt x="732297" y="73897"/>
                </a:lnTo>
                <a:lnTo>
                  <a:pt x="732157" y="74981"/>
                </a:lnTo>
                <a:lnTo>
                  <a:pt x="732035" y="76078"/>
                </a:lnTo>
                <a:lnTo>
                  <a:pt x="731931" y="77189"/>
                </a:lnTo>
                <a:lnTo>
                  <a:pt x="731847" y="78312"/>
                </a:lnTo>
                <a:lnTo>
                  <a:pt x="731781" y="79448"/>
                </a:lnTo>
                <a:lnTo>
                  <a:pt x="731734" y="80597"/>
                </a:lnTo>
                <a:lnTo>
                  <a:pt x="731706" y="81759"/>
                </a:lnTo>
                <a:lnTo>
                  <a:pt x="731697" y="82934"/>
                </a:lnTo>
                <a:lnTo>
                  <a:pt x="731706" y="84095"/>
                </a:lnTo>
                <a:lnTo>
                  <a:pt x="731735" y="85243"/>
                </a:lnTo>
                <a:lnTo>
                  <a:pt x="731783" y="86380"/>
                </a:lnTo>
                <a:lnTo>
                  <a:pt x="731849" y="87505"/>
                </a:lnTo>
                <a:lnTo>
                  <a:pt x="731935" y="88617"/>
                </a:lnTo>
                <a:lnTo>
                  <a:pt x="732040" y="89718"/>
                </a:lnTo>
                <a:lnTo>
                  <a:pt x="732164" y="90806"/>
                </a:lnTo>
                <a:lnTo>
                  <a:pt x="732307" y="91883"/>
                </a:lnTo>
                <a:lnTo>
                  <a:pt x="732469" y="92948"/>
                </a:lnTo>
                <a:lnTo>
                  <a:pt x="732650" y="94000"/>
                </a:lnTo>
                <a:lnTo>
                  <a:pt x="732850" y="95041"/>
                </a:lnTo>
                <a:lnTo>
                  <a:pt x="733070" y="96070"/>
                </a:lnTo>
                <a:lnTo>
                  <a:pt x="733308" y="97086"/>
                </a:lnTo>
                <a:lnTo>
                  <a:pt x="733565" y="98091"/>
                </a:lnTo>
                <a:lnTo>
                  <a:pt x="733842" y="99084"/>
                </a:lnTo>
                <a:lnTo>
                  <a:pt x="734138" y="100064"/>
                </a:lnTo>
                <a:lnTo>
                  <a:pt x="734452" y="101033"/>
                </a:lnTo>
                <a:lnTo>
                  <a:pt x="734786" y="101990"/>
                </a:lnTo>
                <a:lnTo>
                  <a:pt x="735139" y="102935"/>
                </a:lnTo>
                <a:lnTo>
                  <a:pt x="735510" y="103867"/>
                </a:lnTo>
                <a:lnTo>
                  <a:pt x="735901" y="104788"/>
                </a:lnTo>
                <a:lnTo>
                  <a:pt x="736311" y="105697"/>
                </a:lnTo>
                <a:lnTo>
                  <a:pt x="736740" y="106594"/>
                </a:lnTo>
                <a:lnTo>
                  <a:pt x="737189" y="107478"/>
                </a:lnTo>
                <a:lnTo>
                  <a:pt x="737654" y="108349"/>
                </a:lnTo>
                <a:lnTo>
                  <a:pt x="738133" y="109203"/>
                </a:lnTo>
                <a:lnTo>
                  <a:pt x="738627" y="110041"/>
                </a:lnTo>
                <a:lnTo>
                  <a:pt x="739136" y="110862"/>
                </a:lnTo>
                <a:lnTo>
                  <a:pt x="739659" y="111668"/>
                </a:lnTo>
                <a:lnTo>
                  <a:pt x="740196" y="112456"/>
                </a:lnTo>
                <a:lnTo>
                  <a:pt x="740748" y="113229"/>
                </a:lnTo>
                <a:lnTo>
                  <a:pt x="741314" y="113985"/>
                </a:lnTo>
                <a:lnTo>
                  <a:pt x="741895" y="114725"/>
                </a:lnTo>
                <a:lnTo>
                  <a:pt x="742490" y="115449"/>
                </a:lnTo>
                <a:lnTo>
                  <a:pt x="743100" y="116157"/>
                </a:lnTo>
                <a:lnTo>
                  <a:pt x="743724" y="116848"/>
                </a:lnTo>
                <a:lnTo>
                  <a:pt x="744363" y="117523"/>
                </a:lnTo>
                <a:lnTo>
                  <a:pt x="745016" y="118181"/>
                </a:lnTo>
                <a:lnTo>
                  <a:pt x="745683" y="118823"/>
                </a:lnTo>
                <a:lnTo>
                  <a:pt x="746365" y="119449"/>
                </a:lnTo>
                <a:lnTo>
                  <a:pt x="747062" y="120059"/>
                </a:lnTo>
                <a:lnTo>
                  <a:pt x="747773" y="120652"/>
                </a:lnTo>
                <a:lnTo>
                  <a:pt x="748498" y="121229"/>
                </a:lnTo>
                <a:lnTo>
                  <a:pt x="749238" y="121790"/>
                </a:lnTo>
                <a:lnTo>
                  <a:pt x="749992" y="122334"/>
                </a:lnTo>
                <a:lnTo>
                  <a:pt x="750761" y="122863"/>
                </a:lnTo>
                <a:lnTo>
                  <a:pt x="751544" y="123374"/>
                </a:lnTo>
                <a:lnTo>
                  <a:pt x="752342" y="123870"/>
                </a:lnTo>
                <a:lnTo>
                  <a:pt x="753152" y="124347"/>
                </a:lnTo>
                <a:lnTo>
                  <a:pt x="753972" y="124804"/>
                </a:lnTo>
                <a:lnTo>
                  <a:pt x="754802" y="125240"/>
                </a:lnTo>
                <a:lnTo>
                  <a:pt x="755642" y="125656"/>
                </a:lnTo>
                <a:lnTo>
                  <a:pt x="756493" y="126052"/>
                </a:lnTo>
                <a:lnTo>
                  <a:pt x="757354" y="126428"/>
                </a:lnTo>
                <a:lnTo>
                  <a:pt x="758225" y="126783"/>
                </a:lnTo>
                <a:lnTo>
                  <a:pt x="759106" y="127118"/>
                </a:lnTo>
                <a:lnTo>
                  <a:pt x="759997" y="127432"/>
                </a:lnTo>
                <a:lnTo>
                  <a:pt x="760898" y="127727"/>
                </a:lnTo>
                <a:lnTo>
                  <a:pt x="761810" y="128001"/>
                </a:lnTo>
                <a:lnTo>
                  <a:pt x="762731" y="128255"/>
                </a:lnTo>
                <a:lnTo>
                  <a:pt x="763663" y="128488"/>
                </a:lnTo>
                <a:lnTo>
                  <a:pt x="764605" y="128701"/>
                </a:lnTo>
                <a:lnTo>
                  <a:pt x="765557" y="128894"/>
                </a:lnTo>
                <a:lnTo>
                  <a:pt x="766519" y="129066"/>
                </a:lnTo>
                <a:lnTo>
                  <a:pt x="767491" y="129219"/>
                </a:lnTo>
                <a:lnTo>
                  <a:pt x="768474" y="129351"/>
                </a:lnTo>
                <a:lnTo>
                  <a:pt x="769467" y="129462"/>
                </a:lnTo>
                <a:lnTo>
                  <a:pt x="770469" y="129554"/>
                </a:lnTo>
                <a:lnTo>
                  <a:pt x="771482" y="129625"/>
                </a:lnTo>
                <a:lnTo>
                  <a:pt x="772505" y="129675"/>
                </a:lnTo>
                <a:lnTo>
                  <a:pt x="773539" y="129706"/>
                </a:lnTo>
                <a:lnTo>
                  <a:pt x="774582" y="129716"/>
                </a:lnTo>
                <a:lnTo>
                  <a:pt x="775449" y="129710"/>
                </a:lnTo>
                <a:lnTo>
                  <a:pt x="776307" y="129691"/>
                </a:lnTo>
                <a:lnTo>
                  <a:pt x="777156" y="129659"/>
                </a:lnTo>
                <a:lnTo>
                  <a:pt x="777996" y="129615"/>
                </a:lnTo>
                <a:lnTo>
                  <a:pt x="778827" y="129558"/>
                </a:lnTo>
                <a:lnTo>
                  <a:pt x="779650" y="129489"/>
                </a:lnTo>
                <a:lnTo>
                  <a:pt x="780463" y="129407"/>
                </a:lnTo>
                <a:lnTo>
                  <a:pt x="781267" y="129313"/>
                </a:lnTo>
                <a:lnTo>
                  <a:pt x="782063" y="129205"/>
                </a:lnTo>
                <a:lnTo>
                  <a:pt x="782849" y="129086"/>
                </a:lnTo>
                <a:lnTo>
                  <a:pt x="783627" y="128953"/>
                </a:lnTo>
                <a:lnTo>
                  <a:pt x="784396" y="128808"/>
                </a:lnTo>
                <a:lnTo>
                  <a:pt x="785155" y="128651"/>
                </a:lnTo>
                <a:lnTo>
                  <a:pt x="785906" y="128480"/>
                </a:lnTo>
                <a:lnTo>
                  <a:pt x="786648" y="128298"/>
                </a:lnTo>
                <a:lnTo>
                  <a:pt x="787381" y="128102"/>
                </a:lnTo>
                <a:lnTo>
                  <a:pt x="788105" y="127894"/>
                </a:lnTo>
                <a:lnTo>
                  <a:pt x="788820" y="127673"/>
                </a:lnTo>
                <a:lnTo>
                  <a:pt x="789526" y="127440"/>
                </a:lnTo>
                <a:lnTo>
                  <a:pt x="790224" y="127194"/>
                </a:lnTo>
                <a:lnTo>
                  <a:pt x="790912" y="126936"/>
                </a:lnTo>
                <a:lnTo>
                  <a:pt x="791591" y="126665"/>
                </a:lnTo>
                <a:lnTo>
                  <a:pt x="792262" y="126381"/>
                </a:lnTo>
                <a:lnTo>
                  <a:pt x="792923" y="126085"/>
                </a:lnTo>
                <a:lnTo>
                  <a:pt x="793576" y="125777"/>
                </a:lnTo>
                <a:lnTo>
                  <a:pt x="794220" y="125460"/>
                </a:lnTo>
                <a:lnTo>
                  <a:pt x="794854" y="125133"/>
                </a:lnTo>
                <a:lnTo>
                  <a:pt x="795480" y="124797"/>
                </a:lnTo>
                <a:lnTo>
                  <a:pt x="796097" y="124451"/>
                </a:lnTo>
                <a:lnTo>
                  <a:pt x="796705" y="124096"/>
                </a:lnTo>
                <a:lnTo>
                  <a:pt x="797304" y="123731"/>
                </a:lnTo>
                <a:lnTo>
                  <a:pt x="797894" y="123357"/>
                </a:lnTo>
                <a:lnTo>
                  <a:pt x="798476" y="122973"/>
                </a:lnTo>
                <a:lnTo>
                  <a:pt x="799048" y="122580"/>
                </a:lnTo>
                <a:lnTo>
                  <a:pt x="799611" y="122177"/>
                </a:lnTo>
                <a:lnTo>
                  <a:pt x="800166" y="121764"/>
                </a:lnTo>
                <a:lnTo>
                  <a:pt x="800711" y="121342"/>
                </a:lnTo>
                <a:lnTo>
                  <a:pt x="801248" y="120911"/>
                </a:lnTo>
                <a:lnTo>
                  <a:pt x="801776" y="120470"/>
                </a:lnTo>
                <a:lnTo>
                  <a:pt x="802295" y="120019"/>
                </a:lnTo>
                <a:lnTo>
                  <a:pt x="802805" y="119559"/>
                </a:lnTo>
                <a:lnTo>
                  <a:pt x="803306" y="119090"/>
                </a:lnTo>
                <a:lnTo>
                  <a:pt x="803798" y="118610"/>
                </a:lnTo>
                <a:lnTo>
                  <a:pt x="804281" y="118122"/>
                </a:lnTo>
                <a:lnTo>
                  <a:pt x="804755" y="117623"/>
                </a:lnTo>
                <a:lnTo>
                  <a:pt x="805220" y="117116"/>
                </a:lnTo>
                <a:lnTo>
                  <a:pt x="805677" y="116598"/>
                </a:lnTo>
                <a:lnTo>
                  <a:pt x="806124" y="116072"/>
                </a:lnTo>
                <a:lnTo>
                  <a:pt x="806562" y="115537"/>
                </a:lnTo>
                <a:lnTo>
                  <a:pt x="806988" y="114997"/>
                </a:lnTo>
                <a:lnTo>
                  <a:pt x="807403" y="114452"/>
                </a:lnTo>
                <a:lnTo>
                  <a:pt x="807808" y="113901"/>
                </a:lnTo>
                <a:lnTo>
                  <a:pt x="808201" y="113345"/>
                </a:lnTo>
                <a:lnTo>
                  <a:pt x="808583" y="112783"/>
                </a:lnTo>
                <a:lnTo>
                  <a:pt x="808954" y="112215"/>
                </a:lnTo>
                <a:lnTo>
                  <a:pt x="809314" y="111642"/>
                </a:lnTo>
                <a:lnTo>
                  <a:pt x="809663" y="111063"/>
                </a:lnTo>
                <a:lnTo>
                  <a:pt x="810001" y="110479"/>
                </a:lnTo>
                <a:lnTo>
                  <a:pt x="810328" y="109889"/>
                </a:lnTo>
                <a:lnTo>
                  <a:pt x="810643" y="109294"/>
                </a:lnTo>
                <a:lnTo>
                  <a:pt x="810948" y="108693"/>
                </a:lnTo>
                <a:lnTo>
                  <a:pt x="811241" y="108087"/>
                </a:lnTo>
                <a:lnTo>
                  <a:pt x="811524" y="107475"/>
                </a:lnTo>
                <a:lnTo>
                  <a:pt x="811795" y="106858"/>
                </a:lnTo>
                <a:lnTo>
                  <a:pt x="812056" y="106235"/>
                </a:lnTo>
                <a:lnTo>
                  <a:pt x="812305" y="105606"/>
                </a:lnTo>
                <a:lnTo>
                  <a:pt x="812543" y="104972"/>
                </a:lnTo>
                <a:lnTo>
                  <a:pt x="812770" y="104333"/>
                </a:lnTo>
                <a:lnTo>
                  <a:pt x="812986" y="103687"/>
                </a:lnTo>
                <a:lnTo>
                  <a:pt x="813191" y="103037"/>
                </a:lnTo>
                <a:lnTo>
                  <a:pt x="813385" y="102381"/>
                </a:lnTo>
                <a:lnTo>
                  <a:pt x="813568" y="101719"/>
                </a:lnTo>
                <a:lnTo>
                  <a:pt x="798859" y="101719"/>
                </a:lnTo>
                <a:lnTo>
                  <a:pt x="798631" y="102304"/>
                </a:lnTo>
                <a:lnTo>
                  <a:pt x="798392" y="102880"/>
                </a:lnTo>
                <a:lnTo>
                  <a:pt x="798140" y="103445"/>
                </a:lnTo>
                <a:lnTo>
                  <a:pt x="797877" y="104000"/>
                </a:lnTo>
                <a:lnTo>
                  <a:pt x="797601" y="104545"/>
                </a:lnTo>
                <a:lnTo>
                  <a:pt x="797314" y="105080"/>
                </a:lnTo>
                <a:lnTo>
                  <a:pt x="797014" y="105604"/>
                </a:lnTo>
                <a:lnTo>
                  <a:pt x="796703" y="106119"/>
                </a:lnTo>
                <a:lnTo>
                  <a:pt x="796379" y="106623"/>
                </a:lnTo>
                <a:lnTo>
                  <a:pt x="796044" y="107117"/>
                </a:lnTo>
                <a:lnTo>
                  <a:pt x="795696" y="107601"/>
                </a:lnTo>
                <a:lnTo>
                  <a:pt x="795337" y="108075"/>
                </a:lnTo>
                <a:lnTo>
                  <a:pt x="794965" y="108539"/>
                </a:lnTo>
                <a:lnTo>
                  <a:pt x="794582" y="108993"/>
                </a:lnTo>
                <a:lnTo>
                  <a:pt x="794186" y="109436"/>
                </a:lnTo>
                <a:lnTo>
                  <a:pt x="793779" y="109869"/>
                </a:lnTo>
                <a:lnTo>
                  <a:pt x="793359" y="110292"/>
                </a:lnTo>
                <a:lnTo>
                  <a:pt x="792928" y="110705"/>
                </a:lnTo>
                <a:lnTo>
                  <a:pt x="792484" y="111108"/>
                </a:lnTo>
                <a:lnTo>
                  <a:pt x="792029" y="111501"/>
                </a:lnTo>
                <a:lnTo>
                  <a:pt x="791561" y="111883"/>
                </a:lnTo>
                <a:lnTo>
                  <a:pt x="791082" y="112256"/>
                </a:lnTo>
                <a:lnTo>
                  <a:pt x="790590" y="112618"/>
                </a:lnTo>
                <a:lnTo>
                  <a:pt x="790087" y="112970"/>
                </a:lnTo>
                <a:lnTo>
                  <a:pt x="789572" y="113310"/>
                </a:lnTo>
                <a:lnTo>
                  <a:pt x="789045" y="113635"/>
                </a:lnTo>
                <a:lnTo>
                  <a:pt x="788507" y="113946"/>
                </a:lnTo>
                <a:lnTo>
                  <a:pt x="787958" y="114243"/>
                </a:lnTo>
                <a:lnTo>
                  <a:pt x="787397" y="114525"/>
                </a:lnTo>
                <a:lnTo>
                  <a:pt x="786825" y="114792"/>
                </a:lnTo>
                <a:lnTo>
                  <a:pt x="786242" y="115045"/>
                </a:lnTo>
                <a:lnTo>
                  <a:pt x="785647" y="115284"/>
                </a:lnTo>
                <a:lnTo>
                  <a:pt x="785041" y="115508"/>
                </a:lnTo>
                <a:lnTo>
                  <a:pt x="784423" y="115717"/>
                </a:lnTo>
                <a:lnTo>
                  <a:pt x="783794" y="115913"/>
                </a:lnTo>
                <a:lnTo>
                  <a:pt x="783154" y="116093"/>
                </a:lnTo>
                <a:lnTo>
                  <a:pt x="782502" y="116260"/>
                </a:lnTo>
                <a:lnTo>
                  <a:pt x="781839" y="116411"/>
                </a:lnTo>
                <a:lnTo>
                  <a:pt x="781164" y="116549"/>
                </a:lnTo>
                <a:lnTo>
                  <a:pt x="780479" y="116672"/>
                </a:lnTo>
                <a:lnTo>
                  <a:pt x="779781" y="116780"/>
                </a:lnTo>
                <a:lnTo>
                  <a:pt x="779073" y="116874"/>
                </a:lnTo>
                <a:lnTo>
                  <a:pt x="778353" y="116954"/>
                </a:lnTo>
                <a:lnTo>
                  <a:pt x="777621" y="117019"/>
                </a:lnTo>
                <a:lnTo>
                  <a:pt x="776879" y="117069"/>
                </a:lnTo>
                <a:lnTo>
                  <a:pt x="776124" y="117105"/>
                </a:lnTo>
                <a:lnTo>
                  <a:pt x="775359" y="117127"/>
                </a:lnTo>
                <a:lnTo>
                  <a:pt x="774582" y="117134"/>
                </a:lnTo>
                <a:lnTo>
                  <a:pt x="773963" y="117128"/>
                </a:lnTo>
                <a:lnTo>
                  <a:pt x="773348" y="117109"/>
                </a:lnTo>
                <a:lnTo>
                  <a:pt x="772736" y="117076"/>
                </a:lnTo>
                <a:lnTo>
                  <a:pt x="772128" y="117031"/>
                </a:lnTo>
                <a:lnTo>
                  <a:pt x="771523" y="116973"/>
                </a:lnTo>
                <a:lnTo>
                  <a:pt x="770921" y="116902"/>
                </a:lnTo>
                <a:lnTo>
                  <a:pt x="770323" y="116818"/>
                </a:lnTo>
                <a:lnTo>
                  <a:pt x="769728" y="116721"/>
                </a:lnTo>
                <a:lnTo>
                  <a:pt x="769136" y="116611"/>
                </a:lnTo>
                <a:lnTo>
                  <a:pt x="768548" y="116488"/>
                </a:lnTo>
                <a:lnTo>
                  <a:pt x="767963" y="116353"/>
                </a:lnTo>
                <a:lnTo>
                  <a:pt x="767382" y="116204"/>
                </a:lnTo>
                <a:lnTo>
                  <a:pt x="766804" y="116043"/>
                </a:lnTo>
                <a:lnTo>
                  <a:pt x="766229" y="115868"/>
                </a:lnTo>
                <a:lnTo>
                  <a:pt x="765658" y="115681"/>
                </a:lnTo>
                <a:lnTo>
                  <a:pt x="765090" y="115481"/>
                </a:lnTo>
                <a:lnTo>
                  <a:pt x="764526" y="115268"/>
                </a:lnTo>
                <a:lnTo>
                  <a:pt x="763965" y="115041"/>
                </a:lnTo>
                <a:lnTo>
                  <a:pt x="763407" y="114802"/>
                </a:lnTo>
                <a:lnTo>
                  <a:pt x="762853" y="114551"/>
                </a:lnTo>
                <a:lnTo>
                  <a:pt x="762302" y="114286"/>
                </a:lnTo>
                <a:lnTo>
                  <a:pt x="761755" y="114008"/>
                </a:lnTo>
                <a:lnTo>
                  <a:pt x="761211" y="113717"/>
                </a:lnTo>
                <a:lnTo>
                  <a:pt x="760670" y="113414"/>
                </a:lnTo>
                <a:lnTo>
                  <a:pt x="760135" y="113097"/>
                </a:lnTo>
                <a:lnTo>
                  <a:pt x="759609" y="112768"/>
                </a:lnTo>
                <a:lnTo>
                  <a:pt x="759092" y="112425"/>
                </a:lnTo>
                <a:lnTo>
                  <a:pt x="758583" y="112070"/>
                </a:lnTo>
                <a:lnTo>
                  <a:pt x="758083" y="111702"/>
                </a:lnTo>
                <a:lnTo>
                  <a:pt x="757591" y="111321"/>
                </a:lnTo>
                <a:lnTo>
                  <a:pt x="757108" y="110927"/>
                </a:lnTo>
                <a:lnTo>
                  <a:pt x="756634" y="110520"/>
                </a:lnTo>
                <a:lnTo>
                  <a:pt x="756168" y="110100"/>
                </a:lnTo>
                <a:lnTo>
                  <a:pt x="755711" y="109667"/>
                </a:lnTo>
                <a:lnTo>
                  <a:pt x="755262" y="109221"/>
                </a:lnTo>
                <a:lnTo>
                  <a:pt x="754822" y="108763"/>
                </a:lnTo>
                <a:lnTo>
                  <a:pt x="754391" y="108291"/>
                </a:lnTo>
                <a:lnTo>
                  <a:pt x="753968" y="107807"/>
                </a:lnTo>
                <a:lnTo>
                  <a:pt x="753554" y="107309"/>
                </a:lnTo>
                <a:lnTo>
                  <a:pt x="753148" y="106799"/>
                </a:lnTo>
                <a:lnTo>
                  <a:pt x="752751" y="106276"/>
                </a:lnTo>
                <a:lnTo>
                  <a:pt x="752363" y="105740"/>
                </a:lnTo>
                <a:lnTo>
                  <a:pt x="751983" y="105191"/>
                </a:lnTo>
                <a:lnTo>
                  <a:pt x="751612" y="104629"/>
                </a:lnTo>
                <a:lnTo>
                  <a:pt x="751250" y="104054"/>
                </a:lnTo>
                <a:lnTo>
                  <a:pt x="750896" y="103466"/>
                </a:lnTo>
                <a:lnTo>
                  <a:pt x="750550" y="102865"/>
                </a:lnTo>
                <a:lnTo>
                  <a:pt x="750214" y="102252"/>
                </a:lnTo>
                <a:lnTo>
                  <a:pt x="749888" y="101625"/>
                </a:lnTo>
                <a:lnTo>
                  <a:pt x="749577" y="100986"/>
                </a:lnTo>
                <a:lnTo>
                  <a:pt x="749280" y="100335"/>
                </a:lnTo>
                <a:lnTo>
                  <a:pt x="748996" y="99672"/>
                </a:lnTo>
                <a:lnTo>
                  <a:pt x="748726" y="98996"/>
                </a:lnTo>
                <a:lnTo>
                  <a:pt x="748470" y="98308"/>
                </a:lnTo>
                <a:lnTo>
                  <a:pt x="748228" y="97608"/>
                </a:lnTo>
                <a:lnTo>
                  <a:pt x="747999" y="96895"/>
                </a:lnTo>
                <a:lnTo>
                  <a:pt x="747785" y="96170"/>
                </a:lnTo>
                <a:lnTo>
                  <a:pt x="747584" y="95433"/>
                </a:lnTo>
                <a:lnTo>
                  <a:pt x="747397" y="94684"/>
                </a:lnTo>
                <a:lnTo>
                  <a:pt x="747224" y="93922"/>
                </a:lnTo>
                <a:lnTo>
                  <a:pt x="747065" y="93148"/>
                </a:lnTo>
                <a:lnTo>
                  <a:pt x="746920" y="92361"/>
                </a:lnTo>
                <a:lnTo>
                  <a:pt x="746788" y="91563"/>
                </a:lnTo>
                <a:lnTo>
                  <a:pt x="746671" y="90752"/>
                </a:lnTo>
                <a:lnTo>
                  <a:pt x="746567" y="89929"/>
                </a:lnTo>
                <a:lnTo>
                  <a:pt x="746477" y="89093"/>
                </a:lnTo>
                <a:lnTo>
                  <a:pt x="746401" y="88245"/>
                </a:lnTo>
                <a:lnTo>
                  <a:pt x="746339" y="87385"/>
                </a:lnTo>
                <a:lnTo>
                  <a:pt x="746290" y="86512"/>
                </a:lnTo>
                <a:lnTo>
                  <a:pt x="746282" y="86301"/>
                </a:lnTo>
                <a:lnTo>
                  <a:pt x="815872" y="86301"/>
                </a:lnTo>
                <a:lnTo>
                  <a:pt x="815886" y="86095"/>
                </a:lnTo>
                <a:lnTo>
                  <a:pt x="815900" y="85891"/>
                </a:lnTo>
                <a:lnTo>
                  <a:pt x="815913" y="85689"/>
                </a:lnTo>
                <a:lnTo>
                  <a:pt x="815926" y="85489"/>
                </a:lnTo>
                <a:close/>
                <a:moveTo>
                  <a:pt x="746661" y="72608"/>
                </a:moveTo>
                <a:lnTo>
                  <a:pt x="746776" y="71877"/>
                </a:lnTo>
                <a:lnTo>
                  <a:pt x="746905" y="71159"/>
                </a:lnTo>
                <a:lnTo>
                  <a:pt x="747047" y="70451"/>
                </a:lnTo>
                <a:lnTo>
                  <a:pt x="747203" y="69755"/>
                </a:lnTo>
                <a:lnTo>
                  <a:pt x="747372" y="69070"/>
                </a:lnTo>
                <a:lnTo>
                  <a:pt x="747555" y="68397"/>
                </a:lnTo>
                <a:lnTo>
                  <a:pt x="747751" y="67735"/>
                </a:lnTo>
                <a:lnTo>
                  <a:pt x="747961" y="67084"/>
                </a:lnTo>
                <a:lnTo>
                  <a:pt x="748184" y="66445"/>
                </a:lnTo>
                <a:lnTo>
                  <a:pt x="748421" y="65817"/>
                </a:lnTo>
                <a:lnTo>
                  <a:pt x="748672" y="65201"/>
                </a:lnTo>
                <a:lnTo>
                  <a:pt x="748936" y="64596"/>
                </a:lnTo>
                <a:lnTo>
                  <a:pt x="749213" y="64002"/>
                </a:lnTo>
                <a:lnTo>
                  <a:pt x="749504" y="63420"/>
                </a:lnTo>
                <a:lnTo>
                  <a:pt x="749809" y="62849"/>
                </a:lnTo>
                <a:lnTo>
                  <a:pt x="750127" y="62289"/>
                </a:lnTo>
                <a:lnTo>
                  <a:pt x="750457" y="61741"/>
                </a:lnTo>
                <a:lnTo>
                  <a:pt x="750795" y="61204"/>
                </a:lnTo>
                <a:lnTo>
                  <a:pt x="751142" y="60677"/>
                </a:lnTo>
                <a:lnTo>
                  <a:pt x="751498" y="60162"/>
                </a:lnTo>
                <a:lnTo>
                  <a:pt x="751863" y="59658"/>
                </a:lnTo>
                <a:lnTo>
                  <a:pt x="752237" y="59165"/>
                </a:lnTo>
                <a:lnTo>
                  <a:pt x="752620" y="58684"/>
                </a:lnTo>
                <a:lnTo>
                  <a:pt x="753012" y="58213"/>
                </a:lnTo>
                <a:lnTo>
                  <a:pt x="753413" y="57753"/>
                </a:lnTo>
                <a:lnTo>
                  <a:pt x="753822" y="57304"/>
                </a:lnTo>
                <a:lnTo>
                  <a:pt x="754241" y="56867"/>
                </a:lnTo>
                <a:lnTo>
                  <a:pt x="754668" y="56440"/>
                </a:lnTo>
                <a:lnTo>
                  <a:pt x="755105" y="56025"/>
                </a:lnTo>
                <a:lnTo>
                  <a:pt x="755550" y="55621"/>
                </a:lnTo>
                <a:lnTo>
                  <a:pt x="756005" y="55228"/>
                </a:lnTo>
                <a:lnTo>
                  <a:pt x="756468" y="54845"/>
                </a:lnTo>
                <a:lnTo>
                  <a:pt x="756940" y="54474"/>
                </a:lnTo>
                <a:lnTo>
                  <a:pt x="757421" y="54114"/>
                </a:lnTo>
                <a:lnTo>
                  <a:pt x="757911" y="53765"/>
                </a:lnTo>
                <a:lnTo>
                  <a:pt x="758410" y="53428"/>
                </a:lnTo>
                <a:lnTo>
                  <a:pt x="758917" y="53101"/>
                </a:lnTo>
                <a:lnTo>
                  <a:pt x="759434" y="52785"/>
                </a:lnTo>
                <a:lnTo>
                  <a:pt x="759960" y="52481"/>
                </a:lnTo>
                <a:lnTo>
                  <a:pt x="760494" y="52187"/>
                </a:lnTo>
                <a:lnTo>
                  <a:pt x="761035" y="51905"/>
                </a:lnTo>
                <a:lnTo>
                  <a:pt x="761580" y="51635"/>
                </a:lnTo>
                <a:lnTo>
                  <a:pt x="762129" y="51377"/>
                </a:lnTo>
                <a:lnTo>
                  <a:pt x="762682" y="51131"/>
                </a:lnTo>
                <a:lnTo>
                  <a:pt x="763239" y="50897"/>
                </a:lnTo>
                <a:lnTo>
                  <a:pt x="763800" y="50675"/>
                </a:lnTo>
                <a:lnTo>
                  <a:pt x="764365" y="50465"/>
                </a:lnTo>
                <a:lnTo>
                  <a:pt x="764934" y="50267"/>
                </a:lnTo>
                <a:lnTo>
                  <a:pt x="765507" y="50081"/>
                </a:lnTo>
                <a:lnTo>
                  <a:pt x="766084" y="49907"/>
                </a:lnTo>
                <a:lnTo>
                  <a:pt x="766665" y="49745"/>
                </a:lnTo>
                <a:lnTo>
                  <a:pt x="767250" y="49595"/>
                </a:lnTo>
                <a:lnTo>
                  <a:pt x="767839" y="49457"/>
                </a:lnTo>
                <a:lnTo>
                  <a:pt x="768432" y="49331"/>
                </a:lnTo>
                <a:lnTo>
                  <a:pt x="769029" y="49217"/>
                </a:lnTo>
                <a:lnTo>
                  <a:pt x="769630" y="49115"/>
                </a:lnTo>
                <a:lnTo>
                  <a:pt x="770235" y="49025"/>
                </a:lnTo>
                <a:lnTo>
                  <a:pt x="770844" y="48947"/>
                </a:lnTo>
                <a:lnTo>
                  <a:pt x="771457" y="48881"/>
                </a:lnTo>
                <a:lnTo>
                  <a:pt x="772074" y="48827"/>
                </a:lnTo>
                <a:lnTo>
                  <a:pt x="772695" y="48785"/>
                </a:lnTo>
                <a:lnTo>
                  <a:pt x="773320" y="48755"/>
                </a:lnTo>
                <a:lnTo>
                  <a:pt x="773949" y="48737"/>
                </a:lnTo>
                <a:lnTo>
                  <a:pt x="774582" y="48731"/>
                </a:lnTo>
                <a:lnTo>
                  <a:pt x="775521" y="48743"/>
                </a:lnTo>
                <a:lnTo>
                  <a:pt x="776446" y="48779"/>
                </a:lnTo>
                <a:lnTo>
                  <a:pt x="777358" y="48839"/>
                </a:lnTo>
                <a:lnTo>
                  <a:pt x="778256" y="48923"/>
                </a:lnTo>
                <a:lnTo>
                  <a:pt x="779142" y="49031"/>
                </a:lnTo>
                <a:lnTo>
                  <a:pt x="780014" y="49163"/>
                </a:lnTo>
                <a:lnTo>
                  <a:pt x="780873" y="49319"/>
                </a:lnTo>
                <a:lnTo>
                  <a:pt x="781719" y="49499"/>
                </a:lnTo>
                <a:lnTo>
                  <a:pt x="782552" y="49703"/>
                </a:lnTo>
                <a:lnTo>
                  <a:pt x="783371" y="49931"/>
                </a:lnTo>
                <a:lnTo>
                  <a:pt x="784177" y="50183"/>
                </a:lnTo>
                <a:lnTo>
                  <a:pt x="784970" y="50459"/>
                </a:lnTo>
                <a:lnTo>
                  <a:pt x="785750" y="50759"/>
                </a:lnTo>
                <a:lnTo>
                  <a:pt x="786516" y="51083"/>
                </a:lnTo>
                <a:lnTo>
                  <a:pt x="787270" y="51431"/>
                </a:lnTo>
                <a:lnTo>
                  <a:pt x="788010" y="51803"/>
                </a:lnTo>
                <a:lnTo>
                  <a:pt x="788736" y="52199"/>
                </a:lnTo>
                <a:lnTo>
                  <a:pt x="789450" y="52619"/>
                </a:lnTo>
                <a:lnTo>
                  <a:pt x="790150" y="53063"/>
                </a:lnTo>
                <a:lnTo>
                  <a:pt x="790837" y="53531"/>
                </a:lnTo>
                <a:lnTo>
                  <a:pt x="791511" y="54023"/>
                </a:lnTo>
                <a:lnTo>
                  <a:pt x="792172" y="54539"/>
                </a:lnTo>
                <a:lnTo>
                  <a:pt x="792819" y="55079"/>
                </a:lnTo>
                <a:lnTo>
                  <a:pt x="793453" y="55643"/>
                </a:lnTo>
                <a:lnTo>
                  <a:pt x="794069" y="56228"/>
                </a:lnTo>
                <a:lnTo>
                  <a:pt x="794660" y="56832"/>
                </a:lnTo>
                <a:lnTo>
                  <a:pt x="795227" y="57454"/>
                </a:lnTo>
                <a:lnTo>
                  <a:pt x="795770" y="58094"/>
                </a:lnTo>
                <a:lnTo>
                  <a:pt x="796288" y="58753"/>
                </a:lnTo>
                <a:lnTo>
                  <a:pt x="796782" y="59431"/>
                </a:lnTo>
                <a:lnTo>
                  <a:pt x="797252" y="60127"/>
                </a:lnTo>
                <a:lnTo>
                  <a:pt x="797697" y="60841"/>
                </a:lnTo>
                <a:lnTo>
                  <a:pt x="798118" y="61574"/>
                </a:lnTo>
                <a:lnTo>
                  <a:pt x="798515" y="62325"/>
                </a:lnTo>
                <a:lnTo>
                  <a:pt x="798888" y="63095"/>
                </a:lnTo>
                <a:lnTo>
                  <a:pt x="799236" y="63883"/>
                </a:lnTo>
                <a:lnTo>
                  <a:pt x="799560" y="64690"/>
                </a:lnTo>
                <a:lnTo>
                  <a:pt x="799859" y="65515"/>
                </a:lnTo>
                <a:lnTo>
                  <a:pt x="800134" y="66359"/>
                </a:lnTo>
                <a:lnTo>
                  <a:pt x="800385" y="67221"/>
                </a:lnTo>
                <a:lnTo>
                  <a:pt x="800612" y="68101"/>
                </a:lnTo>
                <a:lnTo>
                  <a:pt x="800814" y="69000"/>
                </a:lnTo>
                <a:lnTo>
                  <a:pt x="800992" y="69918"/>
                </a:lnTo>
                <a:lnTo>
                  <a:pt x="801145" y="70854"/>
                </a:lnTo>
                <a:lnTo>
                  <a:pt x="801275" y="71808"/>
                </a:lnTo>
                <a:lnTo>
                  <a:pt x="801380" y="72781"/>
                </a:lnTo>
                <a:lnTo>
                  <a:pt x="801460" y="73772"/>
                </a:lnTo>
                <a:lnTo>
                  <a:pt x="801517" y="74782"/>
                </a:lnTo>
                <a:lnTo>
                  <a:pt x="746405" y="74782"/>
                </a:lnTo>
                <a:lnTo>
                  <a:pt x="746472" y="74102"/>
                </a:lnTo>
                <a:lnTo>
                  <a:pt x="746560" y="73349"/>
                </a:lnTo>
                <a:lnTo>
                  <a:pt x="746661" y="72608"/>
                </a:lnTo>
                <a:close/>
                <a:moveTo>
                  <a:pt x="1055636" y="127591"/>
                </a:moveTo>
                <a:lnTo>
                  <a:pt x="1070522" y="127591"/>
                </a:lnTo>
                <a:lnTo>
                  <a:pt x="1070522" y="0"/>
                </a:lnTo>
                <a:lnTo>
                  <a:pt x="1055636" y="0"/>
                </a:lnTo>
                <a:lnTo>
                  <a:pt x="1055636" y="127591"/>
                </a:lnTo>
                <a:close/>
                <a:moveTo>
                  <a:pt x="1301603" y="0"/>
                </a:moveTo>
                <a:lnTo>
                  <a:pt x="1301603" y="127591"/>
                </a:lnTo>
                <a:lnTo>
                  <a:pt x="1316489" y="127591"/>
                </a:lnTo>
                <a:lnTo>
                  <a:pt x="1316489" y="81535"/>
                </a:lnTo>
                <a:lnTo>
                  <a:pt x="1356538" y="127591"/>
                </a:lnTo>
                <a:lnTo>
                  <a:pt x="1375498" y="127591"/>
                </a:lnTo>
                <a:lnTo>
                  <a:pt x="1331648" y="78796"/>
                </a:lnTo>
                <a:lnTo>
                  <a:pt x="1371069" y="38278"/>
                </a:lnTo>
                <a:lnTo>
                  <a:pt x="1352814" y="38278"/>
                </a:lnTo>
                <a:lnTo>
                  <a:pt x="1316489" y="76097"/>
                </a:lnTo>
                <a:lnTo>
                  <a:pt x="1316489" y="0"/>
                </a:lnTo>
                <a:lnTo>
                  <a:pt x="1301603" y="0"/>
                </a:lnTo>
                <a:close/>
                <a:moveTo>
                  <a:pt x="1012573" y="62732"/>
                </a:moveTo>
                <a:lnTo>
                  <a:pt x="1013147" y="62521"/>
                </a:lnTo>
                <a:lnTo>
                  <a:pt x="1013719" y="62300"/>
                </a:lnTo>
                <a:lnTo>
                  <a:pt x="1014288" y="62070"/>
                </a:lnTo>
                <a:lnTo>
                  <a:pt x="1014854" y="61831"/>
                </a:lnTo>
                <a:lnTo>
                  <a:pt x="1015417" y="61583"/>
                </a:lnTo>
                <a:lnTo>
                  <a:pt x="1015978" y="61326"/>
                </a:lnTo>
                <a:lnTo>
                  <a:pt x="1016535" y="61059"/>
                </a:lnTo>
                <a:lnTo>
                  <a:pt x="1017090" y="60783"/>
                </a:lnTo>
                <a:lnTo>
                  <a:pt x="1017640" y="60497"/>
                </a:lnTo>
                <a:lnTo>
                  <a:pt x="1018181" y="60201"/>
                </a:lnTo>
                <a:lnTo>
                  <a:pt x="1018713" y="59894"/>
                </a:lnTo>
                <a:lnTo>
                  <a:pt x="1019237" y="59577"/>
                </a:lnTo>
                <a:lnTo>
                  <a:pt x="1019752" y="59250"/>
                </a:lnTo>
                <a:lnTo>
                  <a:pt x="1020258" y="58912"/>
                </a:lnTo>
                <a:lnTo>
                  <a:pt x="1020756" y="58563"/>
                </a:lnTo>
                <a:lnTo>
                  <a:pt x="1021246" y="58204"/>
                </a:lnTo>
                <a:lnTo>
                  <a:pt x="1021726" y="57835"/>
                </a:lnTo>
                <a:lnTo>
                  <a:pt x="1022198" y="57455"/>
                </a:lnTo>
                <a:lnTo>
                  <a:pt x="1022661" y="57064"/>
                </a:lnTo>
                <a:lnTo>
                  <a:pt x="1023116" y="56664"/>
                </a:lnTo>
                <a:lnTo>
                  <a:pt x="1023562" y="56252"/>
                </a:lnTo>
                <a:lnTo>
                  <a:pt x="1024000" y="55831"/>
                </a:lnTo>
                <a:lnTo>
                  <a:pt x="1024429" y="55398"/>
                </a:lnTo>
                <a:lnTo>
                  <a:pt x="1024849" y="54956"/>
                </a:lnTo>
                <a:lnTo>
                  <a:pt x="1025261" y="54503"/>
                </a:lnTo>
                <a:lnTo>
                  <a:pt x="1025664" y="54039"/>
                </a:lnTo>
                <a:lnTo>
                  <a:pt x="1026058" y="53565"/>
                </a:lnTo>
                <a:lnTo>
                  <a:pt x="1026444" y="53080"/>
                </a:lnTo>
                <a:lnTo>
                  <a:pt x="1026821" y="52586"/>
                </a:lnTo>
                <a:lnTo>
                  <a:pt x="1027190" y="52080"/>
                </a:lnTo>
                <a:lnTo>
                  <a:pt x="1027550" y="51564"/>
                </a:lnTo>
                <a:lnTo>
                  <a:pt x="1027901" y="51038"/>
                </a:lnTo>
                <a:lnTo>
                  <a:pt x="1028241" y="50501"/>
                </a:lnTo>
                <a:lnTo>
                  <a:pt x="1028566" y="49952"/>
                </a:lnTo>
                <a:lnTo>
                  <a:pt x="1028877" y="49393"/>
                </a:lnTo>
                <a:lnTo>
                  <a:pt x="1029173" y="48822"/>
                </a:lnTo>
                <a:lnTo>
                  <a:pt x="1029455" y="48241"/>
                </a:lnTo>
                <a:lnTo>
                  <a:pt x="1029723" y="47648"/>
                </a:lnTo>
                <a:lnTo>
                  <a:pt x="1029976" y="47044"/>
                </a:lnTo>
                <a:lnTo>
                  <a:pt x="1030214" y="46429"/>
                </a:lnTo>
                <a:lnTo>
                  <a:pt x="1030438" y="45804"/>
                </a:lnTo>
                <a:lnTo>
                  <a:pt x="1030648" y="45167"/>
                </a:lnTo>
                <a:lnTo>
                  <a:pt x="1030843" y="44519"/>
                </a:lnTo>
                <a:lnTo>
                  <a:pt x="1031024" y="43859"/>
                </a:lnTo>
                <a:lnTo>
                  <a:pt x="1031190" y="43189"/>
                </a:lnTo>
                <a:lnTo>
                  <a:pt x="1031342" y="42508"/>
                </a:lnTo>
                <a:lnTo>
                  <a:pt x="1031480" y="41816"/>
                </a:lnTo>
                <a:lnTo>
                  <a:pt x="1031602" y="41112"/>
                </a:lnTo>
                <a:lnTo>
                  <a:pt x="1031711" y="40398"/>
                </a:lnTo>
                <a:lnTo>
                  <a:pt x="1031805" y="39673"/>
                </a:lnTo>
                <a:lnTo>
                  <a:pt x="1031884" y="38936"/>
                </a:lnTo>
                <a:lnTo>
                  <a:pt x="1031949" y="38188"/>
                </a:lnTo>
                <a:lnTo>
                  <a:pt x="1032000" y="37430"/>
                </a:lnTo>
                <a:lnTo>
                  <a:pt x="1032036" y="36660"/>
                </a:lnTo>
                <a:lnTo>
                  <a:pt x="1032058" y="35879"/>
                </a:lnTo>
                <a:lnTo>
                  <a:pt x="1032065" y="35087"/>
                </a:lnTo>
                <a:lnTo>
                  <a:pt x="1032058" y="34352"/>
                </a:lnTo>
                <a:lnTo>
                  <a:pt x="1032036" y="33622"/>
                </a:lnTo>
                <a:lnTo>
                  <a:pt x="1031999" y="32898"/>
                </a:lnTo>
                <a:lnTo>
                  <a:pt x="1031947" y="32180"/>
                </a:lnTo>
                <a:lnTo>
                  <a:pt x="1031880" y="31468"/>
                </a:lnTo>
                <a:lnTo>
                  <a:pt x="1031799" y="30762"/>
                </a:lnTo>
                <a:lnTo>
                  <a:pt x="1031703" y="30061"/>
                </a:lnTo>
                <a:lnTo>
                  <a:pt x="1031593" y="29367"/>
                </a:lnTo>
                <a:lnTo>
                  <a:pt x="1031467" y="28678"/>
                </a:lnTo>
                <a:lnTo>
                  <a:pt x="1031327" y="27995"/>
                </a:lnTo>
                <a:lnTo>
                  <a:pt x="1031172" y="27318"/>
                </a:lnTo>
                <a:lnTo>
                  <a:pt x="1031002" y="26647"/>
                </a:lnTo>
                <a:lnTo>
                  <a:pt x="1030817" y="25982"/>
                </a:lnTo>
                <a:lnTo>
                  <a:pt x="1030618" y="25322"/>
                </a:lnTo>
                <a:lnTo>
                  <a:pt x="1030404" y="24669"/>
                </a:lnTo>
                <a:lnTo>
                  <a:pt x="1030175" y="24021"/>
                </a:lnTo>
                <a:lnTo>
                  <a:pt x="1029931" y="23379"/>
                </a:lnTo>
                <a:lnTo>
                  <a:pt x="1029673" y="22743"/>
                </a:lnTo>
                <a:lnTo>
                  <a:pt x="1029399" y="22113"/>
                </a:lnTo>
                <a:lnTo>
                  <a:pt x="1029111" y="21489"/>
                </a:lnTo>
                <a:lnTo>
                  <a:pt x="1028809" y="20870"/>
                </a:lnTo>
                <a:lnTo>
                  <a:pt x="1028491" y="20257"/>
                </a:lnTo>
                <a:lnTo>
                  <a:pt x="1028159" y="19651"/>
                </a:lnTo>
                <a:lnTo>
                  <a:pt x="1027812" y="19050"/>
                </a:lnTo>
                <a:lnTo>
                  <a:pt x="1027450" y="18457"/>
                </a:lnTo>
                <a:lnTo>
                  <a:pt x="1027073" y="17874"/>
                </a:lnTo>
                <a:lnTo>
                  <a:pt x="1026681" y="17303"/>
                </a:lnTo>
                <a:lnTo>
                  <a:pt x="1026274" y="16741"/>
                </a:lnTo>
                <a:lnTo>
                  <a:pt x="1025852" y="16190"/>
                </a:lnTo>
                <a:lnTo>
                  <a:pt x="1025415" y="15650"/>
                </a:lnTo>
                <a:lnTo>
                  <a:pt x="1024962" y="15120"/>
                </a:lnTo>
                <a:lnTo>
                  <a:pt x="1024495" y="14600"/>
                </a:lnTo>
                <a:lnTo>
                  <a:pt x="1024013" y="14091"/>
                </a:lnTo>
                <a:lnTo>
                  <a:pt x="1023515" y="13592"/>
                </a:lnTo>
                <a:lnTo>
                  <a:pt x="1023002" y="13104"/>
                </a:lnTo>
                <a:lnTo>
                  <a:pt x="1022475" y="12626"/>
                </a:lnTo>
                <a:lnTo>
                  <a:pt x="1021932" y="12159"/>
                </a:lnTo>
                <a:lnTo>
                  <a:pt x="1021374" y="11702"/>
                </a:lnTo>
                <a:lnTo>
                  <a:pt x="1020801" y="11256"/>
                </a:lnTo>
                <a:lnTo>
                  <a:pt x="1020213" y="10820"/>
                </a:lnTo>
                <a:lnTo>
                  <a:pt x="1019610" y="10394"/>
                </a:lnTo>
                <a:lnTo>
                  <a:pt x="1018991" y="9979"/>
                </a:lnTo>
                <a:lnTo>
                  <a:pt x="1018358" y="9575"/>
                </a:lnTo>
                <a:lnTo>
                  <a:pt x="1017710" y="9181"/>
                </a:lnTo>
                <a:lnTo>
                  <a:pt x="1017046" y="8797"/>
                </a:lnTo>
                <a:lnTo>
                  <a:pt x="1016368" y="8424"/>
                </a:lnTo>
                <a:lnTo>
                  <a:pt x="1015674" y="8061"/>
                </a:lnTo>
                <a:lnTo>
                  <a:pt x="1014965" y="7709"/>
                </a:lnTo>
                <a:lnTo>
                  <a:pt x="1014241" y="7369"/>
                </a:lnTo>
                <a:lnTo>
                  <a:pt x="1013501" y="7044"/>
                </a:lnTo>
                <a:lnTo>
                  <a:pt x="1012746" y="6733"/>
                </a:lnTo>
                <a:lnTo>
                  <a:pt x="1011975" y="6437"/>
                </a:lnTo>
                <a:lnTo>
                  <a:pt x="1011188" y="6155"/>
                </a:lnTo>
                <a:lnTo>
                  <a:pt x="1010386" y="5887"/>
                </a:lnTo>
                <a:lnTo>
                  <a:pt x="1009568" y="5634"/>
                </a:lnTo>
                <a:lnTo>
                  <a:pt x="1008734" y="5396"/>
                </a:lnTo>
                <a:lnTo>
                  <a:pt x="1007884" y="5172"/>
                </a:lnTo>
                <a:lnTo>
                  <a:pt x="1007019" y="4962"/>
                </a:lnTo>
                <a:lnTo>
                  <a:pt x="1006138" y="4767"/>
                </a:lnTo>
                <a:lnTo>
                  <a:pt x="1005241" y="4586"/>
                </a:lnTo>
                <a:lnTo>
                  <a:pt x="1004329" y="4420"/>
                </a:lnTo>
                <a:lnTo>
                  <a:pt x="1003401" y="4268"/>
                </a:lnTo>
                <a:lnTo>
                  <a:pt x="1002457" y="4131"/>
                </a:lnTo>
                <a:lnTo>
                  <a:pt x="1001498" y="4008"/>
                </a:lnTo>
                <a:lnTo>
                  <a:pt x="1000523" y="3899"/>
                </a:lnTo>
                <a:lnTo>
                  <a:pt x="999532" y="3805"/>
                </a:lnTo>
                <a:lnTo>
                  <a:pt x="998525" y="3726"/>
                </a:lnTo>
                <a:lnTo>
                  <a:pt x="997503" y="3661"/>
                </a:lnTo>
                <a:lnTo>
                  <a:pt x="996465" y="3610"/>
                </a:lnTo>
                <a:lnTo>
                  <a:pt x="995412" y="3574"/>
                </a:lnTo>
                <a:lnTo>
                  <a:pt x="994342" y="3552"/>
                </a:lnTo>
                <a:lnTo>
                  <a:pt x="993257" y="3545"/>
                </a:lnTo>
                <a:lnTo>
                  <a:pt x="949664" y="3545"/>
                </a:lnTo>
                <a:lnTo>
                  <a:pt x="949664" y="127591"/>
                </a:lnTo>
                <a:lnTo>
                  <a:pt x="994674" y="127591"/>
                </a:lnTo>
                <a:lnTo>
                  <a:pt x="995760" y="127583"/>
                </a:lnTo>
                <a:lnTo>
                  <a:pt x="996831" y="127559"/>
                </a:lnTo>
                <a:lnTo>
                  <a:pt x="997888" y="127520"/>
                </a:lnTo>
                <a:lnTo>
                  <a:pt x="998930" y="127465"/>
                </a:lnTo>
                <a:lnTo>
                  <a:pt x="999958" y="127395"/>
                </a:lnTo>
                <a:lnTo>
                  <a:pt x="1000971" y="127308"/>
                </a:lnTo>
                <a:lnTo>
                  <a:pt x="1001970" y="127206"/>
                </a:lnTo>
                <a:lnTo>
                  <a:pt x="1002954" y="127089"/>
                </a:lnTo>
                <a:lnTo>
                  <a:pt x="1003924" y="126955"/>
                </a:lnTo>
                <a:lnTo>
                  <a:pt x="1004879" y="126806"/>
                </a:lnTo>
                <a:lnTo>
                  <a:pt x="1005820" y="126642"/>
                </a:lnTo>
                <a:lnTo>
                  <a:pt x="1006747" y="126461"/>
                </a:lnTo>
                <a:lnTo>
                  <a:pt x="1007659" y="126265"/>
                </a:lnTo>
                <a:lnTo>
                  <a:pt x="1008556" y="126053"/>
                </a:lnTo>
                <a:lnTo>
                  <a:pt x="1009440" y="125826"/>
                </a:lnTo>
                <a:lnTo>
                  <a:pt x="1010308" y="125583"/>
                </a:lnTo>
                <a:lnTo>
                  <a:pt x="1011162" y="125324"/>
                </a:lnTo>
                <a:lnTo>
                  <a:pt x="1012002" y="125049"/>
                </a:lnTo>
                <a:lnTo>
                  <a:pt x="1012827" y="124759"/>
                </a:lnTo>
                <a:lnTo>
                  <a:pt x="1013638" y="124453"/>
                </a:lnTo>
                <a:lnTo>
                  <a:pt x="1014434" y="124131"/>
                </a:lnTo>
                <a:lnTo>
                  <a:pt x="1015216" y="123794"/>
                </a:lnTo>
                <a:lnTo>
                  <a:pt x="1015983" y="123441"/>
                </a:lnTo>
                <a:lnTo>
                  <a:pt x="1016736" y="123072"/>
                </a:lnTo>
                <a:lnTo>
                  <a:pt x="1017474" y="122690"/>
                </a:lnTo>
                <a:lnTo>
                  <a:pt x="1018198" y="122297"/>
                </a:lnTo>
                <a:lnTo>
                  <a:pt x="1018906" y="121893"/>
                </a:lnTo>
                <a:lnTo>
                  <a:pt x="1019599" y="121478"/>
                </a:lnTo>
                <a:lnTo>
                  <a:pt x="1020277" y="121051"/>
                </a:lnTo>
                <a:lnTo>
                  <a:pt x="1020940" y="120614"/>
                </a:lnTo>
                <a:lnTo>
                  <a:pt x="1021588" y="120165"/>
                </a:lnTo>
                <a:lnTo>
                  <a:pt x="1022220" y="119706"/>
                </a:lnTo>
                <a:lnTo>
                  <a:pt x="1022838" y="119235"/>
                </a:lnTo>
                <a:lnTo>
                  <a:pt x="1023441" y="118753"/>
                </a:lnTo>
                <a:lnTo>
                  <a:pt x="1024028" y="118260"/>
                </a:lnTo>
                <a:lnTo>
                  <a:pt x="1024601" y="117756"/>
                </a:lnTo>
                <a:lnTo>
                  <a:pt x="1025158" y="117241"/>
                </a:lnTo>
                <a:lnTo>
                  <a:pt x="1025700" y="116715"/>
                </a:lnTo>
                <a:lnTo>
                  <a:pt x="1026228" y="116178"/>
                </a:lnTo>
                <a:lnTo>
                  <a:pt x="1026740" y="115630"/>
                </a:lnTo>
                <a:lnTo>
                  <a:pt x="1027237" y="115070"/>
                </a:lnTo>
                <a:lnTo>
                  <a:pt x="1027719" y="114500"/>
                </a:lnTo>
                <a:lnTo>
                  <a:pt x="1028186" y="113919"/>
                </a:lnTo>
                <a:lnTo>
                  <a:pt x="1028637" y="113326"/>
                </a:lnTo>
                <a:lnTo>
                  <a:pt x="1029074" y="112722"/>
                </a:lnTo>
                <a:lnTo>
                  <a:pt x="1029496" y="112108"/>
                </a:lnTo>
                <a:lnTo>
                  <a:pt x="1029902" y="111482"/>
                </a:lnTo>
                <a:lnTo>
                  <a:pt x="1030294" y="110845"/>
                </a:lnTo>
                <a:lnTo>
                  <a:pt x="1030670" y="110200"/>
                </a:lnTo>
                <a:lnTo>
                  <a:pt x="1031030" y="109548"/>
                </a:lnTo>
                <a:lnTo>
                  <a:pt x="1031374" y="108891"/>
                </a:lnTo>
                <a:lnTo>
                  <a:pt x="1031702" y="108228"/>
                </a:lnTo>
                <a:lnTo>
                  <a:pt x="1032014" y="107560"/>
                </a:lnTo>
                <a:lnTo>
                  <a:pt x="1032310" y="106885"/>
                </a:lnTo>
                <a:lnTo>
                  <a:pt x="1032590" y="106205"/>
                </a:lnTo>
                <a:lnTo>
                  <a:pt x="1032854" y="105519"/>
                </a:lnTo>
                <a:lnTo>
                  <a:pt x="1033102" y="104827"/>
                </a:lnTo>
                <a:lnTo>
                  <a:pt x="1033334" y="104129"/>
                </a:lnTo>
                <a:lnTo>
                  <a:pt x="1033550" y="103425"/>
                </a:lnTo>
                <a:lnTo>
                  <a:pt x="1033750" y="102715"/>
                </a:lnTo>
                <a:lnTo>
                  <a:pt x="1033934" y="102000"/>
                </a:lnTo>
                <a:lnTo>
                  <a:pt x="1034102" y="101279"/>
                </a:lnTo>
                <a:lnTo>
                  <a:pt x="1034254" y="100552"/>
                </a:lnTo>
                <a:lnTo>
                  <a:pt x="1034390" y="99819"/>
                </a:lnTo>
                <a:lnTo>
                  <a:pt x="1034510" y="99080"/>
                </a:lnTo>
                <a:lnTo>
                  <a:pt x="1034614" y="98335"/>
                </a:lnTo>
                <a:lnTo>
                  <a:pt x="1034702" y="97585"/>
                </a:lnTo>
                <a:lnTo>
                  <a:pt x="1034774" y="96828"/>
                </a:lnTo>
                <a:lnTo>
                  <a:pt x="1034830" y="96066"/>
                </a:lnTo>
                <a:lnTo>
                  <a:pt x="1034870" y="95298"/>
                </a:lnTo>
                <a:lnTo>
                  <a:pt x="1034894" y="94524"/>
                </a:lnTo>
                <a:lnTo>
                  <a:pt x="1034902" y="93745"/>
                </a:lnTo>
                <a:lnTo>
                  <a:pt x="1034895" y="93039"/>
                </a:lnTo>
                <a:lnTo>
                  <a:pt x="1034874" y="92338"/>
                </a:lnTo>
                <a:lnTo>
                  <a:pt x="1034839" y="91643"/>
                </a:lnTo>
                <a:lnTo>
                  <a:pt x="1034791" y="90954"/>
                </a:lnTo>
                <a:lnTo>
                  <a:pt x="1034728" y="90270"/>
                </a:lnTo>
                <a:lnTo>
                  <a:pt x="1034652" y="89591"/>
                </a:lnTo>
                <a:lnTo>
                  <a:pt x="1034562" y="88918"/>
                </a:lnTo>
                <a:lnTo>
                  <a:pt x="1034458" y="88251"/>
                </a:lnTo>
                <a:lnTo>
                  <a:pt x="1034341" y="87589"/>
                </a:lnTo>
                <a:lnTo>
                  <a:pt x="1034209" y="86933"/>
                </a:lnTo>
                <a:lnTo>
                  <a:pt x="1034064" y="86282"/>
                </a:lnTo>
                <a:lnTo>
                  <a:pt x="1033904" y="85637"/>
                </a:lnTo>
                <a:lnTo>
                  <a:pt x="1033731" y="84997"/>
                </a:lnTo>
                <a:lnTo>
                  <a:pt x="1033544" y="84363"/>
                </a:lnTo>
                <a:lnTo>
                  <a:pt x="1033344" y="83735"/>
                </a:lnTo>
                <a:lnTo>
                  <a:pt x="1033129" y="83111"/>
                </a:lnTo>
                <a:lnTo>
                  <a:pt x="1032900" y="82494"/>
                </a:lnTo>
                <a:lnTo>
                  <a:pt x="1032658" y="81882"/>
                </a:lnTo>
                <a:lnTo>
                  <a:pt x="1032402" y="81276"/>
                </a:lnTo>
                <a:lnTo>
                  <a:pt x="1032132" y="80675"/>
                </a:lnTo>
                <a:lnTo>
                  <a:pt x="1031848" y="80079"/>
                </a:lnTo>
                <a:lnTo>
                  <a:pt x="1031550" y="79490"/>
                </a:lnTo>
                <a:lnTo>
                  <a:pt x="1031239" y="78905"/>
                </a:lnTo>
                <a:lnTo>
                  <a:pt x="1030913" y="78327"/>
                </a:lnTo>
                <a:lnTo>
                  <a:pt x="1030576" y="77756"/>
                </a:lnTo>
                <a:lnTo>
                  <a:pt x="1030230" y="77194"/>
                </a:lnTo>
                <a:lnTo>
                  <a:pt x="1029874" y="76643"/>
                </a:lnTo>
                <a:lnTo>
                  <a:pt x="1029508" y="76102"/>
                </a:lnTo>
                <a:lnTo>
                  <a:pt x="1029133" y="75570"/>
                </a:lnTo>
                <a:lnTo>
                  <a:pt x="1028748" y="75048"/>
                </a:lnTo>
                <a:lnTo>
                  <a:pt x="1028354" y="74536"/>
                </a:lnTo>
                <a:lnTo>
                  <a:pt x="1027951" y="74034"/>
                </a:lnTo>
                <a:lnTo>
                  <a:pt x="1027537" y="73542"/>
                </a:lnTo>
                <a:lnTo>
                  <a:pt x="1027114" y="73060"/>
                </a:lnTo>
                <a:lnTo>
                  <a:pt x="1026682" y="72587"/>
                </a:lnTo>
                <a:lnTo>
                  <a:pt x="1026240" y="72124"/>
                </a:lnTo>
                <a:lnTo>
                  <a:pt x="1025789" y="71671"/>
                </a:lnTo>
                <a:lnTo>
                  <a:pt x="1025327" y="71229"/>
                </a:lnTo>
                <a:lnTo>
                  <a:pt x="1024857" y="70795"/>
                </a:lnTo>
                <a:lnTo>
                  <a:pt x="1024377" y="70372"/>
                </a:lnTo>
                <a:lnTo>
                  <a:pt x="1023887" y="69959"/>
                </a:lnTo>
                <a:lnTo>
                  <a:pt x="1023388" y="69555"/>
                </a:lnTo>
                <a:lnTo>
                  <a:pt x="1022879" y="69161"/>
                </a:lnTo>
                <a:lnTo>
                  <a:pt x="1022361" y="68777"/>
                </a:lnTo>
                <a:lnTo>
                  <a:pt x="1021833" y="68403"/>
                </a:lnTo>
                <a:lnTo>
                  <a:pt x="1021295" y="68039"/>
                </a:lnTo>
                <a:lnTo>
                  <a:pt x="1020748" y="67685"/>
                </a:lnTo>
                <a:lnTo>
                  <a:pt x="1020192" y="67340"/>
                </a:lnTo>
                <a:lnTo>
                  <a:pt x="1019629" y="67007"/>
                </a:lnTo>
                <a:lnTo>
                  <a:pt x="1019061" y="66688"/>
                </a:lnTo>
                <a:lnTo>
                  <a:pt x="1018489" y="66382"/>
                </a:lnTo>
                <a:lnTo>
                  <a:pt x="1017913" y="66089"/>
                </a:lnTo>
                <a:lnTo>
                  <a:pt x="1017333" y="65811"/>
                </a:lnTo>
                <a:lnTo>
                  <a:pt x="1016748" y="65545"/>
                </a:lnTo>
                <a:lnTo>
                  <a:pt x="1016159" y="65294"/>
                </a:lnTo>
                <a:lnTo>
                  <a:pt x="1015565" y="65055"/>
                </a:lnTo>
                <a:lnTo>
                  <a:pt x="1014968" y="64831"/>
                </a:lnTo>
                <a:lnTo>
                  <a:pt x="1014366" y="64620"/>
                </a:lnTo>
                <a:lnTo>
                  <a:pt x="1013759" y="64422"/>
                </a:lnTo>
                <a:lnTo>
                  <a:pt x="1013149" y="64238"/>
                </a:lnTo>
                <a:lnTo>
                  <a:pt x="1012534" y="64068"/>
                </a:lnTo>
                <a:lnTo>
                  <a:pt x="1011914" y="63911"/>
                </a:lnTo>
                <a:lnTo>
                  <a:pt x="1011291" y="63767"/>
                </a:lnTo>
                <a:lnTo>
                  <a:pt x="1010663" y="63638"/>
                </a:lnTo>
                <a:lnTo>
                  <a:pt x="1010083" y="63531"/>
                </a:lnTo>
                <a:lnTo>
                  <a:pt x="1010247" y="63485"/>
                </a:lnTo>
                <a:lnTo>
                  <a:pt x="1010833" y="63311"/>
                </a:lnTo>
                <a:lnTo>
                  <a:pt x="1011415" y="63127"/>
                </a:lnTo>
                <a:lnTo>
                  <a:pt x="1011995" y="62934"/>
                </a:lnTo>
                <a:lnTo>
                  <a:pt x="1012573" y="62732"/>
                </a:lnTo>
                <a:close/>
                <a:moveTo>
                  <a:pt x="995786" y="69742"/>
                </a:moveTo>
                <a:lnTo>
                  <a:pt x="996769" y="69819"/>
                </a:lnTo>
                <a:lnTo>
                  <a:pt x="997733" y="69917"/>
                </a:lnTo>
                <a:lnTo>
                  <a:pt x="998679" y="70037"/>
                </a:lnTo>
                <a:lnTo>
                  <a:pt x="999606" y="70179"/>
                </a:lnTo>
                <a:lnTo>
                  <a:pt x="1000513" y="70343"/>
                </a:lnTo>
                <a:lnTo>
                  <a:pt x="1001402" y="70529"/>
                </a:lnTo>
                <a:lnTo>
                  <a:pt x="1002273" y="70736"/>
                </a:lnTo>
                <a:lnTo>
                  <a:pt x="1003124" y="70966"/>
                </a:lnTo>
                <a:lnTo>
                  <a:pt x="1003957" y="71217"/>
                </a:lnTo>
                <a:lnTo>
                  <a:pt x="1004771" y="71490"/>
                </a:lnTo>
                <a:lnTo>
                  <a:pt x="1005566" y="71785"/>
                </a:lnTo>
                <a:lnTo>
                  <a:pt x="1006343" y="72102"/>
                </a:lnTo>
                <a:lnTo>
                  <a:pt x="1007100" y="72441"/>
                </a:lnTo>
                <a:lnTo>
                  <a:pt x="1007839" y="72801"/>
                </a:lnTo>
                <a:lnTo>
                  <a:pt x="1008559" y="73183"/>
                </a:lnTo>
                <a:lnTo>
                  <a:pt x="1009261" y="73588"/>
                </a:lnTo>
                <a:lnTo>
                  <a:pt x="1009943" y="74014"/>
                </a:lnTo>
                <a:lnTo>
                  <a:pt x="1010607" y="74462"/>
                </a:lnTo>
                <a:lnTo>
                  <a:pt x="1011252" y="74931"/>
                </a:lnTo>
                <a:lnTo>
                  <a:pt x="1011878" y="75423"/>
                </a:lnTo>
                <a:lnTo>
                  <a:pt x="1012485" y="75936"/>
                </a:lnTo>
                <a:lnTo>
                  <a:pt x="1013071" y="76468"/>
                </a:lnTo>
                <a:lnTo>
                  <a:pt x="1013632" y="77013"/>
                </a:lnTo>
                <a:lnTo>
                  <a:pt x="1014167" y="77574"/>
                </a:lnTo>
                <a:lnTo>
                  <a:pt x="1014678" y="78148"/>
                </a:lnTo>
                <a:lnTo>
                  <a:pt x="1015164" y="78738"/>
                </a:lnTo>
                <a:lnTo>
                  <a:pt x="1015625" y="79341"/>
                </a:lnTo>
                <a:lnTo>
                  <a:pt x="1016061" y="79959"/>
                </a:lnTo>
                <a:lnTo>
                  <a:pt x="1016472" y="80592"/>
                </a:lnTo>
                <a:lnTo>
                  <a:pt x="1016859" y="81239"/>
                </a:lnTo>
                <a:lnTo>
                  <a:pt x="1017220" y="81900"/>
                </a:lnTo>
                <a:lnTo>
                  <a:pt x="1017556" y="82576"/>
                </a:lnTo>
                <a:lnTo>
                  <a:pt x="1017868" y="83267"/>
                </a:lnTo>
                <a:lnTo>
                  <a:pt x="1018154" y="83972"/>
                </a:lnTo>
                <a:lnTo>
                  <a:pt x="1018416" y="84691"/>
                </a:lnTo>
                <a:lnTo>
                  <a:pt x="1018653" y="85425"/>
                </a:lnTo>
                <a:lnTo>
                  <a:pt x="1018864" y="86173"/>
                </a:lnTo>
                <a:lnTo>
                  <a:pt x="1019051" y="86936"/>
                </a:lnTo>
                <a:lnTo>
                  <a:pt x="1019213" y="87713"/>
                </a:lnTo>
                <a:lnTo>
                  <a:pt x="1019350" y="88504"/>
                </a:lnTo>
                <a:lnTo>
                  <a:pt x="1019463" y="89311"/>
                </a:lnTo>
                <a:lnTo>
                  <a:pt x="1019550" y="90131"/>
                </a:lnTo>
                <a:lnTo>
                  <a:pt x="1019612" y="90966"/>
                </a:lnTo>
                <a:lnTo>
                  <a:pt x="1019649" y="91816"/>
                </a:lnTo>
                <a:lnTo>
                  <a:pt x="1019662" y="92679"/>
                </a:lnTo>
                <a:lnTo>
                  <a:pt x="1019650" y="93558"/>
                </a:lnTo>
                <a:lnTo>
                  <a:pt x="1019613" y="94419"/>
                </a:lnTo>
                <a:lnTo>
                  <a:pt x="1019552" y="95265"/>
                </a:lnTo>
                <a:lnTo>
                  <a:pt x="1019467" y="96094"/>
                </a:lnTo>
                <a:lnTo>
                  <a:pt x="1019358" y="96907"/>
                </a:lnTo>
                <a:lnTo>
                  <a:pt x="1019224" y="97703"/>
                </a:lnTo>
                <a:lnTo>
                  <a:pt x="1019066" y="98483"/>
                </a:lnTo>
                <a:lnTo>
                  <a:pt x="1018884" y="99247"/>
                </a:lnTo>
                <a:lnTo>
                  <a:pt x="1018677" y="99995"/>
                </a:lnTo>
                <a:lnTo>
                  <a:pt x="1018446" y="100726"/>
                </a:lnTo>
                <a:lnTo>
                  <a:pt x="1018191" y="101441"/>
                </a:lnTo>
                <a:lnTo>
                  <a:pt x="1017912" y="102139"/>
                </a:lnTo>
                <a:lnTo>
                  <a:pt x="1017608" y="102822"/>
                </a:lnTo>
                <a:lnTo>
                  <a:pt x="1017280" y="103488"/>
                </a:lnTo>
                <a:lnTo>
                  <a:pt x="1016927" y="104137"/>
                </a:lnTo>
                <a:lnTo>
                  <a:pt x="1016550" y="104770"/>
                </a:lnTo>
                <a:lnTo>
                  <a:pt x="1016149" y="105387"/>
                </a:lnTo>
                <a:lnTo>
                  <a:pt x="1015724" y="105988"/>
                </a:lnTo>
                <a:lnTo>
                  <a:pt x="1015274" y="106573"/>
                </a:lnTo>
                <a:lnTo>
                  <a:pt x="1014800" y="107141"/>
                </a:lnTo>
                <a:lnTo>
                  <a:pt x="1014302" y="107692"/>
                </a:lnTo>
                <a:lnTo>
                  <a:pt x="1013779" y="108228"/>
                </a:lnTo>
                <a:lnTo>
                  <a:pt x="1013232" y="108747"/>
                </a:lnTo>
                <a:lnTo>
                  <a:pt x="1012661" y="109250"/>
                </a:lnTo>
                <a:lnTo>
                  <a:pt x="1012068" y="109734"/>
                </a:lnTo>
                <a:lnTo>
                  <a:pt x="1011456" y="110198"/>
                </a:lnTo>
                <a:lnTo>
                  <a:pt x="1010824" y="110641"/>
                </a:lnTo>
                <a:lnTo>
                  <a:pt x="1010173" y="111063"/>
                </a:lnTo>
                <a:lnTo>
                  <a:pt x="1009503" y="111465"/>
                </a:lnTo>
                <a:lnTo>
                  <a:pt x="1008813" y="111846"/>
                </a:lnTo>
                <a:lnTo>
                  <a:pt x="1008104" y="112207"/>
                </a:lnTo>
                <a:lnTo>
                  <a:pt x="1007376" y="112547"/>
                </a:lnTo>
                <a:lnTo>
                  <a:pt x="1006628" y="112866"/>
                </a:lnTo>
                <a:lnTo>
                  <a:pt x="1005860" y="113165"/>
                </a:lnTo>
                <a:lnTo>
                  <a:pt x="1005073" y="113443"/>
                </a:lnTo>
                <a:lnTo>
                  <a:pt x="1004267" y="113701"/>
                </a:lnTo>
                <a:lnTo>
                  <a:pt x="1003442" y="113938"/>
                </a:lnTo>
                <a:lnTo>
                  <a:pt x="1002597" y="114154"/>
                </a:lnTo>
                <a:lnTo>
                  <a:pt x="1001733" y="114350"/>
                </a:lnTo>
                <a:lnTo>
                  <a:pt x="1000849" y="114525"/>
                </a:lnTo>
                <a:lnTo>
                  <a:pt x="999946" y="114680"/>
                </a:lnTo>
                <a:lnTo>
                  <a:pt x="999023" y="114814"/>
                </a:lnTo>
                <a:lnTo>
                  <a:pt x="998082" y="114927"/>
                </a:lnTo>
                <a:lnTo>
                  <a:pt x="997120" y="115020"/>
                </a:lnTo>
                <a:lnTo>
                  <a:pt x="996140" y="115092"/>
                </a:lnTo>
                <a:lnTo>
                  <a:pt x="995140" y="115144"/>
                </a:lnTo>
                <a:lnTo>
                  <a:pt x="994120" y="115174"/>
                </a:lnTo>
                <a:lnTo>
                  <a:pt x="993082" y="115185"/>
                </a:lnTo>
                <a:lnTo>
                  <a:pt x="964549" y="115185"/>
                </a:lnTo>
                <a:lnTo>
                  <a:pt x="964549" y="69644"/>
                </a:lnTo>
                <a:lnTo>
                  <a:pt x="992725" y="69644"/>
                </a:lnTo>
                <a:lnTo>
                  <a:pt x="993764" y="69655"/>
                </a:lnTo>
                <a:lnTo>
                  <a:pt x="994785" y="69688"/>
                </a:lnTo>
                <a:lnTo>
                  <a:pt x="995786" y="69742"/>
                </a:lnTo>
                <a:close/>
                <a:moveTo>
                  <a:pt x="994709" y="16037"/>
                </a:moveTo>
                <a:lnTo>
                  <a:pt x="995681" y="16106"/>
                </a:lnTo>
                <a:lnTo>
                  <a:pt x="996631" y="16194"/>
                </a:lnTo>
                <a:lnTo>
                  <a:pt x="997560" y="16303"/>
                </a:lnTo>
                <a:lnTo>
                  <a:pt x="998466" y="16431"/>
                </a:lnTo>
                <a:lnTo>
                  <a:pt x="999351" y="16578"/>
                </a:lnTo>
                <a:lnTo>
                  <a:pt x="1000213" y="16746"/>
                </a:lnTo>
                <a:lnTo>
                  <a:pt x="1001054" y="16933"/>
                </a:lnTo>
                <a:lnTo>
                  <a:pt x="1001873" y="17140"/>
                </a:lnTo>
                <a:lnTo>
                  <a:pt x="1002671" y="17366"/>
                </a:lnTo>
                <a:lnTo>
                  <a:pt x="1003446" y="17613"/>
                </a:lnTo>
                <a:lnTo>
                  <a:pt x="1004200" y="17879"/>
                </a:lnTo>
                <a:lnTo>
                  <a:pt x="1004931" y="18164"/>
                </a:lnTo>
                <a:lnTo>
                  <a:pt x="1005641" y="18469"/>
                </a:lnTo>
                <a:lnTo>
                  <a:pt x="1006329" y="18794"/>
                </a:lnTo>
                <a:lnTo>
                  <a:pt x="1006995" y="19139"/>
                </a:lnTo>
                <a:lnTo>
                  <a:pt x="1007639" y="19504"/>
                </a:lnTo>
                <a:lnTo>
                  <a:pt x="1008262" y="19888"/>
                </a:lnTo>
                <a:lnTo>
                  <a:pt x="1008862" y="20292"/>
                </a:lnTo>
                <a:lnTo>
                  <a:pt x="1009441" y="20715"/>
                </a:lnTo>
                <a:lnTo>
                  <a:pt x="1009998" y="21158"/>
                </a:lnTo>
                <a:lnTo>
                  <a:pt x="1010533" y="21621"/>
                </a:lnTo>
                <a:lnTo>
                  <a:pt x="1011047" y="22100"/>
                </a:lnTo>
                <a:lnTo>
                  <a:pt x="1011538" y="22592"/>
                </a:lnTo>
                <a:lnTo>
                  <a:pt x="1012008" y="23097"/>
                </a:lnTo>
                <a:lnTo>
                  <a:pt x="1012456" y="23615"/>
                </a:lnTo>
                <a:lnTo>
                  <a:pt x="1012882" y="24145"/>
                </a:lnTo>
                <a:lnTo>
                  <a:pt x="1013286" y="24689"/>
                </a:lnTo>
                <a:lnTo>
                  <a:pt x="1013668" y="25245"/>
                </a:lnTo>
                <a:lnTo>
                  <a:pt x="1014029" y="25815"/>
                </a:lnTo>
                <a:lnTo>
                  <a:pt x="1014367" y="26397"/>
                </a:lnTo>
                <a:lnTo>
                  <a:pt x="1014684" y="26992"/>
                </a:lnTo>
                <a:lnTo>
                  <a:pt x="1014979" y="27600"/>
                </a:lnTo>
                <a:lnTo>
                  <a:pt x="1015252" y="28222"/>
                </a:lnTo>
                <a:lnTo>
                  <a:pt x="1015504" y="28856"/>
                </a:lnTo>
                <a:lnTo>
                  <a:pt x="1015733" y="29503"/>
                </a:lnTo>
                <a:lnTo>
                  <a:pt x="1015941" y="30162"/>
                </a:lnTo>
                <a:lnTo>
                  <a:pt x="1016126" y="30835"/>
                </a:lnTo>
                <a:lnTo>
                  <a:pt x="1016290" y="31521"/>
                </a:lnTo>
                <a:lnTo>
                  <a:pt x="1016432" y="32219"/>
                </a:lnTo>
                <a:lnTo>
                  <a:pt x="1016552" y="32931"/>
                </a:lnTo>
                <a:lnTo>
                  <a:pt x="1016651" y="33655"/>
                </a:lnTo>
                <a:lnTo>
                  <a:pt x="1016727" y="34393"/>
                </a:lnTo>
                <a:lnTo>
                  <a:pt x="1016782" y="35143"/>
                </a:lnTo>
                <a:lnTo>
                  <a:pt x="1016814" y="35906"/>
                </a:lnTo>
                <a:lnTo>
                  <a:pt x="1016825" y="36682"/>
                </a:lnTo>
                <a:lnTo>
                  <a:pt x="1016814" y="37488"/>
                </a:lnTo>
                <a:lnTo>
                  <a:pt x="1016782" y="38279"/>
                </a:lnTo>
                <a:lnTo>
                  <a:pt x="1016727" y="39056"/>
                </a:lnTo>
                <a:lnTo>
                  <a:pt x="1016651" y="39818"/>
                </a:lnTo>
                <a:lnTo>
                  <a:pt x="1016552" y="40567"/>
                </a:lnTo>
                <a:lnTo>
                  <a:pt x="1016432" y="41301"/>
                </a:lnTo>
                <a:lnTo>
                  <a:pt x="1016290" y="42022"/>
                </a:lnTo>
                <a:lnTo>
                  <a:pt x="1016126" y="42728"/>
                </a:lnTo>
                <a:lnTo>
                  <a:pt x="1015941" y="43420"/>
                </a:lnTo>
                <a:lnTo>
                  <a:pt x="1015733" y="44098"/>
                </a:lnTo>
                <a:lnTo>
                  <a:pt x="1015504" y="44761"/>
                </a:lnTo>
                <a:lnTo>
                  <a:pt x="1015252" y="45411"/>
                </a:lnTo>
                <a:lnTo>
                  <a:pt x="1014979" y="46046"/>
                </a:lnTo>
                <a:lnTo>
                  <a:pt x="1014684" y="46667"/>
                </a:lnTo>
                <a:lnTo>
                  <a:pt x="1014367" y="47274"/>
                </a:lnTo>
                <a:lnTo>
                  <a:pt x="1014029" y="47867"/>
                </a:lnTo>
                <a:lnTo>
                  <a:pt x="1013668" y="48446"/>
                </a:lnTo>
                <a:lnTo>
                  <a:pt x="1013286" y="49011"/>
                </a:lnTo>
                <a:lnTo>
                  <a:pt x="1012882" y="49561"/>
                </a:lnTo>
                <a:lnTo>
                  <a:pt x="1012456" y="50097"/>
                </a:lnTo>
                <a:lnTo>
                  <a:pt x="1012008" y="50619"/>
                </a:lnTo>
                <a:lnTo>
                  <a:pt x="1011538" y="51127"/>
                </a:lnTo>
                <a:lnTo>
                  <a:pt x="1011047" y="51621"/>
                </a:lnTo>
                <a:lnTo>
                  <a:pt x="1010533" y="52101"/>
                </a:lnTo>
                <a:lnTo>
                  <a:pt x="1009999" y="52563"/>
                </a:lnTo>
                <a:lnTo>
                  <a:pt x="1009445" y="53006"/>
                </a:lnTo>
                <a:lnTo>
                  <a:pt x="1008871" y="53430"/>
                </a:lnTo>
                <a:lnTo>
                  <a:pt x="1008277" y="53833"/>
                </a:lnTo>
                <a:lnTo>
                  <a:pt x="1007663" y="54217"/>
                </a:lnTo>
                <a:lnTo>
                  <a:pt x="1007028" y="54581"/>
                </a:lnTo>
                <a:lnTo>
                  <a:pt x="1006374" y="54926"/>
                </a:lnTo>
                <a:lnTo>
                  <a:pt x="1005700" y="55251"/>
                </a:lnTo>
                <a:lnTo>
                  <a:pt x="1005006" y="55556"/>
                </a:lnTo>
                <a:lnTo>
                  <a:pt x="1004292" y="55841"/>
                </a:lnTo>
                <a:lnTo>
                  <a:pt x="1003558" y="56107"/>
                </a:lnTo>
                <a:lnTo>
                  <a:pt x="1002804" y="56353"/>
                </a:lnTo>
                <a:lnTo>
                  <a:pt x="1002030" y="56580"/>
                </a:lnTo>
                <a:lnTo>
                  <a:pt x="1001236" y="56786"/>
                </a:lnTo>
                <a:lnTo>
                  <a:pt x="1000422" y="56973"/>
                </a:lnTo>
                <a:lnTo>
                  <a:pt x="999587" y="57141"/>
                </a:lnTo>
                <a:lnTo>
                  <a:pt x="998733" y="57288"/>
                </a:lnTo>
                <a:lnTo>
                  <a:pt x="997859" y="57416"/>
                </a:lnTo>
                <a:lnTo>
                  <a:pt x="996965" y="57525"/>
                </a:lnTo>
                <a:lnTo>
                  <a:pt x="996051" y="57613"/>
                </a:lnTo>
                <a:lnTo>
                  <a:pt x="995117" y="57682"/>
                </a:lnTo>
                <a:lnTo>
                  <a:pt x="994163" y="57731"/>
                </a:lnTo>
                <a:lnTo>
                  <a:pt x="993189" y="57761"/>
                </a:lnTo>
                <a:lnTo>
                  <a:pt x="992195" y="57771"/>
                </a:lnTo>
                <a:lnTo>
                  <a:pt x="964549" y="57771"/>
                </a:lnTo>
                <a:lnTo>
                  <a:pt x="964549" y="15948"/>
                </a:lnTo>
                <a:lnTo>
                  <a:pt x="991662" y="15948"/>
                </a:lnTo>
                <a:lnTo>
                  <a:pt x="992700" y="15958"/>
                </a:lnTo>
                <a:lnTo>
                  <a:pt x="993715" y="15988"/>
                </a:lnTo>
                <a:lnTo>
                  <a:pt x="994709" y="16037"/>
                </a:lnTo>
                <a:close/>
                <a:moveTo>
                  <a:pt x="1139199" y="129556"/>
                </a:moveTo>
                <a:lnTo>
                  <a:pt x="1140218" y="129466"/>
                </a:lnTo>
                <a:lnTo>
                  <a:pt x="1141227" y="129356"/>
                </a:lnTo>
                <a:lnTo>
                  <a:pt x="1142226" y="129226"/>
                </a:lnTo>
                <a:lnTo>
                  <a:pt x="1143216" y="129076"/>
                </a:lnTo>
                <a:lnTo>
                  <a:pt x="1144196" y="128907"/>
                </a:lnTo>
                <a:lnTo>
                  <a:pt x="1145165" y="128717"/>
                </a:lnTo>
                <a:lnTo>
                  <a:pt x="1146125" y="128507"/>
                </a:lnTo>
                <a:lnTo>
                  <a:pt x="1147075" y="128277"/>
                </a:lnTo>
                <a:lnTo>
                  <a:pt x="1148016" y="128027"/>
                </a:lnTo>
                <a:lnTo>
                  <a:pt x="1148946" y="127757"/>
                </a:lnTo>
                <a:lnTo>
                  <a:pt x="1149867" y="127467"/>
                </a:lnTo>
                <a:lnTo>
                  <a:pt x="1150777" y="127157"/>
                </a:lnTo>
                <a:lnTo>
                  <a:pt x="1151678" y="126828"/>
                </a:lnTo>
                <a:lnTo>
                  <a:pt x="1152569" y="126478"/>
                </a:lnTo>
                <a:lnTo>
                  <a:pt x="1153450" y="126108"/>
                </a:lnTo>
                <a:lnTo>
                  <a:pt x="1154321" y="125718"/>
                </a:lnTo>
                <a:lnTo>
                  <a:pt x="1155183" y="125308"/>
                </a:lnTo>
                <a:lnTo>
                  <a:pt x="1156035" y="124879"/>
                </a:lnTo>
                <a:lnTo>
                  <a:pt x="1156876" y="124429"/>
                </a:lnTo>
                <a:lnTo>
                  <a:pt x="1157708" y="123959"/>
                </a:lnTo>
                <a:lnTo>
                  <a:pt x="1158528" y="123471"/>
                </a:lnTo>
                <a:lnTo>
                  <a:pt x="1159334" y="122966"/>
                </a:lnTo>
                <a:lnTo>
                  <a:pt x="1160125" y="122445"/>
                </a:lnTo>
                <a:lnTo>
                  <a:pt x="1160903" y="121907"/>
                </a:lnTo>
                <a:lnTo>
                  <a:pt x="1161666" y="121352"/>
                </a:lnTo>
                <a:lnTo>
                  <a:pt x="1162415" y="120781"/>
                </a:lnTo>
                <a:lnTo>
                  <a:pt x="1163150" y="120193"/>
                </a:lnTo>
                <a:lnTo>
                  <a:pt x="1163871" y="119588"/>
                </a:lnTo>
                <a:lnTo>
                  <a:pt x="1164577" y="118967"/>
                </a:lnTo>
                <a:lnTo>
                  <a:pt x="1165270" y="118329"/>
                </a:lnTo>
                <a:lnTo>
                  <a:pt x="1165948" y="117675"/>
                </a:lnTo>
                <a:lnTo>
                  <a:pt x="1166612" y="117004"/>
                </a:lnTo>
                <a:lnTo>
                  <a:pt x="1167262" y="116316"/>
                </a:lnTo>
                <a:lnTo>
                  <a:pt x="1167898" y="115612"/>
                </a:lnTo>
                <a:lnTo>
                  <a:pt x="1168520" y="114891"/>
                </a:lnTo>
                <a:lnTo>
                  <a:pt x="1169127" y="114154"/>
                </a:lnTo>
                <a:lnTo>
                  <a:pt x="1169721" y="113400"/>
                </a:lnTo>
                <a:lnTo>
                  <a:pt x="1170300" y="112629"/>
                </a:lnTo>
                <a:lnTo>
                  <a:pt x="1170865" y="111842"/>
                </a:lnTo>
                <a:lnTo>
                  <a:pt x="1171416" y="111038"/>
                </a:lnTo>
                <a:lnTo>
                  <a:pt x="1171953" y="110218"/>
                </a:lnTo>
                <a:lnTo>
                  <a:pt x="1172475" y="109381"/>
                </a:lnTo>
                <a:lnTo>
                  <a:pt x="1172984" y="108527"/>
                </a:lnTo>
                <a:lnTo>
                  <a:pt x="1173478" y="107657"/>
                </a:lnTo>
                <a:lnTo>
                  <a:pt x="1173955" y="106772"/>
                </a:lnTo>
                <a:lnTo>
                  <a:pt x="1174412" y="105874"/>
                </a:lnTo>
                <a:lnTo>
                  <a:pt x="1174849" y="104964"/>
                </a:lnTo>
                <a:lnTo>
                  <a:pt x="1175265" y="104041"/>
                </a:lnTo>
                <a:lnTo>
                  <a:pt x="1175661" y="103105"/>
                </a:lnTo>
                <a:lnTo>
                  <a:pt x="1176037" y="102157"/>
                </a:lnTo>
                <a:lnTo>
                  <a:pt x="1176392" y="101196"/>
                </a:lnTo>
                <a:lnTo>
                  <a:pt x="1176727" y="100223"/>
                </a:lnTo>
                <a:lnTo>
                  <a:pt x="1177042" y="99237"/>
                </a:lnTo>
                <a:lnTo>
                  <a:pt x="1177336" y="98238"/>
                </a:lnTo>
                <a:lnTo>
                  <a:pt x="1177611" y="97227"/>
                </a:lnTo>
                <a:lnTo>
                  <a:pt x="1177864" y="96203"/>
                </a:lnTo>
                <a:lnTo>
                  <a:pt x="1178098" y="95167"/>
                </a:lnTo>
                <a:lnTo>
                  <a:pt x="1178311" y="94118"/>
                </a:lnTo>
                <a:lnTo>
                  <a:pt x="1178504" y="93056"/>
                </a:lnTo>
                <a:lnTo>
                  <a:pt x="1178677" y="91982"/>
                </a:lnTo>
                <a:lnTo>
                  <a:pt x="1178829" y="90895"/>
                </a:lnTo>
                <a:lnTo>
                  <a:pt x="1178961" y="89796"/>
                </a:lnTo>
                <a:lnTo>
                  <a:pt x="1179073" y="88684"/>
                </a:lnTo>
                <a:lnTo>
                  <a:pt x="1179164" y="87559"/>
                </a:lnTo>
                <a:lnTo>
                  <a:pt x="1179235" y="86422"/>
                </a:lnTo>
                <a:lnTo>
                  <a:pt x="1179286" y="85272"/>
                </a:lnTo>
                <a:lnTo>
                  <a:pt x="1179316" y="84109"/>
                </a:lnTo>
                <a:lnTo>
                  <a:pt x="1179327" y="82934"/>
                </a:lnTo>
                <a:lnTo>
                  <a:pt x="1179317" y="81759"/>
                </a:lnTo>
                <a:lnTo>
                  <a:pt x="1179287" y="80597"/>
                </a:lnTo>
                <a:lnTo>
                  <a:pt x="1179237" y="79447"/>
                </a:lnTo>
                <a:lnTo>
                  <a:pt x="1179167" y="78309"/>
                </a:lnTo>
                <a:lnTo>
                  <a:pt x="1179077" y="77185"/>
                </a:lnTo>
                <a:lnTo>
                  <a:pt x="1178967" y="76073"/>
                </a:lnTo>
                <a:lnTo>
                  <a:pt x="1178837" y="74973"/>
                </a:lnTo>
                <a:lnTo>
                  <a:pt x="1178687" y="73887"/>
                </a:lnTo>
                <a:lnTo>
                  <a:pt x="1178517" y="72812"/>
                </a:lnTo>
                <a:lnTo>
                  <a:pt x="1178327" y="71751"/>
                </a:lnTo>
                <a:lnTo>
                  <a:pt x="1178117" y="70702"/>
                </a:lnTo>
                <a:lnTo>
                  <a:pt x="1177887" y="69666"/>
                </a:lnTo>
                <a:lnTo>
                  <a:pt x="1177637" y="68642"/>
                </a:lnTo>
                <a:lnTo>
                  <a:pt x="1177367" y="67631"/>
                </a:lnTo>
                <a:lnTo>
                  <a:pt x="1177077" y="66633"/>
                </a:lnTo>
                <a:lnTo>
                  <a:pt x="1176767" y="65647"/>
                </a:lnTo>
                <a:lnTo>
                  <a:pt x="1176437" y="64673"/>
                </a:lnTo>
                <a:lnTo>
                  <a:pt x="1176087" y="63713"/>
                </a:lnTo>
                <a:lnTo>
                  <a:pt x="1175717" y="62765"/>
                </a:lnTo>
                <a:lnTo>
                  <a:pt x="1175327" y="61830"/>
                </a:lnTo>
                <a:lnTo>
                  <a:pt x="1174917" y="60907"/>
                </a:lnTo>
                <a:lnTo>
                  <a:pt x="1174487" y="59997"/>
                </a:lnTo>
                <a:lnTo>
                  <a:pt x="1174037" y="59099"/>
                </a:lnTo>
                <a:lnTo>
                  <a:pt x="1173567" y="58214"/>
                </a:lnTo>
                <a:lnTo>
                  <a:pt x="1173080" y="57344"/>
                </a:lnTo>
                <a:lnTo>
                  <a:pt x="1172579" y="56490"/>
                </a:lnTo>
                <a:lnTo>
                  <a:pt x="1172064" y="55653"/>
                </a:lnTo>
                <a:lnTo>
                  <a:pt x="1171534" y="54832"/>
                </a:lnTo>
                <a:lnTo>
                  <a:pt x="1170990" y="54028"/>
                </a:lnTo>
                <a:lnTo>
                  <a:pt x="1170433" y="53241"/>
                </a:lnTo>
                <a:lnTo>
                  <a:pt x="1169861" y="52470"/>
                </a:lnTo>
                <a:lnTo>
                  <a:pt x="1169275" y="51716"/>
                </a:lnTo>
                <a:lnTo>
                  <a:pt x="1168674" y="50978"/>
                </a:lnTo>
                <a:lnTo>
                  <a:pt x="1168060" y="50257"/>
                </a:lnTo>
                <a:lnTo>
                  <a:pt x="1167432" y="49553"/>
                </a:lnTo>
                <a:lnTo>
                  <a:pt x="1166789" y="48865"/>
                </a:lnTo>
                <a:lnTo>
                  <a:pt x="1166132" y="48194"/>
                </a:lnTo>
                <a:lnTo>
                  <a:pt x="1165461" y="47540"/>
                </a:lnTo>
                <a:lnTo>
                  <a:pt x="1164776" y="46902"/>
                </a:lnTo>
                <a:lnTo>
                  <a:pt x="1164077" y="46281"/>
                </a:lnTo>
                <a:lnTo>
                  <a:pt x="1163363" y="45676"/>
                </a:lnTo>
                <a:lnTo>
                  <a:pt x="1162636" y="45088"/>
                </a:lnTo>
                <a:lnTo>
                  <a:pt x="1161894" y="44517"/>
                </a:lnTo>
                <a:lnTo>
                  <a:pt x="1161138" y="43962"/>
                </a:lnTo>
                <a:lnTo>
                  <a:pt x="1160368" y="43424"/>
                </a:lnTo>
                <a:lnTo>
                  <a:pt x="1159584" y="42902"/>
                </a:lnTo>
                <a:lnTo>
                  <a:pt x="1158786" y="42397"/>
                </a:lnTo>
                <a:lnTo>
                  <a:pt x="1157973" y="41909"/>
                </a:lnTo>
                <a:lnTo>
                  <a:pt x="1157149" y="41439"/>
                </a:lnTo>
                <a:lnTo>
                  <a:pt x="1156314" y="40989"/>
                </a:lnTo>
                <a:lnTo>
                  <a:pt x="1155469" y="40559"/>
                </a:lnTo>
                <a:lnTo>
                  <a:pt x="1154614" y="40149"/>
                </a:lnTo>
                <a:lnTo>
                  <a:pt x="1153748" y="39759"/>
                </a:lnTo>
                <a:lnTo>
                  <a:pt x="1152873" y="39389"/>
                </a:lnTo>
                <a:lnTo>
                  <a:pt x="1151987" y="39039"/>
                </a:lnTo>
                <a:lnTo>
                  <a:pt x="1151092" y="38709"/>
                </a:lnTo>
                <a:lnTo>
                  <a:pt x="1150186" y="38400"/>
                </a:lnTo>
                <a:lnTo>
                  <a:pt x="1149270" y="38110"/>
                </a:lnTo>
                <a:lnTo>
                  <a:pt x="1148344" y="37840"/>
                </a:lnTo>
                <a:lnTo>
                  <a:pt x="1147407" y="37590"/>
                </a:lnTo>
                <a:lnTo>
                  <a:pt x="1146461" y="37360"/>
                </a:lnTo>
                <a:lnTo>
                  <a:pt x="1145504" y="37150"/>
                </a:lnTo>
                <a:lnTo>
                  <a:pt x="1144537" y="36960"/>
                </a:lnTo>
                <a:lnTo>
                  <a:pt x="1143560" y="36790"/>
                </a:lnTo>
                <a:lnTo>
                  <a:pt x="1142573" y="36640"/>
                </a:lnTo>
                <a:lnTo>
                  <a:pt x="1141576" y="36510"/>
                </a:lnTo>
                <a:lnTo>
                  <a:pt x="1140568" y="36400"/>
                </a:lnTo>
                <a:lnTo>
                  <a:pt x="1139551" y="36310"/>
                </a:lnTo>
                <a:lnTo>
                  <a:pt x="1138523" y="36240"/>
                </a:lnTo>
                <a:lnTo>
                  <a:pt x="1137485" y="36190"/>
                </a:lnTo>
                <a:lnTo>
                  <a:pt x="1136437" y="36160"/>
                </a:lnTo>
                <a:lnTo>
                  <a:pt x="1135379" y="36150"/>
                </a:lnTo>
                <a:lnTo>
                  <a:pt x="1134349" y="36160"/>
                </a:lnTo>
                <a:lnTo>
                  <a:pt x="1133328" y="36190"/>
                </a:lnTo>
                <a:lnTo>
                  <a:pt x="1132315" y="36240"/>
                </a:lnTo>
                <a:lnTo>
                  <a:pt x="1131311" y="36310"/>
                </a:lnTo>
                <a:lnTo>
                  <a:pt x="1130314" y="36400"/>
                </a:lnTo>
                <a:lnTo>
                  <a:pt x="1129326" y="36510"/>
                </a:lnTo>
                <a:lnTo>
                  <a:pt x="1128347" y="36640"/>
                </a:lnTo>
                <a:lnTo>
                  <a:pt x="1127375" y="36790"/>
                </a:lnTo>
                <a:lnTo>
                  <a:pt x="1126412" y="36960"/>
                </a:lnTo>
                <a:lnTo>
                  <a:pt x="1125458" y="37150"/>
                </a:lnTo>
                <a:lnTo>
                  <a:pt x="1124511" y="37360"/>
                </a:lnTo>
                <a:lnTo>
                  <a:pt x="1123573" y="37590"/>
                </a:lnTo>
                <a:lnTo>
                  <a:pt x="1122643" y="37840"/>
                </a:lnTo>
                <a:lnTo>
                  <a:pt x="1121722" y="38110"/>
                </a:lnTo>
                <a:lnTo>
                  <a:pt x="1120808" y="38400"/>
                </a:lnTo>
                <a:lnTo>
                  <a:pt x="1119903" y="38709"/>
                </a:lnTo>
                <a:lnTo>
                  <a:pt x="1119007" y="39039"/>
                </a:lnTo>
                <a:lnTo>
                  <a:pt x="1118118" y="39389"/>
                </a:lnTo>
                <a:lnTo>
                  <a:pt x="1117238" y="39759"/>
                </a:lnTo>
                <a:lnTo>
                  <a:pt x="1116366" y="40149"/>
                </a:lnTo>
                <a:lnTo>
                  <a:pt x="1115503" y="40559"/>
                </a:lnTo>
                <a:lnTo>
                  <a:pt x="1114648" y="40989"/>
                </a:lnTo>
                <a:lnTo>
                  <a:pt x="1113801" y="41439"/>
                </a:lnTo>
                <a:lnTo>
                  <a:pt x="1112962" y="41909"/>
                </a:lnTo>
                <a:lnTo>
                  <a:pt x="1112135" y="42397"/>
                </a:lnTo>
                <a:lnTo>
                  <a:pt x="1111323" y="42902"/>
                </a:lnTo>
                <a:lnTo>
                  <a:pt x="1110526" y="43424"/>
                </a:lnTo>
                <a:lnTo>
                  <a:pt x="1109743" y="43962"/>
                </a:lnTo>
                <a:lnTo>
                  <a:pt x="1108975" y="44517"/>
                </a:lnTo>
                <a:lnTo>
                  <a:pt x="1108222" y="45088"/>
                </a:lnTo>
                <a:lnTo>
                  <a:pt x="1107483" y="45676"/>
                </a:lnTo>
                <a:lnTo>
                  <a:pt x="1106760" y="46281"/>
                </a:lnTo>
                <a:lnTo>
                  <a:pt x="1106051" y="46902"/>
                </a:lnTo>
                <a:lnTo>
                  <a:pt x="1105357" y="47540"/>
                </a:lnTo>
                <a:lnTo>
                  <a:pt x="1104677" y="48194"/>
                </a:lnTo>
                <a:lnTo>
                  <a:pt x="1104013" y="48865"/>
                </a:lnTo>
                <a:lnTo>
                  <a:pt x="1103363" y="49553"/>
                </a:lnTo>
                <a:lnTo>
                  <a:pt x="1102728" y="50257"/>
                </a:lnTo>
                <a:lnTo>
                  <a:pt x="1102108" y="50978"/>
                </a:lnTo>
                <a:lnTo>
                  <a:pt x="1101502" y="51716"/>
                </a:lnTo>
                <a:lnTo>
                  <a:pt x="1100912" y="52470"/>
                </a:lnTo>
                <a:lnTo>
                  <a:pt x="1100336" y="53241"/>
                </a:lnTo>
                <a:lnTo>
                  <a:pt x="1099774" y="54028"/>
                </a:lnTo>
                <a:lnTo>
                  <a:pt x="1099228" y="54832"/>
                </a:lnTo>
                <a:lnTo>
                  <a:pt x="1098696" y="55653"/>
                </a:lnTo>
                <a:lnTo>
                  <a:pt x="1098179" y="56490"/>
                </a:lnTo>
                <a:lnTo>
                  <a:pt x="1097677" y="57344"/>
                </a:lnTo>
                <a:lnTo>
                  <a:pt x="1097190" y="58214"/>
                </a:lnTo>
                <a:lnTo>
                  <a:pt x="1096720" y="59099"/>
                </a:lnTo>
                <a:lnTo>
                  <a:pt x="1096270" y="59998"/>
                </a:lnTo>
                <a:lnTo>
                  <a:pt x="1095840" y="60910"/>
                </a:lnTo>
                <a:lnTo>
                  <a:pt x="1095430" y="61834"/>
                </a:lnTo>
                <a:lnTo>
                  <a:pt x="1095040" y="62773"/>
                </a:lnTo>
                <a:lnTo>
                  <a:pt x="1094670" y="63724"/>
                </a:lnTo>
                <a:lnTo>
                  <a:pt x="1094320" y="64688"/>
                </a:lnTo>
                <a:lnTo>
                  <a:pt x="1093990" y="65666"/>
                </a:lnTo>
                <a:lnTo>
                  <a:pt x="1093680" y="66657"/>
                </a:lnTo>
                <a:lnTo>
                  <a:pt x="1093390" y="67661"/>
                </a:lnTo>
                <a:lnTo>
                  <a:pt x="1093120" y="68679"/>
                </a:lnTo>
                <a:lnTo>
                  <a:pt x="1092870" y="69710"/>
                </a:lnTo>
                <a:lnTo>
                  <a:pt x="1092640" y="70754"/>
                </a:lnTo>
                <a:lnTo>
                  <a:pt x="1092430" y="71811"/>
                </a:lnTo>
                <a:lnTo>
                  <a:pt x="1092240" y="72881"/>
                </a:lnTo>
                <a:lnTo>
                  <a:pt x="1092070" y="73965"/>
                </a:lnTo>
                <a:lnTo>
                  <a:pt x="1091920" y="75062"/>
                </a:lnTo>
                <a:lnTo>
                  <a:pt x="1091790" y="76172"/>
                </a:lnTo>
                <a:lnTo>
                  <a:pt x="1091681" y="77295"/>
                </a:lnTo>
                <a:lnTo>
                  <a:pt x="1091591" y="78432"/>
                </a:lnTo>
                <a:lnTo>
                  <a:pt x="1091521" y="79581"/>
                </a:lnTo>
                <a:lnTo>
                  <a:pt x="1091471" y="80744"/>
                </a:lnTo>
                <a:lnTo>
                  <a:pt x="1091441" y="81921"/>
                </a:lnTo>
                <a:lnTo>
                  <a:pt x="1091431" y="83110"/>
                </a:lnTo>
                <a:lnTo>
                  <a:pt x="1091440" y="84271"/>
                </a:lnTo>
                <a:lnTo>
                  <a:pt x="1091470" y="85420"/>
                </a:lnTo>
                <a:lnTo>
                  <a:pt x="1091519" y="86556"/>
                </a:lnTo>
                <a:lnTo>
                  <a:pt x="1091588" y="87681"/>
                </a:lnTo>
                <a:lnTo>
                  <a:pt x="1091677" y="88794"/>
                </a:lnTo>
                <a:lnTo>
                  <a:pt x="1091785" y="89895"/>
                </a:lnTo>
                <a:lnTo>
                  <a:pt x="1091913" y="90983"/>
                </a:lnTo>
                <a:lnTo>
                  <a:pt x="1092061" y="92060"/>
                </a:lnTo>
                <a:lnTo>
                  <a:pt x="1092228" y="93125"/>
                </a:lnTo>
                <a:lnTo>
                  <a:pt x="1092415" y="94178"/>
                </a:lnTo>
                <a:lnTo>
                  <a:pt x="1092622" y="95219"/>
                </a:lnTo>
                <a:lnTo>
                  <a:pt x="1092848" y="96247"/>
                </a:lnTo>
                <a:lnTo>
                  <a:pt x="1093094" y="97264"/>
                </a:lnTo>
                <a:lnTo>
                  <a:pt x="1093360" y="98269"/>
                </a:lnTo>
                <a:lnTo>
                  <a:pt x="1093645" y="99262"/>
                </a:lnTo>
                <a:lnTo>
                  <a:pt x="1093951" y="100243"/>
                </a:lnTo>
                <a:lnTo>
                  <a:pt x="1094276" y="101211"/>
                </a:lnTo>
                <a:lnTo>
                  <a:pt x="1094620" y="102168"/>
                </a:lnTo>
                <a:lnTo>
                  <a:pt x="1094984" y="103113"/>
                </a:lnTo>
                <a:lnTo>
                  <a:pt x="1095368" y="104046"/>
                </a:lnTo>
                <a:lnTo>
                  <a:pt x="1095772" y="104966"/>
                </a:lnTo>
                <a:lnTo>
                  <a:pt x="1096195" y="105875"/>
                </a:lnTo>
                <a:lnTo>
                  <a:pt x="1096638" y="106772"/>
                </a:lnTo>
                <a:lnTo>
                  <a:pt x="1097101" y="107657"/>
                </a:lnTo>
                <a:lnTo>
                  <a:pt x="1097581" y="108527"/>
                </a:lnTo>
                <a:lnTo>
                  <a:pt x="1098076" y="109381"/>
                </a:lnTo>
                <a:lnTo>
                  <a:pt x="1098585" y="110218"/>
                </a:lnTo>
                <a:lnTo>
                  <a:pt x="1099110" y="111038"/>
                </a:lnTo>
                <a:lnTo>
                  <a:pt x="1099649" y="111842"/>
                </a:lnTo>
                <a:lnTo>
                  <a:pt x="1100203" y="112629"/>
                </a:lnTo>
                <a:lnTo>
                  <a:pt x="1100772" y="113400"/>
                </a:lnTo>
                <a:lnTo>
                  <a:pt x="1101355" y="114154"/>
                </a:lnTo>
                <a:lnTo>
                  <a:pt x="1101953" y="114891"/>
                </a:lnTo>
                <a:lnTo>
                  <a:pt x="1102566" y="115612"/>
                </a:lnTo>
                <a:lnTo>
                  <a:pt x="1103194" y="116316"/>
                </a:lnTo>
                <a:lnTo>
                  <a:pt x="1103836" y="117004"/>
                </a:lnTo>
                <a:lnTo>
                  <a:pt x="1104494" y="117675"/>
                </a:lnTo>
                <a:lnTo>
                  <a:pt x="1105166" y="118329"/>
                </a:lnTo>
                <a:lnTo>
                  <a:pt x="1105852" y="118967"/>
                </a:lnTo>
                <a:lnTo>
                  <a:pt x="1106554" y="119588"/>
                </a:lnTo>
                <a:lnTo>
                  <a:pt x="1107270" y="120193"/>
                </a:lnTo>
                <a:lnTo>
                  <a:pt x="1108001" y="120781"/>
                </a:lnTo>
                <a:lnTo>
                  <a:pt x="1108747" y="121352"/>
                </a:lnTo>
                <a:lnTo>
                  <a:pt x="1109508" y="121907"/>
                </a:lnTo>
                <a:lnTo>
                  <a:pt x="1110283" y="122445"/>
                </a:lnTo>
                <a:lnTo>
                  <a:pt x="1111073" y="122966"/>
                </a:lnTo>
                <a:lnTo>
                  <a:pt x="1111878" y="123471"/>
                </a:lnTo>
                <a:lnTo>
                  <a:pt x="1112697" y="123959"/>
                </a:lnTo>
                <a:lnTo>
                  <a:pt x="1113529" y="124429"/>
                </a:lnTo>
                <a:lnTo>
                  <a:pt x="1114369" y="124879"/>
                </a:lnTo>
                <a:lnTo>
                  <a:pt x="1115217" y="125308"/>
                </a:lnTo>
                <a:lnTo>
                  <a:pt x="1116074" y="125718"/>
                </a:lnTo>
                <a:lnTo>
                  <a:pt x="1116940" y="126108"/>
                </a:lnTo>
                <a:lnTo>
                  <a:pt x="1117814" y="126478"/>
                </a:lnTo>
                <a:lnTo>
                  <a:pt x="1118697" y="126828"/>
                </a:lnTo>
                <a:lnTo>
                  <a:pt x="1119589" y="127157"/>
                </a:lnTo>
                <a:lnTo>
                  <a:pt x="1120489" y="127467"/>
                </a:lnTo>
                <a:lnTo>
                  <a:pt x="1121398" y="127757"/>
                </a:lnTo>
                <a:lnTo>
                  <a:pt x="1122315" y="128027"/>
                </a:lnTo>
                <a:lnTo>
                  <a:pt x="1123241" y="128277"/>
                </a:lnTo>
                <a:lnTo>
                  <a:pt x="1124176" y="128507"/>
                </a:lnTo>
                <a:lnTo>
                  <a:pt x="1125119" y="128717"/>
                </a:lnTo>
                <a:lnTo>
                  <a:pt x="1126071" y="128907"/>
                </a:lnTo>
                <a:lnTo>
                  <a:pt x="1127031" y="129076"/>
                </a:lnTo>
                <a:lnTo>
                  <a:pt x="1128000" y="129226"/>
                </a:lnTo>
                <a:lnTo>
                  <a:pt x="1128978" y="129356"/>
                </a:lnTo>
                <a:lnTo>
                  <a:pt x="1129964" y="129466"/>
                </a:lnTo>
                <a:lnTo>
                  <a:pt x="1130959" y="129556"/>
                </a:lnTo>
                <a:lnTo>
                  <a:pt x="1131962" y="129626"/>
                </a:lnTo>
                <a:lnTo>
                  <a:pt x="1132974" y="129676"/>
                </a:lnTo>
                <a:lnTo>
                  <a:pt x="1133995" y="129706"/>
                </a:lnTo>
                <a:lnTo>
                  <a:pt x="1135024" y="129716"/>
                </a:lnTo>
                <a:lnTo>
                  <a:pt x="1136083" y="129706"/>
                </a:lnTo>
                <a:lnTo>
                  <a:pt x="1137131" y="129676"/>
                </a:lnTo>
                <a:lnTo>
                  <a:pt x="1138170" y="129626"/>
                </a:lnTo>
                <a:lnTo>
                  <a:pt x="1139199" y="129556"/>
                </a:lnTo>
                <a:close/>
                <a:moveTo>
                  <a:pt x="1132695" y="116853"/>
                </a:moveTo>
                <a:lnTo>
                  <a:pt x="1132078" y="116793"/>
                </a:lnTo>
                <a:lnTo>
                  <a:pt x="1131465" y="116720"/>
                </a:lnTo>
                <a:lnTo>
                  <a:pt x="1130856" y="116634"/>
                </a:lnTo>
                <a:lnTo>
                  <a:pt x="1130251" y="116535"/>
                </a:lnTo>
                <a:lnTo>
                  <a:pt x="1129650" y="116423"/>
                </a:lnTo>
                <a:lnTo>
                  <a:pt x="1129052" y="116297"/>
                </a:lnTo>
                <a:lnTo>
                  <a:pt x="1128459" y="116158"/>
                </a:lnTo>
                <a:lnTo>
                  <a:pt x="1127870" y="116006"/>
                </a:lnTo>
                <a:lnTo>
                  <a:pt x="1127285" y="115841"/>
                </a:lnTo>
                <a:lnTo>
                  <a:pt x="1126704" y="115662"/>
                </a:lnTo>
                <a:lnTo>
                  <a:pt x="1126127" y="115470"/>
                </a:lnTo>
                <a:lnTo>
                  <a:pt x="1125554" y="115265"/>
                </a:lnTo>
                <a:lnTo>
                  <a:pt x="1124985" y="115047"/>
                </a:lnTo>
                <a:lnTo>
                  <a:pt x="1124419" y="114816"/>
                </a:lnTo>
                <a:lnTo>
                  <a:pt x="1123858" y="114571"/>
                </a:lnTo>
                <a:lnTo>
                  <a:pt x="1123301" y="114313"/>
                </a:lnTo>
                <a:lnTo>
                  <a:pt x="1122748" y="114042"/>
                </a:lnTo>
                <a:lnTo>
                  <a:pt x="1122199" y="113757"/>
                </a:lnTo>
                <a:lnTo>
                  <a:pt x="1121653" y="113460"/>
                </a:lnTo>
                <a:lnTo>
                  <a:pt x="1121112" y="113149"/>
                </a:lnTo>
                <a:lnTo>
                  <a:pt x="1120578" y="112825"/>
                </a:lnTo>
                <a:lnTo>
                  <a:pt x="1120052" y="112487"/>
                </a:lnTo>
                <a:lnTo>
                  <a:pt x="1119534" y="112137"/>
                </a:lnTo>
                <a:lnTo>
                  <a:pt x="1119025" y="111773"/>
                </a:lnTo>
                <a:lnTo>
                  <a:pt x="1118525" y="111396"/>
                </a:lnTo>
                <a:lnTo>
                  <a:pt x="1118033" y="111006"/>
                </a:lnTo>
                <a:lnTo>
                  <a:pt x="1117550" y="110602"/>
                </a:lnTo>
                <a:lnTo>
                  <a:pt x="1117076" y="110185"/>
                </a:lnTo>
                <a:lnTo>
                  <a:pt x="1116610" y="109755"/>
                </a:lnTo>
                <a:lnTo>
                  <a:pt x="1116153" y="109312"/>
                </a:lnTo>
                <a:lnTo>
                  <a:pt x="1115704" y="108856"/>
                </a:lnTo>
                <a:lnTo>
                  <a:pt x="1115264" y="108386"/>
                </a:lnTo>
                <a:lnTo>
                  <a:pt x="1114833" y="107903"/>
                </a:lnTo>
                <a:lnTo>
                  <a:pt x="1114410" y="107407"/>
                </a:lnTo>
                <a:lnTo>
                  <a:pt x="1113996" y="106898"/>
                </a:lnTo>
                <a:lnTo>
                  <a:pt x="1113590" y="106375"/>
                </a:lnTo>
                <a:lnTo>
                  <a:pt x="1113193" y="105840"/>
                </a:lnTo>
                <a:lnTo>
                  <a:pt x="1112805" y="105291"/>
                </a:lnTo>
                <a:lnTo>
                  <a:pt x="1112425" y="104728"/>
                </a:lnTo>
                <a:lnTo>
                  <a:pt x="1112054" y="104153"/>
                </a:lnTo>
                <a:lnTo>
                  <a:pt x="1111692" y="103564"/>
                </a:lnTo>
                <a:lnTo>
                  <a:pt x="1111338" y="102962"/>
                </a:lnTo>
                <a:lnTo>
                  <a:pt x="1110993" y="102347"/>
                </a:lnTo>
                <a:lnTo>
                  <a:pt x="1110656" y="101719"/>
                </a:lnTo>
                <a:lnTo>
                  <a:pt x="1110331" y="101078"/>
                </a:lnTo>
                <a:lnTo>
                  <a:pt x="1110019" y="100424"/>
                </a:lnTo>
                <a:lnTo>
                  <a:pt x="1109722" y="99759"/>
                </a:lnTo>
                <a:lnTo>
                  <a:pt x="1109438" y="99080"/>
                </a:lnTo>
                <a:lnTo>
                  <a:pt x="1109168" y="98390"/>
                </a:lnTo>
                <a:lnTo>
                  <a:pt x="1108912" y="97687"/>
                </a:lnTo>
                <a:lnTo>
                  <a:pt x="1108670" y="96972"/>
                </a:lnTo>
                <a:lnTo>
                  <a:pt x="1108442" y="96245"/>
                </a:lnTo>
                <a:lnTo>
                  <a:pt x="1108227" y="95505"/>
                </a:lnTo>
                <a:lnTo>
                  <a:pt x="1108026" y="94754"/>
                </a:lnTo>
                <a:lnTo>
                  <a:pt x="1107840" y="93989"/>
                </a:lnTo>
                <a:lnTo>
                  <a:pt x="1107667" y="93213"/>
                </a:lnTo>
                <a:lnTo>
                  <a:pt x="1107508" y="92424"/>
                </a:lnTo>
                <a:lnTo>
                  <a:pt x="1107362" y="91623"/>
                </a:lnTo>
                <a:lnTo>
                  <a:pt x="1107231" y="90809"/>
                </a:lnTo>
                <a:lnTo>
                  <a:pt x="1107113" y="89984"/>
                </a:lnTo>
                <a:lnTo>
                  <a:pt x="1107009" y="89145"/>
                </a:lnTo>
                <a:lnTo>
                  <a:pt x="1106919" y="88295"/>
                </a:lnTo>
                <a:lnTo>
                  <a:pt x="1106843" y="87432"/>
                </a:lnTo>
                <a:lnTo>
                  <a:pt x="1106781" y="86557"/>
                </a:lnTo>
                <a:lnTo>
                  <a:pt x="1106733" y="85670"/>
                </a:lnTo>
                <a:lnTo>
                  <a:pt x="1106698" y="84770"/>
                </a:lnTo>
                <a:lnTo>
                  <a:pt x="1106677" y="83858"/>
                </a:lnTo>
                <a:lnTo>
                  <a:pt x="1106670" y="82934"/>
                </a:lnTo>
                <a:lnTo>
                  <a:pt x="1106677" y="81996"/>
                </a:lnTo>
                <a:lnTo>
                  <a:pt x="1106698" y="81071"/>
                </a:lnTo>
                <a:lnTo>
                  <a:pt x="1106733" y="80159"/>
                </a:lnTo>
                <a:lnTo>
                  <a:pt x="1106781" y="79260"/>
                </a:lnTo>
                <a:lnTo>
                  <a:pt x="1106843" y="78374"/>
                </a:lnTo>
                <a:lnTo>
                  <a:pt x="1106919" y="77502"/>
                </a:lnTo>
                <a:lnTo>
                  <a:pt x="1107009" y="76643"/>
                </a:lnTo>
                <a:lnTo>
                  <a:pt x="1107113" y="75797"/>
                </a:lnTo>
                <a:lnTo>
                  <a:pt x="1107231" y="74965"/>
                </a:lnTo>
                <a:lnTo>
                  <a:pt x="1107362" y="74145"/>
                </a:lnTo>
                <a:lnTo>
                  <a:pt x="1107508" y="73339"/>
                </a:lnTo>
                <a:lnTo>
                  <a:pt x="1107667" y="72546"/>
                </a:lnTo>
                <a:lnTo>
                  <a:pt x="1107840" y="71766"/>
                </a:lnTo>
                <a:lnTo>
                  <a:pt x="1108026" y="71000"/>
                </a:lnTo>
                <a:lnTo>
                  <a:pt x="1108227" y="70247"/>
                </a:lnTo>
                <a:lnTo>
                  <a:pt x="1108442" y="69507"/>
                </a:lnTo>
                <a:lnTo>
                  <a:pt x="1108670" y="68780"/>
                </a:lnTo>
                <a:lnTo>
                  <a:pt x="1108912" y="68066"/>
                </a:lnTo>
                <a:lnTo>
                  <a:pt x="1109168" y="67366"/>
                </a:lnTo>
                <a:lnTo>
                  <a:pt x="1109438" y="66679"/>
                </a:lnTo>
                <a:lnTo>
                  <a:pt x="1109722" y="66005"/>
                </a:lnTo>
                <a:lnTo>
                  <a:pt x="1110019" y="65345"/>
                </a:lnTo>
                <a:lnTo>
                  <a:pt x="1110331" y="64697"/>
                </a:lnTo>
                <a:lnTo>
                  <a:pt x="1110656" y="64063"/>
                </a:lnTo>
                <a:lnTo>
                  <a:pt x="1110993" y="63442"/>
                </a:lnTo>
                <a:lnTo>
                  <a:pt x="1111339" y="62833"/>
                </a:lnTo>
                <a:lnTo>
                  <a:pt x="1111695" y="62238"/>
                </a:lnTo>
                <a:lnTo>
                  <a:pt x="1112059" y="61655"/>
                </a:lnTo>
                <a:lnTo>
                  <a:pt x="1112433" y="61086"/>
                </a:lnTo>
                <a:lnTo>
                  <a:pt x="1112816" y="60529"/>
                </a:lnTo>
                <a:lnTo>
                  <a:pt x="1113209" y="59985"/>
                </a:lnTo>
                <a:lnTo>
                  <a:pt x="1113610" y="59455"/>
                </a:lnTo>
                <a:lnTo>
                  <a:pt x="1114021" y="58937"/>
                </a:lnTo>
                <a:lnTo>
                  <a:pt x="1114441" y="58432"/>
                </a:lnTo>
                <a:lnTo>
                  <a:pt x="1114870" y="57940"/>
                </a:lnTo>
                <a:lnTo>
                  <a:pt x="1115309" y="57461"/>
                </a:lnTo>
                <a:lnTo>
                  <a:pt x="1115757" y="56994"/>
                </a:lnTo>
                <a:lnTo>
                  <a:pt x="1116214" y="56541"/>
                </a:lnTo>
                <a:lnTo>
                  <a:pt x="1116680" y="56101"/>
                </a:lnTo>
                <a:lnTo>
                  <a:pt x="1117155" y="55673"/>
                </a:lnTo>
                <a:lnTo>
                  <a:pt x="1117640" y="55259"/>
                </a:lnTo>
                <a:lnTo>
                  <a:pt x="1118134" y="54857"/>
                </a:lnTo>
                <a:lnTo>
                  <a:pt x="1118637" y="54469"/>
                </a:lnTo>
                <a:lnTo>
                  <a:pt x="1119149" y="54093"/>
                </a:lnTo>
                <a:lnTo>
                  <a:pt x="1119671" y="53730"/>
                </a:lnTo>
                <a:lnTo>
                  <a:pt x="1120201" y="53381"/>
                </a:lnTo>
                <a:lnTo>
                  <a:pt x="1120741" y="53044"/>
                </a:lnTo>
                <a:lnTo>
                  <a:pt x="1121291" y="52720"/>
                </a:lnTo>
                <a:lnTo>
                  <a:pt x="1121846" y="52409"/>
                </a:lnTo>
                <a:lnTo>
                  <a:pt x="1122404" y="52111"/>
                </a:lnTo>
                <a:lnTo>
                  <a:pt x="1122965" y="51827"/>
                </a:lnTo>
                <a:lnTo>
                  <a:pt x="1123528" y="51556"/>
                </a:lnTo>
                <a:lnTo>
                  <a:pt x="1124095" y="51298"/>
                </a:lnTo>
                <a:lnTo>
                  <a:pt x="1124664" y="51053"/>
                </a:lnTo>
                <a:lnTo>
                  <a:pt x="1125235" y="50821"/>
                </a:lnTo>
                <a:lnTo>
                  <a:pt x="1125810" y="50603"/>
                </a:lnTo>
                <a:lnTo>
                  <a:pt x="1126387" y="50398"/>
                </a:lnTo>
                <a:lnTo>
                  <a:pt x="1126967" y="50206"/>
                </a:lnTo>
                <a:lnTo>
                  <a:pt x="1127550" y="50028"/>
                </a:lnTo>
                <a:lnTo>
                  <a:pt x="1128136" y="49862"/>
                </a:lnTo>
                <a:lnTo>
                  <a:pt x="1128724" y="49710"/>
                </a:lnTo>
                <a:lnTo>
                  <a:pt x="1129315" y="49571"/>
                </a:lnTo>
                <a:lnTo>
                  <a:pt x="1129909" y="49446"/>
                </a:lnTo>
                <a:lnTo>
                  <a:pt x="1130506" y="49333"/>
                </a:lnTo>
                <a:lnTo>
                  <a:pt x="1131105" y="49234"/>
                </a:lnTo>
                <a:lnTo>
                  <a:pt x="1131708" y="49148"/>
                </a:lnTo>
                <a:lnTo>
                  <a:pt x="1132312" y="49075"/>
                </a:lnTo>
                <a:lnTo>
                  <a:pt x="1132920" y="49016"/>
                </a:lnTo>
                <a:lnTo>
                  <a:pt x="1133531" y="48969"/>
                </a:lnTo>
                <a:lnTo>
                  <a:pt x="1134144" y="48936"/>
                </a:lnTo>
                <a:lnTo>
                  <a:pt x="1134760" y="48916"/>
                </a:lnTo>
                <a:lnTo>
                  <a:pt x="1135379" y="48910"/>
                </a:lnTo>
                <a:lnTo>
                  <a:pt x="1136026" y="48916"/>
                </a:lnTo>
                <a:lnTo>
                  <a:pt x="1136669" y="48936"/>
                </a:lnTo>
                <a:lnTo>
                  <a:pt x="1137307" y="48969"/>
                </a:lnTo>
                <a:lnTo>
                  <a:pt x="1137941" y="49016"/>
                </a:lnTo>
                <a:lnTo>
                  <a:pt x="1138570" y="49075"/>
                </a:lnTo>
                <a:lnTo>
                  <a:pt x="1139195" y="49148"/>
                </a:lnTo>
                <a:lnTo>
                  <a:pt x="1139814" y="49234"/>
                </a:lnTo>
                <a:lnTo>
                  <a:pt x="1140430" y="49333"/>
                </a:lnTo>
                <a:lnTo>
                  <a:pt x="1141040" y="49446"/>
                </a:lnTo>
                <a:lnTo>
                  <a:pt x="1141646" y="49571"/>
                </a:lnTo>
                <a:lnTo>
                  <a:pt x="1142248" y="49710"/>
                </a:lnTo>
                <a:lnTo>
                  <a:pt x="1142844" y="49862"/>
                </a:lnTo>
                <a:lnTo>
                  <a:pt x="1143436" y="50028"/>
                </a:lnTo>
                <a:lnTo>
                  <a:pt x="1144024" y="50206"/>
                </a:lnTo>
                <a:lnTo>
                  <a:pt x="1144607" y="50398"/>
                </a:lnTo>
                <a:lnTo>
                  <a:pt x="1145185" y="50603"/>
                </a:lnTo>
                <a:lnTo>
                  <a:pt x="1145759" y="50821"/>
                </a:lnTo>
                <a:lnTo>
                  <a:pt x="1146328" y="51053"/>
                </a:lnTo>
                <a:lnTo>
                  <a:pt x="1146892" y="51298"/>
                </a:lnTo>
                <a:lnTo>
                  <a:pt x="1147452" y="51556"/>
                </a:lnTo>
                <a:lnTo>
                  <a:pt x="1148007" y="51827"/>
                </a:lnTo>
                <a:lnTo>
                  <a:pt x="1148558" y="52111"/>
                </a:lnTo>
                <a:lnTo>
                  <a:pt x="1149104" y="52409"/>
                </a:lnTo>
                <a:lnTo>
                  <a:pt x="1149645" y="52720"/>
                </a:lnTo>
                <a:lnTo>
                  <a:pt x="1150180" y="53044"/>
                </a:lnTo>
                <a:lnTo>
                  <a:pt x="1150706" y="53381"/>
                </a:lnTo>
                <a:lnTo>
                  <a:pt x="1151223" y="53730"/>
                </a:lnTo>
                <a:lnTo>
                  <a:pt x="1151732" y="54093"/>
                </a:lnTo>
                <a:lnTo>
                  <a:pt x="1152232" y="54469"/>
                </a:lnTo>
                <a:lnTo>
                  <a:pt x="1152724" y="54857"/>
                </a:lnTo>
                <a:lnTo>
                  <a:pt x="1153207" y="55259"/>
                </a:lnTo>
                <a:lnTo>
                  <a:pt x="1153681" y="55673"/>
                </a:lnTo>
                <a:lnTo>
                  <a:pt x="1154147" y="56101"/>
                </a:lnTo>
                <a:lnTo>
                  <a:pt x="1154604" y="56541"/>
                </a:lnTo>
                <a:lnTo>
                  <a:pt x="1155052" y="56994"/>
                </a:lnTo>
                <a:lnTo>
                  <a:pt x="1155492" y="57461"/>
                </a:lnTo>
                <a:lnTo>
                  <a:pt x="1155923" y="57940"/>
                </a:lnTo>
                <a:lnTo>
                  <a:pt x="1156346" y="58432"/>
                </a:lnTo>
                <a:lnTo>
                  <a:pt x="1156760" y="58937"/>
                </a:lnTo>
                <a:lnTo>
                  <a:pt x="1157166" y="59455"/>
                </a:lnTo>
                <a:lnTo>
                  <a:pt x="1157562" y="59985"/>
                </a:lnTo>
                <a:lnTo>
                  <a:pt x="1157950" y="60529"/>
                </a:lnTo>
                <a:lnTo>
                  <a:pt x="1158330" y="61086"/>
                </a:lnTo>
                <a:lnTo>
                  <a:pt x="1158701" y="61655"/>
                </a:lnTo>
                <a:lnTo>
                  <a:pt x="1159063" y="62238"/>
                </a:lnTo>
                <a:lnTo>
                  <a:pt x="1159417" y="62833"/>
                </a:lnTo>
                <a:lnTo>
                  <a:pt x="1159762" y="63442"/>
                </a:lnTo>
                <a:lnTo>
                  <a:pt x="1160098" y="64063"/>
                </a:lnTo>
                <a:lnTo>
                  <a:pt x="1160424" y="64697"/>
                </a:lnTo>
                <a:lnTo>
                  <a:pt x="1160736" y="65345"/>
                </a:lnTo>
                <a:lnTo>
                  <a:pt x="1161033" y="66005"/>
                </a:lnTo>
                <a:lnTo>
                  <a:pt x="1161317" y="66679"/>
                </a:lnTo>
                <a:lnTo>
                  <a:pt x="1161587" y="67366"/>
                </a:lnTo>
                <a:lnTo>
                  <a:pt x="1161843" y="68066"/>
                </a:lnTo>
                <a:lnTo>
                  <a:pt x="1162086" y="68780"/>
                </a:lnTo>
                <a:lnTo>
                  <a:pt x="1162314" y="69507"/>
                </a:lnTo>
                <a:lnTo>
                  <a:pt x="1162529" y="70247"/>
                </a:lnTo>
                <a:lnTo>
                  <a:pt x="1162730" y="71000"/>
                </a:lnTo>
                <a:lnTo>
                  <a:pt x="1162917" y="71766"/>
                </a:lnTo>
                <a:lnTo>
                  <a:pt x="1163090" y="72546"/>
                </a:lnTo>
                <a:lnTo>
                  <a:pt x="1163249" y="73339"/>
                </a:lnTo>
                <a:lnTo>
                  <a:pt x="1163394" y="74145"/>
                </a:lnTo>
                <a:lnTo>
                  <a:pt x="1163526" y="74965"/>
                </a:lnTo>
                <a:lnTo>
                  <a:pt x="1163644" y="75797"/>
                </a:lnTo>
                <a:lnTo>
                  <a:pt x="1163748" y="76643"/>
                </a:lnTo>
                <a:lnTo>
                  <a:pt x="1163838" y="77502"/>
                </a:lnTo>
                <a:lnTo>
                  <a:pt x="1163914" y="78374"/>
                </a:lnTo>
                <a:lnTo>
                  <a:pt x="1163976" y="79260"/>
                </a:lnTo>
                <a:lnTo>
                  <a:pt x="1164025" y="80159"/>
                </a:lnTo>
                <a:lnTo>
                  <a:pt x="1164059" y="81071"/>
                </a:lnTo>
                <a:lnTo>
                  <a:pt x="1164080" y="81996"/>
                </a:lnTo>
                <a:lnTo>
                  <a:pt x="1164087" y="82934"/>
                </a:lnTo>
                <a:lnTo>
                  <a:pt x="1164080" y="83858"/>
                </a:lnTo>
                <a:lnTo>
                  <a:pt x="1164059" y="84770"/>
                </a:lnTo>
                <a:lnTo>
                  <a:pt x="1164023" y="85670"/>
                </a:lnTo>
                <a:lnTo>
                  <a:pt x="1163974" y="86557"/>
                </a:lnTo>
                <a:lnTo>
                  <a:pt x="1163910" y="87432"/>
                </a:lnTo>
                <a:lnTo>
                  <a:pt x="1163832" y="88295"/>
                </a:lnTo>
                <a:lnTo>
                  <a:pt x="1163740" y="89145"/>
                </a:lnTo>
                <a:lnTo>
                  <a:pt x="1163634" y="89984"/>
                </a:lnTo>
                <a:lnTo>
                  <a:pt x="1163513" y="90809"/>
                </a:lnTo>
                <a:lnTo>
                  <a:pt x="1163379" y="91623"/>
                </a:lnTo>
                <a:lnTo>
                  <a:pt x="1163230" y="92424"/>
                </a:lnTo>
                <a:lnTo>
                  <a:pt x="1163067" y="93213"/>
                </a:lnTo>
                <a:lnTo>
                  <a:pt x="1162890" y="93989"/>
                </a:lnTo>
                <a:lnTo>
                  <a:pt x="1162699" y="94754"/>
                </a:lnTo>
                <a:lnTo>
                  <a:pt x="1162494" y="95505"/>
                </a:lnTo>
                <a:lnTo>
                  <a:pt x="1162275" y="96245"/>
                </a:lnTo>
                <a:lnTo>
                  <a:pt x="1162041" y="96972"/>
                </a:lnTo>
                <a:lnTo>
                  <a:pt x="1161793" y="97687"/>
                </a:lnTo>
                <a:lnTo>
                  <a:pt x="1161531" y="98390"/>
                </a:lnTo>
                <a:lnTo>
                  <a:pt x="1161255" y="99080"/>
                </a:lnTo>
                <a:lnTo>
                  <a:pt x="1160965" y="99759"/>
                </a:lnTo>
                <a:lnTo>
                  <a:pt x="1160661" y="100424"/>
                </a:lnTo>
                <a:lnTo>
                  <a:pt x="1160342" y="101078"/>
                </a:lnTo>
                <a:lnTo>
                  <a:pt x="1160009" y="101719"/>
                </a:lnTo>
                <a:lnTo>
                  <a:pt x="1159665" y="102347"/>
                </a:lnTo>
                <a:lnTo>
                  <a:pt x="1159313" y="102962"/>
                </a:lnTo>
                <a:lnTo>
                  <a:pt x="1158952" y="103564"/>
                </a:lnTo>
                <a:lnTo>
                  <a:pt x="1158582" y="104153"/>
                </a:lnTo>
                <a:lnTo>
                  <a:pt x="1158204" y="104728"/>
                </a:lnTo>
                <a:lnTo>
                  <a:pt x="1157817" y="105291"/>
                </a:lnTo>
                <a:lnTo>
                  <a:pt x="1157421" y="105840"/>
                </a:lnTo>
                <a:lnTo>
                  <a:pt x="1157017" y="106375"/>
                </a:lnTo>
                <a:lnTo>
                  <a:pt x="1156604" y="106898"/>
                </a:lnTo>
                <a:lnTo>
                  <a:pt x="1156183" y="107407"/>
                </a:lnTo>
                <a:lnTo>
                  <a:pt x="1155752" y="107903"/>
                </a:lnTo>
                <a:lnTo>
                  <a:pt x="1155314" y="108386"/>
                </a:lnTo>
                <a:lnTo>
                  <a:pt x="1154866" y="108856"/>
                </a:lnTo>
                <a:lnTo>
                  <a:pt x="1154411" y="109312"/>
                </a:lnTo>
                <a:lnTo>
                  <a:pt x="1153946" y="109755"/>
                </a:lnTo>
                <a:lnTo>
                  <a:pt x="1153473" y="110185"/>
                </a:lnTo>
                <a:lnTo>
                  <a:pt x="1152991" y="110602"/>
                </a:lnTo>
                <a:lnTo>
                  <a:pt x="1152501" y="111006"/>
                </a:lnTo>
                <a:lnTo>
                  <a:pt x="1152002" y="111396"/>
                </a:lnTo>
                <a:lnTo>
                  <a:pt x="1151494" y="111773"/>
                </a:lnTo>
                <a:lnTo>
                  <a:pt x="1150978" y="112137"/>
                </a:lnTo>
                <a:lnTo>
                  <a:pt x="1150453" y="112487"/>
                </a:lnTo>
                <a:lnTo>
                  <a:pt x="1149919" y="112825"/>
                </a:lnTo>
                <a:lnTo>
                  <a:pt x="1149377" y="113149"/>
                </a:lnTo>
                <a:lnTo>
                  <a:pt x="1148829" y="113460"/>
                </a:lnTo>
                <a:lnTo>
                  <a:pt x="1148277" y="113757"/>
                </a:lnTo>
                <a:lnTo>
                  <a:pt x="1147722" y="114042"/>
                </a:lnTo>
                <a:lnTo>
                  <a:pt x="1147163" y="114313"/>
                </a:lnTo>
                <a:lnTo>
                  <a:pt x="1146600" y="114571"/>
                </a:lnTo>
                <a:lnTo>
                  <a:pt x="1146033" y="114816"/>
                </a:lnTo>
                <a:lnTo>
                  <a:pt x="1145463" y="115047"/>
                </a:lnTo>
                <a:lnTo>
                  <a:pt x="1144889" y="115265"/>
                </a:lnTo>
                <a:lnTo>
                  <a:pt x="1144311" y="115470"/>
                </a:lnTo>
                <a:lnTo>
                  <a:pt x="1143730" y="115662"/>
                </a:lnTo>
                <a:lnTo>
                  <a:pt x="1143145" y="115841"/>
                </a:lnTo>
                <a:lnTo>
                  <a:pt x="1142556" y="116006"/>
                </a:lnTo>
                <a:lnTo>
                  <a:pt x="1141964" y="116158"/>
                </a:lnTo>
                <a:lnTo>
                  <a:pt x="1141368" y="116297"/>
                </a:lnTo>
                <a:lnTo>
                  <a:pt x="1140768" y="116423"/>
                </a:lnTo>
                <a:lnTo>
                  <a:pt x="1140164" y="116535"/>
                </a:lnTo>
                <a:lnTo>
                  <a:pt x="1139557" y="116634"/>
                </a:lnTo>
                <a:lnTo>
                  <a:pt x="1138946" y="116720"/>
                </a:lnTo>
                <a:lnTo>
                  <a:pt x="1138331" y="116793"/>
                </a:lnTo>
                <a:lnTo>
                  <a:pt x="1137713" y="116853"/>
                </a:lnTo>
                <a:lnTo>
                  <a:pt x="1137091" y="116899"/>
                </a:lnTo>
                <a:lnTo>
                  <a:pt x="1136465" y="116932"/>
                </a:lnTo>
                <a:lnTo>
                  <a:pt x="1135836" y="116952"/>
                </a:lnTo>
                <a:lnTo>
                  <a:pt x="1135203" y="116959"/>
                </a:lnTo>
                <a:lnTo>
                  <a:pt x="1134570" y="116952"/>
                </a:lnTo>
                <a:lnTo>
                  <a:pt x="1133941" y="116932"/>
                </a:lnTo>
                <a:lnTo>
                  <a:pt x="1133316" y="116899"/>
                </a:lnTo>
                <a:lnTo>
                  <a:pt x="1132695" y="116853"/>
                </a:lnTo>
                <a:close/>
                <a:moveTo>
                  <a:pt x="1245581" y="129482"/>
                </a:moveTo>
                <a:lnTo>
                  <a:pt x="1246816" y="129351"/>
                </a:lnTo>
                <a:lnTo>
                  <a:pt x="1248034" y="129190"/>
                </a:lnTo>
                <a:lnTo>
                  <a:pt x="1249235" y="129000"/>
                </a:lnTo>
                <a:lnTo>
                  <a:pt x="1250417" y="128781"/>
                </a:lnTo>
                <a:lnTo>
                  <a:pt x="1251583" y="128533"/>
                </a:lnTo>
                <a:lnTo>
                  <a:pt x="1252730" y="128255"/>
                </a:lnTo>
                <a:lnTo>
                  <a:pt x="1253861" y="127948"/>
                </a:lnTo>
                <a:lnTo>
                  <a:pt x="1254973" y="127612"/>
                </a:lnTo>
                <a:lnTo>
                  <a:pt x="1256068" y="127247"/>
                </a:lnTo>
                <a:lnTo>
                  <a:pt x="1257146" y="126853"/>
                </a:lnTo>
                <a:lnTo>
                  <a:pt x="1258206" y="126429"/>
                </a:lnTo>
                <a:lnTo>
                  <a:pt x="1259249" y="125976"/>
                </a:lnTo>
                <a:lnTo>
                  <a:pt x="1260274" y="125494"/>
                </a:lnTo>
                <a:lnTo>
                  <a:pt x="1261281" y="124983"/>
                </a:lnTo>
                <a:lnTo>
                  <a:pt x="1262271" y="124442"/>
                </a:lnTo>
                <a:lnTo>
                  <a:pt x="1263243" y="123872"/>
                </a:lnTo>
                <a:lnTo>
                  <a:pt x="1264198" y="123273"/>
                </a:lnTo>
                <a:lnTo>
                  <a:pt x="1265135" y="122645"/>
                </a:lnTo>
                <a:lnTo>
                  <a:pt x="1266055" y="121988"/>
                </a:lnTo>
                <a:lnTo>
                  <a:pt x="1266957" y="121301"/>
                </a:lnTo>
                <a:lnTo>
                  <a:pt x="1267837" y="120591"/>
                </a:lnTo>
                <a:lnTo>
                  <a:pt x="1268690" y="119863"/>
                </a:lnTo>
                <a:lnTo>
                  <a:pt x="1269515" y="119118"/>
                </a:lnTo>
                <a:lnTo>
                  <a:pt x="1270312" y="118355"/>
                </a:lnTo>
                <a:lnTo>
                  <a:pt x="1271082" y="117575"/>
                </a:lnTo>
                <a:lnTo>
                  <a:pt x="1271825" y="116777"/>
                </a:lnTo>
                <a:lnTo>
                  <a:pt x="1272541" y="115961"/>
                </a:lnTo>
                <a:lnTo>
                  <a:pt x="1273229" y="115128"/>
                </a:lnTo>
                <a:lnTo>
                  <a:pt x="1273889" y="114278"/>
                </a:lnTo>
                <a:lnTo>
                  <a:pt x="1274523" y="113410"/>
                </a:lnTo>
                <a:lnTo>
                  <a:pt x="1275128" y="112524"/>
                </a:lnTo>
                <a:lnTo>
                  <a:pt x="1275707" y="111621"/>
                </a:lnTo>
                <a:lnTo>
                  <a:pt x="1276258" y="110700"/>
                </a:lnTo>
                <a:lnTo>
                  <a:pt x="1276782" y="109762"/>
                </a:lnTo>
                <a:lnTo>
                  <a:pt x="1277278" y="108806"/>
                </a:lnTo>
                <a:lnTo>
                  <a:pt x="1277747" y="107833"/>
                </a:lnTo>
                <a:lnTo>
                  <a:pt x="1278189" y="106842"/>
                </a:lnTo>
                <a:lnTo>
                  <a:pt x="1278603" y="105834"/>
                </a:lnTo>
                <a:lnTo>
                  <a:pt x="1278989" y="104808"/>
                </a:lnTo>
                <a:lnTo>
                  <a:pt x="1279349" y="103764"/>
                </a:lnTo>
                <a:lnTo>
                  <a:pt x="1279681" y="102703"/>
                </a:lnTo>
                <a:lnTo>
                  <a:pt x="1279985" y="101625"/>
                </a:lnTo>
                <a:lnTo>
                  <a:pt x="1280263" y="100529"/>
                </a:lnTo>
                <a:lnTo>
                  <a:pt x="1280513" y="99415"/>
                </a:lnTo>
                <a:lnTo>
                  <a:pt x="1265273" y="99415"/>
                </a:lnTo>
                <a:lnTo>
                  <a:pt x="1265165" y="99870"/>
                </a:lnTo>
                <a:lnTo>
                  <a:pt x="1265050" y="100321"/>
                </a:lnTo>
                <a:lnTo>
                  <a:pt x="1264927" y="100766"/>
                </a:lnTo>
                <a:lnTo>
                  <a:pt x="1264795" y="101206"/>
                </a:lnTo>
                <a:lnTo>
                  <a:pt x="1264656" y="101642"/>
                </a:lnTo>
                <a:lnTo>
                  <a:pt x="1264508" y="102073"/>
                </a:lnTo>
                <a:lnTo>
                  <a:pt x="1264353" y="102498"/>
                </a:lnTo>
                <a:lnTo>
                  <a:pt x="1264189" y="102919"/>
                </a:lnTo>
                <a:lnTo>
                  <a:pt x="1264018" y="103335"/>
                </a:lnTo>
                <a:lnTo>
                  <a:pt x="1263839" y="103746"/>
                </a:lnTo>
                <a:lnTo>
                  <a:pt x="1263651" y="104152"/>
                </a:lnTo>
                <a:lnTo>
                  <a:pt x="1263456" y="104553"/>
                </a:lnTo>
                <a:lnTo>
                  <a:pt x="1263252" y="104950"/>
                </a:lnTo>
                <a:lnTo>
                  <a:pt x="1263041" y="105341"/>
                </a:lnTo>
                <a:lnTo>
                  <a:pt x="1262822" y="105727"/>
                </a:lnTo>
                <a:lnTo>
                  <a:pt x="1262594" y="106109"/>
                </a:lnTo>
                <a:lnTo>
                  <a:pt x="1262359" y="106486"/>
                </a:lnTo>
                <a:lnTo>
                  <a:pt x="1262115" y="106857"/>
                </a:lnTo>
                <a:lnTo>
                  <a:pt x="1261864" y="107224"/>
                </a:lnTo>
                <a:lnTo>
                  <a:pt x="1261604" y="107586"/>
                </a:lnTo>
                <a:lnTo>
                  <a:pt x="1261337" y="107943"/>
                </a:lnTo>
                <a:lnTo>
                  <a:pt x="1261062" y="108295"/>
                </a:lnTo>
                <a:lnTo>
                  <a:pt x="1260778" y="108642"/>
                </a:lnTo>
                <a:lnTo>
                  <a:pt x="1260487" y="108985"/>
                </a:lnTo>
                <a:lnTo>
                  <a:pt x="1260189" y="109321"/>
                </a:lnTo>
                <a:lnTo>
                  <a:pt x="1259885" y="109650"/>
                </a:lnTo>
                <a:lnTo>
                  <a:pt x="1259576" y="109971"/>
                </a:lnTo>
                <a:lnTo>
                  <a:pt x="1259262" y="110286"/>
                </a:lnTo>
                <a:lnTo>
                  <a:pt x="1258941" y="110594"/>
                </a:lnTo>
                <a:lnTo>
                  <a:pt x="1258616" y="110895"/>
                </a:lnTo>
                <a:lnTo>
                  <a:pt x="1258285" y="111188"/>
                </a:lnTo>
                <a:lnTo>
                  <a:pt x="1257948" y="111475"/>
                </a:lnTo>
                <a:lnTo>
                  <a:pt x="1257605" y="111754"/>
                </a:lnTo>
                <a:lnTo>
                  <a:pt x="1257257" y="112027"/>
                </a:lnTo>
                <a:lnTo>
                  <a:pt x="1256904" y="112292"/>
                </a:lnTo>
                <a:lnTo>
                  <a:pt x="1256545" y="112550"/>
                </a:lnTo>
                <a:lnTo>
                  <a:pt x="1256180" y="112802"/>
                </a:lnTo>
                <a:lnTo>
                  <a:pt x="1255810" y="113046"/>
                </a:lnTo>
                <a:lnTo>
                  <a:pt x="1255435" y="113283"/>
                </a:lnTo>
                <a:lnTo>
                  <a:pt x="1255054" y="113513"/>
                </a:lnTo>
                <a:lnTo>
                  <a:pt x="1254667" y="113736"/>
                </a:lnTo>
                <a:lnTo>
                  <a:pt x="1254275" y="113952"/>
                </a:lnTo>
                <a:lnTo>
                  <a:pt x="1253877" y="114160"/>
                </a:lnTo>
                <a:lnTo>
                  <a:pt x="1253473" y="114362"/>
                </a:lnTo>
                <a:lnTo>
                  <a:pt x="1253064" y="114557"/>
                </a:lnTo>
                <a:lnTo>
                  <a:pt x="1252650" y="114744"/>
                </a:lnTo>
                <a:lnTo>
                  <a:pt x="1252230" y="114925"/>
                </a:lnTo>
                <a:lnTo>
                  <a:pt x="1251804" y="115098"/>
                </a:lnTo>
                <a:lnTo>
                  <a:pt x="1251374" y="115264"/>
                </a:lnTo>
                <a:lnTo>
                  <a:pt x="1250939" y="115423"/>
                </a:lnTo>
                <a:lnTo>
                  <a:pt x="1250500" y="115575"/>
                </a:lnTo>
                <a:lnTo>
                  <a:pt x="1250057" y="115720"/>
                </a:lnTo>
                <a:lnTo>
                  <a:pt x="1249610" y="115858"/>
                </a:lnTo>
                <a:lnTo>
                  <a:pt x="1249158" y="115989"/>
                </a:lnTo>
                <a:lnTo>
                  <a:pt x="1248702" y="116113"/>
                </a:lnTo>
                <a:lnTo>
                  <a:pt x="1248241" y="116229"/>
                </a:lnTo>
                <a:lnTo>
                  <a:pt x="1247777" y="116339"/>
                </a:lnTo>
                <a:lnTo>
                  <a:pt x="1247307" y="116442"/>
                </a:lnTo>
                <a:lnTo>
                  <a:pt x="1246834" y="116537"/>
                </a:lnTo>
                <a:lnTo>
                  <a:pt x="1246356" y="116625"/>
                </a:lnTo>
                <a:lnTo>
                  <a:pt x="1245874" y="116707"/>
                </a:lnTo>
                <a:lnTo>
                  <a:pt x="1245388" y="116781"/>
                </a:lnTo>
                <a:lnTo>
                  <a:pt x="1244897" y="116848"/>
                </a:lnTo>
                <a:lnTo>
                  <a:pt x="1244403" y="116908"/>
                </a:lnTo>
                <a:lnTo>
                  <a:pt x="1243903" y="116961"/>
                </a:lnTo>
                <a:lnTo>
                  <a:pt x="1243400" y="117007"/>
                </a:lnTo>
                <a:lnTo>
                  <a:pt x="1242892" y="117046"/>
                </a:lnTo>
                <a:lnTo>
                  <a:pt x="1242380" y="117078"/>
                </a:lnTo>
                <a:lnTo>
                  <a:pt x="1241863" y="117103"/>
                </a:lnTo>
                <a:lnTo>
                  <a:pt x="1241342" y="117120"/>
                </a:lnTo>
                <a:lnTo>
                  <a:pt x="1240817" y="117131"/>
                </a:lnTo>
                <a:lnTo>
                  <a:pt x="1240288" y="117134"/>
                </a:lnTo>
                <a:lnTo>
                  <a:pt x="1239816" y="117131"/>
                </a:lnTo>
                <a:lnTo>
                  <a:pt x="1239346" y="117119"/>
                </a:lnTo>
                <a:lnTo>
                  <a:pt x="1238877" y="117100"/>
                </a:lnTo>
                <a:lnTo>
                  <a:pt x="1238410" y="117073"/>
                </a:lnTo>
                <a:lnTo>
                  <a:pt x="1237944" y="117038"/>
                </a:lnTo>
                <a:lnTo>
                  <a:pt x="1237480" y="116996"/>
                </a:lnTo>
                <a:lnTo>
                  <a:pt x="1237018" y="116946"/>
                </a:lnTo>
                <a:lnTo>
                  <a:pt x="1236557" y="116888"/>
                </a:lnTo>
                <a:lnTo>
                  <a:pt x="1236097" y="116823"/>
                </a:lnTo>
                <a:lnTo>
                  <a:pt x="1235639" y="116750"/>
                </a:lnTo>
                <a:lnTo>
                  <a:pt x="1235183" y="116669"/>
                </a:lnTo>
                <a:lnTo>
                  <a:pt x="1234728" y="116581"/>
                </a:lnTo>
                <a:lnTo>
                  <a:pt x="1234274" y="116485"/>
                </a:lnTo>
                <a:lnTo>
                  <a:pt x="1233823" y="116381"/>
                </a:lnTo>
                <a:lnTo>
                  <a:pt x="1233372" y="116269"/>
                </a:lnTo>
                <a:lnTo>
                  <a:pt x="1232923" y="116150"/>
                </a:lnTo>
                <a:lnTo>
                  <a:pt x="1232476" y="116023"/>
                </a:lnTo>
                <a:lnTo>
                  <a:pt x="1232030" y="115889"/>
                </a:lnTo>
                <a:lnTo>
                  <a:pt x="1231586" y="115746"/>
                </a:lnTo>
                <a:lnTo>
                  <a:pt x="1231144" y="115596"/>
                </a:lnTo>
                <a:lnTo>
                  <a:pt x="1230702" y="115439"/>
                </a:lnTo>
                <a:lnTo>
                  <a:pt x="1230263" y="115274"/>
                </a:lnTo>
                <a:lnTo>
                  <a:pt x="1229825" y="115100"/>
                </a:lnTo>
                <a:lnTo>
                  <a:pt x="1229388" y="114920"/>
                </a:lnTo>
                <a:lnTo>
                  <a:pt x="1228955" y="114732"/>
                </a:lnTo>
                <a:lnTo>
                  <a:pt x="1228526" y="114537"/>
                </a:lnTo>
                <a:lnTo>
                  <a:pt x="1228102" y="114334"/>
                </a:lnTo>
                <a:lnTo>
                  <a:pt x="1227683" y="114125"/>
                </a:lnTo>
                <a:lnTo>
                  <a:pt x="1227268" y="113909"/>
                </a:lnTo>
                <a:lnTo>
                  <a:pt x="1226858" y="113685"/>
                </a:lnTo>
                <a:lnTo>
                  <a:pt x="1226452" y="113455"/>
                </a:lnTo>
                <a:lnTo>
                  <a:pt x="1226051" y="113217"/>
                </a:lnTo>
                <a:lnTo>
                  <a:pt x="1225655" y="112972"/>
                </a:lnTo>
                <a:lnTo>
                  <a:pt x="1225263" y="112720"/>
                </a:lnTo>
                <a:lnTo>
                  <a:pt x="1224876" y="112461"/>
                </a:lnTo>
                <a:lnTo>
                  <a:pt x="1224493" y="112196"/>
                </a:lnTo>
                <a:lnTo>
                  <a:pt x="1224115" y="111922"/>
                </a:lnTo>
                <a:lnTo>
                  <a:pt x="1223742" y="111642"/>
                </a:lnTo>
                <a:lnTo>
                  <a:pt x="1223373" y="111355"/>
                </a:lnTo>
                <a:lnTo>
                  <a:pt x="1223009" y="111061"/>
                </a:lnTo>
                <a:lnTo>
                  <a:pt x="1222650" y="110760"/>
                </a:lnTo>
                <a:lnTo>
                  <a:pt x="1222295" y="110451"/>
                </a:lnTo>
                <a:lnTo>
                  <a:pt x="1221944" y="110136"/>
                </a:lnTo>
                <a:lnTo>
                  <a:pt x="1221599" y="109813"/>
                </a:lnTo>
                <a:lnTo>
                  <a:pt x="1221258" y="109483"/>
                </a:lnTo>
                <a:lnTo>
                  <a:pt x="1220921" y="109147"/>
                </a:lnTo>
                <a:lnTo>
                  <a:pt x="1220589" y="108803"/>
                </a:lnTo>
                <a:lnTo>
                  <a:pt x="1220262" y="108452"/>
                </a:lnTo>
                <a:lnTo>
                  <a:pt x="1219940" y="108094"/>
                </a:lnTo>
                <a:lnTo>
                  <a:pt x="1219623" y="107728"/>
                </a:lnTo>
                <a:lnTo>
                  <a:pt x="1219312" y="107354"/>
                </a:lnTo>
                <a:lnTo>
                  <a:pt x="1219007" y="106973"/>
                </a:lnTo>
                <a:lnTo>
                  <a:pt x="1218707" y="106583"/>
                </a:lnTo>
                <a:lnTo>
                  <a:pt x="1218412" y="106187"/>
                </a:lnTo>
                <a:lnTo>
                  <a:pt x="1218123" y="105782"/>
                </a:lnTo>
                <a:lnTo>
                  <a:pt x="1217840" y="105370"/>
                </a:lnTo>
                <a:lnTo>
                  <a:pt x="1217562" y="104950"/>
                </a:lnTo>
                <a:lnTo>
                  <a:pt x="1217290" y="104523"/>
                </a:lnTo>
                <a:lnTo>
                  <a:pt x="1217023" y="104088"/>
                </a:lnTo>
                <a:lnTo>
                  <a:pt x="1216762" y="103645"/>
                </a:lnTo>
                <a:lnTo>
                  <a:pt x="1216506" y="103194"/>
                </a:lnTo>
                <a:lnTo>
                  <a:pt x="1216256" y="102736"/>
                </a:lnTo>
                <a:lnTo>
                  <a:pt x="1216011" y="102270"/>
                </a:lnTo>
                <a:lnTo>
                  <a:pt x="1215772" y="101796"/>
                </a:lnTo>
                <a:lnTo>
                  <a:pt x="1215539" y="101315"/>
                </a:lnTo>
                <a:lnTo>
                  <a:pt x="1215311" y="100826"/>
                </a:lnTo>
                <a:lnTo>
                  <a:pt x="1215088" y="100329"/>
                </a:lnTo>
                <a:lnTo>
                  <a:pt x="1214871" y="99825"/>
                </a:lnTo>
                <a:lnTo>
                  <a:pt x="1214660" y="99313"/>
                </a:lnTo>
                <a:lnTo>
                  <a:pt x="1214454" y="98793"/>
                </a:lnTo>
                <a:lnTo>
                  <a:pt x="1214254" y="98266"/>
                </a:lnTo>
                <a:lnTo>
                  <a:pt x="1214059" y="97730"/>
                </a:lnTo>
                <a:lnTo>
                  <a:pt x="1213871" y="97188"/>
                </a:lnTo>
                <a:lnTo>
                  <a:pt x="1213691" y="96640"/>
                </a:lnTo>
                <a:lnTo>
                  <a:pt x="1213519" y="96084"/>
                </a:lnTo>
                <a:lnTo>
                  <a:pt x="1213355" y="95523"/>
                </a:lnTo>
                <a:lnTo>
                  <a:pt x="1213199" y="94955"/>
                </a:lnTo>
                <a:lnTo>
                  <a:pt x="1213051" y="94380"/>
                </a:lnTo>
                <a:lnTo>
                  <a:pt x="1212911" y="93799"/>
                </a:lnTo>
                <a:lnTo>
                  <a:pt x="1212779" y="93212"/>
                </a:lnTo>
                <a:lnTo>
                  <a:pt x="1212655" y="92618"/>
                </a:lnTo>
                <a:lnTo>
                  <a:pt x="1212539" y="92018"/>
                </a:lnTo>
                <a:lnTo>
                  <a:pt x="1212431" y="91411"/>
                </a:lnTo>
                <a:lnTo>
                  <a:pt x="1212331" y="90797"/>
                </a:lnTo>
                <a:lnTo>
                  <a:pt x="1212239" y="90178"/>
                </a:lnTo>
                <a:lnTo>
                  <a:pt x="1212155" y="89552"/>
                </a:lnTo>
                <a:lnTo>
                  <a:pt x="1212079" y="88919"/>
                </a:lnTo>
                <a:lnTo>
                  <a:pt x="1212011" y="88280"/>
                </a:lnTo>
                <a:lnTo>
                  <a:pt x="1211951" y="87634"/>
                </a:lnTo>
                <a:lnTo>
                  <a:pt x="1211899" y="86982"/>
                </a:lnTo>
                <a:lnTo>
                  <a:pt x="1211855" y="86324"/>
                </a:lnTo>
                <a:lnTo>
                  <a:pt x="1211819" y="85659"/>
                </a:lnTo>
                <a:lnTo>
                  <a:pt x="1211791" y="84987"/>
                </a:lnTo>
                <a:lnTo>
                  <a:pt x="1211771" y="84309"/>
                </a:lnTo>
                <a:lnTo>
                  <a:pt x="1211759" y="83625"/>
                </a:lnTo>
                <a:lnTo>
                  <a:pt x="1211755" y="82934"/>
                </a:lnTo>
                <a:lnTo>
                  <a:pt x="1211762" y="82010"/>
                </a:lnTo>
                <a:lnTo>
                  <a:pt x="1211782" y="81098"/>
                </a:lnTo>
                <a:lnTo>
                  <a:pt x="1211816" y="80198"/>
                </a:lnTo>
                <a:lnTo>
                  <a:pt x="1211864" y="79311"/>
                </a:lnTo>
                <a:lnTo>
                  <a:pt x="1211925" y="78436"/>
                </a:lnTo>
                <a:lnTo>
                  <a:pt x="1211999" y="77573"/>
                </a:lnTo>
                <a:lnTo>
                  <a:pt x="1212087" y="76723"/>
                </a:lnTo>
                <a:lnTo>
                  <a:pt x="1212189" y="75885"/>
                </a:lnTo>
                <a:lnTo>
                  <a:pt x="1212304" y="75059"/>
                </a:lnTo>
                <a:lnTo>
                  <a:pt x="1212432" y="74246"/>
                </a:lnTo>
                <a:lnTo>
                  <a:pt x="1212574" y="73445"/>
                </a:lnTo>
                <a:lnTo>
                  <a:pt x="1212730" y="72656"/>
                </a:lnTo>
                <a:lnTo>
                  <a:pt x="1212899" y="71879"/>
                </a:lnTo>
                <a:lnTo>
                  <a:pt x="1213082" y="71115"/>
                </a:lnTo>
                <a:lnTo>
                  <a:pt x="1213278" y="70363"/>
                </a:lnTo>
                <a:lnTo>
                  <a:pt x="1213488" y="69623"/>
                </a:lnTo>
                <a:lnTo>
                  <a:pt x="1213712" y="68896"/>
                </a:lnTo>
                <a:lnTo>
                  <a:pt x="1213949" y="68181"/>
                </a:lnTo>
                <a:lnTo>
                  <a:pt x="1214199" y="67478"/>
                </a:lnTo>
                <a:lnTo>
                  <a:pt x="1214463" y="66788"/>
                </a:lnTo>
                <a:lnTo>
                  <a:pt x="1214741" y="66110"/>
                </a:lnTo>
                <a:lnTo>
                  <a:pt x="1215032" y="65444"/>
                </a:lnTo>
                <a:lnTo>
                  <a:pt x="1215336" y="64791"/>
                </a:lnTo>
                <a:lnTo>
                  <a:pt x="1215655" y="64150"/>
                </a:lnTo>
                <a:lnTo>
                  <a:pt x="1215984" y="63521"/>
                </a:lnTo>
                <a:lnTo>
                  <a:pt x="1216323" y="62906"/>
                </a:lnTo>
                <a:lnTo>
                  <a:pt x="1216671" y="62304"/>
                </a:lnTo>
                <a:lnTo>
                  <a:pt x="1217028" y="61715"/>
                </a:lnTo>
                <a:lnTo>
                  <a:pt x="1217395" y="61140"/>
                </a:lnTo>
                <a:lnTo>
                  <a:pt x="1217770" y="60578"/>
                </a:lnTo>
                <a:lnTo>
                  <a:pt x="1218155" y="60029"/>
                </a:lnTo>
                <a:lnTo>
                  <a:pt x="1218549" y="59493"/>
                </a:lnTo>
                <a:lnTo>
                  <a:pt x="1218953" y="58970"/>
                </a:lnTo>
                <a:lnTo>
                  <a:pt x="1219365" y="58461"/>
                </a:lnTo>
                <a:lnTo>
                  <a:pt x="1219787" y="57965"/>
                </a:lnTo>
                <a:lnTo>
                  <a:pt x="1220218" y="57482"/>
                </a:lnTo>
                <a:lnTo>
                  <a:pt x="1220658" y="57013"/>
                </a:lnTo>
                <a:lnTo>
                  <a:pt x="1221108" y="56556"/>
                </a:lnTo>
                <a:lnTo>
                  <a:pt x="1221567" y="56113"/>
                </a:lnTo>
                <a:lnTo>
                  <a:pt x="1222035" y="55683"/>
                </a:lnTo>
                <a:lnTo>
                  <a:pt x="1222512" y="55266"/>
                </a:lnTo>
                <a:lnTo>
                  <a:pt x="1222998" y="54863"/>
                </a:lnTo>
                <a:lnTo>
                  <a:pt x="1223494" y="54473"/>
                </a:lnTo>
                <a:lnTo>
                  <a:pt x="1223999" y="54096"/>
                </a:lnTo>
                <a:lnTo>
                  <a:pt x="1224513" y="53732"/>
                </a:lnTo>
                <a:lnTo>
                  <a:pt x="1225036" y="53381"/>
                </a:lnTo>
                <a:lnTo>
                  <a:pt x="1225569" y="53044"/>
                </a:lnTo>
                <a:lnTo>
                  <a:pt x="1226111" y="52720"/>
                </a:lnTo>
                <a:lnTo>
                  <a:pt x="1226659" y="52409"/>
                </a:lnTo>
                <a:lnTo>
                  <a:pt x="1227211" y="52111"/>
                </a:lnTo>
                <a:lnTo>
                  <a:pt x="1227767" y="51827"/>
                </a:lnTo>
                <a:lnTo>
                  <a:pt x="1228326" y="51556"/>
                </a:lnTo>
                <a:lnTo>
                  <a:pt x="1228889" y="51298"/>
                </a:lnTo>
                <a:lnTo>
                  <a:pt x="1229456" y="51053"/>
                </a:lnTo>
                <a:lnTo>
                  <a:pt x="1230026" y="50821"/>
                </a:lnTo>
                <a:lnTo>
                  <a:pt x="1230600" y="50603"/>
                </a:lnTo>
                <a:lnTo>
                  <a:pt x="1231178" y="50398"/>
                </a:lnTo>
                <a:lnTo>
                  <a:pt x="1231760" y="50206"/>
                </a:lnTo>
                <a:lnTo>
                  <a:pt x="1232345" y="50028"/>
                </a:lnTo>
                <a:lnTo>
                  <a:pt x="1232934" y="49862"/>
                </a:lnTo>
                <a:lnTo>
                  <a:pt x="1233526" y="49710"/>
                </a:lnTo>
                <a:lnTo>
                  <a:pt x="1234123" y="49571"/>
                </a:lnTo>
                <a:lnTo>
                  <a:pt x="1234722" y="49446"/>
                </a:lnTo>
                <a:lnTo>
                  <a:pt x="1235326" y="49333"/>
                </a:lnTo>
                <a:lnTo>
                  <a:pt x="1235933" y="49234"/>
                </a:lnTo>
                <a:lnTo>
                  <a:pt x="1236544" y="49148"/>
                </a:lnTo>
                <a:lnTo>
                  <a:pt x="1237159" y="49075"/>
                </a:lnTo>
                <a:lnTo>
                  <a:pt x="1237777" y="49016"/>
                </a:lnTo>
                <a:lnTo>
                  <a:pt x="1238400" y="48969"/>
                </a:lnTo>
                <a:lnTo>
                  <a:pt x="1239025" y="48936"/>
                </a:lnTo>
                <a:lnTo>
                  <a:pt x="1239655" y="48916"/>
                </a:lnTo>
                <a:lnTo>
                  <a:pt x="1240288" y="48910"/>
                </a:lnTo>
                <a:lnTo>
                  <a:pt x="1241066" y="48918"/>
                </a:lnTo>
                <a:lnTo>
                  <a:pt x="1241836" y="48942"/>
                </a:lnTo>
                <a:lnTo>
                  <a:pt x="1242597" y="48982"/>
                </a:lnTo>
                <a:lnTo>
                  <a:pt x="1243349" y="49038"/>
                </a:lnTo>
                <a:lnTo>
                  <a:pt x="1244093" y="49110"/>
                </a:lnTo>
                <a:lnTo>
                  <a:pt x="1244828" y="49198"/>
                </a:lnTo>
                <a:lnTo>
                  <a:pt x="1245555" y="49302"/>
                </a:lnTo>
                <a:lnTo>
                  <a:pt x="1246273" y="49422"/>
                </a:lnTo>
                <a:lnTo>
                  <a:pt x="1246982" y="49558"/>
                </a:lnTo>
                <a:lnTo>
                  <a:pt x="1247683" y="49710"/>
                </a:lnTo>
                <a:lnTo>
                  <a:pt x="1248375" y="49878"/>
                </a:lnTo>
                <a:lnTo>
                  <a:pt x="1249059" y="50062"/>
                </a:lnTo>
                <a:lnTo>
                  <a:pt x="1249734" y="50262"/>
                </a:lnTo>
                <a:lnTo>
                  <a:pt x="1250400" y="50478"/>
                </a:lnTo>
                <a:lnTo>
                  <a:pt x="1251058" y="50710"/>
                </a:lnTo>
                <a:lnTo>
                  <a:pt x="1251707" y="50958"/>
                </a:lnTo>
                <a:lnTo>
                  <a:pt x="1252348" y="51222"/>
                </a:lnTo>
                <a:lnTo>
                  <a:pt x="1252980" y="51502"/>
                </a:lnTo>
                <a:lnTo>
                  <a:pt x="1253603" y="51798"/>
                </a:lnTo>
                <a:lnTo>
                  <a:pt x="1254218" y="52110"/>
                </a:lnTo>
                <a:lnTo>
                  <a:pt x="1254824" y="52438"/>
                </a:lnTo>
                <a:lnTo>
                  <a:pt x="1255421" y="52782"/>
                </a:lnTo>
                <a:lnTo>
                  <a:pt x="1256010" y="53141"/>
                </a:lnTo>
                <a:lnTo>
                  <a:pt x="1256590" y="53517"/>
                </a:lnTo>
                <a:lnTo>
                  <a:pt x="1257157" y="53908"/>
                </a:lnTo>
                <a:lnTo>
                  <a:pt x="1257707" y="54311"/>
                </a:lnTo>
                <a:lnTo>
                  <a:pt x="1258238" y="54728"/>
                </a:lnTo>
                <a:lnTo>
                  <a:pt x="1258751" y="55157"/>
                </a:lnTo>
                <a:lnTo>
                  <a:pt x="1259247" y="55599"/>
                </a:lnTo>
                <a:lnTo>
                  <a:pt x="1259725" y="56054"/>
                </a:lnTo>
                <a:lnTo>
                  <a:pt x="1260185" y="56522"/>
                </a:lnTo>
                <a:lnTo>
                  <a:pt x="1260627" y="57003"/>
                </a:lnTo>
                <a:lnTo>
                  <a:pt x="1261051" y="57496"/>
                </a:lnTo>
                <a:lnTo>
                  <a:pt x="1261457" y="58003"/>
                </a:lnTo>
                <a:lnTo>
                  <a:pt x="1261846" y="58523"/>
                </a:lnTo>
                <a:lnTo>
                  <a:pt x="1262217" y="59055"/>
                </a:lnTo>
                <a:lnTo>
                  <a:pt x="1262570" y="59601"/>
                </a:lnTo>
                <a:lnTo>
                  <a:pt x="1262905" y="60159"/>
                </a:lnTo>
                <a:lnTo>
                  <a:pt x="1263222" y="60730"/>
                </a:lnTo>
                <a:lnTo>
                  <a:pt x="1263521" y="61315"/>
                </a:lnTo>
                <a:lnTo>
                  <a:pt x="1263802" y="61912"/>
                </a:lnTo>
                <a:lnTo>
                  <a:pt x="1264066" y="62522"/>
                </a:lnTo>
                <a:lnTo>
                  <a:pt x="1264312" y="63145"/>
                </a:lnTo>
                <a:lnTo>
                  <a:pt x="1264540" y="63781"/>
                </a:lnTo>
                <a:lnTo>
                  <a:pt x="1264750" y="64429"/>
                </a:lnTo>
                <a:lnTo>
                  <a:pt x="1264942" y="65091"/>
                </a:lnTo>
                <a:lnTo>
                  <a:pt x="1265116" y="65766"/>
                </a:lnTo>
                <a:lnTo>
                  <a:pt x="1265273" y="66453"/>
                </a:lnTo>
                <a:lnTo>
                  <a:pt x="1280513" y="66453"/>
                </a:lnTo>
                <a:lnTo>
                  <a:pt x="1280263" y="65311"/>
                </a:lnTo>
                <a:lnTo>
                  <a:pt x="1279986" y="64188"/>
                </a:lnTo>
                <a:lnTo>
                  <a:pt x="1279682" y="63085"/>
                </a:lnTo>
                <a:lnTo>
                  <a:pt x="1279351" y="62001"/>
                </a:lnTo>
                <a:lnTo>
                  <a:pt x="1278993" y="60936"/>
                </a:lnTo>
                <a:lnTo>
                  <a:pt x="1278608" y="59891"/>
                </a:lnTo>
                <a:lnTo>
                  <a:pt x="1278196" y="58865"/>
                </a:lnTo>
                <a:lnTo>
                  <a:pt x="1277757" y="57859"/>
                </a:lnTo>
                <a:lnTo>
                  <a:pt x="1277290" y="56871"/>
                </a:lnTo>
                <a:lnTo>
                  <a:pt x="1276797" y="55904"/>
                </a:lnTo>
                <a:lnTo>
                  <a:pt x="1276276" y="54955"/>
                </a:lnTo>
                <a:lnTo>
                  <a:pt x="1275729" y="54026"/>
                </a:lnTo>
                <a:lnTo>
                  <a:pt x="1275154" y="53117"/>
                </a:lnTo>
                <a:lnTo>
                  <a:pt x="1274552" y="52227"/>
                </a:lnTo>
                <a:lnTo>
                  <a:pt x="1273923" y="51356"/>
                </a:lnTo>
                <a:lnTo>
                  <a:pt x="1273267" y="50505"/>
                </a:lnTo>
                <a:lnTo>
                  <a:pt x="1272584" y="49673"/>
                </a:lnTo>
                <a:lnTo>
                  <a:pt x="1271874" y="48860"/>
                </a:lnTo>
                <a:lnTo>
                  <a:pt x="1271137" y="48067"/>
                </a:lnTo>
                <a:lnTo>
                  <a:pt x="1270372" y="47293"/>
                </a:lnTo>
                <a:lnTo>
                  <a:pt x="1269581" y="46538"/>
                </a:lnTo>
                <a:lnTo>
                  <a:pt x="1268762" y="45803"/>
                </a:lnTo>
                <a:lnTo>
                  <a:pt x="1267917" y="45088"/>
                </a:lnTo>
                <a:lnTo>
                  <a:pt x="1267044" y="44391"/>
                </a:lnTo>
                <a:lnTo>
                  <a:pt x="1266149" y="43719"/>
                </a:lnTo>
                <a:lnTo>
                  <a:pt x="1265235" y="43075"/>
                </a:lnTo>
                <a:lnTo>
                  <a:pt x="1264303" y="42460"/>
                </a:lnTo>
                <a:lnTo>
                  <a:pt x="1263352" y="41873"/>
                </a:lnTo>
                <a:lnTo>
                  <a:pt x="1262383" y="41315"/>
                </a:lnTo>
                <a:lnTo>
                  <a:pt x="1261396" y="40786"/>
                </a:lnTo>
                <a:lnTo>
                  <a:pt x="1260390" y="40285"/>
                </a:lnTo>
                <a:lnTo>
                  <a:pt x="1259365" y="39813"/>
                </a:lnTo>
                <a:lnTo>
                  <a:pt x="1258322" y="39369"/>
                </a:lnTo>
                <a:lnTo>
                  <a:pt x="1257261" y="38954"/>
                </a:lnTo>
                <a:lnTo>
                  <a:pt x="1256181" y="38568"/>
                </a:lnTo>
                <a:lnTo>
                  <a:pt x="1255083" y="38210"/>
                </a:lnTo>
                <a:lnTo>
                  <a:pt x="1253966" y="37881"/>
                </a:lnTo>
                <a:lnTo>
                  <a:pt x="1252831" y="37581"/>
                </a:lnTo>
                <a:lnTo>
                  <a:pt x="1251677" y="37309"/>
                </a:lnTo>
                <a:lnTo>
                  <a:pt x="1250505" y="37065"/>
                </a:lnTo>
                <a:lnTo>
                  <a:pt x="1249315" y="36851"/>
                </a:lnTo>
                <a:lnTo>
                  <a:pt x="1248106" y="36665"/>
                </a:lnTo>
                <a:lnTo>
                  <a:pt x="1246878" y="36507"/>
                </a:lnTo>
                <a:lnTo>
                  <a:pt x="1245632" y="36379"/>
                </a:lnTo>
                <a:lnTo>
                  <a:pt x="1244368" y="36278"/>
                </a:lnTo>
                <a:lnTo>
                  <a:pt x="1243085" y="36207"/>
                </a:lnTo>
                <a:lnTo>
                  <a:pt x="1241783" y="36164"/>
                </a:lnTo>
                <a:lnTo>
                  <a:pt x="1240464" y="36150"/>
                </a:lnTo>
                <a:lnTo>
                  <a:pt x="1239420" y="36160"/>
                </a:lnTo>
                <a:lnTo>
                  <a:pt x="1238385" y="36191"/>
                </a:lnTo>
                <a:lnTo>
                  <a:pt x="1237358" y="36242"/>
                </a:lnTo>
                <a:lnTo>
                  <a:pt x="1236341" y="36315"/>
                </a:lnTo>
                <a:lnTo>
                  <a:pt x="1235333" y="36407"/>
                </a:lnTo>
                <a:lnTo>
                  <a:pt x="1234333" y="36521"/>
                </a:lnTo>
                <a:lnTo>
                  <a:pt x="1233343" y="36655"/>
                </a:lnTo>
                <a:lnTo>
                  <a:pt x="1232361" y="36809"/>
                </a:lnTo>
                <a:lnTo>
                  <a:pt x="1231389" y="36985"/>
                </a:lnTo>
                <a:lnTo>
                  <a:pt x="1230425" y="37181"/>
                </a:lnTo>
                <a:lnTo>
                  <a:pt x="1229470" y="37397"/>
                </a:lnTo>
                <a:lnTo>
                  <a:pt x="1228524" y="37634"/>
                </a:lnTo>
                <a:lnTo>
                  <a:pt x="1227587" y="37892"/>
                </a:lnTo>
                <a:lnTo>
                  <a:pt x="1226659" y="38170"/>
                </a:lnTo>
                <a:lnTo>
                  <a:pt x="1225740" y="38469"/>
                </a:lnTo>
                <a:lnTo>
                  <a:pt x="1224830" y="38789"/>
                </a:lnTo>
                <a:lnTo>
                  <a:pt x="1223928" y="39129"/>
                </a:lnTo>
                <a:lnTo>
                  <a:pt x="1223036" y="39490"/>
                </a:lnTo>
                <a:lnTo>
                  <a:pt x="1222153" y="39871"/>
                </a:lnTo>
                <a:lnTo>
                  <a:pt x="1221278" y="40273"/>
                </a:lnTo>
                <a:lnTo>
                  <a:pt x="1220412" y="40696"/>
                </a:lnTo>
                <a:lnTo>
                  <a:pt x="1219556" y="41139"/>
                </a:lnTo>
                <a:lnTo>
                  <a:pt x="1218708" y="41603"/>
                </a:lnTo>
                <a:lnTo>
                  <a:pt x="1217869" y="42088"/>
                </a:lnTo>
                <a:lnTo>
                  <a:pt x="1217042" y="42590"/>
                </a:lnTo>
                <a:lnTo>
                  <a:pt x="1216231" y="43108"/>
                </a:lnTo>
                <a:lnTo>
                  <a:pt x="1215434" y="43642"/>
                </a:lnTo>
                <a:lnTo>
                  <a:pt x="1214653" y="44192"/>
                </a:lnTo>
                <a:lnTo>
                  <a:pt x="1213886" y="44757"/>
                </a:lnTo>
                <a:lnTo>
                  <a:pt x="1213135" y="45338"/>
                </a:lnTo>
                <a:lnTo>
                  <a:pt x="1212399" y="45935"/>
                </a:lnTo>
                <a:lnTo>
                  <a:pt x="1211678" y="46547"/>
                </a:lnTo>
                <a:lnTo>
                  <a:pt x="1210971" y="47175"/>
                </a:lnTo>
                <a:lnTo>
                  <a:pt x="1210280" y="47819"/>
                </a:lnTo>
                <a:lnTo>
                  <a:pt x="1209604" y="48478"/>
                </a:lnTo>
                <a:lnTo>
                  <a:pt x="1208943" y="49153"/>
                </a:lnTo>
                <a:lnTo>
                  <a:pt x="1208297" y="49844"/>
                </a:lnTo>
                <a:lnTo>
                  <a:pt x="1207666" y="50551"/>
                </a:lnTo>
                <a:lnTo>
                  <a:pt x="1207051" y="51273"/>
                </a:lnTo>
                <a:lnTo>
                  <a:pt x="1206450" y="52011"/>
                </a:lnTo>
                <a:lnTo>
                  <a:pt x="1205864" y="52764"/>
                </a:lnTo>
                <a:lnTo>
                  <a:pt x="1205294" y="53534"/>
                </a:lnTo>
                <a:lnTo>
                  <a:pt x="1204738" y="54319"/>
                </a:lnTo>
                <a:lnTo>
                  <a:pt x="1204197" y="55119"/>
                </a:lnTo>
                <a:lnTo>
                  <a:pt x="1203672" y="55936"/>
                </a:lnTo>
                <a:lnTo>
                  <a:pt x="1203162" y="56768"/>
                </a:lnTo>
                <a:lnTo>
                  <a:pt x="1202666" y="57616"/>
                </a:lnTo>
                <a:lnTo>
                  <a:pt x="1202186" y="58479"/>
                </a:lnTo>
                <a:lnTo>
                  <a:pt x="1201723" y="59357"/>
                </a:lnTo>
                <a:lnTo>
                  <a:pt x="1201280" y="60248"/>
                </a:lnTo>
                <a:lnTo>
                  <a:pt x="1200857" y="61151"/>
                </a:lnTo>
                <a:lnTo>
                  <a:pt x="1200453" y="62068"/>
                </a:lnTo>
                <a:lnTo>
                  <a:pt x="1200069" y="62997"/>
                </a:lnTo>
                <a:lnTo>
                  <a:pt x="1199705" y="63940"/>
                </a:lnTo>
                <a:lnTo>
                  <a:pt x="1199361" y="64895"/>
                </a:lnTo>
                <a:lnTo>
                  <a:pt x="1199036" y="65863"/>
                </a:lnTo>
                <a:lnTo>
                  <a:pt x="1198731" y="66844"/>
                </a:lnTo>
                <a:lnTo>
                  <a:pt x="1198445" y="67838"/>
                </a:lnTo>
                <a:lnTo>
                  <a:pt x="1198179" y="68845"/>
                </a:lnTo>
                <a:lnTo>
                  <a:pt x="1197933" y="69865"/>
                </a:lnTo>
                <a:lnTo>
                  <a:pt x="1197707" y="70898"/>
                </a:lnTo>
                <a:lnTo>
                  <a:pt x="1197500" y="71944"/>
                </a:lnTo>
                <a:lnTo>
                  <a:pt x="1197313" y="73002"/>
                </a:lnTo>
                <a:lnTo>
                  <a:pt x="1197146" y="74074"/>
                </a:lnTo>
                <a:lnTo>
                  <a:pt x="1196998" y="75158"/>
                </a:lnTo>
                <a:lnTo>
                  <a:pt x="1196870" y="76255"/>
                </a:lnTo>
                <a:lnTo>
                  <a:pt x="1196762" y="77365"/>
                </a:lnTo>
                <a:lnTo>
                  <a:pt x="1196673" y="78488"/>
                </a:lnTo>
                <a:lnTo>
                  <a:pt x="1196604" y="79624"/>
                </a:lnTo>
                <a:lnTo>
                  <a:pt x="1196555" y="80773"/>
                </a:lnTo>
                <a:lnTo>
                  <a:pt x="1196526" y="81935"/>
                </a:lnTo>
                <a:lnTo>
                  <a:pt x="1196516" y="83110"/>
                </a:lnTo>
                <a:lnTo>
                  <a:pt x="1196526" y="84256"/>
                </a:lnTo>
                <a:lnTo>
                  <a:pt x="1196555" y="85391"/>
                </a:lnTo>
                <a:lnTo>
                  <a:pt x="1196604" y="86514"/>
                </a:lnTo>
                <a:lnTo>
                  <a:pt x="1196673" y="87627"/>
                </a:lnTo>
                <a:lnTo>
                  <a:pt x="1196762" y="88727"/>
                </a:lnTo>
                <a:lnTo>
                  <a:pt x="1196870" y="89817"/>
                </a:lnTo>
                <a:lnTo>
                  <a:pt x="1196998" y="90895"/>
                </a:lnTo>
                <a:lnTo>
                  <a:pt x="1197146" y="91961"/>
                </a:lnTo>
                <a:lnTo>
                  <a:pt x="1197313" y="93016"/>
                </a:lnTo>
                <a:lnTo>
                  <a:pt x="1197500" y="94060"/>
                </a:lnTo>
                <a:lnTo>
                  <a:pt x="1197707" y="95092"/>
                </a:lnTo>
                <a:lnTo>
                  <a:pt x="1197933" y="96114"/>
                </a:lnTo>
                <a:lnTo>
                  <a:pt x="1198179" y="97123"/>
                </a:lnTo>
                <a:lnTo>
                  <a:pt x="1198445" y="98121"/>
                </a:lnTo>
                <a:lnTo>
                  <a:pt x="1198731" y="99108"/>
                </a:lnTo>
                <a:lnTo>
                  <a:pt x="1199036" y="100084"/>
                </a:lnTo>
                <a:lnTo>
                  <a:pt x="1199361" y="101048"/>
                </a:lnTo>
                <a:lnTo>
                  <a:pt x="1199705" y="102001"/>
                </a:lnTo>
                <a:lnTo>
                  <a:pt x="1200069" y="102942"/>
                </a:lnTo>
                <a:lnTo>
                  <a:pt x="1200453" y="103872"/>
                </a:lnTo>
                <a:lnTo>
                  <a:pt x="1200857" y="104791"/>
                </a:lnTo>
                <a:lnTo>
                  <a:pt x="1201280" y="105698"/>
                </a:lnTo>
                <a:lnTo>
                  <a:pt x="1201723" y="106594"/>
                </a:lnTo>
                <a:lnTo>
                  <a:pt x="1202186" y="107478"/>
                </a:lnTo>
                <a:lnTo>
                  <a:pt x="1202666" y="108349"/>
                </a:lnTo>
                <a:lnTo>
                  <a:pt x="1203162" y="109203"/>
                </a:lnTo>
                <a:lnTo>
                  <a:pt x="1203672" y="110041"/>
                </a:lnTo>
                <a:lnTo>
                  <a:pt x="1204197" y="110862"/>
                </a:lnTo>
                <a:lnTo>
                  <a:pt x="1204738" y="111668"/>
                </a:lnTo>
                <a:lnTo>
                  <a:pt x="1205294" y="112456"/>
                </a:lnTo>
                <a:lnTo>
                  <a:pt x="1205864" y="113229"/>
                </a:lnTo>
                <a:lnTo>
                  <a:pt x="1206450" y="113985"/>
                </a:lnTo>
                <a:lnTo>
                  <a:pt x="1207051" y="114725"/>
                </a:lnTo>
                <a:lnTo>
                  <a:pt x="1207666" y="115449"/>
                </a:lnTo>
                <a:lnTo>
                  <a:pt x="1208297" y="116157"/>
                </a:lnTo>
                <a:lnTo>
                  <a:pt x="1208943" y="116848"/>
                </a:lnTo>
                <a:lnTo>
                  <a:pt x="1209604" y="117523"/>
                </a:lnTo>
                <a:lnTo>
                  <a:pt x="1210280" y="118181"/>
                </a:lnTo>
                <a:lnTo>
                  <a:pt x="1210971" y="118823"/>
                </a:lnTo>
                <a:lnTo>
                  <a:pt x="1211678" y="119449"/>
                </a:lnTo>
                <a:lnTo>
                  <a:pt x="1212399" y="120059"/>
                </a:lnTo>
                <a:lnTo>
                  <a:pt x="1213135" y="120652"/>
                </a:lnTo>
                <a:lnTo>
                  <a:pt x="1213886" y="121229"/>
                </a:lnTo>
                <a:lnTo>
                  <a:pt x="1214653" y="121790"/>
                </a:lnTo>
                <a:lnTo>
                  <a:pt x="1215434" y="122334"/>
                </a:lnTo>
                <a:lnTo>
                  <a:pt x="1216231" y="122863"/>
                </a:lnTo>
                <a:lnTo>
                  <a:pt x="1217042" y="123374"/>
                </a:lnTo>
                <a:lnTo>
                  <a:pt x="1217869" y="123870"/>
                </a:lnTo>
                <a:lnTo>
                  <a:pt x="1218708" y="124347"/>
                </a:lnTo>
                <a:lnTo>
                  <a:pt x="1219556" y="124804"/>
                </a:lnTo>
                <a:lnTo>
                  <a:pt x="1220412" y="125240"/>
                </a:lnTo>
                <a:lnTo>
                  <a:pt x="1221278" y="125656"/>
                </a:lnTo>
                <a:lnTo>
                  <a:pt x="1222153" y="126052"/>
                </a:lnTo>
                <a:lnTo>
                  <a:pt x="1223036" y="126428"/>
                </a:lnTo>
                <a:lnTo>
                  <a:pt x="1223928" y="126783"/>
                </a:lnTo>
                <a:lnTo>
                  <a:pt x="1224830" y="127118"/>
                </a:lnTo>
                <a:lnTo>
                  <a:pt x="1225740" y="127432"/>
                </a:lnTo>
                <a:lnTo>
                  <a:pt x="1226659" y="127727"/>
                </a:lnTo>
                <a:lnTo>
                  <a:pt x="1227587" y="128001"/>
                </a:lnTo>
                <a:lnTo>
                  <a:pt x="1228524" y="128255"/>
                </a:lnTo>
                <a:lnTo>
                  <a:pt x="1229470" y="128488"/>
                </a:lnTo>
                <a:lnTo>
                  <a:pt x="1230425" y="128701"/>
                </a:lnTo>
                <a:lnTo>
                  <a:pt x="1231389" y="128894"/>
                </a:lnTo>
                <a:lnTo>
                  <a:pt x="1232361" y="129066"/>
                </a:lnTo>
                <a:lnTo>
                  <a:pt x="1233343" y="129219"/>
                </a:lnTo>
                <a:lnTo>
                  <a:pt x="1234333" y="129351"/>
                </a:lnTo>
                <a:lnTo>
                  <a:pt x="1235333" y="129462"/>
                </a:lnTo>
                <a:lnTo>
                  <a:pt x="1236341" y="129554"/>
                </a:lnTo>
                <a:lnTo>
                  <a:pt x="1237358" y="129625"/>
                </a:lnTo>
                <a:lnTo>
                  <a:pt x="1238385" y="129675"/>
                </a:lnTo>
                <a:lnTo>
                  <a:pt x="1239420" y="129706"/>
                </a:lnTo>
                <a:lnTo>
                  <a:pt x="1240464" y="129716"/>
                </a:lnTo>
                <a:lnTo>
                  <a:pt x="1241769" y="129701"/>
                </a:lnTo>
                <a:lnTo>
                  <a:pt x="1243057" y="129658"/>
                </a:lnTo>
                <a:lnTo>
                  <a:pt x="1244328" y="129585"/>
                </a:lnTo>
                <a:lnTo>
                  <a:pt x="1245581" y="129482"/>
                </a:lnTo>
                <a:close/>
                <a:moveTo>
                  <a:pt x="1423612" y="129566"/>
                </a:moveTo>
                <a:lnTo>
                  <a:pt x="1424418" y="129500"/>
                </a:lnTo>
                <a:lnTo>
                  <a:pt x="1425214" y="129422"/>
                </a:lnTo>
                <a:lnTo>
                  <a:pt x="1426002" y="129332"/>
                </a:lnTo>
                <a:lnTo>
                  <a:pt x="1426780" y="129230"/>
                </a:lnTo>
                <a:lnTo>
                  <a:pt x="1427549" y="129117"/>
                </a:lnTo>
                <a:lnTo>
                  <a:pt x="1428308" y="128991"/>
                </a:lnTo>
                <a:lnTo>
                  <a:pt x="1429058" y="128853"/>
                </a:lnTo>
                <a:lnTo>
                  <a:pt x="1429800" y="128703"/>
                </a:lnTo>
                <a:lnTo>
                  <a:pt x="1430532" y="128541"/>
                </a:lnTo>
                <a:lnTo>
                  <a:pt x="1431254" y="128367"/>
                </a:lnTo>
                <a:lnTo>
                  <a:pt x="1431968" y="128181"/>
                </a:lnTo>
                <a:lnTo>
                  <a:pt x="1432672" y="127984"/>
                </a:lnTo>
                <a:lnTo>
                  <a:pt x="1433367" y="127774"/>
                </a:lnTo>
                <a:lnTo>
                  <a:pt x="1434053" y="127552"/>
                </a:lnTo>
                <a:lnTo>
                  <a:pt x="1434729" y="127318"/>
                </a:lnTo>
                <a:lnTo>
                  <a:pt x="1435396" y="127072"/>
                </a:lnTo>
                <a:lnTo>
                  <a:pt x="1436054" y="126815"/>
                </a:lnTo>
                <a:lnTo>
                  <a:pt x="1436703" y="126545"/>
                </a:lnTo>
                <a:lnTo>
                  <a:pt x="1437343" y="126263"/>
                </a:lnTo>
                <a:lnTo>
                  <a:pt x="1437972" y="125970"/>
                </a:lnTo>
                <a:lnTo>
                  <a:pt x="1438589" y="125668"/>
                </a:lnTo>
                <a:lnTo>
                  <a:pt x="1439194" y="125356"/>
                </a:lnTo>
                <a:lnTo>
                  <a:pt x="1439788" y="125035"/>
                </a:lnTo>
                <a:lnTo>
                  <a:pt x="1440369" y="124704"/>
                </a:lnTo>
                <a:lnTo>
                  <a:pt x="1440938" y="124363"/>
                </a:lnTo>
                <a:lnTo>
                  <a:pt x="1441495" y="124014"/>
                </a:lnTo>
                <a:lnTo>
                  <a:pt x="1442040" y="123654"/>
                </a:lnTo>
                <a:lnTo>
                  <a:pt x="1442573" y="123285"/>
                </a:lnTo>
                <a:lnTo>
                  <a:pt x="1443095" y="122906"/>
                </a:lnTo>
                <a:lnTo>
                  <a:pt x="1443604" y="122518"/>
                </a:lnTo>
                <a:lnTo>
                  <a:pt x="1444101" y="122121"/>
                </a:lnTo>
                <a:lnTo>
                  <a:pt x="1444586" y="121713"/>
                </a:lnTo>
                <a:lnTo>
                  <a:pt x="1445059" y="121297"/>
                </a:lnTo>
                <a:lnTo>
                  <a:pt x="1445520" y="120870"/>
                </a:lnTo>
                <a:lnTo>
                  <a:pt x="1445969" y="120434"/>
                </a:lnTo>
                <a:lnTo>
                  <a:pt x="1446406" y="119989"/>
                </a:lnTo>
                <a:lnTo>
                  <a:pt x="1446831" y="119534"/>
                </a:lnTo>
                <a:lnTo>
                  <a:pt x="1447244" y="119070"/>
                </a:lnTo>
                <a:lnTo>
                  <a:pt x="1447645" y="118596"/>
                </a:lnTo>
                <a:lnTo>
                  <a:pt x="1448035" y="118112"/>
                </a:lnTo>
                <a:lnTo>
                  <a:pt x="1448412" y="117619"/>
                </a:lnTo>
                <a:lnTo>
                  <a:pt x="1448777" y="117117"/>
                </a:lnTo>
                <a:lnTo>
                  <a:pt x="1449130" y="116604"/>
                </a:lnTo>
                <a:lnTo>
                  <a:pt x="1449469" y="116084"/>
                </a:lnTo>
                <a:lnTo>
                  <a:pt x="1449795" y="115556"/>
                </a:lnTo>
                <a:lnTo>
                  <a:pt x="1450106" y="115020"/>
                </a:lnTo>
                <a:lnTo>
                  <a:pt x="1450402" y="114478"/>
                </a:lnTo>
                <a:lnTo>
                  <a:pt x="1450684" y="113928"/>
                </a:lnTo>
                <a:lnTo>
                  <a:pt x="1450951" y="113370"/>
                </a:lnTo>
                <a:lnTo>
                  <a:pt x="1451204" y="112805"/>
                </a:lnTo>
                <a:lnTo>
                  <a:pt x="1451443" y="112233"/>
                </a:lnTo>
                <a:lnTo>
                  <a:pt x="1451667" y="111653"/>
                </a:lnTo>
                <a:lnTo>
                  <a:pt x="1451877" y="111066"/>
                </a:lnTo>
                <a:lnTo>
                  <a:pt x="1452072" y="110472"/>
                </a:lnTo>
                <a:lnTo>
                  <a:pt x="1452253" y="109870"/>
                </a:lnTo>
                <a:lnTo>
                  <a:pt x="1452419" y="109261"/>
                </a:lnTo>
                <a:lnTo>
                  <a:pt x="1452571" y="108644"/>
                </a:lnTo>
                <a:lnTo>
                  <a:pt x="1452708" y="108020"/>
                </a:lnTo>
                <a:lnTo>
                  <a:pt x="1452831" y="107389"/>
                </a:lnTo>
                <a:lnTo>
                  <a:pt x="1452939" y="106750"/>
                </a:lnTo>
                <a:lnTo>
                  <a:pt x="1453033" y="106104"/>
                </a:lnTo>
                <a:lnTo>
                  <a:pt x="1453113" y="105451"/>
                </a:lnTo>
                <a:lnTo>
                  <a:pt x="1453178" y="104790"/>
                </a:lnTo>
                <a:lnTo>
                  <a:pt x="1453229" y="104122"/>
                </a:lnTo>
                <a:lnTo>
                  <a:pt x="1453265" y="103446"/>
                </a:lnTo>
                <a:lnTo>
                  <a:pt x="1453287" y="102763"/>
                </a:lnTo>
                <a:lnTo>
                  <a:pt x="1453294" y="102073"/>
                </a:lnTo>
                <a:lnTo>
                  <a:pt x="1453286" y="101283"/>
                </a:lnTo>
                <a:lnTo>
                  <a:pt x="1453262" y="100508"/>
                </a:lnTo>
                <a:lnTo>
                  <a:pt x="1453223" y="99749"/>
                </a:lnTo>
                <a:lnTo>
                  <a:pt x="1453168" y="99004"/>
                </a:lnTo>
                <a:lnTo>
                  <a:pt x="1453098" y="98274"/>
                </a:lnTo>
                <a:lnTo>
                  <a:pt x="1453011" y="97560"/>
                </a:lnTo>
                <a:lnTo>
                  <a:pt x="1452909" y="96860"/>
                </a:lnTo>
                <a:lnTo>
                  <a:pt x="1452791" y="96176"/>
                </a:lnTo>
                <a:lnTo>
                  <a:pt x="1452658" y="95507"/>
                </a:lnTo>
                <a:lnTo>
                  <a:pt x="1452509" y="94853"/>
                </a:lnTo>
                <a:lnTo>
                  <a:pt x="1452344" y="94213"/>
                </a:lnTo>
                <a:lnTo>
                  <a:pt x="1452163" y="93589"/>
                </a:lnTo>
                <a:lnTo>
                  <a:pt x="1451967" y="92980"/>
                </a:lnTo>
                <a:lnTo>
                  <a:pt x="1451755" y="92386"/>
                </a:lnTo>
                <a:lnTo>
                  <a:pt x="1451528" y="91808"/>
                </a:lnTo>
                <a:lnTo>
                  <a:pt x="1451284" y="91244"/>
                </a:lnTo>
                <a:lnTo>
                  <a:pt x="1451025" y="90695"/>
                </a:lnTo>
                <a:lnTo>
                  <a:pt x="1450751" y="90162"/>
                </a:lnTo>
                <a:lnTo>
                  <a:pt x="1450460" y="89643"/>
                </a:lnTo>
                <a:lnTo>
                  <a:pt x="1450154" y="89140"/>
                </a:lnTo>
                <a:lnTo>
                  <a:pt x="1449832" y="88651"/>
                </a:lnTo>
                <a:lnTo>
                  <a:pt x="1449495" y="88178"/>
                </a:lnTo>
                <a:lnTo>
                  <a:pt x="1449142" y="87720"/>
                </a:lnTo>
                <a:lnTo>
                  <a:pt x="1448773" y="87277"/>
                </a:lnTo>
                <a:lnTo>
                  <a:pt x="1448391" y="86846"/>
                </a:lnTo>
                <a:lnTo>
                  <a:pt x="1448001" y="86423"/>
                </a:lnTo>
                <a:lnTo>
                  <a:pt x="1447600" y="86010"/>
                </a:lnTo>
                <a:lnTo>
                  <a:pt x="1447190" y="85605"/>
                </a:lnTo>
                <a:lnTo>
                  <a:pt x="1446771" y="85209"/>
                </a:lnTo>
                <a:lnTo>
                  <a:pt x="1446342" y="84823"/>
                </a:lnTo>
                <a:lnTo>
                  <a:pt x="1445903" y="84445"/>
                </a:lnTo>
                <a:lnTo>
                  <a:pt x="1445455" y="84076"/>
                </a:lnTo>
                <a:lnTo>
                  <a:pt x="1444998" y="83716"/>
                </a:lnTo>
                <a:lnTo>
                  <a:pt x="1444530" y="83365"/>
                </a:lnTo>
                <a:lnTo>
                  <a:pt x="1444054" y="83023"/>
                </a:lnTo>
                <a:lnTo>
                  <a:pt x="1443567" y="82690"/>
                </a:lnTo>
                <a:lnTo>
                  <a:pt x="1443072" y="82366"/>
                </a:lnTo>
                <a:lnTo>
                  <a:pt x="1442566" y="82051"/>
                </a:lnTo>
                <a:lnTo>
                  <a:pt x="1442052" y="81744"/>
                </a:lnTo>
                <a:lnTo>
                  <a:pt x="1441527" y="81447"/>
                </a:lnTo>
                <a:lnTo>
                  <a:pt x="1440993" y="81159"/>
                </a:lnTo>
                <a:lnTo>
                  <a:pt x="1440450" y="80879"/>
                </a:lnTo>
                <a:lnTo>
                  <a:pt x="1439897" y="80608"/>
                </a:lnTo>
                <a:lnTo>
                  <a:pt x="1439334" y="80347"/>
                </a:lnTo>
                <a:lnTo>
                  <a:pt x="1438762" y="80094"/>
                </a:lnTo>
                <a:lnTo>
                  <a:pt x="1438181" y="79850"/>
                </a:lnTo>
                <a:lnTo>
                  <a:pt x="1437589" y="79615"/>
                </a:lnTo>
                <a:lnTo>
                  <a:pt x="1436989" y="79389"/>
                </a:lnTo>
                <a:lnTo>
                  <a:pt x="1436380" y="79170"/>
                </a:lnTo>
                <a:lnTo>
                  <a:pt x="1435767" y="78954"/>
                </a:lnTo>
                <a:lnTo>
                  <a:pt x="1435147" y="78741"/>
                </a:lnTo>
                <a:lnTo>
                  <a:pt x="1434523" y="78533"/>
                </a:lnTo>
                <a:lnTo>
                  <a:pt x="1433892" y="78328"/>
                </a:lnTo>
                <a:lnTo>
                  <a:pt x="1433256" y="78127"/>
                </a:lnTo>
                <a:lnTo>
                  <a:pt x="1432615" y="77929"/>
                </a:lnTo>
                <a:lnTo>
                  <a:pt x="1431968" y="77735"/>
                </a:lnTo>
                <a:lnTo>
                  <a:pt x="1431315" y="77545"/>
                </a:lnTo>
                <a:lnTo>
                  <a:pt x="1430657" y="77359"/>
                </a:lnTo>
                <a:lnTo>
                  <a:pt x="1429994" y="77176"/>
                </a:lnTo>
                <a:lnTo>
                  <a:pt x="1429325" y="76997"/>
                </a:lnTo>
                <a:lnTo>
                  <a:pt x="1428650" y="76822"/>
                </a:lnTo>
                <a:lnTo>
                  <a:pt x="1427970" y="76650"/>
                </a:lnTo>
                <a:lnTo>
                  <a:pt x="1427284" y="76482"/>
                </a:lnTo>
                <a:lnTo>
                  <a:pt x="1426593" y="76318"/>
                </a:lnTo>
                <a:lnTo>
                  <a:pt x="1425897" y="76157"/>
                </a:lnTo>
                <a:lnTo>
                  <a:pt x="1425194" y="76000"/>
                </a:lnTo>
                <a:lnTo>
                  <a:pt x="1424487" y="75847"/>
                </a:lnTo>
                <a:lnTo>
                  <a:pt x="1423773" y="75697"/>
                </a:lnTo>
                <a:lnTo>
                  <a:pt x="1423054" y="75551"/>
                </a:lnTo>
                <a:lnTo>
                  <a:pt x="1422330" y="75409"/>
                </a:lnTo>
                <a:lnTo>
                  <a:pt x="1421600" y="75271"/>
                </a:lnTo>
                <a:lnTo>
                  <a:pt x="1420865" y="75136"/>
                </a:lnTo>
                <a:lnTo>
                  <a:pt x="1420293" y="75031"/>
                </a:lnTo>
                <a:lnTo>
                  <a:pt x="1419728" y="74925"/>
                </a:lnTo>
                <a:lnTo>
                  <a:pt x="1419171" y="74815"/>
                </a:lnTo>
                <a:lnTo>
                  <a:pt x="1418622" y="74703"/>
                </a:lnTo>
                <a:lnTo>
                  <a:pt x="1418081" y="74589"/>
                </a:lnTo>
                <a:lnTo>
                  <a:pt x="1417547" y="74472"/>
                </a:lnTo>
                <a:lnTo>
                  <a:pt x="1417021" y="74353"/>
                </a:lnTo>
                <a:lnTo>
                  <a:pt x="1416503" y="74231"/>
                </a:lnTo>
                <a:lnTo>
                  <a:pt x="1415993" y="74107"/>
                </a:lnTo>
                <a:lnTo>
                  <a:pt x="1415490" y="73980"/>
                </a:lnTo>
                <a:lnTo>
                  <a:pt x="1414994" y="73851"/>
                </a:lnTo>
                <a:lnTo>
                  <a:pt x="1414507" y="73720"/>
                </a:lnTo>
                <a:lnTo>
                  <a:pt x="1414027" y="73586"/>
                </a:lnTo>
                <a:lnTo>
                  <a:pt x="1413555" y="73449"/>
                </a:lnTo>
                <a:lnTo>
                  <a:pt x="1413091" y="73310"/>
                </a:lnTo>
                <a:lnTo>
                  <a:pt x="1412634" y="73169"/>
                </a:lnTo>
                <a:lnTo>
                  <a:pt x="1412185" y="73025"/>
                </a:lnTo>
                <a:lnTo>
                  <a:pt x="1411743" y="72878"/>
                </a:lnTo>
                <a:lnTo>
                  <a:pt x="1411310" y="72729"/>
                </a:lnTo>
                <a:lnTo>
                  <a:pt x="1410884" y="72578"/>
                </a:lnTo>
                <a:lnTo>
                  <a:pt x="1410465" y="72424"/>
                </a:lnTo>
                <a:lnTo>
                  <a:pt x="1410055" y="72268"/>
                </a:lnTo>
                <a:lnTo>
                  <a:pt x="1409652" y="72109"/>
                </a:lnTo>
                <a:lnTo>
                  <a:pt x="1409256" y="71948"/>
                </a:lnTo>
                <a:lnTo>
                  <a:pt x="1408869" y="71784"/>
                </a:lnTo>
                <a:lnTo>
                  <a:pt x="1408490" y="71617"/>
                </a:lnTo>
                <a:lnTo>
                  <a:pt x="1408118" y="71448"/>
                </a:lnTo>
                <a:lnTo>
                  <a:pt x="1407755" y="71276"/>
                </a:lnTo>
                <a:lnTo>
                  <a:pt x="1407399" y="71101"/>
                </a:lnTo>
                <a:lnTo>
                  <a:pt x="1407052" y="70923"/>
                </a:lnTo>
                <a:lnTo>
                  <a:pt x="1406713" y="70743"/>
                </a:lnTo>
                <a:lnTo>
                  <a:pt x="1406381" y="70560"/>
                </a:lnTo>
                <a:lnTo>
                  <a:pt x="1406058" y="70374"/>
                </a:lnTo>
                <a:lnTo>
                  <a:pt x="1405742" y="70185"/>
                </a:lnTo>
                <a:lnTo>
                  <a:pt x="1405435" y="69993"/>
                </a:lnTo>
                <a:lnTo>
                  <a:pt x="1405136" y="69799"/>
                </a:lnTo>
                <a:lnTo>
                  <a:pt x="1404844" y="69602"/>
                </a:lnTo>
                <a:lnTo>
                  <a:pt x="1404561" y="69402"/>
                </a:lnTo>
                <a:lnTo>
                  <a:pt x="1404285" y="69199"/>
                </a:lnTo>
                <a:lnTo>
                  <a:pt x="1404018" y="68994"/>
                </a:lnTo>
                <a:lnTo>
                  <a:pt x="1403759" y="68786"/>
                </a:lnTo>
                <a:lnTo>
                  <a:pt x="1403507" y="68575"/>
                </a:lnTo>
                <a:lnTo>
                  <a:pt x="1403264" y="68361"/>
                </a:lnTo>
                <a:lnTo>
                  <a:pt x="1403028" y="68145"/>
                </a:lnTo>
                <a:lnTo>
                  <a:pt x="1402801" y="67925"/>
                </a:lnTo>
                <a:lnTo>
                  <a:pt x="1402581" y="67703"/>
                </a:lnTo>
                <a:lnTo>
                  <a:pt x="1402370" y="67479"/>
                </a:lnTo>
                <a:lnTo>
                  <a:pt x="1402167" y="67251"/>
                </a:lnTo>
                <a:lnTo>
                  <a:pt x="1401972" y="67021"/>
                </a:lnTo>
                <a:lnTo>
                  <a:pt x="1401785" y="66788"/>
                </a:lnTo>
                <a:lnTo>
                  <a:pt x="1401606" y="66552"/>
                </a:lnTo>
                <a:lnTo>
                  <a:pt x="1401436" y="66313"/>
                </a:lnTo>
                <a:lnTo>
                  <a:pt x="1401274" y="66072"/>
                </a:lnTo>
                <a:lnTo>
                  <a:pt x="1401121" y="65828"/>
                </a:lnTo>
                <a:lnTo>
                  <a:pt x="1400976" y="65581"/>
                </a:lnTo>
                <a:lnTo>
                  <a:pt x="1400839" y="65331"/>
                </a:lnTo>
                <a:lnTo>
                  <a:pt x="1400710" y="65078"/>
                </a:lnTo>
                <a:lnTo>
                  <a:pt x="1400590" y="64823"/>
                </a:lnTo>
                <a:lnTo>
                  <a:pt x="1400478" y="64565"/>
                </a:lnTo>
                <a:lnTo>
                  <a:pt x="1400374" y="64304"/>
                </a:lnTo>
                <a:lnTo>
                  <a:pt x="1400278" y="64041"/>
                </a:lnTo>
                <a:lnTo>
                  <a:pt x="1400191" y="63774"/>
                </a:lnTo>
                <a:lnTo>
                  <a:pt x="1400112" y="63505"/>
                </a:lnTo>
                <a:lnTo>
                  <a:pt x="1400042" y="63234"/>
                </a:lnTo>
                <a:lnTo>
                  <a:pt x="1399980" y="62959"/>
                </a:lnTo>
                <a:lnTo>
                  <a:pt x="1399926" y="62681"/>
                </a:lnTo>
                <a:lnTo>
                  <a:pt x="1399880" y="62401"/>
                </a:lnTo>
                <a:lnTo>
                  <a:pt x="1399843" y="62118"/>
                </a:lnTo>
                <a:lnTo>
                  <a:pt x="1399814" y="61833"/>
                </a:lnTo>
                <a:lnTo>
                  <a:pt x="1399793" y="61544"/>
                </a:lnTo>
                <a:lnTo>
                  <a:pt x="1399780" y="61253"/>
                </a:lnTo>
                <a:lnTo>
                  <a:pt x="1399776" y="60959"/>
                </a:lnTo>
                <a:lnTo>
                  <a:pt x="1399784" y="60505"/>
                </a:lnTo>
                <a:lnTo>
                  <a:pt x="1399806" y="60058"/>
                </a:lnTo>
                <a:lnTo>
                  <a:pt x="1399844" y="59619"/>
                </a:lnTo>
                <a:lnTo>
                  <a:pt x="1399897" y="59187"/>
                </a:lnTo>
                <a:lnTo>
                  <a:pt x="1399965" y="58763"/>
                </a:lnTo>
                <a:lnTo>
                  <a:pt x="1400048" y="58346"/>
                </a:lnTo>
                <a:lnTo>
                  <a:pt x="1400145" y="57936"/>
                </a:lnTo>
                <a:lnTo>
                  <a:pt x="1400258" y="57534"/>
                </a:lnTo>
                <a:lnTo>
                  <a:pt x="1400387" y="57139"/>
                </a:lnTo>
                <a:lnTo>
                  <a:pt x="1400530" y="56751"/>
                </a:lnTo>
                <a:lnTo>
                  <a:pt x="1400688" y="56371"/>
                </a:lnTo>
                <a:lnTo>
                  <a:pt x="1400861" y="55998"/>
                </a:lnTo>
                <a:lnTo>
                  <a:pt x="1401050" y="55633"/>
                </a:lnTo>
                <a:lnTo>
                  <a:pt x="1401253" y="55275"/>
                </a:lnTo>
                <a:lnTo>
                  <a:pt x="1401472" y="54924"/>
                </a:lnTo>
                <a:lnTo>
                  <a:pt x="1401705" y="54581"/>
                </a:lnTo>
                <a:lnTo>
                  <a:pt x="1401954" y="54245"/>
                </a:lnTo>
                <a:lnTo>
                  <a:pt x="1402217" y="53917"/>
                </a:lnTo>
                <a:lnTo>
                  <a:pt x="1402496" y="53596"/>
                </a:lnTo>
                <a:lnTo>
                  <a:pt x="1402790" y="53282"/>
                </a:lnTo>
                <a:lnTo>
                  <a:pt x="1403099" y="52975"/>
                </a:lnTo>
                <a:lnTo>
                  <a:pt x="1403423" y="52676"/>
                </a:lnTo>
                <a:lnTo>
                  <a:pt x="1403762" y="52385"/>
                </a:lnTo>
                <a:lnTo>
                  <a:pt x="1404116" y="52101"/>
                </a:lnTo>
                <a:lnTo>
                  <a:pt x="1404485" y="51826"/>
                </a:lnTo>
                <a:lnTo>
                  <a:pt x="1404868" y="51562"/>
                </a:lnTo>
                <a:lnTo>
                  <a:pt x="1405264" y="51311"/>
                </a:lnTo>
                <a:lnTo>
                  <a:pt x="1405674" y="51071"/>
                </a:lnTo>
                <a:lnTo>
                  <a:pt x="1406099" y="50843"/>
                </a:lnTo>
                <a:lnTo>
                  <a:pt x="1406537" y="50627"/>
                </a:lnTo>
                <a:lnTo>
                  <a:pt x="1406988" y="50422"/>
                </a:lnTo>
                <a:lnTo>
                  <a:pt x="1407454" y="50229"/>
                </a:lnTo>
                <a:lnTo>
                  <a:pt x="1407934" y="50047"/>
                </a:lnTo>
                <a:lnTo>
                  <a:pt x="1408427" y="49878"/>
                </a:lnTo>
                <a:lnTo>
                  <a:pt x="1408934" y="49720"/>
                </a:lnTo>
                <a:lnTo>
                  <a:pt x="1409455" y="49574"/>
                </a:lnTo>
                <a:lnTo>
                  <a:pt x="1409990" y="49439"/>
                </a:lnTo>
                <a:lnTo>
                  <a:pt x="1410539" y="49316"/>
                </a:lnTo>
                <a:lnTo>
                  <a:pt x="1411101" y="49205"/>
                </a:lnTo>
                <a:lnTo>
                  <a:pt x="1411678" y="49106"/>
                </a:lnTo>
                <a:lnTo>
                  <a:pt x="1412268" y="49018"/>
                </a:lnTo>
                <a:lnTo>
                  <a:pt x="1412872" y="48942"/>
                </a:lnTo>
                <a:lnTo>
                  <a:pt x="1413490" y="48878"/>
                </a:lnTo>
                <a:lnTo>
                  <a:pt x="1414122" y="48825"/>
                </a:lnTo>
                <a:lnTo>
                  <a:pt x="1414767" y="48784"/>
                </a:lnTo>
                <a:lnTo>
                  <a:pt x="1415427" y="48755"/>
                </a:lnTo>
                <a:lnTo>
                  <a:pt x="1416100" y="48737"/>
                </a:lnTo>
                <a:lnTo>
                  <a:pt x="1416787" y="48731"/>
                </a:lnTo>
                <a:lnTo>
                  <a:pt x="1417490" y="48738"/>
                </a:lnTo>
                <a:lnTo>
                  <a:pt x="1418180" y="48758"/>
                </a:lnTo>
                <a:lnTo>
                  <a:pt x="1418857" y="48791"/>
                </a:lnTo>
                <a:lnTo>
                  <a:pt x="1419522" y="48837"/>
                </a:lnTo>
                <a:lnTo>
                  <a:pt x="1420174" y="48897"/>
                </a:lnTo>
                <a:lnTo>
                  <a:pt x="1420813" y="48970"/>
                </a:lnTo>
                <a:lnTo>
                  <a:pt x="1421440" y="49056"/>
                </a:lnTo>
                <a:lnTo>
                  <a:pt x="1422054" y="49155"/>
                </a:lnTo>
                <a:lnTo>
                  <a:pt x="1422656" y="49268"/>
                </a:lnTo>
                <a:lnTo>
                  <a:pt x="1423245" y="49393"/>
                </a:lnTo>
                <a:lnTo>
                  <a:pt x="1423822" y="49532"/>
                </a:lnTo>
                <a:lnTo>
                  <a:pt x="1424385" y="49685"/>
                </a:lnTo>
                <a:lnTo>
                  <a:pt x="1424936" y="49850"/>
                </a:lnTo>
                <a:lnTo>
                  <a:pt x="1425475" y="50029"/>
                </a:lnTo>
                <a:lnTo>
                  <a:pt x="1426001" y="50221"/>
                </a:lnTo>
                <a:lnTo>
                  <a:pt x="1426514" y="50426"/>
                </a:lnTo>
                <a:lnTo>
                  <a:pt x="1427015" y="50644"/>
                </a:lnTo>
                <a:lnTo>
                  <a:pt x="1427503" y="50876"/>
                </a:lnTo>
                <a:lnTo>
                  <a:pt x="1427978" y="51121"/>
                </a:lnTo>
                <a:lnTo>
                  <a:pt x="1428441" y="51379"/>
                </a:lnTo>
                <a:lnTo>
                  <a:pt x="1428892" y="51650"/>
                </a:lnTo>
                <a:lnTo>
                  <a:pt x="1429329" y="51935"/>
                </a:lnTo>
                <a:lnTo>
                  <a:pt x="1429754" y="52233"/>
                </a:lnTo>
                <a:lnTo>
                  <a:pt x="1430166" y="52544"/>
                </a:lnTo>
                <a:lnTo>
                  <a:pt x="1430566" y="52867"/>
                </a:lnTo>
                <a:lnTo>
                  <a:pt x="1430951" y="53199"/>
                </a:lnTo>
                <a:lnTo>
                  <a:pt x="1431323" y="53542"/>
                </a:lnTo>
                <a:lnTo>
                  <a:pt x="1431681" y="53895"/>
                </a:lnTo>
                <a:lnTo>
                  <a:pt x="1432025" y="54258"/>
                </a:lnTo>
                <a:lnTo>
                  <a:pt x="1432355" y="54632"/>
                </a:lnTo>
                <a:lnTo>
                  <a:pt x="1432671" y="55015"/>
                </a:lnTo>
                <a:lnTo>
                  <a:pt x="1432973" y="55409"/>
                </a:lnTo>
                <a:lnTo>
                  <a:pt x="1433262" y="55813"/>
                </a:lnTo>
                <a:lnTo>
                  <a:pt x="1433536" y="56226"/>
                </a:lnTo>
                <a:lnTo>
                  <a:pt x="1433797" y="56651"/>
                </a:lnTo>
                <a:lnTo>
                  <a:pt x="1434044" y="57085"/>
                </a:lnTo>
                <a:lnTo>
                  <a:pt x="1434277" y="57529"/>
                </a:lnTo>
                <a:lnTo>
                  <a:pt x="1434496" y="57984"/>
                </a:lnTo>
                <a:lnTo>
                  <a:pt x="1434702" y="58448"/>
                </a:lnTo>
                <a:lnTo>
                  <a:pt x="1434893" y="58923"/>
                </a:lnTo>
                <a:lnTo>
                  <a:pt x="1435071" y="59408"/>
                </a:lnTo>
                <a:lnTo>
                  <a:pt x="1435234" y="59903"/>
                </a:lnTo>
                <a:lnTo>
                  <a:pt x="1435384" y="60408"/>
                </a:lnTo>
                <a:lnTo>
                  <a:pt x="1435520" y="60924"/>
                </a:lnTo>
                <a:lnTo>
                  <a:pt x="1435643" y="61449"/>
                </a:lnTo>
                <a:lnTo>
                  <a:pt x="1435751" y="61985"/>
                </a:lnTo>
                <a:lnTo>
                  <a:pt x="1435845" y="62531"/>
                </a:lnTo>
                <a:lnTo>
                  <a:pt x="1435926" y="63087"/>
                </a:lnTo>
                <a:lnTo>
                  <a:pt x="1450636" y="63087"/>
                </a:lnTo>
                <a:lnTo>
                  <a:pt x="1450490" y="62005"/>
                </a:lnTo>
                <a:lnTo>
                  <a:pt x="1450319" y="60944"/>
                </a:lnTo>
                <a:lnTo>
                  <a:pt x="1450123" y="59905"/>
                </a:lnTo>
                <a:lnTo>
                  <a:pt x="1449902" y="58888"/>
                </a:lnTo>
                <a:lnTo>
                  <a:pt x="1449656" y="57892"/>
                </a:lnTo>
                <a:lnTo>
                  <a:pt x="1449384" y="56917"/>
                </a:lnTo>
                <a:lnTo>
                  <a:pt x="1449087" y="55965"/>
                </a:lnTo>
                <a:lnTo>
                  <a:pt x="1448765" y="55033"/>
                </a:lnTo>
                <a:lnTo>
                  <a:pt x="1448417" y="54123"/>
                </a:lnTo>
                <a:lnTo>
                  <a:pt x="1448045" y="53235"/>
                </a:lnTo>
                <a:lnTo>
                  <a:pt x="1447647" y="52368"/>
                </a:lnTo>
                <a:lnTo>
                  <a:pt x="1447224" y="51523"/>
                </a:lnTo>
                <a:lnTo>
                  <a:pt x="1446776" y="50700"/>
                </a:lnTo>
                <a:lnTo>
                  <a:pt x="1446302" y="49898"/>
                </a:lnTo>
                <a:lnTo>
                  <a:pt x="1445803" y="49117"/>
                </a:lnTo>
                <a:lnTo>
                  <a:pt x="1445279" y="48358"/>
                </a:lnTo>
                <a:lnTo>
                  <a:pt x="1444730" y="47620"/>
                </a:lnTo>
                <a:lnTo>
                  <a:pt x="1444156" y="46905"/>
                </a:lnTo>
                <a:lnTo>
                  <a:pt x="1443556" y="46210"/>
                </a:lnTo>
                <a:lnTo>
                  <a:pt x="1442931" y="45537"/>
                </a:lnTo>
                <a:lnTo>
                  <a:pt x="1442281" y="44886"/>
                </a:lnTo>
                <a:lnTo>
                  <a:pt x="1441606" y="44256"/>
                </a:lnTo>
                <a:lnTo>
                  <a:pt x="1440905" y="43648"/>
                </a:lnTo>
                <a:lnTo>
                  <a:pt x="1440179" y="43061"/>
                </a:lnTo>
                <a:lnTo>
                  <a:pt x="1439431" y="42497"/>
                </a:lnTo>
                <a:lnTo>
                  <a:pt x="1438664" y="41957"/>
                </a:lnTo>
                <a:lnTo>
                  <a:pt x="1437878" y="41441"/>
                </a:lnTo>
                <a:lnTo>
                  <a:pt x="1437073" y="40949"/>
                </a:lnTo>
                <a:lnTo>
                  <a:pt x="1436249" y="40481"/>
                </a:lnTo>
                <a:lnTo>
                  <a:pt x="1435406" y="40037"/>
                </a:lnTo>
                <a:lnTo>
                  <a:pt x="1434543" y="39617"/>
                </a:lnTo>
                <a:lnTo>
                  <a:pt x="1433662" y="39221"/>
                </a:lnTo>
                <a:lnTo>
                  <a:pt x="1432761" y="38849"/>
                </a:lnTo>
                <a:lnTo>
                  <a:pt x="1431842" y="38502"/>
                </a:lnTo>
                <a:lnTo>
                  <a:pt x="1430903" y="38178"/>
                </a:lnTo>
                <a:lnTo>
                  <a:pt x="1429945" y="37878"/>
                </a:lnTo>
                <a:lnTo>
                  <a:pt x="1428969" y="37602"/>
                </a:lnTo>
                <a:lnTo>
                  <a:pt x="1427973" y="37350"/>
                </a:lnTo>
                <a:lnTo>
                  <a:pt x="1426958" y="37122"/>
                </a:lnTo>
                <a:lnTo>
                  <a:pt x="1425924" y="36918"/>
                </a:lnTo>
                <a:lnTo>
                  <a:pt x="1424871" y="36738"/>
                </a:lnTo>
                <a:lnTo>
                  <a:pt x="1423799" y="36582"/>
                </a:lnTo>
                <a:lnTo>
                  <a:pt x="1422708" y="36450"/>
                </a:lnTo>
                <a:lnTo>
                  <a:pt x="1421597" y="36342"/>
                </a:lnTo>
                <a:lnTo>
                  <a:pt x="1420468" y="36258"/>
                </a:lnTo>
                <a:lnTo>
                  <a:pt x="1419320" y="36198"/>
                </a:lnTo>
                <a:lnTo>
                  <a:pt x="1418152" y="36162"/>
                </a:lnTo>
                <a:lnTo>
                  <a:pt x="1416966" y="36150"/>
                </a:lnTo>
                <a:lnTo>
                  <a:pt x="1416157" y="36156"/>
                </a:lnTo>
                <a:lnTo>
                  <a:pt x="1415358" y="36173"/>
                </a:lnTo>
                <a:lnTo>
                  <a:pt x="1414566" y="36202"/>
                </a:lnTo>
                <a:lnTo>
                  <a:pt x="1413783" y="36243"/>
                </a:lnTo>
                <a:lnTo>
                  <a:pt x="1413008" y="36296"/>
                </a:lnTo>
                <a:lnTo>
                  <a:pt x="1412241" y="36360"/>
                </a:lnTo>
                <a:lnTo>
                  <a:pt x="1411483" y="36436"/>
                </a:lnTo>
                <a:lnTo>
                  <a:pt x="1410733" y="36524"/>
                </a:lnTo>
                <a:lnTo>
                  <a:pt x="1409991" y="36623"/>
                </a:lnTo>
                <a:lnTo>
                  <a:pt x="1409258" y="36735"/>
                </a:lnTo>
                <a:lnTo>
                  <a:pt x="1408533" y="36857"/>
                </a:lnTo>
                <a:lnTo>
                  <a:pt x="1407816" y="36992"/>
                </a:lnTo>
                <a:lnTo>
                  <a:pt x="1407107" y="37138"/>
                </a:lnTo>
                <a:lnTo>
                  <a:pt x="1406407" y="37296"/>
                </a:lnTo>
                <a:lnTo>
                  <a:pt x="1405715" y="37466"/>
                </a:lnTo>
                <a:lnTo>
                  <a:pt x="1405032" y="37647"/>
                </a:lnTo>
                <a:lnTo>
                  <a:pt x="1404357" y="37840"/>
                </a:lnTo>
                <a:lnTo>
                  <a:pt x="1403690" y="38045"/>
                </a:lnTo>
                <a:lnTo>
                  <a:pt x="1403031" y="38261"/>
                </a:lnTo>
                <a:lnTo>
                  <a:pt x="1402381" y="38489"/>
                </a:lnTo>
                <a:lnTo>
                  <a:pt x="1401739" y="38729"/>
                </a:lnTo>
                <a:lnTo>
                  <a:pt x="1401105" y="38981"/>
                </a:lnTo>
                <a:lnTo>
                  <a:pt x="1400480" y="39244"/>
                </a:lnTo>
                <a:lnTo>
                  <a:pt x="1399863" y="39519"/>
                </a:lnTo>
                <a:lnTo>
                  <a:pt x="1399256" y="39804"/>
                </a:lnTo>
                <a:lnTo>
                  <a:pt x="1398661" y="40098"/>
                </a:lnTo>
                <a:lnTo>
                  <a:pt x="1398079" y="40401"/>
                </a:lnTo>
                <a:lnTo>
                  <a:pt x="1397508" y="40712"/>
                </a:lnTo>
                <a:lnTo>
                  <a:pt x="1396949" y="41033"/>
                </a:lnTo>
                <a:lnTo>
                  <a:pt x="1396403" y="41363"/>
                </a:lnTo>
                <a:lnTo>
                  <a:pt x="1395868" y="41701"/>
                </a:lnTo>
                <a:lnTo>
                  <a:pt x="1395345" y="42049"/>
                </a:lnTo>
                <a:lnTo>
                  <a:pt x="1394834" y="42405"/>
                </a:lnTo>
                <a:lnTo>
                  <a:pt x="1394335" y="42771"/>
                </a:lnTo>
                <a:lnTo>
                  <a:pt x="1393849" y="43145"/>
                </a:lnTo>
                <a:lnTo>
                  <a:pt x="1393374" y="43528"/>
                </a:lnTo>
                <a:lnTo>
                  <a:pt x="1392911" y="43920"/>
                </a:lnTo>
                <a:lnTo>
                  <a:pt x="1392460" y="44321"/>
                </a:lnTo>
                <a:lnTo>
                  <a:pt x="1392021" y="44731"/>
                </a:lnTo>
                <a:lnTo>
                  <a:pt x="1391595" y="45150"/>
                </a:lnTo>
                <a:lnTo>
                  <a:pt x="1391180" y="45578"/>
                </a:lnTo>
                <a:lnTo>
                  <a:pt x="1390777" y="46015"/>
                </a:lnTo>
                <a:lnTo>
                  <a:pt x="1390386" y="46461"/>
                </a:lnTo>
                <a:lnTo>
                  <a:pt x="1390007" y="46915"/>
                </a:lnTo>
                <a:lnTo>
                  <a:pt x="1389640" y="47379"/>
                </a:lnTo>
                <a:lnTo>
                  <a:pt x="1389285" y="47852"/>
                </a:lnTo>
                <a:lnTo>
                  <a:pt x="1388942" y="48333"/>
                </a:lnTo>
                <a:lnTo>
                  <a:pt x="1388611" y="48823"/>
                </a:lnTo>
                <a:lnTo>
                  <a:pt x="1388293" y="49321"/>
                </a:lnTo>
                <a:lnTo>
                  <a:pt x="1387989" y="49824"/>
                </a:lnTo>
                <a:lnTo>
                  <a:pt x="1387698" y="50333"/>
                </a:lnTo>
                <a:lnTo>
                  <a:pt x="1387420" y="50849"/>
                </a:lnTo>
                <a:lnTo>
                  <a:pt x="1387156" y="51369"/>
                </a:lnTo>
                <a:lnTo>
                  <a:pt x="1386906" y="51896"/>
                </a:lnTo>
                <a:lnTo>
                  <a:pt x="1386669" y="52429"/>
                </a:lnTo>
                <a:lnTo>
                  <a:pt x="1386445" y="52967"/>
                </a:lnTo>
                <a:lnTo>
                  <a:pt x="1386235" y="53512"/>
                </a:lnTo>
                <a:lnTo>
                  <a:pt x="1386039" y="54062"/>
                </a:lnTo>
                <a:lnTo>
                  <a:pt x="1385856" y="54618"/>
                </a:lnTo>
                <a:lnTo>
                  <a:pt x="1385687" y="55180"/>
                </a:lnTo>
                <a:lnTo>
                  <a:pt x="1385531" y="55747"/>
                </a:lnTo>
                <a:lnTo>
                  <a:pt x="1385389" y="56321"/>
                </a:lnTo>
                <a:lnTo>
                  <a:pt x="1385261" y="56900"/>
                </a:lnTo>
                <a:lnTo>
                  <a:pt x="1385146" y="57486"/>
                </a:lnTo>
                <a:lnTo>
                  <a:pt x="1385044" y="58077"/>
                </a:lnTo>
                <a:lnTo>
                  <a:pt x="1384956" y="58674"/>
                </a:lnTo>
                <a:lnTo>
                  <a:pt x="1384882" y="59277"/>
                </a:lnTo>
                <a:lnTo>
                  <a:pt x="1384821" y="59885"/>
                </a:lnTo>
                <a:lnTo>
                  <a:pt x="1384773" y="60500"/>
                </a:lnTo>
                <a:lnTo>
                  <a:pt x="1384739" y="61120"/>
                </a:lnTo>
                <a:lnTo>
                  <a:pt x="1384719" y="61746"/>
                </a:lnTo>
                <a:lnTo>
                  <a:pt x="1384712" y="62378"/>
                </a:lnTo>
                <a:lnTo>
                  <a:pt x="1384717" y="62892"/>
                </a:lnTo>
                <a:lnTo>
                  <a:pt x="1384730" y="63399"/>
                </a:lnTo>
                <a:lnTo>
                  <a:pt x="1384752" y="63899"/>
                </a:lnTo>
                <a:lnTo>
                  <a:pt x="1384784" y="64392"/>
                </a:lnTo>
                <a:lnTo>
                  <a:pt x="1384824" y="64878"/>
                </a:lnTo>
                <a:lnTo>
                  <a:pt x="1384873" y="65358"/>
                </a:lnTo>
                <a:lnTo>
                  <a:pt x="1384931" y="65831"/>
                </a:lnTo>
                <a:lnTo>
                  <a:pt x="1384998" y="66297"/>
                </a:lnTo>
                <a:lnTo>
                  <a:pt x="1385074" y="66757"/>
                </a:lnTo>
                <a:lnTo>
                  <a:pt x="1385158" y="67209"/>
                </a:lnTo>
                <a:lnTo>
                  <a:pt x="1385252" y="67655"/>
                </a:lnTo>
                <a:lnTo>
                  <a:pt x="1385355" y="68094"/>
                </a:lnTo>
                <a:lnTo>
                  <a:pt x="1385466" y="68526"/>
                </a:lnTo>
                <a:lnTo>
                  <a:pt x="1385586" y="68952"/>
                </a:lnTo>
                <a:lnTo>
                  <a:pt x="1385716" y="69371"/>
                </a:lnTo>
                <a:lnTo>
                  <a:pt x="1385854" y="69783"/>
                </a:lnTo>
                <a:lnTo>
                  <a:pt x="1386001" y="70188"/>
                </a:lnTo>
                <a:lnTo>
                  <a:pt x="1386157" y="70586"/>
                </a:lnTo>
                <a:lnTo>
                  <a:pt x="1386322" y="70978"/>
                </a:lnTo>
                <a:lnTo>
                  <a:pt x="1386496" y="71363"/>
                </a:lnTo>
                <a:lnTo>
                  <a:pt x="1386679" y="71741"/>
                </a:lnTo>
                <a:lnTo>
                  <a:pt x="1386871" y="72112"/>
                </a:lnTo>
                <a:lnTo>
                  <a:pt x="1387071" y="72477"/>
                </a:lnTo>
                <a:lnTo>
                  <a:pt x="1387281" y="72835"/>
                </a:lnTo>
                <a:lnTo>
                  <a:pt x="1387499" y="73187"/>
                </a:lnTo>
                <a:lnTo>
                  <a:pt x="1387723" y="73534"/>
                </a:lnTo>
                <a:lnTo>
                  <a:pt x="1387953" y="73877"/>
                </a:lnTo>
                <a:lnTo>
                  <a:pt x="1388190" y="74215"/>
                </a:lnTo>
                <a:lnTo>
                  <a:pt x="1388433" y="74548"/>
                </a:lnTo>
                <a:lnTo>
                  <a:pt x="1388683" y="74877"/>
                </a:lnTo>
                <a:lnTo>
                  <a:pt x="1388939" y="75202"/>
                </a:lnTo>
                <a:lnTo>
                  <a:pt x="1389202" y="75521"/>
                </a:lnTo>
                <a:lnTo>
                  <a:pt x="1389471" y="75836"/>
                </a:lnTo>
                <a:lnTo>
                  <a:pt x="1389747" y="76147"/>
                </a:lnTo>
                <a:lnTo>
                  <a:pt x="1390029" y="76453"/>
                </a:lnTo>
                <a:lnTo>
                  <a:pt x="1390317" y="76754"/>
                </a:lnTo>
                <a:lnTo>
                  <a:pt x="1390612" y="77051"/>
                </a:lnTo>
                <a:lnTo>
                  <a:pt x="1390913" y="77343"/>
                </a:lnTo>
                <a:lnTo>
                  <a:pt x="1391221" y="77631"/>
                </a:lnTo>
                <a:lnTo>
                  <a:pt x="1391535" y="77914"/>
                </a:lnTo>
                <a:lnTo>
                  <a:pt x="1391856" y="78192"/>
                </a:lnTo>
                <a:lnTo>
                  <a:pt x="1392183" y="78466"/>
                </a:lnTo>
                <a:lnTo>
                  <a:pt x="1392517" y="78735"/>
                </a:lnTo>
                <a:lnTo>
                  <a:pt x="1392857" y="78999"/>
                </a:lnTo>
                <a:lnTo>
                  <a:pt x="1393203" y="79259"/>
                </a:lnTo>
                <a:lnTo>
                  <a:pt x="1393556" y="79514"/>
                </a:lnTo>
                <a:lnTo>
                  <a:pt x="1393916" y="79765"/>
                </a:lnTo>
                <a:lnTo>
                  <a:pt x="1394282" y="80011"/>
                </a:lnTo>
                <a:lnTo>
                  <a:pt x="1394653" y="80253"/>
                </a:lnTo>
                <a:lnTo>
                  <a:pt x="1395029" y="80490"/>
                </a:lnTo>
                <a:lnTo>
                  <a:pt x="1395409" y="80724"/>
                </a:lnTo>
                <a:lnTo>
                  <a:pt x="1395793" y="80954"/>
                </a:lnTo>
                <a:lnTo>
                  <a:pt x="1396182" y="81179"/>
                </a:lnTo>
                <a:lnTo>
                  <a:pt x="1396575" y="81401"/>
                </a:lnTo>
                <a:lnTo>
                  <a:pt x="1396972" y="81619"/>
                </a:lnTo>
                <a:lnTo>
                  <a:pt x="1397374" y="81832"/>
                </a:lnTo>
                <a:lnTo>
                  <a:pt x="1397780" y="82042"/>
                </a:lnTo>
                <a:lnTo>
                  <a:pt x="1398190" y="82248"/>
                </a:lnTo>
                <a:lnTo>
                  <a:pt x="1398604" y="82449"/>
                </a:lnTo>
                <a:lnTo>
                  <a:pt x="1399023" y="82647"/>
                </a:lnTo>
                <a:lnTo>
                  <a:pt x="1399446" y="82841"/>
                </a:lnTo>
                <a:lnTo>
                  <a:pt x="1399874" y="83030"/>
                </a:lnTo>
                <a:lnTo>
                  <a:pt x="1400305" y="83216"/>
                </a:lnTo>
                <a:lnTo>
                  <a:pt x="1400741" y="83398"/>
                </a:lnTo>
                <a:lnTo>
                  <a:pt x="1401182" y="83576"/>
                </a:lnTo>
                <a:lnTo>
                  <a:pt x="1401626" y="83749"/>
                </a:lnTo>
                <a:lnTo>
                  <a:pt x="1402075" y="83919"/>
                </a:lnTo>
                <a:lnTo>
                  <a:pt x="1402528" y="84085"/>
                </a:lnTo>
                <a:lnTo>
                  <a:pt x="1402986" y="84247"/>
                </a:lnTo>
                <a:lnTo>
                  <a:pt x="1403447" y="84404"/>
                </a:lnTo>
                <a:lnTo>
                  <a:pt x="1403913" y="84558"/>
                </a:lnTo>
                <a:lnTo>
                  <a:pt x="1404384" y="84708"/>
                </a:lnTo>
                <a:lnTo>
                  <a:pt x="1404857" y="84854"/>
                </a:lnTo>
                <a:lnTo>
                  <a:pt x="1405330" y="84998"/>
                </a:lnTo>
                <a:lnTo>
                  <a:pt x="1405804" y="85140"/>
                </a:lnTo>
                <a:lnTo>
                  <a:pt x="1406279" y="85279"/>
                </a:lnTo>
                <a:lnTo>
                  <a:pt x="1406754" y="85415"/>
                </a:lnTo>
                <a:lnTo>
                  <a:pt x="1407230" y="85549"/>
                </a:lnTo>
                <a:lnTo>
                  <a:pt x="1407707" y="85681"/>
                </a:lnTo>
                <a:lnTo>
                  <a:pt x="1408184" y="85810"/>
                </a:lnTo>
                <a:lnTo>
                  <a:pt x="1408662" y="85937"/>
                </a:lnTo>
                <a:lnTo>
                  <a:pt x="1409140" y="86061"/>
                </a:lnTo>
                <a:lnTo>
                  <a:pt x="1409619" y="86183"/>
                </a:lnTo>
                <a:lnTo>
                  <a:pt x="1410099" y="86302"/>
                </a:lnTo>
                <a:lnTo>
                  <a:pt x="1410579" y="86419"/>
                </a:lnTo>
                <a:lnTo>
                  <a:pt x="1411060" y="86533"/>
                </a:lnTo>
                <a:lnTo>
                  <a:pt x="1411541" y="86645"/>
                </a:lnTo>
                <a:lnTo>
                  <a:pt x="1412024" y="86755"/>
                </a:lnTo>
                <a:lnTo>
                  <a:pt x="1412506" y="86862"/>
                </a:lnTo>
                <a:lnTo>
                  <a:pt x="1412990" y="86966"/>
                </a:lnTo>
                <a:lnTo>
                  <a:pt x="1413474" y="87068"/>
                </a:lnTo>
                <a:lnTo>
                  <a:pt x="1413958" y="87168"/>
                </a:lnTo>
                <a:lnTo>
                  <a:pt x="1414443" y="87265"/>
                </a:lnTo>
                <a:lnTo>
                  <a:pt x="1414929" y="87360"/>
                </a:lnTo>
                <a:lnTo>
                  <a:pt x="1415416" y="87452"/>
                </a:lnTo>
                <a:lnTo>
                  <a:pt x="1415903" y="87542"/>
                </a:lnTo>
                <a:lnTo>
                  <a:pt x="1416490" y="87646"/>
                </a:lnTo>
                <a:lnTo>
                  <a:pt x="1417069" y="87752"/>
                </a:lnTo>
                <a:lnTo>
                  <a:pt x="1417641" y="87859"/>
                </a:lnTo>
                <a:lnTo>
                  <a:pt x="1418206" y="87968"/>
                </a:lnTo>
                <a:lnTo>
                  <a:pt x="1418764" y="88078"/>
                </a:lnTo>
                <a:lnTo>
                  <a:pt x="1419314" y="88190"/>
                </a:lnTo>
                <a:lnTo>
                  <a:pt x="1419856" y="88304"/>
                </a:lnTo>
                <a:lnTo>
                  <a:pt x="1420392" y="88419"/>
                </a:lnTo>
                <a:lnTo>
                  <a:pt x="1420919" y="88535"/>
                </a:lnTo>
                <a:lnTo>
                  <a:pt x="1421440" y="88653"/>
                </a:lnTo>
                <a:lnTo>
                  <a:pt x="1421953" y="88773"/>
                </a:lnTo>
                <a:lnTo>
                  <a:pt x="1422459" y="88894"/>
                </a:lnTo>
                <a:lnTo>
                  <a:pt x="1422957" y="89017"/>
                </a:lnTo>
                <a:lnTo>
                  <a:pt x="1423448" y="89141"/>
                </a:lnTo>
                <a:lnTo>
                  <a:pt x="1423932" y="89266"/>
                </a:lnTo>
                <a:lnTo>
                  <a:pt x="1424408" y="89394"/>
                </a:lnTo>
                <a:lnTo>
                  <a:pt x="1424877" y="89523"/>
                </a:lnTo>
                <a:lnTo>
                  <a:pt x="1425338" y="89653"/>
                </a:lnTo>
                <a:lnTo>
                  <a:pt x="1425792" y="89785"/>
                </a:lnTo>
                <a:lnTo>
                  <a:pt x="1426239" y="89918"/>
                </a:lnTo>
                <a:lnTo>
                  <a:pt x="1426678" y="90053"/>
                </a:lnTo>
                <a:lnTo>
                  <a:pt x="1427110" y="90190"/>
                </a:lnTo>
                <a:lnTo>
                  <a:pt x="1427535" y="90328"/>
                </a:lnTo>
                <a:lnTo>
                  <a:pt x="1427952" y="90468"/>
                </a:lnTo>
                <a:lnTo>
                  <a:pt x="1428361" y="90610"/>
                </a:lnTo>
                <a:lnTo>
                  <a:pt x="1428762" y="90756"/>
                </a:lnTo>
                <a:lnTo>
                  <a:pt x="1429155" y="90906"/>
                </a:lnTo>
                <a:lnTo>
                  <a:pt x="1429539" y="91060"/>
                </a:lnTo>
                <a:lnTo>
                  <a:pt x="1429915" y="91218"/>
                </a:lnTo>
                <a:lnTo>
                  <a:pt x="1430283" y="91381"/>
                </a:lnTo>
                <a:lnTo>
                  <a:pt x="1430643" y="91547"/>
                </a:lnTo>
                <a:lnTo>
                  <a:pt x="1430994" y="91717"/>
                </a:lnTo>
                <a:lnTo>
                  <a:pt x="1431337" y="91891"/>
                </a:lnTo>
                <a:lnTo>
                  <a:pt x="1431671" y="92070"/>
                </a:lnTo>
                <a:lnTo>
                  <a:pt x="1431998" y="92252"/>
                </a:lnTo>
                <a:lnTo>
                  <a:pt x="1432315" y="92438"/>
                </a:lnTo>
                <a:lnTo>
                  <a:pt x="1432625" y="92628"/>
                </a:lnTo>
                <a:lnTo>
                  <a:pt x="1432926" y="92823"/>
                </a:lnTo>
                <a:lnTo>
                  <a:pt x="1433219" y="93021"/>
                </a:lnTo>
                <a:lnTo>
                  <a:pt x="1433504" y="93223"/>
                </a:lnTo>
                <a:lnTo>
                  <a:pt x="1433780" y="93430"/>
                </a:lnTo>
                <a:lnTo>
                  <a:pt x="1434049" y="93640"/>
                </a:lnTo>
                <a:lnTo>
                  <a:pt x="1434308" y="93854"/>
                </a:lnTo>
                <a:lnTo>
                  <a:pt x="1434560" y="94073"/>
                </a:lnTo>
                <a:lnTo>
                  <a:pt x="1434803" y="94295"/>
                </a:lnTo>
                <a:lnTo>
                  <a:pt x="1435038" y="94521"/>
                </a:lnTo>
                <a:lnTo>
                  <a:pt x="1435264" y="94752"/>
                </a:lnTo>
                <a:lnTo>
                  <a:pt x="1435483" y="94986"/>
                </a:lnTo>
                <a:lnTo>
                  <a:pt x="1435692" y="95227"/>
                </a:lnTo>
                <a:lnTo>
                  <a:pt x="1435893" y="95477"/>
                </a:lnTo>
                <a:lnTo>
                  <a:pt x="1436085" y="95736"/>
                </a:lnTo>
                <a:lnTo>
                  <a:pt x="1436268" y="96004"/>
                </a:lnTo>
                <a:lnTo>
                  <a:pt x="1436442" y="96282"/>
                </a:lnTo>
                <a:lnTo>
                  <a:pt x="1436608" y="96569"/>
                </a:lnTo>
                <a:lnTo>
                  <a:pt x="1436764" y="96865"/>
                </a:lnTo>
                <a:lnTo>
                  <a:pt x="1436911" y="97171"/>
                </a:lnTo>
                <a:lnTo>
                  <a:pt x="1437050" y="97485"/>
                </a:lnTo>
                <a:lnTo>
                  <a:pt x="1437179" y="97809"/>
                </a:lnTo>
                <a:lnTo>
                  <a:pt x="1437300" y="98143"/>
                </a:lnTo>
                <a:lnTo>
                  <a:pt x="1437411" y="98485"/>
                </a:lnTo>
                <a:lnTo>
                  <a:pt x="1437514" y="98837"/>
                </a:lnTo>
                <a:lnTo>
                  <a:pt x="1437608" y="99197"/>
                </a:lnTo>
                <a:lnTo>
                  <a:pt x="1437692" y="99568"/>
                </a:lnTo>
                <a:lnTo>
                  <a:pt x="1437768" y="99947"/>
                </a:lnTo>
                <a:lnTo>
                  <a:pt x="1437835" y="100335"/>
                </a:lnTo>
                <a:lnTo>
                  <a:pt x="1437893" y="100733"/>
                </a:lnTo>
                <a:lnTo>
                  <a:pt x="1437942" y="101140"/>
                </a:lnTo>
                <a:lnTo>
                  <a:pt x="1437983" y="101557"/>
                </a:lnTo>
                <a:lnTo>
                  <a:pt x="1438014" y="101982"/>
                </a:lnTo>
                <a:lnTo>
                  <a:pt x="1438036" y="102417"/>
                </a:lnTo>
                <a:lnTo>
                  <a:pt x="1438050" y="102861"/>
                </a:lnTo>
                <a:lnTo>
                  <a:pt x="1438054" y="103314"/>
                </a:lnTo>
                <a:lnTo>
                  <a:pt x="1438050" y="103623"/>
                </a:lnTo>
                <a:lnTo>
                  <a:pt x="1438040" y="103931"/>
                </a:lnTo>
                <a:lnTo>
                  <a:pt x="1438022" y="104236"/>
                </a:lnTo>
                <a:lnTo>
                  <a:pt x="1437997" y="104540"/>
                </a:lnTo>
                <a:lnTo>
                  <a:pt x="1437966" y="104842"/>
                </a:lnTo>
                <a:lnTo>
                  <a:pt x="1437927" y="105141"/>
                </a:lnTo>
                <a:lnTo>
                  <a:pt x="1437881" y="105440"/>
                </a:lnTo>
                <a:lnTo>
                  <a:pt x="1437827" y="105736"/>
                </a:lnTo>
                <a:lnTo>
                  <a:pt x="1437767" y="106030"/>
                </a:lnTo>
                <a:lnTo>
                  <a:pt x="1437700" y="106323"/>
                </a:lnTo>
                <a:lnTo>
                  <a:pt x="1437626" y="106614"/>
                </a:lnTo>
                <a:lnTo>
                  <a:pt x="1437544" y="106902"/>
                </a:lnTo>
                <a:lnTo>
                  <a:pt x="1437456" y="107190"/>
                </a:lnTo>
                <a:lnTo>
                  <a:pt x="1437360" y="107475"/>
                </a:lnTo>
                <a:lnTo>
                  <a:pt x="1437258" y="107758"/>
                </a:lnTo>
                <a:lnTo>
                  <a:pt x="1437148" y="108040"/>
                </a:lnTo>
                <a:lnTo>
                  <a:pt x="1437031" y="108319"/>
                </a:lnTo>
                <a:lnTo>
                  <a:pt x="1436907" y="108597"/>
                </a:lnTo>
                <a:lnTo>
                  <a:pt x="1436776" y="108873"/>
                </a:lnTo>
                <a:lnTo>
                  <a:pt x="1436638" y="109147"/>
                </a:lnTo>
                <a:lnTo>
                  <a:pt x="1436493" y="109420"/>
                </a:lnTo>
                <a:lnTo>
                  <a:pt x="1436341" y="109690"/>
                </a:lnTo>
                <a:lnTo>
                  <a:pt x="1436182" y="109959"/>
                </a:lnTo>
                <a:lnTo>
                  <a:pt x="1436015" y="110226"/>
                </a:lnTo>
                <a:lnTo>
                  <a:pt x="1435842" y="110489"/>
                </a:lnTo>
                <a:lnTo>
                  <a:pt x="1435661" y="110748"/>
                </a:lnTo>
                <a:lnTo>
                  <a:pt x="1435474" y="111002"/>
                </a:lnTo>
                <a:lnTo>
                  <a:pt x="1435279" y="111251"/>
                </a:lnTo>
                <a:lnTo>
                  <a:pt x="1435077" y="111496"/>
                </a:lnTo>
                <a:lnTo>
                  <a:pt x="1434869" y="111737"/>
                </a:lnTo>
                <a:lnTo>
                  <a:pt x="1434653" y="111972"/>
                </a:lnTo>
                <a:lnTo>
                  <a:pt x="1434430" y="112203"/>
                </a:lnTo>
                <a:lnTo>
                  <a:pt x="1434200" y="112430"/>
                </a:lnTo>
                <a:lnTo>
                  <a:pt x="1433963" y="112652"/>
                </a:lnTo>
                <a:lnTo>
                  <a:pt x="1433719" y="112869"/>
                </a:lnTo>
                <a:lnTo>
                  <a:pt x="1433467" y="113082"/>
                </a:lnTo>
                <a:lnTo>
                  <a:pt x="1433209" y="113290"/>
                </a:lnTo>
                <a:lnTo>
                  <a:pt x="1432944" y="113493"/>
                </a:lnTo>
                <a:lnTo>
                  <a:pt x="1432671" y="113692"/>
                </a:lnTo>
                <a:lnTo>
                  <a:pt x="1432392" y="113886"/>
                </a:lnTo>
                <a:lnTo>
                  <a:pt x="1432105" y="114076"/>
                </a:lnTo>
                <a:lnTo>
                  <a:pt x="1431812" y="114261"/>
                </a:lnTo>
                <a:lnTo>
                  <a:pt x="1431511" y="114441"/>
                </a:lnTo>
                <a:lnTo>
                  <a:pt x="1431203" y="114617"/>
                </a:lnTo>
                <a:lnTo>
                  <a:pt x="1430888" y="114788"/>
                </a:lnTo>
                <a:lnTo>
                  <a:pt x="1430566" y="114955"/>
                </a:lnTo>
                <a:lnTo>
                  <a:pt x="1430238" y="115117"/>
                </a:lnTo>
                <a:lnTo>
                  <a:pt x="1429901" y="115274"/>
                </a:lnTo>
                <a:lnTo>
                  <a:pt x="1429558" y="115426"/>
                </a:lnTo>
                <a:lnTo>
                  <a:pt x="1429208" y="115571"/>
                </a:lnTo>
                <a:lnTo>
                  <a:pt x="1428849" y="115710"/>
                </a:lnTo>
                <a:lnTo>
                  <a:pt x="1428484" y="115842"/>
                </a:lnTo>
                <a:lnTo>
                  <a:pt x="1428111" y="115968"/>
                </a:lnTo>
                <a:lnTo>
                  <a:pt x="1427731" y="116088"/>
                </a:lnTo>
                <a:lnTo>
                  <a:pt x="1427343" y="116201"/>
                </a:lnTo>
                <a:lnTo>
                  <a:pt x="1426948" y="116308"/>
                </a:lnTo>
                <a:lnTo>
                  <a:pt x="1426546" y="116408"/>
                </a:lnTo>
                <a:lnTo>
                  <a:pt x="1426136" y="116501"/>
                </a:lnTo>
                <a:lnTo>
                  <a:pt x="1425719" y="116589"/>
                </a:lnTo>
                <a:lnTo>
                  <a:pt x="1425295" y="116669"/>
                </a:lnTo>
                <a:lnTo>
                  <a:pt x="1424863" y="116744"/>
                </a:lnTo>
                <a:lnTo>
                  <a:pt x="1424423" y="116811"/>
                </a:lnTo>
                <a:lnTo>
                  <a:pt x="1423977" y="116873"/>
                </a:lnTo>
                <a:lnTo>
                  <a:pt x="1423522" y="116928"/>
                </a:lnTo>
                <a:lnTo>
                  <a:pt x="1423061" y="116976"/>
                </a:lnTo>
                <a:lnTo>
                  <a:pt x="1422592" y="117018"/>
                </a:lnTo>
                <a:lnTo>
                  <a:pt x="1422116" y="117054"/>
                </a:lnTo>
                <a:lnTo>
                  <a:pt x="1421632" y="117083"/>
                </a:lnTo>
                <a:lnTo>
                  <a:pt x="1421141" y="117105"/>
                </a:lnTo>
                <a:lnTo>
                  <a:pt x="1420643" y="117121"/>
                </a:lnTo>
                <a:lnTo>
                  <a:pt x="1420137" y="117131"/>
                </a:lnTo>
                <a:lnTo>
                  <a:pt x="1419624" y="117134"/>
                </a:lnTo>
                <a:lnTo>
                  <a:pt x="1419037" y="117130"/>
                </a:lnTo>
                <a:lnTo>
                  <a:pt x="1418457" y="117118"/>
                </a:lnTo>
                <a:lnTo>
                  <a:pt x="1417886" y="117097"/>
                </a:lnTo>
                <a:lnTo>
                  <a:pt x="1417322" y="117068"/>
                </a:lnTo>
                <a:lnTo>
                  <a:pt x="1416766" y="117031"/>
                </a:lnTo>
                <a:lnTo>
                  <a:pt x="1416217" y="116985"/>
                </a:lnTo>
                <a:lnTo>
                  <a:pt x="1415676" y="116931"/>
                </a:lnTo>
                <a:lnTo>
                  <a:pt x="1415143" y="116869"/>
                </a:lnTo>
                <a:lnTo>
                  <a:pt x="1414618" y="116798"/>
                </a:lnTo>
                <a:lnTo>
                  <a:pt x="1414100" y="116719"/>
                </a:lnTo>
                <a:lnTo>
                  <a:pt x="1413590" y="116632"/>
                </a:lnTo>
                <a:lnTo>
                  <a:pt x="1413088" y="116537"/>
                </a:lnTo>
                <a:lnTo>
                  <a:pt x="1412593" y="116433"/>
                </a:lnTo>
                <a:lnTo>
                  <a:pt x="1412107" y="116321"/>
                </a:lnTo>
                <a:lnTo>
                  <a:pt x="1411627" y="116201"/>
                </a:lnTo>
                <a:lnTo>
                  <a:pt x="1411156" y="116072"/>
                </a:lnTo>
                <a:lnTo>
                  <a:pt x="1410692" y="115935"/>
                </a:lnTo>
                <a:lnTo>
                  <a:pt x="1410236" y="115790"/>
                </a:lnTo>
                <a:lnTo>
                  <a:pt x="1409788" y="115636"/>
                </a:lnTo>
                <a:lnTo>
                  <a:pt x="1409347" y="115474"/>
                </a:lnTo>
                <a:lnTo>
                  <a:pt x="1408914" y="115304"/>
                </a:lnTo>
                <a:lnTo>
                  <a:pt x="1408489" y="115126"/>
                </a:lnTo>
                <a:lnTo>
                  <a:pt x="1408071" y="114939"/>
                </a:lnTo>
                <a:lnTo>
                  <a:pt x="1407661" y="114744"/>
                </a:lnTo>
                <a:lnTo>
                  <a:pt x="1407259" y="114542"/>
                </a:lnTo>
                <a:lnTo>
                  <a:pt x="1406863" y="114335"/>
                </a:lnTo>
                <a:lnTo>
                  <a:pt x="1406475" y="114122"/>
                </a:lnTo>
                <a:lnTo>
                  <a:pt x="1406093" y="113905"/>
                </a:lnTo>
                <a:lnTo>
                  <a:pt x="1405719" y="113682"/>
                </a:lnTo>
                <a:lnTo>
                  <a:pt x="1405352" y="113453"/>
                </a:lnTo>
                <a:lnTo>
                  <a:pt x="1404992" y="113220"/>
                </a:lnTo>
                <a:lnTo>
                  <a:pt x="1404639" y="112981"/>
                </a:lnTo>
                <a:lnTo>
                  <a:pt x="1404293" y="112737"/>
                </a:lnTo>
                <a:lnTo>
                  <a:pt x="1403954" y="112488"/>
                </a:lnTo>
                <a:lnTo>
                  <a:pt x="1403622" y="112234"/>
                </a:lnTo>
                <a:lnTo>
                  <a:pt x="1403298" y="111974"/>
                </a:lnTo>
                <a:lnTo>
                  <a:pt x="1402980" y="111710"/>
                </a:lnTo>
                <a:lnTo>
                  <a:pt x="1402669" y="111440"/>
                </a:lnTo>
                <a:lnTo>
                  <a:pt x="1402366" y="111164"/>
                </a:lnTo>
                <a:lnTo>
                  <a:pt x="1402069" y="110884"/>
                </a:lnTo>
                <a:lnTo>
                  <a:pt x="1401780" y="110598"/>
                </a:lnTo>
                <a:lnTo>
                  <a:pt x="1401498" y="110307"/>
                </a:lnTo>
                <a:lnTo>
                  <a:pt x="1401222" y="110011"/>
                </a:lnTo>
                <a:lnTo>
                  <a:pt x="1400954" y="109710"/>
                </a:lnTo>
                <a:lnTo>
                  <a:pt x="1400693" y="109403"/>
                </a:lnTo>
                <a:lnTo>
                  <a:pt x="1400439" y="109091"/>
                </a:lnTo>
                <a:lnTo>
                  <a:pt x="1400192" y="108774"/>
                </a:lnTo>
                <a:lnTo>
                  <a:pt x="1399952" y="108452"/>
                </a:lnTo>
                <a:lnTo>
                  <a:pt x="1399719" y="108126"/>
                </a:lnTo>
                <a:lnTo>
                  <a:pt x="1399493" y="107797"/>
                </a:lnTo>
                <a:lnTo>
                  <a:pt x="1399274" y="107466"/>
                </a:lnTo>
                <a:lnTo>
                  <a:pt x="1399062" y="107132"/>
                </a:lnTo>
                <a:lnTo>
                  <a:pt x="1398856" y="106796"/>
                </a:lnTo>
                <a:lnTo>
                  <a:pt x="1398657" y="106458"/>
                </a:lnTo>
                <a:lnTo>
                  <a:pt x="1398465" y="106117"/>
                </a:lnTo>
                <a:lnTo>
                  <a:pt x="1398279" y="105774"/>
                </a:lnTo>
                <a:lnTo>
                  <a:pt x="1398100" y="105428"/>
                </a:lnTo>
                <a:lnTo>
                  <a:pt x="1397929" y="105080"/>
                </a:lnTo>
                <a:lnTo>
                  <a:pt x="1397763" y="104729"/>
                </a:lnTo>
                <a:lnTo>
                  <a:pt x="1397605" y="104376"/>
                </a:lnTo>
                <a:lnTo>
                  <a:pt x="1397453" y="104020"/>
                </a:lnTo>
                <a:lnTo>
                  <a:pt x="1397308" y="103662"/>
                </a:lnTo>
                <a:lnTo>
                  <a:pt x="1397170" y="103301"/>
                </a:lnTo>
                <a:lnTo>
                  <a:pt x="1397039" y="102938"/>
                </a:lnTo>
                <a:lnTo>
                  <a:pt x="1396914" y="102573"/>
                </a:lnTo>
                <a:lnTo>
                  <a:pt x="1396796" y="102205"/>
                </a:lnTo>
                <a:lnTo>
                  <a:pt x="1396685" y="101834"/>
                </a:lnTo>
                <a:lnTo>
                  <a:pt x="1396581" y="101461"/>
                </a:lnTo>
                <a:lnTo>
                  <a:pt x="1396483" y="101086"/>
                </a:lnTo>
                <a:lnTo>
                  <a:pt x="1396393" y="100708"/>
                </a:lnTo>
                <a:lnTo>
                  <a:pt x="1396309" y="100328"/>
                </a:lnTo>
                <a:lnTo>
                  <a:pt x="1396231" y="99945"/>
                </a:lnTo>
                <a:lnTo>
                  <a:pt x="1380992" y="99945"/>
                </a:lnTo>
                <a:lnTo>
                  <a:pt x="1381087" y="100694"/>
                </a:lnTo>
                <a:lnTo>
                  <a:pt x="1381195" y="101435"/>
                </a:lnTo>
                <a:lnTo>
                  <a:pt x="1381317" y="102168"/>
                </a:lnTo>
                <a:lnTo>
                  <a:pt x="1381452" y="102892"/>
                </a:lnTo>
                <a:lnTo>
                  <a:pt x="1381600" y="103608"/>
                </a:lnTo>
                <a:lnTo>
                  <a:pt x="1381761" y="104315"/>
                </a:lnTo>
                <a:lnTo>
                  <a:pt x="1381936" y="105015"/>
                </a:lnTo>
                <a:lnTo>
                  <a:pt x="1382123" y="105705"/>
                </a:lnTo>
                <a:lnTo>
                  <a:pt x="1382324" y="106388"/>
                </a:lnTo>
                <a:lnTo>
                  <a:pt x="1382539" y="107062"/>
                </a:lnTo>
                <a:lnTo>
                  <a:pt x="1382766" y="107729"/>
                </a:lnTo>
                <a:lnTo>
                  <a:pt x="1383007" y="108386"/>
                </a:lnTo>
                <a:lnTo>
                  <a:pt x="1383261" y="109036"/>
                </a:lnTo>
                <a:lnTo>
                  <a:pt x="1383528" y="109677"/>
                </a:lnTo>
                <a:lnTo>
                  <a:pt x="1383808" y="110310"/>
                </a:lnTo>
                <a:lnTo>
                  <a:pt x="1384102" y="110934"/>
                </a:lnTo>
                <a:lnTo>
                  <a:pt x="1384409" y="111550"/>
                </a:lnTo>
                <a:lnTo>
                  <a:pt x="1384729" y="112158"/>
                </a:lnTo>
                <a:lnTo>
                  <a:pt x="1385062" y="112758"/>
                </a:lnTo>
                <a:lnTo>
                  <a:pt x="1385409" y="113349"/>
                </a:lnTo>
                <a:lnTo>
                  <a:pt x="1385768" y="113932"/>
                </a:lnTo>
                <a:lnTo>
                  <a:pt x="1386141" y="114507"/>
                </a:lnTo>
                <a:lnTo>
                  <a:pt x="1386527" y="115073"/>
                </a:lnTo>
                <a:lnTo>
                  <a:pt x="1386927" y="115631"/>
                </a:lnTo>
                <a:lnTo>
                  <a:pt x="1387339" y="116180"/>
                </a:lnTo>
                <a:lnTo>
                  <a:pt x="1387763" y="116718"/>
                </a:lnTo>
                <a:lnTo>
                  <a:pt x="1388198" y="117246"/>
                </a:lnTo>
                <a:lnTo>
                  <a:pt x="1388645" y="117764"/>
                </a:lnTo>
                <a:lnTo>
                  <a:pt x="1389104" y="118272"/>
                </a:lnTo>
                <a:lnTo>
                  <a:pt x="1389575" y="118770"/>
                </a:lnTo>
                <a:lnTo>
                  <a:pt x="1390057" y="119258"/>
                </a:lnTo>
                <a:lnTo>
                  <a:pt x="1390551" y="119735"/>
                </a:lnTo>
                <a:lnTo>
                  <a:pt x="1391056" y="120203"/>
                </a:lnTo>
                <a:lnTo>
                  <a:pt x="1391574" y="120660"/>
                </a:lnTo>
                <a:lnTo>
                  <a:pt x="1392103" y="121107"/>
                </a:lnTo>
                <a:lnTo>
                  <a:pt x="1392643" y="121544"/>
                </a:lnTo>
                <a:lnTo>
                  <a:pt x="1393195" y="121971"/>
                </a:lnTo>
                <a:lnTo>
                  <a:pt x="1393759" y="122387"/>
                </a:lnTo>
                <a:lnTo>
                  <a:pt x="1394335" y="122794"/>
                </a:lnTo>
                <a:lnTo>
                  <a:pt x="1394922" y="123190"/>
                </a:lnTo>
                <a:lnTo>
                  <a:pt x="1395521" y="123576"/>
                </a:lnTo>
                <a:lnTo>
                  <a:pt x="1396132" y="123952"/>
                </a:lnTo>
                <a:lnTo>
                  <a:pt x="1396754" y="124318"/>
                </a:lnTo>
                <a:lnTo>
                  <a:pt x="1397388" y="124674"/>
                </a:lnTo>
                <a:lnTo>
                  <a:pt x="1398034" y="125020"/>
                </a:lnTo>
                <a:lnTo>
                  <a:pt x="1398691" y="125355"/>
                </a:lnTo>
                <a:lnTo>
                  <a:pt x="1399361" y="125680"/>
                </a:lnTo>
                <a:lnTo>
                  <a:pt x="1400041" y="125995"/>
                </a:lnTo>
                <a:lnTo>
                  <a:pt x="1400733" y="126299"/>
                </a:lnTo>
                <a:lnTo>
                  <a:pt x="1401435" y="126590"/>
                </a:lnTo>
                <a:lnTo>
                  <a:pt x="1402147" y="126867"/>
                </a:lnTo>
                <a:lnTo>
                  <a:pt x="1402870" y="127132"/>
                </a:lnTo>
                <a:lnTo>
                  <a:pt x="1403602" y="127384"/>
                </a:lnTo>
                <a:lnTo>
                  <a:pt x="1404345" y="127623"/>
                </a:lnTo>
                <a:lnTo>
                  <a:pt x="1405097" y="127849"/>
                </a:lnTo>
                <a:lnTo>
                  <a:pt x="1405860" y="128062"/>
                </a:lnTo>
                <a:lnTo>
                  <a:pt x="1406633" y="128263"/>
                </a:lnTo>
                <a:lnTo>
                  <a:pt x="1407416" y="128450"/>
                </a:lnTo>
                <a:lnTo>
                  <a:pt x="1408210" y="128624"/>
                </a:lnTo>
                <a:lnTo>
                  <a:pt x="1409013" y="128786"/>
                </a:lnTo>
                <a:lnTo>
                  <a:pt x="1409827" y="128934"/>
                </a:lnTo>
                <a:lnTo>
                  <a:pt x="1410650" y="129070"/>
                </a:lnTo>
                <a:lnTo>
                  <a:pt x="1411484" y="129193"/>
                </a:lnTo>
                <a:lnTo>
                  <a:pt x="1412328" y="129303"/>
                </a:lnTo>
                <a:lnTo>
                  <a:pt x="1413182" y="129400"/>
                </a:lnTo>
                <a:lnTo>
                  <a:pt x="1414047" y="129484"/>
                </a:lnTo>
                <a:lnTo>
                  <a:pt x="1414921" y="129555"/>
                </a:lnTo>
                <a:lnTo>
                  <a:pt x="1415806" y="129613"/>
                </a:lnTo>
                <a:lnTo>
                  <a:pt x="1416700" y="129658"/>
                </a:lnTo>
                <a:lnTo>
                  <a:pt x="1417605" y="129690"/>
                </a:lnTo>
                <a:lnTo>
                  <a:pt x="1418520" y="129710"/>
                </a:lnTo>
                <a:lnTo>
                  <a:pt x="1419445" y="129716"/>
                </a:lnTo>
                <a:lnTo>
                  <a:pt x="1420297" y="129710"/>
                </a:lnTo>
                <a:lnTo>
                  <a:pt x="1421140" y="129692"/>
                </a:lnTo>
                <a:lnTo>
                  <a:pt x="1421973" y="129662"/>
                </a:lnTo>
                <a:lnTo>
                  <a:pt x="1422797" y="129620"/>
                </a:lnTo>
                <a:lnTo>
                  <a:pt x="1423612" y="129566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A0970-3B8F-4884-B9A1-5283E619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606" y="1979613"/>
            <a:ext cx="2973469" cy="1737672"/>
          </a:xfrm>
          <a:custGeom xmlns:a="http://schemas.openxmlformats.org/drawingml/2006/main">
            <a:pathLst>
              <a:path w="2973469" h="1737672">
                <a:moveTo>
                  <a:pt x="0" y="95752"/>
                </a:moveTo>
                <a:lnTo>
                  <a:pt x="0" y="95752"/>
                </a:lnTo>
                <a:cubicBezTo>
                  <a:pt x="0" y="42865"/>
                  <a:pt x="42865" y="0"/>
                  <a:pt x="95732" y="0"/>
                </a:cubicBezTo>
                <a:lnTo>
                  <a:pt x="2877736" y="0"/>
                </a:lnTo>
                <a:cubicBezTo>
                  <a:pt x="2903117" y="0"/>
                  <a:pt x="2927473" y="10101"/>
                  <a:pt x="2945430" y="28058"/>
                </a:cubicBezTo>
                <a:cubicBezTo>
                  <a:pt x="2963387" y="45996"/>
                  <a:pt x="2973469" y="70352"/>
                  <a:pt x="2973469" y="95752"/>
                </a:cubicBezTo>
                <a:lnTo>
                  <a:pt x="2973469" y="1641920"/>
                </a:lnTo>
                <a:cubicBezTo>
                  <a:pt x="2973469" y="1694807"/>
                  <a:pt x="2930604" y="1737672"/>
                  <a:pt x="2877736" y="1737672"/>
                </a:cubicBezTo>
                <a:lnTo>
                  <a:pt x="95732" y="1737672"/>
                </a:lnTo>
                <a:cubicBezTo>
                  <a:pt x="42865" y="1737672"/>
                  <a:pt x="0" y="1694807"/>
                  <a:pt x="0" y="1641920"/>
                </a:cubicBezTo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8DE76-0ADA-4836-9757-58BC3E26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606" y="1979613"/>
            <a:ext cx="2973469" cy="1737672"/>
          </a:xfrm>
          <a:custGeom xmlns:a="http://schemas.openxmlformats.org/drawingml/2006/main">
            <a:pathLst>
              <a:path w="2973469" h="1737672" fill="none">
                <a:moveTo>
                  <a:pt x="0" y="95752"/>
                </a:moveTo>
                <a:lnTo>
                  <a:pt x="0" y="95752"/>
                </a:lnTo>
                <a:cubicBezTo>
                  <a:pt x="0" y="42865"/>
                  <a:pt x="42865" y="0"/>
                  <a:pt x="95732" y="0"/>
                </a:cubicBezTo>
                <a:lnTo>
                  <a:pt x="2877717" y="0"/>
                </a:lnTo>
                <a:cubicBezTo>
                  <a:pt x="2903117" y="0"/>
                  <a:pt x="2927473" y="10101"/>
                  <a:pt x="2945430" y="28058"/>
                </a:cubicBezTo>
                <a:cubicBezTo>
                  <a:pt x="2963387" y="45996"/>
                  <a:pt x="2973469" y="70352"/>
                  <a:pt x="2973469" y="95752"/>
                </a:cubicBezTo>
                <a:lnTo>
                  <a:pt x="2973469" y="1641920"/>
                </a:lnTo>
                <a:cubicBezTo>
                  <a:pt x="2973469" y="1694807"/>
                  <a:pt x="2930604" y="1737672"/>
                  <a:pt x="2877717" y="1737672"/>
                </a:cubicBezTo>
                <a:lnTo>
                  <a:pt x="95732" y="1737672"/>
                </a:lnTo>
                <a:cubicBezTo>
                  <a:pt x="42865" y="1737672"/>
                  <a:pt x="0" y="1694807"/>
                  <a:pt x="0" y="1641920"/>
                </a:cubicBezTo>
                <a:lnTo>
                  <a:pt x="0" y="957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BF6DE-7665-45AC-9A44-9BB9D457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439" y="3115503"/>
            <a:ext cx="1420921" cy="249313"/>
          </a:xfrm>
          <a:custGeom xmlns:a="http://schemas.openxmlformats.org/drawingml/2006/main">
            <a:pathLst>
              <a:path w="1420921" h="249313">
                <a:moveTo>
                  <a:pt x="0" y="124657"/>
                </a:moveTo>
                <a:lnTo>
                  <a:pt x="0" y="124657"/>
                </a:lnTo>
                <a:cubicBezTo>
                  <a:pt x="0" y="55821"/>
                  <a:pt x="55801" y="0"/>
                  <a:pt x="124657" y="0"/>
                </a:cubicBezTo>
                <a:lnTo>
                  <a:pt x="1296284" y="0"/>
                </a:lnTo>
                <a:cubicBezTo>
                  <a:pt x="1329343" y="0"/>
                  <a:pt x="1361044" y="13153"/>
                  <a:pt x="1384416" y="36525"/>
                </a:cubicBezTo>
                <a:cubicBezTo>
                  <a:pt x="1407788" y="59897"/>
                  <a:pt x="1420921" y="91597"/>
                  <a:pt x="1420921" y="124657"/>
                </a:cubicBezTo>
                <a:cubicBezTo>
                  <a:pt x="1420921" y="193512"/>
                  <a:pt x="1365120" y="249313"/>
                  <a:pt x="1296284" y="249313"/>
                </a:cubicBezTo>
                <a:lnTo>
                  <a:pt x="124657" y="249313"/>
                </a:lnTo>
                <a:cubicBezTo>
                  <a:pt x="55801" y="249313"/>
                  <a:pt x="0" y="193512"/>
                  <a:pt x="0" y="124657"/>
                </a:cubicBezTo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66898-BCC0-47B2-B00C-5F925EFF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439" y="3115503"/>
            <a:ext cx="1420921" cy="249313"/>
          </a:xfrm>
          <a:custGeom xmlns:a="http://schemas.openxmlformats.org/drawingml/2006/main">
            <a:pathLst>
              <a:path w="1420921" h="249313" fill="none">
                <a:moveTo>
                  <a:pt x="0" y="124657"/>
                </a:moveTo>
                <a:lnTo>
                  <a:pt x="0" y="124657"/>
                </a:lnTo>
                <a:cubicBezTo>
                  <a:pt x="0" y="55821"/>
                  <a:pt x="55801" y="0"/>
                  <a:pt x="124657" y="0"/>
                </a:cubicBezTo>
                <a:lnTo>
                  <a:pt x="1296284" y="0"/>
                </a:lnTo>
                <a:cubicBezTo>
                  <a:pt x="1329343" y="0"/>
                  <a:pt x="1361044" y="13153"/>
                  <a:pt x="1384416" y="36525"/>
                </a:cubicBezTo>
                <a:cubicBezTo>
                  <a:pt x="1407788" y="59897"/>
                  <a:pt x="1420921" y="91597"/>
                  <a:pt x="1420921" y="124657"/>
                </a:cubicBezTo>
                <a:cubicBezTo>
                  <a:pt x="1420921" y="193512"/>
                  <a:pt x="1365120" y="249313"/>
                  <a:pt x="1296284" y="249313"/>
                </a:cubicBezTo>
                <a:lnTo>
                  <a:pt x="124657" y="249313"/>
                </a:lnTo>
                <a:cubicBezTo>
                  <a:pt x="55801" y="249313"/>
                  <a:pt x="0" y="193512"/>
                  <a:pt x="0" y="1246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40" name="Text GlobalScene">
            <a:extLst xmlns:a="http://schemas.openxmlformats.org/drawingml/2006/main">
              <a:ext uri="{FF2B5EF4-FFF2-40B4-BE49-F238E27FC236}">
                <a16:creationId xmlns:a16="http://schemas.microsoft.com/office/drawing/2014/main" id="{544378B0-C6F9-482A-A64F-FE5509AC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551" y="3127691"/>
            <a:ext cx="709310" cy="86477"/>
          </a:xfrm>
          <a:custGeom xmlns:a="http://schemas.openxmlformats.org/drawingml/2006/main">
            <a:pathLst>
              <a:path w="709310" h="86477">
                <a:moveTo>
                  <a:pt x="92149" y="0"/>
                </a:moveTo>
                <a:lnTo>
                  <a:pt x="92149" y="85060"/>
                </a:lnTo>
                <a:lnTo>
                  <a:pt x="102073" y="85060"/>
                </a:lnTo>
                <a:lnTo>
                  <a:pt x="102073" y="0"/>
                </a:lnTo>
                <a:lnTo>
                  <a:pt x="92149" y="0"/>
                </a:lnTo>
                <a:close/>
                <a:moveTo>
                  <a:pt x="326775" y="85060"/>
                </a:moveTo>
                <a:lnTo>
                  <a:pt x="336699" y="85060"/>
                </a:lnTo>
                <a:lnTo>
                  <a:pt x="336699" y="0"/>
                </a:lnTo>
                <a:lnTo>
                  <a:pt x="326775" y="0"/>
                </a:lnTo>
                <a:lnTo>
                  <a:pt x="326775" y="85060"/>
                </a:lnTo>
                <a:close/>
                <a:moveTo>
                  <a:pt x="222555" y="86366"/>
                </a:moveTo>
                <a:lnTo>
                  <a:pt x="223240" y="86303"/>
                </a:lnTo>
                <a:lnTo>
                  <a:pt x="223918" y="86226"/>
                </a:lnTo>
                <a:lnTo>
                  <a:pt x="224589" y="86136"/>
                </a:lnTo>
                <a:lnTo>
                  <a:pt x="225252" y="86031"/>
                </a:lnTo>
                <a:lnTo>
                  <a:pt x="225908" y="85913"/>
                </a:lnTo>
                <a:lnTo>
                  <a:pt x="226556" y="85780"/>
                </a:lnTo>
                <a:lnTo>
                  <a:pt x="227198" y="85634"/>
                </a:lnTo>
                <a:lnTo>
                  <a:pt x="227831" y="85473"/>
                </a:lnTo>
                <a:lnTo>
                  <a:pt x="228458" y="85299"/>
                </a:lnTo>
                <a:lnTo>
                  <a:pt x="229077" y="85111"/>
                </a:lnTo>
                <a:lnTo>
                  <a:pt x="229688" y="84908"/>
                </a:lnTo>
                <a:lnTo>
                  <a:pt x="230292" y="84692"/>
                </a:lnTo>
                <a:lnTo>
                  <a:pt x="230889" y="84462"/>
                </a:lnTo>
                <a:lnTo>
                  <a:pt x="231479" y="84218"/>
                </a:lnTo>
                <a:lnTo>
                  <a:pt x="232061" y="83960"/>
                </a:lnTo>
                <a:lnTo>
                  <a:pt x="232635" y="83688"/>
                </a:lnTo>
                <a:lnTo>
                  <a:pt x="233202" y="83402"/>
                </a:lnTo>
                <a:lnTo>
                  <a:pt x="233762" y="83103"/>
                </a:lnTo>
                <a:lnTo>
                  <a:pt x="234315" y="82789"/>
                </a:lnTo>
                <a:lnTo>
                  <a:pt x="234860" y="82461"/>
                </a:lnTo>
                <a:lnTo>
                  <a:pt x="235396" y="82121"/>
                </a:lnTo>
                <a:lnTo>
                  <a:pt x="235923" y="81770"/>
                </a:lnTo>
                <a:lnTo>
                  <a:pt x="236439" y="81409"/>
                </a:lnTo>
                <a:lnTo>
                  <a:pt x="236946" y="81037"/>
                </a:lnTo>
                <a:lnTo>
                  <a:pt x="237442" y="80654"/>
                </a:lnTo>
                <a:lnTo>
                  <a:pt x="237928" y="80261"/>
                </a:lnTo>
                <a:lnTo>
                  <a:pt x="238404" y="79857"/>
                </a:lnTo>
                <a:lnTo>
                  <a:pt x="238871" y="79442"/>
                </a:lnTo>
                <a:lnTo>
                  <a:pt x="239327" y="79017"/>
                </a:lnTo>
                <a:lnTo>
                  <a:pt x="239773" y="78581"/>
                </a:lnTo>
                <a:lnTo>
                  <a:pt x="240209" y="78134"/>
                </a:lnTo>
                <a:lnTo>
                  <a:pt x="240635" y="77677"/>
                </a:lnTo>
                <a:lnTo>
                  <a:pt x="241051" y="77209"/>
                </a:lnTo>
                <a:lnTo>
                  <a:pt x="241456" y="76730"/>
                </a:lnTo>
                <a:lnTo>
                  <a:pt x="241852" y="76241"/>
                </a:lnTo>
                <a:lnTo>
                  <a:pt x="242238" y="75741"/>
                </a:lnTo>
                <a:lnTo>
                  <a:pt x="242614" y="75230"/>
                </a:lnTo>
                <a:lnTo>
                  <a:pt x="242979" y="74709"/>
                </a:lnTo>
                <a:lnTo>
                  <a:pt x="243335" y="74177"/>
                </a:lnTo>
                <a:lnTo>
                  <a:pt x="243680" y="73634"/>
                </a:lnTo>
                <a:lnTo>
                  <a:pt x="244016" y="73081"/>
                </a:lnTo>
                <a:lnTo>
                  <a:pt x="244341" y="72517"/>
                </a:lnTo>
                <a:lnTo>
                  <a:pt x="244657" y="71942"/>
                </a:lnTo>
                <a:lnTo>
                  <a:pt x="244962" y="71357"/>
                </a:lnTo>
                <a:lnTo>
                  <a:pt x="245256" y="70763"/>
                </a:lnTo>
                <a:lnTo>
                  <a:pt x="245538" y="70162"/>
                </a:lnTo>
                <a:lnTo>
                  <a:pt x="245807" y="69555"/>
                </a:lnTo>
                <a:lnTo>
                  <a:pt x="246063" y="68941"/>
                </a:lnTo>
                <a:lnTo>
                  <a:pt x="246307" y="68321"/>
                </a:lnTo>
                <a:lnTo>
                  <a:pt x="246539" y="67694"/>
                </a:lnTo>
                <a:lnTo>
                  <a:pt x="246758" y="67061"/>
                </a:lnTo>
                <a:lnTo>
                  <a:pt x="246964" y="66421"/>
                </a:lnTo>
                <a:lnTo>
                  <a:pt x="247158" y="65775"/>
                </a:lnTo>
                <a:lnTo>
                  <a:pt x="247339" y="65122"/>
                </a:lnTo>
                <a:lnTo>
                  <a:pt x="247508" y="64462"/>
                </a:lnTo>
                <a:lnTo>
                  <a:pt x="247665" y="63796"/>
                </a:lnTo>
                <a:lnTo>
                  <a:pt x="247809" y="63123"/>
                </a:lnTo>
                <a:lnTo>
                  <a:pt x="247940" y="62444"/>
                </a:lnTo>
                <a:lnTo>
                  <a:pt x="248059" y="61758"/>
                </a:lnTo>
                <a:lnTo>
                  <a:pt x="248165" y="61065"/>
                </a:lnTo>
                <a:lnTo>
                  <a:pt x="248259" y="60366"/>
                </a:lnTo>
                <a:lnTo>
                  <a:pt x="248340" y="59661"/>
                </a:lnTo>
                <a:lnTo>
                  <a:pt x="248409" y="58949"/>
                </a:lnTo>
                <a:lnTo>
                  <a:pt x="248465" y="58230"/>
                </a:lnTo>
                <a:lnTo>
                  <a:pt x="248509" y="57505"/>
                </a:lnTo>
                <a:lnTo>
                  <a:pt x="248540" y="56773"/>
                </a:lnTo>
                <a:lnTo>
                  <a:pt x="248559" y="56034"/>
                </a:lnTo>
                <a:lnTo>
                  <a:pt x="248566" y="55289"/>
                </a:lnTo>
                <a:lnTo>
                  <a:pt x="248559" y="54545"/>
                </a:lnTo>
                <a:lnTo>
                  <a:pt x="248540" y="53807"/>
                </a:lnTo>
                <a:lnTo>
                  <a:pt x="248509" y="53075"/>
                </a:lnTo>
                <a:lnTo>
                  <a:pt x="248465" y="52351"/>
                </a:lnTo>
                <a:lnTo>
                  <a:pt x="248409" y="51633"/>
                </a:lnTo>
                <a:lnTo>
                  <a:pt x="248340" y="50922"/>
                </a:lnTo>
                <a:lnTo>
                  <a:pt x="248259" y="50218"/>
                </a:lnTo>
                <a:lnTo>
                  <a:pt x="248165" y="49520"/>
                </a:lnTo>
                <a:lnTo>
                  <a:pt x="248059" y="48829"/>
                </a:lnTo>
                <a:lnTo>
                  <a:pt x="247940" y="48146"/>
                </a:lnTo>
                <a:lnTo>
                  <a:pt x="247809" y="47468"/>
                </a:lnTo>
                <a:lnTo>
                  <a:pt x="247665" y="46798"/>
                </a:lnTo>
                <a:lnTo>
                  <a:pt x="247508" y="46134"/>
                </a:lnTo>
                <a:lnTo>
                  <a:pt x="247339" y="45478"/>
                </a:lnTo>
                <a:lnTo>
                  <a:pt x="247158" y="44828"/>
                </a:lnTo>
                <a:lnTo>
                  <a:pt x="246964" y="44184"/>
                </a:lnTo>
                <a:lnTo>
                  <a:pt x="246758" y="43548"/>
                </a:lnTo>
                <a:lnTo>
                  <a:pt x="246539" y="42918"/>
                </a:lnTo>
                <a:lnTo>
                  <a:pt x="246307" y="42295"/>
                </a:lnTo>
                <a:lnTo>
                  <a:pt x="246063" y="41679"/>
                </a:lnTo>
                <a:lnTo>
                  <a:pt x="245807" y="41069"/>
                </a:lnTo>
                <a:lnTo>
                  <a:pt x="245538" y="40467"/>
                </a:lnTo>
                <a:lnTo>
                  <a:pt x="245256" y="39871"/>
                </a:lnTo>
                <a:lnTo>
                  <a:pt x="244962" y="39282"/>
                </a:lnTo>
                <a:lnTo>
                  <a:pt x="244657" y="38701"/>
                </a:lnTo>
                <a:lnTo>
                  <a:pt x="244341" y="38131"/>
                </a:lnTo>
                <a:lnTo>
                  <a:pt x="244016" y="37570"/>
                </a:lnTo>
                <a:lnTo>
                  <a:pt x="243680" y="37020"/>
                </a:lnTo>
                <a:lnTo>
                  <a:pt x="243335" y="36481"/>
                </a:lnTo>
                <a:lnTo>
                  <a:pt x="242979" y="35951"/>
                </a:lnTo>
                <a:lnTo>
                  <a:pt x="242614" y="35432"/>
                </a:lnTo>
                <a:lnTo>
                  <a:pt x="242238" y="34923"/>
                </a:lnTo>
                <a:lnTo>
                  <a:pt x="241852" y="34425"/>
                </a:lnTo>
                <a:lnTo>
                  <a:pt x="241456" y="33936"/>
                </a:lnTo>
                <a:lnTo>
                  <a:pt x="241051" y="33458"/>
                </a:lnTo>
                <a:lnTo>
                  <a:pt x="240635" y="32990"/>
                </a:lnTo>
                <a:lnTo>
                  <a:pt x="240209" y="32532"/>
                </a:lnTo>
                <a:lnTo>
                  <a:pt x="239773" y="32085"/>
                </a:lnTo>
                <a:lnTo>
                  <a:pt x="239327" y="31648"/>
                </a:lnTo>
                <a:lnTo>
                  <a:pt x="238871" y="31221"/>
                </a:lnTo>
                <a:lnTo>
                  <a:pt x="238404" y="30805"/>
                </a:lnTo>
                <a:lnTo>
                  <a:pt x="237928" y="30398"/>
                </a:lnTo>
                <a:lnTo>
                  <a:pt x="237442" y="30002"/>
                </a:lnTo>
                <a:lnTo>
                  <a:pt x="236946" y="29616"/>
                </a:lnTo>
                <a:lnTo>
                  <a:pt x="236439" y="29241"/>
                </a:lnTo>
                <a:lnTo>
                  <a:pt x="235923" y="28875"/>
                </a:lnTo>
                <a:lnTo>
                  <a:pt x="235396" y="28520"/>
                </a:lnTo>
                <a:lnTo>
                  <a:pt x="234860" y="28176"/>
                </a:lnTo>
                <a:lnTo>
                  <a:pt x="234315" y="27843"/>
                </a:lnTo>
                <a:lnTo>
                  <a:pt x="233762" y="27525"/>
                </a:lnTo>
                <a:lnTo>
                  <a:pt x="233202" y="27220"/>
                </a:lnTo>
                <a:lnTo>
                  <a:pt x="232635" y="26930"/>
                </a:lnTo>
                <a:lnTo>
                  <a:pt x="232061" y="26654"/>
                </a:lnTo>
                <a:lnTo>
                  <a:pt x="231479" y="26392"/>
                </a:lnTo>
                <a:lnTo>
                  <a:pt x="230889" y="26145"/>
                </a:lnTo>
                <a:lnTo>
                  <a:pt x="230292" y="25911"/>
                </a:lnTo>
                <a:lnTo>
                  <a:pt x="229688" y="25692"/>
                </a:lnTo>
                <a:lnTo>
                  <a:pt x="229077" y="25487"/>
                </a:lnTo>
                <a:lnTo>
                  <a:pt x="228458" y="25296"/>
                </a:lnTo>
                <a:lnTo>
                  <a:pt x="227831" y="25119"/>
                </a:lnTo>
                <a:lnTo>
                  <a:pt x="227198" y="24956"/>
                </a:lnTo>
                <a:lnTo>
                  <a:pt x="226556" y="24807"/>
                </a:lnTo>
                <a:lnTo>
                  <a:pt x="225908" y="24673"/>
                </a:lnTo>
                <a:lnTo>
                  <a:pt x="225252" y="24553"/>
                </a:lnTo>
                <a:lnTo>
                  <a:pt x="224589" y="24447"/>
                </a:lnTo>
                <a:lnTo>
                  <a:pt x="223918" y="24355"/>
                </a:lnTo>
                <a:lnTo>
                  <a:pt x="223240" y="24277"/>
                </a:lnTo>
                <a:lnTo>
                  <a:pt x="222555" y="24213"/>
                </a:lnTo>
                <a:lnTo>
                  <a:pt x="221862" y="24163"/>
                </a:lnTo>
                <a:lnTo>
                  <a:pt x="221162" y="24128"/>
                </a:lnTo>
                <a:lnTo>
                  <a:pt x="220454" y="24107"/>
                </a:lnTo>
                <a:lnTo>
                  <a:pt x="219739" y="24100"/>
                </a:lnTo>
                <a:lnTo>
                  <a:pt x="219094" y="24106"/>
                </a:lnTo>
                <a:lnTo>
                  <a:pt x="218457" y="24123"/>
                </a:lnTo>
                <a:lnTo>
                  <a:pt x="217829" y="24151"/>
                </a:lnTo>
                <a:lnTo>
                  <a:pt x="217209" y="24192"/>
                </a:lnTo>
                <a:lnTo>
                  <a:pt x="216598" y="24243"/>
                </a:lnTo>
                <a:lnTo>
                  <a:pt x="215996" y="24307"/>
                </a:lnTo>
                <a:lnTo>
                  <a:pt x="215402" y="24381"/>
                </a:lnTo>
                <a:lnTo>
                  <a:pt x="214817" y="24467"/>
                </a:lnTo>
                <a:lnTo>
                  <a:pt x="214240" y="24565"/>
                </a:lnTo>
                <a:lnTo>
                  <a:pt x="213672" y="24674"/>
                </a:lnTo>
                <a:lnTo>
                  <a:pt x="213113" y="24795"/>
                </a:lnTo>
                <a:lnTo>
                  <a:pt x="212562" y="24927"/>
                </a:lnTo>
                <a:lnTo>
                  <a:pt x="212020" y="25070"/>
                </a:lnTo>
                <a:lnTo>
                  <a:pt x="211487" y="25225"/>
                </a:lnTo>
                <a:lnTo>
                  <a:pt x="210962" y="25392"/>
                </a:lnTo>
                <a:lnTo>
                  <a:pt x="210445" y="25570"/>
                </a:lnTo>
                <a:lnTo>
                  <a:pt x="209938" y="25759"/>
                </a:lnTo>
                <a:lnTo>
                  <a:pt x="209439" y="25960"/>
                </a:lnTo>
                <a:lnTo>
                  <a:pt x="208948" y="26173"/>
                </a:lnTo>
                <a:lnTo>
                  <a:pt x="208466" y="26397"/>
                </a:lnTo>
                <a:lnTo>
                  <a:pt x="207993" y="26632"/>
                </a:lnTo>
                <a:lnTo>
                  <a:pt x="207528" y="26879"/>
                </a:lnTo>
                <a:lnTo>
                  <a:pt x="207072" y="27138"/>
                </a:lnTo>
                <a:lnTo>
                  <a:pt x="206625" y="27408"/>
                </a:lnTo>
                <a:lnTo>
                  <a:pt x="206186" y="27686"/>
                </a:lnTo>
                <a:lnTo>
                  <a:pt x="205756" y="27968"/>
                </a:lnTo>
                <a:lnTo>
                  <a:pt x="205335" y="28255"/>
                </a:lnTo>
                <a:lnTo>
                  <a:pt x="204922" y="28546"/>
                </a:lnTo>
                <a:lnTo>
                  <a:pt x="204517" y="28842"/>
                </a:lnTo>
                <a:lnTo>
                  <a:pt x="204122" y="29143"/>
                </a:lnTo>
                <a:lnTo>
                  <a:pt x="203735" y="29448"/>
                </a:lnTo>
                <a:lnTo>
                  <a:pt x="203357" y="29757"/>
                </a:lnTo>
                <a:lnTo>
                  <a:pt x="202987" y="30071"/>
                </a:lnTo>
                <a:lnTo>
                  <a:pt x="202626" y="30390"/>
                </a:lnTo>
                <a:lnTo>
                  <a:pt x="202273" y="30713"/>
                </a:lnTo>
                <a:lnTo>
                  <a:pt x="201929" y="31041"/>
                </a:lnTo>
                <a:lnTo>
                  <a:pt x="201594" y="31373"/>
                </a:lnTo>
                <a:lnTo>
                  <a:pt x="201267" y="31709"/>
                </a:lnTo>
                <a:lnTo>
                  <a:pt x="200949" y="32050"/>
                </a:lnTo>
                <a:lnTo>
                  <a:pt x="200640" y="32396"/>
                </a:lnTo>
                <a:lnTo>
                  <a:pt x="200339" y="32746"/>
                </a:lnTo>
                <a:lnTo>
                  <a:pt x="200047" y="33101"/>
                </a:lnTo>
                <a:lnTo>
                  <a:pt x="199763" y="33460"/>
                </a:lnTo>
                <a:lnTo>
                  <a:pt x="199488" y="33823"/>
                </a:lnTo>
                <a:lnTo>
                  <a:pt x="199222" y="34192"/>
                </a:lnTo>
                <a:lnTo>
                  <a:pt x="198964" y="34564"/>
                </a:lnTo>
                <a:lnTo>
                  <a:pt x="198715" y="34941"/>
                </a:lnTo>
                <a:lnTo>
                  <a:pt x="198475" y="35323"/>
                </a:lnTo>
                <a:lnTo>
                  <a:pt x="198475" y="0"/>
                </a:lnTo>
                <a:lnTo>
                  <a:pt x="188551" y="0"/>
                </a:lnTo>
                <a:lnTo>
                  <a:pt x="188551" y="85060"/>
                </a:lnTo>
                <a:lnTo>
                  <a:pt x="197529" y="85060"/>
                </a:lnTo>
                <a:lnTo>
                  <a:pt x="198356" y="75256"/>
                </a:lnTo>
                <a:lnTo>
                  <a:pt x="198525" y="75530"/>
                </a:lnTo>
                <a:lnTo>
                  <a:pt x="198698" y="75801"/>
                </a:lnTo>
                <a:lnTo>
                  <a:pt x="198875" y="76070"/>
                </a:lnTo>
                <a:lnTo>
                  <a:pt x="199055" y="76335"/>
                </a:lnTo>
                <a:lnTo>
                  <a:pt x="199239" y="76598"/>
                </a:lnTo>
                <a:lnTo>
                  <a:pt x="199426" y="76858"/>
                </a:lnTo>
                <a:lnTo>
                  <a:pt x="199618" y="77115"/>
                </a:lnTo>
                <a:lnTo>
                  <a:pt x="199813" y="77369"/>
                </a:lnTo>
                <a:lnTo>
                  <a:pt x="200012" y="77620"/>
                </a:lnTo>
                <a:lnTo>
                  <a:pt x="200214" y="77869"/>
                </a:lnTo>
                <a:lnTo>
                  <a:pt x="200420" y="78114"/>
                </a:lnTo>
                <a:lnTo>
                  <a:pt x="200630" y="78357"/>
                </a:lnTo>
                <a:lnTo>
                  <a:pt x="200844" y="78597"/>
                </a:lnTo>
                <a:lnTo>
                  <a:pt x="201061" y="78833"/>
                </a:lnTo>
                <a:lnTo>
                  <a:pt x="201282" y="79067"/>
                </a:lnTo>
                <a:lnTo>
                  <a:pt x="201506" y="79299"/>
                </a:lnTo>
                <a:lnTo>
                  <a:pt x="201734" y="79527"/>
                </a:lnTo>
                <a:lnTo>
                  <a:pt x="201966" y="79752"/>
                </a:lnTo>
                <a:lnTo>
                  <a:pt x="202202" y="79975"/>
                </a:lnTo>
                <a:lnTo>
                  <a:pt x="202441" y="80194"/>
                </a:lnTo>
                <a:lnTo>
                  <a:pt x="202685" y="80411"/>
                </a:lnTo>
                <a:lnTo>
                  <a:pt x="202931" y="80625"/>
                </a:lnTo>
                <a:lnTo>
                  <a:pt x="203182" y="80836"/>
                </a:lnTo>
                <a:lnTo>
                  <a:pt x="203436" y="81044"/>
                </a:lnTo>
                <a:lnTo>
                  <a:pt x="203694" y="81249"/>
                </a:lnTo>
                <a:lnTo>
                  <a:pt x="203955" y="81451"/>
                </a:lnTo>
                <a:lnTo>
                  <a:pt x="204219" y="81649"/>
                </a:lnTo>
                <a:lnTo>
                  <a:pt x="204488" y="81843"/>
                </a:lnTo>
                <a:lnTo>
                  <a:pt x="204759" y="82034"/>
                </a:lnTo>
                <a:lnTo>
                  <a:pt x="205034" y="82222"/>
                </a:lnTo>
                <a:lnTo>
                  <a:pt x="205313" y="82406"/>
                </a:lnTo>
                <a:lnTo>
                  <a:pt x="205595" y="82586"/>
                </a:lnTo>
                <a:lnTo>
                  <a:pt x="205881" y="82763"/>
                </a:lnTo>
                <a:lnTo>
                  <a:pt x="206170" y="82937"/>
                </a:lnTo>
                <a:lnTo>
                  <a:pt x="206463" y="83107"/>
                </a:lnTo>
                <a:lnTo>
                  <a:pt x="206759" y="83274"/>
                </a:lnTo>
                <a:lnTo>
                  <a:pt x="207058" y="83437"/>
                </a:lnTo>
                <a:lnTo>
                  <a:pt x="207361" y="83596"/>
                </a:lnTo>
                <a:lnTo>
                  <a:pt x="207668" y="83753"/>
                </a:lnTo>
                <a:lnTo>
                  <a:pt x="207978" y="83905"/>
                </a:lnTo>
                <a:lnTo>
                  <a:pt x="208291" y="84054"/>
                </a:lnTo>
                <a:lnTo>
                  <a:pt x="208608" y="84200"/>
                </a:lnTo>
                <a:lnTo>
                  <a:pt x="208929" y="84342"/>
                </a:lnTo>
                <a:lnTo>
                  <a:pt x="209253" y="84481"/>
                </a:lnTo>
                <a:lnTo>
                  <a:pt x="209580" y="84616"/>
                </a:lnTo>
                <a:lnTo>
                  <a:pt x="209911" y="84748"/>
                </a:lnTo>
                <a:lnTo>
                  <a:pt x="210245" y="84876"/>
                </a:lnTo>
                <a:lnTo>
                  <a:pt x="210583" y="85001"/>
                </a:lnTo>
                <a:lnTo>
                  <a:pt x="210925" y="85121"/>
                </a:lnTo>
                <a:lnTo>
                  <a:pt x="211270" y="85237"/>
                </a:lnTo>
                <a:lnTo>
                  <a:pt x="211618" y="85347"/>
                </a:lnTo>
                <a:lnTo>
                  <a:pt x="211970" y="85452"/>
                </a:lnTo>
                <a:lnTo>
                  <a:pt x="212325" y="85552"/>
                </a:lnTo>
                <a:lnTo>
                  <a:pt x="212684" y="85647"/>
                </a:lnTo>
                <a:lnTo>
                  <a:pt x="213046" y="85737"/>
                </a:lnTo>
                <a:lnTo>
                  <a:pt x="213412" y="85821"/>
                </a:lnTo>
                <a:lnTo>
                  <a:pt x="213781" y="85901"/>
                </a:lnTo>
                <a:lnTo>
                  <a:pt x="214154" y="85975"/>
                </a:lnTo>
                <a:lnTo>
                  <a:pt x="214531" y="86044"/>
                </a:lnTo>
                <a:lnTo>
                  <a:pt x="214910" y="86108"/>
                </a:lnTo>
                <a:lnTo>
                  <a:pt x="215293" y="86167"/>
                </a:lnTo>
                <a:lnTo>
                  <a:pt x="215680" y="86221"/>
                </a:lnTo>
                <a:lnTo>
                  <a:pt x="216070" y="86270"/>
                </a:lnTo>
                <a:lnTo>
                  <a:pt x="216464" y="86313"/>
                </a:lnTo>
                <a:lnTo>
                  <a:pt x="216861" y="86352"/>
                </a:lnTo>
                <a:lnTo>
                  <a:pt x="217262" y="86385"/>
                </a:lnTo>
                <a:lnTo>
                  <a:pt x="217666" y="86413"/>
                </a:lnTo>
                <a:lnTo>
                  <a:pt x="218074" y="86436"/>
                </a:lnTo>
                <a:lnTo>
                  <a:pt x="218485" y="86454"/>
                </a:lnTo>
                <a:lnTo>
                  <a:pt x="218899" y="86467"/>
                </a:lnTo>
                <a:lnTo>
                  <a:pt x="219318" y="86475"/>
                </a:lnTo>
                <a:lnTo>
                  <a:pt x="219739" y="86477"/>
                </a:lnTo>
                <a:lnTo>
                  <a:pt x="220454" y="86470"/>
                </a:lnTo>
                <a:lnTo>
                  <a:pt x="221162" y="86449"/>
                </a:lnTo>
                <a:lnTo>
                  <a:pt x="221862" y="86415"/>
                </a:lnTo>
                <a:lnTo>
                  <a:pt x="222555" y="86366"/>
                </a:lnTo>
                <a:close/>
                <a:moveTo>
                  <a:pt x="216629" y="77775"/>
                </a:moveTo>
                <a:lnTo>
                  <a:pt x="216159" y="77730"/>
                </a:lnTo>
                <a:lnTo>
                  <a:pt x="215693" y="77676"/>
                </a:lnTo>
                <a:lnTo>
                  <a:pt x="215233" y="77612"/>
                </a:lnTo>
                <a:lnTo>
                  <a:pt x="214778" y="77539"/>
                </a:lnTo>
                <a:lnTo>
                  <a:pt x="214327" y="77455"/>
                </a:lnTo>
                <a:lnTo>
                  <a:pt x="213882" y="77361"/>
                </a:lnTo>
                <a:lnTo>
                  <a:pt x="213441" y="77258"/>
                </a:lnTo>
                <a:lnTo>
                  <a:pt x="213005" y="77145"/>
                </a:lnTo>
                <a:lnTo>
                  <a:pt x="212575" y="77022"/>
                </a:lnTo>
                <a:lnTo>
                  <a:pt x="212149" y="76889"/>
                </a:lnTo>
                <a:lnTo>
                  <a:pt x="211728" y="76746"/>
                </a:lnTo>
                <a:lnTo>
                  <a:pt x="211312" y="76594"/>
                </a:lnTo>
                <a:lnTo>
                  <a:pt x="210901" y="76432"/>
                </a:lnTo>
                <a:lnTo>
                  <a:pt x="210494" y="76259"/>
                </a:lnTo>
                <a:lnTo>
                  <a:pt x="210093" y="76077"/>
                </a:lnTo>
                <a:lnTo>
                  <a:pt x="209697" y="75886"/>
                </a:lnTo>
                <a:lnTo>
                  <a:pt x="209305" y="75684"/>
                </a:lnTo>
                <a:lnTo>
                  <a:pt x="208919" y="75472"/>
                </a:lnTo>
                <a:lnTo>
                  <a:pt x="208537" y="75251"/>
                </a:lnTo>
                <a:lnTo>
                  <a:pt x="208161" y="75020"/>
                </a:lnTo>
                <a:lnTo>
                  <a:pt x="207790" y="74780"/>
                </a:lnTo>
                <a:lnTo>
                  <a:pt x="207426" y="74532"/>
                </a:lnTo>
                <a:lnTo>
                  <a:pt x="207070" y="74277"/>
                </a:lnTo>
                <a:lnTo>
                  <a:pt x="206720" y="74014"/>
                </a:lnTo>
                <a:lnTo>
                  <a:pt x="206378" y="73743"/>
                </a:lnTo>
                <a:lnTo>
                  <a:pt x="206042" y="73465"/>
                </a:lnTo>
                <a:lnTo>
                  <a:pt x="205713" y="73180"/>
                </a:lnTo>
                <a:lnTo>
                  <a:pt x="205391" y="72886"/>
                </a:lnTo>
                <a:lnTo>
                  <a:pt x="205077" y="72586"/>
                </a:lnTo>
                <a:lnTo>
                  <a:pt x="204769" y="72277"/>
                </a:lnTo>
                <a:lnTo>
                  <a:pt x="204468" y="71961"/>
                </a:lnTo>
                <a:lnTo>
                  <a:pt x="204174" y="71638"/>
                </a:lnTo>
                <a:lnTo>
                  <a:pt x="203887" y="71307"/>
                </a:lnTo>
                <a:lnTo>
                  <a:pt x="203607" y="70968"/>
                </a:lnTo>
                <a:lnTo>
                  <a:pt x="203334" y="70622"/>
                </a:lnTo>
                <a:lnTo>
                  <a:pt x="203068" y="70268"/>
                </a:lnTo>
                <a:lnTo>
                  <a:pt x="202809" y="69906"/>
                </a:lnTo>
                <a:lnTo>
                  <a:pt x="202557" y="69537"/>
                </a:lnTo>
                <a:lnTo>
                  <a:pt x="202312" y="69161"/>
                </a:lnTo>
                <a:lnTo>
                  <a:pt x="202074" y="68776"/>
                </a:lnTo>
                <a:lnTo>
                  <a:pt x="201843" y="68385"/>
                </a:lnTo>
                <a:lnTo>
                  <a:pt x="201619" y="67985"/>
                </a:lnTo>
                <a:lnTo>
                  <a:pt x="201402" y="67578"/>
                </a:lnTo>
                <a:lnTo>
                  <a:pt x="201192" y="67164"/>
                </a:lnTo>
                <a:lnTo>
                  <a:pt x="200989" y="66742"/>
                </a:lnTo>
                <a:lnTo>
                  <a:pt x="200795" y="66314"/>
                </a:lnTo>
                <a:lnTo>
                  <a:pt x="200610" y="65879"/>
                </a:lnTo>
                <a:lnTo>
                  <a:pt x="200434" y="65439"/>
                </a:lnTo>
                <a:lnTo>
                  <a:pt x="200266" y="64992"/>
                </a:lnTo>
                <a:lnTo>
                  <a:pt x="200106" y="64538"/>
                </a:lnTo>
                <a:lnTo>
                  <a:pt x="199956" y="64078"/>
                </a:lnTo>
                <a:lnTo>
                  <a:pt x="199813" y="63612"/>
                </a:lnTo>
                <a:lnTo>
                  <a:pt x="199680" y="63140"/>
                </a:lnTo>
                <a:lnTo>
                  <a:pt x="199555" y="62661"/>
                </a:lnTo>
                <a:lnTo>
                  <a:pt x="199439" y="62176"/>
                </a:lnTo>
                <a:lnTo>
                  <a:pt x="199331" y="61684"/>
                </a:lnTo>
                <a:lnTo>
                  <a:pt x="199232" y="61186"/>
                </a:lnTo>
                <a:lnTo>
                  <a:pt x="199142" y="60682"/>
                </a:lnTo>
                <a:lnTo>
                  <a:pt x="199060" y="60171"/>
                </a:lnTo>
                <a:lnTo>
                  <a:pt x="198987" y="59654"/>
                </a:lnTo>
                <a:lnTo>
                  <a:pt x="198922" y="59131"/>
                </a:lnTo>
                <a:lnTo>
                  <a:pt x="198866" y="58601"/>
                </a:lnTo>
                <a:lnTo>
                  <a:pt x="198819" y="58065"/>
                </a:lnTo>
                <a:lnTo>
                  <a:pt x="198780" y="57523"/>
                </a:lnTo>
                <a:lnTo>
                  <a:pt x="198750" y="56974"/>
                </a:lnTo>
                <a:lnTo>
                  <a:pt x="198728" y="56419"/>
                </a:lnTo>
                <a:lnTo>
                  <a:pt x="198715" y="55857"/>
                </a:lnTo>
                <a:lnTo>
                  <a:pt x="198711" y="55289"/>
                </a:lnTo>
                <a:lnTo>
                  <a:pt x="198715" y="54731"/>
                </a:lnTo>
                <a:lnTo>
                  <a:pt x="198728" y="54179"/>
                </a:lnTo>
                <a:lnTo>
                  <a:pt x="198750" y="53632"/>
                </a:lnTo>
                <a:lnTo>
                  <a:pt x="198780" y="53091"/>
                </a:lnTo>
                <a:lnTo>
                  <a:pt x="198819" y="52555"/>
                </a:lnTo>
                <a:lnTo>
                  <a:pt x="198866" y="52026"/>
                </a:lnTo>
                <a:lnTo>
                  <a:pt x="198922" y="51502"/>
                </a:lnTo>
                <a:lnTo>
                  <a:pt x="198987" y="50984"/>
                </a:lnTo>
                <a:lnTo>
                  <a:pt x="199060" y="50471"/>
                </a:lnTo>
                <a:lnTo>
                  <a:pt x="199142" y="49964"/>
                </a:lnTo>
                <a:lnTo>
                  <a:pt x="199232" y="49464"/>
                </a:lnTo>
                <a:lnTo>
                  <a:pt x="199331" y="48968"/>
                </a:lnTo>
                <a:lnTo>
                  <a:pt x="199439" y="48479"/>
                </a:lnTo>
                <a:lnTo>
                  <a:pt x="199555" y="47995"/>
                </a:lnTo>
                <a:lnTo>
                  <a:pt x="199680" y="47517"/>
                </a:lnTo>
                <a:lnTo>
                  <a:pt x="199813" y="47045"/>
                </a:lnTo>
                <a:lnTo>
                  <a:pt x="199956" y="46579"/>
                </a:lnTo>
                <a:lnTo>
                  <a:pt x="200106" y="46118"/>
                </a:lnTo>
                <a:lnTo>
                  <a:pt x="200266" y="45663"/>
                </a:lnTo>
                <a:lnTo>
                  <a:pt x="200434" y="45214"/>
                </a:lnTo>
                <a:lnTo>
                  <a:pt x="200610" y="44771"/>
                </a:lnTo>
                <a:lnTo>
                  <a:pt x="200795" y="44333"/>
                </a:lnTo>
                <a:lnTo>
                  <a:pt x="200989" y="43901"/>
                </a:lnTo>
                <a:lnTo>
                  <a:pt x="201192" y="43475"/>
                </a:lnTo>
                <a:lnTo>
                  <a:pt x="201402" y="43055"/>
                </a:lnTo>
                <a:lnTo>
                  <a:pt x="201619" y="42644"/>
                </a:lnTo>
                <a:lnTo>
                  <a:pt x="201843" y="42240"/>
                </a:lnTo>
                <a:lnTo>
                  <a:pt x="202074" y="41844"/>
                </a:lnTo>
                <a:lnTo>
                  <a:pt x="202312" y="41456"/>
                </a:lnTo>
                <a:lnTo>
                  <a:pt x="202557" y="41075"/>
                </a:lnTo>
                <a:lnTo>
                  <a:pt x="202809" y="40703"/>
                </a:lnTo>
                <a:lnTo>
                  <a:pt x="203068" y="40338"/>
                </a:lnTo>
                <a:lnTo>
                  <a:pt x="203334" y="39981"/>
                </a:lnTo>
                <a:lnTo>
                  <a:pt x="203607" y="39632"/>
                </a:lnTo>
                <a:lnTo>
                  <a:pt x="203887" y="39290"/>
                </a:lnTo>
                <a:lnTo>
                  <a:pt x="204174" y="38956"/>
                </a:lnTo>
                <a:lnTo>
                  <a:pt x="204468" y="38631"/>
                </a:lnTo>
                <a:lnTo>
                  <a:pt x="204769" y="38313"/>
                </a:lnTo>
                <a:lnTo>
                  <a:pt x="205077" y="38002"/>
                </a:lnTo>
                <a:lnTo>
                  <a:pt x="205391" y="37700"/>
                </a:lnTo>
                <a:lnTo>
                  <a:pt x="205713" y="37405"/>
                </a:lnTo>
                <a:lnTo>
                  <a:pt x="206042" y="37118"/>
                </a:lnTo>
                <a:lnTo>
                  <a:pt x="206378" y="36839"/>
                </a:lnTo>
                <a:lnTo>
                  <a:pt x="206720" y="36568"/>
                </a:lnTo>
                <a:lnTo>
                  <a:pt x="207070" y="36305"/>
                </a:lnTo>
                <a:lnTo>
                  <a:pt x="207426" y="36049"/>
                </a:lnTo>
                <a:lnTo>
                  <a:pt x="207790" y="35801"/>
                </a:lnTo>
                <a:lnTo>
                  <a:pt x="208161" y="35561"/>
                </a:lnTo>
                <a:lnTo>
                  <a:pt x="208537" y="35330"/>
                </a:lnTo>
                <a:lnTo>
                  <a:pt x="208919" y="35108"/>
                </a:lnTo>
                <a:lnTo>
                  <a:pt x="209305" y="34897"/>
                </a:lnTo>
                <a:lnTo>
                  <a:pt x="209697" y="34695"/>
                </a:lnTo>
                <a:lnTo>
                  <a:pt x="210093" y="34503"/>
                </a:lnTo>
                <a:lnTo>
                  <a:pt x="210494" y="34321"/>
                </a:lnTo>
                <a:lnTo>
                  <a:pt x="210901" y="34148"/>
                </a:lnTo>
                <a:lnTo>
                  <a:pt x="211312" y="33986"/>
                </a:lnTo>
                <a:lnTo>
                  <a:pt x="211728" y="33833"/>
                </a:lnTo>
                <a:lnTo>
                  <a:pt x="212149" y="33690"/>
                </a:lnTo>
                <a:lnTo>
                  <a:pt x="212575" y="33558"/>
                </a:lnTo>
                <a:lnTo>
                  <a:pt x="213005" y="33434"/>
                </a:lnTo>
                <a:lnTo>
                  <a:pt x="213441" y="33321"/>
                </a:lnTo>
                <a:lnTo>
                  <a:pt x="213882" y="33218"/>
                </a:lnTo>
                <a:lnTo>
                  <a:pt x="214327" y="33124"/>
                </a:lnTo>
                <a:lnTo>
                  <a:pt x="214778" y="33041"/>
                </a:lnTo>
                <a:lnTo>
                  <a:pt x="215233" y="32967"/>
                </a:lnTo>
                <a:lnTo>
                  <a:pt x="215693" y="32903"/>
                </a:lnTo>
                <a:lnTo>
                  <a:pt x="216159" y="32849"/>
                </a:lnTo>
                <a:lnTo>
                  <a:pt x="216629" y="32804"/>
                </a:lnTo>
                <a:lnTo>
                  <a:pt x="217104" y="32770"/>
                </a:lnTo>
                <a:lnTo>
                  <a:pt x="217584" y="32745"/>
                </a:lnTo>
                <a:lnTo>
                  <a:pt x="218069" y="32730"/>
                </a:lnTo>
                <a:lnTo>
                  <a:pt x="218558" y="32726"/>
                </a:lnTo>
                <a:lnTo>
                  <a:pt x="219038" y="32730"/>
                </a:lnTo>
                <a:lnTo>
                  <a:pt x="219514" y="32745"/>
                </a:lnTo>
                <a:lnTo>
                  <a:pt x="219985" y="32770"/>
                </a:lnTo>
                <a:lnTo>
                  <a:pt x="220452" y="32804"/>
                </a:lnTo>
                <a:lnTo>
                  <a:pt x="220914" y="32849"/>
                </a:lnTo>
                <a:lnTo>
                  <a:pt x="221371" y="32903"/>
                </a:lnTo>
                <a:lnTo>
                  <a:pt x="221824" y="32967"/>
                </a:lnTo>
                <a:lnTo>
                  <a:pt x="222273" y="33041"/>
                </a:lnTo>
                <a:lnTo>
                  <a:pt x="222717" y="33124"/>
                </a:lnTo>
                <a:lnTo>
                  <a:pt x="223156" y="33218"/>
                </a:lnTo>
                <a:lnTo>
                  <a:pt x="223591" y="33321"/>
                </a:lnTo>
                <a:lnTo>
                  <a:pt x="224022" y="33434"/>
                </a:lnTo>
                <a:lnTo>
                  <a:pt x="224448" y="33558"/>
                </a:lnTo>
                <a:lnTo>
                  <a:pt x="224869" y="33690"/>
                </a:lnTo>
                <a:lnTo>
                  <a:pt x="225286" y="33833"/>
                </a:lnTo>
                <a:lnTo>
                  <a:pt x="225699" y="33986"/>
                </a:lnTo>
                <a:lnTo>
                  <a:pt x="226106" y="34148"/>
                </a:lnTo>
                <a:lnTo>
                  <a:pt x="226510" y="34321"/>
                </a:lnTo>
                <a:lnTo>
                  <a:pt x="226909" y="34503"/>
                </a:lnTo>
                <a:lnTo>
                  <a:pt x="227303" y="34695"/>
                </a:lnTo>
                <a:lnTo>
                  <a:pt x="227693" y="34897"/>
                </a:lnTo>
                <a:lnTo>
                  <a:pt x="228078" y="35108"/>
                </a:lnTo>
                <a:lnTo>
                  <a:pt x="228459" y="35330"/>
                </a:lnTo>
                <a:lnTo>
                  <a:pt x="228835" y="35561"/>
                </a:lnTo>
                <a:lnTo>
                  <a:pt x="229206" y="35801"/>
                </a:lnTo>
                <a:lnTo>
                  <a:pt x="229570" y="36049"/>
                </a:lnTo>
                <a:lnTo>
                  <a:pt x="229928" y="36305"/>
                </a:lnTo>
                <a:lnTo>
                  <a:pt x="230278" y="36568"/>
                </a:lnTo>
                <a:lnTo>
                  <a:pt x="230622" y="36839"/>
                </a:lnTo>
                <a:lnTo>
                  <a:pt x="230959" y="37118"/>
                </a:lnTo>
                <a:lnTo>
                  <a:pt x="231289" y="37405"/>
                </a:lnTo>
                <a:lnTo>
                  <a:pt x="231612" y="37700"/>
                </a:lnTo>
                <a:lnTo>
                  <a:pt x="231929" y="38002"/>
                </a:lnTo>
                <a:lnTo>
                  <a:pt x="232239" y="38313"/>
                </a:lnTo>
                <a:lnTo>
                  <a:pt x="232542" y="38631"/>
                </a:lnTo>
                <a:lnTo>
                  <a:pt x="232838" y="38956"/>
                </a:lnTo>
                <a:lnTo>
                  <a:pt x="233128" y="39290"/>
                </a:lnTo>
                <a:lnTo>
                  <a:pt x="233411" y="39632"/>
                </a:lnTo>
                <a:lnTo>
                  <a:pt x="233687" y="39981"/>
                </a:lnTo>
                <a:lnTo>
                  <a:pt x="233956" y="40338"/>
                </a:lnTo>
                <a:lnTo>
                  <a:pt x="234218" y="40703"/>
                </a:lnTo>
                <a:lnTo>
                  <a:pt x="234474" y="41075"/>
                </a:lnTo>
                <a:lnTo>
                  <a:pt x="234723" y="41456"/>
                </a:lnTo>
                <a:lnTo>
                  <a:pt x="234965" y="41844"/>
                </a:lnTo>
                <a:lnTo>
                  <a:pt x="235200" y="42240"/>
                </a:lnTo>
                <a:lnTo>
                  <a:pt x="235429" y="42644"/>
                </a:lnTo>
                <a:lnTo>
                  <a:pt x="235651" y="43055"/>
                </a:lnTo>
                <a:lnTo>
                  <a:pt x="235866" y="43475"/>
                </a:lnTo>
                <a:lnTo>
                  <a:pt x="236073" y="43901"/>
                </a:lnTo>
                <a:lnTo>
                  <a:pt x="236271" y="44333"/>
                </a:lnTo>
                <a:lnTo>
                  <a:pt x="236461" y="44771"/>
                </a:lnTo>
                <a:lnTo>
                  <a:pt x="236642" y="45214"/>
                </a:lnTo>
                <a:lnTo>
                  <a:pt x="236814" y="45663"/>
                </a:lnTo>
                <a:lnTo>
                  <a:pt x="236977" y="46118"/>
                </a:lnTo>
                <a:lnTo>
                  <a:pt x="237131" y="46579"/>
                </a:lnTo>
                <a:lnTo>
                  <a:pt x="237277" y="47045"/>
                </a:lnTo>
                <a:lnTo>
                  <a:pt x="237414" y="47517"/>
                </a:lnTo>
                <a:lnTo>
                  <a:pt x="237541" y="47995"/>
                </a:lnTo>
                <a:lnTo>
                  <a:pt x="237660" y="48479"/>
                </a:lnTo>
                <a:lnTo>
                  <a:pt x="237771" y="48968"/>
                </a:lnTo>
                <a:lnTo>
                  <a:pt x="237872" y="49464"/>
                </a:lnTo>
                <a:lnTo>
                  <a:pt x="237965" y="49964"/>
                </a:lnTo>
                <a:lnTo>
                  <a:pt x="238049" y="50471"/>
                </a:lnTo>
                <a:lnTo>
                  <a:pt x="238123" y="50984"/>
                </a:lnTo>
                <a:lnTo>
                  <a:pt x="238190" y="51502"/>
                </a:lnTo>
                <a:lnTo>
                  <a:pt x="238247" y="52026"/>
                </a:lnTo>
                <a:lnTo>
                  <a:pt x="238295" y="52555"/>
                </a:lnTo>
                <a:lnTo>
                  <a:pt x="238335" y="53091"/>
                </a:lnTo>
                <a:lnTo>
                  <a:pt x="238366" y="53632"/>
                </a:lnTo>
                <a:lnTo>
                  <a:pt x="238388" y="54179"/>
                </a:lnTo>
                <a:lnTo>
                  <a:pt x="238401" y="54731"/>
                </a:lnTo>
                <a:lnTo>
                  <a:pt x="238406" y="55289"/>
                </a:lnTo>
                <a:lnTo>
                  <a:pt x="238401" y="55857"/>
                </a:lnTo>
                <a:lnTo>
                  <a:pt x="238388" y="56419"/>
                </a:lnTo>
                <a:lnTo>
                  <a:pt x="238366" y="56974"/>
                </a:lnTo>
                <a:lnTo>
                  <a:pt x="238335" y="57523"/>
                </a:lnTo>
                <a:lnTo>
                  <a:pt x="238295" y="58065"/>
                </a:lnTo>
                <a:lnTo>
                  <a:pt x="238247" y="58601"/>
                </a:lnTo>
                <a:lnTo>
                  <a:pt x="238190" y="59131"/>
                </a:lnTo>
                <a:lnTo>
                  <a:pt x="238123" y="59654"/>
                </a:lnTo>
                <a:lnTo>
                  <a:pt x="238049" y="60171"/>
                </a:lnTo>
                <a:lnTo>
                  <a:pt x="237965" y="60682"/>
                </a:lnTo>
                <a:lnTo>
                  <a:pt x="237872" y="61186"/>
                </a:lnTo>
                <a:lnTo>
                  <a:pt x="237771" y="61684"/>
                </a:lnTo>
                <a:lnTo>
                  <a:pt x="237660" y="62176"/>
                </a:lnTo>
                <a:lnTo>
                  <a:pt x="237541" y="62661"/>
                </a:lnTo>
                <a:lnTo>
                  <a:pt x="237414" y="63140"/>
                </a:lnTo>
                <a:lnTo>
                  <a:pt x="237277" y="63612"/>
                </a:lnTo>
                <a:lnTo>
                  <a:pt x="237131" y="64078"/>
                </a:lnTo>
                <a:lnTo>
                  <a:pt x="236977" y="64538"/>
                </a:lnTo>
                <a:lnTo>
                  <a:pt x="236814" y="64992"/>
                </a:lnTo>
                <a:lnTo>
                  <a:pt x="236642" y="65439"/>
                </a:lnTo>
                <a:lnTo>
                  <a:pt x="236461" y="65879"/>
                </a:lnTo>
                <a:lnTo>
                  <a:pt x="236271" y="66314"/>
                </a:lnTo>
                <a:lnTo>
                  <a:pt x="236073" y="66742"/>
                </a:lnTo>
                <a:lnTo>
                  <a:pt x="235866" y="67164"/>
                </a:lnTo>
                <a:lnTo>
                  <a:pt x="235651" y="67578"/>
                </a:lnTo>
                <a:lnTo>
                  <a:pt x="235429" y="67985"/>
                </a:lnTo>
                <a:lnTo>
                  <a:pt x="235200" y="68385"/>
                </a:lnTo>
                <a:lnTo>
                  <a:pt x="234965" y="68776"/>
                </a:lnTo>
                <a:lnTo>
                  <a:pt x="234723" y="69161"/>
                </a:lnTo>
                <a:lnTo>
                  <a:pt x="234474" y="69537"/>
                </a:lnTo>
                <a:lnTo>
                  <a:pt x="234218" y="69906"/>
                </a:lnTo>
                <a:lnTo>
                  <a:pt x="233956" y="70268"/>
                </a:lnTo>
                <a:lnTo>
                  <a:pt x="233687" y="70622"/>
                </a:lnTo>
                <a:lnTo>
                  <a:pt x="233411" y="70968"/>
                </a:lnTo>
                <a:lnTo>
                  <a:pt x="233128" y="71307"/>
                </a:lnTo>
                <a:lnTo>
                  <a:pt x="232838" y="71638"/>
                </a:lnTo>
                <a:lnTo>
                  <a:pt x="232542" y="71961"/>
                </a:lnTo>
                <a:lnTo>
                  <a:pt x="232239" y="72277"/>
                </a:lnTo>
                <a:lnTo>
                  <a:pt x="231929" y="72586"/>
                </a:lnTo>
                <a:lnTo>
                  <a:pt x="231612" y="72886"/>
                </a:lnTo>
                <a:lnTo>
                  <a:pt x="231289" y="73180"/>
                </a:lnTo>
                <a:lnTo>
                  <a:pt x="230959" y="73465"/>
                </a:lnTo>
                <a:lnTo>
                  <a:pt x="230622" y="73743"/>
                </a:lnTo>
                <a:lnTo>
                  <a:pt x="230278" y="74014"/>
                </a:lnTo>
                <a:lnTo>
                  <a:pt x="229928" y="74277"/>
                </a:lnTo>
                <a:lnTo>
                  <a:pt x="229570" y="74532"/>
                </a:lnTo>
                <a:lnTo>
                  <a:pt x="229206" y="74780"/>
                </a:lnTo>
                <a:lnTo>
                  <a:pt x="228835" y="75020"/>
                </a:lnTo>
                <a:lnTo>
                  <a:pt x="228459" y="75251"/>
                </a:lnTo>
                <a:lnTo>
                  <a:pt x="228078" y="75472"/>
                </a:lnTo>
                <a:lnTo>
                  <a:pt x="227693" y="75684"/>
                </a:lnTo>
                <a:lnTo>
                  <a:pt x="227303" y="75886"/>
                </a:lnTo>
                <a:lnTo>
                  <a:pt x="226909" y="76077"/>
                </a:lnTo>
                <a:lnTo>
                  <a:pt x="226510" y="76259"/>
                </a:lnTo>
                <a:lnTo>
                  <a:pt x="226106" y="76432"/>
                </a:lnTo>
                <a:lnTo>
                  <a:pt x="225699" y="76594"/>
                </a:lnTo>
                <a:lnTo>
                  <a:pt x="225286" y="76746"/>
                </a:lnTo>
                <a:lnTo>
                  <a:pt x="224869" y="76889"/>
                </a:lnTo>
                <a:lnTo>
                  <a:pt x="224448" y="77022"/>
                </a:lnTo>
                <a:lnTo>
                  <a:pt x="224022" y="77145"/>
                </a:lnTo>
                <a:lnTo>
                  <a:pt x="223591" y="77258"/>
                </a:lnTo>
                <a:lnTo>
                  <a:pt x="223156" y="77361"/>
                </a:lnTo>
                <a:lnTo>
                  <a:pt x="222717" y="77455"/>
                </a:lnTo>
                <a:lnTo>
                  <a:pt x="222273" y="77539"/>
                </a:lnTo>
                <a:lnTo>
                  <a:pt x="221824" y="77612"/>
                </a:lnTo>
                <a:lnTo>
                  <a:pt x="221371" y="77676"/>
                </a:lnTo>
                <a:lnTo>
                  <a:pt x="220914" y="77730"/>
                </a:lnTo>
                <a:lnTo>
                  <a:pt x="220452" y="77775"/>
                </a:lnTo>
                <a:lnTo>
                  <a:pt x="219985" y="77809"/>
                </a:lnTo>
                <a:lnTo>
                  <a:pt x="219514" y="77834"/>
                </a:lnTo>
                <a:lnTo>
                  <a:pt x="219038" y="77849"/>
                </a:lnTo>
                <a:lnTo>
                  <a:pt x="218558" y="77853"/>
                </a:lnTo>
                <a:lnTo>
                  <a:pt x="218069" y="77849"/>
                </a:lnTo>
                <a:lnTo>
                  <a:pt x="217584" y="77834"/>
                </a:lnTo>
                <a:lnTo>
                  <a:pt x="217104" y="77809"/>
                </a:lnTo>
                <a:lnTo>
                  <a:pt x="216629" y="77775"/>
                </a:lnTo>
                <a:close/>
                <a:moveTo>
                  <a:pt x="40520" y="86451"/>
                </a:moveTo>
                <a:lnTo>
                  <a:pt x="41096" y="86430"/>
                </a:lnTo>
                <a:lnTo>
                  <a:pt x="41665" y="86403"/>
                </a:lnTo>
                <a:lnTo>
                  <a:pt x="42227" y="86370"/>
                </a:lnTo>
                <a:lnTo>
                  <a:pt x="42782" y="86332"/>
                </a:lnTo>
                <a:lnTo>
                  <a:pt x="43330" y="86287"/>
                </a:lnTo>
                <a:lnTo>
                  <a:pt x="43872" y="86237"/>
                </a:lnTo>
                <a:lnTo>
                  <a:pt x="44406" y="86180"/>
                </a:lnTo>
                <a:lnTo>
                  <a:pt x="44933" y="86118"/>
                </a:lnTo>
                <a:lnTo>
                  <a:pt x="45453" y="86049"/>
                </a:lnTo>
                <a:lnTo>
                  <a:pt x="45967" y="85975"/>
                </a:lnTo>
                <a:lnTo>
                  <a:pt x="46473" y="85895"/>
                </a:lnTo>
                <a:lnTo>
                  <a:pt x="46972" y="85808"/>
                </a:lnTo>
                <a:lnTo>
                  <a:pt x="47465" y="85716"/>
                </a:lnTo>
                <a:lnTo>
                  <a:pt x="47950" y="85618"/>
                </a:lnTo>
                <a:lnTo>
                  <a:pt x="48428" y="85514"/>
                </a:lnTo>
                <a:lnTo>
                  <a:pt x="48900" y="85404"/>
                </a:lnTo>
                <a:lnTo>
                  <a:pt x="49364" y="85288"/>
                </a:lnTo>
                <a:lnTo>
                  <a:pt x="49822" y="85166"/>
                </a:lnTo>
                <a:lnTo>
                  <a:pt x="50272" y="85038"/>
                </a:lnTo>
                <a:lnTo>
                  <a:pt x="50716" y="84905"/>
                </a:lnTo>
                <a:lnTo>
                  <a:pt x="51152" y="84765"/>
                </a:lnTo>
                <a:lnTo>
                  <a:pt x="51583" y="84619"/>
                </a:lnTo>
                <a:lnTo>
                  <a:pt x="52009" y="84468"/>
                </a:lnTo>
                <a:lnTo>
                  <a:pt x="52431" y="84311"/>
                </a:lnTo>
                <a:lnTo>
                  <a:pt x="52848" y="84148"/>
                </a:lnTo>
                <a:lnTo>
                  <a:pt x="53260" y="83979"/>
                </a:lnTo>
                <a:lnTo>
                  <a:pt x="53667" y="83805"/>
                </a:lnTo>
                <a:lnTo>
                  <a:pt x="54069" y="83625"/>
                </a:lnTo>
                <a:lnTo>
                  <a:pt x="54467" y="83439"/>
                </a:lnTo>
                <a:lnTo>
                  <a:pt x="54860" y="83248"/>
                </a:lnTo>
                <a:lnTo>
                  <a:pt x="55249" y="83050"/>
                </a:lnTo>
                <a:lnTo>
                  <a:pt x="55632" y="82847"/>
                </a:lnTo>
                <a:lnTo>
                  <a:pt x="56011" y="82639"/>
                </a:lnTo>
                <a:lnTo>
                  <a:pt x="56386" y="82424"/>
                </a:lnTo>
                <a:lnTo>
                  <a:pt x="56755" y="82204"/>
                </a:lnTo>
                <a:lnTo>
                  <a:pt x="57120" y="81978"/>
                </a:lnTo>
                <a:lnTo>
                  <a:pt x="57480" y="81746"/>
                </a:lnTo>
                <a:lnTo>
                  <a:pt x="57835" y="81508"/>
                </a:lnTo>
                <a:lnTo>
                  <a:pt x="58186" y="81265"/>
                </a:lnTo>
                <a:lnTo>
                  <a:pt x="58532" y="81016"/>
                </a:lnTo>
                <a:lnTo>
                  <a:pt x="58873" y="80761"/>
                </a:lnTo>
                <a:lnTo>
                  <a:pt x="59210" y="80501"/>
                </a:lnTo>
                <a:lnTo>
                  <a:pt x="59542" y="80235"/>
                </a:lnTo>
                <a:lnTo>
                  <a:pt x="59869" y="79963"/>
                </a:lnTo>
                <a:lnTo>
                  <a:pt x="60191" y="79685"/>
                </a:lnTo>
                <a:lnTo>
                  <a:pt x="60509" y="79402"/>
                </a:lnTo>
                <a:lnTo>
                  <a:pt x="60825" y="79113"/>
                </a:lnTo>
                <a:lnTo>
                  <a:pt x="61137" y="78820"/>
                </a:lnTo>
                <a:lnTo>
                  <a:pt x="61446" y="78521"/>
                </a:lnTo>
                <a:lnTo>
                  <a:pt x="61752" y="78218"/>
                </a:lnTo>
                <a:lnTo>
                  <a:pt x="62055" y="77909"/>
                </a:lnTo>
                <a:lnTo>
                  <a:pt x="62355" y="77595"/>
                </a:lnTo>
                <a:lnTo>
                  <a:pt x="62652" y="77276"/>
                </a:lnTo>
                <a:lnTo>
                  <a:pt x="62946" y="76952"/>
                </a:lnTo>
                <a:lnTo>
                  <a:pt x="63237" y="76622"/>
                </a:lnTo>
                <a:lnTo>
                  <a:pt x="63525" y="76288"/>
                </a:lnTo>
                <a:lnTo>
                  <a:pt x="63809" y="75948"/>
                </a:lnTo>
                <a:lnTo>
                  <a:pt x="64091" y="75604"/>
                </a:lnTo>
                <a:lnTo>
                  <a:pt x="64369" y="75254"/>
                </a:lnTo>
                <a:lnTo>
                  <a:pt x="64645" y="74899"/>
                </a:lnTo>
                <a:lnTo>
                  <a:pt x="64917" y="74539"/>
                </a:lnTo>
                <a:lnTo>
                  <a:pt x="65186" y="74174"/>
                </a:lnTo>
                <a:lnTo>
                  <a:pt x="65453" y="73803"/>
                </a:lnTo>
                <a:lnTo>
                  <a:pt x="65716" y="73428"/>
                </a:lnTo>
                <a:lnTo>
                  <a:pt x="65976" y="73047"/>
                </a:lnTo>
                <a:lnTo>
                  <a:pt x="66233" y="72662"/>
                </a:lnTo>
                <a:lnTo>
                  <a:pt x="66487" y="72271"/>
                </a:lnTo>
                <a:lnTo>
                  <a:pt x="66737" y="71875"/>
                </a:lnTo>
                <a:lnTo>
                  <a:pt x="66985" y="71474"/>
                </a:lnTo>
                <a:lnTo>
                  <a:pt x="67811" y="85060"/>
                </a:lnTo>
                <a:lnTo>
                  <a:pt x="76909" y="85060"/>
                </a:lnTo>
                <a:lnTo>
                  <a:pt x="76909" y="40877"/>
                </a:lnTo>
                <a:lnTo>
                  <a:pt x="42884" y="40877"/>
                </a:lnTo>
                <a:lnTo>
                  <a:pt x="42884" y="48674"/>
                </a:lnTo>
                <a:lnTo>
                  <a:pt x="66749" y="48674"/>
                </a:lnTo>
                <a:lnTo>
                  <a:pt x="66660" y="49776"/>
                </a:lnTo>
                <a:lnTo>
                  <a:pt x="66551" y="50860"/>
                </a:lnTo>
                <a:lnTo>
                  <a:pt x="66422" y="51924"/>
                </a:lnTo>
                <a:lnTo>
                  <a:pt x="66273" y="52969"/>
                </a:lnTo>
                <a:lnTo>
                  <a:pt x="66103" y="53995"/>
                </a:lnTo>
                <a:lnTo>
                  <a:pt x="65914" y="55001"/>
                </a:lnTo>
                <a:lnTo>
                  <a:pt x="65705" y="55988"/>
                </a:lnTo>
                <a:lnTo>
                  <a:pt x="65475" y="56956"/>
                </a:lnTo>
                <a:lnTo>
                  <a:pt x="65225" y="57905"/>
                </a:lnTo>
                <a:lnTo>
                  <a:pt x="64955" y="58834"/>
                </a:lnTo>
                <a:lnTo>
                  <a:pt x="64666" y="59744"/>
                </a:lnTo>
                <a:lnTo>
                  <a:pt x="64356" y="60635"/>
                </a:lnTo>
                <a:lnTo>
                  <a:pt x="64025" y="61506"/>
                </a:lnTo>
                <a:lnTo>
                  <a:pt x="63675" y="62359"/>
                </a:lnTo>
                <a:lnTo>
                  <a:pt x="63305" y="63191"/>
                </a:lnTo>
                <a:lnTo>
                  <a:pt x="62915" y="64005"/>
                </a:lnTo>
                <a:lnTo>
                  <a:pt x="62504" y="64800"/>
                </a:lnTo>
                <a:lnTo>
                  <a:pt x="62073" y="65575"/>
                </a:lnTo>
                <a:lnTo>
                  <a:pt x="61623" y="66331"/>
                </a:lnTo>
                <a:lnTo>
                  <a:pt x="61152" y="67067"/>
                </a:lnTo>
                <a:lnTo>
                  <a:pt x="60661" y="67784"/>
                </a:lnTo>
                <a:lnTo>
                  <a:pt x="60150" y="68482"/>
                </a:lnTo>
                <a:lnTo>
                  <a:pt x="59619" y="69161"/>
                </a:lnTo>
                <a:lnTo>
                  <a:pt x="59068" y="69821"/>
                </a:lnTo>
                <a:lnTo>
                  <a:pt x="58496" y="70457"/>
                </a:lnTo>
                <a:lnTo>
                  <a:pt x="57901" y="71066"/>
                </a:lnTo>
                <a:lnTo>
                  <a:pt x="57283" y="71648"/>
                </a:lnTo>
                <a:lnTo>
                  <a:pt x="56643" y="72203"/>
                </a:lnTo>
                <a:lnTo>
                  <a:pt x="55980" y="72731"/>
                </a:lnTo>
                <a:lnTo>
                  <a:pt x="55295" y="73232"/>
                </a:lnTo>
                <a:lnTo>
                  <a:pt x="54587" y="73705"/>
                </a:lnTo>
                <a:lnTo>
                  <a:pt x="53857" y="74152"/>
                </a:lnTo>
                <a:lnTo>
                  <a:pt x="53104" y="74572"/>
                </a:lnTo>
                <a:lnTo>
                  <a:pt x="52329" y="74964"/>
                </a:lnTo>
                <a:lnTo>
                  <a:pt x="51531" y="75330"/>
                </a:lnTo>
                <a:lnTo>
                  <a:pt x="50710" y="75668"/>
                </a:lnTo>
                <a:lnTo>
                  <a:pt x="49867" y="75979"/>
                </a:lnTo>
                <a:lnTo>
                  <a:pt x="49001" y="76264"/>
                </a:lnTo>
                <a:lnTo>
                  <a:pt x="48113" y="76521"/>
                </a:lnTo>
                <a:lnTo>
                  <a:pt x="47202" y="76751"/>
                </a:lnTo>
                <a:lnTo>
                  <a:pt x="46269" y="76954"/>
                </a:lnTo>
                <a:lnTo>
                  <a:pt x="45313" y="77130"/>
                </a:lnTo>
                <a:lnTo>
                  <a:pt x="44334" y="77279"/>
                </a:lnTo>
                <a:lnTo>
                  <a:pt x="43333" y="77401"/>
                </a:lnTo>
                <a:lnTo>
                  <a:pt x="42310" y="77495"/>
                </a:lnTo>
                <a:lnTo>
                  <a:pt x="41264" y="77563"/>
                </a:lnTo>
                <a:lnTo>
                  <a:pt x="40195" y="77604"/>
                </a:lnTo>
                <a:lnTo>
                  <a:pt x="39103" y="77617"/>
                </a:lnTo>
                <a:lnTo>
                  <a:pt x="38398" y="77610"/>
                </a:lnTo>
                <a:lnTo>
                  <a:pt x="37699" y="77589"/>
                </a:lnTo>
                <a:lnTo>
                  <a:pt x="37008" y="77555"/>
                </a:lnTo>
                <a:lnTo>
                  <a:pt x="36322" y="77506"/>
                </a:lnTo>
                <a:lnTo>
                  <a:pt x="35644" y="77443"/>
                </a:lnTo>
                <a:lnTo>
                  <a:pt x="34973" y="77366"/>
                </a:lnTo>
                <a:lnTo>
                  <a:pt x="34308" y="77276"/>
                </a:lnTo>
                <a:lnTo>
                  <a:pt x="33650" y="77171"/>
                </a:lnTo>
                <a:lnTo>
                  <a:pt x="32998" y="77052"/>
                </a:lnTo>
                <a:lnTo>
                  <a:pt x="32354" y="76920"/>
                </a:lnTo>
                <a:lnTo>
                  <a:pt x="31716" y="76774"/>
                </a:lnTo>
                <a:lnTo>
                  <a:pt x="31085" y="76613"/>
                </a:lnTo>
                <a:lnTo>
                  <a:pt x="30461" y="76439"/>
                </a:lnTo>
                <a:lnTo>
                  <a:pt x="29843" y="76251"/>
                </a:lnTo>
                <a:lnTo>
                  <a:pt x="29233" y="76048"/>
                </a:lnTo>
                <a:lnTo>
                  <a:pt x="28629" y="75832"/>
                </a:lnTo>
                <a:lnTo>
                  <a:pt x="28031" y="75602"/>
                </a:lnTo>
                <a:lnTo>
                  <a:pt x="27441" y="75358"/>
                </a:lnTo>
                <a:lnTo>
                  <a:pt x="26857" y="75100"/>
                </a:lnTo>
                <a:lnTo>
                  <a:pt x="26280" y="74828"/>
                </a:lnTo>
                <a:lnTo>
                  <a:pt x="25710" y="74542"/>
                </a:lnTo>
                <a:lnTo>
                  <a:pt x="25147" y="74242"/>
                </a:lnTo>
                <a:lnTo>
                  <a:pt x="24590" y="73929"/>
                </a:lnTo>
                <a:lnTo>
                  <a:pt x="24040" y="73601"/>
                </a:lnTo>
                <a:lnTo>
                  <a:pt x="23499" y="73260"/>
                </a:lnTo>
                <a:lnTo>
                  <a:pt x="22968" y="72907"/>
                </a:lnTo>
                <a:lnTo>
                  <a:pt x="22446" y="72541"/>
                </a:lnTo>
                <a:lnTo>
                  <a:pt x="21935" y="72162"/>
                </a:lnTo>
                <a:lnTo>
                  <a:pt x="21434" y="71771"/>
                </a:lnTo>
                <a:lnTo>
                  <a:pt x="20943" y="71368"/>
                </a:lnTo>
                <a:lnTo>
                  <a:pt x="20462" y="70952"/>
                </a:lnTo>
                <a:lnTo>
                  <a:pt x="19991" y="70523"/>
                </a:lnTo>
                <a:lnTo>
                  <a:pt x="19530" y="70082"/>
                </a:lnTo>
                <a:lnTo>
                  <a:pt x="19079" y="69628"/>
                </a:lnTo>
                <a:lnTo>
                  <a:pt x="18638" y="69162"/>
                </a:lnTo>
                <a:lnTo>
                  <a:pt x="18207" y="68684"/>
                </a:lnTo>
                <a:lnTo>
                  <a:pt x="17787" y="68193"/>
                </a:lnTo>
                <a:lnTo>
                  <a:pt x="17376" y="67689"/>
                </a:lnTo>
                <a:lnTo>
                  <a:pt x="16975" y="67173"/>
                </a:lnTo>
                <a:lnTo>
                  <a:pt x="16585" y="66644"/>
                </a:lnTo>
                <a:lnTo>
                  <a:pt x="16204" y="66103"/>
                </a:lnTo>
                <a:lnTo>
                  <a:pt x="15833" y="65549"/>
                </a:lnTo>
                <a:lnTo>
                  <a:pt x="15473" y="64983"/>
                </a:lnTo>
                <a:lnTo>
                  <a:pt x="15122" y="64405"/>
                </a:lnTo>
                <a:lnTo>
                  <a:pt x="14782" y="63813"/>
                </a:lnTo>
                <a:lnTo>
                  <a:pt x="14452" y="63210"/>
                </a:lnTo>
                <a:lnTo>
                  <a:pt x="14131" y="62593"/>
                </a:lnTo>
                <a:lnTo>
                  <a:pt x="13821" y="61965"/>
                </a:lnTo>
                <a:lnTo>
                  <a:pt x="13522" y="61325"/>
                </a:lnTo>
                <a:lnTo>
                  <a:pt x="13236" y="60675"/>
                </a:lnTo>
                <a:lnTo>
                  <a:pt x="12963" y="60015"/>
                </a:lnTo>
                <a:lnTo>
                  <a:pt x="12702" y="59344"/>
                </a:lnTo>
                <a:lnTo>
                  <a:pt x="12454" y="58664"/>
                </a:lnTo>
                <a:lnTo>
                  <a:pt x="12219" y="57974"/>
                </a:lnTo>
                <a:lnTo>
                  <a:pt x="11997" y="57274"/>
                </a:lnTo>
                <a:lnTo>
                  <a:pt x="11787" y="56563"/>
                </a:lnTo>
                <a:lnTo>
                  <a:pt x="11590" y="55843"/>
                </a:lnTo>
                <a:lnTo>
                  <a:pt x="11406" y="55112"/>
                </a:lnTo>
                <a:lnTo>
                  <a:pt x="11234" y="54372"/>
                </a:lnTo>
                <a:lnTo>
                  <a:pt x="11075" y="53621"/>
                </a:lnTo>
                <a:lnTo>
                  <a:pt x="10929" y="52860"/>
                </a:lnTo>
                <a:lnTo>
                  <a:pt x="10795" y="52090"/>
                </a:lnTo>
                <a:lnTo>
                  <a:pt x="10675" y="51309"/>
                </a:lnTo>
                <a:lnTo>
                  <a:pt x="10567" y="50518"/>
                </a:lnTo>
                <a:lnTo>
                  <a:pt x="10471" y="49717"/>
                </a:lnTo>
                <a:lnTo>
                  <a:pt x="10389" y="48906"/>
                </a:lnTo>
                <a:lnTo>
                  <a:pt x="10319" y="48086"/>
                </a:lnTo>
                <a:lnTo>
                  <a:pt x="10262" y="47255"/>
                </a:lnTo>
                <a:lnTo>
                  <a:pt x="10217" y="46413"/>
                </a:lnTo>
                <a:lnTo>
                  <a:pt x="10185" y="45562"/>
                </a:lnTo>
                <a:lnTo>
                  <a:pt x="10166" y="44701"/>
                </a:lnTo>
                <a:lnTo>
                  <a:pt x="10160" y="43830"/>
                </a:lnTo>
                <a:lnTo>
                  <a:pt x="10166" y="42959"/>
                </a:lnTo>
                <a:lnTo>
                  <a:pt x="10185" y="42098"/>
                </a:lnTo>
                <a:lnTo>
                  <a:pt x="10217" y="41247"/>
                </a:lnTo>
                <a:lnTo>
                  <a:pt x="10262" y="40407"/>
                </a:lnTo>
                <a:lnTo>
                  <a:pt x="10319" y="39577"/>
                </a:lnTo>
                <a:lnTo>
                  <a:pt x="10389" y="38757"/>
                </a:lnTo>
                <a:lnTo>
                  <a:pt x="10471" y="37948"/>
                </a:lnTo>
                <a:lnTo>
                  <a:pt x="10567" y="37148"/>
                </a:lnTo>
                <a:lnTo>
                  <a:pt x="10675" y="36359"/>
                </a:lnTo>
                <a:lnTo>
                  <a:pt x="10795" y="35580"/>
                </a:lnTo>
                <a:lnTo>
                  <a:pt x="10929" y="34812"/>
                </a:lnTo>
                <a:lnTo>
                  <a:pt x="11075" y="34054"/>
                </a:lnTo>
                <a:lnTo>
                  <a:pt x="11234" y="33306"/>
                </a:lnTo>
                <a:lnTo>
                  <a:pt x="11406" y="32568"/>
                </a:lnTo>
                <a:lnTo>
                  <a:pt x="11590" y="31840"/>
                </a:lnTo>
                <a:lnTo>
                  <a:pt x="11787" y="31123"/>
                </a:lnTo>
                <a:lnTo>
                  <a:pt x="11997" y="30416"/>
                </a:lnTo>
                <a:lnTo>
                  <a:pt x="12219" y="29719"/>
                </a:lnTo>
                <a:lnTo>
                  <a:pt x="12454" y="29033"/>
                </a:lnTo>
                <a:lnTo>
                  <a:pt x="12702" y="28357"/>
                </a:lnTo>
                <a:lnTo>
                  <a:pt x="12963" y="27691"/>
                </a:lnTo>
                <a:lnTo>
                  <a:pt x="13236" y="27035"/>
                </a:lnTo>
                <a:lnTo>
                  <a:pt x="13522" y="26390"/>
                </a:lnTo>
                <a:lnTo>
                  <a:pt x="13821" y="25755"/>
                </a:lnTo>
                <a:lnTo>
                  <a:pt x="14132" y="25131"/>
                </a:lnTo>
                <a:lnTo>
                  <a:pt x="14453" y="24519"/>
                </a:lnTo>
                <a:lnTo>
                  <a:pt x="14786" y="23919"/>
                </a:lnTo>
                <a:lnTo>
                  <a:pt x="15129" y="23331"/>
                </a:lnTo>
                <a:lnTo>
                  <a:pt x="15483" y="22756"/>
                </a:lnTo>
                <a:lnTo>
                  <a:pt x="15848" y="22192"/>
                </a:lnTo>
                <a:lnTo>
                  <a:pt x="16224" y="21641"/>
                </a:lnTo>
                <a:lnTo>
                  <a:pt x="16611" y="21102"/>
                </a:lnTo>
                <a:lnTo>
                  <a:pt x="17008" y="20574"/>
                </a:lnTo>
                <a:lnTo>
                  <a:pt x="17417" y="20059"/>
                </a:lnTo>
                <a:lnTo>
                  <a:pt x="17836" y="19556"/>
                </a:lnTo>
                <a:lnTo>
                  <a:pt x="18266" y="19065"/>
                </a:lnTo>
                <a:lnTo>
                  <a:pt x="18707" y="18587"/>
                </a:lnTo>
                <a:lnTo>
                  <a:pt x="19159" y="18120"/>
                </a:lnTo>
                <a:lnTo>
                  <a:pt x="19622" y="17665"/>
                </a:lnTo>
                <a:lnTo>
                  <a:pt x="20096" y="17223"/>
                </a:lnTo>
                <a:lnTo>
                  <a:pt x="20580" y="16792"/>
                </a:lnTo>
                <a:lnTo>
                  <a:pt x="21076" y="16374"/>
                </a:lnTo>
                <a:lnTo>
                  <a:pt x="21582" y="15968"/>
                </a:lnTo>
                <a:lnTo>
                  <a:pt x="22099" y="15574"/>
                </a:lnTo>
                <a:lnTo>
                  <a:pt x="22627" y="15192"/>
                </a:lnTo>
                <a:lnTo>
                  <a:pt x="23166" y="14822"/>
                </a:lnTo>
                <a:lnTo>
                  <a:pt x="23716" y="14464"/>
                </a:lnTo>
                <a:lnTo>
                  <a:pt x="24276" y="14118"/>
                </a:lnTo>
                <a:lnTo>
                  <a:pt x="24847" y="13786"/>
                </a:lnTo>
                <a:lnTo>
                  <a:pt x="25425" y="13467"/>
                </a:lnTo>
                <a:lnTo>
                  <a:pt x="26011" y="13163"/>
                </a:lnTo>
                <a:lnTo>
                  <a:pt x="26605" y="12873"/>
                </a:lnTo>
                <a:lnTo>
                  <a:pt x="27207" y="12597"/>
                </a:lnTo>
                <a:lnTo>
                  <a:pt x="27817" y="12335"/>
                </a:lnTo>
                <a:lnTo>
                  <a:pt x="28436" y="12088"/>
                </a:lnTo>
                <a:lnTo>
                  <a:pt x="29062" y="11854"/>
                </a:lnTo>
                <a:lnTo>
                  <a:pt x="29696" y="11635"/>
                </a:lnTo>
                <a:lnTo>
                  <a:pt x="30338" y="11430"/>
                </a:lnTo>
                <a:lnTo>
                  <a:pt x="30988" y="11238"/>
                </a:lnTo>
                <a:lnTo>
                  <a:pt x="31646" y="11062"/>
                </a:lnTo>
                <a:lnTo>
                  <a:pt x="32312" y="10899"/>
                </a:lnTo>
                <a:lnTo>
                  <a:pt x="32986" y="10750"/>
                </a:lnTo>
                <a:lnTo>
                  <a:pt x="33668" y="10616"/>
                </a:lnTo>
                <a:lnTo>
                  <a:pt x="34359" y="10496"/>
                </a:lnTo>
                <a:lnTo>
                  <a:pt x="35057" y="10389"/>
                </a:lnTo>
                <a:lnTo>
                  <a:pt x="35763" y="10297"/>
                </a:lnTo>
                <a:lnTo>
                  <a:pt x="36477" y="10220"/>
                </a:lnTo>
                <a:lnTo>
                  <a:pt x="37199" y="10156"/>
                </a:lnTo>
                <a:lnTo>
                  <a:pt x="37929" y="10106"/>
                </a:lnTo>
                <a:lnTo>
                  <a:pt x="38667" y="10071"/>
                </a:lnTo>
                <a:lnTo>
                  <a:pt x="39413" y="10050"/>
                </a:lnTo>
                <a:lnTo>
                  <a:pt x="40167" y="10043"/>
                </a:lnTo>
                <a:lnTo>
                  <a:pt x="40978" y="10050"/>
                </a:lnTo>
                <a:lnTo>
                  <a:pt x="41776" y="10073"/>
                </a:lnTo>
                <a:lnTo>
                  <a:pt x="42561" y="10111"/>
                </a:lnTo>
                <a:lnTo>
                  <a:pt x="43333" y="10164"/>
                </a:lnTo>
                <a:lnTo>
                  <a:pt x="44093" y="10232"/>
                </a:lnTo>
                <a:lnTo>
                  <a:pt x="44840" y="10316"/>
                </a:lnTo>
                <a:lnTo>
                  <a:pt x="45575" y="10415"/>
                </a:lnTo>
                <a:lnTo>
                  <a:pt x="46297" y="10528"/>
                </a:lnTo>
                <a:lnTo>
                  <a:pt x="47006" y="10657"/>
                </a:lnTo>
                <a:lnTo>
                  <a:pt x="47702" y="10802"/>
                </a:lnTo>
                <a:lnTo>
                  <a:pt x="48385" y="10961"/>
                </a:lnTo>
                <a:lnTo>
                  <a:pt x="49056" y="11135"/>
                </a:lnTo>
                <a:lnTo>
                  <a:pt x="49714" y="11325"/>
                </a:lnTo>
                <a:lnTo>
                  <a:pt x="50360" y="11530"/>
                </a:lnTo>
                <a:lnTo>
                  <a:pt x="50993" y="11750"/>
                </a:lnTo>
                <a:lnTo>
                  <a:pt x="51613" y="11986"/>
                </a:lnTo>
                <a:lnTo>
                  <a:pt x="52220" y="12236"/>
                </a:lnTo>
                <a:lnTo>
                  <a:pt x="52815" y="12502"/>
                </a:lnTo>
                <a:lnTo>
                  <a:pt x="53396" y="12782"/>
                </a:lnTo>
                <a:lnTo>
                  <a:pt x="53966" y="13078"/>
                </a:lnTo>
                <a:lnTo>
                  <a:pt x="54522" y="13390"/>
                </a:lnTo>
                <a:lnTo>
                  <a:pt x="55066" y="13716"/>
                </a:lnTo>
                <a:lnTo>
                  <a:pt x="55597" y="14057"/>
                </a:lnTo>
                <a:lnTo>
                  <a:pt x="56115" y="14414"/>
                </a:lnTo>
                <a:lnTo>
                  <a:pt x="56619" y="14784"/>
                </a:lnTo>
                <a:lnTo>
                  <a:pt x="57108" y="15164"/>
                </a:lnTo>
                <a:lnTo>
                  <a:pt x="57581" y="15555"/>
                </a:lnTo>
                <a:lnTo>
                  <a:pt x="58038" y="15956"/>
                </a:lnTo>
                <a:lnTo>
                  <a:pt x="58480" y="16368"/>
                </a:lnTo>
                <a:lnTo>
                  <a:pt x="58906" y="16791"/>
                </a:lnTo>
                <a:lnTo>
                  <a:pt x="59317" y="17225"/>
                </a:lnTo>
                <a:lnTo>
                  <a:pt x="59712" y="17669"/>
                </a:lnTo>
                <a:lnTo>
                  <a:pt x="60092" y="18124"/>
                </a:lnTo>
                <a:lnTo>
                  <a:pt x="60455" y="18589"/>
                </a:lnTo>
                <a:lnTo>
                  <a:pt x="60804" y="19065"/>
                </a:lnTo>
                <a:lnTo>
                  <a:pt x="61136" y="19552"/>
                </a:lnTo>
                <a:lnTo>
                  <a:pt x="61454" y="20050"/>
                </a:lnTo>
                <a:lnTo>
                  <a:pt x="61755" y="20558"/>
                </a:lnTo>
                <a:lnTo>
                  <a:pt x="62041" y="21077"/>
                </a:lnTo>
                <a:lnTo>
                  <a:pt x="62311" y="21606"/>
                </a:lnTo>
                <a:lnTo>
                  <a:pt x="62566" y="22147"/>
                </a:lnTo>
                <a:lnTo>
                  <a:pt x="62805" y="22697"/>
                </a:lnTo>
                <a:lnTo>
                  <a:pt x="63029" y="23259"/>
                </a:lnTo>
                <a:lnTo>
                  <a:pt x="63237" y="23831"/>
                </a:lnTo>
                <a:lnTo>
                  <a:pt x="63430" y="24414"/>
                </a:lnTo>
                <a:lnTo>
                  <a:pt x="63606" y="25008"/>
                </a:lnTo>
                <a:lnTo>
                  <a:pt x="63768" y="25612"/>
                </a:lnTo>
                <a:lnTo>
                  <a:pt x="63913" y="26227"/>
                </a:lnTo>
                <a:lnTo>
                  <a:pt x="75373" y="26227"/>
                </a:lnTo>
                <a:lnTo>
                  <a:pt x="75145" y="25242"/>
                </a:lnTo>
                <a:lnTo>
                  <a:pt x="74893" y="24275"/>
                </a:lnTo>
                <a:lnTo>
                  <a:pt x="74618" y="23326"/>
                </a:lnTo>
                <a:lnTo>
                  <a:pt x="74319" y="22396"/>
                </a:lnTo>
                <a:lnTo>
                  <a:pt x="73998" y="21483"/>
                </a:lnTo>
                <a:lnTo>
                  <a:pt x="73652" y="20590"/>
                </a:lnTo>
                <a:lnTo>
                  <a:pt x="73284" y="19714"/>
                </a:lnTo>
                <a:lnTo>
                  <a:pt x="72892" y="18856"/>
                </a:lnTo>
                <a:lnTo>
                  <a:pt x="72476" y="18017"/>
                </a:lnTo>
                <a:lnTo>
                  <a:pt x="72038" y="17196"/>
                </a:lnTo>
                <a:lnTo>
                  <a:pt x="71575" y="16394"/>
                </a:lnTo>
                <a:lnTo>
                  <a:pt x="71090" y="15609"/>
                </a:lnTo>
                <a:lnTo>
                  <a:pt x="70581" y="14843"/>
                </a:lnTo>
                <a:lnTo>
                  <a:pt x="70049" y="14095"/>
                </a:lnTo>
                <a:lnTo>
                  <a:pt x="69493" y="13366"/>
                </a:lnTo>
                <a:lnTo>
                  <a:pt x="68914" y="12654"/>
                </a:lnTo>
                <a:lnTo>
                  <a:pt x="68311" y="11961"/>
                </a:lnTo>
                <a:lnTo>
                  <a:pt x="67686" y="11286"/>
                </a:lnTo>
                <a:lnTo>
                  <a:pt x="67036" y="10629"/>
                </a:lnTo>
                <a:lnTo>
                  <a:pt x="66364" y="9991"/>
                </a:lnTo>
                <a:lnTo>
                  <a:pt x="65668" y="9371"/>
                </a:lnTo>
                <a:lnTo>
                  <a:pt x="64948" y="8769"/>
                </a:lnTo>
                <a:lnTo>
                  <a:pt x="64205" y="8185"/>
                </a:lnTo>
                <a:lnTo>
                  <a:pt x="63439" y="7620"/>
                </a:lnTo>
                <a:lnTo>
                  <a:pt x="62654" y="7075"/>
                </a:lnTo>
                <a:lnTo>
                  <a:pt x="61852" y="6554"/>
                </a:lnTo>
                <a:lnTo>
                  <a:pt x="61034" y="6055"/>
                </a:lnTo>
                <a:lnTo>
                  <a:pt x="60201" y="5580"/>
                </a:lnTo>
                <a:lnTo>
                  <a:pt x="59351" y="5128"/>
                </a:lnTo>
                <a:lnTo>
                  <a:pt x="58485" y="4699"/>
                </a:lnTo>
                <a:lnTo>
                  <a:pt x="57603" y="4294"/>
                </a:lnTo>
                <a:lnTo>
                  <a:pt x="56706" y="3911"/>
                </a:lnTo>
                <a:lnTo>
                  <a:pt x="55792" y="3552"/>
                </a:lnTo>
                <a:lnTo>
                  <a:pt x="54862" y="3216"/>
                </a:lnTo>
                <a:lnTo>
                  <a:pt x="53917" y="2903"/>
                </a:lnTo>
                <a:lnTo>
                  <a:pt x="52955" y="2613"/>
                </a:lnTo>
                <a:lnTo>
                  <a:pt x="51977" y="2347"/>
                </a:lnTo>
                <a:lnTo>
                  <a:pt x="50984" y="2103"/>
                </a:lnTo>
                <a:lnTo>
                  <a:pt x="49974" y="1883"/>
                </a:lnTo>
                <a:lnTo>
                  <a:pt x="48948" y="1686"/>
                </a:lnTo>
                <a:lnTo>
                  <a:pt x="47907" y="1512"/>
                </a:lnTo>
                <a:lnTo>
                  <a:pt x="46849" y="1362"/>
                </a:lnTo>
                <a:lnTo>
                  <a:pt x="45775" y="1234"/>
                </a:lnTo>
                <a:lnTo>
                  <a:pt x="44686" y="1130"/>
                </a:lnTo>
                <a:lnTo>
                  <a:pt x="43580" y="1049"/>
                </a:lnTo>
                <a:lnTo>
                  <a:pt x="42458" y="991"/>
                </a:lnTo>
                <a:lnTo>
                  <a:pt x="41321" y="956"/>
                </a:lnTo>
                <a:lnTo>
                  <a:pt x="40167" y="945"/>
                </a:lnTo>
                <a:lnTo>
                  <a:pt x="39149" y="954"/>
                </a:lnTo>
                <a:lnTo>
                  <a:pt x="38142" y="982"/>
                </a:lnTo>
                <a:lnTo>
                  <a:pt x="37146" y="1030"/>
                </a:lnTo>
                <a:lnTo>
                  <a:pt x="36162" y="1096"/>
                </a:lnTo>
                <a:lnTo>
                  <a:pt x="35188" y="1180"/>
                </a:lnTo>
                <a:lnTo>
                  <a:pt x="34226" y="1284"/>
                </a:lnTo>
                <a:lnTo>
                  <a:pt x="33276" y="1407"/>
                </a:lnTo>
                <a:lnTo>
                  <a:pt x="32337" y="1548"/>
                </a:lnTo>
                <a:lnTo>
                  <a:pt x="31409" y="1709"/>
                </a:lnTo>
                <a:lnTo>
                  <a:pt x="30492" y="1888"/>
                </a:lnTo>
                <a:lnTo>
                  <a:pt x="29586" y="2086"/>
                </a:lnTo>
                <a:lnTo>
                  <a:pt x="28692" y="2303"/>
                </a:lnTo>
                <a:lnTo>
                  <a:pt x="27809" y="2539"/>
                </a:lnTo>
                <a:lnTo>
                  <a:pt x="26938" y="2794"/>
                </a:lnTo>
                <a:lnTo>
                  <a:pt x="26077" y="3068"/>
                </a:lnTo>
                <a:lnTo>
                  <a:pt x="25228" y="3360"/>
                </a:lnTo>
                <a:lnTo>
                  <a:pt x="24390" y="3672"/>
                </a:lnTo>
                <a:lnTo>
                  <a:pt x="23564" y="4002"/>
                </a:lnTo>
                <a:lnTo>
                  <a:pt x="22748" y="4351"/>
                </a:lnTo>
                <a:lnTo>
                  <a:pt x="21945" y="4719"/>
                </a:lnTo>
                <a:lnTo>
                  <a:pt x="21152" y="5106"/>
                </a:lnTo>
                <a:lnTo>
                  <a:pt x="20370" y="5512"/>
                </a:lnTo>
                <a:lnTo>
                  <a:pt x="19600" y="5936"/>
                </a:lnTo>
                <a:lnTo>
                  <a:pt x="18841" y="6380"/>
                </a:lnTo>
                <a:lnTo>
                  <a:pt x="18096" y="6840"/>
                </a:lnTo>
                <a:lnTo>
                  <a:pt x="17364" y="7315"/>
                </a:lnTo>
                <a:lnTo>
                  <a:pt x="16647" y="7805"/>
                </a:lnTo>
                <a:lnTo>
                  <a:pt x="15944" y="8309"/>
                </a:lnTo>
                <a:lnTo>
                  <a:pt x="15256" y="8829"/>
                </a:lnTo>
                <a:lnTo>
                  <a:pt x="14581" y="9363"/>
                </a:lnTo>
                <a:lnTo>
                  <a:pt x="13922" y="9912"/>
                </a:lnTo>
                <a:lnTo>
                  <a:pt x="13276" y="10475"/>
                </a:lnTo>
                <a:lnTo>
                  <a:pt x="12645" y="11054"/>
                </a:lnTo>
                <a:lnTo>
                  <a:pt x="12028" y="11647"/>
                </a:lnTo>
                <a:lnTo>
                  <a:pt x="11426" y="12255"/>
                </a:lnTo>
                <a:lnTo>
                  <a:pt x="10838" y="12878"/>
                </a:lnTo>
                <a:lnTo>
                  <a:pt x="10264" y="13515"/>
                </a:lnTo>
                <a:lnTo>
                  <a:pt x="9705" y="14168"/>
                </a:lnTo>
                <a:lnTo>
                  <a:pt x="9160" y="14835"/>
                </a:lnTo>
                <a:lnTo>
                  <a:pt x="8630" y="15516"/>
                </a:lnTo>
                <a:lnTo>
                  <a:pt x="8113" y="16213"/>
                </a:lnTo>
                <a:lnTo>
                  <a:pt x="7611" y="16924"/>
                </a:lnTo>
                <a:lnTo>
                  <a:pt x="7124" y="17650"/>
                </a:lnTo>
                <a:lnTo>
                  <a:pt x="6651" y="18391"/>
                </a:lnTo>
                <a:lnTo>
                  <a:pt x="6192" y="19147"/>
                </a:lnTo>
                <a:lnTo>
                  <a:pt x="5747" y="19917"/>
                </a:lnTo>
                <a:lnTo>
                  <a:pt x="5317" y="20702"/>
                </a:lnTo>
                <a:lnTo>
                  <a:pt x="4901" y="21502"/>
                </a:lnTo>
                <a:lnTo>
                  <a:pt x="4501" y="22315"/>
                </a:lnTo>
                <a:lnTo>
                  <a:pt x="4119" y="23137"/>
                </a:lnTo>
                <a:lnTo>
                  <a:pt x="3753" y="23970"/>
                </a:lnTo>
                <a:lnTo>
                  <a:pt x="3404" y="24813"/>
                </a:lnTo>
                <a:lnTo>
                  <a:pt x="3072" y="25667"/>
                </a:lnTo>
                <a:lnTo>
                  <a:pt x="2757" y="26530"/>
                </a:lnTo>
                <a:lnTo>
                  <a:pt x="2459" y="27404"/>
                </a:lnTo>
                <a:lnTo>
                  <a:pt x="2178" y="28289"/>
                </a:lnTo>
                <a:lnTo>
                  <a:pt x="1915" y="29183"/>
                </a:lnTo>
                <a:lnTo>
                  <a:pt x="1668" y="30088"/>
                </a:lnTo>
                <a:lnTo>
                  <a:pt x="1438" y="31003"/>
                </a:lnTo>
                <a:lnTo>
                  <a:pt x="1225" y="31928"/>
                </a:lnTo>
                <a:lnTo>
                  <a:pt x="1030" y="32863"/>
                </a:lnTo>
                <a:lnTo>
                  <a:pt x="851" y="33809"/>
                </a:lnTo>
                <a:lnTo>
                  <a:pt x="689" y="34765"/>
                </a:lnTo>
                <a:lnTo>
                  <a:pt x="545" y="35731"/>
                </a:lnTo>
                <a:lnTo>
                  <a:pt x="417" y="36708"/>
                </a:lnTo>
                <a:lnTo>
                  <a:pt x="306" y="37694"/>
                </a:lnTo>
                <a:lnTo>
                  <a:pt x="213" y="38691"/>
                </a:lnTo>
                <a:lnTo>
                  <a:pt x="136" y="39699"/>
                </a:lnTo>
                <a:lnTo>
                  <a:pt x="77" y="40716"/>
                </a:lnTo>
                <a:lnTo>
                  <a:pt x="34" y="41744"/>
                </a:lnTo>
                <a:lnTo>
                  <a:pt x="9" y="42782"/>
                </a:lnTo>
                <a:lnTo>
                  <a:pt x="0" y="43830"/>
                </a:lnTo>
                <a:lnTo>
                  <a:pt x="8" y="44888"/>
                </a:lnTo>
                <a:lnTo>
                  <a:pt x="34" y="45934"/>
                </a:lnTo>
                <a:lnTo>
                  <a:pt x="76" y="46970"/>
                </a:lnTo>
                <a:lnTo>
                  <a:pt x="135" y="47994"/>
                </a:lnTo>
                <a:lnTo>
                  <a:pt x="210" y="49008"/>
                </a:lnTo>
                <a:lnTo>
                  <a:pt x="303" y="50010"/>
                </a:lnTo>
                <a:lnTo>
                  <a:pt x="412" y="51002"/>
                </a:lnTo>
                <a:lnTo>
                  <a:pt x="538" y="51982"/>
                </a:lnTo>
                <a:lnTo>
                  <a:pt x="681" y="52951"/>
                </a:lnTo>
                <a:lnTo>
                  <a:pt x="841" y="53909"/>
                </a:lnTo>
                <a:lnTo>
                  <a:pt x="1018" y="54856"/>
                </a:lnTo>
                <a:lnTo>
                  <a:pt x="1211" y="55792"/>
                </a:lnTo>
                <a:lnTo>
                  <a:pt x="1421" y="56717"/>
                </a:lnTo>
                <a:lnTo>
                  <a:pt x="1648" y="57631"/>
                </a:lnTo>
                <a:lnTo>
                  <a:pt x="1892" y="58533"/>
                </a:lnTo>
                <a:lnTo>
                  <a:pt x="2153" y="59425"/>
                </a:lnTo>
                <a:lnTo>
                  <a:pt x="2430" y="60306"/>
                </a:lnTo>
                <a:lnTo>
                  <a:pt x="2725" y="61175"/>
                </a:lnTo>
                <a:lnTo>
                  <a:pt x="3036" y="62033"/>
                </a:lnTo>
                <a:lnTo>
                  <a:pt x="3364" y="62881"/>
                </a:lnTo>
                <a:lnTo>
                  <a:pt x="3709" y="63717"/>
                </a:lnTo>
                <a:lnTo>
                  <a:pt x="4070" y="64542"/>
                </a:lnTo>
                <a:lnTo>
                  <a:pt x="4449" y="65356"/>
                </a:lnTo>
                <a:lnTo>
                  <a:pt x="4844" y="66160"/>
                </a:lnTo>
                <a:lnTo>
                  <a:pt x="5254" y="66950"/>
                </a:lnTo>
                <a:lnTo>
                  <a:pt x="5678" y="67725"/>
                </a:lnTo>
                <a:lnTo>
                  <a:pt x="6116" y="68486"/>
                </a:lnTo>
                <a:lnTo>
                  <a:pt x="6567" y="69233"/>
                </a:lnTo>
                <a:lnTo>
                  <a:pt x="7031" y="69964"/>
                </a:lnTo>
                <a:lnTo>
                  <a:pt x="7509" y="70682"/>
                </a:lnTo>
                <a:lnTo>
                  <a:pt x="8001" y="71384"/>
                </a:lnTo>
                <a:lnTo>
                  <a:pt x="8506" y="72073"/>
                </a:lnTo>
                <a:lnTo>
                  <a:pt x="9025" y="72746"/>
                </a:lnTo>
                <a:lnTo>
                  <a:pt x="9557" y="73405"/>
                </a:lnTo>
                <a:lnTo>
                  <a:pt x="10103" y="74050"/>
                </a:lnTo>
                <a:lnTo>
                  <a:pt x="10662" y="74680"/>
                </a:lnTo>
                <a:lnTo>
                  <a:pt x="11235" y="75295"/>
                </a:lnTo>
                <a:lnTo>
                  <a:pt x="11821" y="75896"/>
                </a:lnTo>
                <a:lnTo>
                  <a:pt x="12421" y="76482"/>
                </a:lnTo>
                <a:lnTo>
                  <a:pt x="13034" y="77054"/>
                </a:lnTo>
                <a:lnTo>
                  <a:pt x="13661" y="77611"/>
                </a:lnTo>
                <a:lnTo>
                  <a:pt x="14302" y="78154"/>
                </a:lnTo>
                <a:lnTo>
                  <a:pt x="14956" y="78682"/>
                </a:lnTo>
                <a:lnTo>
                  <a:pt x="15623" y="79195"/>
                </a:lnTo>
                <a:lnTo>
                  <a:pt x="16304" y="79694"/>
                </a:lnTo>
                <a:lnTo>
                  <a:pt x="16999" y="80179"/>
                </a:lnTo>
                <a:lnTo>
                  <a:pt x="17707" y="80648"/>
                </a:lnTo>
                <a:lnTo>
                  <a:pt x="18429" y="81104"/>
                </a:lnTo>
                <a:lnTo>
                  <a:pt x="19162" y="81542"/>
                </a:lnTo>
                <a:lnTo>
                  <a:pt x="19905" y="81962"/>
                </a:lnTo>
                <a:lnTo>
                  <a:pt x="20659" y="82363"/>
                </a:lnTo>
                <a:lnTo>
                  <a:pt x="21422" y="82746"/>
                </a:lnTo>
                <a:lnTo>
                  <a:pt x="22195" y="83109"/>
                </a:lnTo>
                <a:lnTo>
                  <a:pt x="22977" y="83455"/>
                </a:lnTo>
                <a:lnTo>
                  <a:pt x="23770" y="83781"/>
                </a:lnTo>
                <a:lnTo>
                  <a:pt x="24572" y="84089"/>
                </a:lnTo>
                <a:lnTo>
                  <a:pt x="25385" y="84378"/>
                </a:lnTo>
                <a:lnTo>
                  <a:pt x="26207" y="84649"/>
                </a:lnTo>
                <a:lnTo>
                  <a:pt x="27039" y="84901"/>
                </a:lnTo>
                <a:lnTo>
                  <a:pt x="27880" y="85134"/>
                </a:lnTo>
                <a:lnTo>
                  <a:pt x="28732" y="85349"/>
                </a:lnTo>
                <a:lnTo>
                  <a:pt x="29594" y="85544"/>
                </a:lnTo>
                <a:lnTo>
                  <a:pt x="30465" y="85722"/>
                </a:lnTo>
                <a:lnTo>
                  <a:pt x="31346" y="85880"/>
                </a:lnTo>
                <a:lnTo>
                  <a:pt x="32237" y="86020"/>
                </a:lnTo>
                <a:lnTo>
                  <a:pt x="33138" y="86142"/>
                </a:lnTo>
                <a:lnTo>
                  <a:pt x="34049" y="86244"/>
                </a:lnTo>
                <a:lnTo>
                  <a:pt x="34969" y="86328"/>
                </a:lnTo>
                <a:lnTo>
                  <a:pt x="35900" y="86393"/>
                </a:lnTo>
                <a:lnTo>
                  <a:pt x="36840" y="86440"/>
                </a:lnTo>
                <a:lnTo>
                  <a:pt x="37790" y="86468"/>
                </a:lnTo>
                <a:lnTo>
                  <a:pt x="38750" y="86477"/>
                </a:lnTo>
                <a:lnTo>
                  <a:pt x="39347" y="86474"/>
                </a:lnTo>
                <a:lnTo>
                  <a:pt x="39937" y="86465"/>
                </a:lnTo>
                <a:lnTo>
                  <a:pt x="40520" y="86451"/>
                </a:lnTo>
                <a:close/>
                <a:moveTo>
                  <a:pt x="414503" y="86385"/>
                </a:moveTo>
                <a:lnTo>
                  <a:pt x="415231" y="86334"/>
                </a:lnTo>
                <a:lnTo>
                  <a:pt x="415948" y="86271"/>
                </a:lnTo>
                <a:lnTo>
                  <a:pt x="416653" y="86196"/>
                </a:lnTo>
                <a:lnTo>
                  <a:pt x="417348" y="86110"/>
                </a:lnTo>
                <a:lnTo>
                  <a:pt x="418032" y="86012"/>
                </a:lnTo>
                <a:lnTo>
                  <a:pt x="418704" y="85903"/>
                </a:lnTo>
                <a:lnTo>
                  <a:pt x="419366" y="85782"/>
                </a:lnTo>
                <a:lnTo>
                  <a:pt x="420016" y="85650"/>
                </a:lnTo>
                <a:lnTo>
                  <a:pt x="420655" y="85507"/>
                </a:lnTo>
                <a:lnTo>
                  <a:pt x="421284" y="85352"/>
                </a:lnTo>
                <a:lnTo>
                  <a:pt x="421901" y="85185"/>
                </a:lnTo>
                <a:lnTo>
                  <a:pt x="422507" y="85007"/>
                </a:lnTo>
                <a:lnTo>
                  <a:pt x="423102" y="84818"/>
                </a:lnTo>
                <a:lnTo>
                  <a:pt x="423686" y="84617"/>
                </a:lnTo>
                <a:lnTo>
                  <a:pt x="424259" y="84404"/>
                </a:lnTo>
                <a:lnTo>
                  <a:pt x="424820" y="84180"/>
                </a:lnTo>
                <a:lnTo>
                  <a:pt x="425371" y="83945"/>
                </a:lnTo>
                <a:lnTo>
                  <a:pt x="425911" y="83698"/>
                </a:lnTo>
                <a:lnTo>
                  <a:pt x="426439" y="83439"/>
                </a:lnTo>
                <a:lnTo>
                  <a:pt x="426957" y="83169"/>
                </a:lnTo>
                <a:lnTo>
                  <a:pt x="427463" y="82890"/>
                </a:lnTo>
                <a:lnTo>
                  <a:pt x="427960" y="82605"/>
                </a:lnTo>
                <a:lnTo>
                  <a:pt x="428446" y="82312"/>
                </a:lnTo>
                <a:lnTo>
                  <a:pt x="428921" y="82013"/>
                </a:lnTo>
                <a:lnTo>
                  <a:pt x="429386" y="81707"/>
                </a:lnTo>
                <a:lnTo>
                  <a:pt x="429840" y="81394"/>
                </a:lnTo>
                <a:lnTo>
                  <a:pt x="430284" y="81074"/>
                </a:lnTo>
                <a:lnTo>
                  <a:pt x="430717" y="80748"/>
                </a:lnTo>
                <a:lnTo>
                  <a:pt x="431140" y="80415"/>
                </a:lnTo>
                <a:lnTo>
                  <a:pt x="431553" y="80075"/>
                </a:lnTo>
                <a:lnTo>
                  <a:pt x="431955" y="79728"/>
                </a:lnTo>
                <a:lnTo>
                  <a:pt x="432347" y="79374"/>
                </a:lnTo>
                <a:lnTo>
                  <a:pt x="432728" y="79014"/>
                </a:lnTo>
                <a:lnTo>
                  <a:pt x="433099" y="78647"/>
                </a:lnTo>
                <a:lnTo>
                  <a:pt x="433459" y="78273"/>
                </a:lnTo>
                <a:lnTo>
                  <a:pt x="433808" y="77893"/>
                </a:lnTo>
                <a:lnTo>
                  <a:pt x="434148" y="77506"/>
                </a:lnTo>
                <a:lnTo>
                  <a:pt x="434477" y="77112"/>
                </a:lnTo>
                <a:lnTo>
                  <a:pt x="434795" y="76711"/>
                </a:lnTo>
                <a:lnTo>
                  <a:pt x="435103" y="76303"/>
                </a:lnTo>
                <a:lnTo>
                  <a:pt x="435400" y="75889"/>
                </a:lnTo>
                <a:lnTo>
                  <a:pt x="435687" y="75468"/>
                </a:lnTo>
                <a:lnTo>
                  <a:pt x="435964" y="75040"/>
                </a:lnTo>
                <a:lnTo>
                  <a:pt x="436230" y="74605"/>
                </a:lnTo>
                <a:lnTo>
                  <a:pt x="436485" y="74166"/>
                </a:lnTo>
                <a:lnTo>
                  <a:pt x="436730" y="73724"/>
                </a:lnTo>
                <a:lnTo>
                  <a:pt x="436964" y="73281"/>
                </a:lnTo>
                <a:lnTo>
                  <a:pt x="437186" y="72835"/>
                </a:lnTo>
                <a:lnTo>
                  <a:pt x="437398" y="72387"/>
                </a:lnTo>
                <a:lnTo>
                  <a:pt x="437600" y="71936"/>
                </a:lnTo>
                <a:lnTo>
                  <a:pt x="437790" y="71483"/>
                </a:lnTo>
                <a:lnTo>
                  <a:pt x="437969" y="71028"/>
                </a:lnTo>
                <a:lnTo>
                  <a:pt x="438138" y="70571"/>
                </a:lnTo>
                <a:lnTo>
                  <a:pt x="438295" y="70112"/>
                </a:lnTo>
                <a:lnTo>
                  <a:pt x="438442" y="69650"/>
                </a:lnTo>
                <a:lnTo>
                  <a:pt x="438578" y="69186"/>
                </a:lnTo>
                <a:lnTo>
                  <a:pt x="438703" y="68719"/>
                </a:lnTo>
                <a:lnTo>
                  <a:pt x="438817" y="68251"/>
                </a:lnTo>
                <a:lnTo>
                  <a:pt x="438921" y="67780"/>
                </a:lnTo>
                <a:lnTo>
                  <a:pt x="439013" y="67307"/>
                </a:lnTo>
                <a:lnTo>
                  <a:pt x="439094" y="66832"/>
                </a:lnTo>
                <a:lnTo>
                  <a:pt x="439165" y="66354"/>
                </a:lnTo>
                <a:lnTo>
                  <a:pt x="439225" y="65874"/>
                </a:lnTo>
                <a:lnTo>
                  <a:pt x="439274" y="65392"/>
                </a:lnTo>
                <a:lnTo>
                  <a:pt x="439312" y="64908"/>
                </a:lnTo>
                <a:lnTo>
                  <a:pt x="439339" y="64421"/>
                </a:lnTo>
                <a:lnTo>
                  <a:pt x="439355" y="63932"/>
                </a:lnTo>
                <a:lnTo>
                  <a:pt x="439361" y="63441"/>
                </a:lnTo>
                <a:lnTo>
                  <a:pt x="439356" y="62865"/>
                </a:lnTo>
                <a:lnTo>
                  <a:pt x="439342" y="62297"/>
                </a:lnTo>
                <a:lnTo>
                  <a:pt x="439319" y="61737"/>
                </a:lnTo>
                <a:lnTo>
                  <a:pt x="439287" y="61186"/>
                </a:lnTo>
                <a:lnTo>
                  <a:pt x="439245" y="60644"/>
                </a:lnTo>
                <a:lnTo>
                  <a:pt x="439195" y="60111"/>
                </a:lnTo>
                <a:lnTo>
                  <a:pt x="439135" y="59586"/>
                </a:lnTo>
                <a:lnTo>
                  <a:pt x="439065" y="59070"/>
                </a:lnTo>
                <a:lnTo>
                  <a:pt x="438987" y="58562"/>
                </a:lnTo>
                <a:lnTo>
                  <a:pt x="438899" y="58063"/>
                </a:lnTo>
                <a:lnTo>
                  <a:pt x="438802" y="57573"/>
                </a:lnTo>
                <a:lnTo>
                  <a:pt x="438696" y="57091"/>
                </a:lnTo>
                <a:lnTo>
                  <a:pt x="438581" y="56618"/>
                </a:lnTo>
                <a:lnTo>
                  <a:pt x="438456" y="56153"/>
                </a:lnTo>
                <a:lnTo>
                  <a:pt x="438322" y="55697"/>
                </a:lnTo>
                <a:lnTo>
                  <a:pt x="438179" y="55250"/>
                </a:lnTo>
                <a:lnTo>
                  <a:pt x="438027" y="54811"/>
                </a:lnTo>
                <a:lnTo>
                  <a:pt x="437865" y="54381"/>
                </a:lnTo>
                <a:lnTo>
                  <a:pt x="437694" y="53960"/>
                </a:lnTo>
                <a:lnTo>
                  <a:pt x="437514" y="53547"/>
                </a:lnTo>
                <a:lnTo>
                  <a:pt x="437325" y="53143"/>
                </a:lnTo>
                <a:lnTo>
                  <a:pt x="437127" y="52747"/>
                </a:lnTo>
                <a:lnTo>
                  <a:pt x="436919" y="52360"/>
                </a:lnTo>
                <a:lnTo>
                  <a:pt x="436702" y="51982"/>
                </a:lnTo>
                <a:lnTo>
                  <a:pt x="436477" y="51610"/>
                </a:lnTo>
                <a:lnTo>
                  <a:pt x="436245" y="51245"/>
                </a:lnTo>
                <a:lnTo>
                  <a:pt x="436006" y="50884"/>
                </a:lnTo>
                <a:lnTo>
                  <a:pt x="435760" y="50530"/>
                </a:lnTo>
                <a:lnTo>
                  <a:pt x="435508" y="50181"/>
                </a:lnTo>
                <a:lnTo>
                  <a:pt x="435248" y="49837"/>
                </a:lnTo>
                <a:lnTo>
                  <a:pt x="434981" y="49499"/>
                </a:lnTo>
                <a:lnTo>
                  <a:pt x="434707" y="49166"/>
                </a:lnTo>
                <a:lnTo>
                  <a:pt x="434426" y="48839"/>
                </a:lnTo>
                <a:lnTo>
                  <a:pt x="434139" y="48518"/>
                </a:lnTo>
                <a:lnTo>
                  <a:pt x="433844" y="48202"/>
                </a:lnTo>
                <a:lnTo>
                  <a:pt x="433542" y="47891"/>
                </a:lnTo>
                <a:lnTo>
                  <a:pt x="433234" y="47586"/>
                </a:lnTo>
                <a:lnTo>
                  <a:pt x="432918" y="47287"/>
                </a:lnTo>
                <a:lnTo>
                  <a:pt x="432595" y="46993"/>
                </a:lnTo>
                <a:lnTo>
                  <a:pt x="432266" y="46705"/>
                </a:lnTo>
                <a:lnTo>
                  <a:pt x="431929" y="46422"/>
                </a:lnTo>
                <a:lnTo>
                  <a:pt x="431586" y="46145"/>
                </a:lnTo>
                <a:lnTo>
                  <a:pt x="431235" y="45873"/>
                </a:lnTo>
                <a:lnTo>
                  <a:pt x="430878" y="45607"/>
                </a:lnTo>
                <a:lnTo>
                  <a:pt x="430513" y="45347"/>
                </a:lnTo>
                <a:lnTo>
                  <a:pt x="430142" y="45091"/>
                </a:lnTo>
                <a:lnTo>
                  <a:pt x="429763" y="44842"/>
                </a:lnTo>
                <a:lnTo>
                  <a:pt x="429378" y="44598"/>
                </a:lnTo>
                <a:lnTo>
                  <a:pt x="428987" y="44358"/>
                </a:lnTo>
                <a:lnTo>
                  <a:pt x="428591" y="44122"/>
                </a:lnTo>
                <a:lnTo>
                  <a:pt x="428190" y="43888"/>
                </a:lnTo>
                <a:lnTo>
                  <a:pt x="427785" y="43658"/>
                </a:lnTo>
                <a:lnTo>
                  <a:pt x="427375" y="43430"/>
                </a:lnTo>
                <a:lnTo>
                  <a:pt x="426960" y="43206"/>
                </a:lnTo>
                <a:lnTo>
                  <a:pt x="426541" y="42985"/>
                </a:lnTo>
                <a:lnTo>
                  <a:pt x="426116" y="42766"/>
                </a:lnTo>
                <a:lnTo>
                  <a:pt x="425687" y="42551"/>
                </a:lnTo>
                <a:lnTo>
                  <a:pt x="425254" y="42339"/>
                </a:lnTo>
                <a:lnTo>
                  <a:pt x="424815" y="42130"/>
                </a:lnTo>
                <a:lnTo>
                  <a:pt x="424372" y="41925"/>
                </a:lnTo>
                <a:lnTo>
                  <a:pt x="423924" y="41722"/>
                </a:lnTo>
                <a:lnTo>
                  <a:pt x="423472" y="41522"/>
                </a:lnTo>
                <a:lnTo>
                  <a:pt x="423014" y="41325"/>
                </a:lnTo>
                <a:lnTo>
                  <a:pt x="422552" y="41132"/>
                </a:lnTo>
                <a:lnTo>
                  <a:pt x="422086" y="40942"/>
                </a:lnTo>
                <a:lnTo>
                  <a:pt x="421614" y="40754"/>
                </a:lnTo>
                <a:lnTo>
                  <a:pt x="421138" y="40570"/>
                </a:lnTo>
                <a:lnTo>
                  <a:pt x="420657" y="40389"/>
                </a:lnTo>
                <a:lnTo>
                  <a:pt x="420171" y="40211"/>
                </a:lnTo>
                <a:lnTo>
                  <a:pt x="419681" y="40035"/>
                </a:lnTo>
                <a:lnTo>
                  <a:pt x="419186" y="39864"/>
                </a:lnTo>
                <a:lnTo>
                  <a:pt x="418686" y="39695"/>
                </a:lnTo>
                <a:lnTo>
                  <a:pt x="418245" y="39548"/>
                </a:lnTo>
                <a:lnTo>
                  <a:pt x="417807" y="39402"/>
                </a:lnTo>
                <a:lnTo>
                  <a:pt x="417372" y="39257"/>
                </a:lnTo>
                <a:lnTo>
                  <a:pt x="416940" y="39114"/>
                </a:lnTo>
                <a:lnTo>
                  <a:pt x="416512" y="38972"/>
                </a:lnTo>
                <a:lnTo>
                  <a:pt x="416087" y="38831"/>
                </a:lnTo>
                <a:lnTo>
                  <a:pt x="415665" y="38691"/>
                </a:lnTo>
                <a:lnTo>
                  <a:pt x="415247" y="38553"/>
                </a:lnTo>
                <a:lnTo>
                  <a:pt x="414832" y="38416"/>
                </a:lnTo>
                <a:lnTo>
                  <a:pt x="414420" y="38280"/>
                </a:lnTo>
                <a:lnTo>
                  <a:pt x="414011" y="38145"/>
                </a:lnTo>
                <a:lnTo>
                  <a:pt x="413606" y="38011"/>
                </a:lnTo>
                <a:lnTo>
                  <a:pt x="413204" y="37879"/>
                </a:lnTo>
                <a:lnTo>
                  <a:pt x="412805" y="37748"/>
                </a:lnTo>
                <a:lnTo>
                  <a:pt x="412410" y="37618"/>
                </a:lnTo>
                <a:lnTo>
                  <a:pt x="412018" y="37490"/>
                </a:lnTo>
                <a:lnTo>
                  <a:pt x="411629" y="37362"/>
                </a:lnTo>
                <a:lnTo>
                  <a:pt x="411243" y="37236"/>
                </a:lnTo>
                <a:lnTo>
                  <a:pt x="410861" y="37112"/>
                </a:lnTo>
                <a:lnTo>
                  <a:pt x="410482" y="36988"/>
                </a:lnTo>
                <a:lnTo>
                  <a:pt x="410106" y="36866"/>
                </a:lnTo>
                <a:lnTo>
                  <a:pt x="409734" y="36744"/>
                </a:lnTo>
                <a:lnTo>
                  <a:pt x="409365" y="36624"/>
                </a:lnTo>
                <a:lnTo>
                  <a:pt x="408999" y="36506"/>
                </a:lnTo>
                <a:lnTo>
                  <a:pt x="408636" y="36387"/>
                </a:lnTo>
                <a:lnTo>
                  <a:pt x="408278" y="36267"/>
                </a:lnTo>
                <a:lnTo>
                  <a:pt x="407924" y="36146"/>
                </a:lnTo>
                <a:lnTo>
                  <a:pt x="407573" y="36025"/>
                </a:lnTo>
                <a:lnTo>
                  <a:pt x="407226" y="35902"/>
                </a:lnTo>
                <a:lnTo>
                  <a:pt x="406884" y="35778"/>
                </a:lnTo>
                <a:lnTo>
                  <a:pt x="406545" y="35653"/>
                </a:lnTo>
                <a:lnTo>
                  <a:pt x="406210" y="35527"/>
                </a:lnTo>
                <a:lnTo>
                  <a:pt x="405879" y="35400"/>
                </a:lnTo>
                <a:lnTo>
                  <a:pt x="405552" y="35272"/>
                </a:lnTo>
                <a:lnTo>
                  <a:pt x="405228" y="35144"/>
                </a:lnTo>
                <a:lnTo>
                  <a:pt x="404909" y="35014"/>
                </a:lnTo>
                <a:lnTo>
                  <a:pt x="404593" y="34883"/>
                </a:lnTo>
                <a:lnTo>
                  <a:pt x="404282" y="34751"/>
                </a:lnTo>
                <a:lnTo>
                  <a:pt x="403974" y="34618"/>
                </a:lnTo>
                <a:lnTo>
                  <a:pt x="403670" y="34484"/>
                </a:lnTo>
                <a:lnTo>
                  <a:pt x="403370" y="34348"/>
                </a:lnTo>
                <a:lnTo>
                  <a:pt x="403074" y="34212"/>
                </a:lnTo>
                <a:lnTo>
                  <a:pt x="402782" y="34075"/>
                </a:lnTo>
                <a:lnTo>
                  <a:pt x="402493" y="33937"/>
                </a:lnTo>
                <a:lnTo>
                  <a:pt x="402209" y="33798"/>
                </a:lnTo>
                <a:lnTo>
                  <a:pt x="401928" y="33658"/>
                </a:lnTo>
                <a:lnTo>
                  <a:pt x="401652" y="33517"/>
                </a:lnTo>
                <a:lnTo>
                  <a:pt x="401379" y="33375"/>
                </a:lnTo>
                <a:lnTo>
                  <a:pt x="401111" y="33230"/>
                </a:lnTo>
                <a:lnTo>
                  <a:pt x="400848" y="33084"/>
                </a:lnTo>
                <a:lnTo>
                  <a:pt x="400591" y="32934"/>
                </a:lnTo>
                <a:lnTo>
                  <a:pt x="400339" y="32782"/>
                </a:lnTo>
                <a:lnTo>
                  <a:pt x="400092" y="32628"/>
                </a:lnTo>
                <a:lnTo>
                  <a:pt x="399851" y="32470"/>
                </a:lnTo>
                <a:lnTo>
                  <a:pt x="399614" y="32310"/>
                </a:lnTo>
                <a:lnTo>
                  <a:pt x="399384" y="32147"/>
                </a:lnTo>
                <a:lnTo>
                  <a:pt x="399158" y="31982"/>
                </a:lnTo>
                <a:lnTo>
                  <a:pt x="398938" y="31814"/>
                </a:lnTo>
                <a:lnTo>
                  <a:pt x="398724" y="31643"/>
                </a:lnTo>
                <a:lnTo>
                  <a:pt x="398514" y="31470"/>
                </a:lnTo>
                <a:lnTo>
                  <a:pt x="398310" y="31294"/>
                </a:lnTo>
                <a:lnTo>
                  <a:pt x="398112" y="31115"/>
                </a:lnTo>
                <a:lnTo>
                  <a:pt x="397918" y="30934"/>
                </a:lnTo>
                <a:lnTo>
                  <a:pt x="397730" y="30750"/>
                </a:lnTo>
                <a:lnTo>
                  <a:pt x="397547" y="30563"/>
                </a:lnTo>
                <a:lnTo>
                  <a:pt x="397370" y="30374"/>
                </a:lnTo>
                <a:lnTo>
                  <a:pt x="397198" y="30182"/>
                </a:lnTo>
                <a:lnTo>
                  <a:pt x="397031" y="29987"/>
                </a:lnTo>
                <a:lnTo>
                  <a:pt x="396870" y="29790"/>
                </a:lnTo>
                <a:lnTo>
                  <a:pt x="396714" y="29590"/>
                </a:lnTo>
                <a:lnTo>
                  <a:pt x="396563" y="29387"/>
                </a:lnTo>
                <a:lnTo>
                  <a:pt x="396418" y="29182"/>
                </a:lnTo>
                <a:lnTo>
                  <a:pt x="396278" y="28972"/>
                </a:lnTo>
                <a:lnTo>
                  <a:pt x="396144" y="28757"/>
                </a:lnTo>
                <a:lnTo>
                  <a:pt x="396016" y="28537"/>
                </a:lnTo>
                <a:lnTo>
                  <a:pt x="395895" y="28311"/>
                </a:lnTo>
                <a:lnTo>
                  <a:pt x="395779" y="28081"/>
                </a:lnTo>
                <a:lnTo>
                  <a:pt x="395669" y="27845"/>
                </a:lnTo>
                <a:lnTo>
                  <a:pt x="395565" y="27603"/>
                </a:lnTo>
                <a:lnTo>
                  <a:pt x="395466" y="27356"/>
                </a:lnTo>
                <a:lnTo>
                  <a:pt x="395374" y="27104"/>
                </a:lnTo>
                <a:lnTo>
                  <a:pt x="395288" y="26847"/>
                </a:lnTo>
                <a:lnTo>
                  <a:pt x="395208" y="26584"/>
                </a:lnTo>
                <a:lnTo>
                  <a:pt x="395133" y="26316"/>
                </a:lnTo>
                <a:lnTo>
                  <a:pt x="395065" y="26042"/>
                </a:lnTo>
                <a:lnTo>
                  <a:pt x="395003" y="25764"/>
                </a:lnTo>
                <a:lnTo>
                  <a:pt x="394946" y="25479"/>
                </a:lnTo>
                <a:lnTo>
                  <a:pt x="394896" y="25190"/>
                </a:lnTo>
                <a:lnTo>
                  <a:pt x="394851" y="24895"/>
                </a:lnTo>
                <a:lnTo>
                  <a:pt x="394812" y="24595"/>
                </a:lnTo>
                <a:lnTo>
                  <a:pt x="394780" y="24290"/>
                </a:lnTo>
                <a:lnTo>
                  <a:pt x="394753" y="23979"/>
                </a:lnTo>
                <a:lnTo>
                  <a:pt x="394732" y="23663"/>
                </a:lnTo>
                <a:lnTo>
                  <a:pt x="394717" y="23342"/>
                </a:lnTo>
                <a:lnTo>
                  <a:pt x="394708" y="23015"/>
                </a:lnTo>
                <a:lnTo>
                  <a:pt x="394705" y="22683"/>
                </a:lnTo>
                <a:lnTo>
                  <a:pt x="394709" y="22331"/>
                </a:lnTo>
                <a:lnTo>
                  <a:pt x="394719" y="21983"/>
                </a:lnTo>
                <a:lnTo>
                  <a:pt x="394736" y="21640"/>
                </a:lnTo>
                <a:lnTo>
                  <a:pt x="394759" y="21302"/>
                </a:lnTo>
                <a:lnTo>
                  <a:pt x="394790" y="20967"/>
                </a:lnTo>
                <a:lnTo>
                  <a:pt x="394827" y="20638"/>
                </a:lnTo>
                <a:lnTo>
                  <a:pt x="394871" y="20313"/>
                </a:lnTo>
                <a:lnTo>
                  <a:pt x="394922" y="19992"/>
                </a:lnTo>
                <a:lnTo>
                  <a:pt x="394979" y="19676"/>
                </a:lnTo>
                <a:lnTo>
                  <a:pt x="395044" y="19365"/>
                </a:lnTo>
                <a:lnTo>
                  <a:pt x="395115" y="19058"/>
                </a:lnTo>
                <a:lnTo>
                  <a:pt x="395192" y="18755"/>
                </a:lnTo>
                <a:lnTo>
                  <a:pt x="395277" y="18457"/>
                </a:lnTo>
                <a:lnTo>
                  <a:pt x="395368" y="18164"/>
                </a:lnTo>
                <a:lnTo>
                  <a:pt x="395466" y="17875"/>
                </a:lnTo>
                <a:lnTo>
                  <a:pt x="395571" y="17591"/>
                </a:lnTo>
                <a:lnTo>
                  <a:pt x="395683" y="17311"/>
                </a:lnTo>
                <a:lnTo>
                  <a:pt x="395801" y="17035"/>
                </a:lnTo>
                <a:lnTo>
                  <a:pt x="395927" y="16764"/>
                </a:lnTo>
                <a:lnTo>
                  <a:pt x="396059" y="16498"/>
                </a:lnTo>
                <a:lnTo>
                  <a:pt x="396197" y="16236"/>
                </a:lnTo>
                <a:lnTo>
                  <a:pt x="396343" y="15979"/>
                </a:lnTo>
                <a:lnTo>
                  <a:pt x="396495" y="15726"/>
                </a:lnTo>
                <a:lnTo>
                  <a:pt x="396654" y="15478"/>
                </a:lnTo>
                <a:lnTo>
                  <a:pt x="396819" y="15234"/>
                </a:lnTo>
                <a:lnTo>
                  <a:pt x="396989" y="14995"/>
                </a:lnTo>
                <a:lnTo>
                  <a:pt x="397165" y="14760"/>
                </a:lnTo>
                <a:lnTo>
                  <a:pt x="397346" y="14531"/>
                </a:lnTo>
                <a:lnTo>
                  <a:pt x="397533" y="14306"/>
                </a:lnTo>
                <a:lnTo>
                  <a:pt x="397724" y="14085"/>
                </a:lnTo>
                <a:lnTo>
                  <a:pt x="397921" y="13870"/>
                </a:lnTo>
                <a:lnTo>
                  <a:pt x="398124" y="13659"/>
                </a:lnTo>
                <a:lnTo>
                  <a:pt x="398331" y="13453"/>
                </a:lnTo>
                <a:lnTo>
                  <a:pt x="398544" y="13251"/>
                </a:lnTo>
                <a:lnTo>
                  <a:pt x="398763" y="13055"/>
                </a:lnTo>
                <a:lnTo>
                  <a:pt x="398987" y="12863"/>
                </a:lnTo>
                <a:lnTo>
                  <a:pt x="399216" y="12676"/>
                </a:lnTo>
                <a:lnTo>
                  <a:pt x="399450" y="12493"/>
                </a:lnTo>
                <a:lnTo>
                  <a:pt x="399690" y="12315"/>
                </a:lnTo>
                <a:lnTo>
                  <a:pt x="399935" y="12142"/>
                </a:lnTo>
                <a:lnTo>
                  <a:pt x="400185" y="11974"/>
                </a:lnTo>
                <a:lnTo>
                  <a:pt x="400441" y="11810"/>
                </a:lnTo>
                <a:lnTo>
                  <a:pt x="400702" y="11651"/>
                </a:lnTo>
                <a:lnTo>
                  <a:pt x="400968" y="11497"/>
                </a:lnTo>
                <a:lnTo>
                  <a:pt x="401240" y="11348"/>
                </a:lnTo>
                <a:lnTo>
                  <a:pt x="401517" y="11203"/>
                </a:lnTo>
                <a:lnTo>
                  <a:pt x="401799" y="11063"/>
                </a:lnTo>
                <a:lnTo>
                  <a:pt x="402087" y="10928"/>
                </a:lnTo>
                <a:lnTo>
                  <a:pt x="402379" y="10798"/>
                </a:lnTo>
                <a:lnTo>
                  <a:pt x="402675" y="10674"/>
                </a:lnTo>
                <a:lnTo>
                  <a:pt x="402974" y="10556"/>
                </a:lnTo>
                <a:lnTo>
                  <a:pt x="403277" y="10444"/>
                </a:lnTo>
                <a:lnTo>
                  <a:pt x="403583" y="10337"/>
                </a:lnTo>
                <a:lnTo>
                  <a:pt x="403893" y="10237"/>
                </a:lnTo>
                <a:lnTo>
                  <a:pt x="404206" y="10143"/>
                </a:lnTo>
                <a:lnTo>
                  <a:pt x="404523" y="10055"/>
                </a:lnTo>
                <a:lnTo>
                  <a:pt x="404843" y="9972"/>
                </a:lnTo>
                <a:lnTo>
                  <a:pt x="405166" y="9896"/>
                </a:lnTo>
                <a:lnTo>
                  <a:pt x="405494" y="9825"/>
                </a:lnTo>
                <a:lnTo>
                  <a:pt x="405824" y="9761"/>
                </a:lnTo>
                <a:lnTo>
                  <a:pt x="406158" y="9702"/>
                </a:lnTo>
                <a:lnTo>
                  <a:pt x="406496" y="9650"/>
                </a:lnTo>
                <a:lnTo>
                  <a:pt x="406837" y="9603"/>
                </a:lnTo>
                <a:lnTo>
                  <a:pt x="407181" y="9563"/>
                </a:lnTo>
                <a:lnTo>
                  <a:pt x="407529" y="9528"/>
                </a:lnTo>
                <a:lnTo>
                  <a:pt x="407880" y="9499"/>
                </a:lnTo>
                <a:lnTo>
                  <a:pt x="408235" y="9476"/>
                </a:lnTo>
                <a:lnTo>
                  <a:pt x="408594" y="9459"/>
                </a:lnTo>
                <a:lnTo>
                  <a:pt x="408956" y="9448"/>
                </a:lnTo>
                <a:lnTo>
                  <a:pt x="409321" y="9443"/>
                </a:lnTo>
                <a:lnTo>
                  <a:pt x="409690" y="9444"/>
                </a:lnTo>
                <a:lnTo>
                  <a:pt x="410062" y="9451"/>
                </a:lnTo>
                <a:lnTo>
                  <a:pt x="410512" y="9455"/>
                </a:lnTo>
                <a:lnTo>
                  <a:pt x="410955" y="9467"/>
                </a:lnTo>
                <a:lnTo>
                  <a:pt x="411392" y="9486"/>
                </a:lnTo>
                <a:lnTo>
                  <a:pt x="411823" y="9512"/>
                </a:lnTo>
                <a:lnTo>
                  <a:pt x="412247" y="9546"/>
                </a:lnTo>
                <a:lnTo>
                  <a:pt x="412665" y="9588"/>
                </a:lnTo>
                <a:lnTo>
                  <a:pt x="413077" y="9637"/>
                </a:lnTo>
                <a:lnTo>
                  <a:pt x="413482" y="9694"/>
                </a:lnTo>
                <a:lnTo>
                  <a:pt x="413881" y="9759"/>
                </a:lnTo>
                <a:lnTo>
                  <a:pt x="414273" y="9831"/>
                </a:lnTo>
                <a:lnTo>
                  <a:pt x="414660" y="9911"/>
                </a:lnTo>
                <a:lnTo>
                  <a:pt x="415039" y="9998"/>
                </a:lnTo>
                <a:lnTo>
                  <a:pt x="415413" y="10093"/>
                </a:lnTo>
                <a:lnTo>
                  <a:pt x="415780" y="10195"/>
                </a:lnTo>
                <a:lnTo>
                  <a:pt x="416141" y="10306"/>
                </a:lnTo>
                <a:lnTo>
                  <a:pt x="416495" y="10423"/>
                </a:lnTo>
                <a:lnTo>
                  <a:pt x="416843" y="10548"/>
                </a:lnTo>
                <a:lnTo>
                  <a:pt x="417184" y="10681"/>
                </a:lnTo>
                <a:lnTo>
                  <a:pt x="417520" y="10822"/>
                </a:lnTo>
                <a:lnTo>
                  <a:pt x="417849" y="10970"/>
                </a:lnTo>
                <a:lnTo>
                  <a:pt x="418171" y="11125"/>
                </a:lnTo>
                <a:lnTo>
                  <a:pt x="418487" y="11289"/>
                </a:lnTo>
                <a:lnTo>
                  <a:pt x="418797" y="11460"/>
                </a:lnTo>
                <a:lnTo>
                  <a:pt x="419101" y="11638"/>
                </a:lnTo>
                <a:lnTo>
                  <a:pt x="419398" y="11822"/>
                </a:lnTo>
                <a:lnTo>
                  <a:pt x="419689" y="12010"/>
                </a:lnTo>
                <a:lnTo>
                  <a:pt x="419973" y="12202"/>
                </a:lnTo>
                <a:lnTo>
                  <a:pt x="420251" y="12397"/>
                </a:lnTo>
                <a:lnTo>
                  <a:pt x="420523" y="12597"/>
                </a:lnTo>
                <a:lnTo>
                  <a:pt x="420788" y="12801"/>
                </a:lnTo>
                <a:lnTo>
                  <a:pt x="421047" y="13008"/>
                </a:lnTo>
                <a:lnTo>
                  <a:pt x="421300" y="13219"/>
                </a:lnTo>
                <a:lnTo>
                  <a:pt x="421546" y="13435"/>
                </a:lnTo>
                <a:lnTo>
                  <a:pt x="421786" y="13654"/>
                </a:lnTo>
                <a:lnTo>
                  <a:pt x="422019" y="13877"/>
                </a:lnTo>
                <a:lnTo>
                  <a:pt x="422246" y="14104"/>
                </a:lnTo>
                <a:lnTo>
                  <a:pt x="422467" y="14334"/>
                </a:lnTo>
                <a:lnTo>
                  <a:pt x="422682" y="14569"/>
                </a:lnTo>
                <a:lnTo>
                  <a:pt x="422890" y="14808"/>
                </a:lnTo>
                <a:lnTo>
                  <a:pt x="423091" y="15050"/>
                </a:lnTo>
                <a:lnTo>
                  <a:pt x="423287" y="15297"/>
                </a:lnTo>
                <a:lnTo>
                  <a:pt x="423476" y="15547"/>
                </a:lnTo>
                <a:lnTo>
                  <a:pt x="423658" y="15801"/>
                </a:lnTo>
                <a:lnTo>
                  <a:pt x="423835" y="16059"/>
                </a:lnTo>
                <a:lnTo>
                  <a:pt x="424005" y="16321"/>
                </a:lnTo>
                <a:lnTo>
                  <a:pt x="424168" y="16587"/>
                </a:lnTo>
                <a:lnTo>
                  <a:pt x="424325" y="16857"/>
                </a:lnTo>
                <a:lnTo>
                  <a:pt x="424476" y="17131"/>
                </a:lnTo>
                <a:lnTo>
                  <a:pt x="424621" y="17407"/>
                </a:lnTo>
                <a:lnTo>
                  <a:pt x="424759" y="17683"/>
                </a:lnTo>
                <a:lnTo>
                  <a:pt x="424892" y="17960"/>
                </a:lnTo>
                <a:lnTo>
                  <a:pt x="425018" y="18237"/>
                </a:lnTo>
                <a:lnTo>
                  <a:pt x="425138" y="18514"/>
                </a:lnTo>
                <a:lnTo>
                  <a:pt x="425252" y="18792"/>
                </a:lnTo>
                <a:lnTo>
                  <a:pt x="425359" y="19070"/>
                </a:lnTo>
                <a:lnTo>
                  <a:pt x="425461" y="19349"/>
                </a:lnTo>
                <a:lnTo>
                  <a:pt x="425556" y="19628"/>
                </a:lnTo>
                <a:lnTo>
                  <a:pt x="425645" y="19908"/>
                </a:lnTo>
                <a:lnTo>
                  <a:pt x="425728" y="20188"/>
                </a:lnTo>
                <a:lnTo>
                  <a:pt x="425805" y="20468"/>
                </a:lnTo>
                <a:lnTo>
                  <a:pt x="425876" y="20749"/>
                </a:lnTo>
                <a:lnTo>
                  <a:pt x="425941" y="21030"/>
                </a:lnTo>
                <a:lnTo>
                  <a:pt x="425999" y="21311"/>
                </a:lnTo>
                <a:lnTo>
                  <a:pt x="426051" y="21593"/>
                </a:lnTo>
                <a:lnTo>
                  <a:pt x="426098" y="21876"/>
                </a:lnTo>
                <a:lnTo>
                  <a:pt x="426138" y="22158"/>
                </a:lnTo>
                <a:lnTo>
                  <a:pt x="426171" y="22442"/>
                </a:lnTo>
                <a:lnTo>
                  <a:pt x="426199" y="22725"/>
                </a:lnTo>
                <a:lnTo>
                  <a:pt x="426221" y="23009"/>
                </a:lnTo>
                <a:lnTo>
                  <a:pt x="426236" y="23294"/>
                </a:lnTo>
                <a:lnTo>
                  <a:pt x="426245" y="23578"/>
                </a:lnTo>
                <a:lnTo>
                  <a:pt x="426248" y="23864"/>
                </a:lnTo>
                <a:lnTo>
                  <a:pt x="436644" y="23864"/>
                </a:lnTo>
                <a:lnTo>
                  <a:pt x="436638" y="23305"/>
                </a:lnTo>
                <a:lnTo>
                  <a:pt x="436621" y="22753"/>
                </a:lnTo>
                <a:lnTo>
                  <a:pt x="436593" y="22205"/>
                </a:lnTo>
                <a:lnTo>
                  <a:pt x="436552" y="21664"/>
                </a:lnTo>
                <a:lnTo>
                  <a:pt x="436501" y="21127"/>
                </a:lnTo>
                <a:lnTo>
                  <a:pt x="436437" y="20597"/>
                </a:lnTo>
                <a:lnTo>
                  <a:pt x="436363" y="20072"/>
                </a:lnTo>
                <a:lnTo>
                  <a:pt x="436277" y="19552"/>
                </a:lnTo>
                <a:lnTo>
                  <a:pt x="436179" y="19038"/>
                </a:lnTo>
                <a:lnTo>
                  <a:pt x="436070" y="18530"/>
                </a:lnTo>
                <a:lnTo>
                  <a:pt x="435949" y="18027"/>
                </a:lnTo>
                <a:lnTo>
                  <a:pt x="435817" y="17529"/>
                </a:lnTo>
                <a:lnTo>
                  <a:pt x="435674" y="17037"/>
                </a:lnTo>
                <a:lnTo>
                  <a:pt x="435519" y="16551"/>
                </a:lnTo>
                <a:lnTo>
                  <a:pt x="435352" y="16070"/>
                </a:lnTo>
                <a:lnTo>
                  <a:pt x="435174" y="15595"/>
                </a:lnTo>
                <a:lnTo>
                  <a:pt x="434985" y="15125"/>
                </a:lnTo>
                <a:lnTo>
                  <a:pt x="434784" y="14661"/>
                </a:lnTo>
                <a:lnTo>
                  <a:pt x="434571" y="14202"/>
                </a:lnTo>
                <a:lnTo>
                  <a:pt x="434347" y="13749"/>
                </a:lnTo>
                <a:lnTo>
                  <a:pt x="434112" y="13301"/>
                </a:lnTo>
                <a:lnTo>
                  <a:pt x="433865" y="12859"/>
                </a:lnTo>
                <a:lnTo>
                  <a:pt x="433606" y="12422"/>
                </a:lnTo>
                <a:lnTo>
                  <a:pt x="433336" y="11991"/>
                </a:lnTo>
                <a:lnTo>
                  <a:pt x="433056" y="11567"/>
                </a:lnTo>
                <a:lnTo>
                  <a:pt x="432767" y="11150"/>
                </a:lnTo>
                <a:lnTo>
                  <a:pt x="432470" y="10741"/>
                </a:lnTo>
                <a:lnTo>
                  <a:pt x="432163" y="10339"/>
                </a:lnTo>
                <a:lnTo>
                  <a:pt x="431848" y="9945"/>
                </a:lnTo>
                <a:lnTo>
                  <a:pt x="431524" y="9558"/>
                </a:lnTo>
                <a:lnTo>
                  <a:pt x="431191" y="9179"/>
                </a:lnTo>
                <a:lnTo>
                  <a:pt x="430849" y="8808"/>
                </a:lnTo>
                <a:lnTo>
                  <a:pt x="430498" y="8444"/>
                </a:lnTo>
                <a:lnTo>
                  <a:pt x="430139" y="8088"/>
                </a:lnTo>
                <a:lnTo>
                  <a:pt x="429771" y="7740"/>
                </a:lnTo>
                <a:lnTo>
                  <a:pt x="429393" y="7399"/>
                </a:lnTo>
                <a:lnTo>
                  <a:pt x="429008" y="7065"/>
                </a:lnTo>
                <a:lnTo>
                  <a:pt x="428613" y="6739"/>
                </a:lnTo>
                <a:lnTo>
                  <a:pt x="428209" y="6421"/>
                </a:lnTo>
                <a:lnTo>
                  <a:pt x="427797" y="6111"/>
                </a:lnTo>
                <a:lnTo>
                  <a:pt x="427376" y="5808"/>
                </a:lnTo>
                <a:lnTo>
                  <a:pt x="426946" y="5512"/>
                </a:lnTo>
                <a:lnTo>
                  <a:pt x="426507" y="5224"/>
                </a:lnTo>
                <a:lnTo>
                  <a:pt x="426059" y="4944"/>
                </a:lnTo>
                <a:lnTo>
                  <a:pt x="425603" y="4672"/>
                </a:lnTo>
                <a:lnTo>
                  <a:pt x="425138" y="4406"/>
                </a:lnTo>
                <a:lnTo>
                  <a:pt x="424664" y="4149"/>
                </a:lnTo>
                <a:lnTo>
                  <a:pt x="424181" y="3899"/>
                </a:lnTo>
                <a:lnTo>
                  <a:pt x="423690" y="3658"/>
                </a:lnTo>
                <a:lnTo>
                  <a:pt x="423192" y="3427"/>
                </a:lnTo>
                <a:lnTo>
                  <a:pt x="422686" y="3207"/>
                </a:lnTo>
                <a:lnTo>
                  <a:pt x="422174" y="2996"/>
                </a:lnTo>
                <a:lnTo>
                  <a:pt x="421654" y="2796"/>
                </a:lnTo>
                <a:lnTo>
                  <a:pt x="421127" y="2607"/>
                </a:lnTo>
                <a:lnTo>
                  <a:pt x="420593" y="2427"/>
                </a:lnTo>
                <a:lnTo>
                  <a:pt x="420052" y="2258"/>
                </a:lnTo>
                <a:lnTo>
                  <a:pt x="419504" y="2099"/>
                </a:lnTo>
                <a:lnTo>
                  <a:pt x="418948" y="1950"/>
                </a:lnTo>
                <a:lnTo>
                  <a:pt x="418386" y="1811"/>
                </a:lnTo>
                <a:lnTo>
                  <a:pt x="417816" y="1683"/>
                </a:lnTo>
                <a:lnTo>
                  <a:pt x="417239" y="1565"/>
                </a:lnTo>
                <a:lnTo>
                  <a:pt x="416655" y="1458"/>
                </a:lnTo>
                <a:lnTo>
                  <a:pt x="416063" y="1360"/>
                </a:lnTo>
                <a:lnTo>
                  <a:pt x="415465" y="1273"/>
                </a:lnTo>
                <a:lnTo>
                  <a:pt x="414859" y="1196"/>
                </a:lnTo>
                <a:lnTo>
                  <a:pt x="414246" y="1129"/>
                </a:lnTo>
                <a:lnTo>
                  <a:pt x="413626" y="1073"/>
                </a:lnTo>
                <a:lnTo>
                  <a:pt x="412998" y="1027"/>
                </a:lnTo>
                <a:lnTo>
                  <a:pt x="412364" y="991"/>
                </a:lnTo>
                <a:lnTo>
                  <a:pt x="411722" y="965"/>
                </a:lnTo>
                <a:lnTo>
                  <a:pt x="411073" y="950"/>
                </a:lnTo>
                <a:lnTo>
                  <a:pt x="410417" y="945"/>
                </a:lnTo>
                <a:lnTo>
                  <a:pt x="409752" y="950"/>
                </a:lnTo>
                <a:lnTo>
                  <a:pt x="409093" y="965"/>
                </a:lnTo>
                <a:lnTo>
                  <a:pt x="408443" y="990"/>
                </a:lnTo>
                <a:lnTo>
                  <a:pt x="407800" y="1025"/>
                </a:lnTo>
                <a:lnTo>
                  <a:pt x="407164" y="1070"/>
                </a:lnTo>
                <a:lnTo>
                  <a:pt x="406537" y="1126"/>
                </a:lnTo>
                <a:lnTo>
                  <a:pt x="405917" y="1191"/>
                </a:lnTo>
                <a:lnTo>
                  <a:pt x="405304" y="1266"/>
                </a:lnTo>
                <a:lnTo>
                  <a:pt x="404699" y="1352"/>
                </a:lnTo>
                <a:lnTo>
                  <a:pt x="404102" y="1447"/>
                </a:lnTo>
                <a:lnTo>
                  <a:pt x="403512" y="1553"/>
                </a:lnTo>
                <a:lnTo>
                  <a:pt x="402929" y="1668"/>
                </a:lnTo>
                <a:lnTo>
                  <a:pt x="402355" y="1794"/>
                </a:lnTo>
                <a:lnTo>
                  <a:pt x="401788" y="1930"/>
                </a:lnTo>
                <a:lnTo>
                  <a:pt x="401228" y="2075"/>
                </a:lnTo>
                <a:lnTo>
                  <a:pt x="400676" y="2231"/>
                </a:lnTo>
                <a:lnTo>
                  <a:pt x="400132" y="2397"/>
                </a:lnTo>
                <a:lnTo>
                  <a:pt x="399596" y="2573"/>
                </a:lnTo>
                <a:lnTo>
                  <a:pt x="399066" y="2759"/>
                </a:lnTo>
                <a:lnTo>
                  <a:pt x="398545" y="2955"/>
                </a:lnTo>
                <a:lnTo>
                  <a:pt x="398031" y="3161"/>
                </a:lnTo>
                <a:lnTo>
                  <a:pt x="397525" y="3377"/>
                </a:lnTo>
                <a:lnTo>
                  <a:pt x="397026" y="3603"/>
                </a:lnTo>
                <a:lnTo>
                  <a:pt x="396535" y="3840"/>
                </a:lnTo>
                <a:lnTo>
                  <a:pt x="396052" y="4085"/>
                </a:lnTo>
                <a:lnTo>
                  <a:pt x="395579" y="4337"/>
                </a:lnTo>
                <a:lnTo>
                  <a:pt x="395115" y="4598"/>
                </a:lnTo>
                <a:lnTo>
                  <a:pt x="394661" y="4865"/>
                </a:lnTo>
                <a:lnTo>
                  <a:pt x="394216" y="5141"/>
                </a:lnTo>
                <a:lnTo>
                  <a:pt x="393781" y="5424"/>
                </a:lnTo>
                <a:lnTo>
                  <a:pt x="393355" y="5714"/>
                </a:lnTo>
                <a:lnTo>
                  <a:pt x="392938" y="6012"/>
                </a:lnTo>
                <a:lnTo>
                  <a:pt x="392531" y="6318"/>
                </a:lnTo>
                <a:lnTo>
                  <a:pt x="392133" y="6632"/>
                </a:lnTo>
                <a:lnTo>
                  <a:pt x="391745" y="6952"/>
                </a:lnTo>
                <a:lnTo>
                  <a:pt x="391366" y="7281"/>
                </a:lnTo>
                <a:lnTo>
                  <a:pt x="390997" y="7617"/>
                </a:lnTo>
                <a:lnTo>
                  <a:pt x="390637" y="7961"/>
                </a:lnTo>
                <a:lnTo>
                  <a:pt x="390286" y="8312"/>
                </a:lnTo>
                <a:lnTo>
                  <a:pt x="389945" y="8671"/>
                </a:lnTo>
                <a:lnTo>
                  <a:pt x="389614" y="9037"/>
                </a:lnTo>
                <a:lnTo>
                  <a:pt x="389291" y="9411"/>
                </a:lnTo>
                <a:lnTo>
                  <a:pt x="388978" y="9793"/>
                </a:lnTo>
                <a:lnTo>
                  <a:pt x="388675" y="10182"/>
                </a:lnTo>
                <a:lnTo>
                  <a:pt x="388381" y="10579"/>
                </a:lnTo>
                <a:lnTo>
                  <a:pt x="388097" y="10983"/>
                </a:lnTo>
                <a:lnTo>
                  <a:pt x="387822" y="11395"/>
                </a:lnTo>
                <a:lnTo>
                  <a:pt x="387556" y="11815"/>
                </a:lnTo>
                <a:lnTo>
                  <a:pt x="387301" y="12241"/>
                </a:lnTo>
                <a:lnTo>
                  <a:pt x="387056" y="12673"/>
                </a:lnTo>
                <a:lnTo>
                  <a:pt x="386822" y="13110"/>
                </a:lnTo>
                <a:lnTo>
                  <a:pt x="386600" y="13554"/>
                </a:lnTo>
                <a:lnTo>
                  <a:pt x="386388" y="14003"/>
                </a:lnTo>
                <a:lnTo>
                  <a:pt x="386187" y="14458"/>
                </a:lnTo>
                <a:lnTo>
                  <a:pt x="385997" y="14919"/>
                </a:lnTo>
                <a:lnTo>
                  <a:pt x="385817" y="15385"/>
                </a:lnTo>
                <a:lnTo>
                  <a:pt x="385649" y="15857"/>
                </a:lnTo>
                <a:lnTo>
                  <a:pt x="385491" y="16335"/>
                </a:lnTo>
                <a:lnTo>
                  <a:pt x="385345" y="16818"/>
                </a:lnTo>
                <a:lnTo>
                  <a:pt x="385209" y="17308"/>
                </a:lnTo>
                <a:lnTo>
                  <a:pt x="385084" y="17803"/>
                </a:lnTo>
                <a:lnTo>
                  <a:pt x="384970" y="18304"/>
                </a:lnTo>
                <a:lnTo>
                  <a:pt x="384867" y="18810"/>
                </a:lnTo>
                <a:lnTo>
                  <a:pt x="384774" y="19323"/>
                </a:lnTo>
                <a:lnTo>
                  <a:pt x="384693" y="19841"/>
                </a:lnTo>
                <a:lnTo>
                  <a:pt x="384622" y="20364"/>
                </a:lnTo>
                <a:lnTo>
                  <a:pt x="384562" y="20894"/>
                </a:lnTo>
                <a:lnTo>
                  <a:pt x="384513" y="21429"/>
                </a:lnTo>
                <a:lnTo>
                  <a:pt x="384475" y="21970"/>
                </a:lnTo>
                <a:lnTo>
                  <a:pt x="384448" y="22517"/>
                </a:lnTo>
                <a:lnTo>
                  <a:pt x="384432" y="23069"/>
                </a:lnTo>
                <a:lnTo>
                  <a:pt x="384426" y="23628"/>
                </a:lnTo>
                <a:lnTo>
                  <a:pt x="384434" y="24282"/>
                </a:lnTo>
                <a:lnTo>
                  <a:pt x="384458" y="24926"/>
                </a:lnTo>
                <a:lnTo>
                  <a:pt x="384498" y="25560"/>
                </a:lnTo>
                <a:lnTo>
                  <a:pt x="384554" y="26184"/>
                </a:lnTo>
                <a:lnTo>
                  <a:pt x="384626" y="26797"/>
                </a:lnTo>
                <a:lnTo>
                  <a:pt x="384714" y="27401"/>
                </a:lnTo>
                <a:lnTo>
                  <a:pt x="384818" y="27994"/>
                </a:lnTo>
                <a:lnTo>
                  <a:pt x="384938" y="28576"/>
                </a:lnTo>
                <a:lnTo>
                  <a:pt x="385074" y="29149"/>
                </a:lnTo>
                <a:lnTo>
                  <a:pt x="385226" y="29711"/>
                </a:lnTo>
                <a:lnTo>
                  <a:pt x="385394" y="30263"/>
                </a:lnTo>
                <a:lnTo>
                  <a:pt x="385578" y="30805"/>
                </a:lnTo>
                <a:lnTo>
                  <a:pt x="385778" y="31336"/>
                </a:lnTo>
                <a:lnTo>
                  <a:pt x="385994" y="31857"/>
                </a:lnTo>
                <a:lnTo>
                  <a:pt x="386226" y="32368"/>
                </a:lnTo>
                <a:lnTo>
                  <a:pt x="386474" y="32869"/>
                </a:lnTo>
                <a:lnTo>
                  <a:pt x="386738" y="33360"/>
                </a:lnTo>
                <a:lnTo>
                  <a:pt x="387018" y="33840"/>
                </a:lnTo>
                <a:lnTo>
                  <a:pt x="387314" y="34310"/>
                </a:lnTo>
                <a:lnTo>
                  <a:pt x="387626" y="34769"/>
                </a:lnTo>
                <a:lnTo>
                  <a:pt x="387954" y="35219"/>
                </a:lnTo>
                <a:lnTo>
                  <a:pt x="388298" y="35658"/>
                </a:lnTo>
                <a:lnTo>
                  <a:pt x="388658" y="36087"/>
                </a:lnTo>
                <a:lnTo>
                  <a:pt x="389034" y="36506"/>
                </a:lnTo>
                <a:lnTo>
                  <a:pt x="389427" y="36916"/>
                </a:lnTo>
                <a:lnTo>
                  <a:pt x="389838" y="37321"/>
                </a:lnTo>
                <a:lnTo>
                  <a:pt x="390267" y="37720"/>
                </a:lnTo>
                <a:lnTo>
                  <a:pt x="390714" y="38113"/>
                </a:lnTo>
                <a:lnTo>
                  <a:pt x="391180" y="38501"/>
                </a:lnTo>
                <a:lnTo>
                  <a:pt x="391663" y="38883"/>
                </a:lnTo>
                <a:lnTo>
                  <a:pt x="392164" y="39259"/>
                </a:lnTo>
                <a:lnTo>
                  <a:pt x="392683" y="39629"/>
                </a:lnTo>
                <a:lnTo>
                  <a:pt x="393221" y="39994"/>
                </a:lnTo>
                <a:lnTo>
                  <a:pt x="393776" y="40353"/>
                </a:lnTo>
                <a:lnTo>
                  <a:pt x="394349" y="40706"/>
                </a:lnTo>
                <a:lnTo>
                  <a:pt x="394941" y="41053"/>
                </a:lnTo>
                <a:lnTo>
                  <a:pt x="395551" y="41395"/>
                </a:lnTo>
                <a:lnTo>
                  <a:pt x="396178" y="41731"/>
                </a:lnTo>
                <a:lnTo>
                  <a:pt x="396824" y="42061"/>
                </a:lnTo>
                <a:lnTo>
                  <a:pt x="397487" y="42386"/>
                </a:lnTo>
                <a:lnTo>
                  <a:pt x="398169" y="42704"/>
                </a:lnTo>
                <a:lnTo>
                  <a:pt x="398869" y="43017"/>
                </a:lnTo>
                <a:lnTo>
                  <a:pt x="399587" y="43325"/>
                </a:lnTo>
                <a:lnTo>
                  <a:pt x="400323" y="43626"/>
                </a:lnTo>
                <a:lnTo>
                  <a:pt x="401076" y="43922"/>
                </a:lnTo>
                <a:lnTo>
                  <a:pt x="401848" y="44212"/>
                </a:lnTo>
                <a:lnTo>
                  <a:pt x="402638" y="44496"/>
                </a:lnTo>
                <a:lnTo>
                  <a:pt x="403446" y="44775"/>
                </a:lnTo>
                <a:lnTo>
                  <a:pt x="403869" y="44912"/>
                </a:lnTo>
                <a:lnTo>
                  <a:pt x="404290" y="45049"/>
                </a:lnTo>
                <a:lnTo>
                  <a:pt x="404710" y="45185"/>
                </a:lnTo>
                <a:lnTo>
                  <a:pt x="405128" y="45321"/>
                </a:lnTo>
                <a:lnTo>
                  <a:pt x="405545" y="45456"/>
                </a:lnTo>
                <a:lnTo>
                  <a:pt x="405961" y="45591"/>
                </a:lnTo>
                <a:lnTo>
                  <a:pt x="406375" y="45725"/>
                </a:lnTo>
                <a:lnTo>
                  <a:pt x="406787" y="45858"/>
                </a:lnTo>
                <a:lnTo>
                  <a:pt x="407198" y="45991"/>
                </a:lnTo>
                <a:lnTo>
                  <a:pt x="407608" y="46123"/>
                </a:lnTo>
                <a:lnTo>
                  <a:pt x="408016" y="46254"/>
                </a:lnTo>
                <a:lnTo>
                  <a:pt x="408423" y="46385"/>
                </a:lnTo>
                <a:lnTo>
                  <a:pt x="408829" y="46515"/>
                </a:lnTo>
                <a:lnTo>
                  <a:pt x="409232" y="46644"/>
                </a:lnTo>
                <a:lnTo>
                  <a:pt x="409635" y="46773"/>
                </a:lnTo>
                <a:lnTo>
                  <a:pt x="410036" y="46902"/>
                </a:lnTo>
                <a:lnTo>
                  <a:pt x="410436" y="47029"/>
                </a:lnTo>
                <a:lnTo>
                  <a:pt x="410834" y="47156"/>
                </a:lnTo>
                <a:lnTo>
                  <a:pt x="411231" y="47283"/>
                </a:lnTo>
                <a:lnTo>
                  <a:pt x="411626" y="47409"/>
                </a:lnTo>
                <a:lnTo>
                  <a:pt x="412020" y="47534"/>
                </a:lnTo>
                <a:lnTo>
                  <a:pt x="412413" y="47658"/>
                </a:lnTo>
                <a:lnTo>
                  <a:pt x="412804" y="47782"/>
                </a:lnTo>
                <a:lnTo>
                  <a:pt x="413193" y="47906"/>
                </a:lnTo>
                <a:lnTo>
                  <a:pt x="413580" y="48030"/>
                </a:lnTo>
                <a:lnTo>
                  <a:pt x="413963" y="48155"/>
                </a:lnTo>
                <a:lnTo>
                  <a:pt x="414343" y="48281"/>
                </a:lnTo>
                <a:lnTo>
                  <a:pt x="414718" y="48409"/>
                </a:lnTo>
                <a:lnTo>
                  <a:pt x="415089" y="48539"/>
                </a:lnTo>
                <a:lnTo>
                  <a:pt x="415457" y="48670"/>
                </a:lnTo>
                <a:lnTo>
                  <a:pt x="415820" y="48802"/>
                </a:lnTo>
                <a:lnTo>
                  <a:pt x="416180" y="48936"/>
                </a:lnTo>
                <a:lnTo>
                  <a:pt x="416536" y="49071"/>
                </a:lnTo>
                <a:lnTo>
                  <a:pt x="416888" y="49208"/>
                </a:lnTo>
                <a:lnTo>
                  <a:pt x="417236" y="49346"/>
                </a:lnTo>
                <a:lnTo>
                  <a:pt x="417580" y="49486"/>
                </a:lnTo>
                <a:lnTo>
                  <a:pt x="417920" y="49627"/>
                </a:lnTo>
                <a:lnTo>
                  <a:pt x="418256" y="49769"/>
                </a:lnTo>
                <a:lnTo>
                  <a:pt x="418589" y="49913"/>
                </a:lnTo>
                <a:lnTo>
                  <a:pt x="418917" y="50059"/>
                </a:lnTo>
                <a:lnTo>
                  <a:pt x="419242" y="50205"/>
                </a:lnTo>
                <a:lnTo>
                  <a:pt x="419562" y="50354"/>
                </a:lnTo>
                <a:lnTo>
                  <a:pt x="419879" y="50503"/>
                </a:lnTo>
                <a:lnTo>
                  <a:pt x="420192" y="50654"/>
                </a:lnTo>
                <a:lnTo>
                  <a:pt x="420501" y="50807"/>
                </a:lnTo>
                <a:lnTo>
                  <a:pt x="420806" y="50961"/>
                </a:lnTo>
                <a:lnTo>
                  <a:pt x="421107" y="51116"/>
                </a:lnTo>
                <a:lnTo>
                  <a:pt x="421405" y="51273"/>
                </a:lnTo>
                <a:lnTo>
                  <a:pt x="421697" y="51433"/>
                </a:lnTo>
                <a:lnTo>
                  <a:pt x="421985" y="51596"/>
                </a:lnTo>
                <a:lnTo>
                  <a:pt x="422267" y="51763"/>
                </a:lnTo>
                <a:lnTo>
                  <a:pt x="422545" y="51934"/>
                </a:lnTo>
                <a:lnTo>
                  <a:pt x="422817" y="52109"/>
                </a:lnTo>
                <a:lnTo>
                  <a:pt x="423084" y="52288"/>
                </a:lnTo>
                <a:lnTo>
                  <a:pt x="423346" y="52471"/>
                </a:lnTo>
                <a:lnTo>
                  <a:pt x="423603" y="52658"/>
                </a:lnTo>
                <a:lnTo>
                  <a:pt x="423855" y="52848"/>
                </a:lnTo>
                <a:lnTo>
                  <a:pt x="424102" y="53043"/>
                </a:lnTo>
                <a:lnTo>
                  <a:pt x="424343" y="53241"/>
                </a:lnTo>
                <a:lnTo>
                  <a:pt x="424579" y="53444"/>
                </a:lnTo>
                <a:lnTo>
                  <a:pt x="424811" y="53650"/>
                </a:lnTo>
                <a:lnTo>
                  <a:pt x="425037" y="53860"/>
                </a:lnTo>
                <a:lnTo>
                  <a:pt x="425258" y="54074"/>
                </a:lnTo>
                <a:lnTo>
                  <a:pt x="425474" y="54292"/>
                </a:lnTo>
                <a:lnTo>
                  <a:pt x="425684" y="54514"/>
                </a:lnTo>
                <a:lnTo>
                  <a:pt x="425890" y="54740"/>
                </a:lnTo>
                <a:lnTo>
                  <a:pt x="426091" y="54969"/>
                </a:lnTo>
                <a:lnTo>
                  <a:pt x="426286" y="55203"/>
                </a:lnTo>
                <a:lnTo>
                  <a:pt x="426476" y="55440"/>
                </a:lnTo>
                <a:lnTo>
                  <a:pt x="426661" y="55682"/>
                </a:lnTo>
                <a:lnTo>
                  <a:pt x="426841" y="55927"/>
                </a:lnTo>
                <a:lnTo>
                  <a:pt x="427016" y="56176"/>
                </a:lnTo>
                <a:lnTo>
                  <a:pt x="427185" y="56431"/>
                </a:lnTo>
                <a:lnTo>
                  <a:pt x="427346" y="56691"/>
                </a:lnTo>
                <a:lnTo>
                  <a:pt x="427501" y="56958"/>
                </a:lnTo>
                <a:lnTo>
                  <a:pt x="427648" y="57231"/>
                </a:lnTo>
                <a:lnTo>
                  <a:pt x="427788" y="57511"/>
                </a:lnTo>
                <a:lnTo>
                  <a:pt x="427921" y="57797"/>
                </a:lnTo>
                <a:lnTo>
                  <a:pt x="428046" y="58089"/>
                </a:lnTo>
                <a:lnTo>
                  <a:pt x="428165" y="58388"/>
                </a:lnTo>
                <a:lnTo>
                  <a:pt x="428276" y="58693"/>
                </a:lnTo>
                <a:lnTo>
                  <a:pt x="428380" y="59005"/>
                </a:lnTo>
                <a:lnTo>
                  <a:pt x="428477" y="59322"/>
                </a:lnTo>
                <a:lnTo>
                  <a:pt x="428567" y="59647"/>
                </a:lnTo>
                <a:lnTo>
                  <a:pt x="428650" y="59977"/>
                </a:lnTo>
                <a:lnTo>
                  <a:pt x="428725" y="60314"/>
                </a:lnTo>
                <a:lnTo>
                  <a:pt x="428793" y="60657"/>
                </a:lnTo>
                <a:lnTo>
                  <a:pt x="428854" y="61007"/>
                </a:lnTo>
                <a:lnTo>
                  <a:pt x="428908" y="61363"/>
                </a:lnTo>
                <a:lnTo>
                  <a:pt x="428955" y="61725"/>
                </a:lnTo>
                <a:lnTo>
                  <a:pt x="428994" y="62094"/>
                </a:lnTo>
                <a:lnTo>
                  <a:pt x="429026" y="62469"/>
                </a:lnTo>
                <a:lnTo>
                  <a:pt x="429052" y="62850"/>
                </a:lnTo>
                <a:lnTo>
                  <a:pt x="429070" y="63238"/>
                </a:lnTo>
                <a:lnTo>
                  <a:pt x="429080" y="63632"/>
                </a:lnTo>
                <a:lnTo>
                  <a:pt x="429084" y="64032"/>
                </a:lnTo>
                <a:lnTo>
                  <a:pt x="429080" y="64366"/>
                </a:lnTo>
                <a:lnTo>
                  <a:pt x="429070" y="64696"/>
                </a:lnTo>
                <a:lnTo>
                  <a:pt x="429052" y="65024"/>
                </a:lnTo>
                <a:lnTo>
                  <a:pt x="429026" y="65348"/>
                </a:lnTo>
                <a:lnTo>
                  <a:pt x="428994" y="65670"/>
                </a:lnTo>
                <a:lnTo>
                  <a:pt x="428955" y="65989"/>
                </a:lnTo>
                <a:lnTo>
                  <a:pt x="428908" y="66305"/>
                </a:lnTo>
                <a:lnTo>
                  <a:pt x="428854" y="66618"/>
                </a:lnTo>
                <a:lnTo>
                  <a:pt x="428793" y="66929"/>
                </a:lnTo>
                <a:lnTo>
                  <a:pt x="428725" y="67236"/>
                </a:lnTo>
                <a:lnTo>
                  <a:pt x="428650" y="67541"/>
                </a:lnTo>
                <a:lnTo>
                  <a:pt x="428567" y="67842"/>
                </a:lnTo>
                <a:lnTo>
                  <a:pt x="428477" y="68141"/>
                </a:lnTo>
                <a:lnTo>
                  <a:pt x="428380" y="68437"/>
                </a:lnTo>
                <a:lnTo>
                  <a:pt x="428276" y="68730"/>
                </a:lnTo>
                <a:lnTo>
                  <a:pt x="428165" y="69021"/>
                </a:lnTo>
                <a:lnTo>
                  <a:pt x="428046" y="69308"/>
                </a:lnTo>
                <a:lnTo>
                  <a:pt x="427921" y="69592"/>
                </a:lnTo>
                <a:lnTo>
                  <a:pt x="427788" y="69874"/>
                </a:lnTo>
                <a:lnTo>
                  <a:pt x="427648" y="70153"/>
                </a:lnTo>
                <a:lnTo>
                  <a:pt x="427501" y="70429"/>
                </a:lnTo>
                <a:lnTo>
                  <a:pt x="427346" y="70702"/>
                </a:lnTo>
                <a:lnTo>
                  <a:pt x="427185" y="70972"/>
                </a:lnTo>
                <a:lnTo>
                  <a:pt x="427016" y="71239"/>
                </a:lnTo>
                <a:lnTo>
                  <a:pt x="426841" y="71503"/>
                </a:lnTo>
                <a:lnTo>
                  <a:pt x="426658" y="71762"/>
                </a:lnTo>
                <a:lnTo>
                  <a:pt x="426470" y="72015"/>
                </a:lnTo>
                <a:lnTo>
                  <a:pt x="426274" y="72265"/>
                </a:lnTo>
                <a:lnTo>
                  <a:pt x="426073" y="72509"/>
                </a:lnTo>
                <a:lnTo>
                  <a:pt x="425864" y="72749"/>
                </a:lnTo>
                <a:lnTo>
                  <a:pt x="425649" y="72984"/>
                </a:lnTo>
                <a:lnTo>
                  <a:pt x="425428" y="73215"/>
                </a:lnTo>
                <a:lnTo>
                  <a:pt x="425200" y="73440"/>
                </a:lnTo>
                <a:lnTo>
                  <a:pt x="424965" y="73661"/>
                </a:lnTo>
                <a:lnTo>
                  <a:pt x="424724" y="73877"/>
                </a:lnTo>
                <a:lnTo>
                  <a:pt x="424476" y="74089"/>
                </a:lnTo>
                <a:lnTo>
                  <a:pt x="424221" y="74296"/>
                </a:lnTo>
                <a:lnTo>
                  <a:pt x="423960" y="74498"/>
                </a:lnTo>
                <a:lnTo>
                  <a:pt x="423693" y="74695"/>
                </a:lnTo>
                <a:lnTo>
                  <a:pt x="423419" y="74888"/>
                </a:lnTo>
                <a:lnTo>
                  <a:pt x="423138" y="75076"/>
                </a:lnTo>
                <a:lnTo>
                  <a:pt x="422851" y="75259"/>
                </a:lnTo>
                <a:lnTo>
                  <a:pt x="422557" y="75438"/>
                </a:lnTo>
                <a:lnTo>
                  <a:pt x="422257" y="75612"/>
                </a:lnTo>
                <a:lnTo>
                  <a:pt x="421950" y="75781"/>
                </a:lnTo>
                <a:lnTo>
                  <a:pt x="421637" y="75945"/>
                </a:lnTo>
                <a:lnTo>
                  <a:pt x="421317" y="76105"/>
                </a:lnTo>
                <a:lnTo>
                  <a:pt x="420990" y="76260"/>
                </a:lnTo>
                <a:lnTo>
                  <a:pt x="420657" y="76409"/>
                </a:lnTo>
                <a:lnTo>
                  <a:pt x="420319" y="76552"/>
                </a:lnTo>
                <a:lnTo>
                  <a:pt x="419976" y="76689"/>
                </a:lnTo>
                <a:lnTo>
                  <a:pt x="419627" y="76819"/>
                </a:lnTo>
                <a:lnTo>
                  <a:pt x="419272" y="76943"/>
                </a:lnTo>
                <a:lnTo>
                  <a:pt x="418912" y="77060"/>
                </a:lnTo>
                <a:lnTo>
                  <a:pt x="418546" y="77172"/>
                </a:lnTo>
                <a:lnTo>
                  <a:pt x="418175" y="77276"/>
                </a:lnTo>
                <a:lnTo>
                  <a:pt x="417798" y="77375"/>
                </a:lnTo>
                <a:lnTo>
                  <a:pt x="417416" y="77467"/>
                </a:lnTo>
                <a:lnTo>
                  <a:pt x="417028" y="77553"/>
                </a:lnTo>
                <a:lnTo>
                  <a:pt x="416634" y="77632"/>
                </a:lnTo>
                <a:lnTo>
                  <a:pt x="416235" y="77705"/>
                </a:lnTo>
                <a:lnTo>
                  <a:pt x="415831" y="77772"/>
                </a:lnTo>
                <a:lnTo>
                  <a:pt x="415421" y="77832"/>
                </a:lnTo>
                <a:lnTo>
                  <a:pt x="415005" y="77886"/>
                </a:lnTo>
                <a:lnTo>
                  <a:pt x="414584" y="77934"/>
                </a:lnTo>
                <a:lnTo>
                  <a:pt x="414157" y="77975"/>
                </a:lnTo>
                <a:lnTo>
                  <a:pt x="413725" y="78010"/>
                </a:lnTo>
                <a:lnTo>
                  <a:pt x="413287" y="78039"/>
                </a:lnTo>
                <a:lnTo>
                  <a:pt x="412844" y="78061"/>
                </a:lnTo>
                <a:lnTo>
                  <a:pt x="412395" y="78077"/>
                </a:lnTo>
                <a:lnTo>
                  <a:pt x="411941" y="78086"/>
                </a:lnTo>
                <a:lnTo>
                  <a:pt x="411481" y="78090"/>
                </a:lnTo>
                <a:lnTo>
                  <a:pt x="410953" y="78085"/>
                </a:lnTo>
                <a:lnTo>
                  <a:pt x="410432" y="78073"/>
                </a:lnTo>
                <a:lnTo>
                  <a:pt x="409918" y="78052"/>
                </a:lnTo>
                <a:lnTo>
                  <a:pt x="409412" y="78022"/>
                </a:lnTo>
                <a:lnTo>
                  <a:pt x="408912" y="77984"/>
                </a:lnTo>
                <a:lnTo>
                  <a:pt x="408420" y="77938"/>
                </a:lnTo>
                <a:lnTo>
                  <a:pt x="407935" y="77884"/>
                </a:lnTo>
                <a:lnTo>
                  <a:pt x="407458" y="77821"/>
                </a:lnTo>
                <a:lnTo>
                  <a:pt x="406987" y="77749"/>
                </a:lnTo>
                <a:lnTo>
                  <a:pt x="406523" y="77669"/>
                </a:lnTo>
                <a:lnTo>
                  <a:pt x="406067" y="77581"/>
                </a:lnTo>
                <a:lnTo>
                  <a:pt x="405618" y="77484"/>
                </a:lnTo>
                <a:lnTo>
                  <a:pt x="405176" y="77379"/>
                </a:lnTo>
                <a:lnTo>
                  <a:pt x="404742" y="77266"/>
                </a:lnTo>
                <a:lnTo>
                  <a:pt x="404314" y="77144"/>
                </a:lnTo>
                <a:lnTo>
                  <a:pt x="403894" y="77014"/>
                </a:lnTo>
                <a:lnTo>
                  <a:pt x="403480" y="76875"/>
                </a:lnTo>
                <a:lnTo>
                  <a:pt x="403074" y="76728"/>
                </a:lnTo>
                <a:lnTo>
                  <a:pt x="402676" y="76572"/>
                </a:lnTo>
                <a:lnTo>
                  <a:pt x="402284" y="76408"/>
                </a:lnTo>
                <a:lnTo>
                  <a:pt x="401900" y="76236"/>
                </a:lnTo>
                <a:lnTo>
                  <a:pt x="401522" y="76055"/>
                </a:lnTo>
                <a:lnTo>
                  <a:pt x="401152" y="75866"/>
                </a:lnTo>
                <a:lnTo>
                  <a:pt x="400789" y="75669"/>
                </a:lnTo>
                <a:lnTo>
                  <a:pt x="400434" y="75464"/>
                </a:lnTo>
                <a:lnTo>
                  <a:pt x="400085" y="75253"/>
                </a:lnTo>
                <a:lnTo>
                  <a:pt x="399744" y="75037"/>
                </a:lnTo>
                <a:lnTo>
                  <a:pt x="399409" y="74815"/>
                </a:lnTo>
                <a:lnTo>
                  <a:pt x="399082" y="74587"/>
                </a:lnTo>
                <a:lnTo>
                  <a:pt x="398762" y="74354"/>
                </a:lnTo>
                <a:lnTo>
                  <a:pt x="398450" y="74115"/>
                </a:lnTo>
                <a:lnTo>
                  <a:pt x="398144" y="73870"/>
                </a:lnTo>
                <a:lnTo>
                  <a:pt x="397846" y="73619"/>
                </a:lnTo>
                <a:lnTo>
                  <a:pt x="397555" y="73363"/>
                </a:lnTo>
                <a:lnTo>
                  <a:pt x="397271" y="73100"/>
                </a:lnTo>
                <a:lnTo>
                  <a:pt x="396994" y="72833"/>
                </a:lnTo>
                <a:lnTo>
                  <a:pt x="396724" y="72559"/>
                </a:lnTo>
                <a:lnTo>
                  <a:pt x="396462" y="72280"/>
                </a:lnTo>
                <a:lnTo>
                  <a:pt x="396206" y="71994"/>
                </a:lnTo>
                <a:lnTo>
                  <a:pt x="395958" y="71704"/>
                </a:lnTo>
                <a:lnTo>
                  <a:pt x="395717" y="71407"/>
                </a:lnTo>
                <a:lnTo>
                  <a:pt x="395483" y="71105"/>
                </a:lnTo>
                <a:lnTo>
                  <a:pt x="395257" y="70797"/>
                </a:lnTo>
                <a:lnTo>
                  <a:pt x="395037" y="70483"/>
                </a:lnTo>
                <a:lnTo>
                  <a:pt x="394825" y="70163"/>
                </a:lnTo>
                <a:lnTo>
                  <a:pt x="394620" y="69838"/>
                </a:lnTo>
                <a:lnTo>
                  <a:pt x="394422" y="69507"/>
                </a:lnTo>
                <a:lnTo>
                  <a:pt x="394231" y="69170"/>
                </a:lnTo>
                <a:lnTo>
                  <a:pt x="394048" y="68829"/>
                </a:lnTo>
                <a:lnTo>
                  <a:pt x="393873" y="68485"/>
                </a:lnTo>
                <a:lnTo>
                  <a:pt x="393705" y="68139"/>
                </a:lnTo>
                <a:lnTo>
                  <a:pt x="393545" y="67790"/>
                </a:lnTo>
                <a:lnTo>
                  <a:pt x="393393" y="67438"/>
                </a:lnTo>
                <a:lnTo>
                  <a:pt x="393249" y="67084"/>
                </a:lnTo>
                <a:lnTo>
                  <a:pt x="393113" y="66727"/>
                </a:lnTo>
                <a:lnTo>
                  <a:pt x="392984" y="66367"/>
                </a:lnTo>
                <a:lnTo>
                  <a:pt x="392864" y="66005"/>
                </a:lnTo>
                <a:lnTo>
                  <a:pt x="392751" y="65640"/>
                </a:lnTo>
                <a:lnTo>
                  <a:pt x="392645" y="65273"/>
                </a:lnTo>
                <a:lnTo>
                  <a:pt x="392548" y="64902"/>
                </a:lnTo>
                <a:lnTo>
                  <a:pt x="392458" y="64529"/>
                </a:lnTo>
                <a:lnTo>
                  <a:pt x="392376" y="64154"/>
                </a:lnTo>
                <a:lnTo>
                  <a:pt x="392302" y="63775"/>
                </a:lnTo>
                <a:lnTo>
                  <a:pt x="392236" y="63394"/>
                </a:lnTo>
                <a:lnTo>
                  <a:pt x="392178" y="63011"/>
                </a:lnTo>
                <a:lnTo>
                  <a:pt x="392127" y="62624"/>
                </a:lnTo>
                <a:lnTo>
                  <a:pt x="392084" y="62235"/>
                </a:lnTo>
                <a:lnTo>
                  <a:pt x="392049" y="61844"/>
                </a:lnTo>
                <a:lnTo>
                  <a:pt x="392022" y="61449"/>
                </a:lnTo>
                <a:lnTo>
                  <a:pt x="392002" y="61052"/>
                </a:lnTo>
                <a:lnTo>
                  <a:pt x="391991" y="60653"/>
                </a:lnTo>
                <a:lnTo>
                  <a:pt x="391987" y="60250"/>
                </a:lnTo>
                <a:lnTo>
                  <a:pt x="381591" y="60250"/>
                </a:lnTo>
                <a:lnTo>
                  <a:pt x="381597" y="60897"/>
                </a:lnTo>
                <a:lnTo>
                  <a:pt x="381616" y="61537"/>
                </a:lnTo>
                <a:lnTo>
                  <a:pt x="381648" y="62170"/>
                </a:lnTo>
                <a:lnTo>
                  <a:pt x="381693" y="62797"/>
                </a:lnTo>
                <a:lnTo>
                  <a:pt x="381750" y="63418"/>
                </a:lnTo>
                <a:lnTo>
                  <a:pt x="381820" y="64031"/>
                </a:lnTo>
                <a:lnTo>
                  <a:pt x="381902" y="64639"/>
                </a:lnTo>
                <a:lnTo>
                  <a:pt x="381998" y="65239"/>
                </a:lnTo>
                <a:lnTo>
                  <a:pt x="382106" y="65833"/>
                </a:lnTo>
                <a:lnTo>
                  <a:pt x="382227" y="66421"/>
                </a:lnTo>
                <a:lnTo>
                  <a:pt x="382360" y="67002"/>
                </a:lnTo>
                <a:lnTo>
                  <a:pt x="382506" y="67576"/>
                </a:lnTo>
                <a:lnTo>
                  <a:pt x="382665" y="68144"/>
                </a:lnTo>
                <a:lnTo>
                  <a:pt x="382837" y="68705"/>
                </a:lnTo>
                <a:lnTo>
                  <a:pt x="383021" y="69260"/>
                </a:lnTo>
                <a:lnTo>
                  <a:pt x="383218" y="69808"/>
                </a:lnTo>
                <a:lnTo>
                  <a:pt x="383428" y="70349"/>
                </a:lnTo>
                <a:lnTo>
                  <a:pt x="383650" y="70884"/>
                </a:lnTo>
                <a:lnTo>
                  <a:pt x="383886" y="71413"/>
                </a:lnTo>
                <a:lnTo>
                  <a:pt x="384133" y="71934"/>
                </a:lnTo>
                <a:lnTo>
                  <a:pt x="384394" y="72450"/>
                </a:lnTo>
                <a:lnTo>
                  <a:pt x="384667" y="72958"/>
                </a:lnTo>
                <a:lnTo>
                  <a:pt x="384953" y="73461"/>
                </a:lnTo>
                <a:lnTo>
                  <a:pt x="385252" y="73956"/>
                </a:lnTo>
                <a:lnTo>
                  <a:pt x="385563" y="74444"/>
                </a:lnTo>
                <a:lnTo>
                  <a:pt x="385884" y="74922"/>
                </a:lnTo>
                <a:lnTo>
                  <a:pt x="386216" y="75392"/>
                </a:lnTo>
                <a:lnTo>
                  <a:pt x="386558" y="75852"/>
                </a:lnTo>
                <a:lnTo>
                  <a:pt x="386912" y="76304"/>
                </a:lnTo>
                <a:lnTo>
                  <a:pt x="387275" y="76746"/>
                </a:lnTo>
                <a:lnTo>
                  <a:pt x="387650" y="77180"/>
                </a:lnTo>
                <a:lnTo>
                  <a:pt x="388035" y="77604"/>
                </a:lnTo>
                <a:lnTo>
                  <a:pt x="388431" y="78020"/>
                </a:lnTo>
                <a:lnTo>
                  <a:pt x="388838" y="78426"/>
                </a:lnTo>
                <a:lnTo>
                  <a:pt x="389255" y="78824"/>
                </a:lnTo>
                <a:lnTo>
                  <a:pt x="389683" y="79212"/>
                </a:lnTo>
                <a:lnTo>
                  <a:pt x="390121" y="79592"/>
                </a:lnTo>
                <a:lnTo>
                  <a:pt x="390570" y="79962"/>
                </a:lnTo>
                <a:lnTo>
                  <a:pt x="391030" y="80323"/>
                </a:lnTo>
                <a:lnTo>
                  <a:pt x="391501" y="80676"/>
                </a:lnTo>
                <a:lnTo>
                  <a:pt x="391982" y="81019"/>
                </a:lnTo>
                <a:lnTo>
                  <a:pt x="392473" y="81353"/>
                </a:lnTo>
                <a:lnTo>
                  <a:pt x="392976" y="81678"/>
                </a:lnTo>
                <a:lnTo>
                  <a:pt x="393489" y="81995"/>
                </a:lnTo>
                <a:lnTo>
                  <a:pt x="394013" y="82302"/>
                </a:lnTo>
                <a:lnTo>
                  <a:pt x="394547" y="82600"/>
                </a:lnTo>
                <a:lnTo>
                  <a:pt x="395092" y="82889"/>
                </a:lnTo>
                <a:lnTo>
                  <a:pt x="395648" y="83169"/>
                </a:lnTo>
                <a:lnTo>
                  <a:pt x="396213" y="83439"/>
                </a:lnTo>
                <a:lnTo>
                  <a:pt x="396787" y="83698"/>
                </a:lnTo>
                <a:lnTo>
                  <a:pt x="397369" y="83945"/>
                </a:lnTo>
                <a:lnTo>
                  <a:pt x="397959" y="84180"/>
                </a:lnTo>
                <a:lnTo>
                  <a:pt x="398557" y="84404"/>
                </a:lnTo>
                <a:lnTo>
                  <a:pt x="399163" y="84617"/>
                </a:lnTo>
                <a:lnTo>
                  <a:pt x="399778" y="84818"/>
                </a:lnTo>
                <a:lnTo>
                  <a:pt x="400400" y="85007"/>
                </a:lnTo>
                <a:lnTo>
                  <a:pt x="401031" y="85185"/>
                </a:lnTo>
                <a:lnTo>
                  <a:pt x="401671" y="85352"/>
                </a:lnTo>
                <a:lnTo>
                  <a:pt x="402318" y="85507"/>
                </a:lnTo>
                <a:lnTo>
                  <a:pt x="402974" y="85650"/>
                </a:lnTo>
                <a:lnTo>
                  <a:pt x="403637" y="85782"/>
                </a:lnTo>
                <a:lnTo>
                  <a:pt x="404309" y="85903"/>
                </a:lnTo>
                <a:lnTo>
                  <a:pt x="404990" y="86012"/>
                </a:lnTo>
                <a:lnTo>
                  <a:pt x="405678" y="86110"/>
                </a:lnTo>
                <a:lnTo>
                  <a:pt x="406375" y="86196"/>
                </a:lnTo>
                <a:lnTo>
                  <a:pt x="407080" y="86271"/>
                </a:lnTo>
                <a:lnTo>
                  <a:pt x="407793" y="86334"/>
                </a:lnTo>
                <a:lnTo>
                  <a:pt x="408514" y="86385"/>
                </a:lnTo>
                <a:lnTo>
                  <a:pt x="409243" y="86426"/>
                </a:lnTo>
                <a:lnTo>
                  <a:pt x="409981" y="86454"/>
                </a:lnTo>
                <a:lnTo>
                  <a:pt x="410727" y="86472"/>
                </a:lnTo>
                <a:lnTo>
                  <a:pt x="411481" y="86477"/>
                </a:lnTo>
                <a:lnTo>
                  <a:pt x="412253" y="86472"/>
                </a:lnTo>
                <a:lnTo>
                  <a:pt x="413014" y="86454"/>
                </a:lnTo>
                <a:lnTo>
                  <a:pt x="413764" y="86426"/>
                </a:lnTo>
                <a:lnTo>
                  <a:pt x="414503" y="86385"/>
                </a:lnTo>
                <a:close/>
                <a:moveTo>
                  <a:pt x="147858" y="86371"/>
                </a:moveTo>
                <a:lnTo>
                  <a:pt x="148537" y="86311"/>
                </a:lnTo>
                <a:lnTo>
                  <a:pt x="149210" y="86238"/>
                </a:lnTo>
                <a:lnTo>
                  <a:pt x="149876" y="86151"/>
                </a:lnTo>
                <a:lnTo>
                  <a:pt x="150536" y="86051"/>
                </a:lnTo>
                <a:lnTo>
                  <a:pt x="151189" y="85938"/>
                </a:lnTo>
                <a:lnTo>
                  <a:pt x="151836" y="85811"/>
                </a:lnTo>
                <a:lnTo>
                  <a:pt x="152476" y="85671"/>
                </a:lnTo>
                <a:lnTo>
                  <a:pt x="153109" y="85518"/>
                </a:lnTo>
                <a:lnTo>
                  <a:pt x="153736" y="85351"/>
                </a:lnTo>
                <a:lnTo>
                  <a:pt x="154356" y="85171"/>
                </a:lnTo>
                <a:lnTo>
                  <a:pt x="154970" y="84978"/>
                </a:lnTo>
                <a:lnTo>
                  <a:pt x="155577" y="84772"/>
                </a:lnTo>
                <a:lnTo>
                  <a:pt x="156178" y="84552"/>
                </a:lnTo>
                <a:lnTo>
                  <a:pt x="156772" y="84319"/>
                </a:lnTo>
                <a:lnTo>
                  <a:pt x="157359" y="84072"/>
                </a:lnTo>
                <a:lnTo>
                  <a:pt x="157940" y="83812"/>
                </a:lnTo>
                <a:lnTo>
                  <a:pt x="158514" y="83539"/>
                </a:lnTo>
                <a:lnTo>
                  <a:pt x="159082" y="83252"/>
                </a:lnTo>
                <a:lnTo>
                  <a:pt x="159643" y="82953"/>
                </a:lnTo>
                <a:lnTo>
                  <a:pt x="160198" y="82639"/>
                </a:lnTo>
                <a:lnTo>
                  <a:pt x="160744" y="82314"/>
                </a:lnTo>
                <a:lnTo>
                  <a:pt x="161281" y="81977"/>
                </a:lnTo>
                <a:lnTo>
                  <a:pt x="161809" y="81630"/>
                </a:lnTo>
                <a:lnTo>
                  <a:pt x="162327" y="81271"/>
                </a:lnTo>
                <a:lnTo>
                  <a:pt x="162836" y="80901"/>
                </a:lnTo>
                <a:lnTo>
                  <a:pt x="163336" y="80520"/>
                </a:lnTo>
                <a:lnTo>
                  <a:pt x="163826" y="80128"/>
                </a:lnTo>
                <a:lnTo>
                  <a:pt x="164306" y="79725"/>
                </a:lnTo>
                <a:lnTo>
                  <a:pt x="164777" y="79311"/>
                </a:lnTo>
                <a:lnTo>
                  <a:pt x="165239" y="78886"/>
                </a:lnTo>
                <a:lnTo>
                  <a:pt x="165691" y="78450"/>
                </a:lnTo>
                <a:lnTo>
                  <a:pt x="166134" y="78003"/>
                </a:lnTo>
                <a:lnTo>
                  <a:pt x="166567" y="77544"/>
                </a:lnTo>
                <a:lnTo>
                  <a:pt x="166991" y="77075"/>
                </a:lnTo>
                <a:lnTo>
                  <a:pt x="167405" y="76594"/>
                </a:lnTo>
                <a:lnTo>
                  <a:pt x="167810" y="76103"/>
                </a:lnTo>
                <a:lnTo>
                  <a:pt x="168206" y="75600"/>
                </a:lnTo>
                <a:lnTo>
                  <a:pt x="168592" y="75086"/>
                </a:lnTo>
                <a:lnTo>
                  <a:pt x="168969" y="74561"/>
                </a:lnTo>
                <a:lnTo>
                  <a:pt x="169336" y="74026"/>
                </a:lnTo>
                <a:lnTo>
                  <a:pt x="169694" y="73479"/>
                </a:lnTo>
                <a:lnTo>
                  <a:pt x="170042" y="72921"/>
                </a:lnTo>
                <a:lnTo>
                  <a:pt x="170381" y="72351"/>
                </a:lnTo>
                <a:lnTo>
                  <a:pt x="170711" y="71771"/>
                </a:lnTo>
                <a:lnTo>
                  <a:pt x="171029" y="71181"/>
                </a:lnTo>
                <a:lnTo>
                  <a:pt x="171334" y="70583"/>
                </a:lnTo>
                <a:lnTo>
                  <a:pt x="171625" y="69976"/>
                </a:lnTo>
                <a:lnTo>
                  <a:pt x="171902" y="69361"/>
                </a:lnTo>
                <a:lnTo>
                  <a:pt x="172166" y="68737"/>
                </a:lnTo>
                <a:lnTo>
                  <a:pt x="172417" y="68105"/>
                </a:lnTo>
                <a:lnTo>
                  <a:pt x="172654" y="67464"/>
                </a:lnTo>
                <a:lnTo>
                  <a:pt x="172877" y="66815"/>
                </a:lnTo>
                <a:lnTo>
                  <a:pt x="173087" y="66158"/>
                </a:lnTo>
                <a:lnTo>
                  <a:pt x="173283" y="65492"/>
                </a:lnTo>
                <a:lnTo>
                  <a:pt x="173466" y="64818"/>
                </a:lnTo>
                <a:lnTo>
                  <a:pt x="173635" y="64136"/>
                </a:lnTo>
                <a:lnTo>
                  <a:pt x="173791" y="63445"/>
                </a:lnTo>
                <a:lnTo>
                  <a:pt x="173933" y="62745"/>
                </a:lnTo>
                <a:lnTo>
                  <a:pt x="174062" y="62038"/>
                </a:lnTo>
                <a:lnTo>
                  <a:pt x="174177" y="61321"/>
                </a:lnTo>
                <a:lnTo>
                  <a:pt x="174278" y="60597"/>
                </a:lnTo>
                <a:lnTo>
                  <a:pt x="174366" y="59864"/>
                </a:lnTo>
                <a:lnTo>
                  <a:pt x="174441" y="59122"/>
                </a:lnTo>
                <a:lnTo>
                  <a:pt x="174502" y="58373"/>
                </a:lnTo>
                <a:lnTo>
                  <a:pt x="174549" y="57615"/>
                </a:lnTo>
                <a:lnTo>
                  <a:pt x="174583" y="56848"/>
                </a:lnTo>
                <a:lnTo>
                  <a:pt x="174603" y="56073"/>
                </a:lnTo>
                <a:lnTo>
                  <a:pt x="174610" y="55289"/>
                </a:lnTo>
                <a:lnTo>
                  <a:pt x="174603" y="54506"/>
                </a:lnTo>
                <a:lnTo>
                  <a:pt x="174583" y="53731"/>
                </a:lnTo>
                <a:lnTo>
                  <a:pt x="174550" y="52965"/>
                </a:lnTo>
                <a:lnTo>
                  <a:pt x="174503" y="52206"/>
                </a:lnTo>
                <a:lnTo>
                  <a:pt x="174443" y="51457"/>
                </a:lnTo>
                <a:lnTo>
                  <a:pt x="174370" y="50715"/>
                </a:lnTo>
                <a:lnTo>
                  <a:pt x="174283" y="49982"/>
                </a:lnTo>
                <a:lnTo>
                  <a:pt x="174183" y="49258"/>
                </a:lnTo>
                <a:lnTo>
                  <a:pt x="174070" y="48542"/>
                </a:lnTo>
                <a:lnTo>
                  <a:pt x="173943" y="47834"/>
                </a:lnTo>
                <a:lnTo>
                  <a:pt x="173803" y="47135"/>
                </a:lnTo>
                <a:lnTo>
                  <a:pt x="173650" y="46444"/>
                </a:lnTo>
                <a:lnTo>
                  <a:pt x="173483" y="45761"/>
                </a:lnTo>
                <a:lnTo>
                  <a:pt x="173303" y="45087"/>
                </a:lnTo>
                <a:lnTo>
                  <a:pt x="173110" y="44422"/>
                </a:lnTo>
                <a:lnTo>
                  <a:pt x="172903" y="43764"/>
                </a:lnTo>
                <a:lnTo>
                  <a:pt x="172683" y="43116"/>
                </a:lnTo>
                <a:lnTo>
                  <a:pt x="172450" y="42475"/>
                </a:lnTo>
                <a:lnTo>
                  <a:pt x="172203" y="41843"/>
                </a:lnTo>
                <a:lnTo>
                  <a:pt x="171943" y="41220"/>
                </a:lnTo>
                <a:lnTo>
                  <a:pt x="171670" y="40605"/>
                </a:lnTo>
                <a:lnTo>
                  <a:pt x="171384" y="39998"/>
                </a:lnTo>
                <a:lnTo>
                  <a:pt x="171084" y="39399"/>
                </a:lnTo>
                <a:lnTo>
                  <a:pt x="170770" y="38810"/>
                </a:lnTo>
                <a:lnTo>
                  <a:pt x="170446" y="38229"/>
                </a:lnTo>
                <a:lnTo>
                  <a:pt x="170111" y="37660"/>
                </a:lnTo>
                <a:lnTo>
                  <a:pt x="169768" y="37102"/>
                </a:lnTo>
                <a:lnTo>
                  <a:pt x="169415" y="36555"/>
                </a:lnTo>
                <a:lnTo>
                  <a:pt x="169052" y="36019"/>
                </a:lnTo>
                <a:lnTo>
                  <a:pt x="168681" y="35494"/>
                </a:lnTo>
                <a:lnTo>
                  <a:pt x="168299" y="34980"/>
                </a:lnTo>
                <a:lnTo>
                  <a:pt x="167909" y="34477"/>
                </a:lnTo>
                <a:lnTo>
                  <a:pt x="167508" y="33985"/>
                </a:lnTo>
                <a:lnTo>
                  <a:pt x="167099" y="33505"/>
                </a:lnTo>
                <a:lnTo>
                  <a:pt x="166680" y="33035"/>
                </a:lnTo>
                <a:lnTo>
                  <a:pt x="166251" y="32577"/>
                </a:lnTo>
                <a:lnTo>
                  <a:pt x="165814" y="32129"/>
                </a:lnTo>
                <a:lnTo>
                  <a:pt x="165366" y="31693"/>
                </a:lnTo>
                <a:lnTo>
                  <a:pt x="164909" y="31268"/>
                </a:lnTo>
                <a:lnTo>
                  <a:pt x="164443" y="30854"/>
                </a:lnTo>
                <a:lnTo>
                  <a:pt x="163968" y="30451"/>
                </a:lnTo>
                <a:lnTo>
                  <a:pt x="163483" y="30059"/>
                </a:lnTo>
                <a:lnTo>
                  <a:pt x="162988" y="29678"/>
                </a:lnTo>
                <a:lnTo>
                  <a:pt x="162484" y="29308"/>
                </a:lnTo>
                <a:lnTo>
                  <a:pt x="161971" y="28949"/>
                </a:lnTo>
                <a:lnTo>
                  <a:pt x="161448" y="28602"/>
                </a:lnTo>
                <a:lnTo>
                  <a:pt x="160916" y="28265"/>
                </a:lnTo>
                <a:lnTo>
                  <a:pt x="160374" y="27939"/>
                </a:lnTo>
                <a:lnTo>
                  <a:pt x="159825" y="27626"/>
                </a:lnTo>
                <a:lnTo>
                  <a:pt x="159268" y="27326"/>
                </a:lnTo>
                <a:lnTo>
                  <a:pt x="158705" y="27040"/>
                </a:lnTo>
                <a:lnTo>
                  <a:pt x="158135" y="26766"/>
                </a:lnTo>
                <a:lnTo>
                  <a:pt x="157558" y="26506"/>
                </a:lnTo>
                <a:lnTo>
                  <a:pt x="156974" y="26260"/>
                </a:lnTo>
                <a:lnTo>
                  <a:pt x="156384" y="26026"/>
                </a:lnTo>
                <a:lnTo>
                  <a:pt x="155787" y="25806"/>
                </a:lnTo>
                <a:lnTo>
                  <a:pt x="155183" y="25600"/>
                </a:lnTo>
                <a:lnTo>
                  <a:pt x="154572" y="25406"/>
                </a:lnTo>
                <a:lnTo>
                  <a:pt x="153955" y="25226"/>
                </a:lnTo>
                <a:lnTo>
                  <a:pt x="153330" y="25060"/>
                </a:lnTo>
                <a:lnTo>
                  <a:pt x="152699" y="24906"/>
                </a:lnTo>
                <a:lnTo>
                  <a:pt x="152062" y="24766"/>
                </a:lnTo>
                <a:lnTo>
                  <a:pt x="151417" y="24640"/>
                </a:lnTo>
                <a:lnTo>
                  <a:pt x="150766" y="24526"/>
                </a:lnTo>
                <a:lnTo>
                  <a:pt x="150108" y="24426"/>
                </a:lnTo>
                <a:lnTo>
                  <a:pt x="149443" y="24340"/>
                </a:lnTo>
                <a:lnTo>
                  <a:pt x="148771" y="24266"/>
                </a:lnTo>
                <a:lnTo>
                  <a:pt x="148093" y="24206"/>
                </a:lnTo>
                <a:lnTo>
                  <a:pt x="147407" y="24160"/>
                </a:lnTo>
                <a:lnTo>
                  <a:pt x="146715" y="24126"/>
                </a:lnTo>
                <a:lnTo>
                  <a:pt x="146017" y="24106"/>
                </a:lnTo>
                <a:lnTo>
                  <a:pt x="145311" y="24100"/>
                </a:lnTo>
                <a:lnTo>
                  <a:pt x="144625" y="24106"/>
                </a:lnTo>
                <a:lnTo>
                  <a:pt x="143944" y="24126"/>
                </a:lnTo>
                <a:lnTo>
                  <a:pt x="143269" y="24160"/>
                </a:lnTo>
                <a:lnTo>
                  <a:pt x="142599" y="24206"/>
                </a:lnTo>
                <a:lnTo>
                  <a:pt x="141935" y="24266"/>
                </a:lnTo>
                <a:lnTo>
                  <a:pt x="141276" y="24340"/>
                </a:lnTo>
                <a:lnTo>
                  <a:pt x="140623" y="24426"/>
                </a:lnTo>
                <a:lnTo>
                  <a:pt x="139976" y="24526"/>
                </a:lnTo>
                <a:lnTo>
                  <a:pt x="139334" y="24640"/>
                </a:lnTo>
                <a:lnTo>
                  <a:pt x="138697" y="24766"/>
                </a:lnTo>
                <a:lnTo>
                  <a:pt x="138066" y="24906"/>
                </a:lnTo>
                <a:lnTo>
                  <a:pt x="137441" y="25060"/>
                </a:lnTo>
                <a:lnTo>
                  <a:pt x="136821" y="25226"/>
                </a:lnTo>
                <a:lnTo>
                  <a:pt x="136207" y="25406"/>
                </a:lnTo>
                <a:lnTo>
                  <a:pt x="135598" y="25600"/>
                </a:lnTo>
                <a:lnTo>
                  <a:pt x="134994" y="25806"/>
                </a:lnTo>
                <a:lnTo>
                  <a:pt x="134397" y="26026"/>
                </a:lnTo>
                <a:lnTo>
                  <a:pt x="133804" y="26260"/>
                </a:lnTo>
                <a:lnTo>
                  <a:pt x="133218" y="26506"/>
                </a:lnTo>
                <a:lnTo>
                  <a:pt x="132636" y="26766"/>
                </a:lnTo>
                <a:lnTo>
                  <a:pt x="132061" y="27040"/>
                </a:lnTo>
                <a:lnTo>
                  <a:pt x="131491" y="27326"/>
                </a:lnTo>
                <a:lnTo>
                  <a:pt x="130926" y="27626"/>
                </a:lnTo>
                <a:lnTo>
                  <a:pt x="130367" y="27939"/>
                </a:lnTo>
                <a:lnTo>
                  <a:pt x="129816" y="28265"/>
                </a:lnTo>
                <a:lnTo>
                  <a:pt x="129274" y="28602"/>
                </a:lnTo>
                <a:lnTo>
                  <a:pt x="128743" y="28949"/>
                </a:lnTo>
                <a:lnTo>
                  <a:pt x="128221" y="29308"/>
                </a:lnTo>
                <a:lnTo>
                  <a:pt x="127709" y="29678"/>
                </a:lnTo>
                <a:lnTo>
                  <a:pt x="127207" y="30059"/>
                </a:lnTo>
                <a:lnTo>
                  <a:pt x="126714" y="30451"/>
                </a:lnTo>
                <a:lnTo>
                  <a:pt x="126232" y="30854"/>
                </a:lnTo>
                <a:lnTo>
                  <a:pt x="125759" y="31268"/>
                </a:lnTo>
                <a:lnTo>
                  <a:pt x="125297" y="31693"/>
                </a:lnTo>
                <a:lnTo>
                  <a:pt x="124844" y="32129"/>
                </a:lnTo>
                <a:lnTo>
                  <a:pt x="124401" y="32577"/>
                </a:lnTo>
                <a:lnTo>
                  <a:pt x="123968" y="33035"/>
                </a:lnTo>
                <a:lnTo>
                  <a:pt x="123544" y="33505"/>
                </a:lnTo>
                <a:lnTo>
                  <a:pt x="123131" y="33985"/>
                </a:lnTo>
                <a:lnTo>
                  <a:pt x="122727" y="34477"/>
                </a:lnTo>
                <a:lnTo>
                  <a:pt x="122333" y="34980"/>
                </a:lnTo>
                <a:lnTo>
                  <a:pt x="121949" y="35494"/>
                </a:lnTo>
                <a:lnTo>
                  <a:pt x="121575" y="36019"/>
                </a:lnTo>
                <a:lnTo>
                  <a:pt x="121211" y="36555"/>
                </a:lnTo>
                <a:lnTo>
                  <a:pt x="120856" y="37102"/>
                </a:lnTo>
                <a:lnTo>
                  <a:pt x="120512" y="37660"/>
                </a:lnTo>
                <a:lnTo>
                  <a:pt x="120177" y="38229"/>
                </a:lnTo>
                <a:lnTo>
                  <a:pt x="119852" y="38810"/>
                </a:lnTo>
                <a:lnTo>
                  <a:pt x="119539" y="39400"/>
                </a:lnTo>
                <a:lnTo>
                  <a:pt x="119239" y="39999"/>
                </a:lnTo>
                <a:lnTo>
                  <a:pt x="118952" y="40606"/>
                </a:lnTo>
                <a:lnTo>
                  <a:pt x="118679" y="41223"/>
                </a:lnTo>
                <a:lnTo>
                  <a:pt x="118419" y="41848"/>
                </a:lnTo>
                <a:lnTo>
                  <a:pt x="118172" y="42483"/>
                </a:lnTo>
                <a:lnTo>
                  <a:pt x="117939" y="43126"/>
                </a:lnTo>
                <a:lnTo>
                  <a:pt x="117719" y="43777"/>
                </a:lnTo>
                <a:lnTo>
                  <a:pt x="117512" y="44438"/>
                </a:lnTo>
                <a:lnTo>
                  <a:pt x="117319" y="45108"/>
                </a:lnTo>
                <a:lnTo>
                  <a:pt x="117139" y="45786"/>
                </a:lnTo>
                <a:lnTo>
                  <a:pt x="116972" y="46473"/>
                </a:lnTo>
                <a:lnTo>
                  <a:pt x="116819" y="47169"/>
                </a:lnTo>
                <a:lnTo>
                  <a:pt x="116679" y="47874"/>
                </a:lnTo>
                <a:lnTo>
                  <a:pt x="116552" y="48587"/>
                </a:lnTo>
                <a:lnTo>
                  <a:pt x="116439" y="49310"/>
                </a:lnTo>
                <a:lnTo>
                  <a:pt x="116339" y="50041"/>
                </a:lnTo>
                <a:lnTo>
                  <a:pt x="116252" y="50781"/>
                </a:lnTo>
                <a:lnTo>
                  <a:pt x="116179" y="51530"/>
                </a:lnTo>
                <a:lnTo>
                  <a:pt x="116119" y="52288"/>
                </a:lnTo>
                <a:lnTo>
                  <a:pt x="116073" y="53054"/>
                </a:lnTo>
                <a:lnTo>
                  <a:pt x="116039" y="53830"/>
                </a:lnTo>
                <a:lnTo>
                  <a:pt x="116019" y="54614"/>
                </a:lnTo>
                <a:lnTo>
                  <a:pt x="116013" y="55407"/>
                </a:lnTo>
                <a:lnTo>
                  <a:pt x="116019" y="56181"/>
                </a:lnTo>
                <a:lnTo>
                  <a:pt x="116039" y="56946"/>
                </a:lnTo>
                <a:lnTo>
                  <a:pt x="116072" y="57704"/>
                </a:lnTo>
                <a:lnTo>
                  <a:pt x="116118" y="58454"/>
                </a:lnTo>
                <a:lnTo>
                  <a:pt x="116177" y="59196"/>
                </a:lnTo>
                <a:lnTo>
                  <a:pt x="116249" y="59930"/>
                </a:lnTo>
                <a:lnTo>
                  <a:pt x="116334" y="60656"/>
                </a:lnTo>
                <a:lnTo>
                  <a:pt x="116433" y="61373"/>
                </a:lnTo>
                <a:lnTo>
                  <a:pt x="116544" y="62083"/>
                </a:lnTo>
                <a:lnTo>
                  <a:pt x="116669" y="62785"/>
                </a:lnTo>
                <a:lnTo>
                  <a:pt x="116807" y="63479"/>
                </a:lnTo>
                <a:lnTo>
                  <a:pt x="116958" y="64165"/>
                </a:lnTo>
                <a:lnTo>
                  <a:pt x="117122" y="64843"/>
                </a:lnTo>
                <a:lnTo>
                  <a:pt x="117299" y="65513"/>
                </a:lnTo>
                <a:lnTo>
                  <a:pt x="117489" y="66174"/>
                </a:lnTo>
                <a:lnTo>
                  <a:pt x="117693" y="66828"/>
                </a:lnTo>
                <a:lnTo>
                  <a:pt x="117909" y="67474"/>
                </a:lnTo>
                <a:lnTo>
                  <a:pt x="118139" y="68112"/>
                </a:lnTo>
                <a:lnTo>
                  <a:pt x="118382" y="68742"/>
                </a:lnTo>
                <a:lnTo>
                  <a:pt x="118638" y="69364"/>
                </a:lnTo>
                <a:lnTo>
                  <a:pt x="118907" y="69978"/>
                </a:lnTo>
                <a:lnTo>
                  <a:pt x="119189" y="70584"/>
                </a:lnTo>
                <a:lnTo>
                  <a:pt x="119484" y="71181"/>
                </a:lnTo>
                <a:lnTo>
                  <a:pt x="119793" y="71771"/>
                </a:lnTo>
                <a:lnTo>
                  <a:pt x="120113" y="72351"/>
                </a:lnTo>
                <a:lnTo>
                  <a:pt x="120443" y="72921"/>
                </a:lnTo>
                <a:lnTo>
                  <a:pt x="120782" y="73479"/>
                </a:lnTo>
                <a:lnTo>
                  <a:pt x="121132" y="74026"/>
                </a:lnTo>
                <a:lnTo>
                  <a:pt x="121492" y="74561"/>
                </a:lnTo>
                <a:lnTo>
                  <a:pt x="121861" y="75086"/>
                </a:lnTo>
                <a:lnTo>
                  <a:pt x="122240" y="75600"/>
                </a:lnTo>
                <a:lnTo>
                  <a:pt x="122629" y="76103"/>
                </a:lnTo>
                <a:lnTo>
                  <a:pt x="123028" y="76594"/>
                </a:lnTo>
                <a:lnTo>
                  <a:pt x="123436" y="77075"/>
                </a:lnTo>
                <a:lnTo>
                  <a:pt x="123855" y="77544"/>
                </a:lnTo>
                <a:lnTo>
                  <a:pt x="124283" y="78003"/>
                </a:lnTo>
                <a:lnTo>
                  <a:pt x="124721" y="78450"/>
                </a:lnTo>
                <a:lnTo>
                  <a:pt x="125169" y="78886"/>
                </a:lnTo>
                <a:lnTo>
                  <a:pt x="125627" y="79311"/>
                </a:lnTo>
                <a:lnTo>
                  <a:pt x="126095" y="79725"/>
                </a:lnTo>
                <a:lnTo>
                  <a:pt x="126572" y="80128"/>
                </a:lnTo>
                <a:lnTo>
                  <a:pt x="127060" y="80520"/>
                </a:lnTo>
                <a:lnTo>
                  <a:pt x="127557" y="80901"/>
                </a:lnTo>
                <a:lnTo>
                  <a:pt x="128064" y="81271"/>
                </a:lnTo>
                <a:lnTo>
                  <a:pt x="128581" y="81630"/>
                </a:lnTo>
                <a:lnTo>
                  <a:pt x="129108" y="81977"/>
                </a:lnTo>
                <a:lnTo>
                  <a:pt x="129644" y="82314"/>
                </a:lnTo>
                <a:lnTo>
                  <a:pt x="130190" y="82639"/>
                </a:lnTo>
                <a:lnTo>
                  <a:pt x="130745" y="82953"/>
                </a:lnTo>
                <a:lnTo>
                  <a:pt x="131305" y="83252"/>
                </a:lnTo>
                <a:lnTo>
                  <a:pt x="131870" y="83539"/>
                </a:lnTo>
                <a:lnTo>
                  <a:pt x="132442" y="83812"/>
                </a:lnTo>
                <a:lnTo>
                  <a:pt x="133019" y="84072"/>
                </a:lnTo>
                <a:lnTo>
                  <a:pt x="133602" y="84319"/>
                </a:lnTo>
                <a:lnTo>
                  <a:pt x="134190" y="84552"/>
                </a:lnTo>
                <a:lnTo>
                  <a:pt x="134785" y="84772"/>
                </a:lnTo>
                <a:lnTo>
                  <a:pt x="135385" y="84978"/>
                </a:lnTo>
                <a:lnTo>
                  <a:pt x="135991" y="85171"/>
                </a:lnTo>
                <a:lnTo>
                  <a:pt x="136602" y="85351"/>
                </a:lnTo>
                <a:lnTo>
                  <a:pt x="137219" y="85518"/>
                </a:lnTo>
                <a:lnTo>
                  <a:pt x="137843" y="85671"/>
                </a:lnTo>
                <a:lnTo>
                  <a:pt x="138471" y="85811"/>
                </a:lnTo>
                <a:lnTo>
                  <a:pt x="139106" y="85938"/>
                </a:lnTo>
                <a:lnTo>
                  <a:pt x="139746" y="86051"/>
                </a:lnTo>
                <a:lnTo>
                  <a:pt x="140392" y="86151"/>
                </a:lnTo>
                <a:lnTo>
                  <a:pt x="141044" y="86238"/>
                </a:lnTo>
                <a:lnTo>
                  <a:pt x="141701" y="86311"/>
                </a:lnTo>
                <a:lnTo>
                  <a:pt x="142365" y="86371"/>
                </a:lnTo>
                <a:lnTo>
                  <a:pt x="143034" y="86417"/>
                </a:lnTo>
                <a:lnTo>
                  <a:pt x="143708" y="86451"/>
                </a:lnTo>
                <a:lnTo>
                  <a:pt x="144389" y="86471"/>
                </a:lnTo>
                <a:lnTo>
                  <a:pt x="145075" y="86477"/>
                </a:lnTo>
                <a:lnTo>
                  <a:pt x="145781" y="86471"/>
                </a:lnTo>
                <a:lnTo>
                  <a:pt x="146480" y="86451"/>
                </a:lnTo>
                <a:lnTo>
                  <a:pt x="147172" y="86417"/>
                </a:lnTo>
                <a:lnTo>
                  <a:pt x="147858" y="86371"/>
                </a:lnTo>
                <a:close/>
                <a:moveTo>
                  <a:pt x="143522" y="77902"/>
                </a:moveTo>
                <a:lnTo>
                  <a:pt x="143111" y="77862"/>
                </a:lnTo>
                <a:lnTo>
                  <a:pt x="142702" y="77814"/>
                </a:lnTo>
                <a:lnTo>
                  <a:pt x="142296" y="77756"/>
                </a:lnTo>
                <a:lnTo>
                  <a:pt x="141893" y="77690"/>
                </a:lnTo>
                <a:lnTo>
                  <a:pt x="141492" y="77615"/>
                </a:lnTo>
                <a:lnTo>
                  <a:pt x="141094" y="77531"/>
                </a:lnTo>
                <a:lnTo>
                  <a:pt x="140698" y="77439"/>
                </a:lnTo>
                <a:lnTo>
                  <a:pt x="140306" y="77337"/>
                </a:lnTo>
                <a:lnTo>
                  <a:pt x="139916" y="77227"/>
                </a:lnTo>
                <a:lnTo>
                  <a:pt x="139528" y="77108"/>
                </a:lnTo>
                <a:lnTo>
                  <a:pt x="139143" y="76980"/>
                </a:lnTo>
                <a:lnTo>
                  <a:pt x="138761" y="76844"/>
                </a:lnTo>
                <a:lnTo>
                  <a:pt x="138382" y="76698"/>
                </a:lnTo>
                <a:lnTo>
                  <a:pt x="138005" y="76544"/>
                </a:lnTo>
                <a:lnTo>
                  <a:pt x="137631" y="76381"/>
                </a:lnTo>
                <a:lnTo>
                  <a:pt x="137260" y="76209"/>
                </a:lnTo>
                <a:lnTo>
                  <a:pt x="136891" y="76028"/>
                </a:lnTo>
                <a:lnTo>
                  <a:pt x="136525" y="75838"/>
                </a:lnTo>
                <a:lnTo>
                  <a:pt x="136161" y="75640"/>
                </a:lnTo>
                <a:lnTo>
                  <a:pt x="135800" y="75432"/>
                </a:lnTo>
                <a:lnTo>
                  <a:pt x="135444" y="75216"/>
                </a:lnTo>
                <a:lnTo>
                  <a:pt x="135093" y="74991"/>
                </a:lnTo>
                <a:lnTo>
                  <a:pt x="134748" y="74758"/>
                </a:lnTo>
                <a:lnTo>
                  <a:pt x="134409" y="74515"/>
                </a:lnTo>
                <a:lnTo>
                  <a:pt x="134075" y="74264"/>
                </a:lnTo>
                <a:lnTo>
                  <a:pt x="133748" y="74004"/>
                </a:lnTo>
                <a:lnTo>
                  <a:pt x="133426" y="73735"/>
                </a:lnTo>
                <a:lnTo>
                  <a:pt x="133109" y="73457"/>
                </a:lnTo>
                <a:lnTo>
                  <a:pt x="132799" y="73170"/>
                </a:lnTo>
                <a:lnTo>
                  <a:pt x="132494" y="72875"/>
                </a:lnTo>
                <a:lnTo>
                  <a:pt x="132195" y="72571"/>
                </a:lnTo>
                <a:lnTo>
                  <a:pt x="131902" y="72258"/>
                </a:lnTo>
                <a:lnTo>
                  <a:pt x="131614" y="71936"/>
                </a:lnTo>
                <a:lnTo>
                  <a:pt x="131332" y="71605"/>
                </a:lnTo>
                <a:lnTo>
                  <a:pt x="131056" y="71265"/>
                </a:lnTo>
                <a:lnTo>
                  <a:pt x="130786" y="70917"/>
                </a:lnTo>
                <a:lnTo>
                  <a:pt x="130521" y="70560"/>
                </a:lnTo>
                <a:lnTo>
                  <a:pt x="130262" y="70194"/>
                </a:lnTo>
                <a:lnTo>
                  <a:pt x="130009" y="69819"/>
                </a:lnTo>
                <a:lnTo>
                  <a:pt x="129762" y="69435"/>
                </a:lnTo>
                <a:lnTo>
                  <a:pt x="129520" y="69043"/>
                </a:lnTo>
                <a:lnTo>
                  <a:pt x="129284" y="68642"/>
                </a:lnTo>
                <a:lnTo>
                  <a:pt x="129054" y="68232"/>
                </a:lnTo>
                <a:lnTo>
                  <a:pt x="128829" y="67813"/>
                </a:lnTo>
                <a:lnTo>
                  <a:pt x="128613" y="67385"/>
                </a:lnTo>
                <a:lnTo>
                  <a:pt x="128405" y="66950"/>
                </a:lnTo>
                <a:lnTo>
                  <a:pt x="128207" y="66506"/>
                </a:lnTo>
                <a:lnTo>
                  <a:pt x="128018" y="66054"/>
                </a:lnTo>
                <a:lnTo>
                  <a:pt x="127838" y="65593"/>
                </a:lnTo>
                <a:lnTo>
                  <a:pt x="127667" y="65125"/>
                </a:lnTo>
                <a:lnTo>
                  <a:pt x="127506" y="64648"/>
                </a:lnTo>
                <a:lnTo>
                  <a:pt x="127353" y="64163"/>
                </a:lnTo>
                <a:lnTo>
                  <a:pt x="127210" y="63670"/>
                </a:lnTo>
                <a:lnTo>
                  <a:pt x="127076" y="63169"/>
                </a:lnTo>
                <a:lnTo>
                  <a:pt x="126952" y="62660"/>
                </a:lnTo>
                <a:lnTo>
                  <a:pt x="126837" y="62142"/>
                </a:lnTo>
                <a:lnTo>
                  <a:pt x="126731" y="61616"/>
                </a:lnTo>
                <a:lnTo>
                  <a:pt x="126634" y="61082"/>
                </a:lnTo>
                <a:lnTo>
                  <a:pt x="126546" y="60540"/>
                </a:lnTo>
                <a:lnTo>
                  <a:pt x="126468" y="59989"/>
                </a:lnTo>
                <a:lnTo>
                  <a:pt x="126398" y="59430"/>
                </a:lnTo>
                <a:lnTo>
                  <a:pt x="126338" y="58863"/>
                </a:lnTo>
                <a:lnTo>
                  <a:pt x="126288" y="58288"/>
                </a:lnTo>
                <a:lnTo>
                  <a:pt x="126246" y="57705"/>
                </a:lnTo>
                <a:lnTo>
                  <a:pt x="126214" y="57113"/>
                </a:lnTo>
                <a:lnTo>
                  <a:pt x="126191" y="56514"/>
                </a:lnTo>
                <a:lnTo>
                  <a:pt x="126177" y="55906"/>
                </a:lnTo>
                <a:lnTo>
                  <a:pt x="126172" y="55289"/>
                </a:lnTo>
                <a:lnTo>
                  <a:pt x="126177" y="54664"/>
                </a:lnTo>
                <a:lnTo>
                  <a:pt x="126191" y="54047"/>
                </a:lnTo>
                <a:lnTo>
                  <a:pt x="126214" y="53439"/>
                </a:lnTo>
                <a:lnTo>
                  <a:pt x="126246" y="52840"/>
                </a:lnTo>
                <a:lnTo>
                  <a:pt x="126288" y="52250"/>
                </a:lnTo>
                <a:lnTo>
                  <a:pt x="126338" y="51668"/>
                </a:lnTo>
                <a:lnTo>
                  <a:pt x="126398" y="51095"/>
                </a:lnTo>
                <a:lnTo>
                  <a:pt x="126468" y="50531"/>
                </a:lnTo>
                <a:lnTo>
                  <a:pt x="126546" y="49976"/>
                </a:lnTo>
                <a:lnTo>
                  <a:pt x="126634" y="49430"/>
                </a:lnTo>
                <a:lnTo>
                  <a:pt x="126731" y="48893"/>
                </a:lnTo>
                <a:lnTo>
                  <a:pt x="126837" y="48364"/>
                </a:lnTo>
                <a:lnTo>
                  <a:pt x="126952" y="47844"/>
                </a:lnTo>
                <a:lnTo>
                  <a:pt x="127076" y="47333"/>
                </a:lnTo>
                <a:lnTo>
                  <a:pt x="127210" y="46831"/>
                </a:lnTo>
                <a:lnTo>
                  <a:pt x="127353" y="46338"/>
                </a:lnTo>
                <a:lnTo>
                  <a:pt x="127506" y="45853"/>
                </a:lnTo>
                <a:lnTo>
                  <a:pt x="127667" y="45378"/>
                </a:lnTo>
                <a:lnTo>
                  <a:pt x="127838" y="44911"/>
                </a:lnTo>
                <a:lnTo>
                  <a:pt x="128018" y="44453"/>
                </a:lnTo>
                <a:lnTo>
                  <a:pt x="128207" y="44003"/>
                </a:lnTo>
                <a:lnTo>
                  <a:pt x="128405" y="43563"/>
                </a:lnTo>
                <a:lnTo>
                  <a:pt x="128613" y="43131"/>
                </a:lnTo>
                <a:lnTo>
                  <a:pt x="128829" y="42709"/>
                </a:lnTo>
                <a:lnTo>
                  <a:pt x="129054" y="42294"/>
                </a:lnTo>
                <a:lnTo>
                  <a:pt x="129285" y="41889"/>
                </a:lnTo>
                <a:lnTo>
                  <a:pt x="129522" y="41492"/>
                </a:lnTo>
                <a:lnTo>
                  <a:pt x="129765" y="41104"/>
                </a:lnTo>
                <a:lnTo>
                  <a:pt x="130014" y="40724"/>
                </a:lnTo>
                <a:lnTo>
                  <a:pt x="130270" y="40353"/>
                </a:lnTo>
                <a:lnTo>
                  <a:pt x="130531" y="39990"/>
                </a:lnTo>
                <a:lnTo>
                  <a:pt x="130799" y="39636"/>
                </a:lnTo>
                <a:lnTo>
                  <a:pt x="131073" y="39291"/>
                </a:lnTo>
                <a:lnTo>
                  <a:pt x="131353" y="38954"/>
                </a:lnTo>
                <a:lnTo>
                  <a:pt x="131639" y="38626"/>
                </a:lnTo>
                <a:lnTo>
                  <a:pt x="131931" y="38307"/>
                </a:lnTo>
                <a:lnTo>
                  <a:pt x="132230" y="37996"/>
                </a:lnTo>
                <a:lnTo>
                  <a:pt x="132535" y="37694"/>
                </a:lnTo>
                <a:lnTo>
                  <a:pt x="132845" y="37401"/>
                </a:lnTo>
                <a:lnTo>
                  <a:pt x="133162" y="37116"/>
                </a:lnTo>
                <a:lnTo>
                  <a:pt x="133485" y="36839"/>
                </a:lnTo>
                <a:lnTo>
                  <a:pt x="133815" y="36572"/>
                </a:lnTo>
                <a:lnTo>
                  <a:pt x="134150" y="36313"/>
                </a:lnTo>
                <a:lnTo>
                  <a:pt x="134492" y="36062"/>
                </a:lnTo>
                <a:lnTo>
                  <a:pt x="134839" y="35820"/>
                </a:lnTo>
                <a:lnTo>
                  <a:pt x="135193" y="35587"/>
                </a:lnTo>
                <a:lnTo>
                  <a:pt x="135553" y="35363"/>
                </a:lnTo>
                <a:lnTo>
                  <a:pt x="135919" y="35147"/>
                </a:lnTo>
                <a:lnTo>
                  <a:pt x="136289" y="34939"/>
                </a:lnTo>
                <a:lnTo>
                  <a:pt x="136661" y="34741"/>
                </a:lnTo>
                <a:lnTo>
                  <a:pt x="137035" y="34551"/>
                </a:lnTo>
                <a:lnTo>
                  <a:pt x="137411" y="34370"/>
                </a:lnTo>
                <a:lnTo>
                  <a:pt x="137789" y="34198"/>
                </a:lnTo>
                <a:lnTo>
                  <a:pt x="138168" y="34035"/>
                </a:lnTo>
                <a:lnTo>
                  <a:pt x="138549" y="33881"/>
                </a:lnTo>
                <a:lnTo>
                  <a:pt x="138932" y="33735"/>
                </a:lnTo>
                <a:lnTo>
                  <a:pt x="139317" y="33599"/>
                </a:lnTo>
                <a:lnTo>
                  <a:pt x="139704" y="33471"/>
                </a:lnTo>
                <a:lnTo>
                  <a:pt x="140092" y="33352"/>
                </a:lnTo>
                <a:lnTo>
                  <a:pt x="140483" y="33242"/>
                </a:lnTo>
                <a:lnTo>
                  <a:pt x="140875" y="33140"/>
                </a:lnTo>
                <a:lnTo>
                  <a:pt x="141269" y="33048"/>
                </a:lnTo>
                <a:lnTo>
                  <a:pt x="141665" y="32964"/>
                </a:lnTo>
                <a:lnTo>
                  <a:pt x="142063" y="32889"/>
                </a:lnTo>
                <a:lnTo>
                  <a:pt x="142462" y="32823"/>
                </a:lnTo>
                <a:lnTo>
                  <a:pt x="142864" y="32765"/>
                </a:lnTo>
                <a:lnTo>
                  <a:pt x="143267" y="32717"/>
                </a:lnTo>
                <a:lnTo>
                  <a:pt x="143672" y="32677"/>
                </a:lnTo>
                <a:lnTo>
                  <a:pt x="144079" y="32646"/>
                </a:lnTo>
                <a:lnTo>
                  <a:pt x="144488" y="32624"/>
                </a:lnTo>
                <a:lnTo>
                  <a:pt x="144899" y="32611"/>
                </a:lnTo>
                <a:lnTo>
                  <a:pt x="145311" y="32607"/>
                </a:lnTo>
                <a:lnTo>
                  <a:pt x="145743" y="32611"/>
                </a:lnTo>
                <a:lnTo>
                  <a:pt x="146172" y="32624"/>
                </a:lnTo>
                <a:lnTo>
                  <a:pt x="146597" y="32646"/>
                </a:lnTo>
                <a:lnTo>
                  <a:pt x="147020" y="32677"/>
                </a:lnTo>
                <a:lnTo>
                  <a:pt x="147439" y="32717"/>
                </a:lnTo>
                <a:lnTo>
                  <a:pt x="147855" y="32765"/>
                </a:lnTo>
                <a:lnTo>
                  <a:pt x="148268" y="32823"/>
                </a:lnTo>
                <a:lnTo>
                  <a:pt x="148679" y="32889"/>
                </a:lnTo>
                <a:lnTo>
                  <a:pt x="149086" y="32964"/>
                </a:lnTo>
                <a:lnTo>
                  <a:pt x="149490" y="33048"/>
                </a:lnTo>
                <a:lnTo>
                  <a:pt x="149891" y="33140"/>
                </a:lnTo>
                <a:lnTo>
                  <a:pt x="150288" y="33242"/>
                </a:lnTo>
                <a:lnTo>
                  <a:pt x="150683" y="33352"/>
                </a:lnTo>
                <a:lnTo>
                  <a:pt x="151075" y="33471"/>
                </a:lnTo>
                <a:lnTo>
                  <a:pt x="151463" y="33599"/>
                </a:lnTo>
                <a:lnTo>
                  <a:pt x="151849" y="33735"/>
                </a:lnTo>
                <a:lnTo>
                  <a:pt x="152231" y="33881"/>
                </a:lnTo>
                <a:lnTo>
                  <a:pt x="152611" y="34035"/>
                </a:lnTo>
                <a:lnTo>
                  <a:pt x="152987" y="34198"/>
                </a:lnTo>
                <a:lnTo>
                  <a:pt x="153360" y="34370"/>
                </a:lnTo>
                <a:lnTo>
                  <a:pt x="153730" y="34551"/>
                </a:lnTo>
                <a:lnTo>
                  <a:pt x="154097" y="34741"/>
                </a:lnTo>
                <a:lnTo>
                  <a:pt x="154461" y="34939"/>
                </a:lnTo>
                <a:lnTo>
                  <a:pt x="154822" y="35147"/>
                </a:lnTo>
                <a:lnTo>
                  <a:pt x="155179" y="35363"/>
                </a:lnTo>
                <a:lnTo>
                  <a:pt x="155529" y="35587"/>
                </a:lnTo>
                <a:lnTo>
                  <a:pt x="155874" y="35820"/>
                </a:lnTo>
                <a:lnTo>
                  <a:pt x="156213" y="36062"/>
                </a:lnTo>
                <a:lnTo>
                  <a:pt x="156547" y="36313"/>
                </a:lnTo>
                <a:lnTo>
                  <a:pt x="156875" y="36572"/>
                </a:lnTo>
                <a:lnTo>
                  <a:pt x="157197" y="36839"/>
                </a:lnTo>
                <a:lnTo>
                  <a:pt x="157513" y="37116"/>
                </a:lnTo>
                <a:lnTo>
                  <a:pt x="157823" y="37401"/>
                </a:lnTo>
                <a:lnTo>
                  <a:pt x="158128" y="37694"/>
                </a:lnTo>
                <a:lnTo>
                  <a:pt x="158427" y="37996"/>
                </a:lnTo>
                <a:lnTo>
                  <a:pt x="158720" y="38307"/>
                </a:lnTo>
                <a:lnTo>
                  <a:pt x="159008" y="38626"/>
                </a:lnTo>
                <a:lnTo>
                  <a:pt x="159290" y="38954"/>
                </a:lnTo>
                <a:lnTo>
                  <a:pt x="159566" y="39291"/>
                </a:lnTo>
                <a:lnTo>
                  <a:pt x="159836" y="39636"/>
                </a:lnTo>
                <a:lnTo>
                  <a:pt x="160100" y="39990"/>
                </a:lnTo>
                <a:lnTo>
                  <a:pt x="160359" y="40353"/>
                </a:lnTo>
                <a:lnTo>
                  <a:pt x="160612" y="40724"/>
                </a:lnTo>
                <a:lnTo>
                  <a:pt x="160859" y="41104"/>
                </a:lnTo>
                <a:lnTo>
                  <a:pt x="161101" y="41492"/>
                </a:lnTo>
                <a:lnTo>
                  <a:pt x="161337" y="41889"/>
                </a:lnTo>
                <a:lnTo>
                  <a:pt x="161567" y="42294"/>
                </a:lnTo>
                <a:lnTo>
                  <a:pt x="161791" y="42709"/>
                </a:lnTo>
                <a:lnTo>
                  <a:pt x="162008" y="43131"/>
                </a:lnTo>
                <a:lnTo>
                  <a:pt x="162216" y="43563"/>
                </a:lnTo>
                <a:lnTo>
                  <a:pt x="162414" y="44003"/>
                </a:lnTo>
                <a:lnTo>
                  <a:pt x="162604" y="44453"/>
                </a:lnTo>
                <a:lnTo>
                  <a:pt x="162784" y="44911"/>
                </a:lnTo>
                <a:lnTo>
                  <a:pt x="162954" y="45378"/>
                </a:lnTo>
                <a:lnTo>
                  <a:pt x="163116" y="45853"/>
                </a:lnTo>
                <a:lnTo>
                  <a:pt x="163268" y="46338"/>
                </a:lnTo>
                <a:lnTo>
                  <a:pt x="163411" y="46831"/>
                </a:lnTo>
                <a:lnTo>
                  <a:pt x="163545" y="47333"/>
                </a:lnTo>
                <a:lnTo>
                  <a:pt x="163670" y="47844"/>
                </a:lnTo>
                <a:lnTo>
                  <a:pt x="163785" y="48364"/>
                </a:lnTo>
                <a:lnTo>
                  <a:pt x="163892" y="48893"/>
                </a:lnTo>
                <a:lnTo>
                  <a:pt x="163988" y="49430"/>
                </a:lnTo>
                <a:lnTo>
                  <a:pt x="164076" y="49976"/>
                </a:lnTo>
                <a:lnTo>
                  <a:pt x="164155" y="50531"/>
                </a:lnTo>
                <a:lnTo>
                  <a:pt x="164224" y="51095"/>
                </a:lnTo>
                <a:lnTo>
                  <a:pt x="164284" y="51668"/>
                </a:lnTo>
                <a:lnTo>
                  <a:pt x="164335" y="52250"/>
                </a:lnTo>
                <a:lnTo>
                  <a:pt x="164376" y="52840"/>
                </a:lnTo>
                <a:lnTo>
                  <a:pt x="164409" y="53439"/>
                </a:lnTo>
                <a:lnTo>
                  <a:pt x="164432" y="54047"/>
                </a:lnTo>
                <a:lnTo>
                  <a:pt x="164445" y="54664"/>
                </a:lnTo>
                <a:lnTo>
                  <a:pt x="164450" y="55289"/>
                </a:lnTo>
                <a:lnTo>
                  <a:pt x="164445" y="55906"/>
                </a:lnTo>
                <a:lnTo>
                  <a:pt x="164431" y="56514"/>
                </a:lnTo>
                <a:lnTo>
                  <a:pt x="164408" y="57113"/>
                </a:lnTo>
                <a:lnTo>
                  <a:pt x="164375" y="57705"/>
                </a:lnTo>
                <a:lnTo>
                  <a:pt x="164332" y="58288"/>
                </a:lnTo>
                <a:lnTo>
                  <a:pt x="164280" y="58863"/>
                </a:lnTo>
                <a:lnTo>
                  <a:pt x="164219" y="59430"/>
                </a:lnTo>
                <a:lnTo>
                  <a:pt x="164148" y="59989"/>
                </a:lnTo>
                <a:lnTo>
                  <a:pt x="164068" y="60540"/>
                </a:lnTo>
                <a:lnTo>
                  <a:pt x="163978" y="61082"/>
                </a:lnTo>
                <a:lnTo>
                  <a:pt x="163879" y="61616"/>
                </a:lnTo>
                <a:lnTo>
                  <a:pt x="163770" y="62142"/>
                </a:lnTo>
                <a:lnTo>
                  <a:pt x="163652" y="62660"/>
                </a:lnTo>
                <a:lnTo>
                  <a:pt x="163525" y="63169"/>
                </a:lnTo>
                <a:lnTo>
                  <a:pt x="163388" y="63670"/>
                </a:lnTo>
                <a:lnTo>
                  <a:pt x="163242" y="64163"/>
                </a:lnTo>
                <a:lnTo>
                  <a:pt x="163086" y="64648"/>
                </a:lnTo>
                <a:lnTo>
                  <a:pt x="162921" y="65125"/>
                </a:lnTo>
                <a:lnTo>
                  <a:pt x="162746" y="65593"/>
                </a:lnTo>
                <a:lnTo>
                  <a:pt x="162562" y="66054"/>
                </a:lnTo>
                <a:lnTo>
                  <a:pt x="162369" y="66506"/>
                </a:lnTo>
                <a:lnTo>
                  <a:pt x="162166" y="66950"/>
                </a:lnTo>
                <a:lnTo>
                  <a:pt x="161953" y="67385"/>
                </a:lnTo>
                <a:lnTo>
                  <a:pt x="161732" y="67813"/>
                </a:lnTo>
                <a:lnTo>
                  <a:pt x="161502" y="68232"/>
                </a:lnTo>
                <a:lnTo>
                  <a:pt x="161267" y="68642"/>
                </a:lnTo>
                <a:lnTo>
                  <a:pt x="161027" y="69043"/>
                </a:lnTo>
                <a:lnTo>
                  <a:pt x="160780" y="69435"/>
                </a:lnTo>
                <a:lnTo>
                  <a:pt x="160528" y="69819"/>
                </a:lnTo>
                <a:lnTo>
                  <a:pt x="160270" y="70194"/>
                </a:lnTo>
                <a:lnTo>
                  <a:pt x="160006" y="70560"/>
                </a:lnTo>
                <a:lnTo>
                  <a:pt x="159737" y="70917"/>
                </a:lnTo>
                <a:lnTo>
                  <a:pt x="159461" y="71265"/>
                </a:lnTo>
                <a:lnTo>
                  <a:pt x="159181" y="71605"/>
                </a:lnTo>
                <a:lnTo>
                  <a:pt x="158894" y="71936"/>
                </a:lnTo>
                <a:lnTo>
                  <a:pt x="158601" y="72258"/>
                </a:lnTo>
                <a:lnTo>
                  <a:pt x="158303" y="72571"/>
                </a:lnTo>
                <a:lnTo>
                  <a:pt x="157999" y="72875"/>
                </a:lnTo>
                <a:lnTo>
                  <a:pt x="157689" y="73170"/>
                </a:lnTo>
                <a:lnTo>
                  <a:pt x="157374" y="73457"/>
                </a:lnTo>
                <a:lnTo>
                  <a:pt x="157053" y="73735"/>
                </a:lnTo>
                <a:lnTo>
                  <a:pt x="156726" y="74004"/>
                </a:lnTo>
                <a:lnTo>
                  <a:pt x="156393" y="74264"/>
                </a:lnTo>
                <a:lnTo>
                  <a:pt x="156055" y="74515"/>
                </a:lnTo>
                <a:lnTo>
                  <a:pt x="155711" y="74758"/>
                </a:lnTo>
                <a:lnTo>
                  <a:pt x="155361" y="74991"/>
                </a:lnTo>
                <a:lnTo>
                  <a:pt x="155005" y="75216"/>
                </a:lnTo>
                <a:lnTo>
                  <a:pt x="154644" y="75432"/>
                </a:lnTo>
                <a:lnTo>
                  <a:pt x="154278" y="75640"/>
                </a:lnTo>
                <a:lnTo>
                  <a:pt x="153910" y="75838"/>
                </a:lnTo>
                <a:lnTo>
                  <a:pt x="153540" y="76028"/>
                </a:lnTo>
                <a:lnTo>
                  <a:pt x="153167" y="76209"/>
                </a:lnTo>
                <a:lnTo>
                  <a:pt x="152792" y="76381"/>
                </a:lnTo>
                <a:lnTo>
                  <a:pt x="152414" y="76544"/>
                </a:lnTo>
                <a:lnTo>
                  <a:pt x="152034" y="76698"/>
                </a:lnTo>
                <a:lnTo>
                  <a:pt x="151652" y="76844"/>
                </a:lnTo>
                <a:lnTo>
                  <a:pt x="151266" y="76980"/>
                </a:lnTo>
                <a:lnTo>
                  <a:pt x="150879" y="77108"/>
                </a:lnTo>
                <a:lnTo>
                  <a:pt x="150489" y="77227"/>
                </a:lnTo>
                <a:lnTo>
                  <a:pt x="150096" y="77337"/>
                </a:lnTo>
                <a:lnTo>
                  <a:pt x="149701" y="77439"/>
                </a:lnTo>
                <a:lnTo>
                  <a:pt x="149304" y="77531"/>
                </a:lnTo>
                <a:lnTo>
                  <a:pt x="148904" y="77615"/>
                </a:lnTo>
                <a:lnTo>
                  <a:pt x="148502" y="77690"/>
                </a:lnTo>
                <a:lnTo>
                  <a:pt x="148097" y="77756"/>
                </a:lnTo>
                <a:lnTo>
                  <a:pt x="147690" y="77814"/>
                </a:lnTo>
                <a:lnTo>
                  <a:pt x="147280" y="77862"/>
                </a:lnTo>
                <a:lnTo>
                  <a:pt x="146868" y="77902"/>
                </a:lnTo>
                <a:lnTo>
                  <a:pt x="146453" y="77933"/>
                </a:lnTo>
                <a:lnTo>
                  <a:pt x="146036" y="77955"/>
                </a:lnTo>
                <a:lnTo>
                  <a:pt x="145616" y="77968"/>
                </a:lnTo>
                <a:lnTo>
                  <a:pt x="145194" y="77972"/>
                </a:lnTo>
                <a:lnTo>
                  <a:pt x="144772" y="77968"/>
                </a:lnTo>
                <a:lnTo>
                  <a:pt x="144353" y="77955"/>
                </a:lnTo>
                <a:lnTo>
                  <a:pt x="143936" y="77933"/>
                </a:lnTo>
                <a:lnTo>
                  <a:pt x="143522" y="77902"/>
                </a:lnTo>
                <a:close/>
                <a:moveTo>
                  <a:pt x="282870" y="86463"/>
                </a:moveTo>
                <a:lnTo>
                  <a:pt x="283194" y="86451"/>
                </a:lnTo>
                <a:lnTo>
                  <a:pt x="283515" y="86436"/>
                </a:lnTo>
                <a:lnTo>
                  <a:pt x="283833" y="86418"/>
                </a:lnTo>
                <a:lnTo>
                  <a:pt x="284148" y="86397"/>
                </a:lnTo>
                <a:lnTo>
                  <a:pt x="284459" y="86372"/>
                </a:lnTo>
                <a:lnTo>
                  <a:pt x="284768" y="86345"/>
                </a:lnTo>
                <a:lnTo>
                  <a:pt x="285074" y="86313"/>
                </a:lnTo>
                <a:lnTo>
                  <a:pt x="285376" y="86279"/>
                </a:lnTo>
                <a:lnTo>
                  <a:pt x="285675" y="86241"/>
                </a:lnTo>
                <a:lnTo>
                  <a:pt x="285972" y="86200"/>
                </a:lnTo>
                <a:lnTo>
                  <a:pt x="286265" y="86156"/>
                </a:lnTo>
                <a:lnTo>
                  <a:pt x="286555" y="86108"/>
                </a:lnTo>
                <a:lnTo>
                  <a:pt x="286842" y="86058"/>
                </a:lnTo>
                <a:lnTo>
                  <a:pt x="287126" y="86003"/>
                </a:lnTo>
                <a:lnTo>
                  <a:pt x="287407" y="85946"/>
                </a:lnTo>
                <a:lnTo>
                  <a:pt x="287684" y="85885"/>
                </a:lnTo>
                <a:lnTo>
                  <a:pt x="287959" y="85821"/>
                </a:lnTo>
                <a:lnTo>
                  <a:pt x="288231" y="85754"/>
                </a:lnTo>
                <a:lnTo>
                  <a:pt x="288499" y="85684"/>
                </a:lnTo>
                <a:lnTo>
                  <a:pt x="288765" y="85610"/>
                </a:lnTo>
                <a:lnTo>
                  <a:pt x="289027" y="85533"/>
                </a:lnTo>
                <a:lnTo>
                  <a:pt x="289287" y="85453"/>
                </a:lnTo>
                <a:lnTo>
                  <a:pt x="289544" y="85371"/>
                </a:lnTo>
                <a:lnTo>
                  <a:pt x="289800" y="85286"/>
                </a:lnTo>
                <a:lnTo>
                  <a:pt x="290053" y="85200"/>
                </a:lnTo>
                <a:lnTo>
                  <a:pt x="290303" y="85111"/>
                </a:lnTo>
                <a:lnTo>
                  <a:pt x="290552" y="85020"/>
                </a:lnTo>
                <a:lnTo>
                  <a:pt x="290798" y="84926"/>
                </a:lnTo>
                <a:lnTo>
                  <a:pt x="291042" y="84831"/>
                </a:lnTo>
                <a:lnTo>
                  <a:pt x="291284" y="84733"/>
                </a:lnTo>
                <a:lnTo>
                  <a:pt x="291523" y="84633"/>
                </a:lnTo>
                <a:lnTo>
                  <a:pt x="291761" y="84530"/>
                </a:lnTo>
                <a:lnTo>
                  <a:pt x="291996" y="84425"/>
                </a:lnTo>
                <a:lnTo>
                  <a:pt x="292228" y="84319"/>
                </a:lnTo>
                <a:lnTo>
                  <a:pt x="292459" y="84209"/>
                </a:lnTo>
                <a:lnTo>
                  <a:pt x="292687" y="84098"/>
                </a:lnTo>
                <a:lnTo>
                  <a:pt x="292913" y="83984"/>
                </a:lnTo>
                <a:lnTo>
                  <a:pt x="293136" y="83868"/>
                </a:lnTo>
                <a:lnTo>
                  <a:pt x="293358" y="83750"/>
                </a:lnTo>
                <a:lnTo>
                  <a:pt x="293577" y="83629"/>
                </a:lnTo>
                <a:lnTo>
                  <a:pt x="293794" y="83507"/>
                </a:lnTo>
                <a:lnTo>
                  <a:pt x="294008" y="83381"/>
                </a:lnTo>
                <a:lnTo>
                  <a:pt x="294221" y="83254"/>
                </a:lnTo>
                <a:lnTo>
                  <a:pt x="294431" y="83125"/>
                </a:lnTo>
                <a:lnTo>
                  <a:pt x="294639" y="82993"/>
                </a:lnTo>
                <a:lnTo>
                  <a:pt x="294844" y="82859"/>
                </a:lnTo>
                <a:lnTo>
                  <a:pt x="295048" y="82723"/>
                </a:lnTo>
                <a:lnTo>
                  <a:pt x="295249" y="82585"/>
                </a:lnTo>
                <a:lnTo>
                  <a:pt x="295448" y="82445"/>
                </a:lnTo>
                <a:lnTo>
                  <a:pt x="295645" y="82303"/>
                </a:lnTo>
                <a:lnTo>
                  <a:pt x="295839" y="82158"/>
                </a:lnTo>
                <a:lnTo>
                  <a:pt x="296031" y="82012"/>
                </a:lnTo>
                <a:lnTo>
                  <a:pt x="296221" y="81864"/>
                </a:lnTo>
                <a:lnTo>
                  <a:pt x="296409" y="81713"/>
                </a:lnTo>
                <a:lnTo>
                  <a:pt x="296594" y="81561"/>
                </a:lnTo>
                <a:lnTo>
                  <a:pt x="296777" y="81407"/>
                </a:lnTo>
                <a:lnTo>
                  <a:pt x="296958" y="81250"/>
                </a:lnTo>
                <a:lnTo>
                  <a:pt x="297136" y="81092"/>
                </a:lnTo>
                <a:lnTo>
                  <a:pt x="297313" y="80931"/>
                </a:lnTo>
                <a:lnTo>
                  <a:pt x="297487" y="80768"/>
                </a:lnTo>
                <a:lnTo>
                  <a:pt x="297658" y="80604"/>
                </a:lnTo>
                <a:lnTo>
                  <a:pt x="297828" y="80437"/>
                </a:lnTo>
                <a:lnTo>
                  <a:pt x="297995" y="80268"/>
                </a:lnTo>
                <a:lnTo>
                  <a:pt x="298160" y="80097"/>
                </a:lnTo>
                <a:lnTo>
                  <a:pt x="298323" y="79925"/>
                </a:lnTo>
                <a:lnTo>
                  <a:pt x="298483" y="79750"/>
                </a:lnTo>
                <a:lnTo>
                  <a:pt x="298641" y="79573"/>
                </a:lnTo>
                <a:lnTo>
                  <a:pt x="298797" y="79394"/>
                </a:lnTo>
                <a:lnTo>
                  <a:pt x="298951" y="79213"/>
                </a:lnTo>
                <a:lnTo>
                  <a:pt x="299102" y="79030"/>
                </a:lnTo>
                <a:lnTo>
                  <a:pt x="299251" y="78846"/>
                </a:lnTo>
                <a:lnTo>
                  <a:pt x="299398" y="78662"/>
                </a:lnTo>
                <a:lnTo>
                  <a:pt x="299543" y="78476"/>
                </a:lnTo>
                <a:lnTo>
                  <a:pt x="299686" y="78289"/>
                </a:lnTo>
                <a:lnTo>
                  <a:pt x="299826" y="78102"/>
                </a:lnTo>
                <a:lnTo>
                  <a:pt x="299964" y="77913"/>
                </a:lnTo>
                <a:lnTo>
                  <a:pt x="300100" y="77723"/>
                </a:lnTo>
                <a:lnTo>
                  <a:pt x="300233" y="77532"/>
                </a:lnTo>
                <a:lnTo>
                  <a:pt x="300364" y="77340"/>
                </a:lnTo>
                <a:lnTo>
                  <a:pt x="300493" y="77147"/>
                </a:lnTo>
                <a:lnTo>
                  <a:pt x="300620" y="76953"/>
                </a:lnTo>
                <a:lnTo>
                  <a:pt x="300744" y="76758"/>
                </a:lnTo>
                <a:lnTo>
                  <a:pt x="300867" y="76562"/>
                </a:lnTo>
                <a:lnTo>
                  <a:pt x="300987" y="76365"/>
                </a:lnTo>
                <a:lnTo>
                  <a:pt x="301104" y="76167"/>
                </a:lnTo>
                <a:lnTo>
                  <a:pt x="301220" y="75968"/>
                </a:lnTo>
                <a:lnTo>
                  <a:pt x="301333" y="75768"/>
                </a:lnTo>
                <a:lnTo>
                  <a:pt x="301444" y="75567"/>
                </a:lnTo>
                <a:lnTo>
                  <a:pt x="301553" y="75365"/>
                </a:lnTo>
                <a:lnTo>
                  <a:pt x="301659" y="75161"/>
                </a:lnTo>
                <a:lnTo>
                  <a:pt x="301763" y="74957"/>
                </a:lnTo>
                <a:lnTo>
                  <a:pt x="301865" y="74752"/>
                </a:lnTo>
                <a:lnTo>
                  <a:pt x="301965" y="74546"/>
                </a:lnTo>
                <a:lnTo>
                  <a:pt x="302554" y="85060"/>
                </a:lnTo>
                <a:lnTo>
                  <a:pt x="311414" y="85060"/>
                </a:lnTo>
                <a:lnTo>
                  <a:pt x="311414" y="48201"/>
                </a:lnTo>
                <a:lnTo>
                  <a:pt x="311410" y="47594"/>
                </a:lnTo>
                <a:lnTo>
                  <a:pt x="311395" y="46994"/>
                </a:lnTo>
                <a:lnTo>
                  <a:pt x="311372" y="46401"/>
                </a:lnTo>
                <a:lnTo>
                  <a:pt x="311339" y="45814"/>
                </a:lnTo>
                <a:lnTo>
                  <a:pt x="311296" y="45234"/>
                </a:lnTo>
                <a:lnTo>
                  <a:pt x="311244" y="44661"/>
                </a:lnTo>
                <a:lnTo>
                  <a:pt x="311183" y="44095"/>
                </a:lnTo>
                <a:lnTo>
                  <a:pt x="311112" y="43535"/>
                </a:lnTo>
                <a:lnTo>
                  <a:pt x="311032" y="42982"/>
                </a:lnTo>
                <a:lnTo>
                  <a:pt x="310943" y="42436"/>
                </a:lnTo>
                <a:lnTo>
                  <a:pt x="310844" y="41897"/>
                </a:lnTo>
                <a:lnTo>
                  <a:pt x="310735" y="41364"/>
                </a:lnTo>
                <a:lnTo>
                  <a:pt x="310617" y="40839"/>
                </a:lnTo>
                <a:lnTo>
                  <a:pt x="310490" y="40320"/>
                </a:lnTo>
                <a:lnTo>
                  <a:pt x="310353" y="39807"/>
                </a:lnTo>
                <a:lnTo>
                  <a:pt x="310207" y="39302"/>
                </a:lnTo>
                <a:lnTo>
                  <a:pt x="310051" y="38803"/>
                </a:lnTo>
                <a:lnTo>
                  <a:pt x="309886" y="38311"/>
                </a:lnTo>
                <a:lnTo>
                  <a:pt x="309712" y="37826"/>
                </a:lnTo>
                <a:lnTo>
                  <a:pt x="309528" y="37348"/>
                </a:lnTo>
                <a:lnTo>
                  <a:pt x="309334" y="36876"/>
                </a:lnTo>
                <a:lnTo>
                  <a:pt x="309132" y="36411"/>
                </a:lnTo>
                <a:lnTo>
                  <a:pt x="308919" y="35953"/>
                </a:lnTo>
                <a:lnTo>
                  <a:pt x="308698" y="35502"/>
                </a:lnTo>
                <a:lnTo>
                  <a:pt x="308466" y="35058"/>
                </a:lnTo>
                <a:lnTo>
                  <a:pt x="308226" y="34622"/>
                </a:lnTo>
                <a:lnTo>
                  <a:pt x="307975" y="34195"/>
                </a:lnTo>
                <a:lnTo>
                  <a:pt x="307715" y="33775"/>
                </a:lnTo>
                <a:lnTo>
                  <a:pt x="307445" y="33364"/>
                </a:lnTo>
                <a:lnTo>
                  <a:pt x="307166" y="32962"/>
                </a:lnTo>
                <a:lnTo>
                  <a:pt x="306877" y="32567"/>
                </a:lnTo>
                <a:lnTo>
                  <a:pt x="306578" y="32181"/>
                </a:lnTo>
                <a:lnTo>
                  <a:pt x="306270" y="31802"/>
                </a:lnTo>
                <a:lnTo>
                  <a:pt x="305952" y="31432"/>
                </a:lnTo>
                <a:lnTo>
                  <a:pt x="305624" y="31071"/>
                </a:lnTo>
                <a:lnTo>
                  <a:pt x="305287" y="30717"/>
                </a:lnTo>
                <a:lnTo>
                  <a:pt x="304940" y="30372"/>
                </a:lnTo>
                <a:lnTo>
                  <a:pt x="304583" y="30034"/>
                </a:lnTo>
                <a:lnTo>
                  <a:pt x="304217" y="29705"/>
                </a:lnTo>
                <a:lnTo>
                  <a:pt x="303841" y="29385"/>
                </a:lnTo>
                <a:lnTo>
                  <a:pt x="303455" y="29072"/>
                </a:lnTo>
                <a:lnTo>
                  <a:pt x="303060" y="28768"/>
                </a:lnTo>
                <a:lnTo>
                  <a:pt x="302655" y="28472"/>
                </a:lnTo>
                <a:lnTo>
                  <a:pt x="302241" y="28184"/>
                </a:lnTo>
                <a:lnTo>
                  <a:pt x="301817" y="27904"/>
                </a:lnTo>
                <a:lnTo>
                  <a:pt x="301383" y="27632"/>
                </a:lnTo>
                <a:lnTo>
                  <a:pt x="300940" y="27369"/>
                </a:lnTo>
                <a:lnTo>
                  <a:pt x="300487" y="27114"/>
                </a:lnTo>
                <a:lnTo>
                  <a:pt x="300024" y="26868"/>
                </a:lnTo>
                <a:lnTo>
                  <a:pt x="299552" y="26632"/>
                </a:lnTo>
                <a:lnTo>
                  <a:pt x="299070" y="26407"/>
                </a:lnTo>
                <a:lnTo>
                  <a:pt x="298578" y="26193"/>
                </a:lnTo>
                <a:lnTo>
                  <a:pt x="298077" y="25989"/>
                </a:lnTo>
                <a:lnTo>
                  <a:pt x="297567" y="25795"/>
                </a:lnTo>
                <a:lnTo>
                  <a:pt x="297046" y="25612"/>
                </a:lnTo>
                <a:lnTo>
                  <a:pt x="296516" y="25439"/>
                </a:lnTo>
                <a:lnTo>
                  <a:pt x="295976" y="25277"/>
                </a:lnTo>
                <a:lnTo>
                  <a:pt x="295427" y="25125"/>
                </a:lnTo>
                <a:lnTo>
                  <a:pt x="294868" y="24984"/>
                </a:lnTo>
                <a:lnTo>
                  <a:pt x="294299" y="24853"/>
                </a:lnTo>
                <a:lnTo>
                  <a:pt x="293721" y="24733"/>
                </a:lnTo>
                <a:lnTo>
                  <a:pt x="293133" y="24623"/>
                </a:lnTo>
                <a:lnTo>
                  <a:pt x="292536" y="24524"/>
                </a:lnTo>
                <a:lnTo>
                  <a:pt x="291928" y="24435"/>
                </a:lnTo>
                <a:lnTo>
                  <a:pt x="291311" y="24356"/>
                </a:lnTo>
                <a:lnTo>
                  <a:pt x="290685" y="24288"/>
                </a:lnTo>
                <a:lnTo>
                  <a:pt x="290049" y="24231"/>
                </a:lnTo>
                <a:lnTo>
                  <a:pt x="289403" y="24184"/>
                </a:lnTo>
                <a:lnTo>
                  <a:pt x="288747" y="24147"/>
                </a:lnTo>
                <a:lnTo>
                  <a:pt x="288082" y="24121"/>
                </a:lnTo>
                <a:lnTo>
                  <a:pt x="287408" y="24105"/>
                </a:lnTo>
                <a:lnTo>
                  <a:pt x="286723" y="24100"/>
                </a:lnTo>
                <a:lnTo>
                  <a:pt x="286222" y="24104"/>
                </a:lnTo>
                <a:lnTo>
                  <a:pt x="285722" y="24116"/>
                </a:lnTo>
                <a:lnTo>
                  <a:pt x="285224" y="24136"/>
                </a:lnTo>
                <a:lnTo>
                  <a:pt x="284728" y="24164"/>
                </a:lnTo>
                <a:lnTo>
                  <a:pt x="284233" y="24200"/>
                </a:lnTo>
                <a:lnTo>
                  <a:pt x="283740" y="24244"/>
                </a:lnTo>
                <a:lnTo>
                  <a:pt x="283249" y="24296"/>
                </a:lnTo>
                <a:lnTo>
                  <a:pt x="282759" y="24356"/>
                </a:lnTo>
                <a:lnTo>
                  <a:pt x="282271" y="24424"/>
                </a:lnTo>
                <a:lnTo>
                  <a:pt x="281785" y="24500"/>
                </a:lnTo>
                <a:lnTo>
                  <a:pt x="281300" y="24584"/>
                </a:lnTo>
                <a:lnTo>
                  <a:pt x="280817" y="24676"/>
                </a:lnTo>
                <a:lnTo>
                  <a:pt x="280335" y="24776"/>
                </a:lnTo>
                <a:lnTo>
                  <a:pt x="279855" y="24884"/>
                </a:lnTo>
                <a:lnTo>
                  <a:pt x="279377" y="25000"/>
                </a:lnTo>
                <a:lnTo>
                  <a:pt x="278900" y="25124"/>
                </a:lnTo>
                <a:lnTo>
                  <a:pt x="278425" y="25256"/>
                </a:lnTo>
                <a:lnTo>
                  <a:pt x="277952" y="25396"/>
                </a:lnTo>
                <a:lnTo>
                  <a:pt x="277480" y="25544"/>
                </a:lnTo>
                <a:lnTo>
                  <a:pt x="277010" y="25700"/>
                </a:lnTo>
                <a:lnTo>
                  <a:pt x="276542" y="25864"/>
                </a:lnTo>
                <a:lnTo>
                  <a:pt x="276075" y="26036"/>
                </a:lnTo>
                <a:lnTo>
                  <a:pt x="275610" y="26216"/>
                </a:lnTo>
                <a:lnTo>
                  <a:pt x="275146" y="26404"/>
                </a:lnTo>
                <a:lnTo>
                  <a:pt x="274687" y="26599"/>
                </a:lnTo>
                <a:lnTo>
                  <a:pt x="274235" y="26802"/>
                </a:lnTo>
                <a:lnTo>
                  <a:pt x="273789" y="27011"/>
                </a:lnTo>
                <a:lnTo>
                  <a:pt x="273350" y="27227"/>
                </a:lnTo>
                <a:lnTo>
                  <a:pt x="272918" y="27451"/>
                </a:lnTo>
                <a:lnTo>
                  <a:pt x="272492" y="27681"/>
                </a:lnTo>
                <a:lnTo>
                  <a:pt x="272073" y="27918"/>
                </a:lnTo>
                <a:lnTo>
                  <a:pt x="271662" y="28163"/>
                </a:lnTo>
                <a:lnTo>
                  <a:pt x="271256" y="28414"/>
                </a:lnTo>
                <a:lnTo>
                  <a:pt x="270858" y="28672"/>
                </a:lnTo>
                <a:lnTo>
                  <a:pt x="270466" y="28937"/>
                </a:lnTo>
                <a:lnTo>
                  <a:pt x="270081" y="29209"/>
                </a:lnTo>
                <a:lnTo>
                  <a:pt x="269703" y="29489"/>
                </a:lnTo>
                <a:lnTo>
                  <a:pt x="269332" y="29775"/>
                </a:lnTo>
                <a:lnTo>
                  <a:pt x="268967" y="30068"/>
                </a:lnTo>
                <a:lnTo>
                  <a:pt x="268610" y="30368"/>
                </a:lnTo>
                <a:lnTo>
                  <a:pt x="268259" y="30675"/>
                </a:lnTo>
                <a:lnTo>
                  <a:pt x="267914" y="30989"/>
                </a:lnTo>
                <a:lnTo>
                  <a:pt x="267577" y="31310"/>
                </a:lnTo>
                <a:lnTo>
                  <a:pt x="267246" y="31638"/>
                </a:lnTo>
                <a:lnTo>
                  <a:pt x="266922" y="31973"/>
                </a:lnTo>
                <a:lnTo>
                  <a:pt x="266605" y="32315"/>
                </a:lnTo>
                <a:lnTo>
                  <a:pt x="266294" y="32664"/>
                </a:lnTo>
                <a:lnTo>
                  <a:pt x="265991" y="33019"/>
                </a:lnTo>
                <a:lnTo>
                  <a:pt x="265695" y="33382"/>
                </a:lnTo>
                <a:lnTo>
                  <a:pt x="265410" y="33752"/>
                </a:lnTo>
                <a:lnTo>
                  <a:pt x="265135" y="34130"/>
                </a:lnTo>
                <a:lnTo>
                  <a:pt x="264870" y="34514"/>
                </a:lnTo>
                <a:lnTo>
                  <a:pt x="264615" y="34906"/>
                </a:lnTo>
                <a:lnTo>
                  <a:pt x="264370" y="35305"/>
                </a:lnTo>
                <a:lnTo>
                  <a:pt x="264135" y="35711"/>
                </a:lnTo>
                <a:lnTo>
                  <a:pt x="263910" y="36124"/>
                </a:lnTo>
                <a:lnTo>
                  <a:pt x="263695" y="36544"/>
                </a:lnTo>
                <a:lnTo>
                  <a:pt x="263490" y="36972"/>
                </a:lnTo>
                <a:lnTo>
                  <a:pt x="263296" y="37406"/>
                </a:lnTo>
                <a:lnTo>
                  <a:pt x="263111" y="37848"/>
                </a:lnTo>
                <a:lnTo>
                  <a:pt x="262936" y="38297"/>
                </a:lnTo>
                <a:lnTo>
                  <a:pt x="262772" y="38754"/>
                </a:lnTo>
                <a:lnTo>
                  <a:pt x="262617" y="39217"/>
                </a:lnTo>
                <a:lnTo>
                  <a:pt x="262473" y="39688"/>
                </a:lnTo>
                <a:lnTo>
                  <a:pt x="262338" y="40165"/>
                </a:lnTo>
                <a:lnTo>
                  <a:pt x="262214" y="40650"/>
                </a:lnTo>
                <a:lnTo>
                  <a:pt x="262100" y="41143"/>
                </a:lnTo>
                <a:lnTo>
                  <a:pt x="261995" y="41642"/>
                </a:lnTo>
                <a:lnTo>
                  <a:pt x="261901" y="42148"/>
                </a:lnTo>
                <a:lnTo>
                  <a:pt x="261817" y="42662"/>
                </a:lnTo>
                <a:lnTo>
                  <a:pt x="261743" y="43183"/>
                </a:lnTo>
                <a:lnTo>
                  <a:pt x="261679" y="43711"/>
                </a:lnTo>
                <a:lnTo>
                  <a:pt x="271839" y="43711"/>
                </a:lnTo>
                <a:lnTo>
                  <a:pt x="271923" y="43253"/>
                </a:lnTo>
                <a:lnTo>
                  <a:pt x="272018" y="42804"/>
                </a:lnTo>
                <a:lnTo>
                  <a:pt x="272125" y="42365"/>
                </a:lnTo>
                <a:lnTo>
                  <a:pt x="272242" y="41936"/>
                </a:lnTo>
                <a:lnTo>
                  <a:pt x="272371" y="41515"/>
                </a:lnTo>
                <a:lnTo>
                  <a:pt x="272510" y="41105"/>
                </a:lnTo>
                <a:lnTo>
                  <a:pt x="272661" y="40703"/>
                </a:lnTo>
                <a:lnTo>
                  <a:pt x="272823" y="40311"/>
                </a:lnTo>
                <a:lnTo>
                  <a:pt x="272996" y="39929"/>
                </a:lnTo>
                <a:lnTo>
                  <a:pt x="273180" y="39556"/>
                </a:lnTo>
                <a:lnTo>
                  <a:pt x="273375" y="39192"/>
                </a:lnTo>
                <a:lnTo>
                  <a:pt x="273581" y="38838"/>
                </a:lnTo>
                <a:lnTo>
                  <a:pt x="273798" y="38493"/>
                </a:lnTo>
                <a:lnTo>
                  <a:pt x="274026" y="38158"/>
                </a:lnTo>
                <a:lnTo>
                  <a:pt x="274266" y="37832"/>
                </a:lnTo>
                <a:lnTo>
                  <a:pt x="274516" y="37515"/>
                </a:lnTo>
                <a:lnTo>
                  <a:pt x="274778" y="37208"/>
                </a:lnTo>
                <a:lnTo>
                  <a:pt x="275050" y="36911"/>
                </a:lnTo>
                <a:lnTo>
                  <a:pt x="275334" y="36623"/>
                </a:lnTo>
                <a:lnTo>
                  <a:pt x="275629" y="36344"/>
                </a:lnTo>
                <a:lnTo>
                  <a:pt x="275935" y="36075"/>
                </a:lnTo>
                <a:lnTo>
                  <a:pt x="276251" y="35815"/>
                </a:lnTo>
                <a:lnTo>
                  <a:pt x="276579" y="35564"/>
                </a:lnTo>
                <a:lnTo>
                  <a:pt x="276919" y="35323"/>
                </a:lnTo>
                <a:lnTo>
                  <a:pt x="277266" y="35092"/>
                </a:lnTo>
                <a:lnTo>
                  <a:pt x="277618" y="34870"/>
                </a:lnTo>
                <a:lnTo>
                  <a:pt x="277976" y="34659"/>
                </a:lnTo>
                <a:lnTo>
                  <a:pt x="278340" y="34457"/>
                </a:lnTo>
                <a:lnTo>
                  <a:pt x="278708" y="34265"/>
                </a:lnTo>
                <a:lnTo>
                  <a:pt x="279082" y="34083"/>
                </a:lnTo>
                <a:lnTo>
                  <a:pt x="279461" y="33910"/>
                </a:lnTo>
                <a:lnTo>
                  <a:pt x="279846" y="33748"/>
                </a:lnTo>
                <a:lnTo>
                  <a:pt x="280236" y="33595"/>
                </a:lnTo>
                <a:lnTo>
                  <a:pt x="280631" y="33452"/>
                </a:lnTo>
                <a:lnTo>
                  <a:pt x="281031" y="33320"/>
                </a:lnTo>
                <a:lnTo>
                  <a:pt x="281437" y="33196"/>
                </a:lnTo>
                <a:lnTo>
                  <a:pt x="281849" y="33083"/>
                </a:lnTo>
                <a:lnTo>
                  <a:pt x="282265" y="32980"/>
                </a:lnTo>
                <a:lnTo>
                  <a:pt x="282687" y="32886"/>
                </a:lnTo>
                <a:lnTo>
                  <a:pt x="283114" y="32803"/>
                </a:lnTo>
                <a:lnTo>
                  <a:pt x="283547" y="32729"/>
                </a:lnTo>
                <a:lnTo>
                  <a:pt x="283984" y="32665"/>
                </a:lnTo>
                <a:lnTo>
                  <a:pt x="284428" y="32611"/>
                </a:lnTo>
                <a:lnTo>
                  <a:pt x="284876" y="32566"/>
                </a:lnTo>
                <a:lnTo>
                  <a:pt x="285330" y="32532"/>
                </a:lnTo>
                <a:lnTo>
                  <a:pt x="285789" y="32507"/>
                </a:lnTo>
                <a:lnTo>
                  <a:pt x="286253" y="32493"/>
                </a:lnTo>
                <a:lnTo>
                  <a:pt x="286723" y="32488"/>
                </a:lnTo>
                <a:lnTo>
                  <a:pt x="287124" y="32491"/>
                </a:lnTo>
                <a:lnTo>
                  <a:pt x="287519" y="32501"/>
                </a:lnTo>
                <a:lnTo>
                  <a:pt x="287909" y="32517"/>
                </a:lnTo>
                <a:lnTo>
                  <a:pt x="288293" y="32540"/>
                </a:lnTo>
                <a:lnTo>
                  <a:pt x="288672" y="32570"/>
                </a:lnTo>
                <a:lnTo>
                  <a:pt x="289045" y="32606"/>
                </a:lnTo>
                <a:lnTo>
                  <a:pt x="289413" y="32648"/>
                </a:lnTo>
                <a:lnTo>
                  <a:pt x="289775" y="32698"/>
                </a:lnTo>
                <a:lnTo>
                  <a:pt x="290132" y="32754"/>
                </a:lnTo>
                <a:lnTo>
                  <a:pt x="290483" y="32816"/>
                </a:lnTo>
                <a:lnTo>
                  <a:pt x="290828" y="32885"/>
                </a:lnTo>
                <a:lnTo>
                  <a:pt x="291168" y="32960"/>
                </a:lnTo>
                <a:lnTo>
                  <a:pt x="291503" y="33042"/>
                </a:lnTo>
                <a:lnTo>
                  <a:pt x="291831" y="33131"/>
                </a:lnTo>
                <a:lnTo>
                  <a:pt x="292155" y="33226"/>
                </a:lnTo>
                <a:lnTo>
                  <a:pt x="292472" y="33328"/>
                </a:lnTo>
                <a:lnTo>
                  <a:pt x="292785" y="33436"/>
                </a:lnTo>
                <a:lnTo>
                  <a:pt x="293091" y="33551"/>
                </a:lnTo>
                <a:lnTo>
                  <a:pt x="293393" y="33673"/>
                </a:lnTo>
                <a:lnTo>
                  <a:pt x="293688" y="33801"/>
                </a:lnTo>
                <a:lnTo>
                  <a:pt x="293978" y="33935"/>
                </a:lnTo>
                <a:lnTo>
                  <a:pt x="294263" y="34077"/>
                </a:lnTo>
                <a:lnTo>
                  <a:pt x="294542" y="34224"/>
                </a:lnTo>
                <a:lnTo>
                  <a:pt x="294815" y="34379"/>
                </a:lnTo>
                <a:lnTo>
                  <a:pt x="295084" y="34539"/>
                </a:lnTo>
                <a:lnTo>
                  <a:pt x="295346" y="34706"/>
                </a:lnTo>
                <a:lnTo>
                  <a:pt x="295604" y="34880"/>
                </a:lnTo>
                <a:lnTo>
                  <a:pt x="295856" y="35060"/>
                </a:lnTo>
                <a:lnTo>
                  <a:pt x="296103" y="35246"/>
                </a:lnTo>
                <a:lnTo>
                  <a:pt x="296344" y="35438"/>
                </a:lnTo>
                <a:lnTo>
                  <a:pt x="296580" y="35637"/>
                </a:lnTo>
                <a:lnTo>
                  <a:pt x="296811" y="35843"/>
                </a:lnTo>
                <a:lnTo>
                  <a:pt x="297037" y="36054"/>
                </a:lnTo>
                <a:lnTo>
                  <a:pt x="297257" y="36272"/>
                </a:lnTo>
                <a:lnTo>
                  <a:pt x="297472" y="36496"/>
                </a:lnTo>
                <a:lnTo>
                  <a:pt x="297681" y="36727"/>
                </a:lnTo>
                <a:lnTo>
                  <a:pt x="297885" y="36964"/>
                </a:lnTo>
                <a:lnTo>
                  <a:pt x="298084" y="37207"/>
                </a:lnTo>
                <a:lnTo>
                  <a:pt x="298277" y="37457"/>
                </a:lnTo>
                <a:lnTo>
                  <a:pt x="298466" y="37713"/>
                </a:lnTo>
                <a:lnTo>
                  <a:pt x="298648" y="37976"/>
                </a:lnTo>
                <a:lnTo>
                  <a:pt x="298826" y="38244"/>
                </a:lnTo>
                <a:lnTo>
                  <a:pt x="298998" y="38519"/>
                </a:lnTo>
                <a:lnTo>
                  <a:pt x="299165" y="38801"/>
                </a:lnTo>
                <a:lnTo>
                  <a:pt x="299326" y="39089"/>
                </a:lnTo>
                <a:lnTo>
                  <a:pt x="299482" y="39383"/>
                </a:lnTo>
                <a:lnTo>
                  <a:pt x="299633" y="39683"/>
                </a:lnTo>
                <a:lnTo>
                  <a:pt x="299778" y="39990"/>
                </a:lnTo>
                <a:lnTo>
                  <a:pt x="299918" y="40304"/>
                </a:lnTo>
                <a:lnTo>
                  <a:pt x="300052" y="40623"/>
                </a:lnTo>
                <a:lnTo>
                  <a:pt x="300179" y="40949"/>
                </a:lnTo>
                <a:lnTo>
                  <a:pt x="300301" y="41281"/>
                </a:lnTo>
                <a:lnTo>
                  <a:pt x="300417" y="41620"/>
                </a:lnTo>
                <a:lnTo>
                  <a:pt x="300527" y="41965"/>
                </a:lnTo>
                <a:lnTo>
                  <a:pt x="300631" y="42317"/>
                </a:lnTo>
                <a:lnTo>
                  <a:pt x="300729" y="42674"/>
                </a:lnTo>
                <a:lnTo>
                  <a:pt x="300822" y="43039"/>
                </a:lnTo>
                <a:lnTo>
                  <a:pt x="300908" y="43409"/>
                </a:lnTo>
                <a:lnTo>
                  <a:pt x="300988" y="43786"/>
                </a:lnTo>
                <a:lnTo>
                  <a:pt x="301062" y="44169"/>
                </a:lnTo>
                <a:lnTo>
                  <a:pt x="301131" y="44559"/>
                </a:lnTo>
                <a:lnTo>
                  <a:pt x="301193" y="44955"/>
                </a:lnTo>
                <a:lnTo>
                  <a:pt x="301250" y="45357"/>
                </a:lnTo>
                <a:lnTo>
                  <a:pt x="301300" y="45766"/>
                </a:lnTo>
                <a:lnTo>
                  <a:pt x="301345" y="46181"/>
                </a:lnTo>
                <a:lnTo>
                  <a:pt x="301384" y="46603"/>
                </a:lnTo>
                <a:lnTo>
                  <a:pt x="301416" y="47030"/>
                </a:lnTo>
                <a:lnTo>
                  <a:pt x="301443" y="47465"/>
                </a:lnTo>
                <a:lnTo>
                  <a:pt x="301464" y="47905"/>
                </a:lnTo>
                <a:lnTo>
                  <a:pt x="301479" y="48352"/>
                </a:lnTo>
                <a:lnTo>
                  <a:pt x="301488" y="48805"/>
                </a:lnTo>
                <a:lnTo>
                  <a:pt x="301491" y="49265"/>
                </a:lnTo>
                <a:lnTo>
                  <a:pt x="285779" y="49265"/>
                </a:lnTo>
                <a:lnTo>
                  <a:pt x="285132" y="49269"/>
                </a:lnTo>
                <a:lnTo>
                  <a:pt x="284494" y="49280"/>
                </a:lnTo>
                <a:lnTo>
                  <a:pt x="283862" y="49299"/>
                </a:lnTo>
                <a:lnTo>
                  <a:pt x="283237" y="49326"/>
                </a:lnTo>
                <a:lnTo>
                  <a:pt x="282620" y="49360"/>
                </a:lnTo>
                <a:lnTo>
                  <a:pt x="282009" y="49402"/>
                </a:lnTo>
                <a:lnTo>
                  <a:pt x="281406" y="49451"/>
                </a:lnTo>
                <a:lnTo>
                  <a:pt x="280810" y="49508"/>
                </a:lnTo>
                <a:lnTo>
                  <a:pt x="280222" y="49572"/>
                </a:lnTo>
                <a:lnTo>
                  <a:pt x="279640" y="49644"/>
                </a:lnTo>
                <a:lnTo>
                  <a:pt x="279066" y="49724"/>
                </a:lnTo>
                <a:lnTo>
                  <a:pt x="278499" y="49811"/>
                </a:lnTo>
                <a:lnTo>
                  <a:pt x="277938" y="49906"/>
                </a:lnTo>
                <a:lnTo>
                  <a:pt x="277386" y="50008"/>
                </a:lnTo>
                <a:lnTo>
                  <a:pt x="276840" y="50118"/>
                </a:lnTo>
                <a:lnTo>
                  <a:pt x="276301" y="50236"/>
                </a:lnTo>
                <a:lnTo>
                  <a:pt x="275770" y="50361"/>
                </a:lnTo>
                <a:lnTo>
                  <a:pt x="275246" y="50494"/>
                </a:lnTo>
                <a:lnTo>
                  <a:pt x="274729" y="50634"/>
                </a:lnTo>
                <a:lnTo>
                  <a:pt x="274219" y="50782"/>
                </a:lnTo>
                <a:lnTo>
                  <a:pt x="273716" y="50938"/>
                </a:lnTo>
                <a:lnTo>
                  <a:pt x="273221" y="51101"/>
                </a:lnTo>
                <a:lnTo>
                  <a:pt x="272733" y="51272"/>
                </a:lnTo>
                <a:lnTo>
                  <a:pt x="272251" y="51450"/>
                </a:lnTo>
                <a:lnTo>
                  <a:pt x="271779" y="51635"/>
                </a:lnTo>
                <a:lnTo>
                  <a:pt x="271315" y="51828"/>
                </a:lnTo>
                <a:lnTo>
                  <a:pt x="270860" y="52027"/>
                </a:lnTo>
                <a:lnTo>
                  <a:pt x="270414" y="52234"/>
                </a:lnTo>
                <a:lnTo>
                  <a:pt x="269977" y="52447"/>
                </a:lnTo>
                <a:lnTo>
                  <a:pt x="269549" y="52668"/>
                </a:lnTo>
                <a:lnTo>
                  <a:pt x="269131" y="52895"/>
                </a:lnTo>
                <a:lnTo>
                  <a:pt x="268721" y="53130"/>
                </a:lnTo>
                <a:lnTo>
                  <a:pt x="268320" y="53371"/>
                </a:lnTo>
                <a:lnTo>
                  <a:pt x="267928" y="53619"/>
                </a:lnTo>
                <a:lnTo>
                  <a:pt x="267546" y="53875"/>
                </a:lnTo>
                <a:lnTo>
                  <a:pt x="267172" y="54137"/>
                </a:lnTo>
                <a:lnTo>
                  <a:pt x="266807" y="54406"/>
                </a:lnTo>
                <a:lnTo>
                  <a:pt x="266452" y="54683"/>
                </a:lnTo>
                <a:lnTo>
                  <a:pt x="266105" y="54966"/>
                </a:lnTo>
                <a:lnTo>
                  <a:pt x="265767" y="55256"/>
                </a:lnTo>
                <a:lnTo>
                  <a:pt x="265439" y="55553"/>
                </a:lnTo>
                <a:lnTo>
                  <a:pt x="265119" y="55858"/>
                </a:lnTo>
                <a:lnTo>
                  <a:pt x="264809" y="56169"/>
                </a:lnTo>
                <a:lnTo>
                  <a:pt x="264507" y="56487"/>
                </a:lnTo>
                <a:lnTo>
                  <a:pt x="264215" y="56812"/>
                </a:lnTo>
                <a:lnTo>
                  <a:pt x="263931" y="57144"/>
                </a:lnTo>
                <a:lnTo>
                  <a:pt x="263657" y="57483"/>
                </a:lnTo>
                <a:lnTo>
                  <a:pt x="263391" y="57829"/>
                </a:lnTo>
                <a:lnTo>
                  <a:pt x="263136" y="58182"/>
                </a:lnTo>
                <a:lnTo>
                  <a:pt x="262891" y="58541"/>
                </a:lnTo>
                <a:lnTo>
                  <a:pt x="262657" y="58906"/>
                </a:lnTo>
                <a:lnTo>
                  <a:pt x="262435" y="59278"/>
                </a:lnTo>
                <a:lnTo>
                  <a:pt x="262223" y="59656"/>
                </a:lnTo>
                <a:lnTo>
                  <a:pt x="262021" y="60041"/>
                </a:lnTo>
                <a:lnTo>
                  <a:pt x="261831" y="60431"/>
                </a:lnTo>
                <a:lnTo>
                  <a:pt x="261652" y="60828"/>
                </a:lnTo>
                <a:lnTo>
                  <a:pt x="261483" y="61232"/>
                </a:lnTo>
                <a:lnTo>
                  <a:pt x="261326" y="61642"/>
                </a:lnTo>
                <a:lnTo>
                  <a:pt x="261179" y="62058"/>
                </a:lnTo>
                <a:lnTo>
                  <a:pt x="261043" y="62481"/>
                </a:lnTo>
                <a:lnTo>
                  <a:pt x="260918" y="62910"/>
                </a:lnTo>
                <a:lnTo>
                  <a:pt x="260804" y="63345"/>
                </a:lnTo>
                <a:lnTo>
                  <a:pt x="260700" y="63787"/>
                </a:lnTo>
                <a:lnTo>
                  <a:pt x="260608" y="64235"/>
                </a:lnTo>
                <a:lnTo>
                  <a:pt x="260526" y="64689"/>
                </a:lnTo>
                <a:lnTo>
                  <a:pt x="260456" y="65150"/>
                </a:lnTo>
                <a:lnTo>
                  <a:pt x="260396" y="65617"/>
                </a:lnTo>
                <a:lnTo>
                  <a:pt x="260347" y="66091"/>
                </a:lnTo>
                <a:lnTo>
                  <a:pt x="260309" y="66571"/>
                </a:lnTo>
                <a:lnTo>
                  <a:pt x="260282" y="67057"/>
                </a:lnTo>
                <a:lnTo>
                  <a:pt x="260266" y="67550"/>
                </a:lnTo>
                <a:lnTo>
                  <a:pt x="260260" y="68049"/>
                </a:lnTo>
                <a:lnTo>
                  <a:pt x="260264" y="68461"/>
                </a:lnTo>
                <a:lnTo>
                  <a:pt x="260277" y="68870"/>
                </a:lnTo>
                <a:lnTo>
                  <a:pt x="260297" y="69277"/>
                </a:lnTo>
                <a:lnTo>
                  <a:pt x="260326" y="69681"/>
                </a:lnTo>
                <a:lnTo>
                  <a:pt x="260363" y="70083"/>
                </a:lnTo>
                <a:lnTo>
                  <a:pt x="260408" y="70481"/>
                </a:lnTo>
                <a:lnTo>
                  <a:pt x="260461" y="70877"/>
                </a:lnTo>
                <a:lnTo>
                  <a:pt x="260523" y="71271"/>
                </a:lnTo>
                <a:lnTo>
                  <a:pt x="260592" y="71662"/>
                </a:lnTo>
                <a:lnTo>
                  <a:pt x="260670" y="72050"/>
                </a:lnTo>
                <a:lnTo>
                  <a:pt x="260757" y="72435"/>
                </a:lnTo>
                <a:lnTo>
                  <a:pt x="260851" y="72818"/>
                </a:lnTo>
                <a:lnTo>
                  <a:pt x="260953" y="73198"/>
                </a:lnTo>
                <a:lnTo>
                  <a:pt x="261064" y="73576"/>
                </a:lnTo>
                <a:lnTo>
                  <a:pt x="261183" y="73951"/>
                </a:lnTo>
                <a:lnTo>
                  <a:pt x="261310" y="74323"/>
                </a:lnTo>
                <a:lnTo>
                  <a:pt x="261446" y="74692"/>
                </a:lnTo>
                <a:lnTo>
                  <a:pt x="261589" y="75059"/>
                </a:lnTo>
                <a:lnTo>
                  <a:pt x="261741" y="75423"/>
                </a:lnTo>
                <a:lnTo>
                  <a:pt x="261901" y="75785"/>
                </a:lnTo>
                <a:lnTo>
                  <a:pt x="262069" y="76144"/>
                </a:lnTo>
                <a:lnTo>
                  <a:pt x="262246" y="76500"/>
                </a:lnTo>
                <a:lnTo>
                  <a:pt x="262431" y="76854"/>
                </a:lnTo>
                <a:lnTo>
                  <a:pt x="262623" y="77204"/>
                </a:lnTo>
                <a:lnTo>
                  <a:pt x="262825" y="77551"/>
                </a:lnTo>
                <a:lnTo>
                  <a:pt x="263034" y="77892"/>
                </a:lnTo>
                <a:lnTo>
                  <a:pt x="263253" y="78227"/>
                </a:lnTo>
                <a:lnTo>
                  <a:pt x="263480" y="78556"/>
                </a:lnTo>
                <a:lnTo>
                  <a:pt x="263716" y="78880"/>
                </a:lnTo>
                <a:lnTo>
                  <a:pt x="263960" y="79198"/>
                </a:lnTo>
                <a:lnTo>
                  <a:pt x="264213" y="79510"/>
                </a:lnTo>
                <a:lnTo>
                  <a:pt x="264475" y="79816"/>
                </a:lnTo>
                <a:lnTo>
                  <a:pt x="264745" y="80117"/>
                </a:lnTo>
                <a:lnTo>
                  <a:pt x="265023" y="80412"/>
                </a:lnTo>
                <a:lnTo>
                  <a:pt x="265311" y="80701"/>
                </a:lnTo>
                <a:lnTo>
                  <a:pt x="265607" y="80984"/>
                </a:lnTo>
                <a:lnTo>
                  <a:pt x="265911" y="81262"/>
                </a:lnTo>
                <a:lnTo>
                  <a:pt x="266225" y="81534"/>
                </a:lnTo>
                <a:lnTo>
                  <a:pt x="266546" y="81800"/>
                </a:lnTo>
                <a:lnTo>
                  <a:pt x="266877" y="82060"/>
                </a:lnTo>
                <a:lnTo>
                  <a:pt x="267216" y="82315"/>
                </a:lnTo>
                <a:lnTo>
                  <a:pt x="267564" y="82564"/>
                </a:lnTo>
                <a:lnTo>
                  <a:pt x="267920" y="82807"/>
                </a:lnTo>
                <a:lnTo>
                  <a:pt x="268285" y="83045"/>
                </a:lnTo>
                <a:lnTo>
                  <a:pt x="268658" y="83277"/>
                </a:lnTo>
                <a:lnTo>
                  <a:pt x="269040" y="83503"/>
                </a:lnTo>
                <a:lnTo>
                  <a:pt x="269431" y="83723"/>
                </a:lnTo>
                <a:lnTo>
                  <a:pt x="269830" y="83937"/>
                </a:lnTo>
                <a:lnTo>
                  <a:pt x="270238" y="84145"/>
                </a:lnTo>
                <a:lnTo>
                  <a:pt x="270654" y="84343"/>
                </a:lnTo>
                <a:lnTo>
                  <a:pt x="271078" y="84533"/>
                </a:lnTo>
                <a:lnTo>
                  <a:pt x="271511" y="84714"/>
                </a:lnTo>
                <a:lnTo>
                  <a:pt x="271951" y="84885"/>
                </a:lnTo>
                <a:lnTo>
                  <a:pt x="272400" y="85049"/>
                </a:lnTo>
                <a:lnTo>
                  <a:pt x="272857" y="85203"/>
                </a:lnTo>
                <a:lnTo>
                  <a:pt x="273322" y="85349"/>
                </a:lnTo>
                <a:lnTo>
                  <a:pt x="273795" y="85485"/>
                </a:lnTo>
                <a:lnTo>
                  <a:pt x="274277" y="85613"/>
                </a:lnTo>
                <a:lnTo>
                  <a:pt x="274767" y="85732"/>
                </a:lnTo>
                <a:lnTo>
                  <a:pt x="275265" y="85842"/>
                </a:lnTo>
                <a:lnTo>
                  <a:pt x="275771" y="85944"/>
                </a:lnTo>
                <a:lnTo>
                  <a:pt x="276285" y="86036"/>
                </a:lnTo>
                <a:lnTo>
                  <a:pt x="276808" y="86120"/>
                </a:lnTo>
                <a:lnTo>
                  <a:pt x="277338" y="86195"/>
                </a:lnTo>
                <a:lnTo>
                  <a:pt x="277877" y="86261"/>
                </a:lnTo>
                <a:lnTo>
                  <a:pt x="278424" y="86319"/>
                </a:lnTo>
                <a:lnTo>
                  <a:pt x="278980" y="86367"/>
                </a:lnTo>
                <a:lnTo>
                  <a:pt x="279543" y="86407"/>
                </a:lnTo>
                <a:lnTo>
                  <a:pt x="280115" y="86438"/>
                </a:lnTo>
                <a:lnTo>
                  <a:pt x="280695" y="86460"/>
                </a:lnTo>
                <a:lnTo>
                  <a:pt x="281283" y="86473"/>
                </a:lnTo>
                <a:lnTo>
                  <a:pt x="281879" y="86477"/>
                </a:lnTo>
                <a:lnTo>
                  <a:pt x="282213" y="86476"/>
                </a:lnTo>
                <a:lnTo>
                  <a:pt x="282543" y="86471"/>
                </a:lnTo>
                <a:lnTo>
                  <a:pt x="282870" y="86463"/>
                </a:lnTo>
                <a:close/>
                <a:moveTo>
                  <a:pt x="282429" y="78069"/>
                </a:moveTo>
                <a:lnTo>
                  <a:pt x="282108" y="78054"/>
                </a:lnTo>
                <a:lnTo>
                  <a:pt x="281790" y="78033"/>
                </a:lnTo>
                <a:lnTo>
                  <a:pt x="281477" y="78008"/>
                </a:lnTo>
                <a:lnTo>
                  <a:pt x="281168" y="77979"/>
                </a:lnTo>
                <a:lnTo>
                  <a:pt x="280862" y="77945"/>
                </a:lnTo>
                <a:lnTo>
                  <a:pt x="280561" y="77907"/>
                </a:lnTo>
                <a:lnTo>
                  <a:pt x="280263" y="77864"/>
                </a:lnTo>
                <a:lnTo>
                  <a:pt x="279969" y="77817"/>
                </a:lnTo>
                <a:lnTo>
                  <a:pt x="279679" y="77765"/>
                </a:lnTo>
                <a:lnTo>
                  <a:pt x="279393" y="77709"/>
                </a:lnTo>
                <a:lnTo>
                  <a:pt x="279111" y="77648"/>
                </a:lnTo>
                <a:lnTo>
                  <a:pt x="278833" y="77583"/>
                </a:lnTo>
                <a:lnTo>
                  <a:pt x="278559" y="77513"/>
                </a:lnTo>
                <a:lnTo>
                  <a:pt x="278288" y="77438"/>
                </a:lnTo>
                <a:lnTo>
                  <a:pt x="278022" y="77359"/>
                </a:lnTo>
                <a:lnTo>
                  <a:pt x="277759" y="77276"/>
                </a:lnTo>
                <a:lnTo>
                  <a:pt x="277500" y="77188"/>
                </a:lnTo>
                <a:lnTo>
                  <a:pt x="277245" y="77096"/>
                </a:lnTo>
                <a:lnTo>
                  <a:pt x="276994" y="76999"/>
                </a:lnTo>
                <a:lnTo>
                  <a:pt x="276747" y="76898"/>
                </a:lnTo>
                <a:lnTo>
                  <a:pt x="276504" y="76792"/>
                </a:lnTo>
                <a:lnTo>
                  <a:pt x="276265" y="76682"/>
                </a:lnTo>
                <a:lnTo>
                  <a:pt x="276032" y="76568"/>
                </a:lnTo>
                <a:lnTo>
                  <a:pt x="275803" y="76450"/>
                </a:lnTo>
                <a:lnTo>
                  <a:pt x="275579" y="76329"/>
                </a:lnTo>
                <a:lnTo>
                  <a:pt x="275360" y="76204"/>
                </a:lnTo>
                <a:lnTo>
                  <a:pt x="275146" y="76075"/>
                </a:lnTo>
                <a:lnTo>
                  <a:pt x="274937" y="75943"/>
                </a:lnTo>
                <a:lnTo>
                  <a:pt x="274732" y="75807"/>
                </a:lnTo>
                <a:lnTo>
                  <a:pt x="274533" y="75667"/>
                </a:lnTo>
                <a:lnTo>
                  <a:pt x="274339" y="75524"/>
                </a:lnTo>
                <a:lnTo>
                  <a:pt x="274149" y="75377"/>
                </a:lnTo>
                <a:lnTo>
                  <a:pt x="273965" y="75226"/>
                </a:lnTo>
                <a:lnTo>
                  <a:pt x="273785" y="75072"/>
                </a:lnTo>
                <a:lnTo>
                  <a:pt x="273611" y="74913"/>
                </a:lnTo>
                <a:lnTo>
                  <a:pt x="273441" y="74752"/>
                </a:lnTo>
                <a:lnTo>
                  <a:pt x="273276" y="74586"/>
                </a:lnTo>
                <a:lnTo>
                  <a:pt x="273116" y="74417"/>
                </a:lnTo>
                <a:lnTo>
                  <a:pt x="272961" y="74244"/>
                </a:lnTo>
                <a:lnTo>
                  <a:pt x="272811" y="74067"/>
                </a:lnTo>
                <a:lnTo>
                  <a:pt x="272666" y="73887"/>
                </a:lnTo>
                <a:lnTo>
                  <a:pt x="272525" y="73703"/>
                </a:lnTo>
                <a:lnTo>
                  <a:pt x="272390" y="73515"/>
                </a:lnTo>
                <a:lnTo>
                  <a:pt x="272260" y="73324"/>
                </a:lnTo>
                <a:lnTo>
                  <a:pt x="272134" y="73129"/>
                </a:lnTo>
                <a:lnTo>
                  <a:pt x="272014" y="72930"/>
                </a:lnTo>
                <a:lnTo>
                  <a:pt x="271898" y="72729"/>
                </a:lnTo>
                <a:lnTo>
                  <a:pt x="271788" y="72525"/>
                </a:lnTo>
                <a:lnTo>
                  <a:pt x="271683" y="72318"/>
                </a:lnTo>
                <a:lnTo>
                  <a:pt x="271583" y="72108"/>
                </a:lnTo>
                <a:lnTo>
                  <a:pt x="271488" y="71895"/>
                </a:lnTo>
                <a:lnTo>
                  <a:pt x="271399" y="71680"/>
                </a:lnTo>
                <a:lnTo>
                  <a:pt x="271314" y="71461"/>
                </a:lnTo>
                <a:lnTo>
                  <a:pt x="271235" y="71240"/>
                </a:lnTo>
                <a:lnTo>
                  <a:pt x="271160" y="71016"/>
                </a:lnTo>
                <a:lnTo>
                  <a:pt x="271091" y="70789"/>
                </a:lnTo>
                <a:lnTo>
                  <a:pt x="271027" y="70559"/>
                </a:lnTo>
                <a:lnTo>
                  <a:pt x="270968" y="70326"/>
                </a:lnTo>
                <a:lnTo>
                  <a:pt x="270914" y="70091"/>
                </a:lnTo>
                <a:lnTo>
                  <a:pt x="270865" y="69852"/>
                </a:lnTo>
                <a:lnTo>
                  <a:pt x="270822" y="69611"/>
                </a:lnTo>
                <a:lnTo>
                  <a:pt x="270783" y="69366"/>
                </a:lnTo>
                <a:lnTo>
                  <a:pt x="270750" y="69119"/>
                </a:lnTo>
                <a:lnTo>
                  <a:pt x="270722" y="68869"/>
                </a:lnTo>
                <a:lnTo>
                  <a:pt x="270699" y="68616"/>
                </a:lnTo>
                <a:lnTo>
                  <a:pt x="270681" y="68361"/>
                </a:lnTo>
                <a:lnTo>
                  <a:pt x="270668" y="68102"/>
                </a:lnTo>
                <a:lnTo>
                  <a:pt x="270660" y="67841"/>
                </a:lnTo>
                <a:lnTo>
                  <a:pt x="270658" y="67576"/>
                </a:lnTo>
                <a:lnTo>
                  <a:pt x="270661" y="67322"/>
                </a:lnTo>
                <a:lnTo>
                  <a:pt x="270669" y="67069"/>
                </a:lnTo>
                <a:lnTo>
                  <a:pt x="270682" y="66819"/>
                </a:lnTo>
                <a:lnTo>
                  <a:pt x="270700" y="66571"/>
                </a:lnTo>
                <a:lnTo>
                  <a:pt x="270724" y="66325"/>
                </a:lnTo>
                <a:lnTo>
                  <a:pt x="270754" y="66081"/>
                </a:lnTo>
                <a:lnTo>
                  <a:pt x="270788" y="65840"/>
                </a:lnTo>
                <a:lnTo>
                  <a:pt x="270828" y="65601"/>
                </a:lnTo>
                <a:lnTo>
                  <a:pt x="270874" y="65364"/>
                </a:lnTo>
                <a:lnTo>
                  <a:pt x="270924" y="65130"/>
                </a:lnTo>
                <a:lnTo>
                  <a:pt x="270980" y="64897"/>
                </a:lnTo>
                <a:lnTo>
                  <a:pt x="271041" y="64667"/>
                </a:lnTo>
                <a:lnTo>
                  <a:pt x="271108" y="64440"/>
                </a:lnTo>
                <a:lnTo>
                  <a:pt x="271180" y="64214"/>
                </a:lnTo>
                <a:lnTo>
                  <a:pt x="271257" y="63991"/>
                </a:lnTo>
                <a:lnTo>
                  <a:pt x="271340" y="63770"/>
                </a:lnTo>
                <a:lnTo>
                  <a:pt x="271428" y="63551"/>
                </a:lnTo>
                <a:lnTo>
                  <a:pt x="271521" y="63335"/>
                </a:lnTo>
                <a:lnTo>
                  <a:pt x="271619" y="63121"/>
                </a:lnTo>
                <a:lnTo>
                  <a:pt x="271723" y="62909"/>
                </a:lnTo>
                <a:lnTo>
                  <a:pt x="271832" y="62699"/>
                </a:lnTo>
                <a:lnTo>
                  <a:pt x="271947" y="62492"/>
                </a:lnTo>
                <a:lnTo>
                  <a:pt x="272067" y="62287"/>
                </a:lnTo>
                <a:lnTo>
                  <a:pt x="272192" y="62084"/>
                </a:lnTo>
                <a:lnTo>
                  <a:pt x="272323" y="61884"/>
                </a:lnTo>
                <a:lnTo>
                  <a:pt x="272462" y="61687"/>
                </a:lnTo>
                <a:lnTo>
                  <a:pt x="272607" y="61495"/>
                </a:lnTo>
                <a:lnTo>
                  <a:pt x="272760" y="61306"/>
                </a:lnTo>
                <a:lnTo>
                  <a:pt x="272919" y="61120"/>
                </a:lnTo>
                <a:lnTo>
                  <a:pt x="273085" y="60939"/>
                </a:lnTo>
                <a:lnTo>
                  <a:pt x="273259" y="60761"/>
                </a:lnTo>
                <a:lnTo>
                  <a:pt x="273439" y="60587"/>
                </a:lnTo>
                <a:lnTo>
                  <a:pt x="273626" y="60416"/>
                </a:lnTo>
                <a:lnTo>
                  <a:pt x="273820" y="60249"/>
                </a:lnTo>
                <a:lnTo>
                  <a:pt x="274022" y="60086"/>
                </a:lnTo>
                <a:lnTo>
                  <a:pt x="274230" y="59927"/>
                </a:lnTo>
                <a:lnTo>
                  <a:pt x="274445" y="59771"/>
                </a:lnTo>
                <a:lnTo>
                  <a:pt x="274667" y="59619"/>
                </a:lnTo>
                <a:lnTo>
                  <a:pt x="274896" y="59471"/>
                </a:lnTo>
                <a:lnTo>
                  <a:pt x="275132" y="59326"/>
                </a:lnTo>
                <a:lnTo>
                  <a:pt x="275375" y="59185"/>
                </a:lnTo>
                <a:lnTo>
                  <a:pt x="275625" y="59048"/>
                </a:lnTo>
                <a:lnTo>
                  <a:pt x="275882" y="58914"/>
                </a:lnTo>
                <a:lnTo>
                  <a:pt x="276146" y="58784"/>
                </a:lnTo>
                <a:lnTo>
                  <a:pt x="276417" y="58658"/>
                </a:lnTo>
                <a:lnTo>
                  <a:pt x="276695" y="58536"/>
                </a:lnTo>
                <a:lnTo>
                  <a:pt x="276980" y="58417"/>
                </a:lnTo>
                <a:lnTo>
                  <a:pt x="277272" y="58302"/>
                </a:lnTo>
                <a:lnTo>
                  <a:pt x="277571" y="58191"/>
                </a:lnTo>
                <a:lnTo>
                  <a:pt x="277878" y="58085"/>
                </a:lnTo>
                <a:lnTo>
                  <a:pt x="278193" y="57983"/>
                </a:lnTo>
                <a:lnTo>
                  <a:pt x="278516" y="57886"/>
                </a:lnTo>
                <a:lnTo>
                  <a:pt x="278847" y="57794"/>
                </a:lnTo>
                <a:lnTo>
                  <a:pt x="279185" y="57707"/>
                </a:lnTo>
                <a:lnTo>
                  <a:pt x="279531" y="57624"/>
                </a:lnTo>
                <a:lnTo>
                  <a:pt x="279885" y="57547"/>
                </a:lnTo>
                <a:lnTo>
                  <a:pt x="280247" y="57473"/>
                </a:lnTo>
                <a:lnTo>
                  <a:pt x="280616" y="57405"/>
                </a:lnTo>
                <a:lnTo>
                  <a:pt x="280993" y="57341"/>
                </a:lnTo>
                <a:lnTo>
                  <a:pt x="281378" y="57282"/>
                </a:lnTo>
                <a:lnTo>
                  <a:pt x="281771" y="57228"/>
                </a:lnTo>
                <a:lnTo>
                  <a:pt x="282172" y="57179"/>
                </a:lnTo>
                <a:lnTo>
                  <a:pt x="282580" y="57134"/>
                </a:lnTo>
                <a:lnTo>
                  <a:pt x="282996" y="57094"/>
                </a:lnTo>
                <a:lnTo>
                  <a:pt x="283420" y="57058"/>
                </a:lnTo>
                <a:lnTo>
                  <a:pt x="283852" y="57027"/>
                </a:lnTo>
                <a:lnTo>
                  <a:pt x="284292" y="57002"/>
                </a:lnTo>
                <a:lnTo>
                  <a:pt x="284739" y="56980"/>
                </a:lnTo>
                <a:lnTo>
                  <a:pt x="285194" y="56964"/>
                </a:lnTo>
                <a:lnTo>
                  <a:pt x="285657" y="56952"/>
                </a:lnTo>
                <a:lnTo>
                  <a:pt x="286128" y="56945"/>
                </a:lnTo>
                <a:lnTo>
                  <a:pt x="286606" y="56943"/>
                </a:lnTo>
                <a:lnTo>
                  <a:pt x="301491" y="56943"/>
                </a:lnTo>
                <a:lnTo>
                  <a:pt x="301491" y="57298"/>
                </a:lnTo>
                <a:lnTo>
                  <a:pt x="301488" y="57632"/>
                </a:lnTo>
                <a:lnTo>
                  <a:pt x="301482" y="57965"/>
                </a:lnTo>
                <a:lnTo>
                  <a:pt x="301471" y="58296"/>
                </a:lnTo>
                <a:lnTo>
                  <a:pt x="301456" y="58627"/>
                </a:lnTo>
                <a:lnTo>
                  <a:pt x="301437" y="58956"/>
                </a:lnTo>
                <a:lnTo>
                  <a:pt x="301413" y="59284"/>
                </a:lnTo>
                <a:lnTo>
                  <a:pt x="301385" y="59610"/>
                </a:lnTo>
                <a:lnTo>
                  <a:pt x="301353" y="59936"/>
                </a:lnTo>
                <a:lnTo>
                  <a:pt x="301316" y="60260"/>
                </a:lnTo>
                <a:lnTo>
                  <a:pt x="301275" y="60583"/>
                </a:lnTo>
                <a:lnTo>
                  <a:pt x="301230" y="60905"/>
                </a:lnTo>
                <a:lnTo>
                  <a:pt x="301181" y="61226"/>
                </a:lnTo>
                <a:lnTo>
                  <a:pt x="301127" y="61545"/>
                </a:lnTo>
                <a:lnTo>
                  <a:pt x="301069" y="61863"/>
                </a:lnTo>
                <a:lnTo>
                  <a:pt x="301006" y="62180"/>
                </a:lnTo>
                <a:lnTo>
                  <a:pt x="300939" y="62496"/>
                </a:lnTo>
                <a:lnTo>
                  <a:pt x="300868" y="62810"/>
                </a:lnTo>
                <a:lnTo>
                  <a:pt x="300793" y="63123"/>
                </a:lnTo>
                <a:lnTo>
                  <a:pt x="300713" y="63435"/>
                </a:lnTo>
                <a:lnTo>
                  <a:pt x="300629" y="63746"/>
                </a:lnTo>
                <a:lnTo>
                  <a:pt x="300541" y="64056"/>
                </a:lnTo>
                <a:lnTo>
                  <a:pt x="300448" y="64364"/>
                </a:lnTo>
                <a:lnTo>
                  <a:pt x="300352" y="64671"/>
                </a:lnTo>
                <a:lnTo>
                  <a:pt x="300250" y="64977"/>
                </a:lnTo>
                <a:lnTo>
                  <a:pt x="300145" y="65281"/>
                </a:lnTo>
                <a:lnTo>
                  <a:pt x="300036" y="65583"/>
                </a:lnTo>
                <a:lnTo>
                  <a:pt x="299923" y="65882"/>
                </a:lnTo>
                <a:lnTo>
                  <a:pt x="299806" y="66179"/>
                </a:lnTo>
                <a:lnTo>
                  <a:pt x="299685" y="66474"/>
                </a:lnTo>
                <a:lnTo>
                  <a:pt x="299560" y="66767"/>
                </a:lnTo>
                <a:lnTo>
                  <a:pt x="299431" y="67058"/>
                </a:lnTo>
                <a:lnTo>
                  <a:pt x="299299" y="67346"/>
                </a:lnTo>
                <a:lnTo>
                  <a:pt x="299162" y="67632"/>
                </a:lnTo>
                <a:lnTo>
                  <a:pt x="299022" y="67916"/>
                </a:lnTo>
                <a:lnTo>
                  <a:pt x="298878" y="68197"/>
                </a:lnTo>
                <a:lnTo>
                  <a:pt x="298729" y="68476"/>
                </a:lnTo>
                <a:lnTo>
                  <a:pt x="298577" y="68753"/>
                </a:lnTo>
                <a:lnTo>
                  <a:pt x="298421" y="69028"/>
                </a:lnTo>
                <a:lnTo>
                  <a:pt x="298261" y="69301"/>
                </a:lnTo>
                <a:lnTo>
                  <a:pt x="298098" y="69571"/>
                </a:lnTo>
                <a:lnTo>
                  <a:pt x="297930" y="69839"/>
                </a:lnTo>
                <a:lnTo>
                  <a:pt x="297758" y="70105"/>
                </a:lnTo>
                <a:lnTo>
                  <a:pt x="297583" y="70368"/>
                </a:lnTo>
                <a:lnTo>
                  <a:pt x="297403" y="70630"/>
                </a:lnTo>
                <a:lnTo>
                  <a:pt x="297220" y="70889"/>
                </a:lnTo>
                <a:lnTo>
                  <a:pt x="297033" y="71145"/>
                </a:lnTo>
                <a:lnTo>
                  <a:pt x="296842" y="71400"/>
                </a:lnTo>
                <a:lnTo>
                  <a:pt x="296647" y="71652"/>
                </a:lnTo>
                <a:lnTo>
                  <a:pt x="296448" y="71901"/>
                </a:lnTo>
                <a:lnTo>
                  <a:pt x="296246" y="72145"/>
                </a:lnTo>
                <a:lnTo>
                  <a:pt x="296041" y="72385"/>
                </a:lnTo>
                <a:lnTo>
                  <a:pt x="295832" y="72620"/>
                </a:lnTo>
                <a:lnTo>
                  <a:pt x="295619" y="72851"/>
                </a:lnTo>
                <a:lnTo>
                  <a:pt x="295403" y="73077"/>
                </a:lnTo>
                <a:lnTo>
                  <a:pt x="295184" y="73299"/>
                </a:lnTo>
                <a:lnTo>
                  <a:pt x="294961" y="73516"/>
                </a:lnTo>
                <a:lnTo>
                  <a:pt x="294734" y="73729"/>
                </a:lnTo>
                <a:lnTo>
                  <a:pt x="294504" y="73937"/>
                </a:lnTo>
                <a:lnTo>
                  <a:pt x="294271" y="74140"/>
                </a:lnTo>
                <a:lnTo>
                  <a:pt x="294034" y="74340"/>
                </a:lnTo>
                <a:lnTo>
                  <a:pt x="293793" y="74534"/>
                </a:lnTo>
                <a:lnTo>
                  <a:pt x="293550" y="74724"/>
                </a:lnTo>
                <a:lnTo>
                  <a:pt x="293302" y="74910"/>
                </a:lnTo>
                <a:lnTo>
                  <a:pt x="293051" y="75091"/>
                </a:lnTo>
                <a:lnTo>
                  <a:pt x="292797" y="75268"/>
                </a:lnTo>
                <a:lnTo>
                  <a:pt x="292539" y="75440"/>
                </a:lnTo>
                <a:lnTo>
                  <a:pt x="292277" y="75607"/>
                </a:lnTo>
                <a:lnTo>
                  <a:pt x="292013" y="75770"/>
                </a:lnTo>
                <a:lnTo>
                  <a:pt x="291744" y="75929"/>
                </a:lnTo>
                <a:lnTo>
                  <a:pt x="291472" y="76083"/>
                </a:lnTo>
                <a:lnTo>
                  <a:pt x="291197" y="76232"/>
                </a:lnTo>
                <a:lnTo>
                  <a:pt x="290918" y="76377"/>
                </a:lnTo>
                <a:lnTo>
                  <a:pt x="290636" y="76517"/>
                </a:lnTo>
                <a:lnTo>
                  <a:pt x="290351" y="76651"/>
                </a:lnTo>
                <a:lnTo>
                  <a:pt x="290064" y="76778"/>
                </a:lnTo>
                <a:lnTo>
                  <a:pt x="289774" y="76900"/>
                </a:lnTo>
                <a:lnTo>
                  <a:pt x="289482" y="77016"/>
                </a:lnTo>
                <a:lnTo>
                  <a:pt x="289186" y="77126"/>
                </a:lnTo>
                <a:lnTo>
                  <a:pt x="288888" y="77230"/>
                </a:lnTo>
                <a:lnTo>
                  <a:pt x="288588" y="77328"/>
                </a:lnTo>
                <a:lnTo>
                  <a:pt x="288284" y="77421"/>
                </a:lnTo>
                <a:lnTo>
                  <a:pt x="287979" y="77507"/>
                </a:lnTo>
                <a:lnTo>
                  <a:pt x="287670" y="77587"/>
                </a:lnTo>
                <a:lnTo>
                  <a:pt x="287359" y="77661"/>
                </a:lnTo>
                <a:lnTo>
                  <a:pt x="287045" y="77730"/>
                </a:lnTo>
                <a:lnTo>
                  <a:pt x="286728" y="77792"/>
                </a:lnTo>
                <a:lnTo>
                  <a:pt x="286409" y="77849"/>
                </a:lnTo>
                <a:lnTo>
                  <a:pt x="286087" y="77899"/>
                </a:lnTo>
                <a:lnTo>
                  <a:pt x="285762" y="77944"/>
                </a:lnTo>
                <a:lnTo>
                  <a:pt x="285435" y="77983"/>
                </a:lnTo>
                <a:lnTo>
                  <a:pt x="285105" y="78015"/>
                </a:lnTo>
                <a:lnTo>
                  <a:pt x="284772" y="78042"/>
                </a:lnTo>
                <a:lnTo>
                  <a:pt x="284437" y="78063"/>
                </a:lnTo>
                <a:lnTo>
                  <a:pt x="284099" y="78078"/>
                </a:lnTo>
                <a:lnTo>
                  <a:pt x="283759" y="78087"/>
                </a:lnTo>
                <a:lnTo>
                  <a:pt x="283415" y="78090"/>
                </a:lnTo>
                <a:lnTo>
                  <a:pt x="283083" y="78087"/>
                </a:lnTo>
                <a:lnTo>
                  <a:pt x="282754" y="78081"/>
                </a:lnTo>
                <a:lnTo>
                  <a:pt x="282429" y="78069"/>
                </a:lnTo>
                <a:close/>
                <a:moveTo>
                  <a:pt x="597685" y="52174"/>
                </a:moveTo>
                <a:lnTo>
                  <a:pt x="597705" y="51632"/>
                </a:lnTo>
                <a:lnTo>
                  <a:pt x="597733" y="51097"/>
                </a:lnTo>
                <a:lnTo>
                  <a:pt x="597769" y="50570"/>
                </a:lnTo>
                <a:lnTo>
                  <a:pt x="597813" y="50051"/>
                </a:lnTo>
                <a:lnTo>
                  <a:pt x="597865" y="49539"/>
                </a:lnTo>
                <a:lnTo>
                  <a:pt x="597925" y="49034"/>
                </a:lnTo>
                <a:lnTo>
                  <a:pt x="597993" y="48538"/>
                </a:lnTo>
                <a:lnTo>
                  <a:pt x="598069" y="48049"/>
                </a:lnTo>
                <a:lnTo>
                  <a:pt x="598153" y="47567"/>
                </a:lnTo>
                <a:lnTo>
                  <a:pt x="598245" y="47093"/>
                </a:lnTo>
                <a:lnTo>
                  <a:pt x="598345" y="46627"/>
                </a:lnTo>
                <a:lnTo>
                  <a:pt x="598452" y="46168"/>
                </a:lnTo>
                <a:lnTo>
                  <a:pt x="598568" y="45717"/>
                </a:lnTo>
                <a:lnTo>
                  <a:pt x="598692" y="45273"/>
                </a:lnTo>
                <a:lnTo>
                  <a:pt x="598824" y="44838"/>
                </a:lnTo>
                <a:lnTo>
                  <a:pt x="598964" y="44409"/>
                </a:lnTo>
                <a:lnTo>
                  <a:pt x="599112" y="43988"/>
                </a:lnTo>
                <a:lnTo>
                  <a:pt x="599268" y="43575"/>
                </a:lnTo>
                <a:lnTo>
                  <a:pt x="599432" y="43170"/>
                </a:lnTo>
                <a:lnTo>
                  <a:pt x="599603" y="42772"/>
                </a:lnTo>
                <a:lnTo>
                  <a:pt x="599783" y="42381"/>
                </a:lnTo>
                <a:lnTo>
                  <a:pt x="599971" y="41998"/>
                </a:lnTo>
                <a:lnTo>
                  <a:pt x="600166" y="41623"/>
                </a:lnTo>
                <a:lnTo>
                  <a:pt x="600366" y="41255"/>
                </a:lnTo>
                <a:lnTo>
                  <a:pt x="600572" y="40895"/>
                </a:lnTo>
                <a:lnTo>
                  <a:pt x="600783" y="40541"/>
                </a:lnTo>
                <a:lnTo>
                  <a:pt x="601000" y="40196"/>
                </a:lnTo>
                <a:lnTo>
                  <a:pt x="601223" y="39857"/>
                </a:lnTo>
                <a:lnTo>
                  <a:pt x="601451" y="39526"/>
                </a:lnTo>
                <a:lnTo>
                  <a:pt x="601684" y="39203"/>
                </a:lnTo>
                <a:lnTo>
                  <a:pt x="601923" y="38886"/>
                </a:lnTo>
                <a:lnTo>
                  <a:pt x="602168" y="38578"/>
                </a:lnTo>
                <a:lnTo>
                  <a:pt x="602418" y="38276"/>
                </a:lnTo>
                <a:lnTo>
                  <a:pt x="602674" y="37982"/>
                </a:lnTo>
                <a:lnTo>
                  <a:pt x="602935" y="37695"/>
                </a:lnTo>
                <a:lnTo>
                  <a:pt x="603202" y="37416"/>
                </a:lnTo>
                <a:lnTo>
                  <a:pt x="603474" y="37144"/>
                </a:lnTo>
                <a:lnTo>
                  <a:pt x="603752" y="36880"/>
                </a:lnTo>
                <a:lnTo>
                  <a:pt x="604035" y="36623"/>
                </a:lnTo>
                <a:lnTo>
                  <a:pt x="604324" y="36373"/>
                </a:lnTo>
                <a:lnTo>
                  <a:pt x="604619" y="36130"/>
                </a:lnTo>
                <a:lnTo>
                  <a:pt x="604919" y="35895"/>
                </a:lnTo>
                <a:lnTo>
                  <a:pt x="605224" y="35668"/>
                </a:lnTo>
                <a:lnTo>
                  <a:pt x="605535" y="35448"/>
                </a:lnTo>
                <a:lnTo>
                  <a:pt x="605852" y="35235"/>
                </a:lnTo>
                <a:lnTo>
                  <a:pt x="606174" y="35029"/>
                </a:lnTo>
                <a:lnTo>
                  <a:pt x="606501" y="34832"/>
                </a:lnTo>
                <a:lnTo>
                  <a:pt x="606831" y="34642"/>
                </a:lnTo>
                <a:lnTo>
                  <a:pt x="607165" y="34462"/>
                </a:lnTo>
                <a:lnTo>
                  <a:pt x="607503" y="34289"/>
                </a:lnTo>
                <a:lnTo>
                  <a:pt x="607845" y="34125"/>
                </a:lnTo>
                <a:lnTo>
                  <a:pt x="608190" y="33969"/>
                </a:lnTo>
                <a:lnTo>
                  <a:pt x="608539" y="33822"/>
                </a:lnTo>
                <a:lnTo>
                  <a:pt x="608891" y="33683"/>
                </a:lnTo>
                <a:lnTo>
                  <a:pt x="609248" y="33553"/>
                </a:lnTo>
                <a:lnTo>
                  <a:pt x="609608" y="33431"/>
                </a:lnTo>
                <a:lnTo>
                  <a:pt x="609971" y="33317"/>
                </a:lnTo>
                <a:lnTo>
                  <a:pt x="610339" y="33212"/>
                </a:lnTo>
                <a:lnTo>
                  <a:pt x="610710" y="33116"/>
                </a:lnTo>
                <a:lnTo>
                  <a:pt x="611084" y="33027"/>
                </a:lnTo>
                <a:lnTo>
                  <a:pt x="611463" y="32947"/>
                </a:lnTo>
                <a:lnTo>
                  <a:pt x="611845" y="32876"/>
                </a:lnTo>
                <a:lnTo>
                  <a:pt x="612231" y="32813"/>
                </a:lnTo>
                <a:lnTo>
                  <a:pt x="612620" y="32758"/>
                </a:lnTo>
                <a:lnTo>
                  <a:pt x="613013" y="32712"/>
                </a:lnTo>
                <a:lnTo>
                  <a:pt x="613410" y="32674"/>
                </a:lnTo>
                <a:lnTo>
                  <a:pt x="613811" y="32644"/>
                </a:lnTo>
                <a:lnTo>
                  <a:pt x="614215" y="32623"/>
                </a:lnTo>
                <a:lnTo>
                  <a:pt x="614623" y="32611"/>
                </a:lnTo>
                <a:lnTo>
                  <a:pt x="615034" y="32607"/>
                </a:lnTo>
                <a:lnTo>
                  <a:pt x="615629" y="32614"/>
                </a:lnTo>
                <a:lnTo>
                  <a:pt x="616213" y="32638"/>
                </a:lnTo>
                <a:lnTo>
                  <a:pt x="616785" y="32677"/>
                </a:lnTo>
                <a:lnTo>
                  <a:pt x="617346" y="32731"/>
                </a:lnTo>
                <a:lnTo>
                  <a:pt x="617896" y="32801"/>
                </a:lnTo>
                <a:lnTo>
                  <a:pt x="618435" y="32887"/>
                </a:lnTo>
                <a:lnTo>
                  <a:pt x="618962" y="32989"/>
                </a:lnTo>
                <a:lnTo>
                  <a:pt x="619478" y="33106"/>
                </a:lnTo>
                <a:lnTo>
                  <a:pt x="619982" y="33238"/>
                </a:lnTo>
                <a:lnTo>
                  <a:pt x="620476" y="33386"/>
                </a:lnTo>
                <a:lnTo>
                  <a:pt x="620958" y="33550"/>
                </a:lnTo>
                <a:lnTo>
                  <a:pt x="621429" y="33729"/>
                </a:lnTo>
                <a:lnTo>
                  <a:pt x="621888" y="33924"/>
                </a:lnTo>
                <a:lnTo>
                  <a:pt x="622336" y="34135"/>
                </a:lnTo>
                <a:lnTo>
                  <a:pt x="622773" y="34361"/>
                </a:lnTo>
                <a:lnTo>
                  <a:pt x="623199" y="34602"/>
                </a:lnTo>
                <a:lnTo>
                  <a:pt x="623613" y="34860"/>
                </a:lnTo>
                <a:lnTo>
                  <a:pt x="624016" y="35132"/>
                </a:lnTo>
                <a:lnTo>
                  <a:pt x="624408" y="35421"/>
                </a:lnTo>
                <a:lnTo>
                  <a:pt x="624789" y="35725"/>
                </a:lnTo>
                <a:lnTo>
                  <a:pt x="625158" y="36045"/>
                </a:lnTo>
                <a:lnTo>
                  <a:pt x="625516" y="36380"/>
                </a:lnTo>
                <a:lnTo>
                  <a:pt x="625863" y="36731"/>
                </a:lnTo>
                <a:lnTo>
                  <a:pt x="626198" y="37097"/>
                </a:lnTo>
                <a:lnTo>
                  <a:pt x="626521" y="37479"/>
                </a:lnTo>
                <a:lnTo>
                  <a:pt x="626830" y="37876"/>
                </a:lnTo>
                <a:lnTo>
                  <a:pt x="627126" y="38289"/>
                </a:lnTo>
                <a:lnTo>
                  <a:pt x="627408" y="38718"/>
                </a:lnTo>
                <a:lnTo>
                  <a:pt x="627676" y="39162"/>
                </a:lnTo>
                <a:lnTo>
                  <a:pt x="627930" y="39622"/>
                </a:lnTo>
                <a:lnTo>
                  <a:pt x="628170" y="40097"/>
                </a:lnTo>
                <a:lnTo>
                  <a:pt x="628397" y="40588"/>
                </a:lnTo>
                <a:lnTo>
                  <a:pt x="628610" y="41095"/>
                </a:lnTo>
                <a:lnTo>
                  <a:pt x="628810" y="41617"/>
                </a:lnTo>
                <a:lnTo>
                  <a:pt x="628995" y="42155"/>
                </a:lnTo>
                <a:lnTo>
                  <a:pt x="629167" y="42708"/>
                </a:lnTo>
                <a:lnTo>
                  <a:pt x="629325" y="43277"/>
                </a:lnTo>
                <a:lnTo>
                  <a:pt x="629469" y="43861"/>
                </a:lnTo>
                <a:lnTo>
                  <a:pt x="629600" y="44461"/>
                </a:lnTo>
                <a:lnTo>
                  <a:pt x="629717" y="45077"/>
                </a:lnTo>
                <a:lnTo>
                  <a:pt x="629820" y="45708"/>
                </a:lnTo>
                <a:lnTo>
                  <a:pt x="629909" y="46355"/>
                </a:lnTo>
                <a:lnTo>
                  <a:pt x="629985" y="47017"/>
                </a:lnTo>
                <a:lnTo>
                  <a:pt x="630047" y="47695"/>
                </a:lnTo>
                <a:lnTo>
                  <a:pt x="630095" y="48389"/>
                </a:lnTo>
                <a:lnTo>
                  <a:pt x="630129" y="49098"/>
                </a:lnTo>
                <a:lnTo>
                  <a:pt x="630150" y="49823"/>
                </a:lnTo>
                <a:lnTo>
                  <a:pt x="630157" y="50563"/>
                </a:lnTo>
                <a:lnTo>
                  <a:pt x="630157" y="85060"/>
                </a:lnTo>
                <a:lnTo>
                  <a:pt x="640080" y="85060"/>
                </a:lnTo>
                <a:lnTo>
                  <a:pt x="640080" y="49501"/>
                </a:lnTo>
                <a:lnTo>
                  <a:pt x="640075" y="48788"/>
                </a:lnTo>
                <a:lnTo>
                  <a:pt x="640061" y="48085"/>
                </a:lnTo>
                <a:lnTo>
                  <a:pt x="640036" y="47392"/>
                </a:lnTo>
                <a:lnTo>
                  <a:pt x="640002" y="46710"/>
                </a:lnTo>
                <a:lnTo>
                  <a:pt x="639957" y="46039"/>
                </a:lnTo>
                <a:lnTo>
                  <a:pt x="639903" y="45377"/>
                </a:lnTo>
                <a:lnTo>
                  <a:pt x="639839" y="44727"/>
                </a:lnTo>
                <a:lnTo>
                  <a:pt x="639765" y="44087"/>
                </a:lnTo>
                <a:lnTo>
                  <a:pt x="639682" y="43457"/>
                </a:lnTo>
                <a:lnTo>
                  <a:pt x="639588" y="42837"/>
                </a:lnTo>
                <a:lnTo>
                  <a:pt x="639485" y="42229"/>
                </a:lnTo>
                <a:lnTo>
                  <a:pt x="639371" y="41630"/>
                </a:lnTo>
                <a:lnTo>
                  <a:pt x="639248" y="41042"/>
                </a:lnTo>
                <a:lnTo>
                  <a:pt x="639115" y="40465"/>
                </a:lnTo>
                <a:lnTo>
                  <a:pt x="638973" y="39898"/>
                </a:lnTo>
                <a:lnTo>
                  <a:pt x="638820" y="39341"/>
                </a:lnTo>
                <a:lnTo>
                  <a:pt x="638658" y="38795"/>
                </a:lnTo>
                <a:lnTo>
                  <a:pt x="638485" y="38260"/>
                </a:lnTo>
                <a:lnTo>
                  <a:pt x="638303" y="37734"/>
                </a:lnTo>
                <a:lnTo>
                  <a:pt x="638111" y="37220"/>
                </a:lnTo>
                <a:lnTo>
                  <a:pt x="637909" y="36715"/>
                </a:lnTo>
                <a:lnTo>
                  <a:pt x="637698" y="36222"/>
                </a:lnTo>
                <a:lnTo>
                  <a:pt x="637476" y="35738"/>
                </a:lnTo>
                <a:lnTo>
                  <a:pt x="637245" y="35266"/>
                </a:lnTo>
                <a:lnTo>
                  <a:pt x="637005" y="34803"/>
                </a:lnTo>
                <a:lnTo>
                  <a:pt x="636757" y="34350"/>
                </a:lnTo>
                <a:lnTo>
                  <a:pt x="636501" y="33907"/>
                </a:lnTo>
                <a:lnTo>
                  <a:pt x="636237" y="33474"/>
                </a:lnTo>
                <a:lnTo>
                  <a:pt x="635966" y="33050"/>
                </a:lnTo>
                <a:lnTo>
                  <a:pt x="635687" y="32637"/>
                </a:lnTo>
                <a:lnTo>
                  <a:pt x="635400" y="32233"/>
                </a:lnTo>
                <a:lnTo>
                  <a:pt x="635105" y="31839"/>
                </a:lnTo>
                <a:lnTo>
                  <a:pt x="634802" y="31455"/>
                </a:lnTo>
                <a:lnTo>
                  <a:pt x="634492" y="31081"/>
                </a:lnTo>
                <a:lnTo>
                  <a:pt x="634174" y="30717"/>
                </a:lnTo>
                <a:lnTo>
                  <a:pt x="633848" y="30363"/>
                </a:lnTo>
                <a:lnTo>
                  <a:pt x="633514" y="30018"/>
                </a:lnTo>
                <a:lnTo>
                  <a:pt x="633173" y="29683"/>
                </a:lnTo>
                <a:lnTo>
                  <a:pt x="632824" y="29359"/>
                </a:lnTo>
                <a:lnTo>
                  <a:pt x="632467" y="29044"/>
                </a:lnTo>
                <a:lnTo>
                  <a:pt x="632102" y="28738"/>
                </a:lnTo>
                <a:lnTo>
                  <a:pt x="631729" y="28443"/>
                </a:lnTo>
                <a:lnTo>
                  <a:pt x="631348" y="28157"/>
                </a:lnTo>
                <a:lnTo>
                  <a:pt x="630960" y="27882"/>
                </a:lnTo>
                <a:lnTo>
                  <a:pt x="630564" y="27616"/>
                </a:lnTo>
                <a:lnTo>
                  <a:pt x="630160" y="27360"/>
                </a:lnTo>
                <a:lnTo>
                  <a:pt x="629749" y="27114"/>
                </a:lnTo>
                <a:lnTo>
                  <a:pt x="629329" y="26878"/>
                </a:lnTo>
                <a:lnTo>
                  <a:pt x="628903" y="26651"/>
                </a:lnTo>
                <a:lnTo>
                  <a:pt x="628470" y="26434"/>
                </a:lnTo>
                <a:lnTo>
                  <a:pt x="628030" y="26227"/>
                </a:lnTo>
                <a:lnTo>
                  <a:pt x="627583" y="26029"/>
                </a:lnTo>
                <a:lnTo>
                  <a:pt x="627131" y="25841"/>
                </a:lnTo>
                <a:lnTo>
                  <a:pt x="626671" y="25662"/>
                </a:lnTo>
                <a:lnTo>
                  <a:pt x="626205" y="25494"/>
                </a:lnTo>
                <a:lnTo>
                  <a:pt x="625733" y="25334"/>
                </a:lnTo>
                <a:lnTo>
                  <a:pt x="625254" y="25185"/>
                </a:lnTo>
                <a:lnTo>
                  <a:pt x="624768" y="25045"/>
                </a:lnTo>
                <a:lnTo>
                  <a:pt x="624276" y="24915"/>
                </a:lnTo>
                <a:lnTo>
                  <a:pt x="623777" y="24794"/>
                </a:lnTo>
                <a:lnTo>
                  <a:pt x="623272" y="24683"/>
                </a:lnTo>
                <a:lnTo>
                  <a:pt x="622760" y="24582"/>
                </a:lnTo>
                <a:lnTo>
                  <a:pt x="622241" y="24490"/>
                </a:lnTo>
                <a:lnTo>
                  <a:pt x="621716" y="24408"/>
                </a:lnTo>
                <a:lnTo>
                  <a:pt x="621185" y="24336"/>
                </a:lnTo>
                <a:lnTo>
                  <a:pt x="620647" y="24273"/>
                </a:lnTo>
                <a:lnTo>
                  <a:pt x="620102" y="24220"/>
                </a:lnTo>
                <a:lnTo>
                  <a:pt x="619551" y="24177"/>
                </a:lnTo>
                <a:lnTo>
                  <a:pt x="618993" y="24143"/>
                </a:lnTo>
                <a:lnTo>
                  <a:pt x="618429" y="24119"/>
                </a:lnTo>
                <a:lnTo>
                  <a:pt x="617858" y="24105"/>
                </a:lnTo>
                <a:lnTo>
                  <a:pt x="617280" y="24100"/>
                </a:lnTo>
                <a:lnTo>
                  <a:pt x="616722" y="24105"/>
                </a:lnTo>
                <a:lnTo>
                  <a:pt x="616168" y="24122"/>
                </a:lnTo>
                <a:lnTo>
                  <a:pt x="615620" y="24149"/>
                </a:lnTo>
                <a:lnTo>
                  <a:pt x="615076" y="24187"/>
                </a:lnTo>
                <a:lnTo>
                  <a:pt x="614538" y="24236"/>
                </a:lnTo>
                <a:lnTo>
                  <a:pt x="614005" y="24296"/>
                </a:lnTo>
                <a:lnTo>
                  <a:pt x="613477" y="24366"/>
                </a:lnTo>
                <a:lnTo>
                  <a:pt x="612954" y="24448"/>
                </a:lnTo>
                <a:lnTo>
                  <a:pt x="612437" y="24540"/>
                </a:lnTo>
                <a:lnTo>
                  <a:pt x="611924" y="24643"/>
                </a:lnTo>
                <a:lnTo>
                  <a:pt x="611417" y="24758"/>
                </a:lnTo>
                <a:lnTo>
                  <a:pt x="610915" y="24883"/>
                </a:lnTo>
                <a:lnTo>
                  <a:pt x="610417" y="25019"/>
                </a:lnTo>
                <a:lnTo>
                  <a:pt x="609925" y="25165"/>
                </a:lnTo>
                <a:lnTo>
                  <a:pt x="609439" y="25323"/>
                </a:lnTo>
                <a:lnTo>
                  <a:pt x="608957" y="25491"/>
                </a:lnTo>
                <a:lnTo>
                  <a:pt x="608480" y="25671"/>
                </a:lnTo>
                <a:lnTo>
                  <a:pt x="608009" y="25861"/>
                </a:lnTo>
                <a:lnTo>
                  <a:pt x="607542" y="26062"/>
                </a:lnTo>
                <a:lnTo>
                  <a:pt x="607081" y="26274"/>
                </a:lnTo>
                <a:lnTo>
                  <a:pt x="606625" y="26497"/>
                </a:lnTo>
                <a:lnTo>
                  <a:pt x="606174" y="26731"/>
                </a:lnTo>
                <a:lnTo>
                  <a:pt x="605728" y="26976"/>
                </a:lnTo>
                <a:lnTo>
                  <a:pt x="605287" y="27231"/>
                </a:lnTo>
                <a:lnTo>
                  <a:pt x="604853" y="27496"/>
                </a:lnTo>
                <a:lnTo>
                  <a:pt x="604428" y="27770"/>
                </a:lnTo>
                <a:lnTo>
                  <a:pt x="604011" y="28052"/>
                </a:lnTo>
                <a:lnTo>
                  <a:pt x="603602" y="28342"/>
                </a:lnTo>
                <a:lnTo>
                  <a:pt x="603202" y="28641"/>
                </a:lnTo>
                <a:lnTo>
                  <a:pt x="602810" y="28948"/>
                </a:lnTo>
                <a:lnTo>
                  <a:pt x="602427" y="29264"/>
                </a:lnTo>
                <a:lnTo>
                  <a:pt x="602052" y="29588"/>
                </a:lnTo>
                <a:lnTo>
                  <a:pt x="601685" y="29920"/>
                </a:lnTo>
                <a:lnTo>
                  <a:pt x="601327" y="30261"/>
                </a:lnTo>
                <a:lnTo>
                  <a:pt x="600977" y="30610"/>
                </a:lnTo>
                <a:lnTo>
                  <a:pt x="600636" y="30968"/>
                </a:lnTo>
                <a:lnTo>
                  <a:pt x="600303" y="31334"/>
                </a:lnTo>
                <a:lnTo>
                  <a:pt x="599978" y="31708"/>
                </a:lnTo>
                <a:lnTo>
                  <a:pt x="599662" y="32091"/>
                </a:lnTo>
                <a:lnTo>
                  <a:pt x="599354" y="32482"/>
                </a:lnTo>
                <a:lnTo>
                  <a:pt x="599055" y="32882"/>
                </a:lnTo>
                <a:lnTo>
                  <a:pt x="598764" y="33290"/>
                </a:lnTo>
                <a:lnTo>
                  <a:pt x="598482" y="33706"/>
                </a:lnTo>
                <a:lnTo>
                  <a:pt x="598207" y="34131"/>
                </a:lnTo>
                <a:lnTo>
                  <a:pt x="597942" y="34564"/>
                </a:lnTo>
                <a:lnTo>
                  <a:pt x="597684" y="35006"/>
                </a:lnTo>
                <a:lnTo>
                  <a:pt x="597435" y="35456"/>
                </a:lnTo>
                <a:lnTo>
                  <a:pt x="597195" y="35914"/>
                </a:lnTo>
                <a:lnTo>
                  <a:pt x="596723" y="25519"/>
                </a:lnTo>
                <a:lnTo>
                  <a:pt x="587745" y="25519"/>
                </a:lnTo>
                <a:lnTo>
                  <a:pt x="587745" y="85060"/>
                </a:lnTo>
                <a:lnTo>
                  <a:pt x="597669" y="85060"/>
                </a:lnTo>
                <a:lnTo>
                  <a:pt x="597669" y="53281"/>
                </a:lnTo>
                <a:lnTo>
                  <a:pt x="597673" y="52724"/>
                </a:lnTo>
                <a:lnTo>
                  <a:pt x="597685" y="52174"/>
                </a:lnTo>
                <a:close/>
                <a:moveTo>
                  <a:pt x="483295" y="86322"/>
                </a:moveTo>
                <a:lnTo>
                  <a:pt x="484118" y="86234"/>
                </a:lnTo>
                <a:lnTo>
                  <a:pt x="484930" y="86127"/>
                </a:lnTo>
                <a:lnTo>
                  <a:pt x="485731" y="86000"/>
                </a:lnTo>
                <a:lnTo>
                  <a:pt x="486519" y="85854"/>
                </a:lnTo>
                <a:lnTo>
                  <a:pt x="487296" y="85688"/>
                </a:lnTo>
                <a:lnTo>
                  <a:pt x="488061" y="85503"/>
                </a:lnTo>
                <a:lnTo>
                  <a:pt x="488815" y="85299"/>
                </a:lnTo>
                <a:lnTo>
                  <a:pt x="489556" y="85075"/>
                </a:lnTo>
                <a:lnTo>
                  <a:pt x="490286" y="84831"/>
                </a:lnTo>
                <a:lnTo>
                  <a:pt x="491005" y="84568"/>
                </a:lnTo>
                <a:lnTo>
                  <a:pt x="491712" y="84286"/>
                </a:lnTo>
                <a:lnTo>
                  <a:pt x="492407" y="83984"/>
                </a:lnTo>
                <a:lnTo>
                  <a:pt x="493090" y="83663"/>
                </a:lnTo>
                <a:lnTo>
                  <a:pt x="493762" y="83322"/>
                </a:lnTo>
                <a:lnTo>
                  <a:pt x="494421" y="82961"/>
                </a:lnTo>
                <a:lnTo>
                  <a:pt x="495070" y="82582"/>
                </a:lnTo>
                <a:lnTo>
                  <a:pt x="495706" y="82182"/>
                </a:lnTo>
                <a:lnTo>
                  <a:pt x="496331" y="81764"/>
                </a:lnTo>
                <a:lnTo>
                  <a:pt x="496944" y="81325"/>
                </a:lnTo>
                <a:lnTo>
                  <a:pt x="497546" y="80867"/>
                </a:lnTo>
                <a:lnTo>
                  <a:pt x="498132" y="80394"/>
                </a:lnTo>
                <a:lnTo>
                  <a:pt x="498701" y="79909"/>
                </a:lnTo>
                <a:lnTo>
                  <a:pt x="499251" y="79412"/>
                </a:lnTo>
                <a:lnTo>
                  <a:pt x="499782" y="78903"/>
                </a:lnTo>
                <a:lnTo>
                  <a:pt x="500296" y="78383"/>
                </a:lnTo>
                <a:lnTo>
                  <a:pt x="500791" y="77851"/>
                </a:lnTo>
                <a:lnTo>
                  <a:pt x="501268" y="77308"/>
                </a:lnTo>
                <a:lnTo>
                  <a:pt x="501727" y="76752"/>
                </a:lnTo>
                <a:lnTo>
                  <a:pt x="502167" y="76185"/>
                </a:lnTo>
                <a:lnTo>
                  <a:pt x="502589" y="75606"/>
                </a:lnTo>
                <a:lnTo>
                  <a:pt x="502993" y="75016"/>
                </a:lnTo>
                <a:lnTo>
                  <a:pt x="503379" y="74414"/>
                </a:lnTo>
                <a:lnTo>
                  <a:pt x="503746" y="73800"/>
                </a:lnTo>
                <a:lnTo>
                  <a:pt x="504095" y="73175"/>
                </a:lnTo>
                <a:lnTo>
                  <a:pt x="504426" y="72537"/>
                </a:lnTo>
                <a:lnTo>
                  <a:pt x="504739" y="71889"/>
                </a:lnTo>
                <a:lnTo>
                  <a:pt x="505033" y="71228"/>
                </a:lnTo>
                <a:lnTo>
                  <a:pt x="505309" y="70556"/>
                </a:lnTo>
                <a:lnTo>
                  <a:pt x="505567" y="69872"/>
                </a:lnTo>
                <a:lnTo>
                  <a:pt x="505807" y="69176"/>
                </a:lnTo>
                <a:lnTo>
                  <a:pt x="506028" y="68469"/>
                </a:lnTo>
                <a:lnTo>
                  <a:pt x="506231" y="67750"/>
                </a:lnTo>
                <a:lnTo>
                  <a:pt x="506416" y="67019"/>
                </a:lnTo>
                <a:lnTo>
                  <a:pt x="506583" y="66277"/>
                </a:lnTo>
                <a:lnTo>
                  <a:pt x="496423" y="66277"/>
                </a:lnTo>
                <a:lnTo>
                  <a:pt x="496351" y="66580"/>
                </a:lnTo>
                <a:lnTo>
                  <a:pt x="496274" y="66880"/>
                </a:lnTo>
                <a:lnTo>
                  <a:pt x="496192" y="67177"/>
                </a:lnTo>
                <a:lnTo>
                  <a:pt x="496104" y="67471"/>
                </a:lnTo>
                <a:lnTo>
                  <a:pt x="496011" y="67761"/>
                </a:lnTo>
                <a:lnTo>
                  <a:pt x="495913" y="68048"/>
                </a:lnTo>
                <a:lnTo>
                  <a:pt x="495809" y="68332"/>
                </a:lnTo>
                <a:lnTo>
                  <a:pt x="495700" y="68613"/>
                </a:lnTo>
                <a:lnTo>
                  <a:pt x="495586" y="68890"/>
                </a:lnTo>
                <a:lnTo>
                  <a:pt x="495467" y="69164"/>
                </a:lnTo>
                <a:lnTo>
                  <a:pt x="495342" y="69435"/>
                </a:lnTo>
                <a:lnTo>
                  <a:pt x="495211" y="69702"/>
                </a:lnTo>
                <a:lnTo>
                  <a:pt x="495076" y="69966"/>
                </a:lnTo>
                <a:lnTo>
                  <a:pt x="494935" y="70227"/>
                </a:lnTo>
                <a:lnTo>
                  <a:pt x="494789" y="70485"/>
                </a:lnTo>
                <a:lnTo>
                  <a:pt x="494637" y="70739"/>
                </a:lnTo>
                <a:lnTo>
                  <a:pt x="494480" y="70990"/>
                </a:lnTo>
                <a:lnTo>
                  <a:pt x="494318" y="71238"/>
                </a:lnTo>
                <a:lnTo>
                  <a:pt x="494150" y="71483"/>
                </a:lnTo>
                <a:lnTo>
                  <a:pt x="493977" y="71724"/>
                </a:lnTo>
                <a:lnTo>
                  <a:pt x="493799" y="71962"/>
                </a:lnTo>
                <a:lnTo>
                  <a:pt x="493615" y="72197"/>
                </a:lnTo>
                <a:lnTo>
                  <a:pt x="493426" y="72428"/>
                </a:lnTo>
                <a:lnTo>
                  <a:pt x="493232" y="72656"/>
                </a:lnTo>
                <a:lnTo>
                  <a:pt x="493033" y="72880"/>
                </a:lnTo>
                <a:lnTo>
                  <a:pt x="492831" y="73100"/>
                </a:lnTo>
                <a:lnTo>
                  <a:pt x="492625" y="73314"/>
                </a:lnTo>
                <a:lnTo>
                  <a:pt x="492415" y="73524"/>
                </a:lnTo>
                <a:lnTo>
                  <a:pt x="492202" y="73729"/>
                </a:lnTo>
                <a:lnTo>
                  <a:pt x="491985" y="73930"/>
                </a:lnTo>
                <a:lnTo>
                  <a:pt x="491764" y="74126"/>
                </a:lnTo>
                <a:lnTo>
                  <a:pt x="491539" y="74317"/>
                </a:lnTo>
                <a:lnTo>
                  <a:pt x="491311" y="74503"/>
                </a:lnTo>
                <a:lnTo>
                  <a:pt x="491079" y="74685"/>
                </a:lnTo>
                <a:lnTo>
                  <a:pt x="490844" y="74861"/>
                </a:lnTo>
                <a:lnTo>
                  <a:pt x="490604" y="75034"/>
                </a:lnTo>
                <a:lnTo>
                  <a:pt x="490361" y="75201"/>
                </a:lnTo>
                <a:lnTo>
                  <a:pt x="490114" y="75364"/>
                </a:lnTo>
                <a:lnTo>
                  <a:pt x="489864" y="75522"/>
                </a:lnTo>
                <a:lnTo>
                  <a:pt x="489610" y="75675"/>
                </a:lnTo>
                <a:lnTo>
                  <a:pt x="489352" y="75824"/>
                </a:lnTo>
                <a:lnTo>
                  <a:pt x="489091" y="75968"/>
                </a:lnTo>
                <a:lnTo>
                  <a:pt x="488825" y="76107"/>
                </a:lnTo>
                <a:lnTo>
                  <a:pt x="488556" y="76241"/>
                </a:lnTo>
                <a:lnTo>
                  <a:pt x="488284" y="76371"/>
                </a:lnTo>
                <a:lnTo>
                  <a:pt x="488007" y="76496"/>
                </a:lnTo>
                <a:lnTo>
                  <a:pt x="487727" y="76617"/>
                </a:lnTo>
                <a:lnTo>
                  <a:pt x="487444" y="76732"/>
                </a:lnTo>
                <a:lnTo>
                  <a:pt x="487157" y="76843"/>
                </a:lnTo>
                <a:lnTo>
                  <a:pt x="486867" y="76949"/>
                </a:lnTo>
                <a:lnTo>
                  <a:pt x="486574" y="77050"/>
                </a:lnTo>
                <a:lnTo>
                  <a:pt x="486279" y="77147"/>
                </a:lnTo>
                <a:lnTo>
                  <a:pt x="485981" y="77239"/>
                </a:lnTo>
                <a:lnTo>
                  <a:pt x="485679" y="77326"/>
                </a:lnTo>
                <a:lnTo>
                  <a:pt x="485375" y="77409"/>
                </a:lnTo>
                <a:lnTo>
                  <a:pt x="485068" y="77486"/>
                </a:lnTo>
                <a:lnTo>
                  <a:pt x="484759" y="77559"/>
                </a:lnTo>
                <a:lnTo>
                  <a:pt x="484446" y="77628"/>
                </a:lnTo>
                <a:lnTo>
                  <a:pt x="484130" y="77691"/>
                </a:lnTo>
                <a:lnTo>
                  <a:pt x="483812" y="77750"/>
                </a:lnTo>
                <a:lnTo>
                  <a:pt x="483490" y="77804"/>
                </a:lnTo>
                <a:lnTo>
                  <a:pt x="483166" y="77854"/>
                </a:lnTo>
                <a:lnTo>
                  <a:pt x="482839" y="77899"/>
                </a:lnTo>
                <a:lnTo>
                  <a:pt x="482509" y="77939"/>
                </a:lnTo>
                <a:lnTo>
                  <a:pt x="482176" y="77974"/>
                </a:lnTo>
                <a:lnTo>
                  <a:pt x="481841" y="78005"/>
                </a:lnTo>
                <a:lnTo>
                  <a:pt x="481502" y="78031"/>
                </a:lnTo>
                <a:lnTo>
                  <a:pt x="481161" y="78052"/>
                </a:lnTo>
                <a:lnTo>
                  <a:pt x="480816" y="78068"/>
                </a:lnTo>
                <a:lnTo>
                  <a:pt x="480469" y="78080"/>
                </a:lnTo>
                <a:lnTo>
                  <a:pt x="480119" y="78087"/>
                </a:lnTo>
                <a:lnTo>
                  <a:pt x="479766" y="78090"/>
                </a:lnTo>
                <a:lnTo>
                  <a:pt x="479452" y="78087"/>
                </a:lnTo>
                <a:lnTo>
                  <a:pt x="479138" y="78079"/>
                </a:lnTo>
                <a:lnTo>
                  <a:pt x="478826" y="78067"/>
                </a:lnTo>
                <a:lnTo>
                  <a:pt x="478514" y="78049"/>
                </a:lnTo>
                <a:lnTo>
                  <a:pt x="478204" y="78025"/>
                </a:lnTo>
                <a:lnTo>
                  <a:pt x="477894" y="77997"/>
                </a:lnTo>
                <a:lnTo>
                  <a:pt x="477586" y="77964"/>
                </a:lnTo>
                <a:lnTo>
                  <a:pt x="477279" y="77926"/>
                </a:lnTo>
                <a:lnTo>
                  <a:pt x="476972" y="77882"/>
                </a:lnTo>
                <a:lnTo>
                  <a:pt x="476667" y="77833"/>
                </a:lnTo>
                <a:lnTo>
                  <a:pt x="476363" y="77779"/>
                </a:lnTo>
                <a:lnTo>
                  <a:pt x="476059" y="77720"/>
                </a:lnTo>
                <a:lnTo>
                  <a:pt x="475757" y="77656"/>
                </a:lnTo>
                <a:lnTo>
                  <a:pt x="475456" y="77587"/>
                </a:lnTo>
                <a:lnTo>
                  <a:pt x="475156" y="77513"/>
                </a:lnTo>
                <a:lnTo>
                  <a:pt x="474856" y="77433"/>
                </a:lnTo>
                <a:lnTo>
                  <a:pt x="474558" y="77349"/>
                </a:lnTo>
                <a:lnTo>
                  <a:pt x="474261" y="77259"/>
                </a:lnTo>
                <a:lnTo>
                  <a:pt x="473965" y="77164"/>
                </a:lnTo>
                <a:lnTo>
                  <a:pt x="473670" y="77064"/>
                </a:lnTo>
                <a:lnTo>
                  <a:pt x="473376" y="76959"/>
                </a:lnTo>
                <a:lnTo>
                  <a:pt x="473083" y="76849"/>
                </a:lnTo>
                <a:lnTo>
                  <a:pt x="472791" y="76734"/>
                </a:lnTo>
                <a:lnTo>
                  <a:pt x="472500" y="76613"/>
                </a:lnTo>
                <a:lnTo>
                  <a:pt x="472211" y="76488"/>
                </a:lnTo>
                <a:lnTo>
                  <a:pt x="471925" y="76358"/>
                </a:lnTo>
                <a:lnTo>
                  <a:pt x="471642" y="76223"/>
                </a:lnTo>
                <a:lnTo>
                  <a:pt x="471363" y="76083"/>
                </a:lnTo>
                <a:lnTo>
                  <a:pt x="471086" y="75939"/>
                </a:lnTo>
                <a:lnTo>
                  <a:pt x="470813" y="75790"/>
                </a:lnTo>
                <a:lnTo>
                  <a:pt x="470542" y="75636"/>
                </a:lnTo>
                <a:lnTo>
                  <a:pt x="470275" y="75478"/>
                </a:lnTo>
                <a:lnTo>
                  <a:pt x="470011" y="75315"/>
                </a:lnTo>
                <a:lnTo>
                  <a:pt x="469749" y="75147"/>
                </a:lnTo>
                <a:lnTo>
                  <a:pt x="469491" y="74974"/>
                </a:lnTo>
                <a:lnTo>
                  <a:pt x="469236" y="74797"/>
                </a:lnTo>
                <a:lnTo>
                  <a:pt x="468984" y="74615"/>
                </a:lnTo>
                <a:lnTo>
                  <a:pt x="468735" y="74428"/>
                </a:lnTo>
                <a:lnTo>
                  <a:pt x="468490" y="74237"/>
                </a:lnTo>
                <a:lnTo>
                  <a:pt x="468247" y="74041"/>
                </a:lnTo>
                <a:lnTo>
                  <a:pt x="468007" y="73840"/>
                </a:lnTo>
                <a:lnTo>
                  <a:pt x="467771" y="73634"/>
                </a:lnTo>
                <a:lnTo>
                  <a:pt x="467537" y="73424"/>
                </a:lnTo>
                <a:lnTo>
                  <a:pt x="467307" y="73209"/>
                </a:lnTo>
                <a:lnTo>
                  <a:pt x="467079" y="72989"/>
                </a:lnTo>
                <a:lnTo>
                  <a:pt x="466855" y="72764"/>
                </a:lnTo>
                <a:lnTo>
                  <a:pt x="466634" y="72535"/>
                </a:lnTo>
                <a:lnTo>
                  <a:pt x="466416" y="72301"/>
                </a:lnTo>
                <a:lnTo>
                  <a:pt x="466201" y="72062"/>
                </a:lnTo>
                <a:lnTo>
                  <a:pt x="465990" y="71818"/>
                </a:lnTo>
                <a:lnTo>
                  <a:pt x="465782" y="71569"/>
                </a:lnTo>
                <a:lnTo>
                  <a:pt x="465579" y="71315"/>
                </a:lnTo>
                <a:lnTo>
                  <a:pt x="465379" y="71056"/>
                </a:lnTo>
                <a:lnTo>
                  <a:pt x="465182" y="70791"/>
                </a:lnTo>
                <a:lnTo>
                  <a:pt x="464990" y="70522"/>
                </a:lnTo>
                <a:lnTo>
                  <a:pt x="464801" y="70247"/>
                </a:lnTo>
                <a:lnTo>
                  <a:pt x="464616" y="69967"/>
                </a:lnTo>
                <a:lnTo>
                  <a:pt x="464434" y="69682"/>
                </a:lnTo>
                <a:lnTo>
                  <a:pt x="464256" y="69392"/>
                </a:lnTo>
                <a:lnTo>
                  <a:pt x="464082" y="69097"/>
                </a:lnTo>
                <a:lnTo>
                  <a:pt x="463912" y="68796"/>
                </a:lnTo>
                <a:lnTo>
                  <a:pt x="463745" y="68491"/>
                </a:lnTo>
                <a:lnTo>
                  <a:pt x="463582" y="68180"/>
                </a:lnTo>
                <a:lnTo>
                  <a:pt x="463422" y="67864"/>
                </a:lnTo>
                <a:lnTo>
                  <a:pt x="463267" y="67543"/>
                </a:lnTo>
                <a:lnTo>
                  <a:pt x="463115" y="67217"/>
                </a:lnTo>
                <a:lnTo>
                  <a:pt x="462966" y="66886"/>
                </a:lnTo>
                <a:lnTo>
                  <a:pt x="462822" y="66550"/>
                </a:lnTo>
                <a:lnTo>
                  <a:pt x="462681" y="66209"/>
                </a:lnTo>
                <a:lnTo>
                  <a:pt x="462544" y="65862"/>
                </a:lnTo>
                <a:lnTo>
                  <a:pt x="462410" y="65510"/>
                </a:lnTo>
                <a:lnTo>
                  <a:pt x="462280" y="65154"/>
                </a:lnTo>
                <a:lnTo>
                  <a:pt x="462155" y="64792"/>
                </a:lnTo>
                <a:lnTo>
                  <a:pt x="462035" y="64426"/>
                </a:lnTo>
                <a:lnTo>
                  <a:pt x="461920" y="64056"/>
                </a:lnTo>
                <a:lnTo>
                  <a:pt x="461811" y="63682"/>
                </a:lnTo>
                <a:lnTo>
                  <a:pt x="461707" y="63303"/>
                </a:lnTo>
                <a:lnTo>
                  <a:pt x="461608" y="62920"/>
                </a:lnTo>
                <a:lnTo>
                  <a:pt x="461515" y="62533"/>
                </a:lnTo>
                <a:lnTo>
                  <a:pt x="461427" y="62141"/>
                </a:lnTo>
                <a:lnTo>
                  <a:pt x="461344" y="61745"/>
                </a:lnTo>
                <a:lnTo>
                  <a:pt x="461267" y="61345"/>
                </a:lnTo>
                <a:lnTo>
                  <a:pt x="461195" y="60940"/>
                </a:lnTo>
                <a:lnTo>
                  <a:pt x="461128" y="60532"/>
                </a:lnTo>
                <a:lnTo>
                  <a:pt x="461067" y="60118"/>
                </a:lnTo>
                <a:lnTo>
                  <a:pt x="461011" y="59701"/>
                </a:lnTo>
                <a:lnTo>
                  <a:pt x="460960" y="59279"/>
                </a:lnTo>
                <a:lnTo>
                  <a:pt x="460915" y="58853"/>
                </a:lnTo>
                <a:lnTo>
                  <a:pt x="460875" y="58423"/>
                </a:lnTo>
                <a:lnTo>
                  <a:pt x="460840" y="57988"/>
                </a:lnTo>
                <a:lnTo>
                  <a:pt x="460811" y="57549"/>
                </a:lnTo>
                <a:lnTo>
                  <a:pt x="460787" y="57106"/>
                </a:lnTo>
                <a:lnTo>
                  <a:pt x="460768" y="56658"/>
                </a:lnTo>
                <a:lnTo>
                  <a:pt x="460755" y="56206"/>
                </a:lnTo>
                <a:lnTo>
                  <a:pt x="460747" y="55750"/>
                </a:lnTo>
                <a:lnTo>
                  <a:pt x="460744" y="55289"/>
                </a:lnTo>
                <a:lnTo>
                  <a:pt x="460749" y="54673"/>
                </a:lnTo>
                <a:lnTo>
                  <a:pt x="460762" y="54065"/>
                </a:lnTo>
                <a:lnTo>
                  <a:pt x="460785" y="53466"/>
                </a:lnTo>
                <a:lnTo>
                  <a:pt x="460817" y="52874"/>
                </a:lnTo>
                <a:lnTo>
                  <a:pt x="460857" y="52291"/>
                </a:lnTo>
                <a:lnTo>
                  <a:pt x="460907" y="51716"/>
                </a:lnTo>
                <a:lnTo>
                  <a:pt x="460966" y="51149"/>
                </a:lnTo>
                <a:lnTo>
                  <a:pt x="461033" y="50590"/>
                </a:lnTo>
                <a:lnTo>
                  <a:pt x="461110" y="50039"/>
                </a:lnTo>
                <a:lnTo>
                  <a:pt x="461196" y="49497"/>
                </a:lnTo>
                <a:lnTo>
                  <a:pt x="461290" y="48963"/>
                </a:lnTo>
                <a:lnTo>
                  <a:pt x="461394" y="48437"/>
                </a:lnTo>
                <a:lnTo>
                  <a:pt x="461507" y="47919"/>
                </a:lnTo>
                <a:lnTo>
                  <a:pt x="461629" y="47410"/>
                </a:lnTo>
                <a:lnTo>
                  <a:pt x="461760" y="46909"/>
                </a:lnTo>
                <a:lnTo>
                  <a:pt x="461900" y="46416"/>
                </a:lnTo>
                <a:lnTo>
                  <a:pt x="462049" y="45931"/>
                </a:lnTo>
                <a:lnTo>
                  <a:pt x="462207" y="45454"/>
                </a:lnTo>
                <a:lnTo>
                  <a:pt x="462374" y="44986"/>
                </a:lnTo>
                <a:lnTo>
                  <a:pt x="462550" y="44525"/>
                </a:lnTo>
                <a:lnTo>
                  <a:pt x="462735" y="44073"/>
                </a:lnTo>
                <a:lnTo>
                  <a:pt x="462929" y="43629"/>
                </a:lnTo>
                <a:lnTo>
                  <a:pt x="463132" y="43194"/>
                </a:lnTo>
                <a:lnTo>
                  <a:pt x="463344" y="42766"/>
                </a:lnTo>
                <a:lnTo>
                  <a:pt x="463564" y="42347"/>
                </a:lnTo>
                <a:lnTo>
                  <a:pt x="463789" y="41937"/>
                </a:lnTo>
                <a:lnTo>
                  <a:pt x="464021" y="41536"/>
                </a:lnTo>
                <a:lnTo>
                  <a:pt x="464260" y="41144"/>
                </a:lnTo>
                <a:lnTo>
                  <a:pt x="464504" y="40760"/>
                </a:lnTo>
                <a:lnTo>
                  <a:pt x="464754" y="40385"/>
                </a:lnTo>
                <a:lnTo>
                  <a:pt x="465011" y="40019"/>
                </a:lnTo>
                <a:lnTo>
                  <a:pt x="465274" y="39662"/>
                </a:lnTo>
                <a:lnTo>
                  <a:pt x="465543" y="39314"/>
                </a:lnTo>
                <a:lnTo>
                  <a:pt x="465818" y="38974"/>
                </a:lnTo>
                <a:lnTo>
                  <a:pt x="466099" y="38643"/>
                </a:lnTo>
                <a:lnTo>
                  <a:pt x="466386" y="38321"/>
                </a:lnTo>
                <a:lnTo>
                  <a:pt x="466680" y="38008"/>
                </a:lnTo>
                <a:lnTo>
                  <a:pt x="466980" y="37704"/>
                </a:lnTo>
                <a:lnTo>
                  <a:pt x="467285" y="37409"/>
                </a:lnTo>
                <a:lnTo>
                  <a:pt x="467597" y="37122"/>
                </a:lnTo>
                <a:lnTo>
                  <a:pt x="467915" y="36844"/>
                </a:lnTo>
                <a:lnTo>
                  <a:pt x="468240" y="36575"/>
                </a:lnTo>
                <a:lnTo>
                  <a:pt x="468570" y="36315"/>
                </a:lnTo>
                <a:lnTo>
                  <a:pt x="468907" y="36064"/>
                </a:lnTo>
                <a:lnTo>
                  <a:pt x="469250" y="35821"/>
                </a:lnTo>
                <a:lnTo>
                  <a:pt x="469598" y="35587"/>
                </a:lnTo>
                <a:lnTo>
                  <a:pt x="469954" y="35363"/>
                </a:lnTo>
                <a:lnTo>
                  <a:pt x="470315" y="35147"/>
                </a:lnTo>
                <a:lnTo>
                  <a:pt x="470680" y="34939"/>
                </a:lnTo>
                <a:lnTo>
                  <a:pt x="471048" y="34741"/>
                </a:lnTo>
                <a:lnTo>
                  <a:pt x="471419" y="34551"/>
                </a:lnTo>
                <a:lnTo>
                  <a:pt x="471792" y="34370"/>
                </a:lnTo>
                <a:lnTo>
                  <a:pt x="472167" y="34198"/>
                </a:lnTo>
                <a:lnTo>
                  <a:pt x="472545" y="34035"/>
                </a:lnTo>
                <a:lnTo>
                  <a:pt x="472925" y="33881"/>
                </a:lnTo>
                <a:lnTo>
                  <a:pt x="473308" y="33735"/>
                </a:lnTo>
                <a:lnTo>
                  <a:pt x="473693" y="33599"/>
                </a:lnTo>
                <a:lnTo>
                  <a:pt x="474081" y="33471"/>
                </a:lnTo>
                <a:lnTo>
                  <a:pt x="474471" y="33352"/>
                </a:lnTo>
                <a:lnTo>
                  <a:pt x="474863" y="33242"/>
                </a:lnTo>
                <a:lnTo>
                  <a:pt x="475258" y="33140"/>
                </a:lnTo>
                <a:lnTo>
                  <a:pt x="475656" y="33048"/>
                </a:lnTo>
                <a:lnTo>
                  <a:pt x="476056" y="32964"/>
                </a:lnTo>
                <a:lnTo>
                  <a:pt x="476458" y="32889"/>
                </a:lnTo>
                <a:lnTo>
                  <a:pt x="476863" y="32823"/>
                </a:lnTo>
                <a:lnTo>
                  <a:pt x="477270" y="32765"/>
                </a:lnTo>
                <a:lnTo>
                  <a:pt x="477680" y="32717"/>
                </a:lnTo>
                <a:lnTo>
                  <a:pt x="478093" y="32677"/>
                </a:lnTo>
                <a:lnTo>
                  <a:pt x="478507" y="32646"/>
                </a:lnTo>
                <a:lnTo>
                  <a:pt x="478924" y="32624"/>
                </a:lnTo>
                <a:lnTo>
                  <a:pt x="479344" y="32611"/>
                </a:lnTo>
                <a:lnTo>
                  <a:pt x="479766" y="32607"/>
                </a:lnTo>
                <a:lnTo>
                  <a:pt x="480285" y="32612"/>
                </a:lnTo>
                <a:lnTo>
                  <a:pt x="480798" y="32628"/>
                </a:lnTo>
                <a:lnTo>
                  <a:pt x="481305" y="32655"/>
                </a:lnTo>
                <a:lnTo>
                  <a:pt x="481807" y="32692"/>
                </a:lnTo>
                <a:lnTo>
                  <a:pt x="482303" y="32740"/>
                </a:lnTo>
                <a:lnTo>
                  <a:pt x="482793" y="32799"/>
                </a:lnTo>
                <a:lnTo>
                  <a:pt x="483278" y="32868"/>
                </a:lnTo>
                <a:lnTo>
                  <a:pt x="483756" y="32948"/>
                </a:lnTo>
                <a:lnTo>
                  <a:pt x="484229" y="33039"/>
                </a:lnTo>
                <a:lnTo>
                  <a:pt x="484696" y="33140"/>
                </a:lnTo>
                <a:lnTo>
                  <a:pt x="485158" y="33252"/>
                </a:lnTo>
                <a:lnTo>
                  <a:pt x="485614" y="33375"/>
                </a:lnTo>
                <a:lnTo>
                  <a:pt x="486063" y="33508"/>
                </a:lnTo>
                <a:lnTo>
                  <a:pt x="486508" y="33652"/>
                </a:lnTo>
                <a:lnTo>
                  <a:pt x="486946" y="33806"/>
                </a:lnTo>
                <a:lnTo>
                  <a:pt x="487379" y="33972"/>
                </a:lnTo>
                <a:lnTo>
                  <a:pt x="487806" y="34148"/>
                </a:lnTo>
                <a:lnTo>
                  <a:pt x="488227" y="34334"/>
                </a:lnTo>
                <a:lnTo>
                  <a:pt x="488643" y="34532"/>
                </a:lnTo>
                <a:lnTo>
                  <a:pt x="489053" y="34740"/>
                </a:lnTo>
                <a:lnTo>
                  <a:pt x="489457" y="34958"/>
                </a:lnTo>
                <a:lnTo>
                  <a:pt x="489855" y="35188"/>
                </a:lnTo>
                <a:lnTo>
                  <a:pt x="490248" y="35428"/>
                </a:lnTo>
                <a:lnTo>
                  <a:pt x="490634" y="35678"/>
                </a:lnTo>
                <a:lnTo>
                  <a:pt x="491012" y="35939"/>
                </a:lnTo>
                <a:lnTo>
                  <a:pt x="491379" y="36207"/>
                </a:lnTo>
                <a:lnTo>
                  <a:pt x="491733" y="36485"/>
                </a:lnTo>
                <a:lnTo>
                  <a:pt x="492075" y="36771"/>
                </a:lnTo>
                <a:lnTo>
                  <a:pt x="492405" y="37066"/>
                </a:lnTo>
                <a:lnTo>
                  <a:pt x="492724" y="37369"/>
                </a:lnTo>
                <a:lnTo>
                  <a:pt x="493031" y="37681"/>
                </a:lnTo>
                <a:lnTo>
                  <a:pt x="493325" y="38002"/>
                </a:lnTo>
                <a:lnTo>
                  <a:pt x="493608" y="38331"/>
                </a:lnTo>
                <a:lnTo>
                  <a:pt x="493879" y="38669"/>
                </a:lnTo>
                <a:lnTo>
                  <a:pt x="494138" y="39015"/>
                </a:lnTo>
                <a:lnTo>
                  <a:pt x="494385" y="39370"/>
                </a:lnTo>
                <a:lnTo>
                  <a:pt x="494621" y="39734"/>
                </a:lnTo>
                <a:lnTo>
                  <a:pt x="494844" y="40106"/>
                </a:lnTo>
                <a:lnTo>
                  <a:pt x="495055" y="40487"/>
                </a:lnTo>
                <a:lnTo>
                  <a:pt x="495255" y="40876"/>
                </a:lnTo>
                <a:lnTo>
                  <a:pt x="495442" y="41274"/>
                </a:lnTo>
                <a:lnTo>
                  <a:pt x="495618" y="41681"/>
                </a:lnTo>
                <a:lnTo>
                  <a:pt x="495782" y="42096"/>
                </a:lnTo>
                <a:lnTo>
                  <a:pt x="495934" y="42520"/>
                </a:lnTo>
                <a:lnTo>
                  <a:pt x="496074" y="42953"/>
                </a:lnTo>
                <a:lnTo>
                  <a:pt x="496202" y="43394"/>
                </a:lnTo>
                <a:lnTo>
                  <a:pt x="496318" y="43844"/>
                </a:lnTo>
                <a:lnTo>
                  <a:pt x="496423" y="44302"/>
                </a:lnTo>
                <a:lnTo>
                  <a:pt x="506583" y="44302"/>
                </a:lnTo>
                <a:lnTo>
                  <a:pt x="506416" y="43541"/>
                </a:lnTo>
                <a:lnTo>
                  <a:pt x="506232" y="42792"/>
                </a:lnTo>
                <a:lnTo>
                  <a:pt x="506029" y="42057"/>
                </a:lnTo>
                <a:lnTo>
                  <a:pt x="505808" y="41334"/>
                </a:lnTo>
                <a:lnTo>
                  <a:pt x="505570" y="40624"/>
                </a:lnTo>
                <a:lnTo>
                  <a:pt x="505313" y="39927"/>
                </a:lnTo>
                <a:lnTo>
                  <a:pt x="505038" y="39243"/>
                </a:lnTo>
                <a:lnTo>
                  <a:pt x="504745" y="38572"/>
                </a:lnTo>
                <a:lnTo>
                  <a:pt x="504434" y="37914"/>
                </a:lnTo>
                <a:lnTo>
                  <a:pt x="504105" y="37269"/>
                </a:lnTo>
                <a:lnTo>
                  <a:pt x="503758" y="36637"/>
                </a:lnTo>
                <a:lnTo>
                  <a:pt x="503393" y="36018"/>
                </a:lnTo>
                <a:lnTo>
                  <a:pt x="503010" y="35411"/>
                </a:lnTo>
                <a:lnTo>
                  <a:pt x="502609" y="34818"/>
                </a:lnTo>
                <a:lnTo>
                  <a:pt x="502190" y="34237"/>
                </a:lnTo>
                <a:lnTo>
                  <a:pt x="501752" y="33670"/>
                </a:lnTo>
                <a:lnTo>
                  <a:pt x="501297" y="33115"/>
                </a:lnTo>
                <a:lnTo>
                  <a:pt x="500823" y="32573"/>
                </a:lnTo>
                <a:lnTo>
                  <a:pt x="500332" y="32045"/>
                </a:lnTo>
                <a:lnTo>
                  <a:pt x="499822" y="31529"/>
                </a:lnTo>
                <a:lnTo>
                  <a:pt x="499295" y="31026"/>
                </a:lnTo>
                <a:lnTo>
                  <a:pt x="498749" y="30536"/>
                </a:lnTo>
                <a:lnTo>
                  <a:pt x="498185" y="30059"/>
                </a:lnTo>
                <a:lnTo>
                  <a:pt x="497603" y="29594"/>
                </a:lnTo>
                <a:lnTo>
                  <a:pt x="497007" y="29146"/>
                </a:lnTo>
                <a:lnTo>
                  <a:pt x="496398" y="28717"/>
                </a:lnTo>
                <a:lnTo>
                  <a:pt x="495776" y="28307"/>
                </a:lnTo>
                <a:lnTo>
                  <a:pt x="495142" y="27915"/>
                </a:lnTo>
                <a:lnTo>
                  <a:pt x="494496" y="27543"/>
                </a:lnTo>
                <a:lnTo>
                  <a:pt x="493838" y="27190"/>
                </a:lnTo>
                <a:lnTo>
                  <a:pt x="493167" y="26857"/>
                </a:lnTo>
                <a:lnTo>
                  <a:pt x="492484" y="26542"/>
                </a:lnTo>
                <a:lnTo>
                  <a:pt x="491789" y="26246"/>
                </a:lnTo>
                <a:lnTo>
                  <a:pt x="491081" y="25969"/>
                </a:lnTo>
                <a:lnTo>
                  <a:pt x="490362" y="25712"/>
                </a:lnTo>
                <a:lnTo>
                  <a:pt x="489629" y="25473"/>
                </a:lnTo>
                <a:lnTo>
                  <a:pt x="488885" y="25254"/>
                </a:lnTo>
                <a:lnTo>
                  <a:pt x="488128" y="25054"/>
                </a:lnTo>
                <a:lnTo>
                  <a:pt x="487359" y="24872"/>
                </a:lnTo>
                <a:lnTo>
                  <a:pt x="486578" y="24710"/>
                </a:lnTo>
                <a:lnTo>
                  <a:pt x="485784" y="24567"/>
                </a:lnTo>
                <a:lnTo>
                  <a:pt x="484978" y="24443"/>
                </a:lnTo>
                <a:lnTo>
                  <a:pt x="484160" y="24338"/>
                </a:lnTo>
                <a:lnTo>
                  <a:pt x="483329" y="24252"/>
                </a:lnTo>
                <a:lnTo>
                  <a:pt x="482486" y="24186"/>
                </a:lnTo>
                <a:lnTo>
                  <a:pt x="481631" y="24138"/>
                </a:lnTo>
                <a:lnTo>
                  <a:pt x="480763" y="24109"/>
                </a:lnTo>
                <a:lnTo>
                  <a:pt x="479883" y="24100"/>
                </a:lnTo>
                <a:lnTo>
                  <a:pt x="479187" y="24107"/>
                </a:lnTo>
                <a:lnTo>
                  <a:pt x="478497" y="24127"/>
                </a:lnTo>
                <a:lnTo>
                  <a:pt x="477813" y="24162"/>
                </a:lnTo>
                <a:lnTo>
                  <a:pt x="477135" y="24210"/>
                </a:lnTo>
                <a:lnTo>
                  <a:pt x="476463" y="24272"/>
                </a:lnTo>
                <a:lnTo>
                  <a:pt x="475796" y="24347"/>
                </a:lnTo>
                <a:lnTo>
                  <a:pt x="475136" y="24437"/>
                </a:lnTo>
                <a:lnTo>
                  <a:pt x="474482" y="24540"/>
                </a:lnTo>
                <a:lnTo>
                  <a:pt x="473833" y="24656"/>
                </a:lnTo>
                <a:lnTo>
                  <a:pt x="473191" y="24787"/>
                </a:lnTo>
                <a:lnTo>
                  <a:pt x="472554" y="24931"/>
                </a:lnTo>
                <a:lnTo>
                  <a:pt x="471924" y="25089"/>
                </a:lnTo>
                <a:lnTo>
                  <a:pt x="471299" y="25261"/>
                </a:lnTo>
                <a:lnTo>
                  <a:pt x="470680" y="25447"/>
                </a:lnTo>
                <a:lnTo>
                  <a:pt x="470068" y="25646"/>
                </a:lnTo>
                <a:lnTo>
                  <a:pt x="469461" y="25859"/>
                </a:lnTo>
                <a:lnTo>
                  <a:pt x="468860" y="26086"/>
                </a:lnTo>
                <a:lnTo>
                  <a:pt x="468265" y="26327"/>
                </a:lnTo>
                <a:lnTo>
                  <a:pt x="467676" y="26581"/>
                </a:lnTo>
                <a:lnTo>
                  <a:pt x="467093" y="26849"/>
                </a:lnTo>
                <a:lnTo>
                  <a:pt x="466516" y="27131"/>
                </a:lnTo>
                <a:lnTo>
                  <a:pt x="465945" y="27426"/>
                </a:lnTo>
                <a:lnTo>
                  <a:pt x="465379" y="27735"/>
                </a:lnTo>
                <a:lnTo>
                  <a:pt x="464820" y="28058"/>
                </a:lnTo>
                <a:lnTo>
                  <a:pt x="464269" y="28393"/>
                </a:lnTo>
                <a:lnTo>
                  <a:pt x="463728" y="28739"/>
                </a:lnTo>
                <a:lnTo>
                  <a:pt x="463197" y="29095"/>
                </a:lnTo>
                <a:lnTo>
                  <a:pt x="462676" y="29461"/>
                </a:lnTo>
                <a:lnTo>
                  <a:pt x="462165" y="29838"/>
                </a:lnTo>
                <a:lnTo>
                  <a:pt x="461664" y="30225"/>
                </a:lnTo>
                <a:lnTo>
                  <a:pt x="461173" y="30623"/>
                </a:lnTo>
                <a:lnTo>
                  <a:pt x="460693" y="31031"/>
                </a:lnTo>
                <a:lnTo>
                  <a:pt x="460222" y="31450"/>
                </a:lnTo>
                <a:lnTo>
                  <a:pt x="459761" y="31879"/>
                </a:lnTo>
                <a:lnTo>
                  <a:pt x="459310" y="32319"/>
                </a:lnTo>
                <a:lnTo>
                  <a:pt x="458870" y="32769"/>
                </a:lnTo>
                <a:lnTo>
                  <a:pt x="458439" y="33229"/>
                </a:lnTo>
                <a:lnTo>
                  <a:pt x="458018" y="33700"/>
                </a:lnTo>
                <a:lnTo>
                  <a:pt x="457608" y="34182"/>
                </a:lnTo>
                <a:lnTo>
                  <a:pt x="457207" y="34674"/>
                </a:lnTo>
                <a:lnTo>
                  <a:pt x="456817" y="35176"/>
                </a:lnTo>
                <a:lnTo>
                  <a:pt x="456437" y="35689"/>
                </a:lnTo>
                <a:lnTo>
                  <a:pt x="456066" y="36212"/>
                </a:lnTo>
                <a:lnTo>
                  <a:pt x="455706" y="36746"/>
                </a:lnTo>
                <a:lnTo>
                  <a:pt x="455355" y="37291"/>
                </a:lnTo>
                <a:lnTo>
                  <a:pt x="455015" y="37845"/>
                </a:lnTo>
                <a:lnTo>
                  <a:pt x="454685" y="38411"/>
                </a:lnTo>
                <a:lnTo>
                  <a:pt x="454365" y="38986"/>
                </a:lnTo>
                <a:lnTo>
                  <a:pt x="454056" y="39571"/>
                </a:lnTo>
                <a:lnTo>
                  <a:pt x="453761" y="40165"/>
                </a:lnTo>
                <a:lnTo>
                  <a:pt x="453479" y="40768"/>
                </a:lnTo>
                <a:lnTo>
                  <a:pt x="453210" y="41379"/>
                </a:lnTo>
                <a:lnTo>
                  <a:pt x="452954" y="41998"/>
                </a:lnTo>
                <a:lnTo>
                  <a:pt x="452711" y="42627"/>
                </a:lnTo>
                <a:lnTo>
                  <a:pt x="452481" y="43263"/>
                </a:lnTo>
                <a:lnTo>
                  <a:pt x="452265" y="43909"/>
                </a:lnTo>
                <a:lnTo>
                  <a:pt x="452061" y="44563"/>
                </a:lnTo>
                <a:lnTo>
                  <a:pt x="451871" y="45226"/>
                </a:lnTo>
                <a:lnTo>
                  <a:pt x="451694" y="45897"/>
                </a:lnTo>
                <a:lnTo>
                  <a:pt x="451530" y="46577"/>
                </a:lnTo>
                <a:lnTo>
                  <a:pt x="451379" y="47265"/>
                </a:lnTo>
                <a:lnTo>
                  <a:pt x="451241" y="47962"/>
                </a:lnTo>
                <a:lnTo>
                  <a:pt x="451116" y="48668"/>
                </a:lnTo>
                <a:lnTo>
                  <a:pt x="451005" y="49382"/>
                </a:lnTo>
                <a:lnTo>
                  <a:pt x="450906" y="50105"/>
                </a:lnTo>
                <a:lnTo>
                  <a:pt x="450821" y="50837"/>
                </a:lnTo>
                <a:lnTo>
                  <a:pt x="450749" y="51577"/>
                </a:lnTo>
                <a:lnTo>
                  <a:pt x="450690" y="52326"/>
                </a:lnTo>
                <a:lnTo>
                  <a:pt x="450644" y="53083"/>
                </a:lnTo>
                <a:lnTo>
                  <a:pt x="450611" y="53849"/>
                </a:lnTo>
                <a:lnTo>
                  <a:pt x="450591" y="54623"/>
                </a:lnTo>
                <a:lnTo>
                  <a:pt x="450585" y="55407"/>
                </a:lnTo>
                <a:lnTo>
                  <a:pt x="450591" y="56171"/>
                </a:lnTo>
                <a:lnTo>
                  <a:pt x="450611" y="56927"/>
                </a:lnTo>
                <a:lnTo>
                  <a:pt x="450644" y="57676"/>
                </a:lnTo>
                <a:lnTo>
                  <a:pt x="450690" y="58418"/>
                </a:lnTo>
                <a:lnTo>
                  <a:pt x="450749" y="59152"/>
                </a:lnTo>
                <a:lnTo>
                  <a:pt x="450821" y="59878"/>
                </a:lnTo>
                <a:lnTo>
                  <a:pt x="450906" y="60596"/>
                </a:lnTo>
                <a:lnTo>
                  <a:pt x="451005" y="61307"/>
                </a:lnTo>
                <a:lnTo>
                  <a:pt x="451116" y="62011"/>
                </a:lnTo>
                <a:lnTo>
                  <a:pt x="451241" y="62707"/>
                </a:lnTo>
                <a:lnTo>
                  <a:pt x="451379" y="63395"/>
                </a:lnTo>
                <a:lnTo>
                  <a:pt x="451530" y="64076"/>
                </a:lnTo>
                <a:lnTo>
                  <a:pt x="451694" y="64749"/>
                </a:lnTo>
                <a:lnTo>
                  <a:pt x="451871" y="65414"/>
                </a:lnTo>
                <a:lnTo>
                  <a:pt x="452061" y="66072"/>
                </a:lnTo>
                <a:lnTo>
                  <a:pt x="452265" y="66723"/>
                </a:lnTo>
                <a:lnTo>
                  <a:pt x="452481" y="67365"/>
                </a:lnTo>
                <a:lnTo>
                  <a:pt x="452711" y="68001"/>
                </a:lnTo>
                <a:lnTo>
                  <a:pt x="452954" y="68628"/>
                </a:lnTo>
                <a:lnTo>
                  <a:pt x="453210" y="69248"/>
                </a:lnTo>
                <a:lnTo>
                  <a:pt x="453479" y="69861"/>
                </a:lnTo>
                <a:lnTo>
                  <a:pt x="453761" y="70465"/>
                </a:lnTo>
                <a:lnTo>
                  <a:pt x="454056" y="71063"/>
                </a:lnTo>
                <a:lnTo>
                  <a:pt x="454365" y="71652"/>
                </a:lnTo>
                <a:lnTo>
                  <a:pt x="454685" y="72233"/>
                </a:lnTo>
                <a:lnTo>
                  <a:pt x="455015" y="72802"/>
                </a:lnTo>
                <a:lnTo>
                  <a:pt x="455355" y="73361"/>
                </a:lnTo>
                <a:lnTo>
                  <a:pt x="455706" y="73908"/>
                </a:lnTo>
                <a:lnTo>
                  <a:pt x="456066" y="74445"/>
                </a:lnTo>
                <a:lnTo>
                  <a:pt x="456437" y="74971"/>
                </a:lnTo>
                <a:lnTo>
                  <a:pt x="456817" y="75486"/>
                </a:lnTo>
                <a:lnTo>
                  <a:pt x="457207" y="75990"/>
                </a:lnTo>
                <a:lnTo>
                  <a:pt x="457608" y="76484"/>
                </a:lnTo>
                <a:lnTo>
                  <a:pt x="458018" y="76966"/>
                </a:lnTo>
                <a:lnTo>
                  <a:pt x="458439" y="77438"/>
                </a:lnTo>
                <a:lnTo>
                  <a:pt x="458870" y="77898"/>
                </a:lnTo>
                <a:lnTo>
                  <a:pt x="459310" y="78348"/>
                </a:lnTo>
                <a:lnTo>
                  <a:pt x="459761" y="78787"/>
                </a:lnTo>
                <a:lnTo>
                  <a:pt x="460222" y="79216"/>
                </a:lnTo>
                <a:lnTo>
                  <a:pt x="460693" y="79633"/>
                </a:lnTo>
                <a:lnTo>
                  <a:pt x="461173" y="80039"/>
                </a:lnTo>
                <a:lnTo>
                  <a:pt x="461664" y="80435"/>
                </a:lnTo>
                <a:lnTo>
                  <a:pt x="462165" y="80820"/>
                </a:lnTo>
                <a:lnTo>
                  <a:pt x="462676" y="81193"/>
                </a:lnTo>
                <a:lnTo>
                  <a:pt x="463197" y="81556"/>
                </a:lnTo>
                <a:lnTo>
                  <a:pt x="463728" y="81908"/>
                </a:lnTo>
                <a:lnTo>
                  <a:pt x="464269" y="82250"/>
                </a:lnTo>
                <a:lnTo>
                  <a:pt x="464820" y="82580"/>
                </a:lnTo>
                <a:lnTo>
                  <a:pt x="465379" y="82898"/>
                </a:lnTo>
                <a:lnTo>
                  <a:pt x="465945" y="83203"/>
                </a:lnTo>
                <a:lnTo>
                  <a:pt x="466516" y="83493"/>
                </a:lnTo>
                <a:lnTo>
                  <a:pt x="467093" y="83771"/>
                </a:lnTo>
                <a:lnTo>
                  <a:pt x="467676" y="84035"/>
                </a:lnTo>
                <a:lnTo>
                  <a:pt x="468265" y="84285"/>
                </a:lnTo>
                <a:lnTo>
                  <a:pt x="468860" y="84522"/>
                </a:lnTo>
                <a:lnTo>
                  <a:pt x="469461" y="84745"/>
                </a:lnTo>
                <a:lnTo>
                  <a:pt x="470068" y="84955"/>
                </a:lnTo>
                <a:lnTo>
                  <a:pt x="470680" y="85151"/>
                </a:lnTo>
                <a:lnTo>
                  <a:pt x="471299" y="85334"/>
                </a:lnTo>
                <a:lnTo>
                  <a:pt x="471924" y="85503"/>
                </a:lnTo>
                <a:lnTo>
                  <a:pt x="472554" y="85659"/>
                </a:lnTo>
                <a:lnTo>
                  <a:pt x="473191" y="85801"/>
                </a:lnTo>
                <a:lnTo>
                  <a:pt x="473833" y="85929"/>
                </a:lnTo>
                <a:lnTo>
                  <a:pt x="474482" y="86044"/>
                </a:lnTo>
                <a:lnTo>
                  <a:pt x="475136" y="86146"/>
                </a:lnTo>
                <a:lnTo>
                  <a:pt x="475796" y="86234"/>
                </a:lnTo>
                <a:lnTo>
                  <a:pt x="476463" y="86308"/>
                </a:lnTo>
                <a:lnTo>
                  <a:pt x="477135" y="86369"/>
                </a:lnTo>
                <a:lnTo>
                  <a:pt x="477813" y="86416"/>
                </a:lnTo>
                <a:lnTo>
                  <a:pt x="478497" y="86450"/>
                </a:lnTo>
                <a:lnTo>
                  <a:pt x="479187" y="86471"/>
                </a:lnTo>
                <a:lnTo>
                  <a:pt x="479883" y="86477"/>
                </a:lnTo>
                <a:lnTo>
                  <a:pt x="480754" y="86468"/>
                </a:lnTo>
                <a:lnTo>
                  <a:pt x="481612" y="86438"/>
                </a:lnTo>
                <a:lnTo>
                  <a:pt x="482459" y="86390"/>
                </a:lnTo>
                <a:lnTo>
                  <a:pt x="483295" y="86322"/>
                </a:lnTo>
                <a:close/>
                <a:moveTo>
                  <a:pt x="574305" y="57126"/>
                </a:moveTo>
                <a:lnTo>
                  <a:pt x="574313" y="56993"/>
                </a:lnTo>
                <a:lnTo>
                  <a:pt x="574321" y="56860"/>
                </a:lnTo>
                <a:lnTo>
                  <a:pt x="574329" y="56729"/>
                </a:lnTo>
                <a:lnTo>
                  <a:pt x="574336" y="56600"/>
                </a:lnTo>
                <a:lnTo>
                  <a:pt x="574343" y="56471"/>
                </a:lnTo>
                <a:lnTo>
                  <a:pt x="574349" y="56344"/>
                </a:lnTo>
                <a:lnTo>
                  <a:pt x="574355" y="56218"/>
                </a:lnTo>
                <a:lnTo>
                  <a:pt x="574360" y="56093"/>
                </a:lnTo>
                <a:lnTo>
                  <a:pt x="574366" y="55969"/>
                </a:lnTo>
                <a:lnTo>
                  <a:pt x="574370" y="55847"/>
                </a:lnTo>
                <a:lnTo>
                  <a:pt x="574375" y="55725"/>
                </a:lnTo>
                <a:lnTo>
                  <a:pt x="574378" y="55606"/>
                </a:lnTo>
                <a:lnTo>
                  <a:pt x="574382" y="55487"/>
                </a:lnTo>
                <a:lnTo>
                  <a:pt x="574385" y="55369"/>
                </a:lnTo>
                <a:lnTo>
                  <a:pt x="574388" y="55253"/>
                </a:lnTo>
                <a:lnTo>
                  <a:pt x="574390" y="55138"/>
                </a:lnTo>
                <a:lnTo>
                  <a:pt x="574392" y="55024"/>
                </a:lnTo>
                <a:lnTo>
                  <a:pt x="574393" y="54911"/>
                </a:lnTo>
                <a:lnTo>
                  <a:pt x="574394" y="54800"/>
                </a:lnTo>
                <a:lnTo>
                  <a:pt x="574395" y="54690"/>
                </a:lnTo>
                <a:lnTo>
                  <a:pt x="574395" y="54581"/>
                </a:lnTo>
                <a:lnTo>
                  <a:pt x="574395" y="54473"/>
                </a:lnTo>
                <a:lnTo>
                  <a:pt x="574395" y="54365"/>
                </a:lnTo>
                <a:lnTo>
                  <a:pt x="574395" y="54258"/>
                </a:lnTo>
                <a:lnTo>
                  <a:pt x="574395" y="54151"/>
                </a:lnTo>
                <a:lnTo>
                  <a:pt x="574395" y="54045"/>
                </a:lnTo>
                <a:lnTo>
                  <a:pt x="574395" y="53939"/>
                </a:lnTo>
                <a:lnTo>
                  <a:pt x="574395" y="53833"/>
                </a:lnTo>
                <a:lnTo>
                  <a:pt x="574395" y="53728"/>
                </a:lnTo>
                <a:lnTo>
                  <a:pt x="574395" y="53623"/>
                </a:lnTo>
                <a:lnTo>
                  <a:pt x="574395" y="53518"/>
                </a:lnTo>
                <a:lnTo>
                  <a:pt x="574395" y="53414"/>
                </a:lnTo>
                <a:lnTo>
                  <a:pt x="574395" y="53311"/>
                </a:lnTo>
                <a:lnTo>
                  <a:pt x="574395" y="53207"/>
                </a:lnTo>
                <a:lnTo>
                  <a:pt x="574395" y="53105"/>
                </a:lnTo>
                <a:lnTo>
                  <a:pt x="574395" y="53002"/>
                </a:lnTo>
                <a:lnTo>
                  <a:pt x="574395" y="52900"/>
                </a:lnTo>
                <a:lnTo>
                  <a:pt x="574395" y="52799"/>
                </a:lnTo>
                <a:lnTo>
                  <a:pt x="574395" y="52697"/>
                </a:lnTo>
                <a:lnTo>
                  <a:pt x="574395" y="52597"/>
                </a:lnTo>
                <a:lnTo>
                  <a:pt x="574395" y="52496"/>
                </a:lnTo>
                <a:lnTo>
                  <a:pt x="574395" y="52396"/>
                </a:lnTo>
                <a:lnTo>
                  <a:pt x="574395" y="52297"/>
                </a:lnTo>
                <a:lnTo>
                  <a:pt x="574395" y="52198"/>
                </a:lnTo>
                <a:lnTo>
                  <a:pt x="574395" y="52099"/>
                </a:lnTo>
                <a:lnTo>
                  <a:pt x="574389" y="51471"/>
                </a:lnTo>
                <a:lnTo>
                  <a:pt x="574372" y="50847"/>
                </a:lnTo>
                <a:lnTo>
                  <a:pt x="574344" y="50228"/>
                </a:lnTo>
                <a:lnTo>
                  <a:pt x="574305" y="49613"/>
                </a:lnTo>
                <a:lnTo>
                  <a:pt x="574254" y="49002"/>
                </a:lnTo>
                <a:lnTo>
                  <a:pt x="574192" y="48396"/>
                </a:lnTo>
                <a:lnTo>
                  <a:pt x="574119" y="47794"/>
                </a:lnTo>
                <a:lnTo>
                  <a:pt x="574034" y="47196"/>
                </a:lnTo>
                <a:lnTo>
                  <a:pt x="573938" y="46603"/>
                </a:lnTo>
                <a:lnTo>
                  <a:pt x="573831" y="46014"/>
                </a:lnTo>
                <a:lnTo>
                  <a:pt x="573712" y="45429"/>
                </a:lnTo>
                <a:lnTo>
                  <a:pt x="573583" y="44848"/>
                </a:lnTo>
                <a:lnTo>
                  <a:pt x="573442" y="44272"/>
                </a:lnTo>
                <a:lnTo>
                  <a:pt x="573290" y="43700"/>
                </a:lnTo>
                <a:lnTo>
                  <a:pt x="573126" y="43133"/>
                </a:lnTo>
                <a:lnTo>
                  <a:pt x="572951" y="42569"/>
                </a:lnTo>
                <a:lnTo>
                  <a:pt x="572765" y="42011"/>
                </a:lnTo>
                <a:lnTo>
                  <a:pt x="572568" y="41456"/>
                </a:lnTo>
                <a:lnTo>
                  <a:pt x="572359" y="40905"/>
                </a:lnTo>
                <a:lnTo>
                  <a:pt x="572139" y="40359"/>
                </a:lnTo>
                <a:lnTo>
                  <a:pt x="571908" y="39818"/>
                </a:lnTo>
                <a:lnTo>
                  <a:pt x="571665" y="39280"/>
                </a:lnTo>
                <a:lnTo>
                  <a:pt x="571412" y="38747"/>
                </a:lnTo>
                <a:lnTo>
                  <a:pt x="571146" y="38218"/>
                </a:lnTo>
                <a:lnTo>
                  <a:pt x="570871" y="37696"/>
                </a:lnTo>
                <a:lnTo>
                  <a:pt x="570585" y="37182"/>
                </a:lnTo>
                <a:lnTo>
                  <a:pt x="570290" y="36676"/>
                </a:lnTo>
                <a:lnTo>
                  <a:pt x="569985" y="36179"/>
                </a:lnTo>
                <a:lnTo>
                  <a:pt x="569670" y="35690"/>
                </a:lnTo>
                <a:lnTo>
                  <a:pt x="569345" y="35210"/>
                </a:lnTo>
                <a:lnTo>
                  <a:pt x="569010" y="34737"/>
                </a:lnTo>
                <a:lnTo>
                  <a:pt x="568666" y="34274"/>
                </a:lnTo>
                <a:lnTo>
                  <a:pt x="568311" y="33819"/>
                </a:lnTo>
                <a:lnTo>
                  <a:pt x="567947" y="33372"/>
                </a:lnTo>
                <a:lnTo>
                  <a:pt x="567573" y="32933"/>
                </a:lnTo>
                <a:lnTo>
                  <a:pt x="567189" y="32503"/>
                </a:lnTo>
                <a:lnTo>
                  <a:pt x="566795" y="32082"/>
                </a:lnTo>
                <a:lnTo>
                  <a:pt x="566392" y="31669"/>
                </a:lnTo>
                <a:lnTo>
                  <a:pt x="565978" y="31264"/>
                </a:lnTo>
                <a:lnTo>
                  <a:pt x="565555" y="30867"/>
                </a:lnTo>
                <a:lnTo>
                  <a:pt x="565122" y="30479"/>
                </a:lnTo>
                <a:lnTo>
                  <a:pt x="564679" y="30100"/>
                </a:lnTo>
                <a:lnTo>
                  <a:pt x="564226" y="29729"/>
                </a:lnTo>
                <a:lnTo>
                  <a:pt x="563763" y="29366"/>
                </a:lnTo>
                <a:lnTo>
                  <a:pt x="563291" y="29012"/>
                </a:lnTo>
                <a:lnTo>
                  <a:pt x="562808" y="28666"/>
                </a:lnTo>
                <a:lnTo>
                  <a:pt x="562316" y="28328"/>
                </a:lnTo>
                <a:lnTo>
                  <a:pt x="561814" y="27999"/>
                </a:lnTo>
                <a:lnTo>
                  <a:pt x="561302" y="27681"/>
                </a:lnTo>
                <a:lnTo>
                  <a:pt x="560782" y="27376"/>
                </a:lnTo>
                <a:lnTo>
                  <a:pt x="560252" y="27085"/>
                </a:lnTo>
                <a:lnTo>
                  <a:pt x="559712" y="26808"/>
                </a:lnTo>
                <a:lnTo>
                  <a:pt x="559164" y="26544"/>
                </a:lnTo>
                <a:lnTo>
                  <a:pt x="558606" y="26293"/>
                </a:lnTo>
                <a:lnTo>
                  <a:pt x="558039" y="26056"/>
                </a:lnTo>
                <a:lnTo>
                  <a:pt x="557463" y="25833"/>
                </a:lnTo>
                <a:lnTo>
                  <a:pt x="556877" y="25623"/>
                </a:lnTo>
                <a:lnTo>
                  <a:pt x="556282" y="25427"/>
                </a:lnTo>
                <a:lnTo>
                  <a:pt x="555679" y="25244"/>
                </a:lnTo>
                <a:lnTo>
                  <a:pt x="555065" y="25075"/>
                </a:lnTo>
                <a:lnTo>
                  <a:pt x="554443" y="24919"/>
                </a:lnTo>
                <a:lnTo>
                  <a:pt x="553811" y="24777"/>
                </a:lnTo>
                <a:lnTo>
                  <a:pt x="553170" y="24648"/>
                </a:lnTo>
                <a:lnTo>
                  <a:pt x="552520" y="24533"/>
                </a:lnTo>
                <a:lnTo>
                  <a:pt x="551861" y="24432"/>
                </a:lnTo>
                <a:lnTo>
                  <a:pt x="551192" y="24344"/>
                </a:lnTo>
                <a:lnTo>
                  <a:pt x="550515" y="24269"/>
                </a:lnTo>
                <a:lnTo>
                  <a:pt x="549828" y="24208"/>
                </a:lnTo>
                <a:lnTo>
                  <a:pt x="549131" y="24161"/>
                </a:lnTo>
                <a:lnTo>
                  <a:pt x="548426" y="24127"/>
                </a:lnTo>
                <a:lnTo>
                  <a:pt x="547711" y="24107"/>
                </a:lnTo>
                <a:lnTo>
                  <a:pt x="546987" y="24100"/>
                </a:lnTo>
                <a:lnTo>
                  <a:pt x="546282" y="24107"/>
                </a:lnTo>
                <a:lnTo>
                  <a:pt x="545583" y="24127"/>
                </a:lnTo>
                <a:lnTo>
                  <a:pt x="544891" y="24161"/>
                </a:lnTo>
                <a:lnTo>
                  <a:pt x="544206" y="24208"/>
                </a:lnTo>
                <a:lnTo>
                  <a:pt x="543527" y="24269"/>
                </a:lnTo>
                <a:lnTo>
                  <a:pt x="542856" y="24344"/>
                </a:lnTo>
                <a:lnTo>
                  <a:pt x="542191" y="24432"/>
                </a:lnTo>
                <a:lnTo>
                  <a:pt x="541533" y="24533"/>
                </a:lnTo>
                <a:lnTo>
                  <a:pt x="540881" y="24648"/>
                </a:lnTo>
                <a:lnTo>
                  <a:pt x="540237" y="24777"/>
                </a:lnTo>
                <a:lnTo>
                  <a:pt x="539599" y="24919"/>
                </a:lnTo>
                <a:lnTo>
                  <a:pt x="538968" y="25075"/>
                </a:lnTo>
                <a:lnTo>
                  <a:pt x="538344" y="25244"/>
                </a:lnTo>
                <a:lnTo>
                  <a:pt x="537726" y="25427"/>
                </a:lnTo>
                <a:lnTo>
                  <a:pt x="537116" y="25623"/>
                </a:lnTo>
                <a:lnTo>
                  <a:pt x="536512" y="25833"/>
                </a:lnTo>
                <a:lnTo>
                  <a:pt x="535915" y="26056"/>
                </a:lnTo>
                <a:lnTo>
                  <a:pt x="535324" y="26293"/>
                </a:lnTo>
                <a:lnTo>
                  <a:pt x="534741" y="26544"/>
                </a:lnTo>
                <a:lnTo>
                  <a:pt x="534164" y="26808"/>
                </a:lnTo>
                <a:lnTo>
                  <a:pt x="533594" y="27085"/>
                </a:lnTo>
                <a:lnTo>
                  <a:pt x="533030" y="27376"/>
                </a:lnTo>
                <a:lnTo>
                  <a:pt x="532474" y="27681"/>
                </a:lnTo>
                <a:lnTo>
                  <a:pt x="531924" y="27999"/>
                </a:lnTo>
                <a:lnTo>
                  <a:pt x="531383" y="28329"/>
                </a:lnTo>
                <a:lnTo>
                  <a:pt x="530852" y="28670"/>
                </a:lnTo>
                <a:lnTo>
                  <a:pt x="530331" y="29022"/>
                </a:lnTo>
                <a:lnTo>
                  <a:pt x="529821" y="29384"/>
                </a:lnTo>
                <a:lnTo>
                  <a:pt x="529320" y="29757"/>
                </a:lnTo>
                <a:lnTo>
                  <a:pt x="528831" y="30141"/>
                </a:lnTo>
                <a:lnTo>
                  <a:pt x="528351" y="30535"/>
                </a:lnTo>
                <a:lnTo>
                  <a:pt x="527881" y="30940"/>
                </a:lnTo>
                <a:lnTo>
                  <a:pt x="527422" y="31355"/>
                </a:lnTo>
                <a:lnTo>
                  <a:pt x="526973" y="31782"/>
                </a:lnTo>
                <a:lnTo>
                  <a:pt x="526534" y="32218"/>
                </a:lnTo>
                <a:lnTo>
                  <a:pt x="526106" y="32666"/>
                </a:lnTo>
                <a:lnTo>
                  <a:pt x="525688" y="33124"/>
                </a:lnTo>
                <a:lnTo>
                  <a:pt x="525280" y="33593"/>
                </a:lnTo>
                <a:lnTo>
                  <a:pt x="524882" y="34073"/>
                </a:lnTo>
                <a:lnTo>
                  <a:pt x="524495" y="34563"/>
                </a:lnTo>
                <a:lnTo>
                  <a:pt x="524118" y="35064"/>
                </a:lnTo>
                <a:lnTo>
                  <a:pt x="523751" y="35576"/>
                </a:lnTo>
                <a:lnTo>
                  <a:pt x="523394" y="36098"/>
                </a:lnTo>
                <a:lnTo>
                  <a:pt x="523047" y="36631"/>
                </a:lnTo>
                <a:lnTo>
                  <a:pt x="522711" y="37174"/>
                </a:lnTo>
                <a:lnTo>
                  <a:pt x="522385" y="37729"/>
                </a:lnTo>
                <a:lnTo>
                  <a:pt x="522070" y="38293"/>
                </a:lnTo>
                <a:lnTo>
                  <a:pt x="521764" y="38869"/>
                </a:lnTo>
                <a:lnTo>
                  <a:pt x="521470" y="39454"/>
                </a:lnTo>
                <a:lnTo>
                  <a:pt x="521189" y="40048"/>
                </a:lnTo>
                <a:lnTo>
                  <a:pt x="520920" y="40650"/>
                </a:lnTo>
                <a:lnTo>
                  <a:pt x="520663" y="41261"/>
                </a:lnTo>
                <a:lnTo>
                  <a:pt x="520419" y="41881"/>
                </a:lnTo>
                <a:lnTo>
                  <a:pt x="520188" y="42509"/>
                </a:lnTo>
                <a:lnTo>
                  <a:pt x="519969" y="43145"/>
                </a:lnTo>
                <a:lnTo>
                  <a:pt x="519762" y="43791"/>
                </a:lnTo>
                <a:lnTo>
                  <a:pt x="519568" y="44445"/>
                </a:lnTo>
                <a:lnTo>
                  <a:pt x="519387" y="45108"/>
                </a:lnTo>
                <a:lnTo>
                  <a:pt x="519218" y="45779"/>
                </a:lnTo>
                <a:lnTo>
                  <a:pt x="519062" y="46459"/>
                </a:lnTo>
                <a:lnTo>
                  <a:pt x="518918" y="47147"/>
                </a:lnTo>
                <a:lnTo>
                  <a:pt x="518786" y="47844"/>
                </a:lnTo>
                <a:lnTo>
                  <a:pt x="518668" y="48550"/>
                </a:lnTo>
                <a:lnTo>
                  <a:pt x="518561" y="49264"/>
                </a:lnTo>
                <a:lnTo>
                  <a:pt x="518467" y="49987"/>
                </a:lnTo>
                <a:lnTo>
                  <a:pt x="518386" y="50719"/>
                </a:lnTo>
                <a:lnTo>
                  <a:pt x="518317" y="51459"/>
                </a:lnTo>
                <a:lnTo>
                  <a:pt x="518261" y="52208"/>
                </a:lnTo>
                <a:lnTo>
                  <a:pt x="518217" y="52965"/>
                </a:lnTo>
                <a:lnTo>
                  <a:pt x="518186" y="53731"/>
                </a:lnTo>
                <a:lnTo>
                  <a:pt x="518167" y="54506"/>
                </a:lnTo>
                <a:lnTo>
                  <a:pt x="518161" y="55289"/>
                </a:lnTo>
                <a:lnTo>
                  <a:pt x="518167" y="56063"/>
                </a:lnTo>
                <a:lnTo>
                  <a:pt x="518186" y="56829"/>
                </a:lnTo>
                <a:lnTo>
                  <a:pt x="518218" y="57587"/>
                </a:lnTo>
                <a:lnTo>
                  <a:pt x="518262" y="58336"/>
                </a:lnTo>
                <a:lnTo>
                  <a:pt x="518320" y="59078"/>
                </a:lnTo>
                <a:lnTo>
                  <a:pt x="518390" y="59812"/>
                </a:lnTo>
                <a:lnTo>
                  <a:pt x="518472" y="60538"/>
                </a:lnTo>
                <a:lnTo>
                  <a:pt x="518568" y="61255"/>
                </a:lnTo>
                <a:lnTo>
                  <a:pt x="518676" y="61965"/>
                </a:lnTo>
                <a:lnTo>
                  <a:pt x="518796" y="62667"/>
                </a:lnTo>
                <a:lnTo>
                  <a:pt x="518930" y="63361"/>
                </a:lnTo>
                <a:lnTo>
                  <a:pt x="519076" y="64046"/>
                </a:lnTo>
                <a:lnTo>
                  <a:pt x="519235" y="64724"/>
                </a:lnTo>
                <a:lnTo>
                  <a:pt x="519407" y="65394"/>
                </a:lnTo>
                <a:lnTo>
                  <a:pt x="519591" y="66056"/>
                </a:lnTo>
                <a:lnTo>
                  <a:pt x="519788" y="66710"/>
                </a:lnTo>
                <a:lnTo>
                  <a:pt x="519998" y="67355"/>
                </a:lnTo>
                <a:lnTo>
                  <a:pt x="520220" y="67993"/>
                </a:lnTo>
                <a:lnTo>
                  <a:pt x="520455" y="68623"/>
                </a:lnTo>
                <a:lnTo>
                  <a:pt x="520703" y="69245"/>
                </a:lnTo>
                <a:lnTo>
                  <a:pt x="520964" y="69859"/>
                </a:lnTo>
                <a:lnTo>
                  <a:pt x="521237" y="70465"/>
                </a:lnTo>
                <a:lnTo>
                  <a:pt x="521523" y="71062"/>
                </a:lnTo>
                <a:lnTo>
                  <a:pt x="521822" y="71652"/>
                </a:lnTo>
                <a:lnTo>
                  <a:pt x="522132" y="72233"/>
                </a:lnTo>
                <a:lnTo>
                  <a:pt x="522452" y="72802"/>
                </a:lnTo>
                <a:lnTo>
                  <a:pt x="522781" y="73361"/>
                </a:lnTo>
                <a:lnTo>
                  <a:pt x="523120" y="73908"/>
                </a:lnTo>
                <a:lnTo>
                  <a:pt x="523469" y="74445"/>
                </a:lnTo>
                <a:lnTo>
                  <a:pt x="523827" y="74971"/>
                </a:lnTo>
                <a:lnTo>
                  <a:pt x="524195" y="75486"/>
                </a:lnTo>
                <a:lnTo>
                  <a:pt x="524572" y="75990"/>
                </a:lnTo>
                <a:lnTo>
                  <a:pt x="524960" y="76484"/>
                </a:lnTo>
                <a:lnTo>
                  <a:pt x="525356" y="76966"/>
                </a:lnTo>
                <a:lnTo>
                  <a:pt x="525763" y="77438"/>
                </a:lnTo>
                <a:lnTo>
                  <a:pt x="526179" y="77898"/>
                </a:lnTo>
                <a:lnTo>
                  <a:pt x="526605" y="78348"/>
                </a:lnTo>
                <a:lnTo>
                  <a:pt x="527040" y="78787"/>
                </a:lnTo>
                <a:lnTo>
                  <a:pt x="527485" y="79216"/>
                </a:lnTo>
                <a:lnTo>
                  <a:pt x="527940" y="79633"/>
                </a:lnTo>
                <a:lnTo>
                  <a:pt x="528404" y="80039"/>
                </a:lnTo>
                <a:lnTo>
                  <a:pt x="528878" y="80435"/>
                </a:lnTo>
                <a:lnTo>
                  <a:pt x="529362" y="80820"/>
                </a:lnTo>
                <a:lnTo>
                  <a:pt x="529855" y="81193"/>
                </a:lnTo>
                <a:lnTo>
                  <a:pt x="530358" y="81556"/>
                </a:lnTo>
                <a:lnTo>
                  <a:pt x="530870" y="81908"/>
                </a:lnTo>
                <a:lnTo>
                  <a:pt x="531392" y="82250"/>
                </a:lnTo>
                <a:lnTo>
                  <a:pt x="531924" y="82580"/>
                </a:lnTo>
                <a:lnTo>
                  <a:pt x="532464" y="82898"/>
                </a:lnTo>
                <a:lnTo>
                  <a:pt x="533011" y="83203"/>
                </a:lnTo>
                <a:lnTo>
                  <a:pt x="533564" y="83493"/>
                </a:lnTo>
                <a:lnTo>
                  <a:pt x="534125" y="83771"/>
                </a:lnTo>
                <a:lnTo>
                  <a:pt x="534692" y="84035"/>
                </a:lnTo>
                <a:lnTo>
                  <a:pt x="535265" y="84285"/>
                </a:lnTo>
                <a:lnTo>
                  <a:pt x="535846" y="84522"/>
                </a:lnTo>
                <a:lnTo>
                  <a:pt x="536433" y="84745"/>
                </a:lnTo>
                <a:lnTo>
                  <a:pt x="537027" y="84955"/>
                </a:lnTo>
                <a:lnTo>
                  <a:pt x="537628" y="85151"/>
                </a:lnTo>
                <a:lnTo>
                  <a:pt x="538236" y="85334"/>
                </a:lnTo>
                <a:lnTo>
                  <a:pt x="538850" y="85503"/>
                </a:lnTo>
                <a:lnTo>
                  <a:pt x="539472" y="85659"/>
                </a:lnTo>
                <a:lnTo>
                  <a:pt x="540100" y="85801"/>
                </a:lnTo>
                <a:lnTo>
                  <a:pt x="540734" y="85929"/>
                </a:lnTo>
                <a:lnTo>
                  <a:pt x="541376" y="86044"/>
                </a:lnTo>
                <a:lnTo>
                  <a:pt x="542024" y="86146"/>
                </a:lnTo>
                <a:lnTo>
                  <a:pt x="542679" y="86234"/>
                </a:lnTo>
                <a:lnTo>
                  <a:pt x="543341" y="86308"/>
                </a:lnTo>
                <a:lnTo>
                  <a:pt x="544009" y="86369"/>
                </a:lnTo>
                <a:lnTo>
                  <a:pt x="544685" y="86416"/>
                </a:lnTo>
                <a:lnTo>
                  <a:pt x="545367" y="86450"/>
                </a:lnTo>
                <a:lnTo>
                  <a:pt x="546055" y="86471"/>
                </a:lnTo>
                <a:lnTo>
                  <a:pt x="546751" y="86477"/>
                </a:lnTo>
                <a:lnTo>
                  <a:pt x="547329" y="86473"/>
                </a:lnTo>
                <a:lnTo>
                  <a:pt x="547901" y="86461"/>
                </a:lnTo>
                <a:lnTo>
                  <a:pt x="548467" y="86440"/>
                </a:lnTo>
                <a:lnTo>
                  <a:pt x="549027" y="86410"/>
                </a:lnTo>
                <a:lnTo>
                  <a:pt x="549581" y="86372"/>
                </a:lnTo>
                <a:lnTo>
                  <a:pt x="550129" y="86326"/>
                </a:lnTo>
                <a:lnTo>
                  <a:pt x="550672" y="86271"/>
                </a:lnTo>
                <a:lnTo>
                  <a:pt x="551208" y="86208"/>
                </a:lnTo>
                <a:lnTo>
                  <a:pt x="551738" y="86137"/>
                </a:lnTo>
                <a:lnTo>
                  <a:pt x="552262" y="86057"/>
                </a:lnTo>
                <a:lnTo>
                  <a:pt x="552781" y="85969"/>
                </a:lnTo>
                <a:lnTo>
                  <a:pt x="553293" y="85872"/>
                </a:lnTo>
                <a:lnTo>
                  <a:pt x="553800" y="85767"/>
                </a:lnTo>
                <a:lnTo>
                  <a:pt x="554300" y="85654"/>
                </a:lnTo>
                <a:lnTo>
                  <a:pt x="554795" y="85532"/>
                </a:lnTo>
                <a:lnTo>
                  <a:pt x="555284" y="85401"/>
                </a:lnTo>
                <a:lnTo>
                  <a:pt x="555766" y="85263"/>
                </a:lnTo>
                <a:lnTo>
                  <a:pt x="556243" y="85116"/>
                </a:lnTo>
                <a:lnTo>
                  <a:pt x="556714" y="84960"/>
                </a:lnTo>
                <a:lnTo>
                  <a:pt x="557179" y="84796"/>
                </a:lnTo>
                <a:lnTo>
                  <a:pt x="557638" y="84624"/>
                </a:lnTo>
                <a:lnTo>
                  <a:pt x="558090" y="84443"/>
                </a:lnTo>
                <a:lnTo>
                  <a:pt x="558537" y="84254"/>
                </a:lnTo>
                <a:lnTo>
                  <a:pt x="558978" y="84056"/>
                </a:lnTo>
                <a:lnTo>
                  <a:pt x="559414" y="83851"/>
                </a:lnTo>
                <a:lnTo>
                  <a:pt x="559843" y="83640"/>
                </a:lnTo>
                <a:lnTo>
                  <a:pt x="560266" y="83422"/>
                </a:lnTo>
                <a:lnTo>
                  <a:pt x="560683" y="83198"/>
                </a:lnTo>
                <a:lnTo>
                  <a:pt x="561094" y="82967"/>
                </a:lnTo>
                <a:lnTo>
                  <a:pt x="561500" y="82731"/>
                </a:lnTo>
                <a:lnTo>
                  <a:pt x="561899" y="82487"/>
                </a:lnTo>
                <a:lnTo>
                  <a:pt x="562293" y="82238"/>
                </a:lnTo>
                <a:lnTo>
                  <a:pt x="562680" y="81982"/>
                </a:lnTo>
                <a:lnTo>
                  <a:pt x="563062" y="81720"/>
                </a:lnTo>
                <a:lnTo>
                  <a:pt x="563437" y="81451"/>
                </a:lnTo>
                <a:lnTo>
                  <a:pt x="563807" y="81176"/>
                </a:lnTo>
                <a:lnTo>
                  <a:pt x="564171" y="80895"/>
                </a:lnTo>
                <a:lnTo>
                  <a:pt x="564528" y="80607"/>
                </a:lnTo>
                <a:lnTo>
                  <a:pt x="564880" y="80313"/>
                </a:lnTo>
                <a:lnTo>
                  <a:pt x="565226" y="80013"/>
                </a:lnTo>
                <a:lnTo>
                  <a:pt x="565566" y="79706"/>
                </a:lnTo>
                <a:lnTo>
                  <a:pt x="565900" y="79393"/>
                </a:lnTo>
                <a:lnTo>
                  <a:pt x="566228" y="79074"/>
                </a:lnTo>
                <a:lnTo>
                  <a:pt x="566550" y="78748"/>
                </a:lnTo>
                <a:lnTo>
                  <a:pt x="566866" y="78416"/>
                </a:lnTo>
                <a:lnTo>
                  <a:pt x="567177" y="78077"/>
                </a:lnTo>
                <a:lnTo>
                  <a:pt x="567481" y="77732"/>
                </a:lnTo>
                <a:lnTo>
                  <a:pt x="567779" y="77381"/>
                </a:lnTo>
                <a:lnTo>
                  <a:pt x="568071" y="77025"/>
                </a:lnTo>
                <a:lnTo>
                  <a:pt x="568355" y="76665"/>
                </a:lnTo>
                <a:lnTo>
                  <a:pt x="568632" y="76301"/>
                </a:lnTo>
                <a:lnTo>
                  <a:pt x="568901" y="75934"/>
                </a:lnTo>
                <a:lnTo>
                  <a:pt x="569164" y="75563"/>
                </a:lnTo>
                <a:lnTo>
                  <a:pt x="569418" y="75188"/>
                </a:lnTo>
                <a:lnTo>
                  <a:pt x="569666" y="74810"/>
                </a:lnTo>
                <a:lnTo>
                  <a:pt x="569906" y="74428"/>
                </a:lnTo>
                <a:lnTo>
                  <a:pt x="570138" y="74042"/>
                </a:lnTo>
                <a:lnTo>
                  <a:pt x="570363" y="73653"/>
                </a:lnTo>
                <a:lnTo>
                  <a:pt x="570581" y="73260"/>
                </a:lnTo>
                <a:lnTo>
                  <a:pt x="570792" y="72863"/>
                </a:lnTo>
                <a:lnTo>
                  <a:pt x="570995" y="72462"/>
                </a:lnTo>
                <a:lnTo>
                  <a:pt x="571191" y="72058"/>
                </a:lnTo>
                <a:lnTo>
                  <a:pt x="571379" y="71650"/>
                </a:lnTo>
                <a:lnTo>
                  <a:pt x="571560" y="71238"/>
                </a:lnTo>
                <a:lnTo>
                  <a:pt x="571733" y="70823"/>
                </a:lnTo>
                <a:lnTo>
                  <a:pt x="571900" y="70404"/>
                </a:lnTo>
                <a:lnTo>
                  <a:pt x="572058" y="69981"/>
                </a:lnTo>
                <a:lnTo>
                  <a:pt x="572210" y="69555"/>
                </a:lnTo>
                <a:lnTo>
                  <a:pt x="572354" y="69125"/>
                </a:lnTo>
                <a:lnTo>
                  <a:pt x="572491" y="68691"/>
                </a:lnTo>
                <a:lnTo>
                  <a:pt x="572620" y="68254"/>
                </a:lnTo>
                <a:lnTo>
                  <a:pt x="572742" y="67813"/>
                </a:lnTo>
                <a:lnTo>
                  <a:pt x="562935" y="67813"/>
                </a:lnTo>
                <a:lnTo>
                  <a:pt x="562784" y="68203"/>
                </a:lnTo>
                <a:lnTo>
                  <a:pt x="562624" y="68587"/>
                </a:lnTo>
                <a:lnTo>
                  <a:pt x="562456" y="68963"/>
                </a:lnTo>
                <a:lnTo>
                  <a:pt x="562281" y="69333"/>
                </a:lnTo>
                <a:lnTo>
                  <a:pt x="562097" y="69697"/>
                </a:lnTo>
                <a:lnTo>
                  <a:pt x="561905" y="70053"/>
                </a:lnTo>
                <a:lnTo>
                  <a:pt x="561706" y="70403"/>
                </a:lnTo>
                <a:lnTo>
                  <a:pt x="561498" y="70746"/>
                </a:lnTo>
                <a:lnTo>
                  <a:pt x="561282" y="71082"/>
                </a:lnTo>
                <a:lnTo>
                  <a:pt x="561059" y="71412"/>
                </a:lnTo>
                <a:lnTo>
                  <a:pt x="560827" y="71734"/>
                </a:lnTo>
                <a:lnTo>
                  <a:pt x="560587" y="72050"/>
                </a:lnTo>
                <a:lnTo>
                  <a:pt x="560340" y="72359"/>
                </a:lnTo>
                <a:lnTo>
                  <a:pt x="560084" y="72662"/>
                </a:lnTo>
                <a:lnTo>
                  <a:pt x="559820" y="72957"/>
                </a:lnTo>
                <a:lnTo>
                  <a:pt x="559549" y="73246"/>
                </a:lnTo>
                <a:lnTo>
                  <a:pt x="559269" y="73528"/>
                </a:lnTo>
                <a:lnTo>
                  <a:pt x="558981" y="73804"/>
                </a:lnTo>
                <a:lnTo>
                  <a:pt x="558686" y="74072"/>
                </a:lnTo>
                <a:lnTo>
                  <a:pt x="558382" y="74334"/>
                </a:lnTo>
                <a:lnTo>
                  <a:pt x="558070" y="74589"/>
                </a:lnTo>
                <a:lnTo>
                  <a:pt x="557751" y="74837"/>
                </a:lnTo>
                <a:lnTo>
                  <a:pt x="557423" y="75079"/>
                </a:lnTo>
                <a:lnTo>
                  <a:pt x="557087" y="75313"/>
                </a:lnTo>
                <a:lnTo>
                  <a:pt x="556744" y="75540"/>
                </a:lnTo>
                <a:lnTo>
                  <a:pt x="556393" y="75757"/>
                </a:lnTo>
                <a:lnTo>
                  <a:pt x="556034" y="75964"/>
                </a:lnTo>
                <a:lnTo>
                  <a:pt x="555668" y="76162"/>
                </a:lnTo>
                <a:lnTo>
                  <a:pt x="555294" y="76350"/>
                </a:lnTo>
                <a:lnTo>
                  <a:pt x="554913" y="76528"/>
                </a:lnTo>
                <a:lnTo>
                  <a:pt x="554524" y="76697"/>
                </a:lnTo>
                <a:lnTo>
                  <a:pt x="554128" y="76856"/>
                </a:lnTo>
                <a:lnTo>
                  <a:pt x="553723" y="77005"/>
                </a:lnTo>
                <a:lnTo>
                  <a:pt x="553312" y="77145"/>
                </a:lnTo>
                <a:lnTo>
                  <a:pt x="552892" y="77275"/>
                </a:lnTo>
                <a:lnTo>
                  <a:pt x="552465" y="77396"/>
                </a:lnTo>
                <a:lnTo>
                  <a:pt x="552031" y="77506"/>
                </a:lnTo>
                <a:lnTo>
                  <a:pt x="551589" y="77608"/>
                </a:lnTo>
                <a:lnTo>
                  <a:pt x="551139" y="77699"/>
                </a:lnTo>
                <a:lnTo>
                  <a:pt x="550682" y="77781"/>
                </a:lnTo>
                <a:lnTo>
                  <a:pt x="550217" y="77853"/>
                </a:lnTo>
                <a:lnTo>
                  <a:pt x="549745" y="77916"/>
                </a:lnTo>
                <a:lnTo>
                  <a:pt x="549265" y="77969"/>
                </a:lnTo>
                <a:lnTo>
                  <a:pt x="548777" y="78012"/>
                </a:lnTo>
                <a:lnTo>
                  <a:pt x="548282" y="78046"/>
                </a:lnTo>
                <a:lnTo>
                  <a:pt x="547779" y="78070"/>
                </a:lnTo>
                <a:lnTo>
                  <a:pt x="547269" y="78085"/>
                </a:lnTo>
                <a:lnTo>
                  <a:pt x="546751" y="78090"/>
                </a:lnTo>
                <a:lnTo>
                  <a:pt x="546339" y="78085"/>
                </a:lnTo>
                <a:lnTo>
                  <a:pt x="545928" y="78072"/>
                </a:lnTo>
                <a:lnTo>
                  <a:pt x="545521" y="78051"/>
                </a:lnTo>
                <a:lnTo>
                  <a:pt x="545115" y="78021"/>
                </a:lnTo>
                <a:lnTo>
                  <a:pt x="544711" y="77982"/>
                </a:lnTo>
                <a:lnTo>
                  <a:pt x="544310" y="77935"/>
                </a:lnTo>
                <a:lnTo>
                  <a:pt x="543911" y="77879"/>
                </a:lnTo>
                <a:lnTo>
                  <a:pt x="543515" y="77814"/>
                </a:lnTo>
                <a:lnTo>
                  <a:pt x="543120" y="77741"/>
                </a:lnTo>
                <a:lnTo>
                  <a:pt x="542728" y="77659"/>
                </a:lnTo>
                <a:lnTo>
                  <a:pt x="542339" y="77569"/>
                </a:lnTo>
                <a:lnTo>
                  <a:pt x="541951" y="77469"/>
                </a:lnTo>
                <a:lnTo>
                  <a:pt x="541566" y="77362"/>
                </a:lnTo>
                <a:lnTo>
                  <a:pt x="541183" y="77246"/>
                </a:lnTo>
                <a:lnTo>
                  <a:pt x="540802" y="77121"/>
                </a:lnTo>
                <a:lnTo>
                  <a:pt x="540423" y="76987"/>
                </a:lnTo>
                <a:lnTo>
                  <a:pt x="540047" y="76845"/>
                </a:lnTo>
                <a:lnTo>
                  <a:pt x="539673" y="76694"/>
                </a:lnTo>
                <a:lnTo>
                  <a:pt x="539301" y="76535"/>
                </a:lnTo>
                <a:lnTo>
                  <a:pt x="538932" y="76367"/>
                </a:lnTo>
                <a:lnTo>
                  <a:pt x="538564" y="76190"/>
                </a:lnTo>
                <a:lnTo>
                  <a:pt x="538199" y="76005"/>
                </a:lnTo>
                <a:lnTo>
                  <a:pt x="537837" y="75812"/>
                </a:lnTo>
                <a:lnTo>
                  <a:pt x="537476" y="75609"/>
                </a:lnTo>
                <a:lnTo>
                  <a:pt x="537120" y="75398"/>
                </a:lnTo>
                <a:lnTo>
                  <a:pt x="536769" y="75178"/>
                </a:lnTo>
                <a:lnTo>
                  <a:pt x="536424" y="74950"/>
                </a:lnTo>
                <a:lnTo>
                  <a:pt x="536085" y="74713"/>
                </a:lnTo>
                <a:lnTo>
                  <a:pt x="535751" y="74468"/>
                </a:lnTo>
                <a:lnTo>
                  <a:pt x="535424" y="74214"/>
                </a:lnTo>
                <a:lnTo>
                  <a:pt x="535102" y="73951"/>
                </a:lnTo>
                <a:lnTo>
                  <a:pt x="534785" y="73680"/>
                </a:lnTo>
                <a:lnTo>
                  <a:pt x="534475" y="73400"/>
                </a:lnTo>
                <a:lnTo>
                  <a:pt x="534170" y="73111"/>
                </a:lnTo>
                <a:lnTo>
                  <a:pt x="533871" y="72814"/>
                </a:lnTo>
                <a:lnTo>
                  <a:pt x="533578" y="72509"/>
                </a:lnTo>
                <a:lnTo>
                  <a:pt x="533290" y="72194"/>
                </a:lnTo>
                <a:lnTo>
                  <a:pt x="533008" y="71871"/>
                </a:lnTo>
                <a:lnTo>
                  <a:pt x="532732" y="71540"/>
                </a:lnTo>
                <a:lnTo>
                  <a:pt x="532462" y="71199"/>
                </a:lnTo>
                <a:lnTo>
                  <a:pt x="532197" y="70851"/>
                </a:lnTo>
                <a:lnTo>
                  <a:pt x="531938" y="70493"/>
                </a:lnTo>
                <a:lnTo>
                  <a:pt x="531685" y="70127"/>
                </a:lnTo>
                <a:lnTo>
                  <a:pt x="531438" y="69752"/>
                </a:lnTo>
                <a:lnTo>
                  <a:pt x="531196" y="69369"/>
                </a:lnTo>
                <a:lnTo>
                  <a:pt x="530960" y="68977"/>
                </a:lnTo>
                <a:lnTo>
                  <a:pt x="530730" y="68577"/>
                </a:lnTo>
                <a:lnTo>
                  <a:pt x="530505" y="68168"/>
                </a:lnTo>
                <a:lnTo>
                  <a:pt x="530289" y="67750"/>
                </a:lnTo>
                <a:lnTo>
                  <a:pt x="530081" y="67324"/>
                </a:lnTo>
                <a:lnTo>
                  <a:pt x="529883" y="66890"/>
                </a:lnTo>
                <a:lnTo>
                  <a:pt x="529694" y="66448"/>
                </a:lnTo>
                <a:lnTo>
                  <a:pt x="529514" y="65997"/>
                </a:lnTo>
                <a:lnTo>
                  <a:pt x="529343" y="65539"/>
                </a:lnTo>
                <a:lnTo>
                  <a:pt x="529181" y="65072"/>
                </a:lnTo>
                <a:lnTo>
                  <a:pt x="529029" y="64597"/>
                </a:lnTo>
                <a:lnTo>
                  <a:pt x="528886" y="64114"/>
                </a:lnTo>
                <a:lnTo>
                  <a:pt x="528752" y="63622"/>
                </a:lnTo>
                <a:lnTo>
                  <a:pt x="528628" y="63122"/>
                </a:lnTo>
                <a:lnTo>
                  <a:pt x="528513" y="62615"/>
                </a:lnTo>
                <a:lnTo>
                  <a:pt x="528406" y="62099"/>
                </a:lnTo>
                <a:lnTo>
                  <a:pt x="528310" y="61574"/>
                </a:lnTo>
                <a:lnTo>
                  <a:pt x="528222" y="61042"/>
                </a:lnTo>
                <a:lnTo>
                  <a:pt x="528144" y="60501"/>
                </a:lnTo>
                <a:lnTo>
                  <a:pt x="528074" y="59952"/>
                </a:lnTo>
                <a:lnTo>
                  <a:pt x="528014" y="59395"/>
                </a:lnTo>
                <a:lnTo>
                  <a:pt x="527964" y="58830"/>
                </a:lnTo>
                <a:lnTo>
                  <a:pt x="527922" y="58257"/>
                </a:lnTo>
                <a:lnTo>
                  <a:pt x="527890" y="57675"/>
                </a:lnTo>
                <a:lnTo>
                  <a:pt x="527884" y="57534"/>
                </a:lnTo>
                <a:lnTo>
                  <a:pt x="574278" y="57534"/>
                </a:lnTo>
                <a:lnTo>
                  <a:pt x="574287" y="57397"/>
                </a:lnTo>
                <a:lnTo>
                  <a:pt x="574296" y="57261"/>
                </a:lnTo>
                <a:lnTo>
                  <a:pt x="574305" y="57126"/>
                </a:lnTo>
                <a:close/>
                <a:moveTo>
                  <a:pt x="528137" y="48405"/>
                </a:moveTo>
                <a:lnTo>
                  <a:pt x="528214" y="47918"/>
                </a:lnTo>
                <a:lnTo>
                  <a:pt x="528300" y="47439"/>
                </a:lnTo>
                <a:lnTo>
                  <a:pt x="528394" y="46967"/>
                </a:lnTo>
                <a:lnTo>
                  <a:pt x="528498" y="46503"/>
                </a:lnTo>
                <a:lnTo>
                  <a:pt x="528611" y="46047"/>
                </a:lnTo>
                <a:lnTo>
                  <a:pt x="528733" y="45598"/>
                </a:lnTo>
                <a:lnTo>
                  <a:pt x="528864" y="45157"/>
                </a:lnTo>
                <a:lnTo>
                  <a:pt x="529004" y="44723"/>
                </a:lnTo>
                <a:lnTo>
                  <a:pt x="529153" y="44297"/>
                </a:lnTo>
                <a:lnTo>
                  <a:pt x="529310" y="43878"/>
                </a:lnTo>
                <a:lnTo>
                  <a:pt x="529477" y="43467"/>
                </a:lnTo>
                <a:lnTo>
                  <a:pt x="529653" y="43064"/>
                </a:lnTo>
                <a:lnTo>
                  <a:pt x="529838" y="42668"/>
                </a:lnTo>
                <a:lnTo>
                  <a:pt x="530033" y="42280"/>
                </a:lnTo>
                <a:lnTo>
                  <a:pt x="530236" y="41899"/>
                </a:lnTo>
                <a:lnTo>
                  <a:pt x="530448" y="41526"/>
                </a:lnTo>
                <a:lnTo>
                  <a:pt x="530667" y="41161"/>
                </a:lnTo>
                <a:lnTo>
                  <a:pt x="530893" y="40802"/>
                </a:lnTo>
                <a:lnTo>
                  <a:pt x="531124" y="40452"/>
                </a:lnTo>
                <a:lnTo>
                  <a:pt x="531362" y="40108"/>
                </a:lnTo>
                <a:lnTo>
                  <a:pt x="531605" y="39772"/>
                </a:lnTo>
                <a:lnTo>
                  <a:pt x="531854" y="39444"/>
                </a:lnTo>
                <a:lnTo>
                  <a:pt x="532110" y="39122"/>
                </a:lnTo>
                <a:lnTo>
                  <a:pt x="532371" y="38809"/>
                </a:lnTo>
                <a:lnTo>
                  <a:pt x="532638" y="38502"/>
                </a:lnTo>
                <a:lnTo>
                  <a:pt x="532911" y="38203"/>
                </a:lnTo>
                <a:lnTo>
                  <a:pt x="533190" y="37911"/>
                </a:lnTo>
                <a:lnTo>
                  <a:pt x="533475" y="37627"/>
                </a:lnTo>
                <a:lnTo>
                  <a:pt x="533766" y="37350"/>
                </a:lnTo>
                <a:lnTo>
                  <a:pt x="534063" y="37081"/>
                </a:lnTo>
                <a:lnTo>
                  <a:pt x="534366" y="36818"/>
                </a:lnTo>
                <a:lnTo>
                  <a:pt x="534675" y="36564"/>
                </a:lnTo>
                <a:lnTo>
                  <a:pt x="534990" y="36316"/>
                </a:lnTo>
                <a:lnTo>
                  <a:pt x="535310" y="36076"/>
                </a:lnTo>
                <a:lnTo>
                  <a:pt x="535637" y="35844"/>
                </a:lnTo>
                <a:lnTo>
                  <a:pt x="535969" y="35618"/>
                </a:lnTo>
                <a:lnTo>
                  <a:pt x="536308" y="35401"/>
                </a:lnTo>
                <a:lnTo>
                  <a:pt x="536652" y="35190"/>
                </a:lnTo>
                <a:lnTo>
                  <a:pt x="537003" y="34987"/>
                </a:lnTo>
                <a:lnTo>
                  <a:pt x="537359" y="34791"/>
                </a:lnTo>
                <a:lnTo>
                  <a:pt x="537720" y="34603"/>
                </a:lnTo>
                <a:lnTo>
                  <a:pt x="538083" y="34423"/>
                </a:lnTo>
                <a:lnTo>
                  <a:pt x="538449" y="34251"/>
                </a:lnTo>
                <a:lnTo>
                  <a:pt x="538818" y="34087"/>
                </a:lnTo>
                <a:lnTo>
                  <a:pt x="539189" y="33931"/>
                </a:lnTo>
                <a:lnTo>
                  <a:pt x="539563" y="33783"/>
                </a:lnTo>
                <a:lnTo>
                  <a:pt x="539940" y="33643"/>
                </a:lnTo>
                <a:lnTo>
                  <a:pt x="540319" y="33512"/>
                </a:lnTo>
                <a:lnTo>
                  <a:pt x="540701" y="33388"/>
                </a:lnTo>
                <a:lnTo>
                  <a:pt x="541086" y="33272"/>
                </a:lnTo>
                <a:lnTo>
                  <a:pt x="541473" y="33164"/>
                </a:lnTo>
                <a:lnTo>
                  <a:pt x="541863" y="33064"/>
                </a:lnTo>
                <a:lnTo>
                  <a:pt x="542256" y="32972"/>
                </a:lnTo>
                <a:lnTo>
                  <a:pt x="542651" y="32888"/>
                </a:lnTo>
                <a:lnTo>
                  <a:pt x="543049" y="32812"/>
                </a:lnTo>
                <a:lnTo>
                  <a:pt x="543450" y="32744"/>
                </a:lnTo>
                <a:lnTo>
                  <a:pt x="543853" y="32684"/>
                </a:lnTo>
                <a:lnTo>
                  <a:pt x="544259" y="32632"/>
                </a:lnTo>
                <a:lnTo>
                  <a:pt x="544668" y="32588"/>
                </a:lnTo>
                <a:lnTo>
                  <a:pt x="545079" y="32552"/>
                </a:lnTo>
                <a:lnTo>
                  <a:pt x="545493" y="32524"/>
                </a:lnTo>
                <a:lnTo>
                  <a:pt x="545910" y="32504"/>
                </a:lnTo>
                <a:lnTo>
                  <a:pt x="546329" y="32492"/>
                </a:lnTo>
                <a:lnTo>
                  <a:pt x="546751" y="32488"/>
                </a:lnTo>
                <a:lnTo>
                  <a:pt x="547377" y="32496"/>
                </a:lnTo>
                <a:lnTo>
                  <a:pt x="547993" y="32520"/>
                </a:lnTo>
                <a:lnTo>
                  <a:pt x="548601" y="32560"/>
                </a:lnTo>
                <a:lnTo>
                  <a:pt x="549201" y="32616"/>
                </a:lnTo>
                <a:lnTo>
                  <a:pt x="549791" y="32688"/>
                </a:lnTo>
                <a:lnTo>
                  <a:pt x="550372" y="32776"/>
                </a:lnTo>
                <a:lnTo>
                  <a:pt x="550945" y="32880"/>
                </a:lnTo>
                <a:lnTo>
                  <a:pt x="551509" y="33000"/>
                </a:lnTo>
                <a:lnTo>
                  <a:pt x="552064" y="33136"/>
                </a:lnTo>
                <a:lnTo>
                  <a:pt x="552610" y="33288"/>
                </a:lnTo>
                <a:lnTo>
                  <a:pt x="553148" y="33456"/>
                </a:lnTo>
                <a:lnTo>
                  <a:pt x="553676" y="33639"/>
                </a:lnTo>
                <a:lnTo>
                  <a:pt x="554196" y="33839"/>
                </a:lnTo>
                <a:lnTo>
                  <a:pt x="554707" y="34055"/>
                </a:lnTo>
                <a:lnTo>
                  <a:pt x="555209" y="34287"/>
                </a:lnTo>
                <a:lnTo>
                  <a:pt x="555703" y="34535"/>
                </a:lnTo>
                <a:lnTo>
                  <a:pt x="556187" y="34799"/>
                </a:lnTo>
                <a:lnTo>
                  <a:pt x="556663" y="35079"/>
                </a:lnTo>
                <a:lnTo>
                  <a:pt x="557130" y="35375"/>
                </a:lnTo>
                <a:lnTo>
                  <a:pt x="557588" y="35687"/>
                </a:lnTo>
                <a:lnTo>
                  <a:pt x="558037" y="36015"/>
                </a:lnTo>
                <a:lnTo>
                  <a:pt x="558477" y="36359"/>
                </a:lnTo>
                <a:lnTo>
                  <a:pt x="558909" y="36719"/>
                </a:lnTo>
                <a:lnTo>
                  <a:pt x="559332" y="37095"/>
                </a:lnTo>
                <a:lnTo>
                  <a:pt x="559742" y="37485"/>
                </a:lnTo>
                <a:lnTo>
                  <a:pt x="560136" y="37888"/>
                </a:lnTo>
                <a:lnTo>
                  <a:pt x="560514" y="38302"/>
                </a:lnTo>
                <a:lnTo>
                  <a:pt x="560876" y="38730"/>
                </a:lnTo>
                <a:lnTo>
                  <a:pt x="561222" y="39169"/>
                </a:lnTo>
                <a:lnTo>
                  <a:pt x="561551" y="39621"/>
                </a:lnTo>
                <a:lnTo>
                  <a:pt x="561864" y="40084"/>
                </a:lnTo>
                <a:lnTo>
                  <a:pt x="562161" y="40561"/>
                </a:lnTo>
                <a:lnTo>
                  <a:pt x="562442" y="41049"/>
                </a:lnTo>
                <a:lnTo>
                  <a:pt x="562706" y="41550"/>
                </a:lnTo>
                <a:lnTo>
                  <a:pt x="562955" y="42063"/>
                </a:lnTo>
                <a:lnTo>
                  <a:pt x="563187" y="42589"/>
                </a:lnTo>
                <a:lnTo>
                  <a:pt x="563403" y="43127"/>
                </a:lnTo>
                <a:lnTo>
                  <a:pt x="563602" y="43677"/>
                </a:lnTo>
                <a:lnTo>
                  <a:pt x="563786" y="44239"/>
                </a:lnTo>
                <a:lnTo>
                  <a:pt x="563953" y="44814"/>
                </a:lnTo>
                <a:lnTo>
                  <a:pt x="564104" y="45401"/>
                </a:lnTo>
                <a:lnTo>
                  <a:pt x="564239" y="46000"/>
                </a:lnTo>
                <a:lnTo>
                  <a:pt x="564357" y="46612"/>
                </a:lnTo>
                <a:lnTo>
                  <a:pt x="564460" y="47236"/>
                </a:lnTo>
                <a:lnTo>
                  <a:pt x="564546" y="47872"/>
                </a:lnTo>
                <a:lnTo>
                  <a:pt x="564616" y="48520"/>
                </a:lnTo>
                <a:lnTo>
                  <a:pt x="564670" y="49181"/>
                </a:lnTo>
                <a:lnTo>
                  <a:pt x="564707" y="49854"/>
                </a:lnTo>
                <a:lnTo>
                  <a:pt x="527967" y="49854"/>
                </a:lnTo>
                <a:lnTo>
                  <a:pt x="528011" y="49402"/>
                </a:lnTo>
                <a:lnTo>
                  <a:pt x="528069" y="48900"/>
                </a:lnTo>
                <a:lnTo>
                  <a:pt x="528137" y="48405"/>
                </a:lnTo>
                <a:close/>
                <a:moveTo>
                  <a:pt x="709220" y="57126"/>
                </a:moveTo>
                <a:lnTo>
                  <a:pt x="709228" y="56993"/>
                </a:lnTo>
                <a:lnTo>
                  <a:pt x="709236" y="56860"/>
                </a:lnTo>
                <a:lnTo>
                  <a:pt x="709244" y="56729"/>
                </a:lnTo>
                <a:lnTo>
                  <a:pt x="709251" y="56600"/>
                </a:lnTo>
                <a:lnTo>
                  <a:pt x="709258" y="56471"/>
                </a:lnTo>
                <a:lnTo>
                  <a:pt x="709264" y="56344"/>
                </a:lnTo>
                <a:lnTo>
                  <a:pt x="709270" y="56218"/>
                </a:lnTo>
                <a:lnTo>
                  <a:pt x="709275" y="56093"/>
                </a:lnTo>
                <a:lnTo>
                  <a:pt x="709280" y="55969"/>
                </a:lnTo>
                <a:lnTo>
                  <a:pt x="709285" y="55847"/>
                </a:lnTo>
                <a:lnTo>
                  <a:pt x="709289" y="55725"/>
                </a:lnTo>
                <a:lnTo>
                  <a:pt x="709293" y="55606"/>
                </a:lnTo>
                <a:lnTo>
                  <a:pt x="709297" y="55487"/>
                </a:lnTo>
                <a:lnTo>
                  <a:pt x="709300" y="55369"/>
                </a:lnTo>
                <a:lnTo>
                  <a:pt x="709302" y="55253"/>
                </a:lnTo>
                <a:lnTo>
                  <a:pt x="709305" y="55138"/>
                </a:lnTo>
                <a:lnTo>
                  <a:pt x="709306" y="55024"/>
                </a:lnTo>
                <a:lnTo>
                  <a:pt x="709308" y="54911"/>
                </a:lnTo>
                <a:lnTo>
                  <a:pt x="709309" y="54800"/>
                </a:lnTo>
                <a:lnTo>
                  <a:pt x="709310" y="54690"/>
                </a:lnTo>
                <a:lnTo>
                  <a:pt x="709310" y="54581"/>
                </a:lnTo>
                <a:lnTo>
                  <a:pt x="709310" y="54473"/>
                </a:lnTo>
                <a:lnTo>
                  <a:pt x="709310" y="54365"/>
                </a:lnTo>
                <a:lnTo>
                  <a:pt x="709310" y="54258"/>
                </a:lnTo>
                <a:lnTo>
                  <a:pt x="709310" y="54151"/>
                </a:lnTo>
                <a:lnTo>
                  <a:pt x="709310" y="54045"/>
                </a:lnTo>
                <a:lnTo>
                  <a:pt x="709310" y="53939"/>
                </a:lnTo>
                <a:lnTo>
                  <a:pt x="709310" y="53833"/>
                </a:lnTo>
                <a:lnTo>
                  <a:pt x="709310" y="53728"/>
                </a:lnTo>
                <a:lnTo>
                  <a:pt x="709310" y="53623"/>
                </a:lnTo>
                <a:lnTo>
                  <a:pt x="709310" y="53518"/>
                </a:lnTo>
                <a:lnTo>
                  <a:pt x="709310" y="53414"/>
                </a:lnTo>
                <a:lnTo>
                  <a:pt x="709310" y="53311"/>
                </a:lnTo>
                <a:lnTo>
                  <a:pt x="709310" y="53207"/>
                </a:lnTo>
                <a:lnTo>
                  <a:pt x="709310" y="53105"/>
                </a:lnTo>
                <a:lnTo>
                  <a:pt x="709310" y="53002"/>
                </a:lnTo>
                <a:lnTo>
                  <a:pt x="709310" y="52900"/>
                </a:lnTo>
                <a:lnTo>
                  <a:pt x="709310" y="52799"/>
                </a:lnTo>
                <a:lnTo>
                  <a:pt x="709310" y="52697"/>
                </a:lnTo>
                <a:lnTo>
                  <a:pt x="709310" y="52597"/>
                </a:lnTo>
                <a:lnTo>
                  <a:pt x="709310" y="52496"/>
                </a:lnTo>
                <a:lnTo>
                  <a:pt x="709310" y="52396"/>
                </a:lnTo>
                <a:lnTo>
                  <a:pt x="709310" y="52297"/>
                </a:lnTo>
                <a:lnTo>
                  <a:pt x="709310" y="52198"/>
                </a:lnTo>
                <a:lnTo>
                  <a:pt x="709310" y="52099"/>
                </a:lnTo>
                <a:lnTo>
                  <a:pt x="709304" y="51471"/>
                </a:lnTo>
                <a:lnTo>
                  <a:pt x="709287" y="50847"/>
                </a:lnTo>
                <a:lnTo>
                  <a:pt x="709259" y="50228"/>
                </a:lnTo>
                <a:lnTo>
                  <a:pt x="709219" y="49613"/>
                </a:lnTo>
                <a:lnTo>
                  <a:pt x="709169" y="49002"/>
                </a:lnTo>
                <a:lnTo>
                  <a:pt x="709107" y="48396"/>
                </a:lnTo>
                <a:lnTo>
                  <a:pt x="709033" y="47794"/>
                </a:lnTo>
                <a:lnTo>
                  <a:pt x="708949" y="47196"/>
                </a:lnTo>
                <a:lnTo>
                  <a:pt x="708853" y="46603"/>
                </a:lnTo>
                <a:lnTo>
                  <a:pt x="708746" y="46014"/>
                </a:lnTo>
                <a:lnTo>
                  <a:pt x="708627" y="45429"/>
                </a:lnTo>
                <a:lnTo>
                  <a:pt x="708498" y="44848"/>
                </a:lnTo>
                <a:lnTo>
                  <a:pt x="708357" y="44272"/>
                </a:lnTo>
                <a:lnTo>
                  <a:pt x="708204" y="43700"/>
                </a:lnTo>
                <a:lnTo>
                  <a:pt x="708041" y="43133"/>
                </a:lnTo>
                <a:lnTo>
                  <a:pt x="707866" y="42569"/>
                </a:lnTo>
                <a:lnTo>
                  <a:pt x="707680" y="42011"/>
                </a:lnTo>
                <a:lnTo>
                  <a:pt x="707483" y="41456"/>
                </a:lnTo>
                <a:lnTo>
                  <a:pt x="707274" y="40905"/>
                </a:lnTo>
                <a:lnTo>
                  <a:pt x="707054" y="40359"/>
                </a:lnTo>
                <a:lnTo>
                  <a:pt x="706823" y="39818"/>
                </a:lnTo>
                <a:lnTo>
                  <a:pt x="706580" y="39280"/>
                </a:lnTo>
                <a:lnTo>
                  <a:pt x="706326" y="38747"/>
                </a:lnTo>
                <a:lnTo>
                  <a:pt x="706061" y="38218"/>
                </a:lnTo>
                <a:lnTo>
                  <a:pt x="705786" y="37696"/>
                </a:lnTo>
                <a:lnTo>
                  <a:pt x="705500" y="37182"/>
                </a:lnTo>
                <a:lnTo>
                  <a:pt x="705205" y="36676"/>
                </a:lnTo>
                <a:lnTo>
                  <a:pt x="704900" y="36179"/>
                </a:lnTo>
                <a:lnTo>
                  <a:pt x="704585" y="35690"/>
                </a:lnTo>
                <a:lnTo>
                  <a:pt x="704260" y="35210"/>
                </a:lnTo>
                <a:lnTo>
                  <a:pt x="703925" y="34737"/>
                </a:lnTo>
                <a:lnTo>
                  <a:pt x="703581" y="34274"/>
                </a:lnTo>
                <a:lnTo>
                  <a:pt x="703226" y="33819"/>
                </a:lnTo>
                <a:lnTo>
                  <a:pt x="702862" y="33372"/>
                </a:lnTo>
                <a:lnTo>
                  <a:pt x="702488" y="32933"/>
                </a:lnTo>
                <a:lnTo>
                  <a:pt x="702104" y="32503"/>
                </a:lnTo>
                <a:lnTo>
                  <a:pt x="701710" y="32082"/>
                </a:lnTo>
                <a:lnTo>
                  <a:pt x="701307" y="31669"/>
                </a:lnTo>
                <a:lnTo>
                  <a:pt x="700893" y="31264"/>
                </a:lnTo>
                <a:lnTo>
                  <a:pt x="700470" y="30867"/>
                </a:lnTo>
                <a:lnTo>
                  <a:pt x="700037" y="30479"/>
                </a:lnTo>
                <a:lnTo>
                  <a:pt x="699594" y="30100"/>
                </a:lnTo>
                <a:lnTo>
                  <a:pt x="699141" y="29729"/>
                </a:lnTo>
                <a:lnTo>
                  <a:pt x="698678" y="29366"/>
                </a:lnTo>
                <a:lnTo>
                  <a:pt x="698206" y="29012"/>
                </a:lnTo>
                <a:lnTo>
                  <a:pt x="697723" y="28666"/>
                </a:lnTo>
                <a:lnTo>
                  <a:pt x="697231" y="28328"/>
                </a:lnTo>
                <a:lnTo>
                  <a:pt x="696729" y="27999"/>
                </a:lnTo>
                <a:lnTo>
                  <a:pt x="696217" y="27681"/>
                </a:lnTo>
                <a:lnTo>
                  <a:pt x="695696" y="27376"/>
                </a:lnTo>
                <a:lnTo>
                  <a:pt x="695166" y="27085"/>
                </a:lnTo>
                <a:lnTo>
                  <a:pt x="694627" y="26808"/>
                </a:lnTo>
                <a:lnTo>
                  <a:pt x="694079" y="26544"/>
                </a:lnTo>
                <a:lnTo>
                  <a:pt x="693521" y="26293"/>
                </a:lnTo>
                <a:lnTo>
                  <a:pt x="692954" y="26056"/>
                </a:lnTo>
                <a:lnTo>
                  <a:pt x="692378" y="25833"/>
                </a:lnTo>
                <a:lnTo>
                  <a:pt x="691792" y="25623"/>
                </a:lnTo>
                <a:lnTo>
                  <a:pt x="691197" y="25427"/>
                </a:lnTo>
                <a:lnTo>
                  <a:pt x="690593" y="25244"/>
                </a:lnTo>
                <a:lnTo>
                  <a:pt x="689980" y="25075"/>
                </a:lnTo>
                <a:lnTo>
                  <a:pt x="689358" y="24919"/>
                </a:lnTo>
                <a:lnTo>
                  <a:pt x="688726" y="24777"/>
                </a:lnTo>
                <a:lnTo>
                  <a:pt x="688085" y="24648"/>
                </a:lnTo>
                <a:lnTo>
                  <a:pt x="687435" y="24533"/>
                </a:lnTo>
                <a:lnTo>
                  <a:pt x="686776" y="24432"/>
                </a:lnTo>
                <a:lnTo>
                  <a:pt x="686107" y="24344"/>
                </a:lnTo>
                <a:lnTo>
                  <a:pt x="685430" y="24269"/>
                </a:lnTo>
                <a:lnTo>
                  <a:pt x="684742" y="24208"/>
                </a:lnTo>
                <a:lnTo>
                  <a:pt x="684046" y="24161"/>
                </a:lnTo>
                <a:lnTo>
                  <a:pt x="683341" y="24127"/>
                </a:lnTo>
                <a:lnTo>
                  <a:pt x="682626" y="24107"/>
                </a:lnTo>
                <a:lnTo>
                  <a:pt x="681902" y="24100"/>
                </a:lnTo>
                <a:lnTo>
                  <a:pt x="681197" y="24107"/>
                </a:lnTo>
                <a:lnTo>
                  <a:pt x="680498" y="24127"/>
                </a:lnTo>
                <a:lnTo>
                  <a:pt x="679806" y="24161"/>
                </a:lnTo>
                <a:lnTo>
                  <a:pt x="679121" y="24208"/>
                </a:lnTo>
                <a:lnTo>
                  <a:pt x="678442" y="24269"/>
                </a:lnTo>
                <a:lnTo>
                  <a:pt x="677771" y="24344"/>
                </a:lnTo>
                <a:lnTo>
                  <a:pt x="677106" y="24432"/>
                </a:lnTo>
                <a:lnTo>
                  <a:pt x="676448" y="24533"/>
                </a:lnTo>
                <a:lnTo>
                  <a:pt x="675796" y="24648"/>
                </a:lnTo>
                <a:lnTo>
                  <a:pt x="675152" y="24777"/>
                </a:lnTo>
                <a:lnTo>
                  <a:pt x="674514" y="24919"/>
                </a:lnTo>
                <a:lnTo>
                  <a:pt x="673883" y="25075"/>
                </a:lnTo>
                <a:lnTo>
                  <a:pt x="673259" y="25244"/>
                </a:lnTo>
                <a:lnTo>
                  <a:pt x="672641" y="25427"/>
                </a:lnTo>
                <a:lnTo>
                  <a:pt x="672030" y="25623"/>
                </a:lnTo>
                <a:lnTo>
                  <a:pt x="671427" y="25833"/>
                </a:lnTo>
                <a:lnTo>
                  <a:pt x="670829" y="26056"/>
                </a:lnTo>
                <a:lnTo>
                  <a:pt x="670239" y="26293"/>
                </a:lnTo>
                <a:lnTo>
                  <a:pt x="669655" y="26544"/>
                </a:lnTo>
                <a:lnTo>
                  <a:pt x="669079" y="26808"/>
                </a:lnTo>
                <a:lnTo>
                  <a:pt x="668509" y="27085"/>
                </a:lnTo>
                <a:lnTo>
                  <a:pt x="667945" y="27376"/>
                </a:lnTo>
                <a:lnTo>
                  <a:pt x="667389" y="27681"/>
                </a:lnTo>
                <a:lnTo>
                  <a:pt x="666839" y="27999"/>
                </a:lnTo>
                <a:lnTo>
                  <a:pt x="666298" y="28329"/>
                </a:lnTo>
                <a:lnTo>
                  <a:pt x="665767" y="28670"/>
                </a:lnTo>
                <a:lnTo>
                  <a:pt x="665246" y="29022"/>
                </a:lnTo>
                <a:lnTo>
                  <a:pt x="664736" y="29384"/>
                </a:lnTo>
                <a:lnTo>
                  <a:pt x="664235" y="29757"/>
                </a:lnTo>
                <a:lnTo>
                  <a:pt x="663745" y="30141"/>
                </a:lnTo>
                <a:lnTo>
                  <a:pt x="663266" y="30535"/>
                </a:lnTo>
                <a:lnTo>
                  <a:pt x="662796" y="30940"/>
                </a:lnTo>
                <a:lnTo>
                  <a:pt x="662337" y="31355"/>
                </a:lnTo>
                <a:lnTo>
                  <a:pt x="661888" y="31782"/>
                </a:lnTo>
                <a:lnTo>
                  <a:pt x="661449" y="32218"/>
                </a:lnTo>
                <a:lnTo>
                  <a:pt x="661021" y="32666"/>
                </a:lnTo>
                <a:lnTo>
                  <a:pt x="660603" y="33124"/>
                </a:lnTo>
                <a:lnTo>
                  <a:pt x="660195" y="33593"/>
                </a:lnTo>
                <a:lnTo>
                  <a:pt x="659797" y="34073"/>
                </a:lnTo>
                <a:lnTo>
                  <a:pt x="659410" y="34563"/>
                </a:lnTo>
                <a:lnTo>
                  <a:pt x="659032" y="35064"/>
                </a:lnTo>
                <a:lnTo>
                  <a:pt x="658665" y="35576"/>
                </a:lnTo>
                <a:lnTo>
                  <a:pt x="658309" y="36098"/>
                </a:lnTo>
                <a:lnTo>
                  <a:pt x="657962" y="36631"/>
                </a:lnTo>
                <a:lnTo>
                  <a:pt x="657626" y="37174"/>
                </a:lnTo>
                <a:lnTo>
                  <a:pt x="657300" y="37729"/>
                </a:lnTo>
                <a:lnTo>
                  <a:pt x="656985" y="38293"/>
                </a:lnTo>
                <a:lnTo>
                  <a:pt x="656679" y="38869"/>
                </a:lnTo>
                <a:lnTo>
                  <a:pt x="656385" y="39454"/>
                </a:lnTo>
                <a:lnTo>
                  <a:pt x="656104" y="40048"/>
                </a:lnTo>
                <a:lnTo>
                  <a:pt x="655835" y="40650"/>
                </a:lnTo>
                <a:lnTo>
                  <a:pt x="655578" y="41261"/>
                </a:lnTo>
                <a:lnTo>
                  <a:pt x="655334" y="41881"/>
                </a:lnTo>
                <a:lnTo>
                  <a:pt x="655103" y="42509"/>
                </a:lnTo>
                <a:lnTo>
                  <a:pt x="654884" y="43145"/>
                </a:lnTo>
                <a:lnTo>
                  <a:pt x="654677" y="43791"/>
                </a:lnTo>
                <a:lnTo>
                  <a:pt x="654483" y="44445"/>
                </a:lnTo>
                <a:lnTo>
                  <a:pt x="654302" y="45108"/>
                </a:lnTo>
                <a:lnTo>
                  <a:pt x="654133" y="45779"/>
                </a:lnTo>
                <a:lnTo>
                  <a:pt x="653977" y="46459"/>
                </a:lnTo>
                <a:lnTo>
                  <a:pt x="653833" y="47147"/>
                </a:lnTo>
                <a:lnTo>
                  <a:pt x="653701" y="47844"/>
                </a:lnTo>
                <a:lnTo>
                  <a:pt x="653582" y="48550"/>
                </a:lnTo>
                <a:lnTo>
                  <a:pt x="653476" y="49264"/>
                </a:lnTo>
                <a:lnTo>
                  <a:pt x="653382" y="49987"/>
                </a:lnTo>
                <a:lnTo>
                  <a:pt x="653301" y="50719"/>
                </a:lnTo>
                <a:lnTo>
                  <a:pt x="653232" y="51459"/>
                </a:lnTo>
                <a:lnTo>
                  <a:pt x="653176" y="52208"/>
                </a:lnTo>
                <a:lnTo>
                  <a:pt x="653132" y="52965"/>
                </a:lnTo>
                <a:lnTo>
                  <a:pt x="653101" y="53731"/>
                </a:lnTo>
                <a:lnTo>
                  <a:pt x="653082" y="54506"/>
                </a:lnTo>
                <a:lnTo>
                  <a:pt x="653076" y="55289"/>
                </a:lnTo>
                <a:lnTo>
                  <a:pt x="653082" y="56063"/>
                </a:lnTo>
                <a:lnTo>
                  <a:pt x="653101" y="56829"/>
                </a:lnTo>
                <a:lnTo>
                  <a:pt x="653133" y="57587"/>
                </a:lnTo>
                <a:lnTo>
                  <a:pt x="653177" y="58336"/>
                </a:lnTo>
                <a:lnTo>
                  <a:pt x="653235" y="59078"/>
                </a:lnTo>
                <a:lnTo>
                  <a:pt x="653304" y="59812"/>
                </a:lnTo>
                <a:lnTo>
                  <a:pt x="653387" y="60538"/>
                </a:lnTo>
                <a:lnTo>
                  <a:pt x="653482" y="61255"/>
                </a:lnTo>
                <a:lnTo>
                  <a:pt x="653590" y="61965"/>
                </a:lnTo>
                <a:lnTo>
                  <a:pt x="653711" y="62667"/>
                </a:lnTo>
                <a:lnTo>
                  <a:pt x="653845" y="63361"/>
                </a:lnTo>
                <a:lnTo>
                  <a:pt x="653991" y="64046"/>
                </a:lnTo>
                <a:lnTo>
                  <a:pt x="654150" y="64724"/>
                </a:lnTo>
                <a:lnTo>
                  <a:pt x="654321" y="65394"/>
                </a:lnTo>
                <a:lnTo>
                  <a:pt x="654506" y="66056"/>
                </a:lnTo>
                <a:lnTo>
                  <a:pt x="654703" y="66710"/>
                </a:lnTo>
                <a:lnTo>
                  <a:pt x="654913" y="67355"/>
                </a:lnTo>
                <a:lnTo>
                  <a:pt x="655135" y="67993"/>
                </a:lnTo>
                <a:lnTo>
                  <a:pt x="655370" y="68623"/>
                </a:lnTo>
                <a:lnTo>
                  <a:pt x="655618" y="69245"/>
                </a:lnTo>
                <a:lnTo>
                  <a:pt x="655879" y="69859"/>
                </a:lnTo>
                <a:lnTo>
                  <a:pt x="656152" y="70465"/>
                </a:lnTo>
                <a:lnTo>
                  <a:pt x="656438" y="71062"/>
                </a:lnTo>
                <a:lnTo>
                  <a:pt x="656737" y="71652"/>
                </a:lnTo>
                <a:lnTo>
                  <a:pt x="657047" y="72233"/>
                </a:lnTo>
                <a:lnTo>
                  <a:pt x="657367" y="72802"/>
                </a:lnTo>
                <a:lnTo>
                  <a:pt x="657696" y="73361"/>
                </a:lnTo>
                <a:lnTo>
                  <a:pt x="658035" y="73908"/>
                </a:lnTo>
                <a:lnTo>
                  <a:pt x="658384" y="74445"/>
                </a:lnTo>
                <a:lnTo>
                  <a:pt x="658742" y="74971"/>
                </a:lnTo>
                <a:lnTo>
                  <a:pt x="659110" y="75486"/>
                </a:lnTo>
                <a:lnTo>
                  <a:pt x="659487" y="75990"/>
                </a:lnTo>
                <a:lnTo>
                  <a:pt x="659874" y="76484"/>
                </a:lnTo>
                <a:lnTo>
                  <a:pt x="660271" y="76966"/>
                </a:lnTo>
                <a:lnTo>
                  <a:pt x="660678" y="77438"/>
                </a:lnTo>
                <a:lnTo>
                  <a:pt x="661094" y="77898"/>
                </a:lnTo>
                <a:lnTo>
                  <a:pt x="661520" y="78348"/>
                </a:lnTo>
                <a:lnTo>
                  <a:pt x="661955" y="78787"/>
                </a:lnTo>
                <a:lnTo>
                  <a:pt x="662400" y="79216"/>
                </a:lnTo>
                <a:lnTo>
                  <a:pt x="662855" y="79633"/>
                </a:lnTo>
                <a:lnTo>
                  <a:pt x="663319" y="80039"/>
                </a:lnTo>
                <a:lnTo>
                  <a:pt x="663793" y="80435"/>
                </a:lnTo>
                <a:lnTo>
                  <a:pt x="664277" y="80820"/>
                </a:lnTo>
                <a:lnTo>
                  <a:pt x="664770" y="81193"/>
                </a:lnTo>
                <a:lnTo>
                  <a:pt x="665273" y="81556"/>
                </a:lnTo>
                <a:lnTo>
                  <a:pt x="665785" y="81908"/>
                </a:lnTo>
                <a:lnTo>
                  <a:pt x="666307" y="82250"/>
                </a:lnTo>
                <a:lnTo>
                  <a:pt x="666839" y="82580"/>
                </a:lnTo>
                <a:lnTo>
                  <a:pt x="667379" y="82898"/>
                </a:lnTo>
                <a:lnTo>
                  <a:pt x="667926" y="83203"/>
                </a:lnTo>
                <a:lnTo>
                  <a:pt x="668479" y="83493"/>
                </a:lnTo>
                <a:lnTo>
                  <a:pt x="669039" y="83771"/>
                </a:lnTo>
                <a:lnTo>
                  <a:pt x="669607" y="84035"/>
                </a:lnTo>
                <a:lnTo>
                  <a:pt x="670180" y="84285"/>
                </a:lnTo>
                <a:lnTo>
                  <a:pt x="670761" y="84522"/>
                </a:lnTo>
                <a:lnTo>
                  <a:pt x="671348" y="84745"/>
                </a:lnTo>
                <a:lnTo>
                  <a:pt x="671942" y="84955"/>
                </a:lnTo>
                <a:lnTo>
                  <a:pt x="672543" y="85151"/>
                </a:lnTo>
                <a:lnTo>
                  <a:pt x="673151" y="85334"/>
                </a:lnTo>
                <a:lnTo>
                  <a:pt x="673765" y="85503"/>
                </a:lnTo>
                <a:lnTo>
                  <a:pt x="674386" y="85659"/>
                </a:lnTo>
                <a:lnTo>
                  <a:pt x="675014" y="85801"/>
                </a:lnTo>
                <a:lnTo>
                  <a:pt x="675649" y="85929"/>
                </a:lnTo>
                <a:lnTo>
                  <a:pt x="676291" y="86044"/>
                </a:lnTo>
                <a:lnTo>
                  <a:pt x="676939" y="86146"/>
                </a:lnTo>
                <a:lnTo>
                  <a:pt x="677594" y="86234"/>
                </a:lnTo>
                <a:lnTo>
                  <a:pt x="678256" y="86308"/>
                </a:lnTo>
                <a:lnTo>
                  <a:pt x="678924" y="86369"/>
                </a:lnTo>
                <a:lnTo>
                  <a:pt x="679599" y="86416"/>
                </a:lnTo>
                <a:lnTo>
                  <a:pt x="680281" y="86450"/>
                </a:lnTo>
                <a:lnTo>
                  <a:pt x="680970" y="86471"/>
                </a:lnTo>
                <a:lnTo>
                  <a:pt x="681666" y="86477"/>
                </a:lnTo>
                <a:lnTo>
                  <a:pt x="682244" y="86473"/>
                </a:lnTo>
                <a:lnTo>
                  <a:pt x="682816" y="86461"/>
                </a:lnTo>
                <a:lnTo>
                  <a:pt x="683382" y="86440"/>
                </a:lnTo>
                <a:lnTo>
                  <a:pt x="683942" y="86410"/>
                </a:lnTo>
                <a:lnTo>
                  <a:pt x="684496" y="86372"/>
                </a:lnTo>
                <a:lnTo>
                  <a:pt x="685044" y="86326"/>
                </a:lnTo>
                <a:lnTo>
                  <a:pt x="685586" y="86271"/>
                </a:lnTo>
                <a:lnTo>
                  <a:pt x="686123" y="86208"/>
                </a:lnTo>
                <a:lnTo>
                  <a:pt x="686653" y="86137"/>
                </a:lnTo>
                <a:lnTo>
                  <a:pt x="687177" y="86057"/>
                </a:lnTo>
                <a:lnTo>
                  <a:pt x="687696" y="85969"/>
                </a:lnTo>
                <a:lnTo>
                  <a:pt x="688208" y="85872"/>
                </a:lnTo>
                <a:lnTo>
                  <a:pt x="688715" y="85767"/>
                </a:lnTo>
                <a:lnTo>
                  <a:pt x="689215" y="85654"/>
                </a:lnTo>
                <a:lnTo>
                  <a:pt x="689710" y="85532"/>
                </a:lnTo>
                <a:lnTo>
                  <a:pt x="690198" y="85401"/>
                </a:lnTo>
                <a:lnTo>
                  <a:pt x="690681" y="85263"/>
                </a:lnTo>
                <a:lnTo>
                  <a:pt x="691158" y="85116"/>
                </a:lnTo>
                <a:lnTo>
                  <a:pt x="691629" y="84960"/>
                </a:lnTo>
                <a:lnTo>
                  <a:pt x="692094" y="84796"/>
                </a:lnTo>
                <a:lnTo>
                  <a:pt x="692552" y="84624"/>
                </a:lnTo>
                <a:lnTo>
                  <a:pt x="693005" y="84443"/>
                </a:lnTo>
                <a:lnTo>
                  <a:pt x="693452" y="84254"/>
                </a:lnTo>
                <a:lnTo>
                  <a:pt x="693893" y="84056"/>
                </a:lnTo>
                <a:lnTo>
                  <a:pt x="694328" y="83851"/>
                </a:lnTo>
                <a:lnTo>
                  <a:pt x="694758" y="83640"/>
                </a:lnTo>
                <a:lnTo>
                  <a:pt x="695181" y="83422"/>
                </a:lnTo>
                <a:lnTo>
                  <a:pt x="695598" y="83198"/>
                </a:lnTo>
                <a:lnTo>
                  <a:pt x="696009" y="82967"/>
                </a:lnTo>
                <a:lnTo>
                  <a:pt x="696415" y="82731"/>
                </a:lnTo>
                <a:lnTo>
                  <a:pt x="696814" y="82487"/>
                </a:lnTo>
                <a:lnTo>
                  <a:pt x="697207" y="82238"/>
                </a:lnTo>
                <a:lnTo>
                  <a:pt x="697595" y="81982"/>
                </a:lnTo>
                <a:lnTo>
                  <a:pt x="697977" y="81720"/>
                </a:lnTo>
                <a:lnTo>
                  <a:pt x="698352" y="81451"/>
                </a:lnTo>
                <a:lnTo>
                  <a:pt x="698722" y="81176"/>
                </a:lnTo>
                <a:lnTo>
                  <a:pt x="699086" y="80895"/>
                </a:lnTo>
                <a:lnTo>
                  <a:pt x="699443" y="80607"/>
                </a:lnTo>
                <a:lnTo>
                  <a:pt x="699795" y="80313"/>
                </a:lnTo>
                <a:lnTo>
                  <a:pt x="700141" y="80013"/>
                </a:lnTo>
                <a:lnTo>
                  <a:pt x="700481" y="79706"/>
                </a:lnTo>
                <a:lnTo>
                  <a:pt x="700815" y="79393"/>
                </a:lnTo>
                <a:lnTo>
                  <a:pt x="701143" y="79074"/>
                </a:lnTo>
                <a:lnTo>
                  <a:pt x="701465" y="78748"/>
                </a:lnTo>
                <a:lnTo>
                  <a:pt x="701781" y="78416"/>
                </a:lnTo>
                <a:lnTo>
                  <a:pt x="702091" y="78077"/>
                </a:lnTo>
                <a:lnTo>
                  <a:pt x="702396" y="77732"/>
                </a:lnTo>
                <a:lnTo>
                  <a:pt x="702694" y="77381"/>
                </a:lnTo>
                <a:lnTo>
                  <a:pt x="702986" y="77025"/>
                </a:lnTo>
                <a:lnTo>
                  <a:pt x="703270" y="76665"/>
                </a:lnTo>
                <a:lnTo>
                  <a:pt x="703547" y="76301"/>
                </a:lnTo>
                <a:lnTo>
                  <a:pt x="703816" y="75934"/>
                </a:lnTo>
                <a:lnTo>
                  <a:pt x="704078" y="75563"/>
                </a:lnTo>
                <a:lnTo>
                  <a:pt x="704333" y="75188"/>
                </a:lnTo>
                <a:lnTo>
                  <a:pt x="704581" y="74810"/>
                </a:lnTo>
                <a:lnTo>
                  <a:pt x="704820" y="74428"/>
                </a:lnTo>
                <a:lnTo>
                  <a:pt x="705053" y="74042"/>
                </a:lnTo>
                <a:lnTo>
                  <a:pt x="705278" y="73653"/>
                </a:lnTo>
                <a:lnTo>
                  <a:pt x="705496" y="73260"/>
                </a:lnTo>
                <a:lnTo>
                  <a:pt x="705707" y="72863"/>
                </a:lnTo>
                <a:lnTo>
                  <a:pt x="705910" y="72462"/>
                </a:lnTo>
                <a:lnTo>
                  <a:pt x="706105" y="72058"/>
                </a:lnTo>
                <a:lnTo>
                  <a:pt x="706294" y="71650"/>
                </a:lnTo>
                <a:lnTo>
                  <a:pt x="706475" y="71238"/>
                </a:lnTo>
                <a:lnTo>
                  <a:pt x="706648" y="70823"/>
                </a:lnTo>
                <a:lnTo>
                  <a:pt x="706815" y="70404"/>
                </a:lnTo>
                <a:lnTo>
                  <a:pt x="706973" y="69981"/>
                </a:lnTo>
                <a:lnTo>
                  <a:pt x="707125" y="69555"/>
                </a:lnTo>
                <a:lnTo>
                  <a:pt x="707269" y="69125"/>
                </a:lnTo>
                <a:lnTo>
                  <a:pt x="707405" y="68691"/>
                </a:lnTo>
                <a:lnTo>
                  <a:pt x="707535" y="68254"/>
                </a:lnTo>
                <a:lnTo>
                  <a:pt x="707657" y="67813"/>
                </a:lnTo>
                <a:lnTo>
                  <a:pt x="697850" y="67813"/>
                </a:lnTo>
                <a:lnTo>
                  <a:pt x="697699" y="68203"/>
                </a:lnTo>
                <a:lnTo>
                  <a:pt x="697539" y="68587"/>
                </a:lnTo>
                <a:lnTo>
                  <a:pt x="697371" y="68963"/>
                </a:lnTo>
                <a:lnTo>
                  <a:pt x="697196" y="69333"/>
                </a:lnTo>
                <a:lnTo>
                  <a:pt x="697012" y="69697"/>
                </a:lnTo>
                <a:lnTo>
                  <a:pt x="696820" y="70053"/>
                </a:lnTo>
                <a:lnTo>
                  <a:pt x="696621" y="70403"/>
                </a:lnTo>
                <a:lnTo>
                  <a:pt x="696413" y="70746"/>
                </a:lnTo>
                <a:lnTo>
                  <a:pt x="696197" y="71082"/>
                </a:lnTo>
                <a:lnTo>
                  <a:pt x="695974" y="71412"/>
                </a:lnTo>
                <a:lnTo>
                  <a:pt x="695742" y="71734"/>
                </a:lnTo>
                <a:lnTo>
                  <a:pt x="695502" y="72050"/>
                </a:lnTo>
                <a:lnTo>
                  <a:pt x="695255" y="72359"/>
                </a:lnTo>
                <a:lnTo>
                  <a:pt x="694999" y="72662"/>
                </a:lnTo>
                <a:lnTo>
                  <a:pt x="694735" y="72957"/>
                </a:lnTo>
                <a:lnTo>
                  <a:pt x="694464" y="73246"/>
                </a:lnTo>
                <a:lnTo>
                  <a:pt x="694184" y="73528"/>
                </a:lnTo>
                <a:lnTo>
                  <a:pt x="693896" y="73804"/>
                </a:lnTo>
                <a:lnTo>
                  <a:pt x="693601" y="74072"/>
                </a:lnTo>
                <a:lnTo>
                  <a:pt x="693297" y="74334"/>
                </a:lnTo>
                <a:lnTo>
                  <a:pt x="692985" y="74589"/>
                </a:lnTo>
                <a:lnTo>
                  <a:pt x="692666" y="74837"/>
                </a:lnTo>
                <a:lnTo>
                  <a:pt x="692338" y="75079"/>
                </a:lnTo>
                <a:lnTo>
                  <a:pt x="692002" y="75313"/>
                </a:lnTo>
                <a:lnTo>
                  <a:pt x="691659" y="75540"/>
                </a:lnTo>
                <a:lnTo>
                  <a:pt x="691308" y="75757"/>
                </a:lnTo>
                <a:lnTo>
                  <a:pt x="690949" y="75964"/>
                </a:lnTo>
                <a:lnTo>
                  <a:pt x="690583" y="76162"/>
                </a:lnTo>
                <a:lnTo>
                  <a:pt x="690209" y="76350"/>
                </a:lnTo>
                <a:lnTo>
                  <a:pt x="689828" y="76528"/>
                </a:lnTo>
                <a:lnTo>
                  <a:pt x="689439" y="76697"/>
                </a:lnTo>
                <a:lnTo>
                  <a:pt x="689042" y="76856"/>
                </a:lnTo>
                <a:lnTo>
                  <a:pt x="688638" y="77005"/>
                </a:lnTo>
                <a:lnTo>
                  <a:pt x="688227" y="77145"/>
                </a:lnTo>
                <a:lnTo>
                  <a:pt x="687807" y="77275"/>
                </a:lnTo>
                <a:lnTo>
                  <a:pt x="687380" y="77396"/>
                </a:lnTo>
                <a:lnTo>
                  <a:pt x="686946" y="77506"/>
                </a:lnTo>
                <a:lnTo>
                  <a:pt x="686504" y="77608"/>
                </a:lnTo>
                <a:lnTo>
                  <a:pt x="686054" y="77699"/>
                </a:lnTo>
                <a:lnTo>
                  <a:pt x="685597" y="77781"/>
                </a:lnTo>
                <a:lnTo>
                  <a:pt x="685132" y="77853"/>
                </a:lnTo>
                <a:lnTo>
                  <a:pt x="684660" y="77916"/>
                </a:lnTo>
                <a:lnTo>
                  <a:pt x="684180" y="77969"/>
                </a:lnTo>
                <a:lnTo>
                  <a:pt x="683692" y="78012"/>
                </a:lnTo>
                <a:lnTo>
                  <a:pt x="683197" y="78046"/>
                </a:lnTo>
                <a:lnTo>
                  <a:pt x="682694" y="78070"/>
                </a:lnTo>
                <a:lnTo>
                  <a:pt x="682184" y="78085"/>
                </a:lnTo>
                <a:lnTo>
                  <a:pt x="681666" y="78090"/>
                </a:lnTo>
                <a:lnTo>
                  <a:pt x="681253" y="78085"/>
                </a:lnTo>
                <a:lnTo>
                  <a:pt x="680843" y="78072"/>
                </a:lnTo>
                <a:lnTo>
                  <a:pt x="680435" y="78051"/>
                </a:lnTo>
                <a:lnTo>
                  <a:pt x="680030" y="78021"/>
                </a:lnTo>
                <a:lnTo>
                  <a:pt x="679626" y="77982"/>
                </a:lnTo>
                <a:lnTo>
                  <a:pt x="679225" y="77935"/>
                </a:lnTo>
                <a:lnTo>
                  <a:pt x="678826" y="77879"/>
                </a:lnTo>
                <a:lnTo>
                  <a:pt x="678430" y="77814"/>
                </a:lnTo>
                <a:lnTo>
                  <a:pt x="678035" y="77741"/>
                </a:lnTo>
                <a:lnTo>
                  <a:pt x="677643" y="77659"/>
                </a:lnTo>
                <a:lnTo>
                  <a:pt x="677253" y="77569"/>
                </a:lnTo>
                <a:lnTo>
                  <a:pt x="676866" y="77469"/>
                </a:lnTo>
                <a:lnTo>
                  <a:pt x="676481" y="77362"/>
                </a:lnTo>
                <a:lnTo>
                  <a:pt x="676097" y="77246"/>
                </a:lnTo>
                <a:lnTo>
                  <a:pt x="675717" y="77121"/>
                </a:lnTo>
                <a:lnTo>
                  <a:pt x="675338" y="76987"/>
                </a:lnTo>
                <a:lnTo>
                  <a:pt x="674962" y="76845"/>
                </a:lnTo>
                <a:lnTo>
                  <a:pt x="674588" y="76694"/>
                </a:lnTo>
                <a:lnTo>
                  <a:pt x="674216" y="76535"/>
                </a:lnTo>
                <a:lnTo>
                  <a:pt x="673847" y="76367"/>
                </a:lnTo>
                <a:lnTo>
                  <a:pt x="673479" y="76190"/>
                </a:lnTo>
                <a:lnTo>
                  <a:pt x="673114" y="76005"/>
                </a:lnTo>
                <a:lnTo>
                  <a:pt x="672752" y="75812"/>
                </a:lnTo>
                <a:lnTo>
                  <a:pt x="672391" y="75609"/>
                </a:lnTo>
                <a:lnTo>
                  <a:pt x="672035" y="75398"/>
                </a:lnTo>
                <a:lnTo>
                  <a:pt x="671684" y="75178"/>
                </a:lnTo>
                <a:lnTo>
                  <a:pt x="671339" y="74950"/>
                </a:lnTo>
                <a:lnTo>
                  <a:pt x="671000" y="74713"/>
                </a:lnTo>
                <a:lnTo>
                  <a:pt x="670666" y="74468"/>
                </a:lnTo>
                <a:lnTo>
                  <a:pt x="670339" y="74214"/>
                </a:lnTo>
                <a:lnTo>
                  <a:pt x="670016" y="73951"/>
                </a:lnTo>
                <a:lnTo>
                  <a:pt x="669700" y="73680"/>
                </a:lnTo>
                <a:lnTo>
                  <a:pt x="669390" y="73400"/>
                </a:lnTo>
                <a:lnTo>
                  <a:pt x="669085" y="73111"/>
                </a:lnTo>
                <a:lnTo>
                  <a:pt x="668786" y="72814"/>
                </a:lnTo>
                <a:lnTo>
                  <a:pt x="668492" y="72509"/>
                </a:lnTo>
                <a:lnTo>
                  <a:pt x="668205" y="72194"/>
                </a:lnTo>
                <a:lnTo>
                  <a:pt x="667923" y="71871"/>
                </a:lnTo>
                <a:lnTo>
                  <a:pt x="667647" y="71540"/>
                </a:lnTo>
                <a:lnTo>
                  <a:pt x="667377" y="71199"/>
                </a:lnTo>
                <a:lnTo>
                  <a:pt x="667112" y="70851"/>
                </a:lnTo>
                <a:lnTo>
                  <a:pt x="666853" y="70493"/>
                </a:lnTo>
                <a:lnTo>
                  <a:pt x="666600" y="70127"/>
                </a:lnTo>
                <a:lnTo>
                  <a:pt x="666353" y="69752"/>
                </a:lnTo>
                <a:lnTo>
                  <a:pt x="666111" y="69369"/>
                </a:lnTo>
                <a:lnTo>
                  <a:pt x="665875" y="68977"/>
                </a:lnTo>
                <a:lnTo>
                  <a:pt x="665645" y="68577"/>
                </a:lnTo>
                <a:lnTo>
                  <a:pt x="665420" y="68168"/>
                </a:lnTo>
                <a:lnTo>
                  <a:pt x="665203" y="67750"/>
                </a:lnTo>
                <a:lnTo>
                  <a:pt x="664996" y="67324"/>
                </a:lnTo>
                <a:lnTo>
                  <a:pt x="664798" y="66890"/>
                </a:lnTo>
                <a:lnTo>
                  <a:pt x="664608" y="66448"/>
                </a:lnTo>
                <a:lnTo>
                  <a:pt x="664428" y="65997"/>
                </a:lnTo>
                <a:lnTo>
                  <a:pt x="664258" y="65539"/>
                </a:lnTo>
                <a:lnTo>
                  <a:pt x="664096" y="65072"/>
                </a:lnTo>
                <a:lnTo>
                  <a:pt x="663944" y="64597"/>
                </a:lnTo>
                <a:lnTo>
                  <a:pt x="663801" y="64114"/>
                </a:lnTo>
                <a:lnTo>
                  <a:pt x="663667" y="63622"/>
                </a:lnTo>
                <a:lnTo>
                  <a:pt x="663543" y="63122"/>
                </a:lnTo>
                <a:lnTo>
                  <a:pt x="663427" y="62615"/>
                </a:lnTo>
                <a:lnTo>
                  <a:pt x="663321" y="62099"/>
                </a:lnTo>
                <a:lnTo>
                  <a:pt x="663224" y="61574"/>
                </a:lnTo>
                <a:lnTo>
                  <a:pt x="663137" y="61042"/>
                </a:lnTo>
                <a:lnTo>
                  <a:pt x="663058" y="60501"/>
                </a:lnTo>
                <a:lnTo>
                  <a:pt x="662989" y="59952"/>
                </a:lnTo>
                <a:lnTo>
                  <a:pt x="662929" y="59395"/>
                </a:lnTo>
                <a:lnTo>
                  <a:pt x="662878" y="58830"/>
                </a:lnTo>
                <a:lnTo>
                  <a:pt x="662837" y="58257"/>
                </a:lnTo>
                <a:lnTo>
                  <a:pt x="662805" y="57675"/>
                </a:lnTo>
                <a:lnTo>
                  <a:pt x="662799" y="57534"/>
                </a:lnTo>
                <a:lnTo>
                  <a:pt x="709193" y="57534"/>
                </a:lnTo>
                <a:lnTo>
                  <a:pt x="709202" y="57397"/>
                </a:lnTo>
                <a:lnTo>
                  <a:pt x="709211" y="57261"/>
                </a:lnTo>
                <a:lnTo>
                  <a:pt x="709220" y="57126"/>
                </a:lnTo>
                <a:close/>
                <a:moveTo>
                  <a:pt x="663052" y="48405"/>
                </a:moveTo>
                <a:lnTo>
                  <a:pt x="663129" y="47918"/>
                </a:lnTo>
                <a:lnTo>
                  <a:pt x="663214" y="47439"/>
                </a:lnTo>
                <a:lnTo>
                  <a:pt x="663309" y="46967"/>
                </a:lnTo>
                <a:lnTo>
                  <a:pt x="663413" y="46503"/>
                </a:lnTo>
                <a:lnTo>
                  <a:pt x="663526" y="46047"/>
                </a:lnTo>
                <a:lnTo>
                  <a:pt x="663648" y="45598"/>
                </a:lnTo>
                <a:lnTo>
                  <a:pt x="663779" y="45157"/>
                </a:lnTo>
                <a:lnTo>
                  <a:pt x="663918" y="44723"/>
                </a:lnTo>
                <a:lnTo>
                  <a:pt x="664067" y="44297"/>
                </a:lnTo>
                <a:lnTo>
                  <a:pt x="664225" y="43878"/>
                </a:lnTo>
                <a:lnTo>
                  <a:pt x="664392" y="43467"/>
                </a:lnTo>
                <a:lnTo>
                  <a:pt x="664568" y="43064"/>
                </a:lnTo>
                <a:lnTo>
                  <a:pt x="664753" y="42668"/>
                </a:lnTo>
                <a:lnTo>
                  <a:pt x="664947" y="42280"/>
                </a:lnTo>
                <a:lnTo>
                  <a:pt x="665150" y="41899"/>
                </a:lnTo>
                <a:lnTo>
                  <a:pt x="665363" y="41526"/>
                </a:lnTo>
                <a:lnTo>
                  <a:pt x="665582" y="41161"/>
                </a:lnTo>
                <a:lnTo>
                  <a:pt x="665808" y="40802"/>
                </a:lnTo>
                <a:lnTo>
                  <a:pt x="666039" y="40452"/>
                </a:lnTo>
                <a:lnTo>
                  <a:pt x="666277" y="40108"/>
                </a:lnTo>
                <a:lnTo>
                  <a:pt x="666520" y="39772"/>
                </a:lnTo>
                <a:lnTo>
                  <a:pt x="666769" y="39444"/>
                </a:lnTo>
                <a:lnTo>
                  <a:pt x="667025" y="39122"/>
                </a:lnTo>
                <a:lnTo>
                  <a:pt x="667286" y="38809"/>
                </a:lnTo>
                <a:lnTo>
                  <a:pt x="667553" y="38502"/>
                </a:lnTo>
                <a:lnTo>
                  <a:pt x="667826" y="38203"/>
                </a:lnTo>
                <a:lnTo>
                  <a:pt x="668105" y="37911"/>
                </a:lnTo>
                <a:lnTo>
                  <a:pt x="668390" y="37627"/>
                </a:lnTo>
                <a:lnTo>
                  <a:pt x="668681" y="37350"/>
                </a:lnTo>
                <a:lnTo>
                  <a:pt x="668978" y="37081"/>
                </a:lnTo>
                <a:lnTo>
                  <a:pt x="669281" y="36818"/>
                </a:lnTo>
                <a:lnTo>
                  <a:pt x="669590" y="36564"/>
                </a:lnTo>
                <a:lnTo>
                  <a:pt x="669904" y="36316"/>
                </a:lnTo>
                <a:lnTo>
                  <a:pt x="670225" y="36076"/>
                </a:lnTo>
                <a:lnTo>
                  <a:pt x="670552" y="35844"/>
                </a:lnTo>
                <a:lnTo>
                  <a:pt x="670884" y="35618"/>
                </a:lnTo>
                <a:lnTo>
                  <a:pt x="671223" y="35401"/>
                </a:lnTo>
                <a:lnTo>
                  <a:pt x="671567" y="35190"/>
                </a:lnTo>
                <a:lnTo>
                  <a:pt x="671918" y="34987"/>
                </a:lnTo>
                <a:lnTo>
                  <a:pt x="672274" y="34791"/>
                </a:lnTo>
                <a:lnTo>
                  <a:pt x="672635" y="34603"/>
                </a:lnTo>
                <a:lnTo>
                  <a:pt x="672998" y="34423"/>
                </a:lnTo>
                <a:lnTo>
                  <a:pt x="673364" y="34251"/>
                </a:lnTo>
                <a:lnTo>
                  <a:pt x="673733" y="34087"/>
                </a:lnTo>
                <a:lnTo>
                  <a:pt x="674104" y="33931"/>
                </a:lnTo>
                <a:lnTo>
                  <a:pt x="674478" y="33783"/>
                </a:lnTo>
                <a:lnTo>
                  <a:pt x="674855" y="33643"/>
                </a:lnTo>
                <a:lnTo>
                  <a:pt x="675234" y="33512"/>
                </a:lnTo>
                <a:lnTo>
                  <a:pt x="675616" y="33388"/>
                </a:lnTo>
                <a:lnTo>
                  <a:pt x="676001" y="33272"/>
                </a:lnTo>
                <a:lnTo>
                  <a:pt x="676388" y="33164"/>
                </a:lnTo>
                <a:lnTo>
                  <a:pt x="676778" y="33064"/>
                </a:lnTo>
                <a:lnTo>
                  <a:pt x="677171" y="32972"/>
                </a:lnTo>
                <a:lnTo>
                  <a:pt x="677566" y="32888"/>
                </a:lnTo>
                <a:lnTo>
                  <a:pt x="677964" y="32812"/>
                </a:lnTo>
                <a:lnTo>
                  <a:pt x="678365" y="32744"/>
                </a:lnTo>
                <a:lnTo>
                  <a:pt x="678768" y="32684"/>
                </a:lnTo>
                <a:lnTo>
                  <a:pt x="679174" y="32632"/>
                </a:lnTo>
                <a:lnTo>
                  <a:pt x="679583" y="32588"/>
                </a:lnTo>
                <a:lnTo>
                  <a:pt x="679994" y="32552"/>
                </a:lnTo>
                <a:lnTo>
                  <a:pt x="680408" y="32524"/>
                </a:lnTo>
                <a:lnTo>
                  <a:pt x="680825" y="32504"/>
                </a:lnTo>
                <a:lnTo>
                  <a:pt x="681244" y="32492"/>
                </a:lnTo>
                <a:lnTo>
                  <a:pt x="681666" y="32488"/>
                </a:lnTo>
                <a:lnTo>
                  <a:pt x="682292" y="32496"/>
                </a:lnTo>
                <a:lnTo>
                  <a:pt x="682908" y="32520"/>
                </a:lnTo>
                <a:lnTo>
                  <a:pt x="683516" y="32560"/>
                </a:lnTo>
                <a:lnTo>
                  <a:pt x="684115" y="32616"/>
                </a:lnTo>
                <a:lnTo>
                  <a:pt x="684706" y="32688"/>
                </a:lnTo>
                <a:lnTo>
                  <a:pt x="685287" y="32776"/>
                </a:lnTo>
                <a:lnTo>
                  <a:pt x="685860" y="32880"/>
                </a:lnTo>
                <a:lnTo>
                  <a:pt x="686424" y="33000"/>
                </a:lnTo>
                <a:lnTo>
                  <a:pt x="686979" y="33136"/>
                </a:lnTo>
                <a:lnTo>
                  <a:pt x="687525" y="33288"/>
                </a:lnTo>
                <a:lnTo>
                  <a:pt x="688063" y="33456"/>
                </a:lnTo>
                <a:lnTo>
                  <a:pt x="688591" y="33639"/>
                </a:lnTo>
                <a:lnTo>
                  <a:pt x="689111" y="33839"/>
                </a:lnTo>
                <a:lnTo>
                  <a:pt x="689622" y="34055"/>
                </a:lnTo>
                <a:lnTo>
                  <a:pt x="690124" y="34287"/>
                </a:lnTo>
                <a:lnTo>
                  <a:pt x="690618" y="34535"/>
                </a:lnTo>
                <a:lnTo>
                  <a:pt x="691102" y="34799"/>
                </a:lnTo>
                <a:lnTo>
                  <a:pt x="691578" y="35079"/>
                </a:lnTo>
                <a:lnTo>
                  <a:pt x="692045" y="35375"/>
                </a:lnTo>
                <a:lnTo>
                  <a:pt x="692503" y="35687"/>
                </a:lnTo>
                <a:lnTo>
                  <a:pt x="692952" y="36015"/>
                </a:lnTo>
                <a:lnTo>
                  <a:pt x="693392" y="36359"/>
                </a:lnTo>
                <a:lnTo>
                  <a:pt x="693824" y="36719"/>
                </a:lnTo>
                <a:lnTo>
                  <a:pt x="694247" y="37095"/>
                </a:lnTo>
                <a:lnTo>
                  <a:pt x="694657" y="37485"/>
                </a:lnTo>
                <a:lnTo>
                  <a:pt x="695051" y="37888"/>
                </a:lnTo>
                <a:lnTo>
                  <a:pt x="695429" y="38302"/>
                </a:lnTo>
                <a:lnTo>
                  <a:pt x="695791" y="38730"/>
                </a:lnTo>
                <a:lnTo>
                  <a:pt x="696137" y="39169"/>
                </a:lnTo>
                <a:lnTo>
                  <a:pt x="696466" y="39621"/>
                </a:lnTo>
                <a:lnTo>
                  <a:pt x="696779" y="40084"/>
                </a:lnTo>
                <a:lnTo>
                  <a:pt x="697076" y="40561"/>
                </a:lnTo>
                <a:lnTo>
                  <a:pt x="697357" y="41049"/>
                </a:lnTo>
                <a:lnTo>
                  <a:pt x="697621" y="41550"/>
                </a:lnTo>
                <a:lnTo>
                  <a:pt x="697870" y="42063"/>
                </a:lnTo>
                <a:lnTo>
                  <a:pt x="698102" y="42589"/>
                </a:lnTo>
                <a:lnTo>
                  <a:pt x="698318" y="43127"/>
                </a:lnTo>
                <a:lnTo>
                  <a:pt x="698517" y="43677"/>
                </a:lnTo>
                <a:lnTo>
                  <a:pt x="698701" y="44239"/>
                </a:lnTo>
                <a:lnTo>
                  <a:pt x="698868" y="44814"/>
                </a:lnTo>
                <a:lnTo>
                  <a:pt x="699019" y="45401"/>
                </a:lnTo>
                <a:lnTo>
                  <a:pt x="699154" y="46000"/>
                </a:lnTo>
                <a:lnTo>
                  <a:pt x="699272" y="46612"/>
                </a:lnTo>
                <a:lnTo>
                  <a:pt x="699375" y="47236"/>
                </a:lnTo>
                <a:lnTo>
                  <a:pt x="699461" y="47872"/>
                </a:lnTo>
                <a:lnTo>
                  <a:pt x="699531" y="48520"/>
                </a:lnTo>
                <a:lnTo>
                  <a:pt x="699585" y="49181"/>
                </a:lnTo>
                <a:lnTo>
                  <a:pt x="699622" y="49854"/>
                </a:lnTo>
                <a:lnTo>
                  <a:pt x="662881" y="49854"/>
                </a:lnTo>
                <a:lnTo>
                  <a:pt x="662926" y="49402"/>
                </a:lnTo>
                <a:lnTo>
                  <a:pt x="662984" y="48900"/>
                </a:lnTo>
                <a:lnTo>
                  <a:pt x="663052" y="48405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Representation">
            <a:extLst xmlns:a="http://schemas.openxmlformats.org/drawingml/2006/main">
              <a:ext uri="{FF2B5EF4-FFF2-40B4-BE49-F238E27FC236}">
                <a16:creationId xmlns:a16="http://schemas.microsoft.com/office/drawing/2014/main" id="{BDAE7E4F-1891-4B31-BF84-EE8C99FF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800" y="3245239"/>
            <a:ext cx="816107" cy="111643"/>
          </a:xfrm>
          <a:custGeom xmlns:a="http://schemas.openxmlformats.org/drawingml/2006/main">
            <a:pathLst>
              <a:path w="816107" h="111643">
                <a:moveTo>
                  <a:pt x="39532" y="49436"/>
                </a:moveTo>
                <a:lnTo>
                  <a:pt x="40109" y="49212"/>
                </a:lnTo>
                <a:lnTo>
                  <a:pt x="40674" y="48977"/>
                </a:lnTo>
                <a:lnTo>
                  <a:pt x="41226" y="48730"/>
                </a:lnTo>
                <a:lnTo>
                  <a:pt x="41766" y="48471"/>
                </a:lnTo>
                <a:lnTo>
                  <a:pt x="42294" y="48201"/>
                </a:lnTo>
                <a:lnTo>
                  <a:pt x="42810" y="47922"/>
                </a:lnTo>
                <a:lnTo>
                  <a:pt x="43315" y="47635"/>
                </a:lnTo>
                <a:lnTo>
                  <a:pt x="43808" y="47339"/>
                </a:lnTo>
                <a:lnTo>
                  <a:pt x="44291" y="47036"/>
                </a:lnTo>
                <a:lnTo>
                  <a:pt x="44762" y="46726"/>
                </a:lnTo>
                <a:lnTo>
                  <a:pt x="45221" y="46407"/>
                </a:lnTo>
                <a:lnTo>
                  <a:pt x="45670" y="46081"/>
                </a:lnTo>
                <a:lnTo>
                  <a:pt x="46107" y="45747"/>
                </a:lnTo>
                <a:lnTo>
                  <a:pt x="46533" y="45405"/>
                </a:lnTo>
                <a:lnTo>
                  <a:pt x="46947" y="45055"/>
                </a:lnTo>
                <a:lnTo>
                  <a:pt x="47351" y="44698"/>
                </a:lnTo>
                <a:lnTo>
                  <a:pt x="47743" y="44332"/>
                </a:lnTo>
                <a:lnTo>
                  <a:pt x="48123" y="43959"/>
                </a:lnTo>
                <a:lnTo>
                  <a:pt x="48493" y="43579"/>
                </a:lnTo>
                <a:lnTo>
                  <a:pt x="48851" y="43190"/>
                </a:lnTo>
                <a:lnTo>
                  <a:pt x="49198" y="42793"/>
                </a:lnTo>
                <a:lnTo>
                  <a:pt x="49534" y="42389"/>
                </a:lnTo>
                <a:lnTo>
                  <a:pt x="49858" y="41977"/>
                </a:lnTo>
                <a:lnTo>
                  <a:pt x="50171" y="41557"/>
                </a:lnTo>
                <a:lnTo>
                  <a:pt x="50473" y="41130"/>
                </a:lnTo>
                <a:lnTo>
                  <a:pt x="50763" y="40694"/>
                </a:lnTo>
                <a:lnTo>
                  <a:pt x="51042" y="40251"/>
                </a:lnTo>
                <a:lnTo>
                  <a:pt x="51310" y="39800"/>
                </a:lnTo>
                <a:lnTo>
                  <a:pt x="51567" y="39341"/>
                </a:lnTo>
                <a:lnTo>
                  <a:pt x="51813" y="38877"/>
                </a:lnTo>
                <a:lnTo>
                  <a:pt x="52048" y="38409"/>
                </a:lnTo>
                <a:lnTo>
                  <a:pt x="52273" y="37937"/>
                </a:lnTo>
                <a:lnTo>
                  <a:pt x="52488" y="37461"/>
                </a:lnTo>
                <a:lnTo>
                  <a:pt x="52692" y="36982"/>
                </a:lnTo>
                <a:lnTo>
                  <a:pt x="52886" y="36499"/>
                </a:lnTo>
                <a:lnTo>
                  <a:pt x="53069" y="36012"/>
                </a:lnTo>
                <a:lnTo>
                  <a:pt x="53241" y="35522"/>
                </a:lnTo>
                <a:lnTo>
                  <a:pt x="53404" y="35028"/>
                </a:lnTo>
                <a:lnTo>
                  <a:pt x="53555" y="34530"/>
                </a:lnTo>
                <a:lnTo>
                  <a:pt x="53697" y="34028"/>
                </a:lnTo>
                <a:lnTo>
                  <a:pt x="53828" y="33523"/>
                </a:lnTo>
                <a:lnTo>
                  <a:pt x="53948" y="33014"/>
                </a:lnTo>
                <a:lnTo>
                  <a:pt x="54058" y="32502"/>
                </a:lnTo>
                <a:lnTo>
                  <a:pt x="54157" y="31986"/>
                </a:lnTo>
                <a:lnTo>
                  <a:pt x="54246" y="31466"/>
                </a:lnTo>
                <a:lnTo>
                  <a:pt x="54325" y="30942"/>
                </a:lnTo>
                <a:lnTo>
                  <a:pt x="54393" y="30415"/>
                </a:lnTo>
                <a:lnTo>
                  <a:pt x="54450" y="29884"/>
                </a:lnTo>
                <a:lnTo>
                  <a:pt x="54497" y="29349"/>
                </a:lnTo>
                <a:lnTo>
                  <a:pt x="54534" y="28811"/>
                </a:lnTo>
                <a:lnTo>
                  <a:pt x="54560" y="28269"/>
                </a:lnTo>
                <a:lnTo>
                  <a:pt x="54576" y="27723"/>
                </a:lnTo>
                <a:lnTo>
                  <a:pt x="54581" y="27173"/>
                </a:lnTo>
                <a:lnTo>
                  <a:pt x="54576" y="26605"/>
                </a:lnTo>
                <a:lnTo>
                  <a:pt x="54561" y="26041"/>
                </a:lnTo>
                <a:lnTo>
                  <a:pt x="54535" y="25483"/>
                </a:lnTo>
                <a:lnTo>
                  <a:pt x="54499" y="24929"/>
                </a:lnTo>
                <a:lnTo>
                  <a:pt x="54453" y="24380"/>
                </a:lnTo>
                <a:lnTo>
                  <a:pt x="54396" y="23836"/>
                </a:lnTo>
                <a:lnTo>
                  <a:pt x="54330" y="23297"/>
                </a:lnTo>
                <a:lnTo>
                  <a:pt x="54253" y="22763"/>
                </a:lnTo>
                <a:lnTo>
                  <a:pt x="54166" y="22234"/>
                </a:lnTo>
                <a:lnTo>
                  <a:pt x="54068" y="21709"/>
                </a:lnTo>
                <a:lnTo>
                  <a:pt x="53960" y="21190"/>
                </a:lnTo>
                <a:lnTo>
                  <a:pt x="53842" y="20676"/>
                </a:lnTo>
                <a:lnTo>
                  <a:pt x="53714" y="20166"/>
                </a:lnTo>
                <a:lnTo>
                  <a:pt x="53576" y="19662"/>
                </a:lnTo>
                <a:lnTo>
                  <a:pt x="53427" y="19162"/>
                </a:lnTo>
                <a:lnTo>
                  <a:pt x="53268" y="18667"/>
                </a:lnTo>
                <a:lnTo>
                  <a:pt x="53099" y="18177"/>
                </a:lnTo>
                <a:lnTo>
                  <a:pt x="52919" y="17692"/>
                </a:lnTo>
                <a:lnTo>
                  <a:pt x="52729" y="17212"/>
                </a:lnTo>
                <a:lnTo>
                  <a:pt x="52529" y="16737"/>
                </a:lnTo>
                <a:lnTo>
                  <a:pt x="52319" y="16267"/>
                </a:lnTo>
                <a:lnTo>
                  <a:pt x="52098" y="15802"/>
                </a:lnTo>
                <a:lnTo>
                  <a:pt x="51868" y="15342"/>
                </a:lnTo>
                <a:lnTo>
                  <a:pt x="51626" y="14886"/>
                </a:lnTo>
                <a:lnTo>
                  <a:pt x="51375" y="14437"/>
                </a:lnTo>
                <a:lnTo>
                  <a:pt x="51112" y="13996"/>
                </a:lnTo>
                <a:lnTo>
                  <a:pt x="50838" y="13562"/>
                </a:lnTo>
                <a:lnTo>
                  <a:pt x="50554" y="13135"/>
                </a:lnTo>
                <a:lnTo>
                  <a:pt x="50258" y="12717"/>
                </a:lnTo>
                <a:lnTo>
                  <a:pt x="49951" y="12306"/>
                </a:lnTo>
                <a:lnTo>
                  <a:pt x="49633" y="11902"/>
                </a:lnTo>
                <a:lnTo>
                  <a:pt x="49303" y="11506"/>
                </a:lnTo>
                <a:lnTo>
                  <a:pt x="48963" y="11118"/>
                </a:lnTo>
                <a:lnTo>
                  <a:pt x="48612" y="10737"/>
                </a:lnTo>
                <a:lnTo>
                  <a:pt x="48250" y="10364"/>
                </a:lnTo>
                <a:lnTo>
                  <a:pt x="47876" y="9998"/>
                </a:lnTo>
                <a:lnTo>
                  <a:pt x="47491" y="9640"/>
                </a:lnTo>
                <a:lnTo>
                  <a:pt x="47096" y="9290"/>
                </a:lnTo>
                <a:lnTo>
                  <a:pt x="46689" y="8947"/>
                </a:lnTo>
                <a:lnTo>
                  <a:pt x="46271" y="8612"/>
                </a:lnTo>
                <a:lnTo>
                  <a:pt x="45843" y="8284"/>
                </a:lnTo>
                <a:lnTo>
                  <a:pt x="45403" y="7964"/>
                </a:lnTo>
                <a:lnTo>
                  <a:pt x="44952" y="7651"/>
                </a:lnTo>
                <a:lnTo>
                  <a:pt x="44489" y="7347"/>
                </a:lnTo>
                <a:lnTo>
                  <a:pt x="44016" y="7049"/>
                </a:lnTo>
                <a:lnTo>
                  <a:pt x="43532" y="6760"/>
                </a:lnTo>
                <a:lnTo>
                  <a:pt x="43037" y="6477"/>
                </a:lnTo>
                <a:lnTo>
                  <a:pt x="42530" y="6203"/>
                </a:lnTo>
                <a:lnTo>
                  <a:pt x="42012" y="5938"/>
                </a:lnTo>
                <a:lnTo>
                  <a:pt x="41482" y="5684"/>
                </a:lnTo>
                <a:lnTo>
                  <a:pt x="40939" y="5442"/>
                </a:lnTo>
                <a:lnTo>
                  <a:pt x="40384" y="5210"/>
                </a:lnTo>
                <a:lnTo>
                  <a:pt x="39817" y="4990"/>
                </a:lnTo>
                <a:lnTo>
                  <a:pt x="39237" y="4782"/>
                </a:lnTo>
                <a:lnTo>
                  <a:pt x="38645" y="4584"/>
                </a:lnTo>
                <a:lnTo>
                  <a:pt x="38041" y="4398"/>
                </a:lnTo>
                <a:lnTo>
                  <a:pt x="37424" y="4223"/>
                </a:lnTo>
                <a:lnTo>
                  <a:pt x="36795" y="4060"/>
                </a:lnTo>
                <a:lnTo>
                  <a:pt x="36154" y="3908"/>
                </a:lnTo>
                <a:lnTo>
                  <a:pt x="35501" y="3767"/>
                </a:lnTo>
                <a:lnTo>
                  <a:pt x="34835" y="3637"/>
                </a:lnTo>
                <a:lnTo>
                  <a:pt x="34157" y="3519"/>
                </a:lnTo>
                <a:lnTo>
                  <a:pt x="33467" y="3411"/>
                </a:lnTo>
                <a:lnTo>
                  <a:pt x="32764" y="3315"/>
                </a:lnTo>
                <a:lnTo>
                  <a:pt x="32049" y="3231"/>
                </a:lnTo>
                <a:lnTo>
                  <a:pt x="31322" y="3158"/>
                </a:lnTo>
                <a:lnTo>
                  <a:pt x="30582" y="3096"/>
                </a:lnTo>
                <a:lnTo>
                  <a:pt x="29830" y="3045"/>
                </a:lnTo>
                <a:lnTo>
                  <a:pt x="29066" y="3005"/>
                </a:lnTo>
                <a:lnTo>
                  <a:pt x="28289" y="2977"/>
                </a:lnTo>
                <a:lnTo>
                  <a:pt x="27500" y="2960"/>
                </a:lnTo>
                <a:lnTo>
                  <a:pt x="26699" y="2955"/>
                </a:lnTo>
                <a:lnTo>
                  <a:pt x="0" y="2955"/>
                </a:lnTo>
                <a:lnTo>
                  <a:pt x="0" y="85652"/>
                </a:lnTo>
                <a:lnTo>
                  <a:pt x="9924" y="85652"/>
                </a:lnTo>
                <a:lnTo>
                  <a:pt x="9924" y="51509"/>
                </a:lnTo>
                <a:lnTo>
                  <a:pt x="26227" y="51509"/>
                </a:lnTo>
                <a:lnTo>
                  <a:pt x="26911" y="51504"/>
                </a:lnTo>
                <a:lnTo>
                  <a:pt x="43713" y="85652"/>
                </a:lnTo>
                <a:lnTo>
                  <a:pt x="55408" y="85652"/>
                </a:lnTo>
                <a:lnTo>
                  <a:pt x="37368" y="50141"/>
                </a:lnTo>
                <a:lnTo>
                  <a:pt x="37726" y="50039"/>
                </a:lnTo>
                <a:lnTo>
                  <a:pt x="38340" y="49850"/>
                </a:lnTo>
                <a:lnTo>
                  <a:pt x="38942" y="49649"/>
                </a:lnTo>
                <a:lnTo>
                  <a:pt x="39532" y="49436"/>
                </a:lnTo>
                <a:close/>
                <a:moveTo>
                  <a:pt x="27470" y="11372"/>
                </a:moveTo>
                <a:lnTo>
                  <a:pt x="28239" y="11410"/>
                </a:lnTo>
                <a:lnTo>
                  <a:pt x="28989" y="11462"/>
                </a:lnTo>
                <a:lnTo>
                  <a:pt x="29721" y="11530"/>
                </a:lnTo>
                <a:lnTo>
                  <a:pt x="30433" y="11612"/>
                </a:lnTo>
                <a:lnTo>
                  <a:pt x="31126" y="11709"/>
                </a:lnTo>
                <a:lnTo>
                  <a:pt x="31800" y="11821"/>
                </a:lnTo>
                <a:lnTo>
                  <a:pt x="32455" y="11949"/>
                </a:lnTo>
                <a:lnTo>
                  <a:pt x="33091" y="12091"/>
                </a:lnTo>
                <a:lnTo>
                  <a:pt x="33707" y="12248"/>
                </a:lnTo>
                <a:lnTo>
                  <a:pt x="34305" y="12420"/>
                </a:lnTo>
                <a:lnTo>
                  <a:pt x="34884" y="12608"/>
                </a:lnTo>
                <a:lnTo>
                  <a:pt x="35443" y="12810"/>
                </a:lnTo>
                <a:lnTo>
                  <a:pt x="35984" y="13027"/>
                </a:lnTo>
                <a:lnTo>
                  <a:pt x="36505" y="13259"/>
                </a:lnTo>
                <a:lnTo>
                  <a:pt x="37008" y="13506"/>
                </a:lnTo>
                <a:lnTo>
                  <a:pt x="37491" y="13768"/>
                </a:lnTo>
                <a:lnTo>
                  <a:pt x="37955" y="14045"/>
                </a:lnTo>
                <a:lnTo>
                  <a:pt x="38400" y="14337"/>
                </a:lnTo>
                <a:lnTo>
                  <a:pt x="38826" y="14644"/>
                </a:lnTo>
                <a:lnTo>
                  <a:pt x="39233" y="14966"/>
                </a:lnTo>
                <a:lnTo>
                  <a:pt x="39621" y="15302"/>
                </a:lnTo>
                <a:lnTo>
                  <a:pt x="39990" y="15654"/>
                </a:lnTo>
                <a:lnTo>
                  <a:pt x="40342" y="16019"/>
                </a:lnTo>
                <a:lnTo>
                  <a:pt x="40679" y="16394"/>
                </a:lnTo>
                <a:lnTo>
                  <a:pt x="41001" y="16779"/>
                </a:lnTo>
                <a:lnTo>
                  <a:pt x="41308" y="17175"/>
                </a:lnTo>
                <a:lnTo>
                  <a:pt x="41600" y="17582"/>
                </a:lnTo>
                <a:lnTo>
                  <a:pt x="41877" y="17999"/>
                </a:lnTo>
                <a:lnTo>
                  <a:pt x="42139" y="18426"/>
                </a:lnTo>
                <a:lnTo>
                  <a:pt x="42386" y="18864"/>
                </a:lnTo>
                <a:lnTo>
                  <a:pt x="42618" y="19312"/>
                </a:lnTo>
                <a:lnTo>
                  <a:pt x="42835" y="19771"/>
                </a:lnTo>
                <a:lnTo>
                  <a:pt x="43037" y="20240"/>
                </a:lnTo>
                <a:lnTo>
                  <a:pt x="43224" y="20719"/>
                </a:lnTo>
                <a:lnTo>
                  <a:pt x="43396" y="21209"/>
                </a:lnTo>
                <a:lnTo>
                  <a:pt x="43554" y="21710"/>
                </a:lnTo>
                <a:lnTo>
                  <a:pt x="43696" y="22221"/>
                </a:lnTo>
                <a:lnTo>
                  <a:pt x="43823" y="22742"/>
                </a:lnTo>
                <a:lnTo>
                  <a:pt x="43935" y="23274"/>
                </a:lnTo>
                <a:lnTo>
                  <a:pt x="44033" y="23817"/>
                </a:lnTo>
                <a:lnTo>
                  <a:pt x="44115" y="24370"/>
                </a:lnTo>
                <a:lnTo>
                  <a:pt x="44182" y="24933"/>
                </a:lnTo>
                <a:lnTo>
                  <a:pt x="44235" y="25507"/>
                </a:lnTo>
                <a:lnTo>
                  <a:pt x="44272" y="26091"/>
                </a:lnTo>
                <a:lnTo>
                  <a:pt x="44295" y="26685"/>
                </a:lnTo>
                <a:lnTo>
                  <a:pt x="44302" y="27291"/>
                </a:lnTo>
                <a:lnTo>
                  <a:pt x="44295" y="27887"/>
                </a:lnTo>
                <a:lnTo>
                  <a:pt x="44271" y="28474"/>
                </a:lnTo>
                <a:lnTo>
                  <a:pt x="44233" y="29052"/>
                </a:lnTo>
                <a:lnTo>
                  <a:pt x="44179" y="29621"/>
                </a:lnTo>
                <a:lnTo>
                  <a:pt x="44110" y="30181"/>
                </a:lnTo>
                <a:lnTo>
                  <a:pt x="44025" y="30732"/>
                </a:lnTo>
                <a:lnTo>
                  <a:pt x="43925" y="31273"/>
                </a:lnTo>
                <a:lnTo>
                  <a:pt x="43810" y="31806"/>
                </a:lnTo>
                <a:lnTo>
                  <a:pt x="43679" y="32330"/>
                </a:lnTo>
                <a:lnTo>
                  <a:pt x="43533" y="32845"/>
                </a:lnTo>
                <a:lnTo>
                  <a:pt x="43371" y="33351"/>
                </a:lnTo>
                <a:lnTo>
                  <a:pt x="43195" y="33848"/>
                </a:lnTo>
                <a:lnTo>
                  <a:pt x="43002" y="34335"/>
                </a:lnTo>
                <a:lnTo>
                  <a:pt x="42795" y="34814"/>
                </a:lnTo>
                <a:lnTo>
                  <a:pt x="42571" y="35284"/>
                </a:lnTo>
                <a:lnTo>
                  <a:pt x="42333" y="35745"/>
                </a:lnTo>
                <a:lnTo>
                  <a:pt x="42079" y="36196"/>
                </a:lnTo>
                <a:lnTo>
                  <a:pt x="41810" y="36639"/>
                </a:lnTo>
                <a:lnTo>
                  <a:pt x="41525" y="37073"/>
                </a:lnTo>
                <a:lnTo>
                  <a:pt x="41225" y="37497"/>
                </a:lnTo>
                <a:lnTo>
                  <a:pt x="40910" y="37913"/>
                </a:lnTo>
                <a:lnTo>
                  <a:pt x="40579" y="38319"/>
                </a:lnTo>
                <a:lnTo>
                  <a:pt x="40233" y="38717"/>
                </a:lnTo>
                <a:lnTo>
                  <a:pt x="39871" y="39105"/>
                </a:lnTo>
                <a:lnTo>
                  <a:pt x="39493" y="39481"/>
                </a:lnTo>
                <a:lnTo>
                  <a:pt x="39098" y="39841"/>
                </a:lnTo>
                <a:lnTo>
                  <a:pt x="38686" y="40185"/>
                </a:lnTo>
                <a:lnTo>
                  <a:pt x="38255" y="40513"/>
                </a:lnTo>
                <a:lnTo>
                  <a:pt x="37808" y="40825"/>
                </a:lnTo>
                <a:lnTo>
                  <a:pt x="37343" y="41121"/>
                </a:lnTo>
                <a:lnTo>
                  <a:pt x="36860" y="41401"/>
                </a:lnTo>
                <a:lnTo>
                  <a:pt x="36361" y="41665"/>
                </a:lnTo>
                <a:lnTo>
                  <a:pt x="35843" y="41913"/>
                </a:lnTo>
                <a:lnTo>
                  <a:pt x="35308" y="42145"/>
                </a:lnTo>
                <a:lnTo>
                  <a:pt x="34756" y="42361"/>
                </a:lnTo>
                <a:lnTo>
                  <a:pt x="34187" y="42561"/>
                </a:lnTo>
                <a:lnTo>
                  <a:pt x="33600" y="42745"/>
                </a:lnTo>
                <a:lnTo>
                  <a:pt x="32995" y="42913"/>
                </a:lnTo>
                <a:lnTo>
                  <a:pt x="32373" y="43065"/>
                </a:lnTo>
                <a:lnTo>
                  <a:pt x="31734" y="43201"/>
                </a:lnTo>
                <a:lnTo>
                  <a:pt x="31077" y="43321"/>
                </a:lnTo>
                <a:lnTo>
                  <a:pt x="30403" y="43425"/>
                </a:lnTo>
                <a:lnTo>
                  <a:pt x="29711" y="43513"/>
                </a:lnTo>
                <a:lnTo>
                  <a:pt x="29002" y="43585"/>
                </a:lnTo>
                <a:lnTo>
                  <a:pt x="28275" y="43641"/>
                </a:lnTo>
                <a:lnTo>
                  <a:pt x="27531" y="43681"/>
                </a:lnTo>
                <a:lnTo>
                  <a:pt x="26770" y="43705"/>
                </a:lnTo>
                <a:lnTo>
                  <a:pt x="25991" y="43713"/>
                </a:lnTo>
                <a:lnTo>
                  <a:pt x="9924" y="43713"/>
                </a:lnTo>
                <a:lnTo>
                  <a:pt x="9924" y="11342"/>
                </a:lnTo>
                <a:lnTo>
                  <a:pt x="25874" y="11342"/>
                </a:lnTo>
                <a:lnTo>
                  <a:pt x="26681" y="11350"/>
                </a:lnTo>
                <a:lnTo>
                  <a:pt x="27470" y="11372"/>
                </a:lnTo>
                <a:close/>
                <a:moveTo>
                  <a:pt x="217046" y="53547"/>
                </a:moveTo>
                <a:lnTo>
                  <a:pt x="217064" y="53097"/>
                </a:lnTo>
                <a:lnTo>
                  <a:pt x="217087" y="52653"/>
                </a:lnTo>
                <a:lnTo>
                  <a:pt x="217115" y="52215"/>
                </a:lnTo>
                <a:lnTo>
                  <a:pt x="217148" y="51784"/>
                </a:lnTo>
                <a:lnTo>
                  <a:pt x="217187" y="51359"/>
                </a:lnTo>
                <a:lnTo>
                  <a:pt x="217230" y="50940"/>
                </a:lnTo>
                <a:lnTo>
                  <a:pt x="217279" y="50528"/>
                </a:lnTo>
                <a:lnTo>
                  <a:pt x="217333" y="50122"/>
                </a:lnTo>
                <a:lnTo>
                  <a:pt x="217392" y="49723"/>
                </a:lnTo>
                <a:lnTo>
                  <a:pt x="217456" y="49330"/>
                </a:lnTo>
                <a:lnTo>
                  <a:pt x="217525" y="48943"/>
                </a:lnTo>
                <a:lnTo>
                  <a:pt x="217599" y="48563"/>
                </a:lnTo>
                <a:lnTo>
                  <a:pt x="217679" y="48189"/>
                </a:lnTo>
                <a:lnTo>
                  <a:pt x="217763" y="47821"/>
                </a:lnTo>
                <a:lnTo>
                  <a:pt x="217853" y="47460"/>
                </a:lnTo>
                <a:lnTo>
                  <a:pt x="217948" y="47105"/>
                </a:lnTo>
                <a:lnTo>
                  <a:pt x="218048" y="46756"/>
                </a:lnTo>
                <a:lnTo>
                  <a:pt x="218153" y="46414"/>
                </a:lnTo>
                <a:lnTo>
                  <a:pt x="218263" y="46078"/>
                </a:lnTo>
                <a:lnTo>
                  <a:pt x="218379" y="45748"/>
                </a:lnTo>
                <a:lnTo>
                  <a:pt x="218499" y="45425"/>
                </a:lnTo>
                <a:lnTo>
                  <a:pt x="218624" y="45108"/>
                </a:lnTo>
                <a:lnTo>
                  <a:pt x="218753" y="44796"/>
                </a:lnTo>
                <a:lnTo>
                  <a:pt x="218887" y="44490"/>
                </a:lnTo>
                <a:lnTo>
                  <a:pt x="219024" y="44190"/>
                </a:lnTo>
                <a:lnTo>
                  <a:pt x="219166" y="43895"/>
                </a:lnTo>
                <a:lnTo>
                  <a:pt x="219311" y="43605"/>
                </a:lnTo>
                <a:lnTo>
                  <a:pt x="219461" y="43321"/>
                </a:lnTo>
                <a:lnTo>
                  <a:pt x="219615" y="43043"/>
                </a:lnTo>
                <a:lnTo>
                  <a:pt x="219772" y="42770"/>
                </a:lnTo>
                <a:lnTo>
                  <a:pt x="219934" y="42503"/>
                </a:lnTo>
                <a:lnTo>
                  <a:pt x="220100" y="42241"/>
                </a:lnTo>
                <a:lnTo>
                  <a:pt x="220271" y="41984"/>
                </a:lnTo>
                <a:lnTo>
                  <a:pt x="220445" y="41734"/>
                </a:lnTo>
                <a:lnTo>
                  <a:pt x="220623" y="41489"/>
                </a:lnTo>
                <a:lnTo>
                  <a:pt x="220806" y="41249"/>
                </a:lnTo>
                <a:lnTo>
                  <a:pt x="220992" y="41015"/>
                </a:lnTo>
                <a:lnTo>
                  <a:pt x="221183" y="40786"/>
                </a:lnTo>
                <a:lnTo>
                  <a:pt x="221378" y="40563"/>
                </a:lnTo>
                <a:lnTo>
                  <a:pt x="221577" y="40346"/>
                </a:lnTo>
                <a:lnTo>
                  <a:pt x="221780" y="40134"/>
                </a:lnTo>
                <a:lnTo>
                  <a:pt x="221987" y="39927"/>
                </a:lnTo>
                <a:lnTo>
                  <a:pt x="222198" y="39726"/>
                </a:lnTo>
                <a:lnTo>
                  <a:pt x="222413" y="39531"/>
                </a:lnTo>
                <a:lnTo>
                  <a:pt x="222633" y="39341"/>
                </a:lnTo>
                <a:lnTo>
                  <a:pt x="222856" y="39156"/>
                </a:lnTo>
                <a:lnTo>
                  <a:pt x="223081" y="38976"/>
                </a:lnTo>
                <a:lnTo>
                  <a:pt x="223309" y="38800"/>
                </a:lnTo>
                <a:lnTo>
                  <a:pt x="223540" y="38628"/>
                </a:lnTo>
                <a:lnTo>
                  <a:pt x="223774" y="38460"/>
                </a:lnTo>
                <a:lnTo>
                  <a:pt x="224010" y="38297"/>
                </a:lnTo>
                <a:lnTo>
                  <a:pt x="224249" y="38138"/>
                </a:lnTo>
                <a:lnTo>
                  <a:pt x="224490" y="37983"/>
                </a:lnTo>
                <a:lnTo>
                  <a:pt x="224735" y="37832"/>
                </a:lnTo>
                <a:lnTo>
                  <a:pt x="224981" y="37686"/>
                </a:lnTo>
                <a:lnTo>
                  <a:pt x="225231" y="37545"/>
                </a:lnTo>
                <a:lnTo>
                  <a:pt x="225483" y="37407"/>
                </a:lnTo>
                <a:lnTo>
                  <a:pt x="225738" y="37274"/>
                </a:lnTo>
                <a:lnTo>
                  <a:pt x="225995" y="37145"/>
                </a:lnTo>
                <a:lnTo>
                  <a:pt x="226256" y="37020"/>
                </a:lnTo>
                <a:lnTo>
                  <a:pt x="226518" y="36900"/>
                </a:lnTo>
                <a:lnTo>
                  <a:pt x="226784" y="36784"/>
                </a:lnTo>
                <a:lnTo>
                  <a:pt x="227052" y="36672"/>
                </a:lnTo>
                <a:lnTo>
                  <a:pt x="227323" y="36565"/>
                </a:lnTo>
                <a:lnTo>
                  <a:pt x="227596" y="36462"/>
                </a:lnTo>
                <a:lnTo>
                  <a:pt x="227872" y="36363"/>
                </a:lnTo>
                <a:lnTo>
                  <a:pt x="228151" y="36269"/>
                </a:lnTo>
                <a:lnTo>
                  <a:pt x="228433" y="36179"/>
                </a:lnTo>
                <a:lnTo>
                  <a:pt x="228717" y="36093"/>
                </a:lnTo>
                <a:lnTo>
                  <a:pt x="229003" y="36011"/>
                </a:lnTo>
                <a:lnTo>
                  <a:pt x="229290" y="35933"/>
                </a:lnTo>
                <a:lnTo>
                  <a:pt x="229579" y="35858"/>
                </a:lnTo>
                <a:lnTo>
                  <a:pt x="229869" y="35786"/>
                </a:lnTo>
                <a:lnTo>
                  <a:pt x="230160" y="35718"/>
                </a:lnTo>
                <a:lnTo>
                  <a:pt x="230452" y="35654"/>
                </a:lnTo>
                <a:lnTo>
                  <a:pt x="230746" y="35593"/>
                </a:lnTo>
                <a:lnTo>
                  <a:pt x="231040" y="35535"/>
                </a:lnTo>
                <a:lnTo>
                  <a:pt x="231336" y="35481"/>
                </a:lnTo>
                <a:lnTo>
                  <a:pt x="231634" y="35431"/>
                </a:lnTo>
                <a:lnTo>
                  <a:pt x="231932" y="35383"/>
                </a:lnTo>
                <a:lnTo>
                  <a:pt x="232232" y="35340"/>
                </a:lnTo>
                <a:lnTo>
                  <a:pt x="232533" y="35300"/>
                </a:lnTo>
                <a:lnTo>
                  <a:pt x="232835" y="35263"/>
                </a:lnTo>
                <a:lnTo>
                  <a:pt x="233138" y="35230"/>
                </a:lnTo>
                <a:lnTo>
                  <a:pt x="233443" y="35200"/>
                </a:lnTo>
                <a:lnTo>
                  <a:pt x="233749" y="35174"/>
                </a:lnTo>
                <a:lnTo>
                  <a:pt x="234056" y="35152"/>
                </a:lnTo>
                <a:lnTo>
                  <a:pt x="234364" y="35132"/>
                </a:lnTo>
                <a:lnTo>
                  <a:pt x="234673" y="35117"/>
                </a:lnTo>
                <a:lnTo>
                  <a:pt x="234984" y="35105"/>
                </a:lnTo>
                <a:lnTo>
                  <a:pt x="235296" y="35096"/>
                </a:lnTo>
                <a:lnTo>
                  <a:pt x="235609" y="35091"/>
                </a:lnTo>
                <a:lnTo>
                  <a:pt x="235924" y="35089"/>
                </a:lnTo>
                <a:lnTo>
                  <a:pt x="239587" y="35089"/>
                </a:lnTo>
                <a:lnTo>
                  <a:pt x="239587" y="24691"/>
                </a:lnTo>
                <a:lnTo>
                  <a:pt x="239116" y="24694"/>
                </a:lnTo>
                <a:lnTo>
                  <a:pt x="238650" y="24702"/>
                </a:lnTo>
                <a:lnTo>
                  <a:pt x="238188" y="24715"/>
                </a:lnTo>
                <a:lnTo>
                  <a:pt x="237731" y="24734"/>
                </a:lnTo>
                <a:lnTo>
                  <a:pt x="237277" y="24758"/>
                </a:lnTo>
                <a:lnTo>
                  <a:pt x="236829" y="24787"/>
                </a:lnTo>
                <a:lnTo>
                  <a:pt x="236384" y="24822"/>
                </a:lnTo>
                <a:lnTo>
                  <a:pt x="235944" y="24862"/>
                </a:lnTo>
                <a:lnTo>
                  <a:pt x="235508" y="24907"/>
                </a:lnTo>
                <a:lnTo>
                  <a:pt x="235076" y="24958"/>
                </a:lnTo>
                <a:lnTo>
                  <a:pt x="234649" y="25014"/>
                </a:lnTo>
                <a:lnTo>
                  <a:pt x="234226" y="25075"/>
                </a:lnTo>
                <a:lnTo>
                  <a:pt x="233807" y="25142"/>
                </a:lnTo>
                <a:lnTo>
                  <a:pt x="233392" y="25214"/>
                </a:lnTo>
                <a:lnTo>
                  <a:pt x="232982" y="25291"/>
                </a:lnTo>
                <a:lnTo>
                  <a:pt x="232576" y="25374"/>
                </a:lnTo>
                <a:lnTo>
                  <a:pt x="232175" y="25462"/>
                </a:lnTo>
                <a:lnTo>
                  <a:pt x="231778" y="25555"/>
                </a:lnTo>
                <a:lnTo>
                  <a:pt x="231385" y="25654"/>
                </a:lnTo>
                <a:lnTo>
                  <a:pt x="230996" y="25758"/>
                </a:lnTo>
                <a:lnTo>
                  <a:pt x="230612" y="25867"/>
                </a:lnTo>
                <a:lnTo>
                  <a:pt x="230232" y="25982"/>
                </a:lnTo>
                <a:lnTo>
                  <a:pt x="229856" y="26102"/>
                </a:lnTo>
                <a:lnTo>
                  <a:pt x="229485" y="26227"/>
                </a:lnTo>
                <a:lnTo>
                  <a:pt x="229118" y="26357"/>
                </a:lnTo>
                <a:lnTo>
                  <a:pt x="228755" y="26492"/>
                </a:lnTo>
                <a:lnTo>
                  <a:pt x="228398" y="26631"/>
                </a:lnTo>
                <a:lnTo>
                  <a:pt x="228044" y="26775"/>
                </a:lnTo>
                <a:lnTo>
                  <a:pt x="227695" y="26923"/>
                </a:lnTo>
                <a:lnTo>
                  <a:pt x="227351" y="27076"/>
                </a:lnTo>
                <a:lnTo>
                  <a:pt x="227011" y="27233"/>
                </a:lnTo>
                <a:lnTo>
                  <a:pt x="226676" y="27395"/>
                </a:lnTo>
                <a:lnTo>
                  <a:pt x="226345" y="27562"/>
                </a:lnTo>
                <a:lnTo>
                  <a:pt x="226019" y="27732"/>
                </a:lnTo>
                <a:lnTo>
                  <a:pt x="225697" y="27908"/>
                </a:lnTo>
                <a:lnTo>
                  <a:pt x="225380" y="28088"/>
                </a:lnTo>
                <a:lnTo>
                  <a:pt x="225067" y="28272"/>
                </a:lnTo>
                <a:lnTo>
                  <a:pt x="224759" y="28461"/>
                </a:lnTo>
                <a:lnTo>
                  <a:pt x="224455" y="28654"/>
                </a:lnTo>
                <a:lnTo>
                  <a:pt x="224156" y="28852"/>
                </a:lnTo>
                <a:lnTo>
                  <a:pt x="223861" y="29055"/>
                </a:lnTo>
                <a:lnTo>
                  <a:pt x="223571" y="29262"/>
                </a:lnTo>
                <a:lnTo>
                  <a:pt x="223285" y="29473"/>
                </a:lnTo>
                <a:lnTo>
                  <a:pt x="223004" y="29689"/>
                </a:lnTo>
                <a:lnTo>
                  <a:pt x="222727" y="29910"/>
                </a:lnTo>
                <a:lnTo>
                  <a:pt x="222455" y="30135"/>
                </a:lnTo>
                <a:lnTo>
                  <a:pt x="222187" y="30364"/>
                </a:lnTo>
                <a:lnTo>
                  <a:pt x="221924" y="30598"/>
                </a:lnTo>
                <a:lnTo>
                  <a:pt x="221665" y="30837"/>
                </a:lnTo>
                <a:lnTo>
                  <a:pt x="221410" y="31079"/>
                </a:lnTo>
                <a:lnTo>
                  <a:pt x="221159" y="31326"/>
                </a:lnTo>
                <a:lnTo>
                  <a:pt x="220912" y="31576"/>
                </a:lnTo>
                <a:lnTo>
                  <a:pt x="220669" y="31831"/>
                </a:lnTo>
                <a:lnTo>
                  <a:pt x="220429" y="32090"/>
                </a:lnTo>
                <a:lnTo>
                  <a:pt x="220194" y="32353"/>
                </a:lnTo>
                <a:lnTo>
                  <a:pt x="219962" y="32620"/>
                </a:lnTo>
                <a:lnTo>
                  <a:pt x="219735" y="32891"/>
                </a:lnTo>
                <a:lnTo>
                  <a:pt x="219511" y="33166"/>
                </a:lnTo>
                <a:lnTo>
                  <a:pt x="219291" y="33446"/>
                </a:lnTo>
                <a:lnTo>
                  <a:pt x="219075" y="33729"/>
                </a:lnTo>
                <a:lnTo>
                  <a:pt x="218862" y="34017"/>
                </a:lnTo>
                <a:lnTo>
                  <a:pt x="218654" y="34308"/>
                </a:lnTo>
                <a:lnTo>
                  <a:pt x="218450" y="34604"/>
                </a:lnTo>
                <a:lnTo>
                  <a:pt x="218249" y="34904"/>
                </a:lnTo>
                <a:lnTo>
                  <a:pt x="218052" y="35208"/>
                </a:lnTo>
                <a:lnTo>
                  <a:pt x="217860" y="35516"/>
                </a:lnTo>
                <a:lnTo>
                  <a:pt x="217671" y="35828"/>
                </a:lnTo>
                <a:lnTo>
                  <a:pt x="217486" y="36144"/>
                </a:lnTo>
                <a:lnTo>
                  <a:pt x="217305" y="36465"/>
                </a:lnTo>
                <a:lnTo>
                  <a:pt x="217128" y="36789"/>
                </a:lnTo>
                <a:lnTo>
                  <a:pt x="216954" y="37118"/>
                </a:lnTo>
                <a:lnTo>
                  <a:pt x="216785" y="37450"/>
                </a:lnTo>
                <a:lnTo>
                  <a:pt x="216076" y="26110"/>
                </a:lnTo>
                <a:lnTo>
                  <a:pt x="207099" y="26110"/>
                </a:lnTo>
                <a:lnTo>
                  <a:pt x="207099" y="85652"/>
                </a:lnTo>
                <a:lnTo>
                  <a:pt x="217023" y="85652"/>
                </a:lnTo>
                <a:lnTo>
                  <a:pt x="217023" y="54936"/>
                </a:lnTo>
                <a:lnTo>
                  <a:pt x="217025" y="54467"/>
                </a:lnTo>
                <a:lnTo>
                  <a:pt x="217033" y="54004"/>
                </a:lnTo>
                <a:lnTo>
                  <a:pt x="217046" y="53547"/>
                </a:lnTo>
                <a:close/>
                <a:moveTo>
                  <a:pt x="119703" y="57717"/>
                </a:moveTo>
                <a:lnTo>
                  <a:pt x="119711" y="57584"/>
                </a:lnTo>
                <a:lnTo>
                  <a:pt x="119719" y="57452"/>
                </a:lnTo>
                <a:lnTo>
                  <a:pt x="119726" y="57321"/>
                </a:lnTo>
                <a:lnTo>
                  <a:pt x="119734" y="57191"/>
                </a:lnTo>
                <a:lnTo>
                  <a:pt x="119740" y="57062"/>
                </a:lnTo>
                <a:lnTo>
                  <a:pt x="119747" y="56935"/>
                </a:lnTo>
                <a:lnTo>
                  <a:pt x="119753" y="56809"/>
                </a:lnTo>
                <a:lnTo>
                  <a:pt x="119758" y="56684"/>
                </a:lnTo>
                <a:lnTo>
                  <a:pt x="119763" y="56560"/>
                </a:lnTo>
                <a:lnTo>
                  <a:pt x="119768" y="56438"/>
                </a:lnTo>
                <a:lnTo>
                  <a:pt x="119772" y="56317"/>
                </a:lnTo>
                <a:lnTo>
                  <a:pt x="119776" y="56197"/>
                </a:lnTo>
                <a:lnTo>
                  <a:pt x="119779" y="56078"/>
                </a:lnTo>
                <a:lnTo>
                  <a:pt x="119782" y="55961"/>
                </a:lnTo>
                <a:lnTo>
                  <a:pt x="119785" y="55844"/>
                </a:lnTo>
                <a:lnTo>
                  <a:pt x="119787" y="55729"/>
                </a:lnTo>
                <a:lnTo>
                  <a:pt x="119789" y="55615"/>
                </a:lnTo>
                <a:lnTo>
                  <a:pt x="119791" y="55503"/>
                </a:lnTo>
                <a:lnTo>
                  <a:pt x="119792" y="55391"/>
                </a:lnTo>
                <a:lnTo>
                  <a:pt x="119792" y="55281"/>
                </a:lnTo>
                <a:lnTo>
                  <a:pt x="119792" y="55172"/>
                </a:lnTo>
                <a:lnTo>
                  <a:pt x="119792" y="55064"/>
                </a:lnTo>
                <a:lnTo>
                  <a:pt x="119792" y="54957"/>
                </a:lnTo>
                <a:lnTo>
                  <a:pt x="119792" y="54849"/>
                </a:lnTo>
                <a:lnTo>
                  <a:pt x="119792" y="54742"/>
                </a:lnTo>
                <a:lnTo>
                  <a:pt x="119792" y="54636"/>
                </a:lnTo>
                <a:lnTo>
                  <a:pt x="119792" y="54530"/>
                </a:lnTo>
                <a:lnTo>
                  <a:pt x="119792" y="54424"/>
                </a:lnTo>
                <a:lnTo>
                  <a:pt x="119792" y="54319"/>
                </a:lnTo>
                <a:lnTo>
                  <a:pt x="119792" y="54214"/>
                </a:lnTo>
                <a:lnTo>
                  <a:pt x="119792" y="54110"/>
                </a:lnTo>
                <a:lnTo>
                  <a:pt x="119792" y="54006"/>
                </a:lnTo>
                <a:lnTo>
                  <a:pt x="119792" y="53902"/>
                </a:lnTo>
                <a:lnTo>
                  <a:pt x="119792" y="53799"/>
                </a:lnTo>
                <a:lnTo>
                  <a:pt x="119792" y="53696"/>
                </a:lnTo>
                <a:lnTo>
                  <a:pt x="119792" y="53593"/>
                </a:lnTo>
                <a:lnTo>
                  <a:pt x="119792" y="53491"/>
                </a:lnTo>
                <a:lnTo>
                  <a:pt x="119792" y="53390"/>
                </a:lnTo>
                <a:lnTo>
                  <a:pt x="119792" y="53289"/>
                </a:lnTo>
                <a:lnTo>
                  <a:pt x="119792" y="53188"/>
                </a:lnTo>
                <a:lnTo>
                  <a:pt x="119792" y="53087"/>
                </a:lnTo>
                <a:lnTo>
                  <a:pt x="119792" y="52988"/>
                </a:lnTo>
                <a:lnTo>
                  <a:pt x="119792" y="52888"/>
                </a:lnTo>
                <a:lnTo>
                  <a:pt x="119792" y="52789"/>
                </a:lnTo>
                <a:lnTo>
                  <a:pt x="119792" y="52690"/>
                </a:lnTo>
                <a:lnTo>
                  <a:pt x="119787" y="52062"/>
                </a:lnTo>
                <a:lnTo>
                  <a:pt x="119770" y="51439"/>
                </a:lnTo>
                <a:lnTo>
                  <a:pt x="119742" y="50819"/>
                </a:lnTo>
                <a:lnTo>
                  <a:pt x="119702" y="50204"/>
                </a:lnTo>
                <a:lnTo>
                  <a:pt x="119651" y="49594"/>
                </a:lnTo>
                <a:lnTo>
                  <a:pt x="119589" y="48987"/>
                </a:lnTo>
                <a:lnTo>
                  <a:pt x="119516" y="48385"/>
                </a:lnTo>
                <a:lnTo>
                  <a:pt x="119431" y="47788"/>
                </a:lnTo>
                <a:lnTo>
                  <a:pt x="119336" y="47194"/>
                </a:lnTo>
                <a:lnTo>
                  <a:pt x="119228" y="46605"/>
                </a:lnTo>
                <a:lnTo>
                  <a:pt x="119110" y="46020"/>
                </a:lnTo>
                <a:lnTo>
                  <a:pt x="118980" y="45440"/>
                </a:lnTo>
                <a:lnTo>
                  <a:pt x="118839" y="44864"/>
                </a:lnTo>
                <a:lnTo>
                  <a:pt x="118687" y="44292"/>
                </a:lnTo>
                <a:lnTo>
                  <a:pt x="118523" y="43724"/>
                </a:lnTo>
                <a:lnTo>
                  <a:pt x="118349" y="43161"/>
                </a:lnTo>
                <a:lnTo>
                  <a:pt x="118163" y="42602"/>
                </a:lnTo>
                <a:lnTo>
                  <a:pt x="117965" y="42047"/>
                </a:lnTo>
                <a:lnTo>
                  <a:pt x="117757" y="41497"/>
                </a:lnTo>
                <a:lnTo>
                  <a:pt x="117537" y="40951"/>
                </a:lnTo>
                <a:lnTo>
                  <a:pt x="117305" y="40409"/>
                </a:lnTo>
                <a:lnTo>
                  <a:pt x="117063" y="39872"/>
                </a:lnTo>
                <a:lnTo>
                  <a:pt x="116809" y="39338"/>
                </a:lnTo>
                <a:lnTo>
                  <a:pt x="116544" y="38810"/>
                </a:lnTo>
                <a:lnTo>
                  <a:pt x="116268" y="38287"/>
                </a:lnTo>
                <a:lnTo>
                  <a:pt x="115983" y="37773"/>
                </a:lnTo>
                <a:lnTo>
                  <a:pt x="115688" y="37267"/>
                </a:lnTo>
                <a:lnTo>
                  <a:pt x="115382" y="36770"/>
                </a:lnTo>
                <a:lnTo>
                  <a:pt x="115067" y="36281"/>
                </a:lnTo>
                <a:lnTo>
                  <a:pt x="114743" y="35801"/>
                </a:lnTo>
                <a:lnTo>
                  <a:pt x="114408" y="35329"/>
                </a:lnTo>
                <a:lnTo>
                  <a:pt x="114063" y="34865"/>
                </a:lnTo>
                <a:lnTo>
                  <a:pt x="113709" y="34410"/>
                </a:lnTo>
                <a:lnTo>
                  <a:pt x="113345" y="33963"/>
                </a:lnTo>
                <a:lnTo>
                  <a:pt x="112971" y="33525"/>
                </a:lnTo>
                <a:lnTo>
                  <a:pt x="112587" y="33095"/>
                </a:lnTo>
                <a:lnTo>
                  <a:pt x="112193" y="32673"/>
                </a:lnTo>
                <a:lnTo>
                  <a:pt x="111789" y="32260"/>
                </a:lnTo>
                <a:lnTo>
                  <a:pt x="111376" y="31855"/>
                </a:lnTo>
                <a:lnTo>
                  <a:pt x="110953" y="31459"/>
                </a:lnTo>
                <a:lnTo>
                  <a:pt x="110519" y="31071"/>
                </a:lnTo>
                <a:lnTo>
                  <a:pt x="110076" y="30691"/>
                </a:lnTo>
                <a:lnTo>
                  <a:pt x="109624" y="30320"/>
                </a:lnTo>
                <a:lnTo>
                  <a:pt x="109161" y="29957"/>
                </a:lnTo>
                <a:lnTo>
                  <a:pt x="108688" y="29603"/>
                </a:lnTo>
                <a:lnTo>
                  <a:pt x="108206" y="29257"/>
                </a:lnTo>
                <a:lnTo>
                  <a:pt x="107714" y="28919"/>
                </a:lnTo>
                <a:lnTo>
                  <a:pt x="107212" y="28590"/>
                </a:lnTo>
                <a:lnTo>
                  <a:pt x="106700" y="28272"/>
                </a:lnTo>
                <a:lnTo>
                  <a:pt x="106179" y="27967"/>
                </a:lnTo>
                <a:lnTo>
                  <a:pt x="105649" y="27676"/>
                </a:lnTo>
                <a:lnTo>
                  <a:pt x="105110" y="27399"/>
                </a:lnTo>
                <a:lnTo>
                  <a:pt x="104561" y="27135"/>
                </a:lnTo>
                <a:lnTo>
                  <a:pt x="104003" y="26884"/>
                </a:lnTo>
                <a:lnTo>
                  <a:pt x="103436" y="26647"/>
                </a:lnTo>
                <a:lnTo>
                  <a:pt x="102860" y="26424"/>
                </a:lnTo>
                <a:lnTo>
                  <a:pt x="102275" y="26214"/>
                </a:lnTo>
                <a:lnTo>
                  <a:pt x="101680" y="26018"/>
                </a:lnTo>
                <a:lnTo>
                  <a:pt x="101076" y="25835"/>
                </a:lnTo>
                <a:lnTo>
                  <a:pt x="100463" y="25666"/>
                </a:lnTo>
                <a:lnTo>
                  <a:pt x="99840" y="25510"/>
                </a:lnTo>
                <a:lnTo>
                  <a:pt x="99209" y="25368"/>
                </a:lnTo>
                <a:lnTo>
                  <a:pt x="98568" y="25239"/>
                </a:lnTo>
                <a:lnTo>
                  <a:pt x="97918" y="25124"/>
                </a:lnTo>
                <a:lnTo>
                  <a:pt x="97259" y="25023"/>
                </a:lnTo>
                <a:lnTo>
                  <a:pt x="96590" y="24935"/>
                </a:lnTo>
                <a:lnTo>
                  <a:pt x="95912" y="24860"/>
                </a:lnTo>
                <a:lnTo>
                  <a:pt x="95225" y="24799"/>
                </a:lnTo>
                <a:lnTo>
                  <a:pt x="94529" y="24752"/>
                </a:lnTo>
                <a:lnTo>
                  <a:pt x="93823" y="24718"/>
                </a:lnTo>
                <a:lnTo>
                  <a:pt x="93109" y="24698"/>
                </a:lnTo>
                <a:lnTo>
                  <a:pt x="92385" y="24691"/>
                </a:lnTo>
                <a:lnTo>
                  <a:pt x="91679" y="24698"/>
                </a:lnTo>
                <a:lnTo>
                  <a:pt x="90980" y="24718"/>
                </a:lnTo>
                <a:lnTo>
                  <a:pt x="90288" y="24752"/>
                </a:lnTo>
                <a:lnTo>
                  <a:pt x="89603" y="24799"/>
                </a:lnTo>
                <a:lnTo>
                  <a:pt x="88925" y="24860"/>
                </a:lnTo>
                <a:lnTo>
                  <a:pt x="88253" y="24935"/>
                </a:lnTo>
                <a:lnTo>
                  <a:pt x="87588" y="25023"/>
                </a:lnTo>
                <a:lnTo>
                  <a:pt x="86930" y="25124"/>
                </a:lnTo>
                <a:lnTo>
                  <a:pt x="86279" y="25239"/>
                </a:lnTo>
                <a:lnTo>
                  <a:pt x="85634" y="25368"/>
                </a:lnTo>
                <a:lnTo>
                  <a:pt x="84997" y="25510"/>
                </a:lnTo>
                <a:lnTo>
                  <a:pt x="84366" y="25666"/>
                </a:lnTo>
                <a:lnTo>
                  <a:pt x="83741" y="25835"/>
                </a:lnTo>
                <a:lnTo>
                  <a:pt x="83124" y="26018"/>
                </a:lnTo>
                <a:lnTo>
                  <a:pt x="82513" y="26214"/>
                </a:lnTo>
                <a:lnTo>
                  <a:pt x="81909" y="26424"/>
                </a:lnTo>
                <a:lnTo>
                  <a:pt x="81312" y="26647"/>
                </a:lnTo>
                <a:lnTo>
                  <a:pt x="80722" y="26884"/>
                </a:lnTo>
                <a:lnTo>
                  <a:pt x="80138" y="27135"/>
                </a:lnTo>
                <a:lnTo>
                  <a:pt x="79561" y="27399"/>
                </a:lnTo>
                <a:lnTo>
                  <a:pt x="78991" y="27676"/>
                </a:lnTo>
                <a:lnTo>
                  <a:pt x="78428" y="27967"/>
                </a:lnTo>
                <a:lnTo>
                  <a:pt x="77871" y="28272"/>
                </a:lnTo>
                <a:lnTo>
                  <a:pt x="77322" y="28590"/>
                </a:lnTo>
                <a:lnTo>
                  <a:pt x="76780" y="28921"/>
                </a:lnTo>
                <a:lnTo>
                  <a:pt x="76249" y="29261"/>
                </a:lnTo>
                <a:lnTo>
                  <a:pt x="75729" y="29613"/>
                </a:lnTo>
                <a:lnTo>
                  <a:pt x="75218" y="29975"/>
                </a:lnTo>
                <a:lnTo>
                  <a:pt x="74718" y="30348"/>
                </a:lnTo>
                <a:lnTo>
                  <a:pt x="74228" y="30732"/>
                </a:lnTo>
                <a:lnTo>
                  <a:pt x="73748" y="31126"/>
                </a:lnTo>
                <a:lnTo>
                  <a:pt x="73279" y="31531"/>
                </a:lnTo>
                <a:lnTo>
                  <a:pt x="72820" y="31947"/>
                </a:lnTo>
                <a:lnTo>
                  <a:pt x="72371" y="32373"/>
                </a:lnTo>
                <a:lnTo>
                  <a:pt x="71932" y="32810"/>
                </a:lnTo>
                <a:lnTo>
                  <a:pt x="71504" y="33257"/>
                </a:lnTo>
                <a:lnTo>
                  <a:pt x="71085" y="33716"/>
                </a:lnTo>
                <a:lnTo>
                  <a:pt x="70677" y="34185"/>
                </a:lnTo>
                <a:lnTo>
                  <a:pt x="70280" y="34664"/>
                </a:lnTo>
                <a:lnTo>
                  <a:pt x="69892" y="35154"/>
                </a:lnTo>
                <a:lnTo>
                  <a:pt x="69515" y="35655"/>
                </a:lnTo>
                <a:lnTo>
                  <a:pt x="69148" y="36167"/>
                </a:lnTo>
                <a:lnTo>
                  <a:pt x="68791" y="36689"/>
                </a:lnTo>
                <a:lnTo>
                  <a:pt x="68445" y="37222"/>
                </a:lnTo>
                <a:lnTo>
                  <a:pt x="68109" y="37766"/>
                </a:lnTo>
                <a:lnTo>
                  <a:pt x="67783" y="38320"/>
                </a:lnTo>
                <a:lnTo>
                  <a:pt x="67467" y="38885"/>
                </a:lnTo>
                <a:lnTo>
                  <a:pt x="67162" y="39460"/>
                </a:lnTo>
                <a:lnTo>
                  <a:pt x="66868" y="40045"/>
                </a:lnTo>
                <a:lnTo>
                  <a:pt x="66586" y="40639"/>
                </a:lnTo>
                <a:lnTo>
                  <a:pt x="66317" y="41241"/>
                </a:lnTo>
                <a:lnTo>
                  <a:pt x="66061" y="41852"/>
                </a:lnTo>
                <a:lnTo>
                  <a:pt x="65817" y="42472"/>
                </a:lnTo>
                <a:lnTo>
                  <a:pt x="65585" y="43100"/>
                </a:lnTo>
                <a:lnTo>
                  <a:pt x="65366" y="43737"/>
                </a:lnTo>
                <a:lnTo>
                  <a:pt x="65160" y="44382"/>
                </a:lnTo>
                <a:lnTo>
                  <a:pt x="64966" y="45036"/>
                </a:lnTo>
                <a:lnTo>
                  <a:pt x="64785" y="45699"/>
                </a:lnTo>
                <a:lnTo>
                  <a:pt x="64616" y="46370"/>
                </a:lnTo>
                <a:lnTo>
                  <a:pt x="64459" y="47050"/>
                </a:lnTo>
                <a:lnTo>
                  <a:pt x="64315" y="47738"/>
                </a:lnTo>
                <a:lnTo>
                  <a:pt x="64184" y="48436"/>
                </a:lnTo>
                <a:lnTo>
                  <a:pt x="64065" y="49141"/>
                </a:lnTo>
                <a:lnTo>
                  <a:pt x="63959" y="49856"/>
                </a:lnTo>
                <a:lnTo>
                  <a:pt x="63865" y="50579"/>
                </a:lnTo>
                <a:lnTo>
                  <a:pt x="63784" y="51310"/>
                </a:lnTo>
                <a:lnTo>
                  <a:pt x="63715" y="52050"/>
                </a:lnTo>
                <a:lnTo>
                  <a:pt x="63658" y="52799"/>
                </a:lnTo>
                <a:lnTo>
                  <a:pt x="63615" y="53557"/>
                </a:lnTo>
                <a:lnTo>
                  <a:pt x="63583" y="54323"/>
                </a:lnTo>
                <a:lnTo>
                  <a:pt x="63565" y="55097"/>
                </a:lnTo>
                <a:lnTo>
                  <a:pt x="63558" y="55881"/>
                </a:lnTo>
                <a:lnTo>
                  <a:pt x="63565" y="56654"/>
                </a:lnTo>
                <a:lnTo>
                  <a:pt x="63584" y="57420"/>
                </a:lnTo>
                <a:lnTo>
                  <a:pt x="63616" y="58178"/>
                </a:lnTo>
                <a:lnTo>
                  <a:pt x="63660" y="58928"/>
                </a:lnTo>
                <a:lnTo>
                  <a:pt x="63717" y="59669"/>
                </a:lnTo>
                <a:lnTo>
                  <a:pt x="63787" y="60403"/>
                </a:lnTo>
                <a:lnTo>
                  <a:pt x="63870" y="61129"/>
                </a:lnTo>
                <a:lnTo>
                  <a:pt x="63965" y="61847"/>
                </a:lnTo>
                <a:lnTo>
                  <a:pt x="64073" y="62556"/>
                </a:lnTo>
                <a:lnTo>
                  <a:pt x="64194" y="63258"/>
                </a:lnTo>
                <a:lnTo>
                  <a:pt x="64327" y="63952"/>
                </a:lnTo>
                <a:lnTo>
                  <a:pt x="64474" y="64638"/>
                </a:lnTo>
                <a:lnTo>
                  <a:pt x="64633" y="65315"/>
                </a:lnTo>
                <a:lnTo>
                  <a:pt x="64804" y="65985"/>
                </a:lnTo>
                <a:lnTo>
                  <a:pt x="64988" y="66647"/>
                </a:lnTo>
                <a:lnTo>
                  <a:pt x="65186" y="67301"/>
                </a:lnTo>
                <a:lnTo>
                  <a:pt x="65395" y="67947"/>
                </a:lnTo>
                <a:lnTo>
                  <a:pt x="65618" y="68584"/>
                </a:lnTo>
                <a:lnTo>
                  <a:pt x="65853" y="69214"/>
                </a:lnTo>
                <a:lnTo>
                  <a:pt x="66101" y="69836"/>
                </a:lnTo>
                <a:lnTo>
                  <a:pt x="66361" y="70450"/>
                </a:lnTo>
                <a:lnTo>
                  <a:pt x="66635" y="71056"/>
                </a:lnTo>
                <a:lnTo>
                  <a:pt x="66921" y="71654"/>
                </a:lnTo>
                <a:lnTo>
                  <a:pt x="67220" y="72244"/>
                </a:lnTo>
                <a:lnTo>
                  <a:pt x="67530" y="72824"/>
                </a:lnTo>
                <a:lnTo>
                  <a:pt x="67849" y="73393"/>
                </a:lnTo>
                <a:lnTo>
                  <a:pt x="68179" y="73952"/>
                </a:lnTo>
                <a:lnTo>
                  <a:pt x="68518" y="74499"/>
                </a:lnTo>
                <a:lnTo>
                  <a:pt x="68866" y="75036"/>
                </a:lnTo>
                <a:lnTo>
                  <a:pt x="69225" y="75562"/>
                </a:lnTo>
                <a:lnTo>
                  <a:pt x="69592" y="76077"/>
                </a:lnTo>
                <a:lnTo>
                  <a:pt x="69970" y="76582"/>
                </a:lnTo>
                <a:lnTo>
                  <a:pt x="70357" y="77075"/>
                </a:lnTo>
                <a:lnTo>
                  <a:pt x="70754" y="77557"/>
                </a:lnTo>
                <a:lnTo>
                  <a:pt x="71160" y="78029"/>
                </a:lnTo>
                <a:lnTo>
                  <a:pt x="71577" y="78490"/>
                </a:lnTo>
                <a:lnTo>
                  <a:pt x="72002" y="78940"/>
                </a:lnTo>
                <a:lnTo>
                  <a:pt x="72438" y="79379"/>
                </a:lnTo>
                <a:lnTo>
                  <a:pt x="72883" y="79807"/>
                </a:lnTo>
                <a:lnTo>
                  <a:pt x="73337" y="80224"/>
                </a:lnTo>
                <a:lnTo>
                  <a:pt x="73802" y="80631"/>
                </a:lnTo>
                <a:lnTo>
                  <a:pt x="74276" y="81026"/>
                </a:lnTo>
                <a:lnTo>
                  <a:pt x="74759" y="81411"/>
                </a:lnTo>
                <a:lnTo>
                  <a:pt x="75252" y="81785"/>
                </a:lnTo>
                <a:lnTo>
                  <a:pt x="75755" y="82148"/>
                </a:lnTo>
                <a:lnTo>
                  <a:pt x="76268" y="82500"/>
                </a:lnTo>
                <a:lnTo>
                  <a:pt x="76790" y="82841"/>
                </a:lnTo>
                <a:lnTo>
                  <a:pt x="77322" y="83171"/>
                </a:lnTo>
                <a:lnTo>
                  <a:pt x="77862" y="83489"/>
                </a:lnTo>
                <a:lnTo>
                  <a:pt x="78408" y="83794"/>
                </a:lnTo>
                <a:lnTo>
                  <a:pt x="78962" y="84085"/>
                </a:lnTo>
                <a:lnTo>
                  <a:pt x="79522" y="84362"/>
                </a:lnTo>
                <a:lnTo>
                  <a:pt x="80089" y="84626"/>
                </a:lnTo>
                <a:lnTo>
                  <a:pt x="80663" y="84876"/>
                </a:lnTo>
                <a:lnTo>
                  <a:pt x="81244" y="85113"/>
                </a:lnTo>
                <a:lnTo>
                  <a:pt x="81831" y="85336"/>
                </a:lnTo>
                <a:lnTo>
                  <a:pt x="82425" y="85546"/>
                </a:lnTo>
                <a:lnTo>
                  <a:pt x="83026" y="85742"/>
                </a:lnTo>
                <a:lnTo>
                  <a:pt x="83634" y="85925"/>
                </a:lnTo>
                <a:lnTo>
                  <a:pt x="84248" y="86094"/>
                </a:lnTo>
                <a:lnTo>
                  <a:pt x="84869" y="86250"/>
                </a:lnTo>
                <a:lnTo>
                  <a:pt x="85497" y="86392"/>
                </a:lnTo>
                <a:lnTo>
                  <a:pt x="86132" y="86521"/>
                </a:lnTo>
                <a:lnTo>
                  <a:pt x="86773" y="86636"/>
                </a:lnTo>
                <a:lnTo>
                  <a:pt x="87421" y="86737"/>
                </a:lnTo>
                <a:lnTo>
                  <a:pt x="88076" y="86825"/>
                </a:lnTo>
                <a:lnTo>
                  <a:pt x="88738" y="86899"/>
                </a:lnTo>
                <a:lnTo>
                  <a:pt x="89407" y="86960"/>
                </a:lnTo>
                <a:lnTo>
                  <a:pt x="90082" y="87008"/>
                </a:lnTo>
                <a:lnTo>
                  <a:pt x="90764" y="87042"/>
                </a:lnTo>
                <a:lnTo>
                  <a:pt x="91453" y="87062"/>
                </a:lnTo>
                <a:lnTo>
                  <a:pt x="92149" y="87069"/>
                </a:lnTo>
                <a:lnTo>
                  <a:pt x="92726" y="87064"/>
                </a:lnTo>
                <a:lnTo>
                  <a:pt x="93298" y="87052"/>
                </a:lnTo>
                <a:lnTo>
                  <a:pt x="93864" y="87031"/>
                </a:lnTo>
                <a:lnTo>
                  <a:pt x="94425" y="87001"/>
                </a:lnTo>
                <a:lnTo>
                  <a:pt x="94979" y="86964"/>
                </a:lnTo>
                <a:lnTo>
                  <a:pt x="95527" y="86917"/>
                </a:lnTo>
                <a:lnTo>
                  <a:pt x="96069" y="86863"/>
                </a:lnTo>
                <a:lnTo>
                  <a:pt x="96605" y="86800"/>
                </a:lnTo>
                <a:lnTo>
                  <a:pt x="97136" y="86728"/>
                </a:lnTo>
                <a:lnTo>
                  <a:pt x="97660" y="86648"/>
                </a:lnTo>
                <a:lnTo>
                  <a:pt x="98178" y="86560"/>
                </a:lnTo>
                <a:lnTo>
                  <a:pt x="98691" y="86463"/>
                </a:lnTo>
                <a:lnTo>
                  <a:pt x="99197" y="86358"/>
                </a:lnTo>
                <a:lnTo>
                  <a:pt x="99698" y="86245"/>
                </a:lnTo>
                <a:lnTo>
                  <a:pt x="100193" y="86123"/>
                </a:lnTo>
                <a:lnTo>
                  <a:pt x="100681" y="85993"/>
                </a:lnTo>
                <a:lnTo>
                  <a:pt x="101164" y="85854"/>
                </a:lnTo>
                <a:lnTo>
                  <a:pt x="101641" y="85707"/>
                </a:lnTo>
                <a:lnTo>
                  <a:pt x="102111" y="85551"/>
                </a:lnTo>
                <a:lnTo>
                  <a:pt x="102576" y="85387"/>
                </a:lnTo>
                <a:lnTo>
                  <a:pt x="103035" y="85215"/>
                </a:lnTo>
                <a:lnTo>
                  <a:pt x="103488" y="85034"/>
                </a:lnTo>
                <a:lnTo>
                  <a:pt x="103935" y="84845"/>
                </a:lnTo>
                <a:lnTo>
                  <a:pt x="104376" y="84648"/>
                </a:lnTo>
                <a:lnTo>
                  <a:pt x="104811" y="84443"/>
                </a:lnTo>
                <a:lnTo>
                  <a:pt x="105240" y="84231"/>
                </a:lnTo>
                <a:lnTo>
                  <a:pt x="105663" y="84013"/>
                </a:lnTo>
                <a:lnTo>
                  <a:pt x="106081" y="83789"/>
                </a:lnTo>
                <a:lnTo>
                  <a:pt x="106492" y="83559"/>
                </a:lnTo>
                <a:lnTo>
                  <a:pt x="106897" y="83322"/>
                </a:lnTo>
                <a:lnTo>
                  <a:pt x="107297" y="83079"/>
                </a:lnTo>
                <a:lnTo>
                  <a:pt x="107690" y="82829"/>
                </a:lnTo>
                <a:lnTo>
                  <a:pt x="108078" y="82573"/>
                </a:lnTo>
                <a:lnTo>
                  <a:pt x="108459" y="82311"/>
                </a:lnTo>
                <a:lnTo>
                  <a:pt x="108835" y="82042"/>
                </a:lnTo>
                <a:lnTo>
                  <a:pt x="109204" y="81767"/>
                </a:lnTo>
                <a:lnTo>
                  <a:pt x="109568" y="81486"/>
                </a:lnTo>
                <a:lnTo>
                  <a:pt x="109926" y="81198"/>
                </a:lnTo>
                <a:lnTo>
                  <a:pt x="110278" y="80904"/>
                </a:lnTo>
                <a:lnTo>
                  <a:pt x="110624" y="80604"/>
                </a:lnTo>
                <a:lnTo>
                  <a:pt x="110964" y="80297"/>
                </a:lnTo>
                <a:lnTo>
                  <a:pt x="111298" y="79984"/>
                </a:lnTo>
                <a:lnTo>
                  <a:pt x="111626" y="79665"/>
                </a:lnTo>
                <a:lnTo>
                  <a:pt x="111948" y="79339"/>
                </a:lnTo>
                <a:lnTo>
                  <a:pt x="112264" y="79007"/>
                </a:lnTo>
                <a:lnTo>
                  <a:pt x="112574" y="78668"/>
                </a:lnTo>
                <a:lnTo>
                  <a:pt x="112878" y="78324"/>
                </a:lnTo>
                <a:lnTo>
                  <a:pt x="113177" y="77972"/>
                </a:lnTo>
                <a:lnTo>
                  <a:pt x="113468" y="77616"/>
                </a:lnTo>
                <a:lnTo>
                  <a:pt x="113753" y="77256"/>
                </a:lnTo>
                <a:lnTo>
                  <a:pt x="114029" y="76893"/>
                </a:lnTo>
                <a:lnTo>
                  <a:pt x="114299" y="76525"/>
                </a:lnTo>
                <a:lnTo>
                  <a:pt x="114561" y="76154"/>
                </a:lnTo>
                <a:lnTo>
                  <a:pt x="114816" y="75780"/>
                </a:lnTo>
                <a:lnTo>
                  <a:pt x="115063" y="75401"/>
                </a:lnTo>
                <a:lnTo>
                  <a:pt x="115303" y="75019"/>
                </a:lnTo>
                <a:lnTo>
                  <a:pt x="115536" y="74633"/>
                </a:lnTo>
                <a:lnTo>
                  <a:pt x="115761" y="74244"/>
                </a:lnTo>
                <a:lnTo>
                  <a:pt x="115979" y="73851"/>
                </a:lnTo>
                <a:lnTo>
                  <a:pt x="116189" y="73454"/>
                </a:lnTo>
                <a:lnTo>
                  <a:pt x="116392" y="73053"/>
                </a:lnTo>
                <a:lnTo>
                  <a:pt x="116588" y="72649"/>
                </a:lnTo>
                <a:lnTo>
                  <a:pt x="116776" y="72241"/>
                </a:lnTo>
                <a:lnTo>
                  <a:pt x="116957" y="71830"/>
                </a:lnTo>
                <a:lnTo>
                  <a:pt x="117131" y="71414"/>
                </a:lnTo>
                <a:lnTo>
                  <a:pt x="117297" y="70995"/>
                </a:lnTo>
                <a:lnTo>
                  <a:pt x="117456" y="70573"/>
                </a:lnTo>
                <a:lnTo>
                  <a:pt x="117607" y="70146"/>
                </a:lnTo>
                <a:lnTo>
                  <a:pt x="117751" y="69716"/>
                </a:lnTo>
                <a:lnTo>
                  <a:pt x="117888" y="69282"/>
                </a:lnTo>
                <a:lnTo>
                  <a:pt x="118017" y="68845"/>
                </a:lnTo>
                <a:lnTo>
                  <a:pt x="118139" y="68404"/>
                </a:lnTo>
                <a:lnTo>
                  <a:pt x="108333" y="68404"/>
                </a:lnTo>
                <a:lnTo>
                  <a:pt x="108181" y="68794"/>
                </a:lnTo>
                <a:lnTo>
                  <a:pt x="108022" y="69178"/>
                </a:lnTo>
                <a:lnTo>
                  <a:pt x="107854" y="69555"/>
                </a:lnTo>
                <a:lnTo>
                  <a:pt x="107678" y="69925"/>
                </a:lnTo>
                <a:lnTo>
                  <a:pt x="107495" y="70288"/>
                </a:lnTo>
                <a:lnTo>
                  <a:pt x="107303" y="70644"/>
                </a:lnTo>
                <a:lnTo>
                  <a:pt x="107103" y="70994"/>
                </a:lnTo>
                <a:lnTo>
                  <a:pt x="106896" y="71337"/>
                </a:lnTo>
                <a:lnTo>
                  <a:pt x="106680" y="71673"/>
                </a:lnTo>
                <a:lnTo>
                  <a:pt x="106456" y="72003"/>
                </a:lnTo>
                <a:lnTo>
                  <a:pt x="106225" y="72326"/>
                </a:lnTo>
                <a:lnTo>
                  <a:pt x="105985" y="72641"/>
                </a:lnTo>
                <a:lnTo>
                  <a:pt x="105737" y="72951"/>
                </a:lnTo>
                <a:lnTo>
                  <a:pt x="105482" y="73253"/>
                </a:lnTo>
                <a:lnTo>
                  <a:pt x="105218" y="73549"/>
                </a:lnTo>
                <a:lnTo>
                  <a:pt x="104946" y="73837"/>
                </a:lnTo>
                <a:lnTo>
                  <a:pt x="104667" y="74120"/>
                </a:lnTo>
                <a:lnTo>
                  <a:pt x="104379" y="74395"/>
                </a:lnTo>
                <a:lnTo>
                  <a:pt x="104083" y="74663"/>
                </a:lnTo>
                <a:lnTo>
                  <a:pt x="103780" y="74925"/>
                </a:lnTo>
                <a:lnTo>
                  <a:pt x="103468" y="75180"/>
                </a:lnTo>
                <a:lnTo>
                  <a:pt x="103148" y="75429"/>
                </a:lnTo>
                <a:lnTo>
                  <a:pt x="102821" y="75670"/>
                </a:lnTo>
                <a:lnTo>
                  <a:pt x="102485" y="75905"/>
                </a:lnTo>
                <a:lnTo>
                  <a:pt x="102142" y="76131"/>
                </a:lnTo>
                <a:lnTo>
                  <a:pt x="101791" y="76348"/>
                </a:lnTo>
                <a:lnTo>
                  <a:pt x="101432" y="76555"/>
                </a:lnTo>
                <a:lnTo>
                  <a:pt x="101066" y="76753"/>
                </a:lnTo>
                <a:lnTo>
                  <a:pt x="100692" y="76941"/>
                </a:lnTo>
                <a:lnTo>
                  <a:pt x="100311" y="77119"/>
                </a:lnTo>
                <a:lnTo>
                  <a:pt x="99922" y="77288"/>
                </a:lnTo>
                <a:lnTo>
                  <a:pt x="99525" y="77447"/>
                </a:lnTo>
                <a:lnTo>
                  <a:pt x="99121" y="77596"/>
                </a:lnTo>
                <a:lnTo>
                  <a:pt x="98709" y="77736"/>
                </a:lnTo>
                <a:lnTo>
                  <a:pt x="98290" y="77866"/>
                </a:lnTo>
                <a:lnTo>
                  <a:pt x="97863" y="77987"/>
                </a:lnTo>
                <a:lnTo>
                  <a:pt x="97429" y="78098"/>
                </a:lnTo>
                <a:lnTo>
                  <a:pt x="96986" y="78199"/>
                </a:lnTo>
                <a:lnTo>
                  <a:pt x="96537" y="78290"/>
                </a:lnTo>
                <a:lnTo>
                  <a:pt x="96080" y="78372"/>
                </a:lnTo>
                <a:lnTo>
                  <a:pt x="95615" y="78445"/>
                </a:lnTo>
                <a:lnTo>
                  <a:pt x="95142" y="78507"/>
                </a:lnTo>
                <a:lnTo>
                  <a:pt x="94662" y="78560"/>
                </a:lnTo>
                <a:lnTo>
                  <a:pt x="94175" y="78604"/>
                </a:lnTo>
                <a:lnTo>
                  <a:pt x="93680" y="78637"/>
                </a:lnTo>
                <a:lnTo>
                  <a:pt x="93177" y="78662"/>
                </a:lnTo>
                <a:lnTo>
                  <a:pt x="92666" y="78676"/>
                </a:lnTo>
                <a:lnTo>
                  <a:pt x="92149" y="78681"/>
                </a:lnTo>
                <a:lnTo>
                  <a:pt x="91736" y="78677"/>
                </a:lnTo>
                <a:lnTo>
                  <a:pt x="91326" y="78664"/>
                </a:lnTo>
                <a:lnTo>
                  <a:pt x="90918" y="78642"/>
                </a:lnTo>
                <a:lnTo>
                  <a:pt x="90512" y="78612"/>
                </a:lnTo>
                <a:lnTo>
                  <a:pt x="90109" y="78573"/>
                </a:lnTo>
                <a:lnTo>
                  <a:pt x="89708" y="78526"/>
                </a:lnTo>
                <a:lnTo>
                  <a:pt x="89309" y="78470"/>
                </a:lnTo>
                <a:lnTo>
                  <a:pt x="88912" y="78405"/>
                </a:lnTo>
                <a:lnTo>
                  <a:pt x="88518" y="78332"/>
                </a:lnTo>
                <a:lnTo>
                  <a:pt x="88126" y="78250"/>
                </a:lnTo>
                <a:lnTo>
                  <a:pt x="87736" y="78160"/>
                </a:lnTo>
                <a:lnTo>
                  <a:pt x="87349" y="78061"/>
                </a:lnTo>
                <a:lnTo>
                  <a:pt x="86963" y="77953"/>
                </a:lnTo>
                <a:lnTo>
                  <a:pt x="86580" y="77837"/>
                </a:lnTo>
                <a:lnTo>
                  <a:pt x="86199" y="77712"/>
                </a:lnTo>
                <a:lnTo>
                  <a:pt x="85821" y="77578"/>
                </a:lnTo>
                <a:lnTo>
                  <a:pt x="85445" y="77436"/>
                </a:lnTo>
                <a:lnTo>
                  <a:pt x="85071" y="77286"/>
                </a:lnTo>
                <a:lnTo>
                  <a:pt x="84699" y="77126"/>
                </a:lnTo>
                <a:lnTo>
                  <a:pt x="84329" y="76958"/>
                </a:lnTo>
                <a:lnTo>
                  <a:pt x="83962" y="76782"/>
                </a:lnTo>
                <a:lnTo>
                  <a:pt x="83597" y="76597"/>
                </a:lnTo>
                <a:lnTo>
                  <a:pt x="83234" y="76403"/>
                </a:lnTo>
                <a:lnTo>
                  <a:pt x="82874" y="76200"/>
                </a:lnTo>
                <a:lnTo>
                  <a:pt x="82517" y="75989"/>
                </a:lnTo>
                <a:lnTo>
                  <a:pt x="82167" y="75770"/>
                </a:lnTo>
                <a:lnTo>
                  <a:pt x="81822" y="75542"/>
                </a:lnTo>
                <a:lnTo>
                  <a:pt x="81482" y="75305"/>
                </a:lnTo>
                <a:lnTo>
                  <a:pt x="81149" y="75059"/>
                </a:lnTo>
                <a:lnTo>
                  <a:pt x="80821" y="74805"/>
                </a:lnTo>
                <a:lnTo>
                  <a:pt x="80499" y="74542"/>
                </a:lnTo>
                <a:lnTo>
                  <a:pt x="80183" y="74271"/>
                </a:lnTo>
                <a:lnTo>
                  <a:pt x="79872" y="73991"/>
                </a:lnTo>
                <a:lnTo>
                  <a:pt x="79568" y="73703"/>
                </a:lnTo>
                <a:lnTo>
                  <a:pt x="79268" y="73406"/>
                </a:lnTo>
                <a:lnTo>
                  <a:pt x="78975" y="73100"/>
                </a:lnTo>
                <a:lnTo>
                  <a:pt x="78688" y="72785"/>
                </a:lnTo>
                <a:lnTo>
                  <a:pt x="78406" y="72462"/>
                </a:lnTo>
                <a:lnTo>
                  <a:pt x="78130" y="72131"/>
                </a:lnTo>
                <a:lnTo>
                  <a:pt x="77859" y="71791"/>
                </a:lnTo>
                <a:lnTo>
                  <a:pt x="77595" y="71442"/>
                </a:lnTo>
                <a:lnTo>
                  <a:pt x="77336" y="71084"/>
                </a:lnTo>
                <a:lnTo>
                  <a:pt x="77083" y="70718"/>
                </a:lnTo>
                <a:lnTo>
                  <a:pt x="76835" y="70344"/>
                </a:lnTo>
                <a:lnTo>
                  <a:pt x="76594" y="69960"/>
                </a:lnTo>
                <a:lnTo>
                  <a:pt x="76358" y="69569"/>
                </a:lnTo>
                <a:lnTo>
                  <a:pt x="76127" y="69168"/>
                </a:lnTo>
                <a:lnTo>
                  <a:pt x="75903" y="68759"/>
                </a:lnTo>
                <a:lnTo>
                  <a:pt x="75686" y="68341"/>
                </a:lnTo>
                <a:lnTo>
                  <a:pt x="75479" y="67915"/>
                </a:lnTo>
                <a:lnTo>
                  <a:pt x="75280" y="67481"/>
                </a:lnTo>
                <a:lnTo>
                  <a:pt x="75091" y="67039"/>
                </a:lnTo>
                <a:lnTo>
                  <a:pt x="74911" y="66589"/>
                </a:lnTo>
                <a:lnTo>
                  <a:pt x="74740" y="66130"/>
                </a:lnTo>
                <a:lnTo>
                  <a:pt x="74579" y="65663"/>
                </a:lnTo>
                <a:lnTo>
                  <a:pt x="74427" y="65188"/>
                </a:lnTo>
                <a:lnTo>
                  <a:pt x="74284" y="64705"/>
                </a:lnTo>
                <a:lnTo>
                  <a:pt x="74150" y="64213"/>
                </a:lnTo>
                <a:lnTo>
                  <a:pt x="74025" y="63714"/>
                </a:lnTo>
                <a:lnTo>
                  <a:pt x="73910" y="63206"/>
                </a:lnTo>
                <a:lnTo>
                  <a:pt x="73804" y="62690"/>
                </a:lnTo>
                <a:lnTo>
                  <a:pt x="73707" y="62166"/>
                </a:lnTo>
                <a:lnTo>
                  <a:pt x="73619" y="61633"/>
                </a:lnTo>
                <a:lnTo>
                  <a:pt x="73541" y="61092"/>
                </a:lnTo>
                <a:lnTo>
                  <a:pt x="73472" y="60544"/>
                </a:lnTo>
                <a:lnTo>
                  <a:pt x="73412" y="59987"/>
                </a:lnTo>
                <a:lnTo>
                  <a:pt x="73361" y="59421"/>
                </a:lnTo>
                <a:lnTo>
                  <a:pt x="73320" y="58848"/>
                </a:lnTo>
                <a:lnTo>
                  <a:pt x="73287" y="58266"/>
                </a:lnTo>
                <a:lnTo>
                  <a:pt x="73282" y="58125"/>
                </a:lnTo>
                <a:lnTo>
                  <a:pt x="119675" y="58125"/>
                </a:lnTo>
                <a:lnTo>
                  <a:pt x="119685" y="57988"/>
                </a:lnTo>
                <a:lnTo>
                  <a:pt x="119694" y="57852"/>
                </a:lnTo>
                <a:lnTo>
                  <a:pt x="119703" y="57717"/>
                </a:lnTo>
                <a:close/>
                <a:moveTo>
                  <a:pt x="73535" y="48996"/>
                </a:moveTo>
                <a:lnTo>
                  <a:pt x="73611" y="48510"/>
                </a:lnTo>
                <a:lnTo>
                  <a:pt x="73697" y="48030"/>
                </a:lnTo>
                <a:lnTo>
                  <a:pt x="73792" y="47559"/>
                </a:lnTo>
                <a:lnTo>
                  <a:pt x="73896" y="47095"/>
                </a:lnTo>
                <a:lnTo>
                  <a:pt x="74008" y="46638"/>
                </a:lnTo>
                <a:lnTo>
                  <a:pt x="74130" y="46189"/>
                </a:lnTo>
                <a:lnTo>
                  <a:pt x="74261" y="45748"/>
                </a:lnTo>
                <a:lnTo>
                  <a:pt x="74401" y="45314"/>
                </a:lnTo>
                <a:lnTo>
                  <a:pt x="74550" y="44888"/>
                </a:lnTo>
                <a:lnTo>
                  <a:pt x="74708" y="44469"/>
                </a:lnTo>
                <a:lnTo>
                  <a:pt x="74875" y="44058"/>
                </a:lnTo>
                <a:lnTo>
                  <a:pt x="75051" y="43655"/>
                </a:lnTo>
                <a:lnTo>
                  <a:pt x="75236" y="43259"/>
                </a:lnTo>
                <a:lnTo>
                  <a:pt x="75430" y="42871"/>
                </a:lnTo>
                <a:lnTo>
                  <a:pt x="75633" y="42490"/>
                </a:lnTo>
                <a:lnTo>
                  <a:pt x="75845" y="42117"/>
                </a:lnTo>
                <a:lnTo>
                  <a:pt x="76065" y="41752"/>
                </a:lnTo>
                <a:lnTo>
                  <a:pt x="76290" y="41394"/>
                </a:lnTo>
                <a:lnTo>
                  <a:pt x="76522" y="41043"/>
                </a:lnTo>
                <a:lnTo>
                  <a:pt x="76759" y="40700"/>
                </a:lnTo>
                <a:lnTo>
                  <a:pt x="77003" y="40364"/>
                </a:lnTo>
                <a:lnTo>
                  <a:pt x="77252" y="40035"/>
                </a:lnTo>
                <a:lnTo>
                  <a:pt x="77507" y="39714"/>
                </a:lnTo>
                <a:lnTo>
                  <a:pt x="77768" y="39400"/>
                </a:lnTo>
                <a:lnTo>
                  <a:pt x="78036" y="39093"/>
                </a:lnTo>
                <a:lnTo>
                  <a:pt x="78309" y="38794"/>
                </a:lnTo>
                <a:lnTo>
                  <a:pt x="78588" y="38503"/>
                </a:lnTo>
                <a:lnTo>
                  <a:pt x="78873" y="38218"/>
                </a:lnTo>
                <a:lnTo>
                  <a:pt x="79164" y="37941"/>
                </a:lnTo>
                <a:lnTo>
                  <a:pt x="79461" y="37672"/>
                </a:lnTo>
                <a:lnTo>
                  <a:pt x="79764" y="37410"/>
                </a:lnTo>
                <a:lnTo>
                  <a:pt x="80072" y="37155"/>
                </a:lnTo>
                <a:lnTo>
                  <a:pt x="80387" y="36908"/>
                </a:lnTo>
                <a:lnTo>
                  <a:pt x="80708" y="36668"/>
                </a:lnTo>
                <a:lnTo>
                  <a:pt x="81034" y="36435"/>
                </a:lnTo>
                <a:lnTo>
                  <a:pt x="81367" y="36210"/>
                </a:lnTo>
                <a:lnTo>
                  <a:pt x="81705" y="35992"/>
                </a:lnTo>
                <a:lnTo>
                  <a:pt x="82050" y="35781"/>
                </a:lnTo>
                <a:lnTo>
                  <a:pt x="82400" y="35578"/>
                </a:lnTo>
                <a:lnTo>
                  <a:pt x="82757" y="35383"/>
                </a:lnTo>
                <a:lnTo>
                  <a:pt x="83117" y="35195"/>
                </a:lnTo>
                <a:lnTo>
                  <a:pt x="83481" y="35015"/>
                </a:lnTo>
                <a:lnTo>
                  <a:pt x="83847" y="34843"/>
                </a:lnTo>
                <a:lnTo>
                  <a:pt x="84215" y="34679"/>
                </a:lnTo>
                <a:lnTo>
                  <a:pt x="84587" y="34523"/>
                </a:lnTo>
                <a:lnTo>
                  <a:pt x="84961" y="34375"/>
                </a:lnTo>
                <a:lnTo>
                  <a:pt x="85337" y="34235"/>
                </a:lnTo>
                <a:lnTo>
                  <a:pt x="85717" y="34103"/>
                </a:lnTo>
                <a:lnTo>
                  <a:pt x="86099" y="33979"/>
                </a:lnTo>
                <a:lnTo>
                  <a:pt x="86483" y="33863"/>
                </a:lnTo>
                <a:lnTo>
                  <a:pt x="86871" y="33755"/>
                </a:lnTo>
                <a:lnTo>
                  <a:pt x="87261" y="33655"/>
                </a:lnTo>
                <a:lnTo>
                  <a:pt x="87653" y="33563"/>
                </a:lnTo>
                <a:lnTo>
                  <a:pt x="88049" y="33479"/>
                </a:lnTo>
                <a:lnTo>
                  <a:pt x="88447" y="33403"/>
                </a:lnTo>
                <a:lnTo>
                  <a:pt x="88847" y="33335"/>
                </a:lnTo>
                <a:lnTo>
                  <a:pt x="89251" y="33275"/>
                </a:lnTo>
                <a:lnTo>
                  <a:pt x="89657" y="33223"/>
                </a:lnTo>
                <a:lnTo>
                  <a:pt x="90065" y="33179"/>
                </a:lnTo>
                <a:lnTo>
                  <a:pt x="90477" y="33143"/>
                </a:lnTo>
                <a:lnTo>
                  <a:pt x="90891" y="33115"/>
                </a:lnTo>
                <a:lnTo>
                  <a:pt x="91307" y="33095"/>
                </a:lnTo>
                <a:lnTo>
                  <a:pt x="91727" y="33083"/>
                </a:lnTo>
                <a:lnTo>
                  <a:pt x="92149" y="33079"/>
                </a:lnTo>
                <a:lnTo>
                  <a:pt x="92774" y="33087"/>
                </a:lnTo>
                <a:lnTo>
                  <a:pt x="93391" y="33111"/>
                </a:lnTo>
                <a:lnTo>
                  <a:pt x="93999" y="33151"/>
                </a:lnTo>
                <a:lnTo>
                  <a:pt x="94598" y="33207"/>
                </a:lnTo>
                <a:lnTo>
                  <a:pt x="95188" y="33279"/>
                </a:lnTo>
                <a:lnTo>
                  <a:pt x="95770" y="33367"/>
                </a:lnTo>
                <a:lnTo>
                  <a:pt x="96343" y="33471"/>
                </a:lnTo>
                <a:lnTo>
                  <a:pt x="96907" y="33591"/>
                </a:lnTo>
                <a:lnTo>
                  <a:pt x="97462" y="33727"/>
                </a:lnTo>
                <a:lnTo>
                  <a:pt x="98008" y="33879"/>
                </a:lnTo>
                <a:lnTo>
                  <a:pt x="98545" y="34047"/>
                </a:lnTo>
                <a:lnTo>
                  <a:pt x="99074" y="34231"/>
                </a:lnTo>
                <a:lnTo>
                  <a:pt x="99594" y="34431"/>
                </a:lnTo>
                <a:lnTo>
                  <a:pt x="100105" y="34647"/>
                </a:lnTo>
                <a:lnTo>
                  <a:pt x="100607" y="34879"/>
                </a:lnTo>
                <a:lnTo>
                  <a:pt x="101100" y="35127"/>
                </a:lnTo>
                <a:lnTo>
                  <a:pt x="101585" y="35391"/>
                </a:lnTo>
                <a:lnTo>
                  <a:pt x="102060" y="35671"/>
                </a:lnTo>
                <a:lnTo>
                  <a:pt x="102527" y="35967"/>
                </a:lnTo>
                <a:lnTo>
                  <a:pt x="102985" y="36279"/>
                </a:lnTo>
                <a:lnTo>
                  <a:pt x="103435" y="36607"/>
                </a:lnTo>
                <a:lnTo>
                  <a:pt x="103875" y="36951"/>
                </a:lnTo>
                <a:lnTo>
                  <a:pt x="104307" y="37311"/>
                </a:lnTo>
                <a:lnTo>
                  <a:pt x="104729" y="37686"/>
                </a:lnTo>
                <a:lnTo>
                  <a:pt x="105140" y="38077"/>
                </a:lnTo>
                <a:lnTo>
                  <a:pt x="105534" y="38479"/>
                </a:lnTo>
                <a:lnTo>
                  <a:pt x="105912" y="38894"/>
                </a:lnTo>
                <a:lnTo>
                  <a:pt x="106274" y="39321"/>
                </a:lnTo>
                <a:lnTo>
                  <a:pt x="106619" y="39760"/>
                </a:lnTo>
                <a:lnTo>
                  <a:pt x="106949" y="40212"/>
                </a:lnTo>
                <a:lnTo>
                  <a:pt x="107262" y="40676"/>
                </a:lnTo>
                <a:lnTo>
                  <a:pt x="107559" y="41152"/>
                </a:lnTo>
                <a:lnTo>
                  <a:pt x="107839" y="41641"/>
                </a:lnTo>
                <a:lnTo>
                  <a:pt x="108104" y="42141"/>
                </a:lnTo>
                <a:lnTo>
                  <a:pt x="108352" y="42655"/>
                </a:lnTo>
                <a:lnTo>
                  <a:pt x="108584" y="43180"/>
                </a:lnTo>
                <a:lnTo>
                  <a:pt x="108800" y="43718"/>
                </a:lnTo>
                <a:lnTo>
                  <a:pt x="109000" y="44268"/>
                </a:lnTo>
                <a:lnTo>
                  <a:pt x="109183" y="44830"/>
                </a:lnTo>
                <a:lnTo>
                  <a:pt x="109351" y="45405"/>
                </a:lnTo>
                <a:lnTo>
                  <a:pt x="109502" y="45992"/>
                </a:lnTo>
                <a:lnTo>
                  <a:pt x="109636" y="46591"/>
                </a:lnTo>
                <a:lnTo>
                  <a:pt x="109755" y="47203"/>
                </a:lnTo>
                <a:lnTo>
                  <a:pt x="109857" y="47827"/>
                </a:lnTo>
                <a:lnTo>
                  <a:pt x="109944" y="48463"/>
                </a:lnTo>
                <a:lnTo>
                  <a:pt x="110014" y="49112"/>
                </a:lnTo>
                <a:lnTo>
                  <a:pt x="110067" y="49773"/>
                </a:lnTo>
                <a:lnTo>
                  <a:pt x="110105" y="50446"/>
                </a:lnTo>
                <a:lnTo>
                  <a:pt x="73364" y="50446"/>
                </a:lnTo>
                <a:lnTo>
                  <a:pt x="73408" y="49993"/>
                </a:lnTo>
                <a:lnTo>
                  <a:pt x="73467" y="49491"/>
                </a:lnTo>
                <a:lnTo>
                  <a:pt x="73535" y="48996"/>
                </a:lnTo>
                <a:close/>
                <a:moveTo>
                  <a:pt x="302348" y="57717"/>
                </a:moveTo>
                <a:lnTo>
                  <a:pt x="302356" y="57584"/>
                </a:lnTo>
                <a:lnTo>
                  <a:pt x="302364" y="57452"/>
                </a:lnTo>
                <a:lnTo>
                  <a:pt x="302371" y="57321"/>
                </a:lnTo>
                <a:lnTo>
                  <a:pt x="302378" y="57191"/>
                </a:lnTo>
                <a:lnTo>
                  <a:pt x="302385" y="57062"/>
                </a:lnTo>
                <a:lnTo>
                  <a:pt x="302391" y="56935"/>
                </a:lnTo>
                <a:lnTo>
                  <a:pt x="302397" y="56809"/>
                </a:lnTo>
                <a:lnTo>
                  <a:pt x="302403" y="56684"/>
                </a:lnTo>
                <a:lnTo>
                  <a:pt x="302408" y="56560"/>
                </a:lnTo>
                <a:lnTo>
                  <a:pt x="302413" y="56438"/>
                </a:lnTo>
                <a:lnTo>
                  <a:pt x="302417" y="56317"/>
                </a:lnTo>
                <a:lnTo>
                  <a:pt x="302421" y="56197"/>
                </a:lnTo>
                <a:lnTo>
                  <a:pt x="302424" y="56078"/>
                </a:lnTo>
                <a:lnTo>
                  <a:pt x="302427" y="55961"/>
                </a:lnTo>
                <a:lnTo>
                  <a:pt x="302430" y="55844"/>
                </a:lnTo>
                <a:lnTo>
                  <a:pt x="302432" y="55729"/>
                </a:lnTo>
                <a:lnTo>
                  <a:pt x="302434" y="55615"/>
                </a:lnTo>
                <a:lnTo>
                  <a:pt x="302435" y="55503"/>
                </a:lnTo>
                <a:lnTo>
                  <a:pt x="302436" y="55391"/>
                </a:lnTo>
                <a:lnTo>
                  <a:pt x="302437" y="55281"/>
                </a:lnTo>
                <a:lnTo>
                  <a:pt x="302437" y="55172"/>
                </a:lnTo>
                <a:lnTo>
                  <a:pt x="302437" y="55064"/>
                </a:lnTo>
                <a:lnTo>
                  <a:pt x="302437" y="54957"/>
                </a:lnTo>
                <a:lnTo>
                  <a:pt x="302437" y="54849"/>
                </a:lnTo>
                <a:lnTo>
                  <a:pt x="302437" y="54742"/>
                </a:lnTo>
                <a:lnTo>
                  <a:pt x="302437" y="54636"/>
                </a:lnTo>
                <a:lnTo>
                  <a:pt x="302437" y="54530"/>
                </a:lnTo>
                <a:lnTo>
                  <a:pt x="302437" y="54424"/>
                </a:lnTo>
                <a:lnTo>
                  <a:pt x="302437" y="54319"/>
                </a:lnTo>
                <a:lnTo>
                  <a:pt x="302437" y="54214"/>
                </a:lnTo>
                <a:lnTo>
                  <a:pt x="302437" y="54110"/>
                </a:lnTo>
                <a:lnTo>
                  <a:pt x="302437" y="54006"/>
                </a:lnTo>
                <a:lnTo>
                  <a:pt x="302437" y="53902"/>
                </a:lnTo>
                <a:lnTo>
                  <a:pt x="302437" y="53799"/>
                </a:lnTo>
                <a:lnTo>
                  <a:pt x="302437" y="53696"/>
                </a:lnTo>
                <a:lnTo>
                  <a:pt x="302437" y="53593"/>
                </a:lnTo>
                <a:lnTo>
                  <a:pt x="302437" y="53491"/>
                </a:lnTo>
                <a:lnTo>
                  <a:pt x="302437" y="53390"/>
                </a:lnTo>
                <a:lnTo>
                  <a:pt x="302437" y="53289"/>
                </a:lnTo>
                <a:lnTo>
                  <a:pt x="302437" y="53188"/>
                </a:lnTo>
                <a:lnTo>
                  <a:pt x="302437" y="53087"/>
                </a:lnTo>
                <a:lnTo>
                  <a:pt x="302437" y="52988"/>
                </a:lnTo>
                <a:lnTo>
                  <a:pt x="302437" y="52888"/>
                </a:lnTo>
                <a:lnTo>
                  <a:pt x="302437" y="52789"/>
                </a:lnTo>
                <a:lnTo>
                  <a:pt x="302437" y="52690"/>
                </a:lnTo>
                <a:lnTo>
                  <a:pt x="302432" y="52062"/>
                </a:lnTo>
                <a:lnTo>
                  <a:pt x="302415" y="51439"/>
                </a:lnTo>
                <a:lnTo>
                  <a:pt x="302386" y="50819"/>
                </a:lnTo>
                <a:lnTo>
                  <a:pt x="302347" y="50204"/>
                </a:lnTo>
                <a:lnTo>
                  <a:pt x="302296" y="49594"/>
                </a:lnTo>
                <a:lnTo>
                  <a:pt x="302234" y="48987"/>
                </a:lnTo>
                <a:lnTo>
                  <a:pt x="302161" y="48385"/>
                </a:lnTo>
                <a:lnTo>
                  <a:pt x="302076" y="47788"/>
                </a:lnTo>
                <a:lnTo>
                  <a:pt x="301980" y="47194"/>
                </a:lnTo>
                <a:lnTo>
                  <a:pt x="301873" y="46605"/>
                </a:lnTo>
                <a:lnTo>
                  <a:pt x="301755" y="46020"/>
                </a:lnTo>
                <a:lnTo>
                  <a:pt x="301625" y="45440"/>
                </a:lnTo>
                <a:lnTo>
                  <a:pt x="301484" y="44864"/>
                </a:lnTo>
                <a:lnTo>
                  <a:pt x="301332" y="44292"/>
                </a:lnTo>
                <a:lnTo>
                  <a:pt x="301168" y="43724"/>
                </a:lnTo>
                <a:lnTo>
                  <a:pt x="300993" y="43161"/>
                </a:lnTo>
                <a:lnTo>
                  <a:pt x="300807" y="42602"/>
                </a:lnTo>
                <a:lnTo>
                  <a:pt x="300610" y="42047"/>
                </a:lnTo>
                <a:lnTo>
                  <a:pt x="300401" y="41497"/>
                </a:lnTo>
                <a:lnTo>
                  <a:pt x="300181" y="40951"/>
                </a:lnTo>
                <a:lnTo>
                  <a:pt x="299950" y="40409"/>
                </a:lnTo>
                <a:lnTo>
                  <a:pt x="299708" y="39872"/>
                </a:lnTo>
                <a:lnTo>
                  <a:pt x="299454" y="39338"/>
                </a:lnTo>
                <a:lnTo>
                  <a:pt x="299189" y="38810"/>
                </a:lnTo>
                <a:lnTo>
                  <a:pt x="298913" y="38287"/>
                </a:lnTo>
                <a:lnTo>
                  <a:pt x="298628" y="37773"/>
                </a:lnTo>
                <a:lnTo>
                  <a:pt x="298332" y="37267"/>
                </a:lnTo>
                <a:lnTo>
                  <a:pt x="298027" y="36770"/>
                </a:lnTo>
                <a:lnTo>
                  <a:pt x="297712" y="36281"/>
                </a:lnTo>
                <a:lnTo>
                  <a:pt x="297387" y="35801"/>
                </a:lnTo>
                <a:lnTo>
                  <a:pt x="297053" y="35329"/>
                </a:lnTo>
                <a:lnTo>
                  <a:pt x="296708" y="34865"/>
                </a:lnTo>
                <a:lnTo>
                  <a:pt x="296354" y="34410"/>
                </a:lnTo>
                <a:lnTo>
                  <a:pt x="295990" y="33963"/>
                </a:lnTo>
                <a:lnTo>
                  <a:pt x="295615" y="33525"/>
                </a:lnTo>
                <a:lnTo>
                  <a:pt x="295232" y="33095"/>
                </a:lnTo>
                <a:lnTo>
                  <a:pt x="294838" y="32673"/>
                </a:lnTo>
                <a:lnTo>
                  <a:pt x="294434" y="32260"/>
                </a:lnTo>
                <a:lnTo>
                  <a:pt x="294021" y="31855"/>
                </a:lnTo>
                <a:lnTo>
                  <a:pt x="293597" y="31459"/>
                </a:lnTo>
                <a:lnTo>
                  <a:pt x="293164" y="31071"/>
                </a:lnTo>
                <a:lnTo>
                  <a:pt x="292721" y="30691"/>
                </a:lnTo>
                <a:lnTo>
                  <a:pt x="292268" y="30320"/>
                </a:lnTo>
                <a:lnTo>
                  <a:pt x="291806" y="29957"/>
                </a:lnTo>
                <a:lnTo>
                  <a:pt x="291333" y="29603"/>
                </a:lnTo>
                <a:lnTo>
                  <a:pt x="290851" y="29257"/>
                </a:lnTo>
                <a:lnTo>
                  <a:pt x="290359" y="28919"/>
                </a:lnTo>
                <a:lnTo>
                  <a:pt x="289856" y="28590"/>
                </a:lnTo>
                <a:lnTo>
                  <a:pt x="289345" y="28272"/>
                </a:lnTo>
                <a:lnTo>
                  <a:pt x="288824" y="27967"/>
                </a:lnTo>
                <a:lnTo>
                  <a:pt x="288294" y="27676"/>
                </a:lnTo>
                <a:lnTo>
                  <a:pt x="287755" y="27399"/>
                </a:lnTo>
                <a:lnTo>
                  <a:pt x="287206" y="27135"/>
                </a:lnTo>
                <a:lnTo>
                  <a:pt x="286648" y="26884"/>
                </a:lnTo>
                <a:lnTo>
                  <a:pt x="286081" y="26647"/>
                </a:lnTo>
                <a:lnTo>
                  <a:pt x="285505" y="26424"/>
                </a:lnTo>
                <a:lnTo>
                  <a:pt x="284920" y="26214"/>
                </a:lnTo>
                <a:lnTo>
                  <a:pt x="284325" y="26018"/>
                </a:lnTo>
                <a:lnTo>
                  <a:pt x="283721" y="25835"/>
                </a:lnTo>
                <a:lnTo>
                  <a:pt x="283108" y="25666"/>
                </a:lnTo>
                <a:lnTo>
                  <a:pt x="282485" y="25510"/>
                </a:lnTo>
                <a:lnTo>
                  <a:pt x="281854" y="25368"/>
                </a:lnTo>
                <a:lnTo>
                  <a:pt x="281213" y="25239"/>
                </a:lnTo>
                <a:lnTo>
                  <a:pt x="280563" y="25124"/>
                </a:lnTo>
                <a:lnTo>
                  <a:pt x="279903" y="25023"/>
                </a:lnTo>
                <a:lnTo>
                  <a:pt x="279235" y="24935"/>
                </a:lnTo>
                <a:lnTo>
                  <a:pt x="278557" y="24860"/>
                </a:lnTo>
                <a:lnTo>
                  <a:pt x="277870" y="24799"/>
                </a:lnTo>
                <a:lnTo>
                  <a:pt x="277174" y="24752"/>
                </a:lnTo>
                <a:lnTo>
                  <a:pt x="276468" y="24718"/>
                </a:lnTo>
                <a:lnTo>
                  <a:pt x="275753" y="24698"/>
                </a:lnTo>
                <a:lnTo>
                  <a:pt x="275030" y="24691"/>
                </a:lnTo>
                <a:lnTo>
                  <a:pt x="274324" y="24698"/>
                </a:lnTo>
                <a:lnTo>
                  <a:pt x="273625" y="24718"/>
                </a:lnTo>
                <a:lnTo>
                  <a:pt x="272933" y="24752"/>
                </a:lnTo>
                <a:lnTo>
                  <a:pt x="272248" y="24799"/>
                </a:lnTo>
                <a:lnTo>
                  <a:pt x="271570" y="24860"/>
                </a:lnTo>
                <a:lnTo>
                  <a:pt x="270898" y="24935"/>
                </a:lnTo>
                <a:lnTo>
                  <a:pt x="270233" y="25023"/>
                </a:lnTo>
                <a:lnTo>
                  <a:pt x="269575" y="25124"/>
                </a:lnTo>
                <a:lnTo>
                  <a:pt x="268924" y="25239"/>
                </a:lnTo>
                <a:lnTo>
                  <a:pt x="268279" y="25368"/>
                </a:lnTo>
                <a:lnTo>
                  <a:pt x="267641" y="25510"/>
                </a:lnTo>
                <a:lnTo>
                  <a:pt x="267010" y="25666"/>
                </a:lnTo>
                <a:lnTo>
                  <a:pt x="266386" y="25835"/>
                </a:lnTo>
                <a:lnTo>
                  <a:pt x="265769" y="26018"/>
                </a:lnTo>
                <a:lnTo>
                  <a:pt x="265158" y="26214"/>
                </a:lnTo>
                <a:lnTo>
                  <a:pt x="264554" y="26424"/>
                </a:lnTo>
                <a:lnTo>
                  <a:pt x="263957" y="26647"/>
                </a:lnTo>
                <a:lnTo>
                  <a:pt x="263367" y="26884"/>
                </a:lnTo>
                <a:lnTo>
                  <a:pt x="262783" y="27135"/>
                </a:lnTo>
                <a:lnTo>
                  <a:pt x="262206" y="27399"/>
                </a:lnTo>
                <a:lnTo>
                  <a:pt x="261636" y="27676"/>
                </a:lnTo>
                <a:lnTo>
                  <a:pt x="261073" y="27967"/>
                </a:lnTo>
                <a:lnTo>
                  <a:pt x="260516" y="28272"/>
                </a:lnTo>
                <a:lnTo>
                  <a:pt x="259966" y="28590"/>
                </a:lnTo>
                <a:lnTo>
                  <a:pt x="259425" y="28921"/>
                </a:lnTo>
                <a:lnTo>
                  <a:pt x="258894" y="29261"/>
                </a:lnTo>
                <a:lnTo>
                  <a:pt x="258374" y="29613"/>
                </a:lnTo>
                <a:lnTo>
                  <a:pt x="257863" y="29975"/>
                </a:lnTo>
                <a:lnTo>
                  <a:pt x="257363" y="30348"/>
                </a:lnTo>
                <a:lnTo>
                  <a:pt x="256873" y="30732"/>
                </a:lnTo>
                <a:lnTo>
                  <a:pt x="256393" y="31126"/>
                </a:lnTo>
                <a:lnTo>
                  <a:pt x="255924" y="31531"/>
                </a:lnTo>
                <a:lnTo>
                  <a:pt x="255464" y="31947"/>
                </a:lnTo>
                <a:lnTo>
                  <a:pt x="255016" y="32373"/>
                </a:lnTo>
                <a:lnTo>
                  <a:pt x="254577" y="32810"/>
                </a:lnTo>
                <a:lnTo>
                  <a:pt x="254148" y="33257"/>
                </a:lnTo>
                <a:lnTo>
                  <a:pt x="253730" y="33716"/>
                </a:lnTo>
                <a:lnTo>
                  <a:pt x="253322" y="34185"/>
                </a:lnTo>
                <a:lnTo>
                  <a:pt x="252925" y="34664"/>
                </a:lnTo>
                <a:lnTo>
                  <a:pt x="252537" y="35154"/>
                </a:lnTo>
                <a:lnTo>
                  <a:pt x="252160" y="35655"/>
                </a:lnTo>
                <a:lnTo>
                  <a:pt x="251793" y="36167"/>
                </a:lnTo>
                <a:lnTo>
                  <a:pt x="251436" y="36689"/>
                </a:lnTo>
                <a:lnTo>
                  <a:pt x="251090" y="37222"/>
                </a:lnTo>
                <a:lnTo>
                  <a:pt x="250754" y="37766"/>
                </a:lnTo>
                <a:lnTo>
                  <a:pt x="250428" y="38320"/>
                </a:lnTo>
                <a:lnTo>
                  <a:pt x="250112" y="38885"/>
                </a:lnTo>
                <a:lnTo>
                  <a:pt x="249807" y="39460"/>
                </a:lnTo>
                <a:lnTo>
                  <a:pt x="249513" y="40045"/>
                </a:lnTo>
                <a:lnTo>
                  <a:pt x="249231" y="40639"/>
                </a:lnTo>
                <a:lnTo>
                  <a:pt x="248962" y="41241"/>
                </a:lnTo>
                <a:lnTo>
                  <a:pt x="248706" y="41852"/>
                </a:lnTo>
                <a:lnTo>
                  <a:pt x="248462" y="42472"/>
                </a:lnTo>
                <a:lnTo>
                  <a:pt x="248230" y="43100"/>
                </a:lnTo>
                <a:lnTo>
                  <a:pt x="248011" y="43737"/>
                </a:lnTo>
                <a:lnTo>
                  <a:pt x="247805" y="44382"/>
                </a:lnTo>
                <a:lnTo>
                  <a:pt x="247611" y="45036"/>
                </a:lnTo>
                <a:lnTo>
                  <a:pt x="247429" y="45699"/>
                </a:lnTo>
                <a:lnTo>
                  <a:pt x="247260" y="46370"/>
                </a:lnTo>
                <a:lnTo>
                  <a:pt x="247104" y="47050"/>
                </a:lnTo>
                <a:lnTo>
                  <a:pt x="246960" y="47738"/>
                </a:lnTo>
                <a:lnTo>
                  <a:pt x="246829" y="48436"/>
                </a:lnTo>
                <a:lnTo>
                  <a:pt x="246710" y="49141"/>
                </a:lnTo>
                <a:lnTo>
                  <a:pt x="246604" y="49856"/>
                </a:lnTo>
                <a:lnTo>
                  <a:pt x="246510" y="50579"/>
                </a:lnTo>
                <a:lnTo>
                  <a:pt x="246428" y="51310"/>
                </a:lnTo>
                <a:lnTo>
                  <a:pt x="246360" y="52050"/>
                </a:lnTo>
                <a:lnTo>
                  <a:pt x="246303" y="52799"/>
                </a:lnTo>
                <a:lnTo>
                  <a:pt x="246259" y="53557"/>
                </a:lnTo>
                <a:lnTo>
                  <a:pt x="246228" y="54323"/>
                </a:lnTo>
                <a:lnTo>
                  <a:pt x="246209" y="55097"/>
                </a:lnTo>
                <a:lnTo>
                  <a:pt x="246203" y="55881"/>
                </a:lnTo>
                <a:lnTo>
                  <a:pt x="246209" y="56654"/>
                </a:lnTo>
                <a:lnTo>
                  <a:pt x="246229" y="57420"/>
                </a:lnTo>
                <a:lnTo>
                  <a:pt x="246260" y="58178"/>
                </a:lnTo>
                <a:lnTo>
                  <a:pt x="246305" y="58928"/>
                </a:lnTo>
                <a:lnTo>
                  <a:pt x="246362" y="59669"/>
                </a:lnTo>
                <a:lnTo>
                  <a:pt x="246432" y="60403"/>
                </a:lnTo>
                <a:lnTo>
                  <a:pt x="246515" y="61129"/>
                </a:lnTo>
                <a:lnTo>
                  <a:pt x="246610" y="61847"/>
                </a:lnTo>
                <a:lnTo>
                  <a:pt x="246718" y="62556"/>
                </a:lnTo>
                <a:lnTo>
                  <a:pt x="246839" y="63258"/>
                </a:lnTo>
                <a:lnTo>
                  <a:pt x="246972" y="63952"/>
                </a:lnTo>
                <a:lnTo>
                  <a:pt x="247118" y="64638"/>
                </a:lnTo>
                <a:lnTo>
                  <a:pt x="247277" y="65315"/>
                </a:lnTo>
                <a:lnTo>
                  <a:pt x="247449" y="65985"/>
                </a:lnTo>
                <a:lnTo>
                  <a:pt x="247633" y="66647"/>
                </a:lnTo>
                <a:lnTo>
                  <a:pt x="247830" y="67301"/>
                </a:lnTo>
                <a:lnTo>
                  <a:pt x="248040" y="67947"/>
                </a:lnTo>
                <a:lnTo>
                  <a:pt x="248263" y="68584"/>
                </a:lnTo>
                <a:lnTo>
                  <a:pt x="248498" y="69214"/>
                </a:lnTo>
                <a:lnTo>
                  <a:pt x="248746" y="69836"/>
                </a:lnTo>
                <a:lnTo>
                  <a:pt x="249006" y="70450"/>
                </a:lnTo>
                <a:lnTo>
                  <a:pt x="249280" y="71056"/>
                </a:lnTo>
                <a:lnTo>
                  <a:pt x="249566" y="71654"/>
                </a:lnTo>
                <a:lnTo>
                  <a:pt x="249864" y="72244"/>
                </a:lnTo>
                <a:lnTo>
                  <a:pt x="250174" y="72824"/>
                </a:lnTo>
                <a:lnTo>
                  <a:pt x="250494" y="73393"/>
                </a:lnTo>
                <a:lnTo>
                  <a:pt x="250823" y="73952"/>
                </a:lnTo>
                <a:lnTo>
                  <a:pt x="251162" y="74499"/>
                </a:lnTo>
                <a:lnTo>
                  <a:pt x="251511" y="75036"/>
                </a:lnTo>
                <a:lnTo>
                  <a:pt x="251869" y="75562"/>
                </a:lnTo>
                <a:lnTo>
                  <a:pt x="252237" y="76077"/>
                </a:lnTo>
                <a:lnTo>
                  <a:pt x="252615" y="76582"/>
                </a:lnTo>
                <a:lnTo>
                  <a:pt x="253002" y="77075"/>
                </a:lnTo>
                <a:lnTo>
                  <a:pt x="253399" y="77557"/>
                </a:lnTo>
                <a:lnTo>
                  <a:pt x="253805" y="78029"/>
                </a:lnTo>
                <a:lnTo>
                  <a:pt x="254221" y="78490"/>
                </a:lnTo>
                <a:lnTo>
                  <a:pt x="254647" y="78940"/>
                </a:lnTo>
                <a:lnTo>
                  <a:pt x="255083" y="79379"/>
                </a:lnTo>
                <a:lnTo>
                  <a:pt x="255528" y="79807"/>
                </a:lnTo>
                <a:lnTo>
                  <a:pt x="255982" y="80224"/>
                </a:lnTo>
                <a:lnTo>
                  <a:pt x="256446" y="80631"/>
                </a:lnTo>
                <a:lnTo>
                  <a:pt x="256920" y="81026"/>
                </a:lnTo>
                <a:lnTo>
                  <a:pt x="257404" y="81411"/>
                </a:lnTo>
                <a:lnTo>
                  <a:pt x="257897" y="81785"/>
                </a:lnTo>
                <a:lnTo>
                  <a:pt x="258400" y="82148"/>
                </a:lnTo>
                <a:lnTo>
                  <a:pt x="258913" y="82500"/>
                </a:lnTo>
                <a:lnTo>
                  <a:pt x="259435" y="82841"/>
                </a:lnTo>
                <a:lnTo>
                  <a:pt x="259966" y="83171"/>
                </a:lnTo>
                <a:lnTo>
                  <a:pt x="260506" y="83489"/>
                </a:lnTo>
                <a:lnTo>
                  <a:pt x="261053" y="83794"/>
                </a:lnTo>
                <a:lnTo>
                  <a:pt x="261607" y="84085"/>
                </a:lnTo>
                <a:lnTo>
                  <a:pt x="262167" y="84362"/>
                </a:lnTo>
                <a:lnTo>
                  <a:pt x="262734" y="84626"/>
                </a:lnTo>
                <a:lnTo>
                  <a:pt x="263308" y="84876"/>
                </a:lnTo>
                <a:lnTo>
                  <a:pt x="263888" y="85113"/>
                </a:lnTo>
                <a:lnTo>
                  <a:pt x="264476" y="85336"/>
                </a:lnTo>
                <a:lnTo>
                  <a:pt x="265070" y="85546"/>
                </a:lnTo>
                <a:lnTo>
                  <a:pt x="265671" y="85742"/>
                </a:lnTo>
                <a:lnTo>
                  <a:pt x="266278" y="85925"/>
                </a:lnTo>
                <a:lnTo>
                  <a:pt x="266893" y="86094"/>
                </a:lnTo>
                <a:lnTo>
                  <a:pt x="267514" y="86250"/>
                </a:lnTo>
                <a:lnTo>
                  <a:pt x="268142" y="86392"/>
                </a:lnTo>
                <a:lnTo>
                  <a:pt x="268777" y="86521"/>
                </a:lnTo>
                <a:lnTo>
                  <a:pt x="269418" y="86636"/>
                </a:lnTo>
                <a:lnTo>
                  <a:pt x="270066" y="86737"/>
                </a:lnTo>
                <a:lnTo>
                  <a:pt x="270721" y="86825"/>
                </a:lnTo>
                <a:lnTo>
                  <a:pt x="271383" y="86899"/>
                </a:lnTo>
                <a:lnTo>
                  <a:pt x="272052" y="86960"/>
                </a:lnTo>
                <a:lnTo>
                  <a:pt x="272727" y="87008"/>
                </a:lnTo>
                <a:lnTo>
                  <a:pt x="273409" y="87042"/>
                </a:lnTo>
                <a:lnTo>
                  <a:pt x="274098" y="87062"/>
                </a:lnTo>
                <a:lnTo>
                  <a:pt x="274793" y="87069"/>
                </a:lnTo>
                <a:lnTo>
                  <a:pt x="275371" y="87064"/>
                </a:lnTo>
                <a:lnTo>
                  <a:pt x="275943" y="87052"/>
                </a:lnTo>
                <a:lnTo>
                  <a:pt x="276509" y="87031"/>
                </a:lnTo>
                <a:lnTo>
                  <a:pt x="277069" y="87001"/>
                </a:lnTo>
                <a:lnTo>
                  <a:pt x="277624" y="86964"/>
                </a:lnTo>
                <a:lnTo>
                  <a:pt x="278172" y="86917"/>
                </a:lnTo>
                <a:lnTo>
                  <a:pt x="278714" y="86863"/>
                </a:lnTo>
                <a:lnTo>
                  <a:pt x="279250" y="86800"/>
                </a:lnTo>
                <a:lnTo>
                  <a:pt x="279780" y="86728"/>
                </a:lnTo>
                <a:lnTo>
                  <a:pt x="280305" y="86648"/>
                </a:lnTo>
                <a:lnTo>
                  <a:pt x="280823" y="86560"/>
                </a:lnTo>
                <a:lnTo>
                  <a:pt x="281336" y="86463"/>
                </a:lnTo>
                <a:lnTo>
                  <a:pt x="281842" y="86358"/>
                </a:lnTo>
                <a:lnTo>
                  <a:pt x="282343" y="86245"/>
                </a:lnTo>
                <a:lnTo>
                  <a:pt x="282837" y="86123"/>
                </a:lnTo>
                <a:lnTo>
                  <a:pt x="283326" y="85993"/>
                </a:lnTo>
                <a:lnTo>
                  <a:pt x="283809" y="85854"/>
                </a:lnTo>
                <a:lnTo>
                  <a:pt x="284285" y="85707"/>
                </a:lnTo>
                <a:lnTo>
                  <a:pt x="284756" y="85551"/>
                </a:lnTo>
                <a:lnTo>
                  <a:pt x="285221" y="85387"/>
                </a:lnTo>
                <a:lnTo>
                  <a:pt x="285680" y="85215"/>
                </a:lnTo>
                <a:lnTo>
                  <a:pt x="286133" y="85034"/>
                </a:lnTo>
                <a:lnTo>
                  <a:pt x="286580" y="84845"/>
                </a:lnTo>
                <a:lnTo>
                  <a:pt x="287021" y="84648"/>
                </a:lnTo>
                <a:lnTo>
                  <a:pt x="287456" y="84443"/>
                </a:lnTo>
                <a:lnTo>
                  <a:pt x="287885" y="84231"/>
                </a:lnTo>
                <a:lnTo>
                  <a:pt x="288308" y="84013"/>
                </a:lnTo>
                <a:lnTo>
                  <a:pt x="288725" y="83789"/>
                </a:lnTo>
                <a:lnTo>
                  <a:pt x="289137" y="83559"/>
                </a:lnTo>
                <a:lnTo>
                  <a:pt x="289542" y="83322"/>
                </a:lnTo>
                <a:lnTo>
                  <a:pt x="289941" y="83079"/>
                </a:lnTo>
                <a:lnTo>
                  <a:pt x="290335" y="82829"/>
                </a:lnTo>
                <a:lnTo>
                  <a:pt x="290722" y="82573"/>
                </a:lnTo>
                <a:lnTo>
                  <a:pt x="291104" y="82311"/>
                </a:lnTo>
                <a:lnTo>
                  <a:pt x="291480" y="82042"/>
                </a:lnTo>
                <a:lnTo>
                  <a:pt x="291849" y="81767"/>
                </a:lnTo>
                <a:lnTo>
                  <a:pt x="292213" y="81486"/>
                </a:lnTo>
                <a:lnTo>
                  <a:pt x="292571" y="81198"/>
                </a:lnTo>
                <a:lnTo>
                  <a:pt x="292923" y="80904"/>
                </a:lnTo>
                <a:lnTo>
                  <a:pt x="293268" y="80604"/>
                </a:lnTo>
                <a:lnTo>
                  <a:pt x="293608" y="80297"/>
                </a:lnTo>
                <a:lnTo>
                  <a:pt x="293942" y="79984"/>
                </a:lnTo>
                <a:lnTo>
                  <a:pt x="294270" y="79665"/>
                </a:lnTo>
                <a:lnTo>
                  <a:pt x="294593" y="79339"/>
                </a:lnTo>
                <a:lnTo>
                  <a:pt x="294909" y="79007"/>
                </a:lnTo>
                <a:lnTo>
                  <a:pt x="295219" y="78668"/>
                </a:lnTo>
                <a:lnTo>
                  <a:pt x="295523" y="78324"/>
                </a:lnTo>
                <a:lnTo>
                  <a:pt x="295821" y="77972"/>
                </a:lnTo>
                <a:lnTo>
                  <a:pt x="296113" y="77616"/>
                </a:lnTo>
                <a:lnTo>
                  <a:pt x="296397" y="77256"/>
                </a:lnTo>
                <a:lnTo>
                  <a:pt x="296674" y="76893"/>
                </a:lnTo>
                <a:lnTo>
                  <a:pt x="296944" y="76525"/>
                </a:lnTo>
                <a:lnTo>
                  <a:pt x="297206" y="76154"/>
                </a:lnTo>
                <a:lnTo>
                  <a:pt x="297461" y="75780"/>
                </a:lnTo>
                <a:lnTo>
                  <a:pt x="297708" y="75401"/>
                </a:lnTo>
                <a:lnTo>
                  <a:pt x="297948" y="75019"/>
                </a:lnTo>
                <a:lnTo>
                  <a:pt x="298181" y="74633"/>
                </a:lnTo>
                <a:lnTo>
                  <a:pt x="298406" y="74244"/>
                </a:lnTo>
                <a:lnTo>
                  <a:pt x="298624" y="73851"/>
                </a:lnTo>
                <a:lnTo>
                  <a:pt x="298834" y="73454"/>
                </a:lnTo>
                <a:lnTo>
                  <a:pt x="299037" y="73053"/>
                </a:lnTo>
                <a:lnTo>
                  <a:pt x="299233" y="72649"/>
                </a:lnTo>
                <a:lnTo>
                  <a:pt x="299421" y="72241"/>
                </a:lnTo>
                <a:lnTo>
                  <a:pt x="299602" y="71830"/>
                </a:lnTo>
                <a:lnTo>
                  <a:pt x="299776" y="71414"/>
                </a:lnTo>
                <a:lnTo>
                  <a:pt x="299942" y="70995"/>
                </a:lnTo>
                <a:lnTo>
                  <a:pt x="300101" y="70573"/>
                </a:lnTo>
                <a:lnTo>
                  <a:pt x="300252" y="70146"/>
                </a:lnTo>
                <a:lnTo>
                  <a:pt x="300396" y="69716"/>
                </a:lnTo>
                <a:lnTo>
                  <a:pt x="300533" y="69282"/>
                </a:lnTo>
                <a:lnTo>
                  <a:pt x="300662" y="68845"/>
                </a:lnTo>
                <a:lnTo>
                  <a:pt x="300784" y="68404"/>
                </a:lnTo>
                <a:lnTo>
                  <a:pt x="290978" y="68404"/>
                </a:lnTo>
                <a:lnTo>
                  <a:pt x="290826" y="68794"/>
                </a:lnTo>
                <a:lnTo>
                  <a:pt x="290666" y="69178"/>
                </a:lnTo>
                <a:lnTo>
                  <a:pt x="290499" y="69555"/>
                </a:lnTo>
                <a:lnTo>
                  <a:pt x="290323" y="69925"/>
                </a:lnTo>
                <a:lnTo>
                  <a:pt x="290139" y="70288"/>
                </a:lnTo>
                <a:lnTo>
                  <a:pt x="289948" y="70644"/>
                </a:lnTo>
                <a:lnTo>
                  <a:pt x="289748" y="70994"/>
                </a:lnTo>
                <a:lnTo>
                  <a:pt x="289540" y="71337"/>
                </a:lnTo>
                <a:lnTo>
                  <a:pt x="289325" y="71673"/>
                </a:lnTo>
                <a:lnTo>
                  <a:pt x="289101" y="72003"/>
                </a:lnTo>
                <a:lnTo>
                  <a:pt x="288869" y="72326"/>
                </a:lnTo>
                <a:lnTo>
                  <a:pt x="288630" y="72641"/>
                </a:lnTo>
                <a:lnTo>
                  <a:pt x="288382" y="72951"/>
                </a:lnTo>
                <a:lnTo>
                  <a:pt x="288126" y="73253"/>
                </a:lnTo>
                <a:lnTo>
                  <a:pt x="287863" y="73549"/>
                </a:lnTo>
                <a:lnTo>
                  <a:pt x="287591" y="73837"/>
                </a:lnTo>
                <a:lnTo>
                  <a:pt x="287311" y="74120"/>
                </a:lnTo>
                <a:lnTo>
                  <a:pt x="287024" y="74395"/>
                </a:lnTo>
                <a:lnTo>
                  <a:pt x="286728" y="74663"/>
                </a:lnTo>
                <a:lnTo>
                  <a:pt x="286424" y="74925"/>
                </a:lnTo>
                <a:lnTo>
                  <a:pt x="286113" y="75180"/>
                </a:lnTo>
                <a:lnTo>
                  <a:pt x="285793" y="75429"/>
                </a:lnTo>
                <a:lnTo>
                  <a:pt x="285465" y="75670"/>
                </a:lnTo>
                <a:lnTo>
                  <a:pt x="285130" y="75905"/>
                </a:lnTo>
                <a:lnTo>
                  <a:pt x="284786" y="76131"/>
                </a:lnTo>
                <a:lnTo>
                  <a:pt x="284435" y="76348"/>
                </a:lnTo>
                <a:lnTo>
                  <a:pt x="284077" y="76555"/>
                </a:lnTo>
                <a:lnTo>
                  <a:pt x="283711" y="76753"/>
                </a:lnTo>
                <a:lnTo>
                  <a:pt x="283337" y="76941"/>
                </a:lnTo>
                <a:lnTo>
                  <a:pt x="282955" y="77119"/>
                </a:lnTo>
                <a:lnTo>
                  <a:pt x="282566" y="77288"/>
                </a:lnTo>
                <a:lnTo>
                  <a:pt x="282170" y="77447"/>
                </a:lnTo>
                <a:lnTo>
                  <a:pt x="281766" y="77596"/>
                </a:lnTo>
                <a:lnTo>
                  <a:pt x="281354" y="77736"/>
                </a:lnTo>
                <a:lnTo>
                  <a:pt x="280935" y="77866"/>
                </a:lnTo>
                <a:lnTo>
                  <a:pt x="280508" y="77987"/>
                </a:lnTo>
                <a:lnTo>
                  <a:pt x="280073" y="78098"/>
                </a:lnTo>
                <a:lnTo>
                  <a:pt x="279631" y="78199"/>
                </a:lnTo>
                <a:lnTo>
                  <a:pt x="279182" y="78290"/>
                </a:lnTo>
                <a:lnTo>
                  <a:pt x="278724" y="78372"/>
                </a:lnTo>
                <a:lnTo>
                  <a:pt x="278260" y="78445"/>
                </a:lnTo>
                <a:lnTo>
                  <a:pt x="277787" y="78507"/>
                </a:lnTo>
                <a:lnTo>
                  <a:pt x="277307" y="78560"/>
                </a:lnTo>
                <a:lnTo>
                  <a:pt x="276820" y="78604"/>
                </a:lnTo>
                <a:lnTo>
                  <a:pt x="276324" y="78637"/>
                </a:lnTo>
                <a:lnTo>
                  <a:pt x="275822" y="78662"/>
                </a:lnTo>
                <a:lnTo>
                  <a:pt x="275311" y="78676"/>
                </a:lnTo>
                <a:lnTo>
                  <a:pt x="274793" y="78681"/>
                </a:lnTo>
                <a:lnTo>
                  <a:pt x="274381" y="78677"/>
                </a:lnTo>
                <a:lnTo>
                  <a:pt x="273971" y="78664"/>
                </a:lnTo>
                <a:lnTo>
                  <a:pt x="273563" y="78642"/>
                </a:lnTo>
                <a:lnTo>
                  <a:pt x="273157" y="78612"/>
                </a:lnTo>
                <a:lnTo>
                  <a:pt x="272754" y="78573"/>
                </a:lnTo>
                <a:lnTo>
                  <a:pt x="272353" y="78526"/>
                </a:lnTo>
                <a:lnTo>
                  <a:pt x="271954" y="78470"/>
                </a:lnTo>
                <a:lnTo>
                  <a:pt x="271557" y="78405"/>
                </a:lnTo>
                <a:lnTo>
                  <a:pt x="271163" y="78332"/>
                </a:lnTo>
                <a:lnTo>
                  <a:pt x="270771" y="78250"/>
                </a:lnTo>
                <a:lnTo>
                  <a:pt x="270381" y="78160"/>
                </a:lnTo>
                <a:lnTo>
                  <a:pt x="269993" y="78061"/>
                </a:lnTo>
                <a:lnTo>
                  <a:pt x="269608" y="77953"/>
                </a:lnTo>
                <a:lnTo>
                  <a:pt x="269225" y="77837"/>
                </a:lnTo>
                <a:lnTo>
                  <a:pt x="268844" y="77712"/>
                </a:lnTo>
                <a:lnTo>
                  <a:pt x="268466" y="77578"/>
                </a:lnTo>
                <a:lnTo>
                  <a:pt x="268089" y="77436"/>
                </a:lnTo>
                <a:lnTo>
                  <a:pt x="267715" y="77286"/>
                </a:lnTo>
                <a:lnTo>
                  <a:pt x="267344" y="77126"/>
                </a:lnTo>
                <a:lnTo>
                  <a:pt x="266974" y="76958"/>
                </a:lnTo>
                <a:lnTo>
                  <a:pt x="266607" y="76782"/>
                </a:lnTo>
                <a:lnTo>
                  <a:pt x="266242" y="76597"/>
                </a:lnTo>
                <a:lnTo>
                  <a:pt x="265879" y="76403"/>
                </a:lnTo>
                <a:lnTo>
                  <a:pt x="265519" y="76200"/>
                </a:lnTo>
                <a:lnTo>
                  <a:pt x="265162" y="75989"/>
                </a:lnTo>
                <a:lnTo>
                  <a:pt x="264811" y="75770"/>
                </a:lnTo>
                <a:lnTo>
                  <a:pt x="264467" y="75542"/>
                </a:lnTo>
                <a:lnTo>
                  <a:pt x="264127" y="75305"/>
                </a:lnTo>
                <a:lnTo>
                  <a:pt x="263794" y="75059"/>
                </a:lnTo>
                <a:lnTo>
                  <a:pt x="263466" y="74805"/>
                </a:lnTo>
                <a:lnTo>
                  <a:pt x="263144" y="74542"/>
                </a:lnTo>
                <a:lnTo>
                  <a:pt x="262828" y="74271"/>
                </a:lnTo>
                <a:lnTo>
                  <a:pt x="262517" y="73991"/>
                </a:lnTo>
                <a:lnTo>
                  <a:pt x="262212" y="73703"/>
                </a:lnTo>
                <a:lnTo>
                  <a:pt x="261913" y="73406"/>
                </a:lnTo>
                <a:lnTo>
                  <a:pt x="261620" y="73100"/>
                </a:lnTo>
                <a:lnTo>
                  <a:pt x="261332" y="72785"/>
                </a:lnTo>
                <a:lnTo>
                  <a:pt x="261051" y="72462"/>
                </a:lnTo>
                <a:lnTo>
                  <a:pt x="260774" y="72131"/>
                </a:lnTo>
                <a:lnTo>
                  <a:pt x="260504" y="71791"/>
                </a:lnTo>
                <a:lnTo>
                  <a:pt x="260239" y="71442"/>
                </a:lnTo>
                <a:lnTo>
                  <a:pt x="259981" y="71084"/>
                </a:lnTo>
                <a:lnTo>
                  <a:pt x="259727" y="70718"/>
                </a:lnTo>
                <a:lnTo>
                  <a:pt x="259480" y="70344"/>
                </a:lnTo>
                <a:lnTo>
                  <a:pt x="259238" y="69960"/>
                </a:lnTo>
                <a:lnTo>
                  <a:pt x="259002" y="69569"/>
                </a:lnTo>
                <a:lnTo>
                  <a:pt x="258772" y="69168"/>
                </a:lnTo>
                <a:lnTo>
                  <a:pt x="258548" y="68759"/>
                </a:lnTo>
                <a:lnTo>
                  <a:pt x="258331" y="68341"/>
                </a:lnTo>
                <a:lnTo>
                  <a:pt x="258123" y="67915"/>
                </a:lnTo>
                <a:lnTo>
                  <a:pt x="257925" y="67481"/>
                </a:lnTo>
                <a:lnTo>
                  <a:pt x="257736" y="67039"/>
                </a:lnTo>
                <a:lnTo>
                  <a:pt x="257556" y="66589"/>
                </a:lnTo>
                <a:lnTo>
                  <a:pt x="257385" y="66130"/>
                </a:lnTo>
                <a:lnTo>
                  <a:pt x="257224" y="65663"/>
                </a:lnTo>
                <a:lnTo>
                  <a:pt x="257072" y="65188"/>
                </a:lnTo>
                <a:lnTo>
                  <a:pt x="256929" y="64705"/>
                </a:lnTo>
                <a:lnTo>
                  <a:pt x="256795" y="64213"/>
                </a:lnTo>
                <a:lnTo>
                  <a:pt x="256670" y="63714"/>
                </a:lnTo>
                <a:lnTo>
                  <a:pt x="256555" y="63206"/>
                </a:lnTo>
                <a:lnTo>
                  <a:pt x="256449" y="62690"/>
                </a:lnTo>
                <a:lnTo>
                  <a:pt x="256352" y="62166"/>
                </a:lnTo>
                <a:lnTo>
                  <a:pt x="256264" y="61633"/>
                </a:lnTo>
                <a:lnTo>
                  <a:pt x="256186" y="61092"/>
                </a:lnTo>
                <a:lnTo>
                  <a:pt x="256117" y="60544"/>
                </a:lnTo>
                <a:lnTo>
                  <a:pt x="256057" y="59987"/>
                </a:lnTo>
                <a:lnTo>
                  <a:pt x="256006" y="59421"/>
                </a:lnTo>
                <a:lnTo>
                  <a:pt x="255964" y="58848"/>
                </a:lnTo>
                <a:lnTo>
                  <a:pt x="255932" y="58266"/>
                </a:lnTo>
                <a:lnTo>
                  <a:pt x="255927" y="58125"/>
                </a:lnTo>
                <a:lnTo>
                  <a:pt x="302320" y="58125"/>
                </a:lnTo>
                <a:lnTo>
                  <a:pt x="302330" y="57988"/>
                </a:lnTo>
                <a:lnTo>
                  <a:pt x="302339" y="57852"/>
                </a:lnTo>
                <a:lnTo>
                  <a:pt x="302348" y="57717"/>
                </a:lnTo>
                <a:close/>
                <a:moveTo>
                  <a:pt x="256179" y="48996"/>
                </a:moveTo>
                <a:lnTo>
                  <a:pt x="256256" y="48510"/>
                </a:lnTo>
                <a:lnTo>
                  <a:pt x="256342" y="48030"/>
                </a:lnTo>
                <a:lnTo>
                  <a:pt x="256437" y="47559"/>
                </a:lnTo>
                <a:lnTo>
                  <a:pt x="256541" y="47095"/>
                </a:lnTo>
                <a:lnTo>
                  <a:pt x="256653" y="46638"/>
                </a:lnTo>
                <a:lnTo>
                  <a:pt x="256775" y="46189"/>
                </a:lnTo>
                <a:lnTo>
                  <a:pt x="256906" y="45748"/>
                </a:lnTo>
                <a:lnTo>
                  <a:pt x="257046" y="45314"/>
                </a:lnTo>
                <a:lnTo>
                  <a:pt x="257195" y="44888"/>
                </a:lnTo>
                <a:lnTo>
                  <a:pt x="257353" y="44469"/>
                </a:lnTo>
                <a:lnTo>
                  <a:pt x="257520" y="44058"/>
                </a:lnTo>
                <a:lnTo>
                  <a:pt x="257696" y="43655"/>
                </a:lnTo>
                <a:lnTo>
                  <a:pt x="257881" y="43259"/>
                </a:lnTo>
                <a:lnTo>
                  <a:pt x="258075" y="42871"/>
                </a:lnTo>
                <a:lnTo>
                  <a:pt x="258278" y="42490"/>
                </a:lnTo>
                <a:lnTo>
                  <a:pt x="258490" y="42117"/>
                </a:lnTo>
                <a:lnTo>
                  <a:pt x="258710" y="41752"/>
                </a:lnTo>
                <a:lnTo>
                  <a:pt x="258935" y="41394"/>
                </a:lnTo>
                <a:lnTo>
                  <a:pt x="259167" y="41043"/>
                </a:lnTo>
                <a:lnTo>
                  <a:pt x="259404" y="40700"/>
                </a:lnTo>
                <a:lnTo>
                  <a:pt x="259648" y="40364"/>
                </a:lnTo>
                <a:lnTo>
                  <a:pt x="259897" y="40035"/>
                </a:lnTo>
                <a:lnTo>
                  <a:pt x="260152" y="39714"/>
                </a:lnTo>
                <a:lnTo>
                  <a:pt x="260413" y="39400"/>
                </a:lnTo>
                <a:lnTo>
                  <a:pt x="260680" y="39093"/>
                </a:lnTo>
                <a:lnTo>
                  <a:pt x="260954" y="38794"/>
                </a:lnTo>
                <a:lnTo>
                  <a:pt x="261233" y="38503"/>
                </a:lnTo>
                <a:lnTo>
                  <a:pt x="261518" y="38218"/>
                </a:lnTo>
                <a:lnTo>
                  <a:pt x="261809" y="37941"/>
                </a:lnTo>
                <a:lnTo>
                  <a:pt x="262106" y="37672"/>
                </a:lnTo>
                <a:lnTo>
                  <a:pt x="262408" y="37410"/>
                </a:lnTo>
                <a:lnTo>
                  <a:pt x="262717" y="37155"/>
                </a:lnTo>
                <a:lnTo>
                  <a:pt x="263032" y="36908"/>
                </a:lnTo>
                <a:lnTo>
                  <a:pt x="263353" y="36668"/>
                </a:lnTo>
                <a:lnTo>
                  <a:pt x="263679" y="36435"/>
                </a:lnTo>
                <a:lnTo>
                  <a:pt x="264012" y="36210"/>
                </a:lnTo>
                <a:lnTo>
                  <a:pt x="264350" y="35992"/>
                </a:lnTo>
                <a:lnTo>
                  <a:pt x="264695" y="35781"/>
                </a:lnTo>
                <a:lnTo>
                  <a:pt x="265045" y="35578"/>
                </a:lnTo>
                <a:lnTo>
                  <a:pt x="265401" y="35383"/>
                </a:lnTo>
                <a:lnTo>
                  <a:pt x="265762" y="35195"/>
                </a:lnTo>
                <a:lnTo>
                  <a:pt x="266125" y="35015"/>
                </a:lnTo>
                <a:lnTo>
                  <a:pt x="266491" y="34843"/>
                </a:lnTo>
                <a:lnTo>
                  <a:pt x="266860" y="34679"/>
                </a:lnTo>
                <a:lnTo>
                  <a:pt x="267231" y="34523"/>
                </a:lnTo>
                <a:lnTo>
                  <a:pt x="267605" y="34375"/>
                </a:lnTo>
                <a:lnTo>
                  <a:pt x="267982" y="34235"/>
                </a:lnTo>
                <a:lnTo>
                  <a:pt x="268361" y="34103"/>
                </a:lnTo>
                <a:lnTo>
                  <a:pt x="268743" y="33979"/>
                </a:lnTo>
                <a:lnTo>
                  <a:pt x="269128" y="33863"/>
                </a:lnTo>
                <a:lnTo>
                  <a:pt x="269515" y="33755"/>
                </a:lnTo>
                <a:lnTo>
                  <a:pt x="269905" y="33655"/>
                </a:lnTo>
                <a:lnTo>
                  <a:pt x="270298" y="33563"/>
                </a:lnTo>
                <a:lnTo>
                  <a:pt x="270693" y="33479"/>
                </a:lnTo>
                <a:lnTo>
                  <a:pt x="271091" y="33403"/>
                </a:lnTo>
                <a:lnTo>
                  <a:pt x="271492" y="33335"/>
                </a:lnTo>
                <a:lnTo>
                  <a:pt x="271895" y="33275"/>
                </a:lnTo>
                <a:lnTo>
                  <a:pt x="272301" y="33223"/>
                </a:lnTo>
                <a:lnTo>
                  <a:pt x="272710" y="33179"/>
                </a:lnTo>
                <a:lnTo>
                  <a:pt x="273121" y="33143"/>
                </a:lnTo>
                <a:lnTo>
                  <a:pt x="273535" y="33115"/>
                </a:lnTo>
                <a:lnTo>
                  <a:pt x="273952" y="33095"/>
                </a:lnTo>
                <a:lnTo>
                  <a:pt x="274371" y="33083"/>
                </a:lnTo>
                <a:lnTo>
                  <a:pt x="274793" y="33079"/>
                </a:lnTo>
                <a:lnTo>
                  <a:pt x="275419" y="33087"/>
                </a:lnTo>
                <a:lnTo>
                  <a:pt x="276036" y="33111"/>
                </a:lnTo>
                <a:lnTo>
                  <a:pt x="276644" y="33151"/>
                </a:lnTo>
                <a:lnTo>
                  <a:pt x="277243" y="33207"/>
                </a:lnTo>
                <a:lnTo>
                  <a:pt x="277833" y="33279"/>
                </a:lnTo>
                <a:lnTo>
                  <a:pt x="278415" y="33367"/>
                </a:lnTo>
                <a:lnTo>
                  <a:pt x="278988" y="33471"/>
                </a:lnTo>
                <a:lnTo>
                  <a:pt x="279551" y="33591"/>
                </a:lnTo>
                <a:lnTo>
                  <a:pt x="280106" y="33727"/>
                </a:lnTo>
                <a:lnTo>
                  <a:pt x="280653" y="33879"/>
                </a:lnTo>
                <a:lnTo>
                  <a:pt x="281190" y="34047"/>
                </a:lnTo>
                <a:lnTo>
                  <a:pt x="281719" y="34231"/>
                </a:lnTo>
                <a:lnTo>
                  <a:pt x="282239" y="34431"/>
                </a:lnTo>
                <a:lnTo>
                  <a:pt x="282750" y="34647"/>
                </a:lnTo>
                <a:lnTo>
                  <a:pt x="283252" y="34879"/>
                </a:lnTo>
                <a:lnTo>
                  <a:pt x="283745" y="35127"/>
                </a:lnTo>
                <a:lnTo>
                  <a:pt x="284230" y="35391"/>
                </a:lnTo>
                <a:lnTo>
                  <a:pt x="284705" y="35671"/>
                </a:lnTo>
                <a:lnTo>
                  <a:pt x="285172" y="35967"/>
                </a:lnTo>
                <a:lnTo>
                  <a:pt x="285630" y="36279"/>
                </a:lnTo>
                <a:lnTo>
                  <a:pt x="286079" y="36607"/>
                </a:lnTo>
                <a:lnTo>
                  <a:pt x="286520" y="36951"/>
                </a:lnTo>
                <a:lnTo>
                  <a:pt x="286951" y="37311"/>
                </a:lnTo>
                <a:lnTo>
                  <a:pt x="287374" y="37686"/>
                </a:lnTo>
                <a:lnTo>
                  <a:pt x="287785" y="38077"/>
                </a:lnTo>
                <a:lnTo>
                  <a:pt x="288179" y="38479"/>
                </a:lnTo>
                <a:lnTo>
                  <a:pt x="288557" y="38894"/>
                </a:lnTo>
                <a:lnTo>
                  <a:pt x="288919" y="39321"/>
                </a:lnTo>
                <a:lnTo>
                  <a:pt x="289264" y="39760"/>
                </a:lnTo>
                <a:lnTo>
                  <a:pt x="289593" y="40212"/>
                </a:lnTo>
                <a:lnTo>
                  <a:pt x="289907" y="40676"/>
                </a:lnTo>
                <a:lnTo>
                  <a:pt x="290204" y="41152"/>
                </a:lnTo>
                <a:lnTo>
                  <a:pt x="290484" y="41641"/>
                </a:lnTo>
                <a:lnTo>
                  <a:pt x="290749" y="42141"/>
                </a:lnTo>
                <a:lnTo>
                  <a:pt x="290997" y="42655"/>
                </a:lnTo>
                <a:lnTo>
                  <a:pt x="291229" y="43180"/>
                </a:lnTo>
                <a:lnTo>
                  <a:pt x="291445" y="43718"/>
                </a:lnTo>
                <a:lnTo>
                  <a:pt x="291645" y="44268"/>
                </a:lnTo>
                <a:lnTo>
                  <a:pt x="291828" y="44830"/>
                </a:lnTo>
                <a:lnTo>
                  <a:pt x="291995" y="45405"/>
                </a:lnTo>
                <a:lnTo>
                  <a:pt x="292146" y="45992"/>
                </a:lnTo>
                <a:lnTo>
                  <a:pt x="292281" y="46591"/>
                </a:lnTo>
                <a:lnTo>
                  <a:pt x="292400" y="47203"/>
                </a:lnTo>
                <a:lnTo>
                  <a:pt x="292502" y="47827"/>
                </a:lnTo>
                <a:lnTo>
                  <a:pt x="292588" y="48463"/>
                </a:lnTo>
                <a:lnTo>
                  <a:pt x="292658" y="49112"/>
                </a:lnTo>
                <a:lnTo>
                  <a:pt x="292712" y="49773"/>
                </a:lnTo>
                <a:lnTo>
                  <a:pt x="292750" y="50446"/>
                </a:lnTo>
                <a:lnTo>
                  <a:pt x="256009" y="50446"/>
                </a:lnTo>
                <a:lnTo>
                  <a:pt x="256053" y="49993"/>
                </a:lnTo>
                <a:lnTo>
                  <a:pt x="256112" y="49491"/>
                </a:lnTo>
                <a:lnTo>
                  <a:pt x="256179" y="48996"/>
                </a:lnTo>
                <a:close/>
                <a:moveTo>
                  <a:pt x="340469" y="87005"/>
                </a:moveTo>
                <a:lnTo>
                  <a:pt x="341012" y="86969"/>
                </a:lnTo>
                <a:lnTo>
                  <a:pt x="341549" y="86925"/>
                </a:lnTo>
                <a:lnTo>
                  <a:pt x="342080" y="86873"/>
                </a:lnTo>
                <a:lnTo>
                  <a:pt x="342605" y="86813"/>
                </a:lnTo>
                <a:lnTo>
                  <a:pt x="343124" y="86745"/>
                </a:lnTo>
                <a:lnTo>
                  <a:pt x="343636" y="86669"/>
                </a:lnTo>
                <a:lnTo>
                  <a:pt x="344143" y="86585"/>
                </a:lnTo>
                <a:lnTo>
                  <a:pt x="344643" y="86493"/>
                </a:lnTo>
                <a:lnTo>
                  <a:pt x="345137" y="86393"/>
                </a:lnTo>
                <a:lnTo>
                  <a:pt x="345625" y="86285"/>
                </a:lnTo>
                <a:lnTo>
                  <a:pt x="346107" y="86169"/>
                </a:lnTo>
                <a:lnTo>
                  <a:pt x="346583" y="86046"/>
                </a:lnTo>
                <a:lnTo>
                  <a:pt x="347052" y="85914"/>
                </a:lnTo>
                <a:lnTo>
                  <a:pt x="347515" y="85774"/>
                </a:lnTo>
                <a:lnTo>
                  <a:pt x="347972" y="85626"/>
                </a:lnTo>
                <a:lnTo>
                  <a:pt x="348423" y="85470"/>
                </a:lnTo>
                <a:lnTo>
                  <a:pt x="348868" y="85306"/>
                </a:lnTo>
                <a:lnTo>
                  <a:pt x="349307" y="85134"/>
                </a:lnTo>
                <a:lnTo>
                  <a:pt x="349740" y="84954"/>
                </a:lnTo>
                <a:lnTo>
                  <a:pt x="350166" y="84767"/>
                </a:lnTo>
                <a:lnTo>
                  <a:pt x="350585" y="84571"/>
                </a:lnTo>
                <a:lnTo>
                  <a:pt x="350997" y="84370"/>
                </a:lnTo>
                <a:lnTo>
                  <a:pt x="351400" y="84162"/>
                </a:lnTo>
                <a:lnTo>
                  <a:pt x="351796" y="83948"/>
                </a:lnTo>
                <a:lnTo>
                  <a:pt x="352183" y="83727"/>
                </a:lnTo>
                <a:lnTo>
                  <a:pt x="352563" y="83500"/>
                </a:lnTo>
                <a:lnTo>
                  <a:pt x="352934" y="83267"/>
                </a:lnTo>
                <a:lnTo>
                  <a:pt x="353298" y="83027"/>
                </a:lnTo>
                <a:lnTo>
                  <a:pt x="353653" y="82781"/>
                </a:lnTo>
                <a:lnTo>
                  <a:pt x="354000" y="82529"/>
                </a:lnTo>
                <a:lnTo>
                  <a:pt x="354340" y="82270"/>
                </a:lnTo>
                <a:lnTo>
                  <a:pt x="354671" y="82005"/>
                </a:lnTo>
                <a:lnTo>
                  <a:pt x="354995" y="81733"/>
                </a:lnTo>
                <a:lnTo>
                  <a:pt x="355310" y="81456"/>
                </a:lnTo>
                <a:lnTo>
                  <a:pt x="355618" y="81171"/>
                </a:lnTo>
                <a:lnTo>
                  <a:pt x="355917" y="80881"/>
                </a:lnTo>
                <a:lnTo>
                  <a:pt x="356208" y="80584"/>
                </a:lnTo>
                <a:lnTo>
                  <a:pt x="356492" y="80281"/>
                </a:lnTo>
                <a:lnTo>
                  <a:pt x="356767" y="79971"/>
                </a:lnTo>
                <a:lnTo>
                  <a:pt x="357034" y="79655"/>
                </a:lnTo>
                <a:lnTo>
                  <a:pt x="357294" y="79333"/>
                </a:lnTo>
                <a:lnTo>
                  <a:pt x="357545" y="79004"/>
                </a:lnTo>
                <a:lnTo>
                  <a:pt x="357788" y="78669"/>
                </a:lnTo>
                <a:lnTo>
                  <a:pt x="358024" y="78328"/>
                </a:lnTo>
                <a:lnTo>
                  <a:pt x="358250" y="77980"/>
                </a:lnTo>
                <a:lnTo>
                  <a:pt x="358467" y="77628"/>
                </a:lnTo>
                <a:lnTo>
                  <a:pt x="358674" y="77272"/>
                </a:lnTo>
                <a:lnTo>
                  <a:pt x="358872" y="76910"/>
                </a:lnTo>
                <a:lnTo>
                  <a:pt x="359060" y="76543"/>
                </a:lnTo>
                <a:lnTo>
                  <a:pt x="359238" y="76171"/>
                </a:lnTo>
                <a:lnTo>
                  <a:pt x="359407" y="75795"/>
                </a:lnTo>
                <a:lnTo>
                  <a:pt x="359566" y="75413"/>
                </a:lnTo>
                <a:lnTo>
                  <a:pt x="359716" y="75027"/>
                </a:lnTo>
                <a:lnTo>
                  <a:pt x="359855" y="74635"/>
                </a:lnTo>
                <a:lnTo>
                  <a:pt x="359985" y="74239"/>
                </a:lnTo>
                <a:lnTo>
                  <a:pt x="360106" y="73838"/>
                </a:lnTo>
                <a:lnTo>
                  <a:pt x="360217" y="73432"/>
                </a:lnTo>
                <a:lnTo>
                  <a:pt x="360318" y="73021"/>
                </a:lnTo>
                <a:lnTo>
                  <a:pt x="360410" y="72605"/>
                </a:lnTo>
                <a:lnTo>
                  <a:pt x="360491" y="72184"/>
                </a:lnTo>
                <a:lnTo>
                  <a:pt x="360564" y="71758"/>
                </a:lnTo>
                <a:lnTo>
                  <a:pt x="360626" y="71328"/>
                </a:lnTo>
                <a:lnTo>
                  <a:pt x="360679" y="70892"/>
                </a:lnTo>
                <a:lnTo>
                  <a:pt x="360723" y="70451"/>
                </a:lnTo>
                <a:lnTo>
                  <a:pt x="360757" y="70006"/>
                </a:lnTo>
                <a:lnTo>
                  <a:pt x="360781" y="69556"/>
                </a:lnTo>
                <a:lnTo>
                  <a:pt x="360795" y="69100"/>
                </a:lnTo>
                <a:lnTo>
                  <a:pt x="360800" y="68640"/>
                </a:lnTo>
                <a:lnTo>
                  <a:pt x="360795" y="68113"/>
                </a:lnTo>
                <a:lnTo>
                  <a:pt x="360779" y="67597"/>
                </a:lnTo>
                <a:lnTo>
                  <a:pt x="360753" y="67090"/>
                </a:lnTo>
                <a:lnTo>
                  <a:pt x="360716" y="66594"/>
                </a:lnTo>
                <a:lnTo>
                  <a:pt x="360669" y="66107"/>
                </a:lnTo>
                <a:lnTo>
                  <a:pt x="360612" y="65631"/>
                </a:lnTo>
                <a:lnTo>
                  <a:pt x="360544" y="65165"/>
                </a:lnTo>
                <a:lnTo>
                  <a:pt x="360465" y="64709"/>
                </a:lnTo>
                <a:lnTo>
                  <a:pt x="360376" y="64262"/>
                </a:lnTo>
                <a:lnTo>
                  <a:pt x="360277" y="63826"/>
                </a:lnTo>
                <a:lnTo>
                  <a:pt x="360167" y="63400"/>
                </a:lnTo>
                <a:lnTo>
                  <a:pt x="360046" y="62984"/>
                </a:lnTo>
                <a:lnTo>
                  <a:pt x="359916" y="62578"/>
                </a:lnTo>
                <a:lnTo>
                  <a:pt x="359774" y="62182"/>
                </a:lnTo>
                <a:lnTo>
                  <a:pt x="359623" y="61796"/>
                </a:lnTo>
                <a:lnTo>
                  <a:pt x="359460" y="61421"/>
                </a:lnTo>
                <a:lnTo>
                  <a:pt x="359288" y="61055"/>
                </a:lnTo>
                <a:lnTo>
                  <a:pt x="359105" y="60699"/>
                </a:lnTo>
                <a:lnTo>
                  <a:pt x="358911" y="60353"/>
                </a:lnTo>
                <a:lnTo>
                  <a:pt x="358707" y="60018"/>
                </a:lnTo>
                <a:lnTo>
                  <a:pt x="358492" y="59692"/>
                </a:lnTo>
                <a:lnTo>
                  <a:pt x="358267" y="59377"/>
                </a:lnTo>
                <a:lnTo>
                  <a:pt x="358032" y="59071"/>
                </a:lnTo>
                <a:lnTo>
                  <a:pt x="357786" y="58776"/>
                </a:lnTo>
                <a:lnTo>
                  <a:pt x="357532" y="58488"/>
                </a:lnTo>
                <a:lnTo>
                  <a:pt x="357271" y="58207"/>
                </a:lnTo>
                <a:lnTo>
                  <a:pt x="357004" y="57931"/>
                </a:lnTo>
                <a:lnTo>
                  <a:pt x="356731" y="57661"/>
                </a:lnTo>
                <a:lnTo>
                  <a:pt x="356451" y="57398"/>
                </a:lnTo>
                <a:lnTo>
                  <a:pt x="356165" y="57140"/>
                </a:lnTo>
                <a:lnTo>
                  <a:pt x="355873" y="56888"/>
                </a:lnTo>
                <a:lnTo>
                  <a:pt x="355574" y="56642"/>
                </a:lnTo>
                <a:lnTo>
                  <a:pt x="355269" y="56402"/>
                </a:lnTo>
                <a:lnTo>
                  <a:pt x="354958" y="56168"/>
                </a:lnTo>
                <a:lnTo>
                  <a:pt x="354640" y="55940"/>
                </a:lnTo>
                <a:lnTo>
                  <a:pt x="354316" y="55718"/>
                </a:lnTo>
                <a:lnTo>
                  <a:pt x="353985" y="55502"/>
                </a:lnTo>
                <a:lnTo>
                  <a:pt x="353648" y="55292"/>
                </a:lnTo>
                <a:lnTo>
                  <a:pt x="353305" y="55088"/>
                </a:lnTo>
                <a:lnTo>
                  <a:pt x="352956" y="54889"/>
                </a:lnTo>
                <a:lnTo>
                  <a:pt x="352600" y="54697"/>
                </a:lnTo>
                <a:lnTo>
                  <a:pt x="352237" y="54511"/>
                </a:lnTo>
                <a:lnTo>
                  <a:pt x="351869" y="54330"/>
                </a:lnTo>
                <a:lnTo>
                  <a:pt x="351494" y="54156"/>
                </a:lnTo>
                <a:lnTo>
                  <a:pt x="351112" y="53987"/>
                </a:lnTo>
                <a:lnTo>
                  <a:pt x="350724" y="53825"/>
                </a:lnTo>
                <a:lnTo>
                  <a:pt x="350330" y="53668"/>
                </a:lnTo>
                <a:lnTo>
                  <a:pt x="349930" y="53517"/>
                </a:lnTo>
                <a:lnTo>
                  <a:pt x="349524" y="53371"/>
                </a:lnTo>
                <a:lnTo>
                  <a:pt x="349115" y="53227"/>
                </a:lnTo>
                <a:lnTo>
                  <a:pt x="348702" y="53086"/>
                </a:lnTo>
                <a:lnTo>
                  <a:pt x="348286" y="52946"/>
                </a:lnTo>
                <a:lnTo>
                  <a:pt x="347866" y="52810"/>
                </a:lnTo>
                <a:lnTo>
                  <a:pt x="347442" y="52676"/>
                </a:lnTo>
                <a:lnTo>
                  <a:pt x="347014" y="52544"/>
                </a:lnTo>
                <a:lnTo>
                  <a:pt x="346583" y="52415"/>
                </a:lnTo>
                <a:lnTo>
                  <a:pt x="346148" y="52288"/>
                </a:lnTo>
                <a:lnTo>
                  <a:pt x="345709" y="52164"/>
                </a:lnTo>
                <a:lnTo>
                  <a:pt x="345267" y="52042"/>
                </a:lnTo>
                <a:lnTo>
                  <a:pt x="344821" y="51923"/>
                </a:lnTo>
                <a:lnTo>
                  <a:pt x="344371" y="51806"/>
                </a:lnTo>
                <a:lnTo>
                  <a:pt x="343918" y="51691"/>
                </a:lnTo>
                <a:lnTo>
                  <a:pt x="343460" y="51579"/>
                </a:lnTo>
                <a:lnTo>
                  <a:pt x="343000" y="51470"/>
                </a:lnTo>
                <a:lnTo>
                  <a:pt x="342535" y="51363"/>
                </a:lnTo>
                <a:lnTo>
                  <a:pt x="342067" y="51258"/>
                </a:lnTo>
                <a:lnTo>
                  <a:pt x="341595" y="51156"/>
                </a:lnTo>
                <a:lnTo>
                  <a:pt x="341120" y="51056"/>
                </a:lnTo>
                <a:lnTo>
                  <a:pt x="340640" y="50959"/>
                </a:lnTo>
                <a:lnTo>
                  <a:pt x="340157" y="50864"/>
                </a:lnTo>
                <a:lnTo>
                  <a:pt x="339671" y="50772"/>
                </a:lnTo>
                <a:lnTo>
                  <a:pt x="339181" y="50682"/>
                </a:lnTo>
                <a:lnTo>
                  <a:pt x="338799" y="50612"/>
                </a:lnTo>
                <a:lnTo>
                  <a:pt x="338423" y="50541"/>
                </a:lnTo>
                <a:lnTo>
                  <a:pt x="338052" y="50468"/>
                </a:lnTo>
                <a:lnTo>
                  <a:pt x="337686" y="50394"/>
                </a:lnTo>
                <a:lnTo>
                  <a:pt x="337325" y="50317"/>
                </a:lnTo>
                <a:lnTo>
                  <a:pt x="336969" y="50239"/>
                </a:lnTo>
                <a:lnTo>
                  <a:pt x="336618" y="50160"/>
                </a:lnTo>
                <a:lnTo>
                  <a:pt x="336273" y="50079"/>
                </a:lnTo>
                <a:lnTo>
                  <a:pt x="335932" y="49996"/>
                </a:lnTo>
                <a:lnTo>
                  <a:pt x="335597" y="49912"/>
                </a:lnTo>
                <a:lnTo>
                  <a:pt x="335267" y="49825"/>
                </a:lnTo>
                <a:lnTo>
                  <a:pt x="334942" y="49738"/>
                </a:lnTo>
                <a:lnTo>
                  <a:pt x="334622" y="49648"/>
                </a:lnTo>
                <a:lnTo>
                  <a:pt x="334307" y="49557"/>
                </a:lnTo>
                <a:lnTo>
                  <a:pt x="333998" y="49465"/>
                </a:lnTo>
                <a:lnTo>
                  <a:pt x="333693" y="49370"/>
                </a:lnTo>
                <a:lnTo>
                  <a:pt x="333394" y="49274"/>
                </a:lnTo>
                <a:lnTo>
                  <a:pt x="333100" y="49177"/>
                </a:lnTo>
                <a:lnTo>
                  <a:pt x="332810" y="49078"/>
                </a:lnTo>
                <a:lnTo>
                  <a:pt x="332526" y="48977"/>
                </a:lnTo>
                <a:lnTo>
                  <a:pt x="332248" y="48874"/>
                </a:lnTo>
                <a:lnTo>
                  <a:pt x="331974" y="48770"/>
                </a:lnTo>
                <a:lnTo>
                  <a:pt x="331705" y="48664"/>
                </a:lnTo>
                <a:lnTo>
                  <a:pt x="331442" y="48557"/>
                </a:lnTo>
                <a:lnTo>
                  <a:pt x="331183" y="48447"/>
                </a:lnTo>
                <a:lnTo>
                  <a:pt x="330931" y="48336"/>
                </a:lnTo>
                <a:lnTo>
                  <a:pt x="330683" y="48223"/>
                </a:lnTo>
                <a:lnTo>
                  <a:pt x="330441" y="48109"/>
                </a:lnTo>
                <a:lnTo>
                  <a:pt x="330204" y="47992"/>
                </a:lnTo>
                <a:lnTo>
                  <a:pt x="329972" y="47873"/>
                </a:lnTo>
                <a:lnTo>
                  <a:pt x="329746" y="47753"/>
                </a:lnTo>
                <a:lnTo>
                  <a:pt x="329525" y="47631"/>
                </a:lnTo>
                <a:lnTo>
                  <a:pt x="329309" y="47507"/>
                </a:lnTo>
                <a:lnTo>
                  <a:pt x="329099" y="47381"/>
                </a:lnTo>
                <a:lnTo>
                  <a:pt x="328894" y="47253"/>
                </a:lnTo>
                <a:lnTo>
                  <a:pt x="328694" y="47124"/>
                </a:lnTo>
                <a:lnTo>
                  <a:pt x="328500" y="46992"/>
                </a:lnTo>
                <a:lnTo>
                  <a:pt x="328311" y="46859"/>
                </a:lnTo>
                <a:lnTo>
                  <a:pt x="328128" y="46724"/>
                </a:lnTo>
                <a:lnTo>
                  <a:pt x="327949" y="46587"/>
                </a:lnTo>
                <a:lnTo>
                  <a:pt x="327776" y="46448"/>
                </a:lnTo>
                <a:lnTo>
                  <a:pt x="327609" y="46308"/>
                </a:lnTo>
                <a:lnTo>
                  <a:pt x="327447" y="46165"/>
                </a:lnTo>
                <a:lnTo>
                  <a:pt x="327290" y="46021"/>
                </a:lnTo>
                <a:lnTo>
                  <a:pt x="327138" y="45875"/>
                </a:lnTo>
                <a:lnTo>
                  <a:pt x="326992" y="45727"/>
                </a:lnTo>
                <a:lnTo>
                  <a:pt x="326851" y="45577"/>
                </a:lnTo>
                <a:lnTo>
                  <a:pt x="326715" y="45425"/>
                </a:lnTo>
                <a:lnTo>
                  <a:pt x="326585" y="45272"/>
                </a:lnTo>
                <a:lnTo>
                  <a:pt x="326461" y="45116"/>
                </a:lnTo>
                <a:lnTo>
                  <a:pt x="326342" y="44959"/>
                </a:lnTo>
                <a:lnTo>
                  <a:pt x="326228" y="44800"/>
                </a:lnTo>
                <a:lnTo>
                  <a:pt x="326120" y="44639"/>
                </a:lnTo>
                <a:lnTo>
                  <a:pt x="326018" y="44476"/>
                </a:lnTo>
                <a:lnTo>
                  <a:pt x="325921" y="44312"/>
                </a:lnTo>
                <a:lnTo>
                  <a:pt x="325830" y="44145"/>
                </a:lnTo>
                <a:lnTo>
                  <a:pt x="325744" y="43977"/>
                </a:lnTo>
                <a:lnTo>
                  <a:pt x="325664" y="43807"/>
                </a:lnTo>
                <a:lnTo>
                  <a:pt x="325589" y="43635"/>
                </a:lnTo>
                <a:lnTo>
                  <a:pt x="325520" y="43461"/>
                </a:lnTo>
                <a:lnTo>
                  <a:pt x="325456" y="43285"/>
                </a:lnTo>
                <a:lnTo>
                  <a:pt x="325398" y="43108"/>
                </a:lnTo>
                <a:lnTo>
                  <a:pt x="325346" y="42928"/>
                </a:lnTo>
                <a:lnTo>
                  <a:pt x="325299" y="42747"/>
                </a:lnTo>
                <a:lnTo>
                  <a:pt x="325257" y="42564"/>
                </a:lnTo>
                <a:lnTo>
                  <a:pt x="325221" y="42379"/>
                </a:lnTo>
                <a:lnTo>
                  <a:pt x="325191" y="42192"/>
                </a:lnTo>
                <a:lnTo>
                  <a:pt x="325166" y="42004"/>
                </a:lnTo>
                <a:lnTo>
                  <a:pt x="325147" y="41813"/>
                </a:lnTo>
                <a:lnTo>
                  <a:pt x="325133" y="41621"/>
                </a:lnTo>
                <a:lnTo>
                  <a:pt x="325124" y="41427"/>
                </a:lnTo>
                <a:lnTo>
                  <a:pt x="325122" y="41231"/>
                </a:lnTo>
                <a:lnTo>
                  <a:pt x="325127" y="40928"/>
                </a:lnTo>
                <a:lnTo>
                  <a:pt x="325142" y="40630"/>
                </a:lnTo>
                <a:lnTo>
                  <a:pt x="325167" y="40337"/>
                </a:lnTo>
                <a:lnTo>
                  <a:pt x="325202" y="40049"/>
                </a:lnTo>
                <a:lnTo>
                  <a:pt x="325247" y="39767"/>
                </a:lnTo>
                <a:lnTo>
                  <a:pt x="325302" y="39488"/>
                </a:lnTo>
                <a:lnTo>
                  <a:pt x="325368" y="39215"/>
                </a:lnTo>
                <a:lnTo>
                  <a:pt x="325443" y="38947"/>
                </a:lnTo>
                <a:lnTo>
                  <a:pt x="325528" y="38684"/>
                </a:lnTo>
                <a:lnTo>
                  <a:pt x="325624" y="38425"/>
                </a:lnTo>
                <a:lnTo>
                  <a:pt x="325729" y="38172"/>
                </a:lnTo>
                <a:lnTo>
                  <a:pt x="325845" y="37924"/>
                </a:lnTo>
                <a:lnTo>
                  <a:pt x="325970" y="37680"/>
                </a:lnTo>
                <a:lnTo>
                  <a:pt x="326106" y="37441"/>
                </a:lnTo>
                <a:lnTo>
                  <a:pt x="326252" y="37207"/>
                </a:lnTo>
                <a:lnTo>
                  <a:pt x="326408" y="36979"/>
                </a:lnTo>
                <a:lnTo>
                  <a:pt x="326573" y="36755"/>
                </a:lnTo>
                <a:lnTo>
                  <a:pt x="326749" y="36536"/>
                </a:lnTo>
                <a:lnTo>
                  <a:pt x="326935" y="36322"/>
                </a:lnTo>
                <a:lnTo>
                  <a:pt x="327131" y="36112"/>
                </a:lnTo>
                <a:lnTo>
                  <a:pt x="327337" y="35908"/>
                </a:lnTo>
                <a:lnTo>
                  <a:pt x="327553" y="35709"/>
                </a:lnTo>
                <a:lnTo>
                  <a:pt x="327779" y="35514"/>
                </a:lnTo>
                <a:lnTo>
                  <a:pt x="328015" y="35325"/>
                </a:lnTo>
                <a:lnTo>
                  <a:pt x="328261" y="35142"/>
                </a:lnTo>
                <a:lnTo>
                  <a:pt x="328516" y="34966"/>
                </a:lnTo>
                <a:lnTo>
                  <a:pt x="328780" y="34799"/>
                </a:lnTo>
                <a:lnTo>
                  <a:pt x="329054" y="34639"/>
                </a:lnTo>
                <a:lnTo>
                  <a:pt x="329336" y="34487"/>
                </a:lnTo>
                <a:lnTo>
                  <a:pt x="329628" y="34342"/>
                </a:lnTo>
                <a:lnTo>
                  <a:pt x="329930" y="34206"/>
                </a:lnTo>
                <a:lnTo>
                  <a:pt x="330240" y="34077"/>
                </a:lnTo>
                <a:lnTo>
                  <a:pt x="330560" y="33956"/>
                </a:lnTo>
                <a:lnTo>
                  <a:pt x="330889" y="33843"/>
                </a:lnTo>
                <a:lnTo>
                  <a:pt x="331227" y="33738"/>
                </a:lnTo>
                <a:lnTo>
                  <a:pt x="331574" y="33640"/>
                </a:lnTo>
                <a:lnTo>
                  <a:pt x="331931" y="33551"/>
                </a:lnTo>
                <a:lnTo>
                  <a:pt x="332297" y="33469"/>
                </a:lnTo>
                <a:lnTo>
                  <a:pt x="332672" y="33395"/>
                </a:lnTo>
                <a:lnTo>
                  <a:pt x="333056" y="33328"/>
                </a:lnTo>
                <a:lnTo>
                  <a:pt x="333449" y="33270"/>
                </a:lnTo>
                <a:lnTo>
                  <a:pt x="333852" y="33219"/>
                </a:lnTo>
                <a:lnTo>
                  <a:pt x="334264" y="33176"/>
                </a:lnTo>
                <a:lnTo>
                  <a:pt x="334685" y="33141"/>
                </a:lnTo>
                <a:lnTo>
                  <a:pt x="335116" y="33114"/>
                </a:lnTo>
                <a:lnTo>
                  <a:pt x="335555" y="33094"/>
                </a:lnTo>
                <a:lnTo>
                  <a:pt x="336004" y="33083"/>
                </a:lnTo>
                <a:lnTo>
                  <a:pt x="336462" y="33079"/>
                </a:lnTo>
                <a:lnTo>
                  <a:pt x="336931" y="33083"/>
                </a:lnTo>
                <a:lnTo>
                  <a:pt x="337391" y="33097"/>
                </a:lnTo>
                <a:lnTo>
                  <a:pt x="337842" y="33119"/>
                </a:lnTo>
                <a:lnTo>
                  <a:pt x="338285" y="33149"/>
                </a:lnTo>
                <a:lnTo>
                  <a:pt x="338720" y="33189"/>
                </a:lnTo>
                <a:lnTo>
                  <a:pt x="339146" y="33238"/>
                </a:lnTo>
                <a:lnTo>
                  <a:pt x="339564" y="33295"/>
                </a:lnTo>
                <a:lnTo>
                  <a:pt x="339974" y="33361"/>
                </a:lnTo>
                <a:lnTo>
                  <a:pt x="340375" y="33436"/>
                </a:lnTo>
                <a:lnTo>
                  <a:pt x="340768" y="33520"/>
                </a:lnTo>
                <a:lnTo>
                  <a:pt x="341152" y="33613"/>
                </a:lnTo>
                <a:lnTo>
                  <a:pt x="341528" y="33714"/>
                </a:lnTo>
                <a:lnTo>
                  <a:pt x="341895" y="33825"/>
                </a:lnTo>
                <a:lnTo>
                  <a:pt x="342254" y="33944"/>
                </a:lnTo>
                <a:lnTo>
                  <a:pt x="342605" y="34072"/>
                </a:lnTo>
                <a:lnTo>
                  <a:pt x="342947" y="34209"/>
                </a:lnTo>
                <a:lnTo>
                  <a:pt x="343281" y="34354"/>
                </a:lnTo>
                <a:lnTo>
                  <a:pt x="343606" y="34509"/>
                </a:lnTo>
                <a:lnTo>
                  <a:pt x="343923" y="34672"/>
                </a:lnTo>
                <a:lnTo>
                  <a:pt x="344232" y="34844"/>
                </a:lnTo>
                <a:lnTo>
                  <a:pt x="344532" y="35025"/>
                </a:lnTo>
                <a:lnTo>
                  <a:pt x="344824" y="35215"/>
                </a:lnTo>
                <a:lnTo>
                  <a:pt x="345107" y="35413"/>
                </a:lnTo>
                <a:lnTo>
                  <a:pt x="345382" y="35621"/>
                </a:lnTo>
                <a:lnTo>
                  <a:pt x="345648" y="35836"/>
                </a:lnTo>
                <a:lnTo>
                  <a:pt x="345905" y="36057"/>
                </a:lnTo>
                <a:lnTo>
                  <a:pt x="346153" y="36286"/>
                </a:lnTo>
                <a:lnTo>
                  <a:pt x="346391" y="36521"/>
                </a:lnTo>
                <a:lnTo>
                  <a:pt x="346621" y="36764"/>
                </a:lnTo>
                <a:lnTo>
                  <a:pt x="346841" y="37012"/>
                </a:lnTo>
                <a:lnTo>
                  <a:pt x="347051" y="37268"/>
                </a:lnTo>
                <a:lnTo>
                  <a:pt x="347253" y="37530"/>
                </a:lnTo>
                <a:lnTo>
                  <a:pt x="347445" y="37800"/>
                </a:lnTo>
                <a:lnTo>
                  <a:pt x="347628" y="38076"/>
                </a:lnTo>
                <a:lnTo>
                  <a:pt x="347802" y="38358"/>
                </a:lnTo>
                <a:lnTo>
                  <a:pt x="347967" y="38648"/>
                </a:lnTo>
                <a:lnTo>
                  <a:pt x="348122" y="38944"/>
                </a:lnTo>
                <a:lnTo>
                  <a:pt x="348268" y="39247"/>
                </a:lnTo>
                <a:lnTo>
                  <a:pt x="348405" y="39557"/>
                </a:lnTo>
                <a:lnTo>
                  <a:pt x="348533" y="39873"/>
                </a:lnTo>
                <a:lnTo>
                  <a:pt x="348651" y="40197"/>
                </a:lnTo>
                <a:lnTo>
                  <a:pt x="348760" y="40527"/>
                </a:lnTo>
                <a:lnTo>
                  <a:pt x="348860" y="40864"/>
                </a:lnTo>
                <a:lnTo>
                  <a:pt x="348951" y="41207"/>
                </a:lnTo>
                <a:lnTo>
                  <a:pt x="349032" y="41558"/>
                </a:lnTo>
                <a:lnTo>
                  <a:pt x="349105" y="41915"/>
                </a:lnTo>
                <a:lnTo>
                  <a:pt x="349168" y="42279"/>
                </a:lnTo>
                <a:lnTo>
                  <a:pt x="349221" y="42649"/>
                </a:lnTo>
                <a:lnTo>
                  <a:pt x="359028" y="42649"/>
                </a:lnTo>
                <a:lnTo>
                  <a:pt x="358931" y="41928"/>
                </a:lnTo>
                <a:lnTo>
                  <a:pt x="358817" y="41221"/>
                </a:lnTo>
                <a:lnTo>
                  <a:pt x="358686" y="40528"/>
                </a:lnTo>
                <a:lnTo>
                  <a:pt x="358539" y="39850"/>
                </a:lnTo>
                <a:lnTo>
                  <a:pt x="358375" y="39186"/>
                </a:lnTo>
                <a:lnTo>
                  <a:pt x="358193" y="38536"/>
                </a:lnTo>
                <a:lnTo>
                  <a:pt x="357995" y="37901"/>
                </a:lnTo>
                <a:lnTo>
                  <a:pt x="357781" y="37280"/>
                </a:lnTo>
                <a:lnTo>
                  <a:pt x="357549" y="36674"/>
                </a:lnTo>
                <a:lnTo>
                  <a:pt x="357301" y="36081"/>
                </a:lnTo>
                <a:lnTo>
                  <a:pt x="357035" y="35504"/>
                </a:lnTo>
                <a:lnTo>
                  <a:pt x="356753" y="34940"/>
                </a:lnTo>
                <a:lnTo>
                  <a:pt x="356455" y="34391"/>
                </a:lnTo>
                <a:lnTo>
                  <a:pt x="356139" y="33856"/>
                </a:lnTo>
                <a:lnTo>
                  <a:pt x="355806" y="33336"/>
                </a:lnTo>
                <a:lnTo>
                  <a:pt x="355457" y="32830"/>
                </a:lnTo>
                <a:lnTo>
                  <a:pt x="355091" y="32338"/>
                </a:lnTo>
                <a:lnTo>
                  <a:pt x="354708" y="31861"/>
                </a:lnTo>
                <a:lnTo>
                  <a:pt x="354308" y="31398"/>
                </a:lnTo>
                <a:lnTo>
                  <a:pt x="353892" y="30949"/>
                </a:lnTo>
                <a:lnTo>
                  <a:pt x="353458" y="30515"/>
                </a:lnTo>
                <a:lnTo>
                  <a:pt x="353008" y="30095"/>
                </a:lnTo>
                <a:lnTo>
                  <a:pt x="352541" y="29690"/>
                </a:lnTo>
                <a:lnTo>
                  <a:pt x="352057" y="29299"/>
                </a:lnTo>
                <a:lnTo>
                  <a:pt x="351558" y="28923"/>
                </a:lnTo>
                <a:lnTo>
                  <a:pt x="351047" y="28563"/>
                </a:lnTo>
                <a:lnTo>
                  <a:pt x="350523" y="28219"/>
                </a:lnTo>
                <a:lnTo>
                  <a:pt x="349986" y="27891"/>
                </a:lnTo>
                <a:lnTo>
                  <a:pt x="349437" y="27579"/>
                </a:lnTo>
                <a:lnTo>
                  <a:pt x="348875" y="27283"/>
                </a:lnTo>
                <a:lnTo>
                  <a:pt x="348300" y="27003"/>
                </a:lnTo>
                <a:lnTo>
                  <a:pt x="347712" y="26739"/>
                </a:lnTo>
                <a:lnTo>
                  <a:pt x="347112" y="26491"/>
                </a:lnTo>
                <a:lnTo>
                  <a:pt x="346499" y="26259"/>
                </a:lnTo>
                <a:lnTo>
                  <a:pt x="345873" y="26043"/>
                </a:lnTo>
                <a:lnTo>
                  <a:pt x="345234" y="25843"/>
                </a:lnTo>
                <a:lnTo>
                  <a:pt x="344583" y="25659"/>
                </a:lnTo>
                <a:lnTo>
                  <a:pt x="343919" y="25491"/>
                </a:lnTo>
                <a:lnTo>
                  <a:pt x="343243" y="25339"/>
                </a:lnTo>
                <a:lnTo>
                  <a:pt x="342553" y="25203"/>
                </a:lnTo>
                <a:lnTo>
                  <a:pt x="341851" y="25083"/>
                </a:lnTo>
                <a:lnTo>
                  <a:pt x="341137" y="24979"/>
                </a:lnTo>
                <a:lnTo>
                  <a:pt x="340409" y="24891"/>
                </a:lnTo>
                <a:lnTo>
                  <a:pt x="339669" y="24819"/>
                </a:lnTo>
                <a:lnTo>
                  <a:pt x="338916" y="24763"/>
                </a:lnTo>
                <a:lnTo>
                  <a:pt x="338150" y="24723"/>
                </a:lnTo>
                <a:lnTo>
                  <a:pt x="337372" y="24699"/>
                </a:lnTo>
                <a:lnTo>
                  <a:pt x="336581" y="24691"/>
                </a:lnTo>
                <a:lnTo>
                  <a:pt x="336042" y="24695"/>
                </a:lnTo>
                <a:lnTo>
                  <a:pt x="335509" y="24707"/>
                </a:lnTo>
                <a:lnTo>
                  <a:pt x="334981" y="24726"/>
                </a:lnTo>
                <a:lnTo>
                  <a:pt x="334459" y="24753"/>
                </a:lnTo>
                <a:lnTo>
                  <a:pt x="333943" y="24789"/>
                </a:lnTo>
                <a:lnTo>
                  <a:pt x="333432" y="24831"/>
                </a:lnTo>
                <a:lnTo>
                  <a:pt x="332926" y="24882"/>
                </a:lnTo>
                <a:lnTo>
                  <a:pt x="332426" y="24941"/>
                </a:lnTo>
                <a:lnTo>
                  <a:pt x="331932" y="25007"/>
                </a:lnTo>
                <a:lnTo>
                  <a:pt x="331443" y="25081"/>
                </a:lnTo>
                <a:lnTo>
                  <a:pt x="330959" y="25163"/>
                </a:lnTo>
                <a:lnTo>
                  <a:pt x="330481" y="25253"/>
                </a:lnTo>
                <a:lnTo>
                  <a:pt x="330009" y="25350"/>
                </a:lnTo>
                <a:lnTo>
                  <a:pt x="329542" y="25455"/>
                </a:lnTo>
                <a:lnTo>
                  <a:pt x="329081" y="25568"/>
                </a:lnTo>
                <a:lnTo>
                  <a:pt x="328625" y="25689"/>
                </a:lnTo>
                <a:lnTo>
                  <a:pt x="328175" y="25818"/>
                </a:lnTo>
                <a:lnTo>
                  <a:pt x="327731" y="25955"/>
                </a:lnTo>
                <a:lnTo>
                  <a:pt x="327292" y="26099"/>
                </a:lnTo>
                <a:lnTo>
                  <a:pt x="326858" y="26251"/>
                </a:lnTo>
                <a:lnTo>
                  <a:pt x="326430" y="26411"/>
                </a:lnTo>
                <a:lnTo>
                  <a:pt x="326008" y="26578"/>
                </a:lnTo>
                <a:lnTo>
                  <a:pt x="325591" y="26754"/>
                </a:lnTo>
                <a:lnTo>
                  <a:pt x="325179" y="26937"/>
                </a:lnTo>
                <a:lnTo>
                  <a:pt x="324775" y="27127"/>
                </a:lnTo>
                <a:lnTo>
                  <a:pt x="324378" y="27323"/>
                </a:lnTo>
                <a:lnTo>
                  <a:pt x="323990" y="27525"/>
                </a:lnTo>
                <a:lnTo>
                  <a:pt x="323609" y="27733"/>
                </a:lnTo>
                <a:lnTo>
                  <a:pt x="323237" y="27947"/>
                </a:lnTo>
                <a:lnTo>
                  <a:pt x="322872" y="28167"/>
                </a:lnTo>
                <a:lnTo>
                  <a:pt x="322516" y="28392"/>
                </a:lnTo>
                <a:lnTo>
                  <a:pt x="322167" y="28624"/>
                </a:lnTo>
                <a:lnTo>
                  <a:pt x="321827" y="28862"/>
                </a:lnTo>
                <a:lnTo>
                  <a:pt x="321494" y="29105"/>
                </a:lnTo>
                <a:lnTo>
                  <a:pt x="321170" y="29355"/>
                </a:lnTo>
                <a:lnTo>
                  <a:pt x="320853" y="29610"/>
                </a:lnTo>
                <a:lnTo>
                  <a:pt x="320545" y="29872"/>
                </a:lnTo>
                <a:lnTo>
                  <a:pt x="320244" y="30139"/>
                </a:lnTo>
                <a:lnTo>
                  <a:pt x="319952" y="30412"/>
                </a:lnTo>
                <a:lnTo>
                  <a:pt x="319667" y="30692"/>
                </a:lnTo>
                <a:lnTo>
                  <a:pt x="319391" y="30977"/>
                </a:lnTo>
                <a:lnTo>
                  <a:pt x="319122" y="31268"/>
                </a:lnTo>
                <a:lnTo>
                  <a:pt x="318861" y="31565"/>
                </a:lnTo>
                <a:lnTo>
                  <a:pt x="318609" y="31868"/>
                </a:lnTo>
                <a:lnTo>
                  <a:pt x="318364" y="32177"/>
                </a:lnTo>
                <a:lnTo>
                  <a:pt x="318128" y="32492"/>
                </a:lnTo>
                <a:lnTo>
                  <a:pt x="317899" y="32813"/>
                </a:lnTo>
                <a:lnTo>
                  <a:pt x="317678" y="33140"/>
                </a:lnTo>
                <a:lnTo>
                  <a:pt x="317466" y="33472"/>
                </a:lnTo>
                <a:lnTo>
                  <a:pt x="317263" y="33807"/>
                </a:lnTo>
                <a:lnTo>
                  <a:pt x="317069" y="34147"/>
                </a:lnTo>
                <a:lnTo>
                  <a:pt x="316884" y="34490"/>
                </a:lnTo>
                <a:lnTo>
                  <a:pt x="316708" y="34838"/>
                </a:lnTo>
                <a:lnTo>
                  <a:pt x="316541" y="35189"/>
                </a:lnTo>
                <a:lnTo>
                  <a:pt x="316383" y="35544"/>
                </a:lnTo>
                <a:lnTo>
                  <a:pt x="316234" y="35903"/>
                </a:lnTo>
                <a:lnTo>
                  <a:pt x="316094" y="36266"/>
                </a:lnTo>
                <a:lnTo>
                  <a:pt x="315963" y="36633"/>
                </a:lnTo>
                <a:lnTo>
                  <a:pt x="315842" y="37003"/>
                </a:lnTo>
                <a:lnTo>
                  <a:pt x="315729" y="37378"/>
                </a:lnTo>
                <a:lnTo>
                  <a:pt x="315625" y="37756"/>
                </a:lnTo>
                <a:lnTo>
                  <a:pt x="315530" y="38139"/>
                </a:lnTo>
                <a:lnTo>
                  <a:pt x="315445" y="38525"/>
                </a:lnTo>
                <a:lnTo>
                  <a:pt x="315368" y="38915"/>
                </a:lnTo>
                <a:lnTo>
                  <a:pt x="315300" y="39309"/>
                </a:lnTo>
                <a:lnTo>
                  <a:pt x="315241" y="39707"/>
                </a:lnTo>
                <a:lnTo>
                  <a:pt x="315192" y="40109"/>
                </a:lnTo>
                <a:lnTo>
                  <a:pt x="315151" y="40515"/>
                </a:lnTo>
                <a:lnTo>
                  <a:pt x="315120" y="40924"/>
                </a:lnTo>
                <a:lnTo>
                  <a:pt x="315097" y="41338"/>
                </a:lnTo>
                <a:lnTo>
                  <a:pt x="315083" y="41756"/>
                </a:lnTo>
                <a:lnTo>
                  <a:pt x="315079" y="42177"/>
                </a:lnTo>
                <a:lnTo>
                  <a:pt x="315082" y="42519"/>
                </a:lnTo>
                <a:lnTo>
                  <a:pt x="315091" y="42857"/>
                </a:lnTo>
                <a:lnTo>
                  <a:pt x="315106" y="43190"/>
                </a:lnTo>
                <a:lnTo>
                  <a:pt x="315127" y="43519"/>
                </a:lnTo>
                <a:lnTo>
                  <a:pt x="315153" y="43844"/>
                </a:lnTo>
                <a:lnTo>
                  <a:pt x="315186" y="44163"/>
                </a:lnTo>
                <a:lnTo>
                  <a:pt x="315225" y="44479"/>
                </a:lnTo>
                <a:lnTo>
                  <a:pt x="315269" y="44789"/>
                </a:lnTo>
                <a:lnTo>
                  <a:pt x="315320" y="45096"/>
                </a:lnTo>
                <a:lnTo>
                  <a:pt x="315376" y="45397"/>
                </a:lnTo>
                <a:lnTo>
                  <a:pt x="315439" y="45695"/>
                </a:lnTo>
                <a:lnTo>
                  <a:pt x="315507" y="45987"/>
                </a:lnTo>
                <a:lnTo>
                  <a:pt x="315581" y="46275"/>
                </a:lnTo>
                <a:lnTo>
                  <a:pt x="315662" y="46559"/>
                </a:lnTo>
                <a:lnTo>
                  <a:pt x="315748" y="46838"/>
                </a:lnTo>
                <a:lnTo>
                  <a:pt x="315840" y="47113"/>
                </a:lnTo>
                <a:lnTo>
                  <a:pt x="315938" y="47383"/>
                </a:lnTo>
                <a:lnTo>
                  <a:pt x="316042" y="47649"/>
                </a:lnTo>
                <a:lnTo>
                  <a:pt x="316152" y="47910"/>
                </a:lnTo>
                <a:lnTo>
                  <a:pt x="316268" y="48167"/>
                </a:lnTo>
                <a:lnTo>
                  <a:pt x="316390" y="48419"/>
                </a:lnTo>
                <a:lnTo>
                  <a:pt x="316518" y="48666"/>
                </a:lnTo>
                <a:lnTo>
                  <a:pt x="316652" y="48909"/>
                </a:lnTo>
                <a:lnTo>
                  <a:pt x="316791" y="49148"/>
                </a:lnTo>
                <a:lnTo>
                  <a:pt x="316937" y="49382"/>
                </a:lnTo>
                <a:lnTo>
                  <a:pt x="317086" y="49614"/>
                </a:lnTo>
                <a:lnTo>
                  <a:pt x="317239" y="49842"/>
                </a:lnTo>
                <a:lnTo>
                  <a:pt x="317397" y="50068"/>
                </a:lnTo>
                <a:lnTo>
                  <a:pt x="317560" y="50290"/>
                </a:lnTo>
                <a:lnTo>
                  <a:pt x="317726" y="50510"/>
                </a:lnTo>
                <a:lnTo>
                  <a:pt x="317897" y="50726"/>
                </a:lnTo>
                <a:lnTo>
                  <a:pt x="318072" y="50939"/>
                </a:lnTo>
                <a:lnTo>
                  <a:pt x="318251" y="51149"/>
                </a:lnTo>
                <a:lnTo>
                  <a:pt x="318435" y="51356"/>
                </a:lnTo>
                <a:lnTo>
                  <a:pt x="318623" y="51560"/>
                </a:lnTo>
                <a:lnTo>
                  <a:pt x="318815" y="51761"/>
                </a:lnTo>
                <a:lnTo>
                  <a:pt x="319012" y="51959"/>
                </a:lnTo>
                <a:lnTo>
                  <a:pt x="319213" y="52153"/>
                </a:lnTo>
                <a:lnTo>
                  <a:pt x="319418" y="52345"/>
                </a:lnTo>
                <a:lnTo>
                  <a:pt x="319628" y="52534"/>
                </a:lnTo>
                <a:lnTo>
                  <a:pt x="319841" y="52719"/>
                </a:lnTo>
                <a:lnTo>
                  <a:pt x="320060" y="52902"/>
                </a:lnTo>
                <a:lnTo>
                  <a:pt x="320282" y="53081"/>
                </a:lnTo>
                <a:lnTo>
                  <a:pt x="320509" y="53257"/>
                </a:lnTo>
                <a:lnTo>
                  <a:pt x="320740" y="53431"/>
                </a:lnTo>
                <a:lnTo>
                  <a:pt x="320975" y="53601"/>
                </a:lnTo>
                <a:lnTo>
                  <a:pt x="321215" y="53768"/>
                </a:lnTo>
                <a:lnTo>
                  <a:pt x="321459" y="53932"/>
                </a:lnTo>
                <a:lnTo>
                  <a:pt x="321706" y="54093"/>
                </a:lnTo>
                <a:lnTo>
                  <a:pt x="321957" y="54252"/>
                </a:lnTo>
                <a:lnTo>
                  <a:pt x="322210" y="54407"/>
                </a:lnTo>
                <a:lnTo>
                  <a:pt x="322466" y="54560"/>
                </a:lnTo>
                <a:lnTo>
                  <a:pt x="322725" y="54711"/>
                </a:lnTo>
                <a:lnTo>
                  <a:pt x="322987" y="54859"/>
                </a:lnTo>
                <a:lnTo>
                  <a:pt x="323252" y="55004"/>
                </a:lnTo>
                <a:lnTo>
                  <a:pt x="323520" y="55146"/>
                </a:lnTo>
                <a:lnTo>
                  <a:pt x="323791" y="55286"/>
                </a:lnTo>
                <a:lnTo>
                  <a:pt x="324064" y="55423"/>
                </a:lnTo>
                <a:lnTo>
                  <a:pt x="324340" y="55557"/>
                </a:lnTo>
                <a:lnTo>
                  <a:pt x="324620" y="55689"/>
                </a:lnTo>
                <a:lnTo>
                  <a:pt x="324902" y="55818"/>
                </a:lnTo>
                <a:lnTo>
                  <a:pt x="325187" y="55945"/>
                </a:lnTo>
                <a:lnTo>
                  <a:pt x="325474" y="56069"/>
                </a:lnTo>
                <a:lnTo>
                  <a:pt x="325765" y="56190"/>
                </a:lnTo>
                <a:lnTo>
                  <a:pt x="326058" y="56308"/>
                </a:lnTo>
                <a:lnTo>
                  <a:pt x="326355" y="56424"/>
                </a:lnTo>
                <a:lnTo>
                  <a:pt x="326654" y="56537"/>
                </a:lnTo>
                <a:lnTo>
                  <a:pt x="326956" y="56648"/>
                </a:lnTo>
                <a:lnTo>
                  <a:pt x="327261" y="56756"/>
                </a:lnTo>
                <a:lnTo>
                  <a:pt x="327569" y="56861"/>
                </a:lnTo>
                <a:lnTo>
                  <a:pt x="327880" y="56963"/>
                </a:lnTo>
                <a:lnTo>
                  <a:pt x="328193" y="57063"/>
                </a:lnTo>
                <a:lnTo>
                  <a:pt x="328509" y="57161"/>
                </a:lnTo>
                <a:lnTo>
                  <a:pt x="328824" y="57257"/>
                </a:lnTo>
                <a:lnTo>
                  <a:pt x="329140" y="57351"/>
                </a:lnTo>
                <a:lnTo>
                  <a:pt x="329457" y="57444"/>
                </a:lnTo>
                <a:lnTo>
                  <a:pt x="329774" y="57535"/>
                </a:lnTo>
                <a:lnTo>
                  <a:pt x="330091" y="57624"/>
                </a:lnTo>
                <a:lnTo>
                  <a:pt x="330409" y="57712"/>
                </a:lnTo>
                <a:lnTo>
                  <a:pt x="330727" y="57798"/>
                </a:lnTo>
                <a:lnTo>
                  <a:pt x="331045" y="57882"/>
                </a:lnTo>
                <a:lnTo>
                  <a:pt x="331364" y="57965"/>
                </a:lnTo>
                <a:lnTo>
                  <a:pt x="331684" y="58046"/>
                </a:lnTo>
                <a:lnTo>
                  <a:pt x="332003" y="58126"/>
                </a:lnTo>
                <a:lnTo>
                  <a:pt x="332323" y="58204"/>
                </a:lnTo>
                <a:lnTo>
                  <a:pt x="332644" y="58280"/>
                </a:lnTo>
                <a:lnTo>
                  <a:pt x="332965" y="58355"/>
                </a:lnTo>
                <a:lnTo>
                  <a:pt x="333286" y="58428"/>
                </a:lnTo>
                <a:lnTo>
                  <a:pt x="333608" y="58499"/>
                </a:lnTo>
                <a:lnTo>
                  <a:pt x="333931" y="58569"/>
                </a:lnTo>
                <a:lnTo>
                  <a:pt x="334253" y="58637"/>
                </a:lnTo>
                <a:lnTo>
                  <a:pt x="334576" y="58703"/>
                </a:lnTo>
                <a:lnTo>
                  <a:pt x="334900" y="58768"/>
                </a:lnTo>
                <a:lnTo>
                  <a:pt x="335224" y="58831"/>
                </a:lnTo>
                <a:lnTo>
                  <a:pt x="335548" y="58893"/>
                </a:lnTo>
                <a:lnTo>
                  <a:pt x="335873" y="58953"/>
                </a:lnTo>
                <a:lnTo>
                  <a:pt x="336264" y="59022"/>
                </a:lnTo>
                <a:lnTo>
                  <a:pt x="336650" y="59092"/>
                </a:lnTo>
                <a:lnTo>
                  <a:pt x="337032" y="59164"/>
                </a:lnTo>
                <a:lnTo>
                  <a:pt x="337408" y="59237"/>
                </a:lnTo>
                <a:lnTo>
                  <a:pt x="337780" y="59310"/>
                </a:lnTo>
                <a:lnTo>
                  <a:pt x="338147" y="59385"/>
                </a:lnTo>
                <a:lnTo>
                  <a:pt x="338508" y="59460"/>
                </a:lnTo>
                <a:lnTo>
                  <a:pt x="338865" y="59537"/>
                </a:lnTo>
                <a:lnTo>
                  <a:pt x="339217" y="59615"/>
                </a:lnTo>
                <a:lnTo>
                  <a:pt x="339564" y="59693"/>
                </a:lnTo>
                <a:lnTo>
                  <a:pt x="339906" y="59773"/>
                </a:lnTo>
                <a:lnTo>
                  <a:pt x="340243" y="59854"/>
                </a:lnTo>
                <a:lnTo>
                  <a:pt x="340575" y="59936"/>
                </a:lnTo>
                <a:lnTo>
                  <a:pt x="340903" y="60018"/>
                </a:lnTo>
                <a:lnTo>
                  <a:pt x="341225" y="60102"/>
                </a:lnTo>
                <a:lnTo>
                  <a:pt x="341543" y="60187"/>
                </a:lnTo>
                <a:lnTo>
                  <a:pt x="341855" y="60273"/>
                </a:lnTo>
                <a:lnTo>
                  <a:pt x="342163" y="60360"/>
                </a:lnTo>
                <a:lnTo>
                  <a:pt x="342466" y="60448"/>
                </a:lnTo>
                <a:lnTo>
                  <a:pt x="342763" y="60537"/>
                </a:lnTo>
                <a:lnTo>
                  <a:pt x="343056" y="60627"/>
                </a:lnTo>
                <a:lnTo>
                  <a:pt x="343344" y="60718"/>
                </a:lnTo>
                <a:lnTo>
                  <a:pt x="343627" y="60810"/>
                </a:lnTo>
                <a:lnTo>
                  <a:pt x="343905" y="60903"/>
                </a:lnTo>
                <a:lnTo>
                  <a:pt x="344178" y="60998"/>
                </a:lnTo>
                <a:lnTo>
                  <a:pt x="344446" y="61095"/>
                </a:lnTo>
                <a:lnTo>
                  <a:pt x="344707" y="61195"/>
                </a:lnTo>
                <a:lnTo>
                  <a:pt x="344964" y="61298"/>
                </a:lnTo>
                <a:lnTo>
                  <a:pt x="345214" y="61404"/>
                </a:lnTo>
                <a:lnTo>
                  <a:pt x="345460" y="61512"/>
                </a:lnTo>
                <a:lnTo>
                  <a:pt x="345699" y="61623"/>
                </a:lnTo>
                <a:lnTo>
                  <a:pt x="345933" y="61736"/>
                </a:lnTo>
                <a:lnTo>
                  <a:pt x="346162" y="61852"/>
                </a:lnTo>
                <a:lnTo>
                  <a:pt x="346385" y="61971"/>
                </a:lnTo>
                <a:lnTo>
                  <a:pt x="346602" y="62093"/>
                </a:lnTo>
                <a:lnTo>
                  <a:pt x="346814" y="62217"/>
                </a:lnTo>
                <a:lnTo>
                  <a:pt x="347021" y="62344"/>
                </a:lnTo>
                <a:lnTo>
                  <a:pt x="347222" y="62473"/>
                </a:lnTo>
                <a:lnTo>
                  <a:pt x="347417" y="62605"/>
                </a:lnTo>
                <a:lnTo>
                  <a:pt x="347607" y="62740"/>
                </a:lnTo>
                <a:lnTo>
                  <a:pt x="347791" y="62878"/>
                </a:lnTo>
                <a:lnTo>
                  <a:pt x="347970" y="63018"/>
                </a:lnTo>
                <a:lnTo>
                  <a:pt x="348143" y="63161"/>
                </a:lnTo>
                <a:lnTo>
                  <a:pt x="348311" y="63306"/>
                </a:lnTo>
                <a:lnTo>
                  <a:pt x="348473" y="63455"/>
                </a:lnTo>
                <a:lnTo>
                  <a:pt x="348629" y="63605"/>
                </a:lnTo>
                <a:lnTo>
                  <a:pt x="348780" y="63759"/>
                </a:lnTo>
                <a:lnTo>
                  <a:pt x="348926" y="63915"/>
                </a:lnTo>
                <a:lnTo>
                  <a:pt x="349066" y="64076"/>
                </a:lnTo>
                <a:lnTo>
                  <a:pt x="349200" y="64242"/>
                </a:lnTo>
                <a:lnTo>
                  <a:pt x="349328" y="64415"/>
                </a:lnTo>
                <a:lnTo>
                  <a:pt x="349450" y="64594"/>
                </a:lnTo>
                <a:lnTo>
                  <a:pt x="349566" y="64779"/>
                </a:lnTo>
                <a:lnTo>
                  <a:pt x="349676" y="64971"/>
                </a:lnTo>
                <a:lnTo>
                  <a:pt x="349780" y="65168"/>
                </a:lnTo>
                <a:lnTo>
                  <a:pt x="349878" y="65372"/>
                </a:lnTo>
                <a:lnTo>
                  <a:pt x="349970" y="65582"/>
                </a:lnTo>
                <a:lnTo>
                  <a:pt x="350057" y="65798"/>
                </a:lnTo>
                <a:lnTo>
                  <a:pt x="350137" y="66020"/>
                </a:lnTo>
                <a:lnTo>
                  <a:pt x="350212" y="66248"/>
                </a:lnTo>
                <a:lnTo>
                  <a:pt x="350280" y="66482"/>
                </a:lnTo>
                <a:lnTo>
                  <a:pt x="350342" y="66723"/>
                </a:lnTo>
                <a:lnTo>
                  <a:pt x="350399" y="66970"/>
                </a:lnTo>
                <a:lnTo>
                  <a:pt x="350450" y="67223"/>
                </a:lnTo>
                <a:lnTo>
                  <a:pt x="350494" y="67482"/>
                </a:lnTo>
                <a:lnTo>
                  <a:pt x="350533" y="67747"/>
                </a:lnTo>
                <a:lnTo>
                  <a:pt x="350566" y="68018"/>
                </a:lnTo>
                <a:lnTo>
                  <a:pt x="350592" y="68296"/>
                </a:lnTo>
                <a:lnTo>
                  <a:pt x="350613" y="68579"/>
                </a:lnTo>
                <a:lnTo>
                  <a:pt x="350628" y="68869"/>
                </a:lnTo>
                <a:lnTo>
                  <a:pt x="350637" y="69165"/>
                </a:lnTo>
                <a:lnTo>
                  <a:pt x="350640" y="69467"/>
                </a:lnTo>
                <a:lnTo>
                  <a:pt x="350638" y="69674"/>
                </a:lnTo>
                <a:lnTo>
                  <a:pt x="350631" y="69878"/>
                </a:lnTo>
                <a:lnTo>
                  <a:pt x="350619" y="70082"/>
                </a:lnTo>
                <a:lnTo>
                  <a:pt x="350602" y="70284"/>
                </a:lnTo>
                <a:lnTo>
                  <a:pt x="350581" y="70486"/>
                </a:lnTo>
                <a:lnTo>
                  <a:pt x="350555" y="70686"/>
                </a:lnTo>
                <a:lnTo>
                  <a:pt x="350524" y="70884"/>
                </a:lnTo>
                <a:lnTo>
                  <a:pt x="350489" y="71082"/>
                </a:lnTo>
                <a:lnTo>
                  <a:pt x="350449" y="71278"/>
                </a:lnTo>
                <a:lnTo>
                  <a:pt x="350404" y="71473"/>
                </a:lnTo>
                <a:lnTo>
                  <a:pt x="350355" y="71667"/>
                </a:lnTo>
                <a:lnTo>
                  <a:pt x="350300" y="71860"/>
                </a:lnTo>
                <a:lnTo>
                  <a:pt x="350241" y="72051"/>
                </a:lnTo>
                <a:lnTo>
                  <a:pt x="350178" y="72241"/>
                </a:lnTo>
                <a:lnTo>
                  <a:pt x="350109" y="72430"/>
                </a:lnTo>
                <a:lnTo>
                  <a:pt x="350036" y="72618"/>
                </a:lnTo>
                <a:lnTo>
                  <a:pt x="349958" y="72804"/>
                </a:lnTo>
                <a:lnTo>
                  <a:pt x="349876" y="72989"/>
                </a:lnTo>
                <a:lnTo>
                  <a:pt x="349788" y="73173"/>
                </a:lnTo>
                <a:lnTo>
                  <a:pt x="349696" y="73356"/>
                </a:lnTo>
                <a:lnTo>
                  <a:pt x="349599" y="73538"/>
                </a:lnTo>
                <a:lnTo>
                  <a:pt x="349498" y="73718"/>
                </a:lnTo>
                <a:lnTo>
                  <a:pt x="349392" y="73897"/>
                </a:lnTo>
                <a:lnTo>
                  <a:pt x="349281" y="74075"/>
                </a:lnTo>
                <a:lnTo>
                  <a:pt x="349165" y="74251"/>
                </a:lnTo>
                <a:lnTo>
                  <a:pt x="349045" y="74423"/>
                </a:lnTo>
                <a:lnTo>
                  <a:pt x="348920" y="74593"/>
                </a:lnTo>
                <a:lnTo>
                  <a:pt x="348790" y="74759"/>
                </a:lnTo>
                <a:lnTo>
                  <a:pt x="348656" y="74922"/>
                </a:lnTo>
                <a:lnTo>
                  <a:pt x="348516" y="75082"/>
                </a:lnTo>
                <a:lnTo>
                  <a:pt x="348373" y="75240"/>
                </a:lnTo>
                <a:lnTo>
                  <a:pt x="348224" y="75394"/>
                </a:lnTo>
                <a:lnTo>
                  <a:pt x="348071" y="75545"/>
                </a:lnTo>
                <a:lnTo>
                  <a:pt x="347913" y="75692"/>
                </a:lnTo>
                <a:lnTo>
                  <a:pt x="347750" y="75837"/>
                </a:lnTo>
                <a:lnTo>
                  <a:pt x="347582" y="75979"/>
                </a:lnTo>
                <a:lnTo>
                  <a:pt x="347410" y="76118"/>
                </a:lnTo>
                <a:lnTo>
                  <a:pt x="347233" y="76253"/>
                </a:lnTo>
                <a:lnTo>
                  <a:pt x="347052" y="76386"/>
                </a:lnTo>
                <a:lnTo>
                  <a:pt x="346865" y="76515"/>
                </a:lnTo>
                <a:lnTo>
                  <a:pt x="346674" y="76642"/>
                </a:lnTo>
                <a:lnTo>
                  <a:pt x="346479" y="76765"/>
                </a:lnTo>
                <a:lnTo>
                  <a:pt x="346278" y="76885"/>
                </a:lnTo>
                <a:lnTo>
                  <a:pt x="346073" y="77003"/>
                </a:lnTo>
                <a:lnTo>
                  <a:pt x="345863" y="77117"/>
                </a:lnTo>
                <a:lnTo>
                  <a:pt x="345648" y="77228"/>
                </a:lnTo>
                <a:lnTo>
                  <a:pt x="345429" y="77336"/>
                </a:lnTo>
                <a:lnTo>
                  <a:pt x="345205" y="77441"/>
                </a:lnTo>
                <a:lnTo>
                  <a:pt x="344976" y="77542"/>
                </a:lnTo>
                <a:lnTo>
                  <a:pt x="344742" y="77639"/>
                </a:lnTo>
                <a:lnTo>
                  <a:pt x="344504" y="77731"/>
                </a:lnTo>
                <a:lnTo>
                  <a:pt x="344260" y="77820"/>
                </a:lnTo>
                <a:lnTo>
                  <a:pt x="344012" y="77904"/>
                </a:lnTo>
                <a:lnTo>
                  <a:pt x="343758" y="77983"/>
                </a:lnTo>
                <a:lnTo>
                  <a:pt x="343500" y="78059"/>
                </a:lnTo>
                <a:lnTo>
                  <a:pt x="343236" y="78130"/>
                </a:lnTo>
                <a:lnTo>
                  <a:pt x="342968" y="78196"/>
                </a:lnTo>
                <a:lnTo>
                  <a:pt x="342695" y="78259"/>
                </a:lnTo>
                <a:lnTo>
                  <a:pt x="342417" y="78317"/>
                </a:lnTo>
                <a:lnTo>
                  <a:pt x="342134" y="78371"/>
                </a:lnTo>
                <a:lnTo>
                  <a:pt x="341846" y="78420"/>
                </a:lnTo>
                <a:lnTo>
                  <a:pt x="341553" y="78466"/>
                </a:lnTo>
                <a:lnTo>
                  <a:pt x="341255" y="78506"/>
                </a:lnTo>
                <a:lnTo>
                  <a:pt x="340952" y="78543"/>
                </a:lnTo>
                <a:lnTo>
                  <a:pt x="340645" y="78575"/>
                </a:lnTo>
                <a:lnTo>
                  <a:pt x="340332" y="78603"/>
                </a:lnTo>
                <a:lnTo>
                  <a:pt x="340015" y="78627"/>
                </a:lnTo>
                <a:lnTo>
                  <a:pt x="339692" y="78646"/>
                </a:lnTo>
                <a:lnTo>
                  <a:pt x="339365" y="78661"/>
                </a:lnTo>
                <a:lnTo>
                  <a:pt x="339033" y="78672"/>
                </a:lnTo>
                <a:lnTo>
                  <a:pt x="338695" y="78679"/>
                </a:lnTo>
                <a:lnTo>
                  <a:pt x="338353" y="78681"/>
                </a:lnTo>
                <a:lnTo>
                  <a:pt x="337962" y="78678"/>
                </a:lnTo>
                <a:lnTo>
                  <a:pt x="337576" y="78670"/>
                </a:lnTo>
                <a:lnTo>
                  <a:pt x="337195" y="78656"/>
                </a:lnTo>
                <a:lnTo>
                  <a:pt x="336819" y="78637"/>
                </a:lnTo>
                <a:lnTo>
                  <a:pt x="336448" y="78612"/>
                </a:lnTo>
                <a:lnTo>
                  <a:pt x="336082" y="78581"/>
                </a:lnTo>
                <a:lnTo>
                  <a:pt x="335722" y="78545"/>
                </a:lnTo>
                <a:lnTo>
                  <a:pt x="335366" y="78504"/>
                </a:lnTo>
                <a:lnTo>
                  <a:pt x="335016" y="78457"/>
                </a:lnTo>
                <a:lnTo>
                  <a:pt x="334671" y="78404"/>
                </a:lnTo>
                <a:lnTo>
                  <a:pt x="334331" y="78346"/>
                </a:lnTo>
                <a:lnTo>
                  <a:pt x="333996" y="78282"/>
                </a:lnTo>
                <a:lnTo>
                  <a:pt x="333666" y="78213"/>
                </a:lnTo>
                <a:lnTo>
                  <a:pt x="333342" y="78139"/>
                </a:lnTo>
                <a:lnTo>
                  <a:pt x="333022" y="78058"/>
                </a:lnTo>
                <a:lnTo>
                  <a:pt x="332708" y="77973"/>
                </a:lnTo>
                <a:lnTo>
                  <a:pt x="332399" y="77881"/>
                </a:lnTo>
                <a:lnTo>
                  <a:pt x="332095" y="77784"/>
                </a:lnTo>
                <a:lnTo>
                  <a:pt x="331796" y="77682"/>
                </a:lnTo>
                <a:lnTo>
                  <a:pt x="331502" y="77574"/>
                </a:lnTo>
                <a:lnTo>
                  <a:pt x="331213" y="77461"/>
                </a:lnTo>
                <a:lnTo>
                  <a:pt x="330930" y="77342"/>
                </a:lnTo>
                <a:lnTo>
                  <a:pt x="330651" y="77217"/>
                </a:lnTo>
                <a:lnTo>
                  <a:pt x="330378" y="77087"/>
                </a:lnTo>
                <a:lnTo>
                  <a:pt x="330110" y="76953"/>
                </a:lnTo>
                <a:lnTo>
                  <a:pt x="329846" y="76814"/>
                </a:lnTo>
                <a:lnTo>
                  <a:pt x="329587" y="76673"/>
                </a:lnTo>
                <a:lnTo>
                  <a:pt x="329333" y="76528"/>
                </a:lnTo>
                <a:lnTo>
                  <a:pt x="329084" y="76379"/>
                </a:lnTo>
                <a:lnTo>
                  <a:pt x="328839" y="76227"/>
                </a:lnTo>
                <a:lnTo>
                  <a:pt x="328599" y="76071"/>
                </a:lnTo>
                <a:lnTo>
                  <a:pt x="328363" y="75912"/>
                </a:lnTo>
                <a:lnTo>
                  <a:pt x="328133" y="75750"/>
                </a:lnTo>
                <a:lnTo>
                  <a:pt x="327907" y="75584"/>
                </a:lnTo>
                <a:lnTo>
                  <a:pt x="327686" y="75414"/>
                </a:lnTo>
                <a:lnTo>
                  <a:pt x="327469" y="75241"/>
                </a:lnTo>
                <a:lnTo>
                  <a:pt x="327257" y="75064"/>
                </a:lnTo>
                <a:lnTo>
                  <a:pt x="327050" y="74884"/>
                </a:lnTo>
                <a:lnTo>
                  <a:pt x="326848" y="74701"/>
                </a:lnTo>
                <a:lnTo>
                  <a:pt x="326650" y="74514"/>
                </a:lnTo>
                <a:lnTo>
                  <a:pt x="326457" y="74323"/>
                </a:lnTo>
                <a:lnTo>
                  <a:pt x="326269" y="74129"/>
                </a:lnTo>
                <a:lnTo>
                  <a:pt x="326086" y="73932"/>
                </a:lnTo>
                <a:lnTo>
                  <a:pt x="325907" y="73731"/>
                </a:lnTo>
                <a:lnTo>
                  <a:pt x="325733" y="73527"/>
                </a:lnTo>
                <a:lnTo>
                  <a:pt x="325563" y="73319"/>
                </a:lnTo>
                <a:lnTo>
                  <a:pt x="325399" y="73107"/>
                </a:lnTo>
                <a:lnTo>
                  <a:pt x="325239" y="72892"/>
                </a:lnTo>
                <a:lnTo>
                  <a:pt x="325084" y="72675"/>
                </a:lnTo>
                <a:lnTo>
                  <a:pt x="324933" y="72456"/>
                </a:lnTo>
                <a:lnTo>
                  <a:pt x="324787" y="72235"/>
                </a:lnTo>
                <a:lnTo>
                  <a:pt x="324645" y="72013"/>
                </a:lnTo>
                <a:lnTo>
                  <a:pt x="324508" y="71789"/>
                </a:lnTo>
                <a:lnTo>
                  <a:pt x="324375" y="71563"/>
                </a:lnTo>
                <a:lnTo>
                  <a:pt x="324247" y="71336"/>
                </a:lnTo>
                <a:lnTo>
                  <a:pt x="324124" y="71107"/>
                </a:lnTo>
                <a:lnTo>
                  <a:pt x="324004" y="70877"/>
                </a:lnTo>
                <a:lnTo>
                  <a:pt x="323890" y="70644"/>
                </a:lnTo>
                <a:lnTo>
                  <a:pt x="323780" y="70410"/>
                </a:lnTo>
                <a:lnTo>
                  <a:pt x="323674" y="70175"/>
                </a:lnTo>
                <a:lnTo>
                  <a:pt x="323573" y="69938"/>
                </a:lnTo>
                <a:lnTo>
                  <a:pt x="323476" y="69699"/>
                </a:lnTo>
                <a:lnTo>
                  <a:pt x="323384" y="69459"/>
                </a:lnTo>
                <a:lnTo>
                  <a:pt x="323297" y="69217"/>
                </a:lnTo>
                <a:lnTo>
                  <a:pt x="323214" y="68973"/>
                </a:lnTo>
                <a:lnTo>
                  <a:pt x="323135" y="68728"/>
                </a:lnTo>
                <a:lnTo>
                  <a:pt x="323061" y="68481"/>
                </a:lnTo>
                <a:lnTo>
                  <a:pt x="322991" y="68232"/>
                </a:lnTo>
                <a:lnTo>
                  <a:pt x="322926" y="67982"/>
                </a:lnTo>
                <a:lnTo>
                  <a:pt x="322866" y="67730"/>
                </a:lnTo>
                <a:lnTo>
                  <a:pt x="322810" y="67476"/>
                </a:lnTo>
                <a:lnTo>
                  <a:pt x="322758" y="67221"/>
                </a:lnTo>
                <a:lnTo>
                  <a:pt x="312598" y="67221"/>
                </a:lnTo>
                <a:lnTo>
                  <a:pt x="312662" y="67721"/>
                </a:lnTo>
                <a:lnTo>
                  <a:pt x="312734" y="68215"/>
                </a:lnTo>
                <a:lnTo>
                  <a:pt x="312815" y="68703"/>
                </a:lnTo>
                <a:lnTo>
                  <a:pt x="312905" y="69186"/>
                </a:lnTo>
                <a:lnTo>
                  <a:pt x="313004" y="69663"/>
                </a:lnTo>
                <a:lnTo>
                  <a:pt x="313111" y="70135"/>
                </a:lnTo>
                <a:lnTo>
                  <a:pt x="313228" y="70601"/>
                </a:lnTo>
                <a:lnTo>
                  <a:pt x="313353" y="71062"/>
                </a:lnTo>
                <a:lnTo>
                  <a:pt x="313487" y="71517"/>
                </a:lnTo>
                <a:lnTo>
                  <a:pt x="313630" y="71966"/>
                </a:lnTo>
                <a:lnTo>
                  <a:pt x="313781" y="72410"/>
                </a:lnTo>
                <a:lnTo>
                  <a:pt x="313942" y="72849"/>
                </a:lnTo>
                <a:lnTo>
                  <a:pt x="314111" y="73282"/>
                </a:lnTo>
                <a:lnTo>
                  <a:pt x="314289" y="73709"/>
                </a:lnTo>
                <a:lnTo>
                  <a:pt x="314476" y="74131"/>
                </a:lnTo>
                <a:lnTo>
                  <a:pt x="314672" y="74547"/>
                </a:lnTo>
                <a:lnTo>
                  <a:pt x="314877" y="74958"/>
                </a:lnTo>
                <a:lnTo>
                  <a:pt x="315090" y="75363"/>
                </a:lnTo>
                <a:lnTo>
                  <a:pt x="315312" y="75763"/>
                </a:lnTo>
                <a:lnTo>
                  <a:pt x="315543" y="76157"/>
                </a:lnTo>
                <a:lnTo>
                  <a:pt x="315783" y="76546"/>
                </a:lnTo>
                <a:lnTo>
                  <a:pt x="316032" y="76929"/>
                </a:lnTo>
                <a:lnTo>
                  <a:pt x="316289" y="77307"/>
                </a:lnTo>
                <a:lnTo>
                  <a:pt x="316555" y="77679"/>
                </a:lnTo>
                <a:lnTo>
                  <a:pt x="316830" y="78044"/>
                </a:lnTo>
                <a:lnTo>
                  <a:pt x="317113" y="78403"/>
                </a:lnTo>
                <a:lnTo>
                  <a:pt x="317403" y="78755"/>
                </a:lnTo>
                <a:lnTo>
                  <a:pt x="317701" y="79101"/>
                </a:lnTo>
                <a:lnTo>
                  <a:pt x="318007" y="79439"/>
                </a:lnTo>
                <a:lnTo>
                  <a:pt x="318321" y="79771"/>
                </a:lnTo>
                <a:lnTo>
                  <a:pt x="318642" y="80096"/>
                </a:lnTo>
                <a:lnTo>
                  <a:pt x="318971" y="80415"/>
                </a:lnTo>
                <a:lnTo>
                  <a:pt x="319308" y="80726"/>
                </a:lnTo>
                <a:lnTo>
                  <a:pt x="319653" y="81031"/>
                </a:lnTo>
                <a:lnTo>
                  <a:pt x="320006" y="81329"/>
                </a:lnTo>
                <a:lnTo>
                  <a:pt x="320366" y="81621"/>
                </a:lnTo>
                <a:lnTo>
                  <a:pt x="320734" y="81905"/>
                </a:lnTo>
                <a:lnTo>
                  <a:pt x="321110" y="82183"/>
                </a:lnTo>
                <a:lnTo>
                  <a:pt x="321494" y="82454"/>
                </a:lnTo>
                <a:lnTo>
                  <a:pt x="321886" y="82718"/>
                </a:lnTo>
                <a:lnTo>
                  <a:pt x="322285" y="82975"/>
                </a:lnTo>
                <a:lnTo>
                  <a:pt x="322692" y="83226"/>
                </a:lnTo>
                <a:lnTo>
                  <a:pt x="323107" y="83470"/>
                </a:lnTo>
                <a:lnTo>
                  <a:pt x="323530" y="83707"/>
                </a:lnTo>
                <a:lnTo>
                  <a:pt x="323960" y="83938"/>
                </a:lnTo>
                <a:lnTo>
                  <a:pt x="324398" y="84161"/>
                </a:lnTo>
                <a:lnTo>
                  <a:pt x="324844" y="84378"/>
                </a:lnTo>
                <a:lnTo>
                  <a:pt x="325298" y="84588"/>
                </a:lnTo>
                <a:lnTo>
                  <a:pt x="325760" y="84791"/>
                </a:lnTo>
                <a:lnTo>
                  <a:pt x="326228" y="84984"/>
                </a:lnTo>
                <a:lnTo>
                  <a:pt x="326702" y="85170"/>
                </a:lnTo>
                <a:lnTo>
                  <a:pt x="327184" y="85346"/>
                </a:lnTo>
                <a:lnTo>
                  <a:pt x="327672" y="85514"/>
                </a:lnTo>
                <a:lnTo>
                  <a:pt x="328167" y="85673"/>
                </a:lnTo>
                <a:lnTo>
                  <a:pt x="328669" y="85824"/>
                </a:lnTo>
                <a:lnTo>
                  <a:pt x="329178" y="85966"/>
                </a:lnTo>
                <a:lnTo>
                  <a:pt x="329693" y="86100"/>
                </a:lnTo>
                <a:lnTo>
                  <a:pt x="330215" y="86225"/>
                </a:lnTo>
                <a:lnTo>
                  <a:pt x="330744" y="86341"/>
                </a:lnTo>
                <a:lnTo>
                  <a:pt x="331280" y="86449"/>
                </a:lnTo>
                <a:lnTo>
                  <a:pt x="331822" y="86548"/>
                </a:lnTo>
                <a:lnTo>
                  <a:pt x="332371" y="86638"/>
                </a:lnTo>
                <a:lnTo>
                  <a:pt x="332927" y="86720"/>
                </a:lnTo>
                <a:lnTo>
                  <a:pt x="333490" y="86793"/>
                </a:lnTo>
                <a:lnTo>
                  <a:pt x="334059" y="86858"/>
                </a:lnTo>
                <a:lnTo>
                  <a:pt x="334635" y="86914"/>
                </a:lnTo>
                <a:lnTo>
                  <a:pt x="335218" y="86961"/>
                </a:lnTo>
                <a:lnTo>
                  <a:pt x="335808" y="87000"/>
                </a:lnTo>
                <a:lnTo>
                  <a:pt x="336404" y="87030"/>
                </a:lnTo>
                <a:lnTo>
                  <a:pt x="337007" y="87051"/>
                </a:lnTo>
                <a:lnTo>
                  <a:pt x="337617" y="87064"/>
                </a:lnTo>
                <a:lnTo>
                  <a:pt x="338234" y="87069"/>
                </a:lnTo>
                <a:lnTo>
                  <a:pt x="338802" y="87065"/>
                </a:lnTo>
                <a:lnTo>
                  <a:pt x="339364" y="87053"/>
                </a:lnTo>
                <a:lnTo>
                  <a:pt x="339919" y="87033"/>
                </a:lnTo>
                <a:lnTo>
                  <a:pt x="340469" y="87005"/>
                </a:lnTo>
                <a:close/>
                <a:moveTo>
                  <a:pt x="143846" y="77139"/>
                </a:moveTo>
                <a:lnTo>
                  <a:pt x="144123" y="77553"/>
                </a:lnTo>
                <a:lnTo>
                  <a:pt x="144408" y="77960"/>
                </a:lnTo>
                <a:lnTo>
                  <a:pt x="144703" y="78357"/>
                </a:lnTo>
                <a:lnTo>
                  <a:pt x="145006" y="78747"/>
                </a:lnTo>
                <a:lnTo>
                  <a:pt x="145318" y="79129"/>
                </a:lnTo>
                <a:lnTo>
                  <a:pt x="145640" y="79502"/>
                </a:lnTo>
                <a:lnTo>
                  <a:pt x="145969" y="79867"/>
                </a:lnTo>
                <a:lnTo>
                  <a:pt x="146308" y="80224"/>
                </a:lnTo>
                <a:lnTo>
                  <a:pt x="146656" y="80572"/>
                </a:lnTo>
                <a:lnTo>
                  <a:pt x="147012" y="80913"/>
                </a:lnTo>
                <a:lnTo>
                  <a:pt x="147377" y="81245"/>
                </a:lnTo>
                <a:lnTo>
                  <a:pt x="147751" y="81569"/>
                </a:lnTo>
                <a:lnTo>
                  <a:pt x="148134" y="81885"/>
                </a:lnTo>
                <a:lnTo>
                  <a:pt x="148525" y="82192"/>
                </a:lnTo>
                <a:lnTo>
                  <a:pt x="148926" y="82492"/>
                </a:lnTo>
                <a:lnTo>
                  <a:pt x="149335" y="82783"/>
                </a:lnTo>
                <a:lnTo>
                  <a:pt x="149753" y="83066"/>
                </a:lnTo>
                <a:lnTo>
                  <a:pt x="150180" y="83341"/>
                </a:lnTo>
                <a:lnTo>
                  <a:pt x="150615" y="83607"/>
                </a:lnTo>
                <a:lnTo>
                  <a:pt x="151060" y="83866"/>
                </a:lnTo>
                <a:lnTo>
                  <a:pt x="151513" y="84116"/>
                </a:lnTo>
                <a:lnTo>
                  <a:pt x="151974" y="84357"/>
                </a:lnTo>
                <a:lnTo>
                  <a:pt x="152441" y="84588"/>
                </a:lnTo>
                <a:lnTo>
                  <a:pt x="152914" y="84808"/>
                </a:lnTo>
                <a:lnTo>
                  <a:pt x="153392" y="85018"/>
                </a:lnTo>
                <a:lnTo>
                  <a:pt x="153877" y="85218"/>
                </a:lnTo>
                <a:lnTo>
                  <a:pt x="154367" y="85408"/>
                </a:lnTo>
                <a:lnTo>
                  <a:pt x="154864" y="85587"/>
                </a:lnTo>
                <a:lnTo>
                  <a:pt x="155366" y="85756"/>
                </a:lnTo>
                <a:lnTo>
                  <a:pt x="155875" y="85915"/>
                </a:lnTo>
                <a:lnTo>
                  <a:pt x="156389" y="86064"/>
                </a:lnTo>
                <a:lnTo>
                  <a:pt x="156909" y="86202"/>
                </a:lnTo>
                <a:lnTo>
                  <a:pt x="157435" y="86330"/>
                </a:lnTo>
                <a:lnTo>
                  <a:pt x="157968" y="86448"/>
                </a:lnTo>
                <a:lnTo>
                  <a:pt x="158506" y="86556"/>
                </a:lnTo>
                <a:lnTo>
                  <a:pt x="159050" y="86653"/>
                </a:lnTo>
                <a:lnTo>
                  <a:pt x="159600" y="86741"/>
                </a:lnTo>
                <a:lnTo>
                  <a:pt x="160155" y="86817"/>
                </a:lnTo>
                <a:lnTo>
                  <a:pt x="160717" y="86884"/>
                </a:lnTo>
                <a:lnTo>
                  <a:pt x="161285" y="86940"/>
                </a:lnTo>
                <a:lnTo>
                  <a:pt x="161859" y="86987"/>
                </a:lnTo>
                <a:lnTo>
                  <a:pt x="162438" y="87023"/>
                </a:lnTo>
                <a:lnTo>
                  <a:pt x="163024" y="87048"/>
                </a:lnTo>
                <a:lnTo>
                  <a:pt x="163616" y="87064"/>
                </a:lnTo>
                <a:lnTo>
                  <a:pt x="164213" y="87069"/>
                </a:lnTo>
                <a:lnTo>
                  <a:pt x="164938" y="87062"/>
                </a:lnTo>
                <a:lnTo>
                  <a:pt x="165655" y="87041"/>
                </a:lnTo>
                <a:lnTo>
                  <a:pt x="166364" y="87006"/>
                </a:lnTo>
                <a:lnTo>
                  <a:pt x="167065" y="86957"/>
                </a:lnTo>
                <a:lnTo>
                  <a:pt x="167758" y="86894"/>
                </a:lnTo>
                <a:lnTo>
                  <a:pt x="168444" y="86818"/>
                </a:lnTo>
                <a:lnTo>
                  <a:pt x="169122" y="86727"/>
                </a:lnTo>
                <a:lnTo>
                  <a:pt x="169792" y="86622"/>
                </a:lnTo>
                <a:lnTo>
                  <a:pt x="170454" y="86504"/>
                </a:lnTo>
                <a:lnTo>
                  <a:pt x="171109" y="86371"/>
                </a:lnTo>
                <a:lnTo>
                  <a:pt x="171756" y="86225"/>
                </a:lnTo>
                <a:lnTo>
                  <a:pt x="172394" y="86065"/>
                </a:lnTo>
                <a:lnTo>
                  <a:pt x="173025" y="85890"/>
                </a:lnTo>
                <a:lnTo>
                  <a:pt x="173649" y="85702"/>
                </a:lnTo>
                <a:lnTo>
                  <a:pt x="174264" y="85500"/>
                </a:lnTo>
                <a:lnTo>
                  <a:pt x="174872" y="85284"/>
                </a:lnTo>
                <a:lnTo>
                  <a:pt x="175472" y="85054"/>
                </a:lnTo>
                <a:lnTo>
                  <a:pt x="176064" y="84809"/>
                </a:lnTo>
                <a:lnTo>
                  <a:pt x="176648" y="84551"/>
                </a:lnTo>
                <a:lnTo>
                  <a:pt x="177225" y="84280"/>
                </a:lnTo>
                <a:lnTo>
                  <a:pt x="177793" y="83994"/>
                </a:lnTo>
                <a:lnTo>
                  <a:pt x="178354" y="83694"/>
                </a:lnTo>
                <a:lnTo>
                  <a:pt x="178907" y="83380"/>
                </a:lnTo>
                <a:lnTo>
                  <a:pt x="179453" y="83052"/>
                </a:lnTo>
                <a:lnTo>
                  <a:pt x="179989" y="82712"/>
                </a:lnTo>
                <a:lnTo>
                  <a:pt x="180516" y="82362"/>
                </a:lnTo>
                <a:lnTo>
                  <a:pt x="181032" y="82001"/>
                </a:lnTo>
                <a:lnTo>
                  <a:pt x="181539" y="81630"/>
                </a:lnTo>
                <a:lnTo>
                  <a:pt x="182035" y="81248"/>
                </a:lnTo>
                <a:lnTo>
                  <a:pt x="182521" y="80856"/>
                </a:lnTo>
                <a:lnTo>
                  <a:pt x="182997" y="80453"/>
                </a:lnTo>
                <a:lnTo>
                  <a:pt x="183463" y="80040"/>
                </a:lnTo>
                <a:lnTo>
                  <a:pt x="183920" y="79616"/>
                </a:lnTo>
                <a:lnTo>
                  <a:pt x="184366" y="79182"/>
                </a:lnTo>
                <a:lnTo>
                  <a:pt x="184802" y="78738"/>
                </a:lnTo>
                <a:lnTo>
                  <a:pt x="185228" y="78283"/>
                </a:lnTo>
                <a:lnTo>
                  <a:pt x="185643" y="77817"/>
                </a:lnTo>
                <a:lnTo>
                  <a:pt x="186049" y="77342"/>
                </a:lnTo>
                <a:lnTo>
                  <a:pt x="186445" y="76855"/>
                </a:lnTo>
                <a:lnTo>
                  <a:pt x="186831" y="76358"/>
                </a:lnTo>
                <a:lnTo>
                  <a:pt x="187207" y="75851"/>
                </a:lnTo>
                <a:lnTo>
                  <a:pt x="187572" y="75333"/>
                </a:lnTo>
                <a:lnTo>
                  <a:pt x="187928" y="74805"/>
                </a:lnTo>
                <a:lnTo>
                  <a:pt x="188273" y="74267"/>
                </a:lnTo>
                <a:lnTo>
                  <a:pt x="188609" y="73717"/>
                </a:lnTo>
                <a:lnTo>
                  <a:pt x="188934" y="73158"/>
                </a:lnTo>
                <a:lnTo>
                  <a:pt x="189250" y="72588"/>
                </a:lnTo>
                <a:lnTo>
                  <a:pt x="189555" y="72007"/>
                </a:lnTo>
                <a:lnTo>
                  <a:pt x="189849" y="71418"/>
                </a:lnTo>
                <a:lnTo>
                  <a:pt x="190130" y="70822"/>
                </a:lnTo>
                <a:lnTo>
                  <a:pt x="190399" y="70219"/>
                </a:lnTo>
                <a:lnTo>
                  <a:pt x="190656" y="69610"/>
                </a:lnTo>
                <a:lnTo>
                  <a:pt x="190900" y="68993"/>
                </a:lnTo>
                <a:lnTo>
                  <a:pt x="191131" y="68370"/>
                </a:lnTo>
                <a:lnTo>
                  <a:pt x="191350" y="67741"/>
                </a:lnTo>
                <a:lnTo>
                  <a:pt x="191557" y="67104"/>
                </a:lnTo>
                <a:lnTo>
                  <a:pt x="191751" y="66461"/>
                </a:lnTo>
                <a:lnTo>
                  <a:pt x="191932" y="65810"/>
                </a:lnTo>
                <a:lnTo>
                  <a:pt x="192101" y="65154"/>
                </a:lnTo>
                <a:lnTo>
                  <a:pt x="192257" y="64490"/>
                </a:lnTo>
                <a:lnTo>
                  <a:pt x="192401" y="63819"/>
                </a:lnTo>
                <a:lnTo>
                  <a:pt x="192533" y="63142"/>
                </a:lnTo>
                <a:lnTo>
                  <a:pt x="192652" y="62458"/>
                </a:lnTo>
                <a:lnTo>
                  <a:pt x="192758" y="61767"/>
                </a:lnTo>
                <a:lnTo>
                  <a:pt x="192852" y="61070"/>
                </a:lnTo>
                <a:lnTo>
                  <a:pt x="192933" y="60366"/>
                </a:lnTo>
                <a:lnTo>
                  <a:pt x="193002" y="59655"/>
                </a:lnTo>
                <a:lnTo>
                  <a:pt x="193058" y="58937"/>
                </a:lnTo>
                <a:lnTo>
                  <a:pt x="193102" y="58212"/>
                </a:lnTo>
                <a:lnTo>
                  <a:pt x="193133" y="57481"/>
                </a:lnTo>
                <a:lnTo>
                  <a:pt x="193152" y="56743"/>
                </a:lnTo>
                <a:lnTo>
                  <a:pt x="193158" y="55998"/>
                </a:lnTo>
                <a:lnTo>
                  <a:pt x="193152" y="55253"/>
                </a:lnTo>
                <a:lnTo>
                  <a:pt x="193133" y="54515"/>
                </a:lnTo>
                <a:lnTo>
                  <a:pt x="193102" y="53784"/>
                </a:lnTo>
                <a:lnTo>
                  <a:pt x="193058" y="53060"/>
                </a:lnTo>
                <a:lnTo>
                  <a:pt x="193002" y="52342"/>
                </a:lnTo>
                <a:lnTo>
                  <a:pt x="192933" y="51631"/>
                </a:lnTo>
                <a:lnTo>
                  <a:pt x="192852" y="50927"/>
                </a:lnTo>
                <a:lnTo>
                  <a:pt x="192758" y="50230"/>
                </a:lnTo>
                <a:lnTo>
                  <a:pt x="192652" y="49539"/>
                </a:lnTo>
                <a:lnTo>
                  <a:pt x="192533" y="48855"/>
                </a:lnTo>
                <a:lnTo>
                  <a:pt x="192401" y="48178"/>
                </a:lnTo>
                <a:lnTo>
                  <a:pt x="192257" y="47508"/>
                </a:lnTo>
                <a:lnTo>
                  <a:pt x="192101" y="46844"/>
                </a:lnTo>
                <a:lnTo>
                  <a:pt x="191932" y="46188"/>
                </a:lnTo>
                <a:lnTo>
                  <a:pt x="191751" y="45538"/>
                </a:lnTo>
                <a:lnTo>
                  <a:pt x="191557" y="44894"/>
                </a:lnTo>
                <a:lnTo>
                  <a:pt x="191350" y="44258"/>
                </a:lnTo>
                <a:lnTo>
                  <a:pt x="191131" y="43628"/>
                </a:lnTo>
                <a:lnTo>
                  <a:pt x="190900" y="43005"/>
                </a:lnTo>
                <a:lnTo>
                  <a:pt x="190656" y="42389"/>
                </a:lnTo>
                <a:lnTo>
                  <a:pt x="190399" y="41780"/>
                </a:lnTo>
                <a:lnTo>
                  <a:pt x="190130" y="41177"/>
                </a:lnTo>
                <a:lnTo>
                  <a:pt x="189849" y="40581"/>
                </a:lnTo>
                <a:lnTo>
                  <a:pt x="189555" y="39992"/>
                </a:lnTo>
                <a:lnTo>
                  <a:pt x="189250" y="39411"/>
                </a:lnTo>
                <a:lnTo>
                  <a:pt x="188935" y="38840"/>
                </a:lnTo>
                <a:lnTo>
                  <a:pt x="188610" y="38280"/>
                </a:lnTo>
                <a:lnTo>
                  <a:pt x="188275" y="37729"/>
                </a:lnTo>
                <a:lnTo>
                  <a:pt x="187930" y="37188"/>
                </a:lnTo>
                <a:lnTo>
                  <a:pt x="187576" y="36658"/>
                </a:lnTo>
                <a:lnTo>
                  <a:pt x="187212" y="36137"/>
                </a:lnTo>
                <a:lnTo>
                  <a:pt x="186837" y="35627"/>
                </a:lnTo>
                <a:lnTo>
                  <a:pt x="186453" y="35126"/>
                </a:lnTo>
                <a:lnTo>
                  <a:pt x="186060" y="34636"/>
                </a:lnTo>
                <a:lnTo>
                  <a:pt x="185656" y="34156"/>
                </a:lnTo>
                <a:lnTo>
                  <a:pt x="185242" y="33685"/>
                </a:lnTo>
                <a:lnTo>
                  <a:pt x="184819" y="33225"/>
                </a:lnTo>
                <a:lnTo>
                  <a:pt x="184386" y="32775"/>
                </a:lnTo>
                <a:lnTo>
                  <a:pt x="183943" y="32335"/>
                </a:lnTo>
                <a:lnTo>
                  <a:pt x="183490" y="31905"/>
                </a:lnTo>
                <a:lnTo>
                  <a:pt x="183027" y="31485"/>
                </a:lnTo>
                <a:lnTo>
                  <a:pt x="182555" y="31075"/>
                </a:lnTo>
                <a:lnTo>
                  <a:pt x="182072" y="30675"/>
                </a:lnTo>
                <a:lnTo>
                  <a:pt x="181580" y="30285"/>
                </a:lnTo>
                <a:lnTo>
                  <a:pt x="181078" y="29905"/>
                </a:lnTo>
                <a:lnTo>
                  <a:pt x="180566" y="29536"/>
                </a:lnTo>
                <a:lnTo>
                  <a:pt x="180044" y="29176"/>
                </a:lnTo>
                <a:lnTo>
                  <a:pt x="179512" y="28826"/>
                </a:lnTo>
                <a:lnTo>
                  <a:pt x="178972" y="28489"/>
                </a:lnTo>
                <a:lnTo>
                  <a:pt x="178423" y="28166"/>
                </a:lnTo>
                <a:lnTo>
                  <a:pt x="177867" y="27857"/>
                </a:lnTo>
                <a:lnTo>
                  <a:pt x="177302" y="27563"/>
                </a:lnTo>
                <a:lnTo>
                  <a:pt x="176730" y="27283"/>
                </a:lnTo>
                <a:lnTo>
                  <a:pt x="176149" y="27017"/>
                </a:lnTo>
                <a:lnTo>
                  <a:pt x="175561" y="26766"/>
                </a:lnTo>
                <a:lnTo>
                  <a:pt x="174964" y="26529"/>
                </a:lnTo>
                <a:lnTo>
                  <a:pt x="174360" y="26306"/>
                </a:lnTo>
                <a:lnTo>
                  <a:pt x="173748" y="26098"/>
                </a:lnTo>
                <a:lnTo>
                  <a:pt x="173127" y="25904"/>
                </a:lnTo>
                <a:lnTo>
                  <a:pt x="172498" y="25725"/>
                </a:lnTo>
                <a:lnTo>
                  <a:pt x="171862" y="25560"/>
                </a:lnTo>
                <a:lnTo>
                  <a:pt x="171217" y="25409"/>
                </a:lnTo>
                <a:lnTo>
                  <a:pt x="170565" y="25273"/>
                </a:lnTo>
                <a:lnTo>
                  <a:pt x="169904" y="25151"/>
                </a:lnTo>
                <a:lnTo>
                  <a:pt x="169236" y="25043"/>
                </a:lnTo>
                <a:lnTo>
                  <a:pt x="168559" y="24950"/>
                </a:lnTo>
                <a:lnTo>
                  <a:pt x="167875" y="24871"/>
                </a:lnTo>
                <a:lnTo>
                  <a:pt x="167182" y="24806"/>
                </a:lnTo>
                <a:lnTo>
                  <a:pt x="166482" y="24756"/>
                </a:lnTo>
                <a:lnTo>
                  <a:pt x="165773" y="24720"/>
                </a:lnTo>
                <a:lnTo>
                  <a:pt x="165057" y="24698"/>
                </a:lnTo>
                <a:lnTo>
                  <a:pt x="164332" y="24691"/>
                </a:lnTo>
                <a:lnTo>
                  <a:pt x="163891" y="24694"/>
                </a:lnTo>
                <a:lnTo>
                  <a:pt x="163454" y="24702"/>
                </a:lnTo>
                <a:lnTo>
                  <a:pt x="163021" y="24716"/>
                </a:lnTo>
                <a:lnTo>
                  <a:pt x="162593" y="24735"/>
                </a:lnTo>
                <a:lnTo>
                  <a:pt x="162168" y="24760"/>
                </a:lnTo>
                <a:lnTo>
                  <a:pt x="161748" y="24791"/>
                </a:lnTo>
                <a:lnTo>
                  <a:pt x="161331" y="24827"/>
                </a:lnTo>
                <a:lnTo>
                  <a:pt x="160919" y="24868"/>
                </a:lnTo>
                <a:lnTo>
                  <a:pt x="160511" y="24915"/>
                </a:lnTo>
                <a:lnTo>
                  <a:pt x="160107" y="24968"/>
                </a:lnTo>
                <a:lnTo>
                  <a:pt x="159707" y="25026"/>
                </a:lnTo>
                <a:lnTo>
                  <a:pt x="159311" y="25090"/>
                </a:lnTo>
                <a:lnTo>
                  <a:pt x="158919" y="25159"/>
                </a:lnTo>
                <a:lnTo>
                  <a:pt x="158532" y="25234"/>
                </a:lnTo>
                <a:lnTo>
                  <a:pt x="158148" y="25314"/>
                </a:lnTo>
                <a:lnTo>
                  <a:pt x="157769" y="25400"/>
                </a:lnTo>
                <a:lnTo>
                  <a:pt x="157393" y="25492"/>
                </a:lnTo>
                <a:lnTo>
                  <a:pt x="157022" y="25588"/>
                </a:lnTo>
                <a:lnTo>
                  <a:pt x="156655" y="25691"/>
                </a:lnTo>
                <a:lnTo>
                  <a:pt x="156292" y="25799"/>
                </a:lnTo>
                <a:lnTo>
                  <a:pt x="155933" y="25913"/>
                </a:lnTo>
                <a:lnTo>
                  <a:pt x="155578" y="26032"/>
                </a:lnTo>
                <a:lnTo>
                  <a:pt x="155227" y="26156"/>
                </a:lnTo>
                <a:lnTo>
                  <a:pt x="154881" y="26286"/>
                </a:lnTo>
                <a:lnTo>
                  <a:pt x="154538" y="26421"/>
                </a:lnTo>
                <a:lnTo>
                  <a:pt x="154200" y="26559"/>
                </a:lnTo>
                <a:lnTo>
                  <a:pt x="153865" y="26700"/>
                </a:lnTo>
                <a:lnTo>
                  <a:pt x="153535" y="26844"/>
                </a:lnTo>
                <a:lnTo>
                  <a:pt x="153209" y="26992"/>
                </a:lnTo>
                <a:lnTo>
                  <a:pt x="152887" y="27143"/>
                </a:lnTo>
                <a:lnTo>
                  <a:pt x="152569" y="27297"/>
                </a:lnTo>
                <a:lnTo>
                  <a:pt x="152255" y="27455"/>
                </a:lnTo>
                <a:lnTo>
                  <a:pt x="151945" y="27616"/>
                </a:lnTo>
                <a:lnTo>
                  <a:pt x="151640" y="27780"/>
                </a:lnTo>
                <a:lnTo>
                  <a:pt x="151338" y="27947"/>
                </a:lnTo>
                <a:lnTo>
                  <a:pt x="151041" y="28118"/>
                </a:lnTo>
                <a:lnTo>
                  <a:pt x="150748" y="28292"/>
                </a:lnTo>
                <a:lnTo>
                  <a:pt x="150458" y="28469"/>
                </a:lnTo>
                <a:lnTo>
                  <a:pt x="150173" y="28650"/>
                </a:lnTo>
                <a:lnTo>
                  <a:pt x="149892" y="28833"/>
                </a:lnTo>
                <a:lnTo>
                  <a:pt x="149616" y="29020"/>
                </a:lnTo>
                <a:lnTo>
                  <a:pt x="149343" y="29211"/>
                </a:lnTo>
                <a:lnTo>
                  <a:pt x="149074" y="29404"/>
                </a:lnTo>
                <a:lnTo>
                  <a:pt x="148810" y="29601"/>
                </a:lnTo>
                <a:lnTo>
                  <a:pt x="148549" y="29802"/>
                </a:lnTo>
                <a:lnTo>
                  <a:pt x="148293" y="30005"/>
                </a:lnTo>
                <a:lnTo>
                  <a:pt x="148041" y="30212"/>
                </a:lnTo>
                <a:lnTo>
                  <a:pt x="147793" y="30422"/>
                </a:lnTo>
                <a:lnTo>
                  <a:pt x="147548" y="30634"/>
                </a:lnTo>
                <a:lnTo>
                  <a:pt x="147308" y="30847"/>
                </a:lnTo>
                <a:lnTo>
                  <a:pt x="147071" y="31061"/>
                </a:lnTo>
                <a:lnTo>
                  <a:pt x="146838" y="31277"/>
                </a:lnTo>
                <a:lnTo>
                  <a:pt x="146608" y="31493"/>
                </a:lnTo>
                <a:lnTo>
                  <a:pt x="146383" y="31710"/>
                </a:lnTo>
                <a:lnTo>
                  <a:pt x="146160" y="31929"/>
                </a:lnTo>
                <a:lnTo>
                  <a:pt x="145942" y="32148"/>
                </a:lnTo>
                <a:lnTo>
                  <a:pt x="145727" y="32368"/>
                </a:lnTo>
                <a:lnTo>
                  <a:pt x="145516" y="32590"/>
                </a:lnTo>
                <a:lnTo>
                  <a:pt x="145309" y="32812"/>
                </a:lnTo>
                <a:lnTo>
                  <a:pt x="145105" y="33036"/>
                </a:lnTo>
                <a:lnTo>
                  <a:pt x="144905" y="33260"/>
                </a:lnTo>
                <a:lnTo>
                  <a:pt x="144709" y="33486"/>
                </a:lnTo>
                <a:lnTo>
                  <a:pt x="144516" y="33712"/>
                </a:lnTo>
                <a:lnTo>
                  <a:pt x="144327" y="33940"/>
                </a:lnTo>
                <a:lnTo>
                  <a:pt x="144142" y="34168"/>
                </a:lnTo>
                <a:lnTo>
                  <a:pt x="143961" y="34398"/>
                </a:lnTo>
                <a:lnTo>
                  <a:pt x="143783" y="34629"/>
                </a:lnTo>
                <a:lnTo>
                  <a:pt x="143609" y="34860"/>
                </a:lnTo>
                <a:lnTo>
                  <a:pt x="143438" y="35093"/>
                </a:lnTo>
                <a:lnTo>
                  <a:pt x="143271" y="35327"/>
                </a:lnTo>
                <a:lnTo>
                  <a:pt x="143108" y="35562"/>
                </a:lnTo>
                <a:lnTo>
                  <a:pt x="142949" y="35797"/>
                </a:lnTo>
                <a:lnTo>
                  <a:pt x="142121" y="26110"/>
                </a:lnTo>
                <a:lnTo>
                  <a:pt x="133144" y="26110"/>
                </a:lnTo>
                <a:lnTo>
                  <a:pt x="133144" y="111643"/>
                </a:lnTo>
                <a:lnTo>
                  <a:pt x="143068" y="111643"/>
                </a:lnTo>
                <a:lnTo>
                  <a:pt x="143068" y="75847"/>
                </a:lnTo>
                <a:lnTo>
                  <a:pt x="143318" y="76286"/>
                </a:lnTo>
                <a:lnTo>
                  <a:pt x="143578" y="76717"/>
                </a:lnTo>
                <a:lnTo>
                  <a:pt x="143846" y="77139"/>
                </a:lnTo>
                <a:close/>
                <a:moveTo>
                  <a:pt x="160751" y="78322"/>
                </a:moveTo>
                <a:lnTo>
                  <a:pt x="160286" y="78268"/>
                </a:lnTo>
                <a:lnTo>
                  <a:pt x="159826" y="78204"/>
                </a:lnTo>
                <a:lnTo>
                  <a:pt x="159370" y="78130"/>
                </a:lnTo>
                <a:lnTo>
                  <a:pt x="158920" y="78046"/>
                </a:lnTo>
                <a:lnTo>
                  <a:pt x="158474" y="77953"/>
                </a:lnTo>
                <a:lnTo>
                  <a:pt x="158034" y="77849"/>
                </a:lnTo>
                <a:lnTo>
                  <a:pt x="157598" y="77736"/>
                </a:lnTo>
                <a:lnTo>
                  <a:pt x="157167" y="77613"/>
                </a:lnTo>
                <a:lnTo>
                  <a:pt x="156741" y="77480"/>
                </a:lnTo>
                <a:lnTo>
                  <a:pt x="156321" y="77338"/>
                </a:lnTo>
                <a:lnTo>
                  <a:pt x="155905" y="77185"/>
                </a:lnTo>
                <a:lnTo>
                  <a:pt x="155493" y="77023"/>
                </a:lnTo>
                <a:lnTo>
                  <a:pt x="155087" y="76851"/>
                </a:lnTo>
                <a:lnTo>
                  <a:pt x="154686" y="76669"/>
                </a:lnTo>
                <a:lnTo>
                  <a:pt x="154290" y="76477"/>
                </a:lnTo>
                <a:lnTo>
                  <a:pt x="153898" y="76275"/>
                </a:lnTo>
                <a:lnTo>
                  <a:pt x="153512" y="76064"/>
                </a:lnTo>
                <a:lnTo>
                  <a:pt x="153130" y="75842"/>
                </a:lnTo>
                <a:lnTo>
                  <a:pt x="152753" y="75611"/>
                </a:lnTo>
                <a:lnTo>
                  <a:pt x="152383" y="75371"/>
                </a:lnTo>
                <a:lnTo>
                  <a:pt x="152019" y="75123"/>
                </a:lnTo>
                <a:lnTo>
                  <a:pt x="151663" y="74868"/>
                </a:lnTo>
                <a:lnTo>
                  <a:pt x="151313" y="74605"/>
                </a:lnTo>
                <a:lnTo>
                  <a:pt x="150970" y="74335"/>
                </a:lnTo>
                <a:lnTo>
                  <a:pt x="150635" y="74057"/>
                </a:lnTo>
                <a:lnTo>
                  <a:pt x="150306" y="73771"/>
                </a:lnTo>
                <a:lnTo>
                  <a:pt x="149984" y="73478"/>
                </a:lnTo>
                <a:lnTo>
                  <a:pt x="149669" y="73177"/>
                </a:lnTo>
                <a:lnTo>
                  <a:pt x="149362" y="72869"/>
                </a:lnTo>
                <a:lnTo>
                  <a:pt x="149061" y="72553"/>
                </a:lnTo>
                <a:lnTo>
                  <a:pt x="148767" y="72229"/>
                </a:lnTo>
                <a:lnTo>
                  <a:pt x="148480" y="71898"/>
                </a:lnTo>
                <a:lnTo>
                  <a:pt x="148200" y="71559"/>
                </a:lnTo>
                <a:lnTo>
                  <a:pt x="147927" y="71213"/>
                </a:lnTo>
                <a:lnTo>
                  <a:pt x="147661" y="70859"/>
                </a:lnTo>
                <a:lnTo>
                  <a:pt x="147402" y="70498"/>
                </a:lnTo>
                <a:lnTo>
                  <a:pt x="147150" y="70129"/>
                </a:lnTo>
                <a:lnTo>
                  <a:pt x="146905" y="69752"/>
                </a:lnTo>
                <a:lnTo>
                  <a:pt x="146667" y="69368"/>
                </a:lnTo>
                <a:lnTo>
                  <a:pt x="146436" y="68976"/>
                </a:lnTo>
                <a:lnTo>
                  <a:pt x="146212" y="68576"/>
                </a:lnTo>
                <a:lnTo>
                  <a:pt x="145995" y="68169"/>
                </a:lnTo>
                <a:lnTo>
                  <a:pt x="145784" y="67755"/>
                </a:lnTo>
                <a:lnTo>
                  <a:pt x="145582" y="67333"/>
                </a:lnTo>
                <a:lnTo>
                  <a:pt x="145388" y="66905"/>
                </a:lnTo>
                <a:lnTo>
                  <a:pt x="145203" y="66471"/>
                </a:lnTo>
                <a:lnTo>
                  <a:pt x="145026" y="66030"/>
                </a:lnTo>
                <a:lnTo>
                  <a:pt x="144859" y="65583"/>
                </a:lnTo>
                <a:lnTo>
                  <a:pt x="144699" y="65129"/>
                </a:lnTo>
                <a:lnTo>
                  <a:pt x="144548" y="64670"/>
                </a:lnTo>
                <a:lnTo>
                  <a:pt x="144406" y="64203"/>
                </a:lnTo>
                <a:lnTo>
                  <a:pt x="144273" y="63731"/>
                </a:lnTo>
                <a:lnTo>
                  <a:pt x="144148" y="63252"/>
                </a:lnTo>
                <a:lnTo>
                  <a:pt x="144032" y="62767"/>
                </a:lnTo>
                <a:lnTo>
                  <a:pt x="143924" y="62275"/>
                </a:lnTo>
                <a:lnTo>
                  <a:pt x="143825" y="61777"/>
                </a:lnTo>
                <a:lnTo>
                  <a:pt x="143735" y="61273"/>
                </a:lnTo>
                <a:lnTo>
                  <a:pt x="143653" y="60762"/>
                </a:lnTo>
                <a:lnTo>
                  <a:pt x="143580" y="60245"/>
                </a:lnTo>
                <a:lnTo>
                  <a:pt x="143515" y="59722"/>
                </a:lnTo>
                <a:lnTo>
                  <a:pt x="143459" y="59192"/>
                </a:lnTo>
                <a:lnTo>
                  <a:pt x="143412" y="58656"/>
                </a:lnTo>
                <a:lnTo>
                  <a:pt x="143373" y="58114"/>
                </a:lnTo>
                <a:lnTo>
                  <a:pt x="143343" y="57565"/>
                </a:lnTo>
                <a:lnTo>
                  <a:pt x="143321" y="57010"/>
                </a:lnTo>
                <a:lnTo>
                  <a:pt x="143308" y="56449"/>
                </a:lnTo>
                <a:lnTo>
                  <a:pt x="143304" y="55881"/>
                </a:lnTo>
                <a:lnTo>
                  <a:pt x="143308" y="55322"/>
                </a:lnTo>
                <a:lnTo>
                  <a:pt x="143321" y="54770"/>
                </a:lnTo>
                <a:lnTo>
                  <a:pt x="143343" y="54223"/>
                </a:lnTo>
                <a:lnTo>
                  <a:pt x="143373" y="53682"/>
                </a:lnTo>
                <a:lnTo>
                  <a:pt x="143412" y="53146"/>
                </a:lnTo>
                <a:lnTo>
                  <a:pt x="143459" y="52617"/>
                </a:lnTo>
                <a:lnTo>
                  <a:pt x="143515" y="52093"/>
                </a:lnTo>
                <a:lnTo>
                  <a:pt x="143580" y="51575"/>
                </a:lnTo>
                <a:lnTo>
                  <a:pt x="143653" y="51062"/>
                </a:lnTo>
                <a:lnTo>
                  <a:pt x="143735" y="50556"/>
                </a:lnTo>
                <a:lnTo>
                  <a:pt x="143825" y="50055"/>
                </a:lnTo>
                <a:lnTo>
                  <a:pt x="143924" y="49560"/>
                </a:lnTo>
                <a:lnTo>
                  <a:pt x="144032" y="49070"/>
                </a:lnTo>
                <a:lnTo>
                  <a:pt x="144148" y="48587"/>
                </a:lnTo>
                <a:lnTo>
                  <a:pt x="144273" y="48109"/>
                </a:lnTo>
                <a:lnTo>
                  <a:pt x="144406" y="47637"/>
                </a:lnTo>
                <a:lnTo>
                  <a:pt x="144548" y="47170"/>
                </a:lnTo>
                <a:lnTo>
                  <a:pt x="144699" y="46709"/>
                </a:lnTo>
                <a:lnTo>
                  <a:pt x="144859" y="46255"/>
                </a:lnTo>
                <a:lnTo>
                  <a:pt x="145026" y="45805"/>
                </a:lnTo>
                <a:lnTo>
                  <a:pt x="145203" y="45362"/>
                </a:lnTo>
                <a:lnTo>
                  <a:pt x="145388" y="44924"/>
                </a:lnTo>
                <a:lnTo>
                  <a:pt x="145582" y="44492"/>
                </a:lnTo>
                <a:lnTo>
                  <a:pt x="145784" y="44066"/>
                </a:lnTo>
                <a:lnTo>
                  <a:pt x="145995" y="43647"/>
                </a:lnTo>
                <a:lnTo>
                  <a:pt x="146212" y="43235"/>
                </a:lnTo>
                <a:lnTo>
                  <a:pt x="146436" y="42831"/>
                </a:lnTo>
                <a:lnTo>
                  <a:pt x="146667" y="42435"/>
                </a:lnTo>
                <a:lnTo>
                  <a:pt x="146905" y="42047"/>
                </a:lnTo>
                <a:lnTo>
                  <a:pt x="147150" y="41667"/>
                </a:lnTo>
                <a:lnTo>
                  <a:pt x="147402" y="41294"/>
                </a:lnTo>
                <a:lnTo>
                  <a:pt x="147661" y="40929"/>
                </a:lnTo>
                <a:lnTo>
                  <a:pt x="147927" y="40572"/>
                </a:lnTo>
                <a:lnTo>
                  <a:pt x="148200" y="40223"/>
                </a:lnTo>
                <a:lnTo>
                  <a:pt x="148480" y="39881"/>
                </a:lnTo>
                <a:lnTo>
                  <a:pt x="148767" y="39548"/>
                </a:lnTo>
                <a:lnTo>
                  <a:pt x="149061" y="39222"/>
                </a:lnTo>
                <a:lnTo>
                  <a:pt x="149362" y="38904"/>
                </a:lnTo>
                <a:lnTo>
                  <a:pt x="149669" y="38594"/>
                </a:lnTo>
                <a:lnTo>
                  <a:pt x="149984" y="38291"/>
                </a:lnTo>
                <a:lnTo>
                  <a:pt x="150306" y="37997"/>
                </a:lnTo>
                <a:lnTo>
                  <a:pt x="150635" y="37710"/>
                </a:lnTo>
                <a:lnTo>
                  <a:pt x="150970" y="37431"/>
                </a:lnTo>
                <a:lnTo>
                  <a:pt x="151313" y="37159"/>
                </a:lnTo>
                <a:lnTo>
                  <a:pt x="151663" y="36896"/>
                </a:lnTo>
                <a:lnTo>
                  <a:pt x="152019" y="36640"/>
                </a:lnTo>
                <a:lnTo>
                  <a:pt x="152383" y="36392"/>
                </a:lnTo>
                <a:lnTo>
                  <a:pt x="152753" y="36152"/>
                </a:lnTo>
                <a:lnTo>
                  <a:pt x="153130" y="35921"/>
                </a:lnTo>
                <a:lnTo>
                  <a:pt x="153512" y="35700"/>
                </a:lnTo>
                <a:lnTo>
                  <a:pt x="153898" y="35488"/>
                </a:lnTo>
                <a:lnTo>
                  <a:pt x="154290" y="35286"/>
                </a:lnTo>
                <a:lnTo>
                  <a:pt x="154686" y="35094"/>
                </a:lnTo>
                <a:lnTo>
                  <a:pt x="155087" y="34912"/>
                </a:lnTo>
                <a:lnTo>
                  <a:pt x="155493" y="34740"/>
                </a:lnTo>
                <a:lnTo>
                  <a:pt x="155905" y="34577"/>
                </a:lnTo>
                <a:lnTo>
                  <a:pt x="156321" y="34424"/>
                </a:lnTo>
                <a:lnTo>
                  <a:pt x="156741" y="34282"/>
                </a:lnTo>
                <a:lnTo>
                  <a:pt x="157167" y="34149"/>
                </a:lnTo>
                <a:lnTo>
                  <a:pt x="157598" y="34026"/>
                </a:lnTo>
                <a:lnTo>
                  <a:pt x="158034" y="33912"/>
                </a:lnTo>
                <a:lnTo>
                  <a:pt x="158474" y="33809"/>
                </a:lnTo>
                <a:lnTo>
                  <a:pt x="158920" y="33716"/>
                </a:lnTo>
                <a:lnTo>
                  <a:pt x="159370" y="33632"/>
                </a:lnTo>
                <a:lnTo>
                  <a:pt x="159826" y="33558"/>
                </a:lnTo>
                <a:lnTo>
                  <a:pt x="160286" y="33494"/>
                </a:lnTo>
                <a:lnTo>
                  <a:pt x="160751" y="33440"/>
                </a:lnTo>
                <a:lnTo>
                  <a:pt x="161221" y="33396"/>
                </a:lnTo>
                <a:lnTo>
                  <a:pt x="161697" y="33361"/>
                </a:lnTo>
                <a:lnTo>
                  <a:pt x="162177" y="33337"/>
                </a:lnTo>
                <a:lnTo>
                  <a:pt x="162661" y="33322"/>
                </a:lnTo>
                <a:lnTo>
                  <a:pt x="163151" y="33317"/>
                </a:lnTo>
                <a:lnTo>
                  <a:pt x="163631" y="33322"/>
                </a:lnTo>
                <a:lnTo>
                  <a:pt x="164107" y="33337"/>
                </a:lnTo>
                <a:lnTo>
                  <a:pt x="164578" y="33361"/>
                </a:lnTo>
                <a:lnTo>
                  <a:pt x="165045" y="33396"/>
                </a:lnTo>
                <a:lnTo>
                  <a:pt x="165507" y="33440"/>
                </a:lnTo>
                <a:lnTo>
                  <a:pt x="165964" y="33494"/>
                </a:lnTo>
                <a:lnTo>
                  <a:pt x="166417" y="33558"/>
                </a:lnTo>
                <a:lnTo>
                  <a:pt x="166866" y="33632"/>
                </a:lnTo>
                <a:lnTo>
                  <a:pt x="167310" y="33716"/>
                </a:lnTo>
                <a:lnTo>
                  <a:pt x="167749" y="33809"/>
                </a:lnTo>
                <a:lnTo>
                  <a:pt x="168184" y="33912"/>
                </a:lnTo>
                <a:lnTo>
                  <a:pt x="168615" y="34026"/>
                </a:lnTo>
                <a:lnTo>
                  <a:pt x="169041" y="34149"/>
                </a:lnTo>
                <a:lnTo>
                  <a:pt x="169462" y="34282"/>
                </a:lnTo>
                <a:lnTo>
                  <a:pt x="169879" y="34424"/>
                </a:lnTo>
                <a:lnTo>
                  <a:pt x="170291" y="34577"/>
                </a:lnTo>
                <a:lnTo>
                  <a:pt x="170699" y="34740"/>
                </a:lnTo>
                <a:lnTo>
                  <a:pt x="171103" y="34912"/>
                </a:lnTo>
                <a:lnTo>
                  <a:pt x="171502" y="35094"/>
                </a:lnTo>
                <a:lnTo>
                  <a:pt x="171896" y="35286"/>
                </a:lnTo>
                <a:lnTo>
                  <a:pt x="172286" y="35488"/>
                </a:lnTo>
                <a:lnTo>
                  <a:pt x="172671" y="35700"/>
                </a:lnTo>
                <a:lnTo>
                  <a:pt x="173052" y="35921"/>
                </a:lnTo>
                <a:lnTo>
                  <a:pt x="173428" y="36152"/>
                </a:lnTo>
                <a:lnTo>
                  <a:pt x="173799" y="36392"/>
                </a:lnTo>
                <a:lnTo>
                  <a:pt x="174163" y="36640"/>
                </a:lnTo>
                <a:lnTo>
                  <a:pt x="174520" y="36896"/>
                </a:lnTo>
                <a:lnTo>
                  <a:pt x="174871" y="37159"/>
                </a:lnTo>
                <a:lnTo>
                  <a:pt x="175215" y="37431"/>
                </a:lnTo>
                <a:lnTo>
                  <a:pt x="175552" y="37710"/>
                </a:lnTo>
                <a:lnTo>
                  <a:pt x="175882" y="37997"/>
                </a:lnTo>
                <a:lnTo>
                  <a:pt x="176205" y="38291"/>
                </a:lnTo>
                <a:lnTo>
                  <a:pt x="176522" y="38594"/>
                </a:lnTo>
                <a:lnTo>
                  <a:pt x="176832" y="38904"/>
                </a:lnTo>
                <a:lnTo>
                  <a:pt x="177135" y="39222"/>
                </a:lnTo>
                <a:lnTo>
                  <a:pt x="177431" y="39548"/>
                </a:lnTo>
                <a:lnTo>
                  <a:pt x="177721" y="39881"/>
                </a:lnTo>
                <a:lnTo>
                  <a:pt x="178003" y="40223"/>
                </a:lnTo>
                <a:lnTo>
                  <a:pt x="178279" y="40572"/>
                </a:lnTo>
                <a:lnTo>
                  <a:pt x="178549" y="40929"/>
                </a:lnTo>
                <a:lnTo>
                  <a:pt x="178811" y="41294"/>
                </a:lnTo>
                <a:lnTo>
                  <a:pt x="179067" y="41667"/>
                </a:lnTo>
                <a:lnTo>
                  <a:pt x="179316" y="42047"/>
                </a:lnTo>
                <a:lnTo>
                  <a:pt x="179558" y="42435"/>
                </a:lnTo>
                <a:lnTo>
                  <a:pt x="179793" y="42831"/>
                </a:lnTo>
                <a:lnTo>
                  <a:pt x="180022" y="43235"/>
                </a:lnTo>
                <a:lnTo>
                  <a:pt x="180244" y="43647"/>
                </a:lnTo>
                <a:lnTo>
                  <a:pt x="180459" y="44066"/>
                </a:lnTo>
                <a:lnTo>
                  <a:pt x="180666" y="44492"/>
                </a:lnTo>
                <a:lnTo>
                  <a:pt x="180864" y="44924"/>
                </a:lnTo>
                <a:lnTo>
                  <a:pt x="181054" y="45362"/>
                </a:lnTo>
                <a:lnTo>
                  <a:pt x="181235" y="45805"/>
                </a:lnTo>
                <a:lnTo>
                  <a:pt x="181407" y="46255"/>
                </a:lnTo>
                <a:lnTo>
                  <a:pt x="181570" y="46709"/>
                </a:lnTo>
                <a:lnTo>
                  <a:pt x="181724" y="47170"/>
                </a:lnTo>
                <a:lnTo>
                  <a:pt x="181870" y="47637"/>
                </a:lnTo>
                <a:lnTo>
                  <a:pt x="182006" y="48109"/>
                </a:lnTo>
                <a:lnTo>
                  <a:pt x="182134" y="48587"/>
                </a:lnTo>
                <a:lnTo>
                  <a:pt x="182253" y="49070"/>
                </a:lnTo>
                <a:lnTo>
                  <a:pt x="182364" y="49560"/>
                </a:lnTo>
                <a:lnTo>
                  <a:pt x="182465" y="50055"/>
                </a:lnTo>
                <a:lnTo>
                  <a:pt x="182558" y="50556"/>
                </a:lnTo>
                <a:lnTo>
                  <a:pt x="182641" y="51062"/>
                </a:lnTo>
                <a:lnTo>
                  <a:pt x="182716" y="51575"/>
                </a:lnTo>
                <a:lnTo>
                  <a:pt x="182782" y="52093"/>
                </a:lnTo>
                <a:lnTo>
                  <a:pt x="182840" y="52617"/>
                </a:lnTo>
                <a:lnTo>
                  <a:pt x="182888" y="53146"/>
                </a:lnTo>
                <a:lnTo>
                  <a:pt x="182928" y="53682"/>
                </a:lnTo>
                <a:lnTo>
                  <a:pt x="182959" y="54223"/>
                </a:lnTo>
                <a:lnTo>
                  <a:pt x="182981" y="54770"/>
                </a:lnTo>
                <a:lnTo>
                  <a:pt x="182994" y="55322"/>
                </a:lnTo>
                <a:lnTo>
                  <a:pt x="182999" y="55881"/>
                </a:lnTo>
                <a:lnTo>
                  <a:pt x="182994" y="56449"/>
                </a:lnTo>
                <a:lnTo>
                  <a:pt x="182981" y="57010"/>
                </a:lnTo>
                <a:lnTo>
                  <a:pt x="182959" y="57565"/>
                </a:lnTo>
                <a:lnTo>
                  <a:pt x="182928" y="58114"/>
                </a:lnTo>
                <a:lnTo>
                  <a:pt x="182888" y="58656"/>
                </a:lnTo>
                <a:lnTo>
                  <a:pt x="182840" y="59192"/>
                </a:lnTo>
                <a:lnTo>
                  <a:pt x="182782" y="59722"/>
                </a:lnTo>
                <a:lnTo>
                  <a:pt x="182716" y="60245"/>
                </a:lnTo>
                <a:lnTo>
                  <a:pt x="182641" y="60762"/>
                </a:lnTo>
                <a:lnTo>
                  <a:pt x="182558" y="61273"/>
                </a:lnTo>
                <a:lnTo>
                  <a:pt x="182465" y="61777"/>
                </a:lnTo>
                <a:lnTo>
                  <a:pt x="182364" y="62275"/>
                </a:lnTo>
                <a:lnTo>
                  <a:pt x="182253" y="62767"/>
                </a:lnTo>
                <a:lnTo>
                  <a:pt x="182134" y="63252"/>
                </a:lnTo>
                <a:lnTo>
                  <a:pt x="182006" y="63731"/>
                </a:lnTo>
                <a:lnTo>
                  <a:pt x="181870" y="64203"/>
                </a:lnTo>
                <a:lnTo>
                  <a:pt x="181724" y="64670"/>
                </a:lnTo>
                <a:lnTo>
                  <a:pt x="181570" y="65129"/>
                </a:lnTo>
                <a:lnTo>
                  <a:pt x="181407" y="65583"/>
                </a:lnTo>
                <a:lnTo>
                  <a:pt x="181235" y="66030"/>
                </a:lnTo>
                <a:lnTo>
                  <a:pt x="181054" y="66471"/>
                </a:lnTo>
                <a:lnTo>
                  <a:pt x="180864" y="66905"/>
                </a:lnTo>
                <a:lnTo>
                  <a:pt x="180666" y="67333"/>
                </a:lnTo>
                <a:lnTo>
                  <a:pt x="180459" y="67755"/>
                </a:lnTo>
                <a:lnTo>
                  <a:pt x="180244" y="68169"/>
                </a:lnTo>
                <a:lnTo>
                  <a:pt x="180022" y="68576"/>
                </a:lnTo>
                <a:lnTo>
                  <a:pt x="179793" y="68976"/>
                </a:lnTo>
                <a:lnTo>
                  <a:pt x="179558" y="69368"/>
                </a:lnTo>
                <a:lnTo>
                  <a:pt x="179316" y="69752"/>
                </a:lnTo>
                <a:lnTo>
                  <a:pt x="179067" y="70129"/>
                </a:lnTo>
                <a:lnTo>
                  <a:pt x="178811" y="70498"/>
                </a:lnTo>
                <a:lnTo>
                  <a:pt x="178549" y="70859"/>
                </a:lnTo>
                <a:lnTo>
                  <a:pt x="178279" y="71213"/>
                </a:lnTo>
                <a:lnTo>
                  <a:pt x="178003" y="71559"/>
                </a:lnTo>
                <a:lnTo>
                  <a:pt x="177721" y="71898"/>
                </a:lnTo>
                <a:lnTo>
                  <a:pt x="177431" y="72229"/>
                </a:lnTo>
                <a:lnTo>
                  <a:pt x="177135" y="72553"/>
                </a:lnTo>
                <a:lnTo>
                  <a:pt x="176832" y="72869"/>
                </a:lnTo>
                <a:lnTo>
                  <a:pt x="176522" y="73177"/>
                </a:lnTo>
                <a:lnTo>
                  <a:pt x="176205" y="73478"/>
                </a:lnTo>
                <a:lnTo>
                  <a:pt x="175882" y="73771"/>
                </a:lnTo>
                <a:lnTo>
                  <a:pt x="175552" y="74057"/>
                </a:lnTo>
                <a:lnTo>
                  <a:pt x="175215" y="74335"/>
                </a:lnTo>
                <a:lnTo>
                  <a:pt x="174871" y="74605"/>
                </a:lnTo>
                <a:lnTo>
                  <a:pt x="174520" y="74868"/>
                </a:lnTo>
                <a:lnTo>
                  <a:pt x="174163" y="75123"/>
                </a:lnTo>
                <a:lnTo>
                  <a:pt x="173799" y="75371"/>
                </a:lnTo>
                <a:lnTo>
                  <a:pt x="173428" y="75611"/>
                </a:lnTo>
                <a:lnTo>
                  <a:pt x="173052" y="75842"/>
                </a:lnTo>
                <a:lnTo>
                  <a:pt x="172671" y="76064"/>
                </a:lnTo>
                <a:lnTo>
                  <a:pt x="172286" y="76275"/>
                </a:lnTo>
                <a:lnTo>
                  <a:pt x="171896" y="76477"/>
                </a:lnTo>
                <a:lnTo>
                  <a:pt x="171502" y="76669"/>
                </a:lnTo>
                <a:lnTo>
                  <a:pt x="171103" y="76851"/>
                </a:lnTo>
                <a:lnTo>
                  <a:pt x="170699" y="77023"/>
                </a:lnTo>
                <a:lnTo>
                  <a:pt x="170291" y="77185"/>
                </a:lnTo>
                <a:lnTo>
                  <a:pt x="169879" y="77338"/>
                </a:lnTo>
                <a:lnTo>
                  <a:pt x="169462" y="77480"/>
                </a:lnTo>
                <a:lnTo>
                  <a:pt x="169041" y="77613"/>
                </a:lnTo>
                <a:lnTo>
                  <a:pt x="168615" y="77736"/>
                </a:lnTo>
                <a:lnTo>
                  <a:pt x="168184" y="77849"/>
                </a:lnTo>
                <a:lnTo>
                  <a:pt x="167749" y="77953"/>
                </a:lnTo>
                <a:lnTo>
                  <a:pt x="167310" y="78046"/>
                </a:lnTo>
                <a:lnTo>
                  <a:pt x="166866" y="78130"/>
                </a:lnTo>
                <a:lnTo>
                  <a:pt x="166417" y="78204"/>
                </a:lnTo>
                <a:lnTo>
                  <a:pt x="165964" y="78268"/>
                </a:lnTo>
                <a:lnTo>
                  <a:pt x="165507" y="78322"/>
                </a:lnTo>
                <a:lnTo>
                  <a:pt x="165045" y="78366"/>
                </a:lnTo>
                <a:lnTo>
                  <a:pt x="164578" y="78400"/>
                </a:lnTo>
                <a:lnTo>
                  <a:pt x="164107" y="78425"/>
                </a:lnTo>
                <a:lnTo>
                  <a:pt x="163631" y="78440"/>
                </a:lnTo>
                <a:lnTo>
                  <a:pt x="163151" y="78445"/>
                </a:lnTo>
                <a:lnTo>
                  <a:pt x="162661" y="78440"/>
                </a:lnTo>
                <a:lnTo>
                  <a:pt x="162177" y="78425"/>
                </a:lnTo>
                <a:lnTo>
                  <a:pt x="161697" y="78400"/>
                </a:lnTo>
                <a:lnTo>
                  <a:pt x="161221" y="78366"/>
                </a:lnTo>
                <a:lnTo>
                  <a:pt x="160751" y="78322"/>
                </a:lnTo>
                <a:close/>
                <a:moveTo>
                  <a:pt x="672189" y="13415"/>
                </a:moveTo>
                <a:lnTo>
                  <a:pt x="672412" y="13385"/>
                </a:lnTo>
                <a:lnTo>
                  <a:pt x="672633" y="13348"/>
                </a:lnTo>
                <a:lnTo>
                  <a:pt x="672850" y="13304"/>
                </a:lnTo>
                <a:lnTo>
                  <a:pt x="673065" y="13253"/>
                </a:lnTo>
                <a:lnTo>
                  <a:pt x="673277" y="13195"/>
                </a:lnTo>
                <a:lnTo>
                  <a:pt x="673486" y="13131"/>
                </a:lnTo>
                <a:lnTo>
                  <a:pt x="673692" y="13060"/>
                </a:lnTo>
                <a:lnTo>
                  <a:pt x="673895" y="12982"/>
                </a:lnTo>
                <a:lnTo>
                  <a:pt x="674096" y="12898"/>
                </a:lnTo>
                <a:lnTo>
                  <a:pt x="674293" y="12806"/>
                </a:lnTo>
                <a:lnTo>
                  <a:pt x="674488" y="12708"/>
                </a:lnTo>
                <a:lnTo>
                  <a:pt x="674680" y="12603"/>
                </a:lnTo>
                <a:lnTo>
                  <a:pt x="674869" y="12492"/>
                </a:lnTo>
                <a:lnTo>
                  <a:pt x="675055" y="12373"/>
                </a:lnTo>
                <a:lnTo>
                  <a:pt x="675238" y="12248"/>
                </a:lnTo>
                <a:lnTo>
                  <a:pt x="675418" y="12116"/>
                </a:lnTo>
                <a:lnTo>
                  <a:pt x="675596" y="11978"/>
                </a:lnTo>
                <a:lnTo>
                  <a:pt x="675770" y="11832"/>
                </a:lnTo>
                <a:lnTo>
                  <a:pt x="675942" y="11680"/>
                </a:lnTo>
                <a:lnTo>
                  <a:pt x="676110" y="11521"/>
                </a:lnTo>
                <a:lnTo>
                  <a:pt x="676274" y="11357"/>
                </a:lnTo>
                <a:lnTo>
                  <a:pt x="676431" y="11189"/>
                </a:lnTo>
                <a:lnTo>
                  <a:pt x="676581" y="11018"/>
                </a:lnTo>
                <a:lnTo>
                  <a:pt x="676724" y="10843"/>
                </a:lnTo>
                <a:lnTo>
                  <a:pt x="676860" y="10665"/>
                </a:lnTo>
                <a:lnTo>
                  <a:pt x="676989" y="10483"/>
                </a:lnTo>
                <a:lnTo>
                  <a:pt x="677111" y="10298"/>
                </a:lnTo>
                <a:lnTo>
                  <a:pt x="677226" y="10109"/>
                </a:lnTo>
                <a:lnTo>
                  <a:pt x="677334" y="9917"/>
                </a:lnTo>
                <a:lnTo>
                  <a:pt x="677435" y="9721"/>
                </a:lnTo>
                <a:lnTo>
                  <a:pt x="677529" y="9522"/>
                </a:lnTo>
                <a:lnTo>
                  <a:pt x="677617" y="9319"/>
                </a:lnTo>
                <a:lnTo>
                  <a:pt x="677697" y="9113"/>
                </a:lnTo>
                <a:lnTo>
                  <a:pt x="677770" y="8904"/>
                </a:lnTo>
                <a:lnTo>
                  <a:pt x="677836" y="8690"/>
                </a:lnTo>
                <a:lnTo>
                  <a:pt x="677896" y="8474"/>
                </a:lnTo>
                <a:lnTo>
                  <a:pt x="677948" y="8254"/>
                </a:lnTo>
                <a:lnTo>
                  <a:pt x="677993" y="8030"/>
                </a:lnTo>
                <a:lnTo>
                  <a:pt x="678031" y="7803"/>
                </a:lnTo>
                <a:lnTo>
                  <a:pt x="678063" y="7573"/>
                </a:lnTo>
                <a:lnTo>
                  <a:pt x="678087" y="7339"/>
                </a:lnTo>
                <a:lnTo>
                  <a:pt x="678105" y="7101"/>
                </a:lnTo>
                <a:lnTo>
                  <a:pt x="678115" y="6860"/>
                </a:lnTo>
                <a:lnTo>
                  <a:pt x="678119" y="6616"/>
                </a:lnTo>
                <a:lnTo>
                  <a:pt x="678115" y="6372"/>
                </a:lnTo>
                <a:lnTo>
                  <a:pt x="678105" y="6131"/>
                </a:lnTo>
                <a:lnTo>
                  <a:pt x="678087" y="5895"/>
                </a:lnTo>
                <a:lnTo>
                  <a:pt x="678063" y="5663"/>
                </a:lnTo>
                <a:lnTo>
                  <a:pt x="678031" y="5434"/>
                </a:lnTo>
                <a:lnTo>
                  <a:pt x="677993" y="5209"/>
                </a:lnTo>
                <a:lnTo>
                  <a:pt x="677948" y="4989"/>
                </a:lnTo>
                <a:lnTo>
                  <a:pt x="677896" y="4772"/>
                </a:lnTo>
                <a:lnTo>
                  <a:pt x="677836" y="4559"/>
                </a:lnTo>
                <a:lnTo>
                  <a:pt x="677770" y="4350"/>
                </a:lnTo>
                <a:lnTo>
                  <a:pt x="677697" y="4145"/>
                </a:lnTo>
                <a:lnTo>
                  <a:pt x="677617" y="3943"/>
                </a:lnTo>
                <a:lnTo>
                  <a:pt x="677529" y="3746"/>
                </a:lnTo>
                <a:lnTo>
                  <a:pt x="677435" y="3552"/>
                </a:lnTo>
                <a:lnTo>
                  <a:pt x="677334" y="3363"/>
                </a:lnTo>
                <a:lnTo>
                  <a:pt x="677226" y="3177"/>
                </a:lnTo>
                <a:lnTo>
                  <a:pt x="677111" y="2995"/>
                </a:lnTo>
                <a:lnTo>
                  <a:pt x="676989" y="2817"/>
                </a:lnTo>
                <a:lnTo>
                  <a:pt x="676860" y="2643"/>
                </a:lnTo>
                <a:lnTo>
                  <a:pt x="676724" y="2473"/>
                </a:lnTo>
                <a:lnTo>
                  <a:pt x="676581" y="2307"/>
                </a:lnTo>
                <a:lnTo>
                  <a:pt x="676431" y="2145"/>
                </a:lnTo>
                <a:lnTo>
                  <a:pt x="676274" y="1986"/>
                </a:lnTo>
                <a:lnTo>
                  <a:pt x="676110" y="1832"/>
                </a:lnTo>
                <a:lnTo>
                  <a:pt x="675942" y="1682"/>
                </a:lnTo>
                <a:lnTo>
                  <a:pt x="675770" y="1539"/>
                </a:lnTo>
                <a:lnTo>
                  <a:pt x="675596" y="1402"/>
                </a:lnTo>
                <a:lnTo>
                  <a:pt x="675418" y="1272"/>
                </a:lnTo>
                <a:lnTo>
                  <a:pt x="675238" y="1148"/>
                </a:lnTo>
                <a:lnTo>
                  <a:pt x="675055" y="1030"/>
                </a:lnTo>
                <a:lnTo>
                  <a:pt x="674869" y="919"/>
                </a:lnTo>
                <a:lnTo>
                  <a:pt x="674680" y="814"/>
                </a:lnTo>
                <a:lnTo>
                  <a:pt x="674488" y="715"/>
                </a:lnTo>
                <a:lnTo>
                  <a:pt x="674293" y="623"/>
                </a:lnTo>
                <a:lnTo>
                  <a:pt x="674096" y="537"/>
                </a:lnTo>
                <a:lnTo>
                  <a:pt x="673895" y="458"/>
                </a:lnTo>
                <a:lnTo>
                  <a:pt x="673692" y="385"/>
                </a:lnTo>
                <a:lnTo>
                  <a:pt x="673486" y="318"/>
                </a:lnTo>
                <a:lnTo>
                  <a:pt x="673277" y="258"/>
                </a:lnTo>
                <a:lnTo>
                  <a:pt x="673065" y="204"/>
                </a:lnTo>
                <a:lnTo>
                  <a:pt x="672850" y="156"/>
                </a:lnTo>
                <a:lnTo>
                  <a:pt x="672633" y="114"/>
                </a:lnTo>
                <a:lnTo>
                  <a:pt x="672412" y="79"/>
                </a:lnTo>
                <a:lnTo>
                  <a:pt x="672189" y="51"/>
                </a:lnTo>
                <a:lnTo>
                  <a:pt x="671963" y="29"/>
                </a:lnTo>
                <a:lnTo>
                  <a:pt x="671734" y="13"/>
                </a:lnTo>
                <a:lnTo>
                  <a:pt x="671502" y="3"/>
                </a:lnTo>
                <a:lnTo>
                  <a:pt x="671267" y="0"/>
                </a:lnTo>
                <a:lnTo>
                  <a:pt x="671022" y="3"/>
                </a:lnTo>
                <a:lnTo>
                  <a:pt x="670782" y="13"/>
                </a:lnTo>
                <a:lnTo>
                  <a:pt x="670544" y="29"/>
                </a:lnTo>
                <a:lnTo>
                  <a:pt x="670310" y="51"/>
                </a:lnTo>
                <a:lnTo>
                  <a:pt x="670080" y="79"/>
                </a:lnTo>
                <a:lnTo>
                  <a:pt x="669853" y="114"/>
                </a:lnTo>
                <a:lnTo>
                  <a:pt x="669630" y="156"/>
                </a:lnTo>
                <a:lnTo>
                  <a:pt x="669410" y="204"/>
                </a:lnTo>
                <a:lnTo>
                  <a:pt x="669193" y="258"/>
                </a:lnTo>
                <a:lnTo>
                  <a:pt x="668980" y="318"/>
                </a:lnTo>
                <a:lnTo>
                  <a:pt x="668771" y="385"/>
                </a:lnTo>
                <a:lnTo>
                  <a:pt x="668565" y="458"/>
                </a:lnTo>
                <a:lnTo>
                  <a:pt x="668362" y="537"/>
                </a:lnTo>
                <a:lnTo>
                  <a:pt x="668163" y="623"/>
                </a:lnTo>
                <a:lnTo>
                  <a:pt x="667967" y="715"/>
                </a:lnTo>
                <a:lnTo>
                  <a:pt x="667775" y="814"/>
                </a:lnTo>
                <a:lnTo>
                  <a:pt x="667587" y="919"/>
                </a:lnTo>
                <a:lnTo>
                  <a:pt x="667401" y="1030"/>
                </a:lnTo>
                <a:lnTo>
                  <a:pt x="667220" y="1148"/>
                </a:lnTo>
                <a:lnTo>
                  <a:pt x="667041" y="1272"/>
                </a:lnTo>
                <a:lnTo>
                  <a:pt x="666867" y="1402"/>
                </a:lnTo>
                <a:lnTo>
                  <a:pt x="666696" y="1539"/>
                </a:lnTo>
                <a:lnTo>
                  <a:pt x="666528" y="1682"/>
                </a:lnTo>
                <a:lnTo>
                  <a:pt x="666363" y="1832"/>
                </a:lnTo>
                <a:lnTo>
                  <a:pt x="666204" y="1986"/>
                </a:lnTo>
                <a:lnTo>
                  <a:pt x="666052" y="2145"/>
                </a:lnTo>
                <a:lnTo>
                  <a:pt x="665907" y="2307"/>
                </a:lnTo>
                <a:lnTo>
                  <a:pt x="665768" y="2473"/>
                </a:lnTo>
                <a:lnTo>
                  <a:pt x="665636" y="2643"/>
                </a:lnTo>
                <a:lnTo>
                  <a:pt x="665511" y="2817"/>
                </a:lnTo>
                <a:lnTo>
                  <a:pt x="665393" y="2995"/>
                </a:lnTo>
                <a:lnTo>
                  <a:pt x="665281" y="3177"/>
                </a:lnTo>
                <a:lnTo>
                  <a:pt x="665176" y="3363"/>
                </a:lnTo>
                <a:lnTo>
                  <a:pt x="665078" y="3552"/>
                </a:lnTo>
                <a:lnTo>
                  <a:pt x="664987" y="3746"/>
                </a:lnTo>
                <a:lnTo>
                  <a:pt x="664902" y="3943"/>
                </a:lnTo>
                <a:lnTo>
                  <a:pt x="664824" y="4145"/>
                </a:lnTo>
                <a:lnTo>
                  <a:pt x="664753" y="4350"/>
                </a:lnTo>
                <a:lnTo>
                  <a:pt x="664689" y="4559"/>
                </a:lnTo>
                <a:lnTo>
                  <a:pt x="664631" y="4772"/>
                </a:lnTo>
                <a:lnTo>
                  <a:pt x="664581" y="4989"/>
                </a:lnTo>
                <a:lnTo>
                  <a:pt x="664537" y="5209"/>
                </a:lnTo>
                <a:lnTo>
                  <a:pt x="664499" y="5434"/>
                </a:lnTo>
                <a:lnTo>
                  <a:pt x="664469" y="5663"/>
                </a:lnTo>
                <a:lnTo>
                  <a:pt x="664445" y="5895"/>
                </a:lnTo>
                <a:lnTo>
                  <a:pt x="664428" y="6131"/>
                </a:lnTo>
                <a:lnTo>
                  <a:pt x="664418" y="6372"/>
                </a:lnTo>
                <a:lnTo>
                  <a:pt x="664415" y="6616"/>
                </a:lnTo>
                <a:lnTo>
                  <a:pt x="664418" y="6860"/>
                </a:lnTo>
                <a:lnTo>
                  <a:pt x="664428" y="7101"/>
                </a:lnTo>
                <a:lnTo>
                  <a:pt x="664445" y="7339"/>
                </a:lnTo>
                <a:lnTo>
                  <a:pt x="664469" y="7573"/>
                </a:lnTo>
                <a:lnTo>
                  <a:pt x="664499" y="7803"/>
                </a:lnTo>
                <a:lnTo>
                  <a:pt x="664537" y="8030"/>
                </a:lnTo>
                <a:lnTo>
                  <a:pt x="664581" y="8254"/>
                </a:lnTo>
                <a:lnTo>
                  <a:pt x="664631" y="8474"/>
                </a:lnTo>
                <a:lnTo>
                  <a:pt x="664689" y="8690"/>
                </a:lnTo>
                <a:lnTo>
                  <a:pt x="664753" y="8904"/>
                </a:lnTo>
                <a:lnTo>
                  <a:pt x="664824" y="9113"/>
                </a:lnTo>
                <a:lnTo>
                  <a:pt x="664902" y="9319"/>
                </a:lnTo>
                <a:lnTo>
                  <a:pt x="664987" y="9522"/>
                </a:lnTo>
                <a:lnTo>
                  <a:pt x="665078" y="9721"/>
                </a:lnTo>
                <a:lnTo>
                  <a:pt x="665176" y="9917"/>
                </a:lnTo>
                <a:lnTo>
                  <a:pt x="665281" y="10109"/>
                </a:lnTo>
                <a:lnTo>
                  <a:pt x="665393" y="10298"/>
                </a:lnTo>
                <a:lnTo>
                  <a:pt x="665511" y="10483"/>
                </a:lnTo>
                <a:lnTo>
                  <a:pt x="665636" y="10665"/>
                </a:lnTo>
                <a:lnTo>
                  <a:pt x="665768" y="10843"/>
                </a:lnTo>
                <a:lnTo>
                  <a:pt x="665907" y="11018"/>
                </a:lnTo>
                <a:lnTo>
                  <a:pt x="666052" y="11189"/>
                </a:lnTo>
                <a:lnTo>
                  <a:pt x="666204" y="11357"/>
                </a:lnTo>
                <a:lnTo>
                  <a:pt x="666363" y="11521"/>
                </a:lnTo>
                <a:lnTo>
                  <a:pt x="666528" y="11680"/>
                </a:lnTo>
                <a:lnTo>
                  <a:pt x="666696" y="11832"/>
                </a:lnTo>
                <a:lnTo>
                  <a:pt x="666867" y="11978"/>
                </a:lnTo>
                <a:lnTo>
                  <a:pt x="667041" y="12116"/>
                </a:lnTo>
                <a:lnTo>
                  <a:pt x="667220" y="12248"/>
                </a:lnTo>
                <a:lnTo>
                  <a:pt x="667401" y="12373"/>
                </a:lnTo>
                <a:lnTo>
                  <a:pt x="667587" y="12492"/>
                </a:lnTo>
                <a:lnTo>
                  <a:pt x="667775" y="12603"/>
                </a:lnTo>
                <a:lnTo>
                  <a:pt x="667967" y="12708"/>
                </a:lnTo>
                <a:lnTo>
                  <a:pt x="668163" y="12806"/>
                </a:lnTo>
                <a:lnTo>
                  <a:pt x="668362" y="12898"/>
                </a:lnTo>
                <a:lnTo>
                  <a:pt x="668565" y="12982"/>
                </a:lnTo>
                <a:lnTo>
                  <a:pt x="668771" y="13060"/>
                </a:lnTo>
                <a:lnTo>
                  <a:pt x="668980" y="13131"/>
                </a:lnTo>
                <a:lnTo>
                  <a:pt x="669193" y="13195"/>
                </a:lnTo>
                <a:lnTo>
                  <a:pt x="669410" y="13253"/>
                </a:lnTo>
                <a:lnTo>
                  <a:pt x="669630" y="13304"/>
                </a:lnTo>
                <a:lnTo>
                  <a:pt x="669853" y="13348"/>
                </a:lnTo>
                <a:lnTo>
                  <a:pt x="670080" y="13385"/>
                </a:lnTo>
                <a:lnTo>
                  <a:pt x="670310" y="13415"/>
                </a:lnTo>
                <a:lnTo>
                  <a:pt x="670544" y="13439"/>
                </a:lnTo>
                <a:lnTo>
                  <a:pt x="670782" y="13456"/>
                </a:lnTo>
                <a:lnTo>
                  <a:pt x="671022" y="13466"/>
                </a:lnTo>
                <a:lnTo>
                  <a:pt x="671267" y="13469"/>
                </a:lnTo>
                <a:lnTo>
                  <a:pt x="671502" y="13466"/>
                </a:lnTo>
                <a:lnTo>
                  <a:pt x="671734" y="13456"/>
                </a:lnTo>
                <a:lnTo>
                  <a:pt x="671963" y="13439"/>
                </a:lnTo>
                <a:lnTo>
                  <a:pt x="672189" y="13415"/>
                </a:lnTo>
                <a:close/>
                <a:moveTo>
                  <a:pt x="535770" y="77142"/>
                </a:moveTo>
                <a:lnTo>
                  <a:pt x="535315" y="77131"/>
                </a:lnTo>
                <a:lnTo>
                  <a:pt x="534872" y="77115"/>
                </a:lnTo>
                <a:lnTo>
                  <a:pt x="534441" y="77091"/>
                </a:lnTo>
                <a:lnTo>
                  <a:pt x="534022" y="77060"/>
                </a:lnTo>
                <a:lnTo>
                  <a:pt x="533615" y="77023"/>
                </a:lnTo>
                <a:lnTo>
                  <a:pt x="533220" y="76979"/>
                </a:lnTo>
                <a:lnTo>
                  <a:pt x="532836" y="76928"/>
                </a:lnTo>
                <a:lnTo>
                  <a:pt x="532465" y="76871"/>
                </a:lnTo>
                <a:lnTo>
                  <a:pt x="532105" y="76807"/>
                </a:lnTo>
                <a:lnTo>
                  <a:pt x="531757" y="76736"/>
                </a:lnTo>
                <a:lnTo>
                  <a:pt x="531422" y="76658"/>
                </a:lnTo>
                <a:lnTo>
                  <a:pt x="531098" y="76573"/>
                </a:lnTo>
                <a:lnTo>
                  <a:pt x="530786" y="76482"/>
                </a:lnTo>
                <a:lnTo>
                  <a:pt x="530485" y="76384"/>
                </a:lnTo>
                <a:lnTo>
                  <a:pt x="530197" y="76279"/>
                </a:lnTo>
                <a:lnTo>
                  <a:pt x="529921" y="76167"/>
                </a:lnTo>
                <a:lnTo>
                  <a:pt x="529656" y="76049"/>
                </a:lnTo>
                <a:lnTo>
                  <a:pt x="529404" y="75924"/>
                </a:lnTo>
                <a:lnTo>
                  <a:pt x="529163" y="75792"/>
                </a:lnTo>
                <a:lnTo>
                  <a:pt x="528934" y="75653"/>
                </a:lnTo>
                <a:lnTo>
                  <a:pt x="528717" y="75508"/>
                </a:lnTo>
                <a:lnTo>
                  <a:pt x="528512" y="75355"/>
                </a:lnTo>
                <a:lnTo>
                  <a:pt x="528319" y="75196"/>
                </a:lnTo>
                <a:lnTo>
                  <a:pt x="528136" y="75028"/>
                </a:lnTo>
                <a:lnTo>
                  <a:pt x="527961" y="74846"/>
                </a:lnTo>
                <a:lnTo>
                  <a:pt x="527793" y="74653"/>
                </a:lnTo>
                <a:lnTo>
                  <a:pt x="527633" y="74447"/>
                </a:lnTo>
                <a:lnTo>
                  <a:pt x="527481" y="74228"/>
                </a:lnTo>
                <a:lnTo>
                  <a:pt x="527337" y="73997"/>
                </a:lnTo>
                <a:lnTo>
                  <a:pt x="527201" y="73753"/>
                </a:lnTo>
                <a:lnTo>
                  <a:pt x="527072" y="73497"/>
                </a:lnTo>
                <a:lnTo>
                  <a:pt x="526952" y="73228"/>
                </a:lnTo>
                <a:lnTo>
                  <a:pt x="526839" y="72947"/>
                </a:lnTo>
                <a:lnTo>
                  <a:pt x="526733" y="72653"/>
                </a:lnTo>
                <a:lnTo>
                  <a:pt x="526636" y="72347"/>
                </a:lnTo>
                <a:lnTo>
                  <a:pt x="526546" y="72028"/>
                </a:lnTo>
                <a:lnTo>
                  <a:pt x="526464" y="71697"/>
                </a:lnTo>
                <a:lnTo>
                  <a:pt x="526390" y="71353"/>
                </a:lnTo>
                <a:lnTo>
                  <a:pt x="526324" y="70996"/>
                </a:lnTo>
                <a:lnTo>
                  <a:pt x="526266" y="70628"/>
                </a:lnTo>
                <a:lnTo>
                  <a:pt x="526215" y="70246"/>
                </a:lnTo>
                <a:lnTo>
                  <a:pt x="526172" y="69852"/>
                </a:lnTo>
                <a:lnTo>
                  <a:pt x="526137" y="69446"/>
                </a:lnTo>
                <a:lnTo>
                  <a:pt x="526110" y="69027"/>
                </a:lnTo>
                <a:lnTo>
                  <a:pt x="526090" y="68596"/>
                </a:lnTo>
                <a:lnTo>
                  <a:pt x="526079" y="68152"/>
                </a:lnTo>
                <a:lnTo>
                  <a:pt x="526075" y="67695"/>
                </a:lnTo>
                <a:lnTo>
                  <a:pt x="526075" y="34498"/>
                </a:lnTo>
                <a:lnTo>
                  <a:pt x="543325" y="34498"/>
                </a:lnTo>
                <a:lnTo>
                  <a:pt x="543325" y="26110"/>
                </a:lnTo>
                <a:lnTo>
                  <a:pt x="526075" y="26110"/>
                </a:lnTo>
                <a:lnTo>
                  <a:pt x="526075" y="11696"/>
                </a:lnTo>
                <a:lnTo>
                  <a:pt x="517451" y="11696"/>
                </a:lnTo>
                <a:lnTo>
                  <a:pt x="516151" y="26110"/>
                </a:lnTo>
                <a:lnTo>
                  <a:pt x="505755" y="26110"/>
                </a:lnTo>
                <a:lnTo>
                  <a:pt x="505755" y="34498"/>
                </a:lnTo>
                <a:lnTo>
                  <a:pt x="516151" y="34498"/>
                </a:lnTo>
                <a:lnTo>
                  <a:pt x="516151" y="67695"/>
                </a:lnTo>
                <a:lnTo>
                  <a:pt x="516155" y="68252"/>
                </a:lnTo>
                <a:lnTo>
                  <a:pt x="516166" y="68798"/>
                </a:lnTo>
                <a:lnTo>
                  <a:pt x="516183" y="69335"/>
                </a:lnTo>
                <a:lnTo>
                  <a:pt x="516209" y="69863"/>
                </a:lnTo>
                <a:lnTo>
                  <a:pt x="516241" y="70380"/>
                </a:lnTo>
                <a:lnTo>
                  <a:pt x="516280" y="70889"/>
                </a:lnTo>
                <a:lnTo>
                  <a:pt x="516327" y="71387"/>
                </a:lnTo>
                <a:lnTo>
                  <a:pt x="516381" y="71876"/>
                </a:lnTo>
                <a:lnTo>
                  <a:pt x="516442" y="72355"/>
                </a:lnTo>
                <a:lnTo>
                  <a:pt x="516510" y="72825"/>
                </a:lnTo>
                <a:lnTo>
                  <a:pt x="516586" y="73284"/>
                </a:lnTo>
                <a:lnTo>
                  <a:pt x="516668" y="73735"/>
                </a:lnTo>
                <a:lnTo>
                  <a:pt x="516758" y="74175"/>
                </a:lnTo>
                <a:lnTo>
                  <a:pt x="516855" y="74606"/>
                </a:lnTo>
                <a:lnTo>
                  <a:pt x="516959" y="75028"/>
                </a:lnTo>
                <a:lnTo>
                  <a:pt x="517070" y="75440"/>
                </a:lnTo>
                <a:lnTo>
                  <a:pt x="517189" y="75842"/>
                </a:lnTo>
                <a:lnTo>
                  <a:pt x="517314" y="76234"/>
                </a:lnTo>
                <a:lnTo>
                  <a:pt x="517447" y="76617"/>
                </a:lnTo>
                <a:lnTo>
                  <a:pt x="517587" y="76990"/>
                </a:lnTo>
                <a:lnTo>
                  <a:pt x="517734" y="77354"/>
                </a:lnTo>
                <a:lnTo>
                  <a:pt x="517889" y="77708"/>
                </a:lnTo>
                <a:lnTo>
                  <a:pt x="518050" y="78052"/>
                </a:lnTo>
                <a:lnTo>
                  <a:pt x="518219" y="78387"/>
                </a:lnTo>
                <a:lnTo>
                  <a:pt x="518394" y="78713"/>
                </a:lnTo>
                <a:lnTo>
                  <a:pt x="518576" y="79031"/>
                </a:lnTo>
                <a:lnTo>
                  <a:pt x="518764" y="79340"/>
                </a:lnTo>
                <a:lnTo>
                  <a:pt x="518959" y="79642"/>
                </a:lnTo>
                <a:lnTo>
                  <a:pt x="519160" y="79936"/>
                </a:lnTo>
                <a:lnTo>
                  <a:pt x="519367" y="80222"/>
                </a:lnTo>
                <a:lnTo>
                  <a:pt x="519581" y="80499"/>
                </a:lnTo>
                <a:lnTo>
                  <a:pt x="519801" y="80769"/>
                </a:lnTo>
                <a:lnTo>
                  <a:pt x="520027" y="81031"/>
                </a:lnTo>
                <a:lnTo>
                  <a:pt x="520260" y="81285"/>
                </a:lnTo>
                <a:lnTo>
                  <a:pt x="520499" y="81531"/>
                </a:lnTo>
                <a:lnTo>
                  <a:pt x="520744" y="81768"/>
                </a:lnTo>
                <a:lnTo>
                  <a:pt x="520996" y="81998"/>
                </a:lnTo>
                <a:lnTo>
                  <a:pt x="521254" y="82220"/>
                </a:lnTo>
                <a:lnTo>
                  <a:pt x="521519" y="82434"/>
                </a:lnTo>
                <a:lnTo>
                  <a:pt x="521790" y="82640"/>
                </a:lnTo>
                <a:lnTo>
                  <a:pt x="522067" y="82838"/>
                </a:lnTo>
                <a:lnTo>
                  <a:pt x="522351" y="83027"/>
                </a:lnTo>
                <a:lnTo>
                  <a:pt x="522640" y="83209"/>
                </a:lnTo>
                <a:lnTo>
                  <a:pt x="522937" y="83383"/>
                </a:lnTo>
                <a:lnTo>
                  <a:pt x="523239" y="83549"/>
                </a:lnTo>
                <a:lnTo>
                  <a:pt x="523548" y="83707"/>
                </a:lnTo>
                <a:lnTo>
                  <a:pt x="523864" y="83857"/>
                </a:lnTo>
                <a:lnTo>
                  <a:pt x="524186" y="83999"/>
                </a:lnTo>
                <a:lnTo>
                  <a:pt x="524513" y="84134"/>
                </a:lnTo>
                <a:lnTo>
                  <a:pt x="524845" y="84263"/>
                </a:lnTo>
                <a:lnTo>
                  <a:pt x="525183" y="84386"/>
                </a:lnTo>
                <a:lnTo>
                  <a:pt x="525525" y="84504"/>
                </a:lnTo>
                <a:lnTo>
                  <a:pt x="525872" y="84616"/>
                </a:lnTo>
                <a:lnTo>
                  <a:pt x="526224" y="84722"/>
                </a:lnTo>
                <a:lnTo>
                  <a:pt x="526581" y="84822"/>
                </a:lnTo>
                <a:lnTo>
                  <a:pt x="526943" y="84917"/>
                </a:lnTo>
                <a:lnTo>
                  <a:pt x="527309" y="85006"/>
                </a:lnTo>
                <a:lnTo>
                  <a:pt x="527681" y="85089"/>
                </a:lnTo>
                <a:lnTo>
                  <a:pt x="528058" y="85167"/>
                </a:lnTo>
                <a:lnTo>
                  <a:pt x="528439" y="85238"/>
                </a:lnTo>
                <a:lnTo>
                  <a:pt x="528825" y="85304"/>
                </a:lnTo>
                <a:lnTo>
                  <a:pt x="529217" y="85365"/>
                </a:lnTo>
                <a:lnTo>
                  <a:pt x="529613" y="85419"/>
                </a:lnTo>
                <a:lnTo>
                  <a:pt x="530014" y="85468"/>
                </a:lnTo>
                <a:lnTo>
                  <a:pt x="530420" y="85511"/>
                </a:lnTo>
                <a:lnTo>
                  <a:pt x="530831" y="85548"/>
                </a:lnTo>
                <a:lnTo>
                  <a:pt x="531247" y="85580"/>
                </a:lnTo>
                <a:lnTo>
                  <a:pt x="531668" y="85606"/>
                </a:lnTo>
                <a:lnTo>
                  <a:pt x="532094" y="85626"/>
                </a:lnTo>
                <a:lnTo>
                  <a:pt x="532525" y="85640"/>
                </a:lnTo>
                <a:lnTo>
                  <a:pt x="532960" y="85649"/>
                </a:lnTo>
                <a:lnTo>
                  <a:pt x="533401" y="85652"/>
                </a:lnTo>
                <a:lnTo>
                  <a:pt x="542614" y="85652"/>
                </a:lnTo>
                <a:lnTo>
                  <a:pt x="542614" y="77145"/>
                </a:lnTo>
                <a:lnTo>
                  <a:pt x="536236" y="77145"/>
                </a:lnTo>
                <a:lnTo>
                  <a:pt x="535770" y="77142"/>
                </a:lnTo>
                <a:close/>
                <a:moveTo>
                  <a:pt x="644811" y="77142"/>
                </a:moveTo>
                <a:lnTo>
                  <a:pt x="644356" y="77131"/>
                </a:lnTo>
                <a:lnTo>
                  <a:pt x="643913" y="77115"/>
                </a:lnTo>
                <a:lnTo>
                  <a:pt x="643482" y="77091"/>
                </a:lnTo>
                <a:lnTo>
                  <a:pt x="643063" y="77060"/>
                </a:lnTo>
                <a:lnTo>
                  <a:pt x="642656" y="77023"/>
                </a:lnTo>
                <a:lnTo>
                  <a:pt x="642261" y="76979"/>
                </a:lnTo>
                <a:lnTo>
                  <a:pt x="641877" y="76928"/>
                </a:lnTo>
                <a:lnTo>
                  <a:pt x="641506" y="76871"/>
                </a:lnTo>
                <a:lnTo>
                  <a:pt x="641146" y="76807"/>
                </a:lnTo>
                <a:lnTo>
                  <a:pt x="640798" y="76736"/>
                </a:lnTo>
                <a:lnTo>
                  <a:pt x="640463" y="76658"/>
                </a:lnTo>
                <a:lnTo>
                  <a:pt x="640139" y="76573"/>
                </a:lnTo>
                <a:lnTo>
                  <a:pt x="639827" y="76482"/>
                </a:lnTo>
                <a:lnTo>
                  <a:pt x="639526" y="76384"/>
                </a:lnTo>
                <a:lnTo>
                  <a:pt x="639238" y="76279"/>
                </a:lnTo>
                <a:lnTo>
                  <a:pt x="638962" y="76167"/>
                </a:lnTo>
                <a:lnTo>
                  <a:pt x="638697" y="76049"/>
                </a:lnTo>
                <a:lnTo>
                  <a:pt x="638445" y="75924"/>
                </a:lnTo>
                <a:lnTo>
                  <a:pt x="638204" y="75792"/>
                </a:lnTo>
                <a:lnTo>
                  <a:pt x="637975" y="75653"/>
                </a:lnTo>
                <a:lnTo>
                  <a:pt x="637758" y="75508"/>
                </a:lnTo>
                <a:lnTo>
                  <a:pt x="637553" y="75355"/>
                </a:lnTo>
                <a:lnTo>
                  <a:pt x="637360" y="75196"/>
                </a:lnTo>
                <a:lnTo>
                  <a:pt x="637177" y="75028"/>
                </a:lnTo>
                <a:lnTo>
                  <a:pt x="637002" y="74846"/>
                </a:lnTo>
                <a:lnTo>
                  <a:pt x="636834" y="74653"/>
                </a:lnTo>
                <a:lnTo>
                  <a:pt x="636674" y="74447"/>
                </a:lnTo>
                <a:lnTo>
                  <a:pt x="636522" y="74228"/>
                </a:lnTo>
                <a:lnTo>
                  <a:pt x="636378" y="73997"/>
                </a:lnTo>
                <a:lnTo>
                  <a:pt x="636242" y="73753"/>
                </a:lnTo>
                <a:lnTo>
                  <a:pt x="636113" y="73497"/>
                </a:lnTo>
                <a:lnTo>
                  <a:pt x="635993" y="73228"/>
                </a:lnTo>
                <a:lnTo>
                  <a:pt x="635880" y="72947"/>
                </a:lnTo>
                <a:lnTo>
                  <a:pt x="635774" y="72653"/>
                </a:lnTo>
                <a:lnTo>
                  <a:pt x="635677" y="72347"/>
                </a:lnTo>
                <a:lnTo>
                  <a:pt x="635587" y="72028"/>
                </a:lnTo>
                <a:lnTo>
                  <a:pt x="635506" y="71697"/>
                </a:lnTo>
                <a:lnTo>
                  <a:pt x="635431" y="71353"/>
                </a:lnTo>
                <a:lnTo>
                  <a:pt x="635365" y="70996"/>
                </a:lnTo>
                <a:lnTo>
                  <a:pt x="635307" y="70628"/>
                </a:lnTo>
                <a:lnTo>
                  <a:pt x="635256" y="70246"/>
                </a:lnTo>
                <a:lnTo>
                  <a:pt x="635213" y="69852"/>
                </a:lnTo>
                <a:lnTo>
                  <a:pt x="635178" y="69446"/>
                </a:lnTo>
                <a:lnTo>
                  <a:pt x="635151" y="69027"/>
                </a:lnTo>
                <a:lnTo>
                  <a:pt x="635131" y="68596"/>
                </a:lnTo>
                <a:lnTo>
                  <a:pt x="635120" y="68152"/>
                </a:lnTo>
                <a:lnTo>
                  <a:pt x="635116" y="67695"/>
                </a:lnTo>
                <a:lnTo>
                  <a:pt x="635116" y="34498"/>
                </a:lnTo>
                <a:lnTo>
                  <a:pt x="652366" y="34498"/>
                </a:lnTo>
                <a:lnTo>
                  <a:pt x="652366" y="26110"/>
                </a:lnTo>
                <a:lnTo>
                  <a:pt x="635116" y="26110"/>
                </a:lnTo>
                <a:lnTo>
                  <a:pt x="635116" y="11696"/>
                </a:lnTo>
                <a:lnTo>
                  <a:pt x="626492" y="11696"/>
                </a:lnTo>
                <a:lnTo>
                  <a:pt x="625192" y="26110"/>
                </a:lnTo>
                <a:lnTo>
                  <a:pt x="614796" y="26110"/>
                </a:lnTo>
                <a:lnTo>
                  <a:pt x="614796" y="34498"/>
                </a:lnTo>
                <a:lnTo>
                  <a:pt x="625192" y="34498"/>
                </a:lnTo>
                <a:lnTo>
                  <a:pt x="625192" y="67695"/>
                </a:lnTo>
                <a:lnTo>
                  <a:pt x="625196" y="68252"/>
                </a:lnTo>
                <a:lnTo>
                  <a:pt x="625207" y="68798"/>
                </a:lnTo>
                <a:lnTo>
                  <a:pt x="625225" y="69335"/>
                </a:lnTo>
                <a:lnTo>
                  <a:pt x="625250" y="69863"/>
                </a:lnTo>
                <a:lnTo>
                  <a:pt x="625282" y="70380"/>
                </a:lnTo>
                <a:lnTo>
                  <a:pt x="625321" y="70889"/>
                </a:lnTo>
                <a:lnTo>
                  <a:pt x="625368" y="71387"/>
                </a:lnTo>
                <a:lnTo>
                  <a:pt x="625422" y="71876"/>
                </a:lnTo>
                <a:lnTo>
                  <a:pt x="625483" y="72355"/>
                </a:lnTo>
                <a:lnTo>
                  <a:pt x="625551" y="72825"/>
                </a:lnTo>
                <a:lnTo>
                  <a:pt x="625627" y="73284"/>
                </a:lnTo>
                <a:lnTo>
                  <a:pt x="625709" y="73735"/>
                </a:lnTo>
                <a:lnTo>
                  <a:pt x="625799" y="74175"/>
                </a:lnTo>
                <a:lnTo>
                  <a:pt x="625896" y="74606"/>
                </a:lnTo>
                <a:lnTo>
                  <a:pt x="626000" y="75028"/>
                </a:lnTo>
                <a:lnTo>
                  <a:pt x="626111" y="75440"/>
                </a:lnTo>
                <a:lnTo>
                  <a:pt x="626230" y="75842"/>
                </a:lnTo>
                <a:lnTo>
                  <a:pt x="626355" y="76234"/>
                </a:lnTo>
                <a:lnTo>
                  <a:pt x="626488" y="76617"/>
                </a:lnTo>
                <a:lnTo>
                  <a:pt x="626628" y="76990"/>
                </a:lnTo>
                <a:lnTo>
                  <a:pt x="626775" y="77354"/>
                </a:lnTo>
                <a:lnTo>
                  <a:pt x="626930" y="77708"/>
                </a:lnTo>
                <a:lnTo>
                  <a:pt x="627091" y="78052"/>
                </a:lnTo>
                <a:lnTo>
                  <a:pt x="627260" y="78387"/>
                </a:lnTo>
                <a:lnTo>
                  <a:pt x="627435" y="78713"/>
                </a:lnTo>
                <a:lnTo>
                  <a:pt x="627617" y="79031"/>
                </a:lnTo>
                <a:lnTo>
                  <a:pt x="627805" y="79340"/>
                </a:lnTo>
                <a:lnTo>
                  <a:pt x="628000" y="79642"/>
                </a:lnTo>
                <a:lnTo>
                  <a:pt x="628201" y="79936"/>
                </a:lnTo>
                <a:lnTo>
                  <a:pt x="628408" y="80222"/>
                </a:lnTo>
                <a:lnTo>
                  <a:pt x="628622" y="80499"/>
                </a:lnTo>
                <a:lnTo>
                  <a:pt x="628842" y="80769"/>
                </a:lnTo>
                <a:lnTo>
                  <a:pt x="629068" y="81031"/>
                </a:lnTo>
                <a:lnTo>
                  <a:pt x="629301" y="81285"/>
                </a:lnTo>
                <a:lnTo>
                  <a:pt x="629540" y="81531"/>
                </a:lnTo>
                <a:lnTo>
                  <a:pt x="629785" y="81768"/>
                </a:lnTo>
                <a:lnTo>
                  <a:pt x="630037" y="81998"/>
                </a:lnTo>
                <a:lnTo>
                  <a:pt x="630295" y="82220"/>
                </a:lnTo>
                <a:lnTo>
                  <a:pt x="630560" y="82434"/>
                </a:lnTo>
                <a:lnTo>
                  <a:pt x="630831" y="82640"/>
                </a:lnTo>
                <a:lnTo>
                  <a:pt x="631108" y="82838"/>
                </a:lnTo>
                <a:lnTo>
                  <a:pt x="631392" y="83027"/>
                </a:lnTo>
                <a:lnTo>
                  <a:pt x="631682" y="83209"/>
                </a:lnTo>
                <a:lnTo>
                  <a:pt x="631978" y="83383"/>
                </a:lnTo>
                <a:lnTo>
                  <a:pt x="632281" y="83549"/>
                </a:lnTo>
                <a:lnTo>
                  <a:pt x="632590" y="83707"/>
                </a:lnTo>
                <a:lnTo>
                  <a:pt x="632905" y="83857"/>
                </a:lnTo>
                <a:lnTo>
                  <a:pt x="633227" y="83999"/>
                </a:lnTo>
                <a:lnTo>
                  <a:pt x="633554" y="84134"/>
                </a:lnTo>
                <a:lnTo>
                  <a:pt x="633886" y="84263"/>
                </a:lnTo>
                <a:lnTo>
                  <a:pt x="634224" y="84386"/>
                </a:lnTo>
                <a:lnTo>
                  <a:pt x="634566" y="84504"/>
                </a:lnTo>
                <a:lnTo>
                  <a:pt x="634913" y="84616"/>
                </a:lnTo>
                <a:lnTo>
                  <a:pt x="635265" y="84722"/>
                </a:lnTo>
                <a:lnTo>
                  <a:pt x="635622" y="84822"/>
                </a:lnTo>
                <a:lnTo>
                  <a:pt x="635984" y="84917"/>
                </a:lnTo>
                <a:lnTo>
                  <a:pt x="636350" y="85006"/>
                </a:lnTo>
                <a:lnTo>
                  <a:pt x="636722" y="85089"/>
                </a:lnTo>
                <a:lnTo>
                  <a:pt x="637099" y="85167"/>
                </a:lnTo>
                <a:lnTo>
                  <a:pt x="637480" y="85238"/>
                </a:lnTo>
                <a:lnTo>
                  <a:pt x="637867" y="85304"/>
                </a:lnTo>
                <a:lnTo>
                  <a:pt x="638258" y="85365"/>
                </a:lnTo>
                <a:lnTo>
                  <a:pt x="638654" y="85419"/>
                </a:lnTo>
                <a:lnTo>
                  <a:pt x="639055" y="85468"/>
                </a:lnTo>
                <a:lnTo>
                  <a:pt x="639461" y="85511"/>
                </a:lnTo>
                <a:lnTo>
                  <a:pt x="639872" y="85548"/>
                </a:lnTo>
                <a:lnTo>
                  <a:pt x="640288" y="85580"/>
                </a:lnTo>
                <a:lnTo>
                  <a:pt x="640709" y="85606"/>
                </a:lnTo>
                <a:lnTo>
                  <a:pt x="641135" y="85626"/>
                </a:lnTo>
                <a:lnTo>
                  <a:pt x="641566" y="85640"/>
                </a:lnTo>
                <a:lnTo>
                  <a:pt x="642001" y="85649"/>
                </a:lnTo>
                <a:lnTo>
                  <a:pt x="642442" y="85652"/>
                </a:lnTo>
                <a:lnTo>
                  <a:pt x="651655" y="85652"/>
                </a:lnTo>
                <a:lnTo>
                  <a:pt x="651655" y="77145"/>
                </a:lnTo>
                <a:lnTo>
                  <a:pt x="645277" y="77145"/>
                </a:lnTo>
                <a:lnTo>
                  <a:pt x="644811" y="77142"/>
                </a:lnTo>
                <a:close/>
                <a:moveTo>
                  <a:pt x="452157" y="52223"/>
                </a:moveTo>
                <a:lnTo>
                  <a:pt x="452185" y="51688"/>
                </a:lnTo>
                <a:lnTo>
                  <a:pt x="452221" y="51161"/>
                </a:lnTo>
                <a:lnTo>
                  <a:pt x="452265" y="50642"/>
                </a:lnTo>
                <a:lnTo>
                  <a:pt x="452317" y="50130"/>
                </a:lnTo>
                <a:lnTo>
                  <a:pt x="452377" y="49626"/>
                </a:lnTo>
                <a:lnTo>
                  <a:pt x="452445" y="49129"/>
                </a:lnTo>
                <a:lnTo>
                  <a:pt x="452521" y="48640"/>
                </a:lnTo>
                <a:lnTo>
                  <a:pt x="452605" y="48158"/>
                </a:lnTo>
                <a:lnTo>
                  <a:pt x="452697" y="47685"/>
                </a:lnTo>
                <a:lnTo>
                  <a:pt x="452797" y="47218"/>
                </a:lnTo>
                <a:lnTo>
                  <a:pt x="452905" y="46759"/>
                </a:lnTo>
                <a:lnTo>
                  <a:pt x="453020" y="46308"/>
                </a:lnTo>
                <a:lnTo>
                  <a:pt x="453144" y="45865"/>
                </a:lnTo>
                <a:lnTo>
                  <a:pt x="453276" y="45429"/>
                </a:lnTo>
                <a:lnTo>
                  <a:pt x="453416" y="45000"/>
                </a:lnTo>
                <a:lnTo>
                  <a:pt x="453564" y="44580"/>
                </a:lnTo>
                <a:lnTo>
                  <a:pt x="453720" y="44167"/>
                </a:lnTo>
                <a:lnTo>
                  <a:pt x="453884" y="43761"/>
                </a:lnTo>
                <a:lnTo>
                  <a:pt x="454056" y="43363"/>
                </a:lnTo>
                <a:lnTo>
                  <a:pt x="454235" y="42973"/>
                </a:lnTo>
                <a:lnTo>
                  <a:pt x="454423" y="42590"/>
                </a:lnTo>
                <a:lnTo>
                  <a:pt x="454618" y="42214"/>
                </a:lnTo>
                <a:lnTo>
                  <a:pt x="454818" y="41846"/>
                </a:lnTo>
                <a:lnTo>
                  <a:pt x="455024" y="41486"/>
                </a:lnTo>
                <a:lnTo>
                  <a:pt x="455235" y="41133"/>
                </a:lnTo>
                <a:lnTo>
                  <a:pt x="455452" y="40787"/>
                </a:lnTo>
                <a:lnTo>
                  <a:pt x="455675" y="40449"/>
                </a:lnTo>
                <a:lnTo>
                  <a:pt x="455903" y="40118"/>
                </a:lnTo>
                <a:lnTo>
                  <a:pt x="456136" y="39794"/>
                </a:lnTo>
                <a:lnTo>
                  <a:pt x="456375" y="39478"/>
                </a:lnTo>
                <a:lnTo>
                  <a:pt x="456620" y="39169"/>
                </a:lnTo>
                <a:lnTo>
                  <a:pt x="456870" y="38867"/>
                </a:lnTo>
                <a:lnTo>
                  <a:pt x="457126" y="38573"/>
                </a:lnTo>
                <a:lnTo>
                  <a:pt x="457387" y="38287"/>
                </a:lnTo>
                <a:lnTo>
                  <a:pt x="457654" y="38007"/>
                </a:lnTo>
                <a:lnTo>
                  <a:pt x="457926" y="37735"/>
                </a:lnTo>
                <a:lnTo>
                  <a:pt x="458204" y="37471"/>
                </a:lnTo>
                <a:lnTo>
                  <a:pt x="458487" y="37214"/>
                </a:lnTo>
                <a:lnTo>
                  <a:pt x="458776" y="36964"/>
                </a:lnTo>
                <a:lnTo>
                  <a:pt x="459071" y="36722"/>
                </a:lnTo>
                <a:lnTo>
                  <a:pt x="459371" y="36487"/>
                </a:lnTo>
                <a:lnTo>
                  <a:pt x="459676" y="36259"/>
                </a:lnTo>
                <a:lnTo>
                  <a:pt x="459987" y="36039"/>
                </a:lnTo>
                <a:lnTo>
                  <a:pt x="460304" y="35826"/>
                </a:lnTo>
                <a:lnTo>
                  <a:pt x="460626" y="35621"/>
                </a:lnTo>
                <a:lnTo>
                  <a:pt x="460953" y="35423"/>
                </a:lnTo>
                <a:lnTo>
                  <a:pt x="461283" y="35234"/>
                </a:lnTo>
                <a:lnTo>
                  <a:pt x="461618" y="35053"/>
                </a:lnTo>
                <a:lnTo>
                  <a:pt x="461955" y="34880"/>
                </a:lnTo>
                <a:lnTo>
                  <a:pt x="462297" y="34716"/>
                </a:lnTo>
                <a:lnTo>
                  <a:pt x="462642" y="34561"/>
                </a:lnTo>
                <a:lnTo>
                  <a:pt x="462991" y="34413"/>
                </a:lnTo>
                <a:lnTo>
                  <a:pt x="463344" y="34275"/>
                </a:lnTo>
                <a:lnTo>
                  <a:pt x="463700" y="34144"/>
                </a:lnTo>
                <a:lnTo>
                  <a:pt x="464060" y="34022"/>
                </a:lnTo>
                <a:lnTo>
                  <a:pt x="464423" y="33909"/>
                </a:lnTo>
                <a:lnTo>
                  <a:pt x="464791" y="33804"/>
                </a:lnTo>
                <a:lnTo>
                  <a:pt x="465162" y="33707"/>
                </a:lnTo>
                <a:lnTo>
                  <a:pt x="465537" y="33618"/>
                </a:lnTo>
                <a:lnTo>
                  <a:pt x="465915" y="33539"/>
                </a:lnTo>
                <a:lnTo>
                  <a:pt x="466297" y="33467"/>
                </a:lnTo>
                <a:lnTo>
                  <a:pt x="466683" y="33404"/>
                </a:lnTo>
                <a:lnTo>
                  <a:pt x="467072" y="33349"/>
                </a:lnTo>
                <a:lnTo>
                  <a:pt x="467465" y="33303"/>
                </a:lnTo>
                <a:lnTo>
                  <a:pt x="467862" y="33265"/>
                </a:lnTo>
                <a:lnTo>
                  <a:pt x="468263" y="33236"/>
                </a:lnTo>
                <a:lnTo>
                  <a:pt x="468667" y="33215"/>
                </a:lnTo>
                <a:lnTo>
                  <a:pt x="469075" y="33202"/>
                </a:lnTo>
                <a:lnTo>
                  <a:pt x="469486" y="33198"/>
                </a:lnTo>
                <a:lnTo>
                  <a:pt x="470081" y="33206"/>
                </a:lnTo>
                <a:lnTo>
                  <a:pt x="470665" y="33229"/>
                </a:lnTo>
                <a:lnTo>
                  <a:pt x="471237" y="33268"/>
                </a:lnTo>
                <a:lnTo>
                  <a:pt x="471798" y="33323"/>
                </a:lnTo>
                <a:lnTo>
                  <a:pt x="472348" y="33393"/>
                </a:lnTo>
                <a:lnTo>
                  <a:pt x="472887" y="33479"/>
                </a:lnTo>
                <a:lnTo>
                  <a:pt x="473414" y="33580"/>
                </a:lnTo>
                <a:lnTo>
                  <a:pt x="473930" y="33697"/>
                </a:lnTo>
                <a:lnTo>
                  <a:pt x="474435" y="33829"/>
                </a:lnTo>
                <a:lnTo>
                  <a:pt x="474928" y="33977"/>
                </a:lnTo>
                <a:lnTo>
                  <a:pt x="475410" y="34141"/>
                </a:lnTo>
                <a:lnTo>
                  <a:pt x="475881" y="34320"/>
                </a:lnTo>
                <a:lnTo>
                  <a:pt x="476340" y="34515"/>
                </a:lnTo>
                <a:lnTo>
                  <a:pt x="476789" y="34726"/>
                </a:lnTo>
                <a:lnTo>
                  <a:pt x="477226" y="34952"/>
                </a:lnTo>
                <a:lnTo>
                  <a:pt x="477651" y="35194"/>
                </a:lnTo>
                <a:lnTo>
                  <a:pt x="478066" y="35451"/>
                </a:lnTo>
                <a:lnTo>
                  <a:pt x="478469" y="35724"/>
                </a:lnTo>
                <a:lnTo>
                  <a:pt x="478860" y="36012"/>
                </a:lnTo>
                <a:lnTo>
                  <a:pt x="479241" y="36316"/>
                </a:lnTo>
                <a:lnTo>
                  <a:pt x="479610" y="36636"/>
                </a:lnTo>
                <a:lnTo>
                  <a:pt x="479968" y="36971"/>
                </a:lnTo>
                <a:lnTo>
                  <a:pt x="480315" y="37322"/>
                </a:lnTo>
                <a:lnTo>
                  <a:pt x="480650" y="37688"/>
                </a:lnTo>
                <a:lnTo>
                  <a:pt x="480973" y="38070"/>
                </a:lnTo>
                <a:lnTo>
                  <a:pt x="481282" y="38468"/>
                </a:lnTo>
                <a:lnTo>
                  <a:pt x="481578" y="38881"/>
                </a:lnTo>
                <a:lnTo>
                  <a:pt x="481860" y="39309"/>
                </a:lnTo>
                <a:lnTo>
                  <a:pt x="482128" y="39753"/>
                </a:lnTo>
                <a:lnTo>
                  <a:pt x="482382" y="40213"/>
                </a:lnTo>
                <a:lnTo>
                  <a:pt x="482623" y="40688"/>
                </a:lnTo>
                <a:lnTo>
                  <a:pt x="482849" y="41179"/>
                </a:lnTo>
                <a:lnTo>
                  <a:pt x="483063" y="41686"/>
                </a:lnTo>
                <a:lnTo>
                  <a:pt x="483262" y="42208"/>
                </a:lnTo>
                <a:lnTo>
                  <a:pt x="483447" y="42746"/>
                </a:lnTo>
                <a:lnTo>
                  <a:pt x="483619" y="43299"/>
                </a:lnTo>
                <a:lnTo>
                  <a:pt x="483777" y="43868"/>
                </a:lnTo>
                <a:lnTo>
                  <a:pt x="483922" y="44452"/>
                </a:lnTo>
                <a:lnTo>
                  <a:pt x="484052" y="45052"/>
                </a:lnTo>
                <a:lnTo>
                  <a:pt x="484169" y="45668"/>
                </a:lnTo>
                <a:lnTo>
                  <a:pt x="484272" y="46299"/>
                </a:lnTo>
                <a:lnTo>
                  <a:pt x="484361" y="46946"/>
                </a:lnTo>
                <a:lnTo>
                  <a:pt x="484437" y="47608"/>
                </a:lnTo>
                <a:lnTo>
                  <a:pt x="484499" y="48286"/>
                </a:lnTo>
                <a:lnTo>
                  <a:pt x="484547" y="48980"/>
                </a:lnTo>
                <a:lnTo>
                  <a:pt x="484581" y="49689"/>
                </a:lnTo>
                <a:lnTo>
                  <a:pt x="484602" y="50414"/>
                </a:lnTo>
                <a:lnTo>
                  <a:pt x="484609" y="51154"/>
                </a:lnTo>
                <a:lnTo>
                  <a:pt x="484609" y="85652"/>
                </a:lnTo>
                <a:lnTo>
                  <a:pt x="494533" y="85652"/>
                </a:lnTo>
                <a:lnTo>
                  <a:pt x="494533" y="50092"/>
                </a:lnTo>
                <a:lnTo>
                  <a:pt x="494528" y="49379"/>
                </a:lnTo>
                <a:lnTo>
                  <a:pt x="494513" y="48676"/>
                </a:lnTo>
                <a:lnTo>
                  <a:pt x="494488" y="47983"/>
                </a:lnTo>
                <a:lnTo>
                  <a:pt x="494454" y="47301"/>
                </a:lnTo>
                <a:lnTo>
                  <a:pt x="494409" y="46630"/>
                </a:lnTo>
                <a:lnTo>
                  <a:pt x="494355" y="45969"/>
                </a:lnTo>
                <a:lnTo>
                  <a:pt x="494291" y="45318"/>
                </a:lnTo>
                <a:lnTo>
                  <a:pt x="494217" y="44678"/>
                </a:lnTo>
                <a:lnTo>
                  <a:pt x="494134" y="44048"/>
                </a:lnTo>
                <a:lnTo>
                  <a:pt x="494040" y="43429"/>
                </a:lnTo>
                <a:lnTo>
                  <a:pt x="493937" y="42820"/>
                </a:lnTo>
                <a:lnTo>
                  <a:pt x="493824" y="42222"/>
                </a:lnTo>
                <a:lnTo>
                  <a:pt x="493701" y="41634"/>
                </a:lnTo>
                <a:lnTo>
                  <a:pt x="493568" y="41056"/>
                </a:lnTo>
                <a:lnTo>
                  <a:pt x="493425" y="40489"/>
                </a:lnTo>
                <a:lnTo>
                  <a:pt x="493272" y="39933"/>
                </a:lnTo>
                <a:lnTo>
                  <a:pt x="493110" y="39387"/>
                </a:lnTo>
                <a:lnTo>
                  <a:pt x="492937" y="38851"/>
                </a:lnTo>
                <a:lnTo>
                  <a:pt x="492755" y="38326"/>
                </a:lnTo>
                <a:lnTo>
                  <a:pt x="492563" y="37811"/>
                </a:lnTo>
                <a:lnTo>
                  <a:pt x="492362" y="37307"/>
                </a:lnTo>
                <a:lnTo>
                  <a:pt x="492150" y="36813"/>
                </a:lnTo>
                <a:lnTo>
                  <a:pt x="491928" y="36330"/>
                </a:lnTo>
                <a:lnTo>
                  <a:pt x="491697" y="35857"/>
                </a:lnTo>
                <a:lnTo>
                  <a:pt x="491457" y="35394"/>
                </a:lnTo>
                <a:lnTo>
                  <a:pt x="491209" y="34941"/>
                </a:lnTo>
                <a:lnTo>
                  <a:pt x="490953" y="34498"/>
                </a:lnTo>
                <a:lnTo>
                  <a:pt x="490689" y="34065"/>
                </a:lnTo>
                <a:lnTo>
                  <a:pt x="490418" y="33642"/>
                </a:lnTo>
                <a:lnTo>
                  <a:pt x="490139" y="33228"/>
                </a:lnTo>
                <a:lnTo>
                  <a:pt x="489852" y="32825"/>
                </a:lnTo>
                <a:lnTo>
                  <a:pt x="489557" y="32431"/>
                </a:lnTo>
                <a:lnTo>
                  <a:pt x="489255" y="32047"/>
                </a:lnTo>
                <a:lnTo>
                  <a:pt x="488944" y="31673"/>
                </a:lnTo>
                <a:lnTo>
                  <a:pt x="488626" y="31308"/>
                </a:lnTo>
                <a:lnTo>
                  <a:pt x="488300" y="30954"/>
                </a:lnTo>
                <a:lnTo>
                  <a:pt x="487967" y="30609"/>
                </a:lnTo>
                <a:lnTo>
                  <a:pt x="487625" y="30275"/>
                </a:lnTo>
                <a:lnTo>
                  <a:pt x="487276" y="29950"/>
                </a:lnTo>
                <a:lnTo>
                  <a:pt x="486919" y="29635"/>
                </a:lnTo>
                <a:lnTo>
                  <a:pt x="486554" y="29330"/>
                </a:lnTo>
                <a:lnTo>
                  <a:pt x="486181" y="29034"/>
                </a:lnTo>
                <a:lnTo>
                  <a:pt x="485801" y="28749"/>
                </a:lnTo>
                <a:lnTo>
                  <a:pt x="485412" y="28473"/>
                </a:lnTo>
                <a:lnTo>
                  <a:pt x="485016" y="28207"/>
                </a:lnTo>
                <a:lnTo>
                  <a:pt x="484612" y="27951"/>
                </a:lnTo>
                <a:lnTo>
                  <a:pt x="484201" y="27705"/>
                </a:lnTo>
                <a:lnTo>
                  <a:pt x="483781" y="27469"/>
                </a:lnTo>
                <a:lnTo>
                  <a:pt x="483355" y="27242"/>
                </a:lnTo>
                <a:lnTo>
                  <a:pt x="482922" y="27025"/>
                </a:lnTo>
                <a:lnTo>
                  <a:pt x="482482" y="26818"/>
                </a:lnTo>
                <a:lnTo>
                  <a:pt x="482036" y="26620"/>
                </a:lnTo>
                <a:lnTo>
                  <a:pt x="481583" y="26432"/>
                </a:lnTo>
                <a:lnTo>
                  <a:pt x="481123" y="26254"/>
                </a:lnTo>
                <a:lnTo>
                  <a:pt x="480657" y="26085"/>
                </a:lnTo>
                <a:lnTo>
                  <a:pt x="480185" y="25926"/>
                </a:lnTo>
                <a:lnTo>
                  <a:pt x="479706" y="25776"/>
                </a:lnTo>
                <a:lnTo>
                  <a:pt x="479220" y="25636"/>
                </a:lnTo>
                <a:lnTo>
                  <a:pt x="478728" y="25506"/>
                </a:lnTo>
                <a:lnTo>
                  <a:pt x="478229" y="25386"/>
                </a:lnTo>
                <a:lnTo>
                  <a:pt x="477724" y="25275"/>
                </a:lnTo>
                <a:lnTo>
                  <a:pt x="477212" y="25173"/>
                </a:lnTo>
                <a:lnTo>
                  <a:pt x="476694" y="25082"/>
                </a:lnTo>
                <a:lnTo>
                  <a:pt x="476169" y="25000"/>
                </a:lnTo>
                <a:lnTo>
                  <a:pt x="475637" y="24927"/>
                </a:lnTo>
                <a:lnTo>
                  <a:pt x="475099" y="24865"/>
                </a:lnTo>
                <a:lnTo>
                  <a:pt x="474554" y="24812"/>
                </a:lnTo>
                <a:lnTo>
                  <a:pt x="474003" y="24768"/>
                </a:lnTo>
                <a:lnTo>
                  <a:pt x="473445" y="24734"/>
                </a:lnTo>
                <a:lnTo>
                  <a:pt x="472881" y="24710"/>
                </a:lnTo>
                <a:lnTo>
                  <a:pt x="472310" y="24696"/>
                </a:lnTo>
                <a:lnTo>
                  <a:pt x="471732" y="24691"/>
                </a:lnTo>
                <a:lnTo>
                  <a:pt x="471174" y="24697"/>
                </a:lnTo>
                <a:lnTo>
                  <a:pt x="470620" y="24713"/>
                </a:lnTo>
                <a:lnTo>
                  <a:pt x="470072" y="24740"/>
                </a:lnTo>
                <a:lnTo>
                  <a:pt x="469529" y="24778"/>
                </a:lnTo>
                <a:lnTo>
                  <a:pt x="468990" y="24827"/>
                </a:lnTo>
                <a:lnTo>
                  <a:pt x="468457" y="24887"/>
                </a:lnTo>
                <a:lnTo>
                  <a:pt x="467929" y="24957"/>
                </a:lnTo>
                <a:lnTo>
                  <a:pt x="467407" y="25039"/>
                </a:lnTo>
                <a:lnTo>
                  <a:pt x="466889" y="25131"/>
                </a:lnTo>
                <a:lnTo>
                  <a:pt x="466376" y="25235"/>
                </a:lnTo>
                <a:lnTo>
                  <a:pt x="465869" y="25349"/>
                </a:lnTo>
                <a:lnTo>
                  <a:pt x="465367" y="25474"/>
                </a:lnTo>
                <a:lnTo>
                  <a:pt x="464870" y="25610"/>
                </a:lnTo>
                <a:lnTo>
                  <a:pt x="464378" y="25757"/>
                </a:lnTo>
                <a:lnTo>
                  <a:pt x="463891" y="25914"/>
                </a:lnTo>
                <a:lnTo>
                  <a:pt x="463409" y="26083"/>
                </a:lnTo>
                <a:lnTo>
                  <a:pt x="462932" y="26262"/>
                </a:lnTo>
                <a:lnTo>
                  <a:pt x="462461" y="26452"/>
                </a:lnTo>
                <a:lnTo>
                  <a:pt x="461994" y="26654"/>
                </a:lnTo>
                <a:lnTo>
                  <a:pt x="461533" y="26866"/>
                </a:lnTo>
                <a:lnTo>
                  <a:pt x="461077" y="27088"/>
                </a:lnTo>
                <a:lnTo>
                  <a:pt x="460626" y="27322"/>
                </a:lnTo>
                <a:lnTo>
                  <a:pt x="460180" y="27567"/>
                </a:lnTo>
                <a:lnTo>
                  <a:pt x="459739" y="27822"/>
                </a:lnTo>
                <a:lnTo>
                  <a:pt x="459305" y="28087"/>
                </a:lnTo>
                <a:lnTo>
                  <a:pt x="458880" y="28361"/>
                </a:lnTo>
                <a:lnTo>
                  <a:pt x="458463" y="28643"/>
                </a:lnTo>
                <a:lnTo>
                  <a:pt x="458054" y="28933"/>
                </a:lnTo>
                <a:lnTo>
                  <a:pt x="457654" y="29232"/>
                </a:lnTo>
                <a:lnTo>
                  <a:pt x="457262" y="29539"/>
                </a:lnTo>
                <a:lnTo>
                  <a:pt x="456879" y="29855"/>
                </a:lnTo>
                <a:lnTo>
                  <a:pt x="456504" y="30179"/>
                </a:lnTo>
                <a:lnTo>
                  <a:pt x="456137" y="30511"/>
                </a:lnTo>
                <a:lnTo>
                  <a:pt x="455779" y="30852"/>
                </a:lnTo>
                <a:lnTo>
                  <a:pt x="455429" y="31201"/>
                </a:lnTo>
                <a:lnTo>
                  <a:pt x="455088" y="31559"/>
                </a:lnTo>
                <a:lnTo>
                  <a:pt x="454755" y="31925"/>
                </a:lnTo>
                <a:lnTo>
                  <a:pt x="454430" y="32299"/>
                </a:lnTo>
                <a:lnTo>
                  <a:pt x="454114" y="32682"/>
                </a:lnTo>
                <a:lnTo>
                  <a:pt x="453807" y="33073"/>
                </a:lnTo>
                <a:lnTo>
                  <a:pt x="453507" y="33473"/>
                </a:lnTo>
                <a:lnTo>
                  <a:pt x="453216" y="33881"/>
                </a:lnTo>
                <a:lnTo>
                  <a:pt x="452934" y="34297"/>
                </a:lnTo>
                <a:lnTo>
                  <a:pt x="452660" y="34722"/>
                </a:lnTo>
                <a:lnTo>
                  <a:pt x="452394" y="35156"/>
                </a:lnTo>
                <a:lnTo>
                  <a:pt x="452137" y="35597"/>
                </a:lnTo>
                <a:lnTo>
                  <a:pt x="451888" y="36047"/>
                </a:lnTo>
                <a:lnTo>
                  <a:pt x="451647" y="36506"/>
                </a:lnTo>
                <a:lnTo>
                  <a:pt x="451175" y="26110"/>
                </a:lnTo>
                <a:lnTo>
                  <a:pt x="442198" y="26110"/>
                </a:lnTo>
                <a:lnTo>
                  <a:pt x="442198" y="85652"/>
                </a:lnTo>
                <a:lnTo>
                  <a:pt x="452121" y="85652"/>
                </a:lnTo>
                <a:lnTo>
                  <a:pt x="452121" y="53873"/>
                </a:lnTo>
                <a:lnTo>
                  <a:pt x="452125" y="53315"/>
                </a:lnTo>
                <a:lnTo>
                  <a:pt x="452137" y="52765"/>
                </a:lnTo>
                <a:lnTo>
                  <a:pt x="452157" y="52223"/>
                </a:lnTo>
                <a:close/>
                <a:moveTo>
                  <a:pt x="773711" y="52765"/>
                </a:moveTo>
                <a:lnTo>
                  <a:pt x="773731" y="52223"/>
                </a:lnTo>
                <a:lnTo>
                  <a:pt x="773759" y="51688"/>
                </a:lnTo>
                <a:lnTo>
                  <a:pt x="773795" y="51161"/>
                </a:lnTo>
                <a:lnTo>
                  <a:pt x="773839" y="50642"/>
                </a:lnTo>
                <a:lnTo>
                  <a:pt x="773891" y="50130"/>
                </a:lnTo>
                <a:lnTo>
                  <a:pt x="773951" y="49626"/>
                </a:lnTo>
                <a:lnTo>
                  <a:pt x="774019" y="49129"/>
                </a:lnTo>
                <a:lnTo>
                  <a:pt x="774095" y="48640"/>
                </a:lnTo>
                <a:lnTo>
                  <a:pt x="774179" y="48158"/>
                </a:lnTo>
                <a:lnTo>
                  <a:pt x="774271" y="47685"/>
                </a:lnTo>
                <a:lnTo>
                  <a:pt x="774371" y="47218"/>
                </a:lnTo>
                <a:lnTo>
                  <a:pt x="774479" y="46759"/>
                </a:lnTo>
                <a:lnTo>
                  <a:pt x="774595" y="46308"/>
                </a:lnTo>
                <a:lnTo>
                  <a:pt x="774719" y="45865"/>
                </a:lnTo>
                <a:lnTo>
                  <a:pt x="774850" y="45429"/>
                </a:lnTo>
                <a:lnTo>
                  <a:pt x="774990" y="45000"/>
                </a:lnTo>
                <a:lnTo>
                  <a:pt x="775138" y="44580"/>
                </a:lnTo>
                <a:lnTo>
                  <a:pt x="775294" y="44167"/>
                </a:lnTo>
                <a:lnTo>
                  <a:pt x="775458" y="43761"/>
                </a:lnTo>
                <a:lnTo>
                  <a:pt x="775630" y="43363"/>
                </a:lnTo>
                <a:lnTo>
                  <a:pt x="775810" y="42973"/>
                </a:lnTo>
                <a:lnTo>
                  <a:pt x="775997" y="42590"/>
                </a:lnTo>
                <a:lnTo>
                  <a:pt x="776192" y="42214"/>
                </a:lnTo>
                <a:lnTo>
                  <a:pt x="776392" y="41846"/>
                </a:lnTo>
                <a:lnTo>
                  <a:pt x="776598" y="41486"/>
                </a:lnTo>
                <a:lnTo>
                  <a:pt x="776810" y="41133"/>
                </a:lnTo>
                <a:lnTo>
                  <a:pt x="777027" y="40787"/>
                </a:lnTo>
                <a:lnTo>
                  <a:pt x="777249" y="40449"/>
                </a:lnTo>
                <a:lnTo>
                  <a:pt x="777477" y="40118"/>
                </a:lnTo>
                <a:lnTo>
                  <a:pt x="777711" y="39794"/>
                </a:lnTo>
                <a:lnTo>
                  <a:pt x="777950" y="39478"/>
                </a:lnTo>
                <a:lnTo>
                  <a:pt x="778194" y="39169"/>
                </a:lnTo>
                <a:lnTo>
                  <a:pt x="778444" y="38867"/>
                </a:lnTo>
                <a:lnTo>
                  <a:pt x="778700" y="38573"/>
                </a:lnTo>
                <a:lnTo>
                  <a:pt x="778961" y="38287"/>
                </a:lnTo>
                <a:lnTo>
                  <a:pt x="779228" y="38007"/>
                </a:lnTo>
                <a:lnTo>
                  <a:pt x="779500" y="37735"/>
                </a:lnTo>
                <a:lnTo>
                  <a:pt x="779778" y="37471"/>
                </a:lnTo>
                <a:lnTo>
                  <a:pt x="780062" y="37214"/>
                </a:lnTo>
                <a:lnTo>
                  <a:pt x="780351" y="36964"/>
                </a:lnTo>
                <a:lnTo>
                  <a:pt x="780645" y="36722"/>
                </a:lnTo>
                <a:lnTo>
                  <a:pt x="780945" y="36487"/>
                </a:lnTo>
                <a:lnTo>
                  <a:pt x="781251" y="36259"/>
                </a:lnTo>
                <a:lnTo>
                  <a:pt x="781562" y="36039"/>
                </a:lnTo>
                <a:lnTo>
                  <a:pt x="781878" y="35826"/>
                </a:lnTo>
                <a:lnTo>
                  <a:pt x="782200" y="35621"/>
                </a:lnTo>
                <a:lnTo>
                  <a:pt x="782527" y="35423"/>
                </a:lnTo>
                <a:lnTo>
                  <a:pt x="782858" y="35234"/>
                </a:lnTo>
                <a:lnTo>
                  <a:pt x="783192" y="35053"/>
                </a:lnTo>
                <a:lnTo>
                  <a:pt x="783530" y="34880"/>
                </a:lnTo>
                <a:lnTo>
                  <a:pt x="783871" y="34716"/>
                </a:lnTo>
                <a:lnTo>
                  <a:pt x="784216" y="34561"/>
                </a:lnTo>
                <a:lnTo>
                  <a:pt x="784565" y="34413"/>
                </a:lnTo>
                <a:lnTo>
                  <a:pt x="784918" y="34275"/>
                </a:lnTo>
                <a:lnTo>
                  <a:pt x="785274" y="34144"/>
                </a:lnTo>
                <a:lnTo>
                  <a:pt x="785634" y="34022"/>
                </a:lnTo>
                <a:lnTo>
                  <a:pt x="785998" y="33909"/>
                </a:lnTo>
                <a:lnTo>
                  <a:pt x="786365" y="33804"/>
                </a:lnTo>
                <a:lnTo>
                  <a:pt x="786736" y="33707"/>
                </a:lnTo>
                <a:lnTo>
                  <a:pt x="787111" y="33618"/>
                </a:lnTo>
                <a:lnTo>
                  <a:pt x="787489" y="33539"/>
                </a:lnTo>
                <a:lnTo>
                  <a:pt x="787871" y="33467"/>
                </a:lnTo>
                <a:lnTo>
                  <a:pt x="788257" y="33404"/>
                </a:lnTo>
                <a:lnTo>
                  <a:pt x="788646" y="33349"/>
                </a:lnTo>
                <a:lnTo>
                  <a:pt x="789040" y="33303"/>
                </a:lnTo>
                <a:lnTo>
                  <a:pt x="789436" y="33265"/>
                </a:lnTo>
                <a:lnTo>
                  <a:pt x="789837" y="33236"/>
                </a:lnTo>
                <a:lnTo>
                  <a:pt x="790241" y="33215"/>
                </a:lnTo>
                <a:lnTo>
                  <a:pt x="790649" y="33202"/>
                </a:lnTo>
                <a:lnTo>
                  <a:pt x="791060" y="33198"/>
                </a:lnTo>
                <a:lnTo>
                  <a:pt x="791655" y="33206"/>
                </a:lnTo>
                <a:lnTo>
                  <a:pt x="792239" y="33229"/>
                </a:lnTo>
                <a:lnTo>
                  <a:pt x="792811" y="33268"/>
                </a:lnTo>
                <a:lnTo>
                  <a:pt x="793373" y="33323"/>
                </a:lnTo>
                <a:lnTo>
                  <a:pt x="793922" y="33393"/>
                </a:lnTo>
                <a:lnTo>
                  <a:pt x="794461" y="33479"/>
                </a:lnTo>
                <a:lnTo>
                  <a:pt x="794988" y="33580"/>
                </a:lnTo>
                <a:lnTo>
                  <a:pt x="795504" y="33697"/>
                </a:lnTo>
                <a:lnTo>
                  <a:pt x="796009" y="33829"/>
                </a:lnTo>
                <a:lnTo>
                  <a:pt x="796502" y="33977"/>
                </a:lnTo>
                <a:lnTo>
                  <a:pt x="796984" y="34141"/>
                </a:lnTo>
                <a:lnTo>
                  <a:pt x="797455" y="34320"/>
                </a:lnTo>
                <a:lnTo>
                  <a:pt x="797915" y="34515"/>
                </a:lnTo>
                <a:lnTo>
                  <a:pt x="798363" y="34726"/>
                </a:lnTo>
                <a:lnTo>
                  <a:pt x="798800" y="34952"/>
                </a:lnTo>
                <a:lnTo>
                  <a:pt x="799225" y="35194"/>
                </a:lnTo>
                <a:lnTo>
                  <a:pt x="799640" y="35451"/>
                </a:lnTo>
                <a:lnTo>
                  <a:pt x="800043" y="35724"/>
                </a:lnTo>
                <a:lnTo>
                  <a:pt x="800435" y="36012"/>
                </a:lnTo>
                <a:lnTo>
                  <a:pt x="800815" y="36316"/>
                </a:lnTo>
                <a:lnTo>
                  <a:pt x="801184" y="36636"/>
                </a:lnTo>
                <a:lnTo>
                  <a:pt x="801542" y="36971"/>
                </a:lnTo>
                <a:lnTo>
                  <a:pt x="801889" y="37322"/>
                </a:lnTo>
                <a:lnTo>
                  <a:pt x="802224" y="37688"/>
                </a:lnTo>
                <a:lnTo>
                  <a:pt x="802547" y="38070"/>
                </a:lnTo>
                <a:lnTo>
                  <a:pt x="802857" y="38468"/>
                </a:lnTo>
                <a:lnTo>
                  <a:pt x="803152" y="38881"/>
                </a:lnTo>
                <a:lnTo>
                  <a:pt x="803434" y="39309"/>
                </a:lnTo>
                <a:lnTo>
                  <a:pt x="803702" y="39753"/>
                </a:lnTo>
                <a:lnTo>
                  <a:pt x="803956" y="40213"/>
                </a:lnTo>
                <a:lnTo>
                  <a:pt x="804197" y="40688"/>
                </a:lnTo>
                <a:lnTo>
                  <a:pt x="804424" y="41179"/>
                </a:lnTo>
                <a:lnTo>
                  <a:pt x="804637" y="41686"/>
                </a:lnTo>
                <a:lnTo>
                  <a:pt x="804836" y="42208"/>
                </a:lnTo>
                <a:lnTo>
                  <a:pt x="805022" y="42746"/>
                </a:lnTo>
                <a:lnTo>
                  <a:pt x="805193" y="43299"/>
                </a:lnTo>
                <a:lnTo>
                  <a:pt x="805351" y="43868"/>
                </a:lnTo>
                <a:lnTo>
                  <a:pt x="805496" y="44452"/>
                </a:lnTo>
                <a:lnTo>
                  <a:pt x="805626" y="45052"/>
                </a:lnTo>
                <a:lnTo>
                  <a:pt x="805743" y="45668"/>
                </a:lnTo>
                <a:lnTo>
                  <a:pt x="805846" y="46299"/>
                </a:lnTo>
                <a:lnTo>
                  <a:pt x="805936" y="46946"/>
                </a:lnTo>
                <a:lnTo>
                  <a:pt x="806011" y="47608"/>
                </a:lnTo>
                <a:lnTo>
                  <a:pt x="806073" y="48286"/>
                </a:lnTo>
                <a:lnTo>
                  <a:pt x="806121" y="48980"/>
                </a:lnTo>
                <a:lnTo>
                  <a:pt x="806156" y="49689"/>
                </a:lnTo>
                <a:lnTo>
                  <a:pt x="806176" y="50414"/>
                </a:lnTo>
                <a:lnTo>
                  <a:pt x="806183" y="51154"/>
                </a:lnTo>
                <a:lnTo>
                  <a:pt x="806183" y="85652"/>
                </a:lnTo>
                <a:lnTo>
                  <a:pt x="816107" y="85652"/>
                </a:lnTo>
                <a:lnTo>
                  <a:pt x="816107" y="50092"/>
                </a:lnTo>
                <a:lnTo>
                  <a:pt x="816102" y="49379"/>
                </a:lnTo>
                <a:lnTo>
                  <a:pt x="816087" y="48676"/>
                </a:lnTo>
                <a:lnTo>
                  <a:pt x="816062" y="47983"/>
                </a:lnTo>
                <a:lnTo>
                  <a:pt x="816028" y="47301"/>
                </a:lnTo>
                <a:lnTo>
                  <a:pt x="815984" y="46630"/>
                </a:lnTo>
                <a:lnTo>
                  <a:pt x="815929" y="45969"/>
                </a:lnTo>
                <a:lnTo>
                  <a:pt x="815865" y="45318"/>
                </a:lnTo>
                <a:lnTo>
                  <a:pt x="815792" y="44678"/>
                </a:lnTo>
                <a:lnTo>
                  <a:pt x="815708" y="44048"/>
                </a:lnTo>
                <a:lnTo>
                  <a:pt x="815614" y="43429"/>
                </a:lnTo>
                <a:lnTo>
                  <a:pt x="815511" y="42820"/>
                </a:lnTo>
                <a:lnTo>
                  <a:pt x="815398" y="42222"/>
                </a:lnTo>
                <a:lnTo>
                  <a:pt x="815275" y="41634"/>
                </a:lnTo>
                <a:lnTo>
                  <a:pt x="815142" y="41056"/>
                </a:lnTo>
                <a:lnTo>
                  <a:pt x="814999" y="40489"/>
                </a:lnTo>
                <a:lnTo>
                  <a:pt x="814846" y="39933"/>
                </a:lnTo>
                <a:lnTo>
                  <a:pt x="814684" y="39387"/>
                </a:lnTo>
                <a:lnTo>
                  <a:pt x="814512" y="38851"/>
                </a:lnTo>
                <a:lnTo>
                  <a:pt x="814330" y="38326"/>
                </a:lnTo>
                <a:lnTo>
                  <a:pt x="814138" y="37811"/>
                </a:lnTo>
                <a:lnTo>
                  <a:pt x="813936" y="37307"/>
                </a:lnTo>
                <a:lnTo>
                  <a:pt x="813724" y="36813"/>
                </a:lnTo>
                <a:lnTo>
                  <a:pt x="813502" y="36330"/>
                </a:lnTo>
                <a:lnTo>
                  <a:pt x="813271" y="35857"/>
                </a:lnTo>
                <a:lnTo>
                  <a:pt x="813031" y="35394"/>
                </a:lnTo>
                <a:lnTo>
                  <a:pt x="812783" y="34941"/>
                </a:lnTo>
                <a:lnTo>
                  <a:pt x="812527" y="34498"/>
                </a:lnTo>
                <a:lnTo>
                  <a:pt x="812264" y="34065"/>
                </a:lnTo>
                <a:lnTo>
                  <a:pt x="811992" y="33642"/>
                </a:lnTo>
                <a:lnTo>
                  <a:pt x="811713" y="33228"/>
                </a:lnTo>
                <a:lnTo>
                  <a:pt x="811426" y="32825"/>
                </a:lnTo>
                <a:lnTo>
                  <a:pt x="811131" y="32431"/>
                </a:lnTo>
                <a:lnTo>
                  <a:pt x="810829" y="32047"/>
                </a:lnTo>
                <a:lnTo>
                  <a:pt x="810518" y="31673"/>
                </a:lnTo>
                <a:lnTo>
                  <a:pt x="810200" y="31308"/>
                </a:lnTo>
                <a:lnTo>
                  <a:pt x="809874" y="30954"/>
                </a:lnTo>
                <a:lnTo>
                  <a:pt x="809541" y="30609"/>
                </a:lnTo>
                <a:lnTo>
                  <a:pt x="809199" y="30275"/>
                </a:lnTo>
                <a:lnTo>
                  <a:pt x="808850" y="29950"/>
                </a:lnTo>
                <a:lnTo>
                  <a:pt x="808493" y="29635"/>
                </a:lnTo>
                <a:lnTo>
                  <a:pt x="808128" y="29330"/>
                </a:lnTo>
                <a:lnTo>
                  <a:pt x="807755" y="29034"/>
                </a:lnTo>
                <a:lnTo>
                  <a:pt x="807375" y="28749"/>
                </a:lnTo>
                <a:lnTo>
                  <a:pt x="806987" y="28473"/>
                </a:lnTo>
                <a:lnTo>
                  <a:pt x="806591" y="28207"/>
                </a:lnTo>
                <a:lnTo>
                  <a:pt x="806187" y="27951"/>
                </a:lnTo>
                <a:lnTo>
                  <a:pt x="805775" y="27705"/>
                </a:lnTo>
                <a:lnTo>
                  <a:pt x="805356" y="27469"/>
                </a:lnTo>
                <a:lnTo>
                  <a:pt x="804929" y="27242"/>
                </a:lnTo>
                <a:lnTo>
                  <a:pt x="804496" y="27025"/>
                </a:lnTo>
                <a:lnTo>
                  <a:pt x="804056" y="26818"/>
                </a:lnTo>
                <a:lnTo>
                  <a:pt x="803610" y="26620"/>
                </a:lnTo>
                <a:lnTo>
                  <a:pt x="803157" y="26432"/>
                </a:lnTo>
                <a:lnTo>
                  <a:pt x="802698" y="26254"/>
                </a:lnTo>
                <a:lnTo>
                  <a:pt x="802232" y="26085"/>
                </a:lnTo>
                <a:lnTo>
                  <a:pt x="801759" y="25926"/>
                </a:lnTo>
                <a:lnTo>
                  <a:pt x="801280" y="25776"/>
                </a:lnTo>
                <a:lnTo>
                  <a:pt x="800794" y="25636"/>
                </a:lnTo>
                <a:lnTo>
                  <a:pt x="800302" y="25506"/>
                </a:lnTo>
                <a:lnTo>
                  <a:pt x="799803" y="25386"/>
                </a:lnTo>
                <a:lnTo>
                  <a:pt x="799298" y="25275"/>
                </a:lnTo>
                <a:lnTo>
                  <a:pt x="798786" y="25173"/>
                </a:lnTo>
                <a:lnTo>
                  <a:pt x="798268" y="25082"/>
                </a:lnTo>
                <a:lnTo>
                  <a:pt x="797743" y="25000"/>
                </a:lnTo>
                <a:lnTo>
                  <a:pt x="797211" y="24927"/>
                </a:lnTo>
                <a:lnTo>
                  <a:pt x="796673" y="24865"/>
                </a:lnTo>
                <a:lnTo>
                  <a:pt x="796128" y="24812"/>
                </a:lnTo>
                <a:lnTo>
                  <a:pt x="795577" y="24768"/>
                </a:lnTo>
                <a:lnTo>
                  <a:pt x="795019" y="24734"/>
                </a:lnTo>
                <a:lnTo>
                  <a:pt x="794455" y="24710"/>
                </a:lnTo>
                <a:lnTo>
                  <a:pt x="793884" y="24696"/>
                </a:lnTo>
                <a:lnTo>
                  <a:pt x="793307" y="24691"/>
                </a:lnTo>
                <a:lnTo>
                  <a:pt x="792748" y="24697"/>
                </a:lnTo>
                <a:lnTo>
                  <a:pt x="792194" y="24713"/>
                </a:lnTo>
                <a:lnTo>
                  <a:pt x="791646" y="24740"/>
                </a:lnTo>
                <a:lnTo>
                  <a:pt x="791103" y="24778"/>
                </a:lnTo>
                <a:lnTo>
                  <a:pt x="790565" y="24827"/>
                </a:lnTo>
                <a:lnTo>
                  <a:pt x="790032" y="24887"/>
                </a:lnTo>
                <a:lnTo>
                  <a:pt x="789504" y="24957"/>
                </a:lnTo>
                <a:lnTo>
                  <a:pt x="788981" y="25039"/>
                </a:lnTo>
                <a:lnTo>
                  <a:pt x="788463" y="25131"/>
                </a:lnTo>
                <a:lnTo>
                  <a:pt x="787951" y="25235"/>
                </a:lnTo>
                <a:lnTo>
                  <a:pt x="787443" y="25349"/>
                </a:lnTo>
                <a:lnTo>
                  <a:pt x="786941" y="25474"/>
                </a:lnTo>
                <a:lnTo>
                  <a:pt x="786444" y="25610"/>
                </a:lnTo>
                <a:lnTo>
                  <a:pt x="785952" y="25757"/>
                </a:lnTo>
                <a:lnTo>
                  <a:pt x="785465" y="25914"/>
                </a:lnTo>
                <a:lnTo>
                  <a:pt x="784983" y="26083"/>
                </a:lnTo>
                <a:lnTo>
                  <a:pt x="784506" y="26262"/>
                </a:lnTo>
                <a:lnTo>
                  <a:pt x="784035" y="26452"/>
                </a:lnTo>
                <a:lnTo>
                  <a:pt x="783569" y="26654"/>
                </a:lnTo>
                <a:lnTo>
                  <a:pt x="783107" y="26866"/>
                </a:lnTo>
                <a:lnTo>
                  <a:pt x="782651" y="27088"/>
                </a:lnTo>
                <a:lnTo>
                  <a:pt x="782200" y="27322"/>
                </a:lnTo>
                <a:lnTo>
                  <a:pt x="781754" y="27567"/>
                </a:lnTo>
                <a:lnTo>
                  <a:pt x="781313" y="27822"/>
                </a:lnTo>
                <a:lnTo>
                  <a:pt x="780880" y="28087"/>
                </a:lnTo>
                <a:lnTo>
                  <a:pt x="780454" y="28361"/>
                </a:lnTo>
                <a:lnTo>
                  <a:pt x="780037" y="28643"/>
                </a:lnTo>
                <a:lnTo>
                  <a:pt x="779629" y="28933"/>
                </a:lnTo>
                <a:lnTo>
                  <a:pt x="779228" y="29232"/>
                </a:lnTo>
                <a:lnTo>
                  <a:pt x="778837" y="29539"/>
                </a:lnTo>
                <a:lnTo>
                  <a:pt x="778453" y="29855"/>
                </a:lnTo>
                <a:lnTo>
                  <a:pt x="778078" y="30179"/>
                </a:lnTo>
                <a:lnTo>
                  <a:pt x="777712" y="30511"/>
                </a:lnTo>
                <a:lnTo>
                  <a:pt x="777353" y="30852"/>
                </a:lnTo>
                <a:lnTo>
                  <a:pt x="777004" y="31201"/>
                </a:lnTo>
                <a:lnTo>
                  <a:pt x="776662" y="31559"/>
                </a:lnTo>
                <a:lnTo>
                  <a:pt x="776329" y="31925"/>
                </a:lnTo>
                <a:lnTo>
                  <a:pt x="776005" y="32299"/>
                </a:lnTo>
                <a:lnTo>
                  <a:pt x="775688" y="32682"/>
                </a:lnTo>
                <a:lnTo>
                  <a:pt x="775381" y="33073"/>
                </a:lnTo>
                <a:lnTo>
                  <a:pt x="775081" y="33473"/>
                </a:lnTo>
                <a:lnTo>
                  <a:pt x="774790" y="33881"/>
                </a:lnTo>
                <a:lnTo>
                  <a:pt x="774508" y="34297"/>
                </a:lnTo>
                <a:lnTo>
                  <a:pt x="774234" y="34722"/>
                </a:lnTo>
                <a:lnTo>
                  <a:pt x="773968" y="35156"/>
                </a:lnTo>
                <a:lnTo>
                  <a:pt x="773711" y="35597"/>
                </a:lnTo>
                <a:lnTo>
                  <a:pt x="773462" y="36047"/>
                </a:lnTo>
                <a:lnTo>
                  <a:pt x="773221" y="36506"/>
                </a:lnTo>
                <a:lnTo>
                  <a:pt x="772749" y="26110"/>
                </a:lnTo>
                <a:lnTo>
                  <a:pt x="763772" y="26110"/>
                </a:lnTo>
                <a:lnTo>
                  <a:pt x="763772" y="85652"/>
                </a:lnTo>
                <a:lnTo>
                  <a:pt x="773695" y="85652"/>
                </a:lnTo>
                <a:lnTo>
                  <a:pt x="773695" y="53873"/>
                </a:lnTo>
                <a:lnTo>
                  <a:pt x="773699" y="53315"/>
                </a:lnTo>
                <a:lnTo>
                  <a:pt x="773711" y="52765"/>
                </a:lnTo>
                <a:close/>
                <a:moveTo>
                  <a:pt x="428757" y="57717"/>
                </a:moveTo>
                <a:lnTo>
                  <a:pt x="428765" y="57584"/>
                </a:lnTo>
                <a:lnTo>
                  <a:pt x="428773" y="57452"/>
                </a:lnTo>
                <a:lnTo>
                  <a:pt x="428781" y="57321"/>
                </a:lnTo>
                <a:lnTo>
                  <a:pt x="428788" y="57191"/>
                </a:lnTo>
                <a:lnTo>
                  <a:pt x="428795" y="57062"/>
                </a:lnTo>
                <a:lnTo>
                  <a:pt x="428801" y="56935"/>
                </a:lnTo>
                <a:lnTo>
                  <a:pt x="428807" y="56809"/>
                </a:lnTo>
                <a:lnTo>
                  <a:pt x="428812" y="56684"/>
                </a:lnTo>
                <a:lnTo>
                  <a:pt x="428817" y="56560"/>
                </a:lnTo>
                <a:lnTo>
                  <a:pt x="428822" y="56438"/>
                </a:lnTo>
                <a:lnTo>
                  <a:pt x="428826" y="56317"/>
                </a:lnTo>
                <a:lnTo>
                  <a:pt x="428830" y="56197"/>
                </a:lnTo>
                <a:lnTo>
                  <a:pt x="428834" y="56078"/>
                </a:lnTo>
                <a:lnTo>
                  <a:pt x="428837" y="55961"/>
                </a:lnTo>
                <a:lnTo>
                  <a:pt x="428839" y="55844"/>
                </a:lnTo>
                <a:lnTo>
                  <a:pt x="428842" y="55729"/>
                </a:lnTo>
                <a:lnTo>
                  <a:pt x="428843" y="55615"/>
                </a:lnTo>
                <a:lnTo>
                  <a:pt x="428845" y="55503"/>
                </a:lnTo>
                <a:lnTo>
                  <a:pt x="428846" y="55391"/>
                </a:lnTo>
                <a:lnTo>
                  <a:pt x="428847" y="55281"/>
                </a:lnTo>
                <a:lnTo>
                  <a:pt x="428847" y="55172"/>
                </a:lnTo>
                <a:lnTo>
                  <a:pt x="428847" y="55064"/>
                </a:lnTo>
                <a:lnTo>
                  <a:pt x="428847" y="54957"/>
                </a:lnTo>
                <a:lnTo>
                  <a:pt x="428847" y="54849"/>
                </a:lnTo>
                <a:lnTo>
                  <a:pt x="428847" y="54742"/>
                </a:lnTo>
                <a:lnTo>
                  <a:pt x="428847" y="54636"/>
                </a:lnTo>
                <a:lnTo>
                  <a:pt x="428847" y="54530"/>
                </a:lnTo>
                <a:lnTo>
                  <a:pt x="428847" y="54424"/>
                </a:lnTo>
                <a:lnTo>
                  <a:pt x="428847" y="54319"/>
                </a:lnTo>
                <a:lnTo>
                  <a:pt x="428847" y="54214"/>
                </a:lnTo>
                <a:lnTo>
                  <a:pt x="428847" y="54110"/>
                </a:lnTo>
                <a:lnTo>
                  <a:pt x="428847" y="54006"/>
                </a:lnTo>
                <a:lnTo>
                  <a:pt x="428847" y="53902"/>
                </a:lnTo>
                <a:lnTo>
                  <a:pt x="428847" y="53799"/>
                </a:lnTo>
                <a:lnTo>
                  <a:pt x="428847" y="53696"/>
                </a:lnTo>
                <a:lnTo>
                  <a:pt x="428847" y="53593"/>
                </a:lnTo>
                <a:lnTo>
                  <a:pt x="428847" y="53491"/>
                </a:lnTo>
                <a:lnTo>
                  <a:pt x="428847" y="53390"/>
                </a:lnTo>
                <a:lnTo>
                  <a:pt x="428847" y="53289"/>
                </a:lnTo>
                <a:lnTo>
                  <a:pt x="428847" y="53188"/>
                </a:lnTo>
                <a:lnTo>
                  <a:pt x="428847" y="53087"/>
                </a:lnTo>
                <a:lnTo>
                  <a:pt x="428847" y="52988"/>
                </a:lnTo>
                <a:lnTo>
                  <a:pt x="428847" y="52888"/>
                </a:lnTo>
                <a:lnTo>
                  <a:pt x="428847" y="52789"/>
                </a:lnTo>
                <a:lnTo>
                  <a:pt x="428847" y="52690"/>
                </a:lnTo>
                <a:lnTo>
                  <a:pt x="428841" y="52062"/>
                </a:lnTo>
                <a:lnTo>
                  <a:pt x="428824" y="51439"/>
                </a:lnTo>
                <a:lnTo>
                  <a:pt x="428796" y="50819"/>
                </a:lnTo>
                <a:lnTo>
                  <a:pt x="428756" y="50204"/>
                </a:lnTo>
                <a:lnTo>
                  <a:pt x="428706" y="49594"/>
                </a:lnTo>
                <a:lnTo>
                  <a:pt x="428644" y="48987"/>
                </a:lnTo>
                <a:lnTo>
                  <a:pt x="428570" y="48385"/>
                </a:lnTo>
                <a:lnTo>
                  <a:pt x="428486" y="47788"/>
                </a:lnTo>
                <a:lnTo>
                  <a:pt x="428390" y="47194"/>
                </a:lnTo>
                <a:lnTo>
                  <a:pt x="428283" y="46605"/>
                </a:lnTo>
                <a:lnTo>
                  <a:pt x="428164" y="46020"/>
                </a:lnTo>
                <a:lnTo>
                  <a:pt x="428035" y="45440"/>
                </a:lnTo>
                <a:lnTo>
                  <a:pt x="427894" y="44864"/>
                </a:lnTo>
                <a:lnTo>
                  <a:pt x="427741" y="44292"/>
                </a:lnTo>
                <a:lnTo>
                  <a:pt x="427578" y="43724"/>
                </a:lnTo>
                <a:lnTo>
                  <a:pt x="427403" y="43161"/>
                </a:lnTo>
                <a:lnTo>
                  <a:pt x="427217" y="42602"/>
                </a:lnTo>
                <a:lnTo>
                  <a:pt x="427020" y="42047"/>
                </a:lnTo>
                <a:lnTo>
                  <a:pt x="426811" y="41497"/>
                </a:lnTo>
                <a:lnTo>
                  <a:pt x="426591" y="40951"/>
                </a:lnTo>
                <a:lnTo>
                  <a:pt x="426360" y="40409"/>
                </a:lnTo>
                <a:lnTo>
                  <a:pt x="426117" y="39872"/>
                </a:lnTo>
                <a:lnTo>
                  <a:pt x="425863" y="39338"/>
                </a:lnTo>
                <a:lnTo>
                  <a:pt x="425598" y="38810"/>
                </a:lnTo>
                <a:lnTo>
                  <a:pt x="425323" y="38287"/>
                </a:lnTo>
                <a:lnTo>
                  <a:pt x="425037" y="37773"/>
                </a:lnTo>
                <a:lnTo>
                  <a:pt x="424742" y="37267"/>
                </a:lnTo>
                <a:lnTo>
                  <a:pt x="424437" y="36770"/>
                </a:lnTo>
                <a:lnTo>
                  <a:pt x="424122" y="36281"/>
                </a:lnTo>
                <a:lnTo>
                  <a:pt x="423797" y="35801"/>
                </a:lnTo>
                <a:lnTo>
                  <a:pt x="423462" y="35329"/>
                </a:lnTo>
                <a:lnTo>
                  <a:pt x="423118" y="34865"/>
                </a:lnTo>
                <a:lnTo>
                  <a:pt x="422763" y="34410"/>
                </a:lnTo>
                <a:lnTo>
                  <a:pt x="422399" y="33963"/>
                </a:lnTo>
                <a:lnTo>
                  <a:pt x="422025" y="33525"/>
                </a:lnTo>
                <a:lnTo>
                  <a:pt x="421641" y="33095"/>
                </a:lnTo>
                <a:lnTo>
                  <a:pt x="421247" y="32673"/>
                </a:lnTo>
                <a:lnTo>
                  <a:pt x="420844" y="32260"/>
                </a:lnTo>
                <a:lnTo>
                  <a:pt x="420430" y="31855"/>
                </a:lnTo>
                <a:lnTo>
                  <a:pt x="420007" y="31459"/>
                </a:lnTo>
                <a:lnTo>
                  <a:pt x="419574" y="31071"/>
                </a:lnTo>
                <a:lnTo>
                  <a:pt x="419131" y="30691"/>
                </a:lnTo>
                <a:lnTo>
                  <a:pt x="418678" y="30320"/>
                </a:lnTo>
                <a:lnTo>
                  <a:pt x="418215" y="29957"/>
                </a:lnTo>
                <a:lnTo>
                  <a:pt x="417743" y="29603"/>
                </a:lnTo>
                <a:lnTo>
                  <a:pt x="417260" y="29257"/>
                </a:lnTo>
                <a:lnTo>
                  <a:pt x="416768" y="28919"/>
                </a:lnTo>
                <a:lnTo>
                  <a:pt x="416266" y="28590"/>
                </a:lnTo>
                <a:lnTo>
                  <a:pt x="415754" y="28272"/>
                </a:lnTo>
                <a:lnTo>
                  <a:pt x="415233" y="27967"/>
                </a:lnTo>
                <a:lnTo>
                  <a:pt x="414703" y="27676"/>
                </a:lnTo>
                <a:lnTo>
                  <a:pt x="414164" y="27399"/>
                </a:lnTo>
                <a:lnTo>
                  <a:pt x="413616" y="27135"/>
                </a:lnTo>
                <a:lnTo>
                  <a:pt x="413058" y="26884"/>
                </a:lnTo>
                <a:lnTo>
                  <a:pt x="412491" y="26647"/>
                </a:lnTo>
                <a:lnTo>
                  <a:pt x="411915" y="26424"/>
                </a:lnTo>
                <a:lnTo>
                  <a:pt x="411329" y="26214"/>
                </a:lnTo>
                <a:lnTo>
                  <a:pt x="410734" y="26018"/>
                </a:lnTo>
                <a:lnTo>
                  <a:pt x="410130" y="25835"/>
                </a:lnTo>
                <a:lnTo>
                  <a:pt x="409517" y="25666"/>
                </a:lnTo>
                <a:lnTo>
                  <a:pt x="408895" y="25510"/>
                </a:lnTo>
                <a:lnTo>
                  <a:pt x="408263" y="25368"/>
                </a:lnTo>
                <a:lnTo>
                  <a:pt x="407622" y="25239"/>
                </a:lnTo>
                <a:lnTo>
                  <a:pt x="406972" y="25124"/>
                </a:lnTo>
                <a:lnTo>
                  <a:pt x="406313" y="25023"/>
                </a:lnTo>
                <a:lnTo>
                  <a:pt x="405644" y="24935"/>
                </a:lnTo>
                <a:lnTo>
                  <a:pt x="404967" y="24860"/>
                </a:lnTo>
                <a:lnTo>
                  <a:pt x="404279" y="24799"/>
                </a:lnTo>
                <a:lnTo>
                  <a:pt x="403583" y="24752"/>
                </a:lnTo>
                <a:lnTo>
                  <a:pt x="402878" y="24718"/>
                </a:lnTo>
                <a:lnTo>
                  <a:pt x="402163" y="24698"/>
                </a:lnTo>
                <a:lnTo>
                  <a:pt x="401439" y="24691"/>
                </a:lnTo>
                <a:lnTo>
                  <a:pt x="400734" y="24698"/>
                </a:lnTo>
                <a:lnTo>
                  <a:pt x="400035" y="24718"/>
                </a:lnTo>
                <a:lnTo>
                  <a:pt x="399343" y="24752"/>
                </a:lnTo>
                <a:lnTo>
                  <a:pt x="398658" y="24799"/>
                </a:lnTo>
                <a:lnTo>
                  <a:pt x="397979" y="24860"/>
                </a:lnTo>
                <a:lnTo>
                  <a:pt x="397308" y="24935"/>
                </a:lnTo>
                <a:lnTo>
                  <a:pt x="396643" y="25023"/>
                </a:lnTo>
                <a:lnTo>
                  <a:pt x="395985" y="25124"/>
                </a:lnTo>
                <a:lnTo>
                  <a:pt x="395333" y="25239"/>
                </a:lnTo>
                <a:lnTo>
                  <a:pt x="394689" y="25368"/>
                </a:lnTo>
                <a:lnTo>
                  <a:pt x="394051" y="25510"/>
                </a:lnTo>
                <a:lnTo>
                  <a:pt x="393420" y="25666"/>
                </a:lnTo>
                <a:lnTo>
                  <a:pt x="392796" y="25835"/>
                </a:lnTo>
                <a:lnTo>
                  <a:pt x="392178" y="26018"/>
                </a:lnTo>
                <a:lnTo>
                  <a:pt x="391567" y="26214"/>
                </a:lnTo>
                <a:lnTo>
                  <a:pt x="390964" y="26424"/>
                </a:lnTo>
                <a:lnTo>
                  <a:pt x="390366" y="26647"/>
                </a:lnTo>
                <a:lnTo>
                  <a:pt x="389776" y="26884"/>
                </a:lnTo>
                <a:lnTo>
                  <a:pt x="389192" y="27135"/>
                </a:lnTo>
                <a:lnTo>
                  <a:pt x="388616" y="27399"/>
                </a:lnTo>
                <a:lnTo>
                  <a:pt x="388046" y="27676"/>
                </a:lnTo>
                <a:lnTo>
                  <a:pt x="387482" y="27967"/>
                </a:lnTo>
                <a:lnTo>
                  <a:pt x="386926" y="28272"/>
                </a:lnTo>
                <a:lnTo>
                  <a:pt x="386376" y="28590"/>
                </a:lnTo>
                <a:lnTo>
                  <a:pt x="385835" y="28921"/>
                </a:lnTo>
                <a:lnTo>
                  <a:pt x="385304" y="29261"/>
                </a:lnTo>
                <a:lnTo>
                  <a:pt x="384783" y="29613"/>
                </a:lnTo>
                <a:lnTo>
                  <a:pt x="384273" y="29975"/>
                </a:lnTo>
                <a:lnTo>
                  <a:pt x="383772" y="30348"/>
                </a:lnTo>
                <a:lnTo>
                  <a:pt x="383282" y="30732"/>
                </a:lnTo>
                <a:lnTo>
                  <a:pt x="382803" y="31126"/>
                </a:lnTo>
                <a:lnTo>
                  <a:pt x="382333" y="31531"/>
                </a:lnTo>
                <a:lnTo>
                  <a:pt x="381874" y="31947"/>
                </a:lnTo>
                <a:lnTo>
                  <a:pt x="381425" y="32373"/>
                </a:lnTo>
                <a:lnTo>
                  <a:pt x="380986" y="32810"/>
                </a:lnTo>
                <a:lnTo>
                  <a:pt x="380558" y="33257"/>
                </a:lnTo>
                <a:lnTo>
                  <a:pt x="380140" y="33716"/>
                </a:lnTo>
                <a:lnTo>
                  <a:pt x="379732" y="34185"/>
                </a:lnTo>
                <a:lnTo>
                  <a:pt x="379334" y="34664"/>
                </a:lnTo>
                <a:lnTo>
                  <a:pt x="378947" y="35154"/>
                </a:lnTo>
                <a:lnTo>
                  <a:pt x="378569" y="35655"/>
                </a:lnTo>
                <a:lnTo>
                  <a:pt x="378202" y="36167"/>
                </a:lnTo>
                <a:lnTo>
                  <a:pt x="377846" y="36689"/>
                </a:lnTo>
                <a:lnTo>
                  <a:pt x="377499" y="37222"/>
                </a:lnTo>
                <a:lnTo>
                  <a:pt x="377163" y="37766"/>
                </a:lnTo>
                <a:lnTo>
                  <a:pt x="376837" y="38320"/>
                </a:lnTo>
                <a:lnTo>
                  <a:pt x="376522" y="38885"/>
                </a:lnTo>
                <a:lnTo>
                  <a:pt x="376216" y="39460"/>
                </a:lnTo>
                <a:lnTo>
                  <a:pt x="375922" y="40045"/>
                </a:lnTo>
                <a:lnTo>
                  <a:pt x="375641" y="40639"/>
                </a:lnTo>
                <a:lnTo>
                  <a:pt x="375372" y="41241"/>
                </a:lnTo>
                <a:lnTo>
                  <a:pt x="375115" y="41852"/>
                </a:lnTo>
                <a:lnTo>
                  <a:pt x="374871" y="42472"/>
                </a:lnTo>
                <a:lnTo>
                  <a:pt x="374640" y="43100"/>
                </a:lnTo>
                <a:lnTo>
                  <a:pt x="374421" y="43737"/>
                </a:lnTo>
                <a:lnTo>
                  <a:pt x="374214" y="44382"/>
                </a:lnTo>
                <a:lnTo>
                  <a:pt x="374020" y="45036"/>
                </a:lnTo>
                <a:lnTo>
                  <a:pt x="373839" y="45699"/>
                </a:lnTo>
                <a:lnTo>
                  <a:pt x="373670" y="46370"/>
                </a:lnTo>
                <a:lnTo>
                  <a:pt x="373514" y="47050"/>
                </a:lnTo>
                <a:lnTo>
                  <a:pt x="373370" y="47738"/>
                </a:lnTo>
                <a:lnTo>
                  <a:pt x="373238" y="48436"/>
                </a:lnTo>
                <a:lnTo>
                  <a:pt x="373119" y="49141"/>
                </a:lnTo>
                <a:lnTo>
                  <a:pt x="373013" y="49856"/>
                </a:lnTo>
                <a:lnTo>
                  <a:pt x="372919" y="50579"/>
                </a:lnTo>
                <a:lnTo>
                  <a:pt x="372838" y="51310"/>
                </a:lnTo>
                <a:lnTo>
                  <a:pt x="372769" y="52050"/>
                </a:lnTo>
                <a:lnTo>
                  <a:pt x="372713" y="52799"/>
                </a:lnTo>
                <a:lnTo>
                  <a:pt x="372669" y="53557"/>
                </a:lnTo>
                <a:lnTo>
                  <a:pt x="372638" y="54323"/>
                </a:lnTo>
                <a:lnTo>
                  <a:pt x="372619" y="55097"/>
                </a:lnTo>
                <a:lnTo>
                  <a:pt x="372613" y="55881"/>
                </a:lnTo>
                <a:lnTo>
                  <a:pt x="372619" y="56654"/>
                </a:lnTo>
                <a:lnTo>
                  <a:pt x="372638" y="57420"/>
                </a:lnTo>
                <a:lnTo>
                  <a:pt x="372670" y="58178"/>
                </a:lnTo>
                <a:lnTo>
                  <a:pt x="372714" y="58928"/>
                </a:lnTo>
                <a:lnTo>
                  <a:pt x="372772" y="59669"/>
                </a:lnTo>
                <a:lnTo>
                  <a:pt x="372841" y="60403"/>
                </a:lnTo>
                <a:lnTo>
                  <a:pt x="372924" y="61129"/>
                </a:lnTo>
                <a:lnTo>
                  <a:pt x="373019" y="61847"/>
                </a:lnTo>
                <a:lnTo>
                  <a:pt x="373128" y="62556"/>
                </a:lnTo>
                <a:lnTo>
                  <a:pt x="373248" y="63258"/>
                </a:lnTo>
                <a:lnTo>
                  <a:pt x="373382" y="63952"/>
                </a:lnTo>
                <a:lnTo>
                  <a:pt x="373528" y="64638"/>
                </a:lnTo>
                <a:lnTo>
                  <a:pt x="373687" y="65315"/>
                </a:lnTo>
                <a:lnTo>
                  <a:pt x="373858" y="65985"/>
                </a:lnTo>
                <a:lnTo>
                  <a:pt x="374043" y="66647"/>
                </a:lnTo>
                <a:lnTo>
                  <a:pt x="374240" y="67301"/>
                </a:lnTo>
                <a:lnTo>
                  <a:pt x="374450" y="67947"/>
                </a:lnTo>
                <a:lnTo>
                  <a:pt x="374672" y="68584"/>
                </a:lnTo>
                <a:lnTo>
                  <a:pt x="374907" y="69214"/>
                </a:lnTo>
                <a:lnTo>
                  <a:pt x="375155" y="69836"/>
                </a:lnTo>
                <a:lnTo>
                  <a:pt x="375416" y="70450"/>
                </a:lnTo>
                <a:lnTo>
                  <a:pt x="375689" y="71056"/>
                </a:lnTo>
                <a:lnTo>
                  <a:pt x="375975" y="71654"/>
                </a:lnTo>
                <a:lnTo>
                  <a:pt x="376274" y="72244"/>
                </a:lnTo>
                <a:lnTo>
                  <a:pt x="376584" y="72824"/>
                </a:lnTo>
                <a:lnTo>
                  <a:pt x="376904" y="73393"/>
                </a:lnTo>
                <a:lnTo>
                  <a:pt x="377233" y="73952"/>
                </a:lnTo>
                <a:lnTo>
                  <a:pt x="377572" y="74499"/>
                </a:lnTo>
                <a:lnTo>
                  <a:pt x="377921" y="75036"/>
                </a:lnTo>
                <a:lnTo>
                  <a:pt x="378279" y="75562"/>
                </a:lnTo>
                <a:lnTo>
                  <a:pt x="378647" y="76077"/>
                </a:lnTo>
                <a:lnTo>
                  <a:pt x="379024" y="76582"/>
                </a:lnTo>
                <a:lnTo>
                  <a:pt x="379412" y="77075"/>
                </a:lnTo>
                <a:lnTo>
                  <a:pt x="379808" y="77557"/>
                </a:lnTo>
                <a:lnTo>
                  <a:pt x="380215" y="78029"/>
                </a:lnTo>
                <a:lnTo>
                  <a:pt x="380631" y="78490"/>
                </a:lnTo>
                <a:lnTo>
                  <a:pt x="381057" y="78940"/>
                </a:lnTo>
                <a:lnTo>
                  <a:pt x="381492" y="79379"/>
                </a:lnTo>
                <a:lnTo>
                  <a:pt x="381937" y="79807"/>
                </a:lnTo>
                <a:lnTo>
                  <a:pt x="382392" y="80224"/>
                </a:lnTo>
                <a:lnTo>
                  <a:pt x="382856" y="80631"/>
                </a:lnTo>
                <a:lnTo>
                  <a:pt x="383330" y="81026"/>
                </a:lnTo>
                <a:lnTo>
                  <a:pt x="383814" y="81411"/>
                </a:lnTo>
                <a:lnTo>
                  <a:pt x="384307" y="81785"/>
                </a:lnTo>
                <a:lnTo>
                  <a:pt x="384810" y="82148"/>
                </a:lnTo>
                <a:lnTo>
                  <a:pt x="385322" y="82500"/>
                </a:lnTo>
                <a:lnTo>
                  <a:pt x="385844" y="82841"/>
                </a:lnTo>
                <a:lnTo>
                  <a:pt x="386376" y="83171"/>
                </a:lnTo>
                <a:lnTo>
                  <a:pt x="386916" y="83489"/>
                </a:lnTo>
                <a:lnTo>
                  <a:pt x="387463" y="83794"/>
                </a:lnTo>
                <a:lnTo>
                  <a:pt x="388016" y="84085"/>
                </a:lnTo>
                <a:lnTo>
                  <a:pt x="388576" y="84362"/>
                </a:lnTo>
                <a:lnTo>
                  <a:pt x="389144" y="84626"/>
                </a:lnTo>
                <a:lnTo>
                  <a:pt x="389717" y="84876"/>
                </a:lnTo>
                <a:lnTo>
                  <a:pt x="390298" y="85113"/>
                </a:lnTo>
                <a:lnTo>
                  <a:pt x="390885" y="85336"/>
                </a:lnTo>
                <a:lnTo>
                  <a:pt x="391479" y="85546"/>
                </a:lnTo>
                <a:lnTo>
                  <a:pt x="392080" y="85742"/>
                </a:lnTo>
                <a:lnTo>
                  <a:pt x="392688" y="85925"/>
                </a:lnTo>
                <a:lnTo>
                  <a:pt x="393302" y="86094"/>
                </a:lnTo>
                <a:lnTo>
                  <a:pt x="393923" y="86250"/>
                </a:lnTo>
                <a:lnTo>
                  <a:pt x="394551" y="86392"/>
                </a:lnTo>
                <a:lnTo>
                  <a:pt x="395186" y="86521"/>
                </a:lnTo>
                <a:lnTo>
                  <a:pt x="395828" y="86636"/>
                </a:lnTo>
                <a:lnTo>
                  <a:pt x="396476" y="86737"/>
                </a:lnTo>
                <a:lnTo>
                  <a:pt x="397131" y="86825"/>
                </a:lnTo>
                <a:lnTo>
                  <a:pt x="397793" y="86899"/>
                </a:lnTo>
                <a:lnTo>
                  <a:pt x="398461" y="86960"/>
                </a:lnTo>
                <a:lnTo>
                  <a:pt x="399136" y="87008"/>
                </a:lnTo>
                <a:lnTo>
                  <a:pt x="399818" y="87042"/>
                </a:lnTo>
                <a:lnTo>
                  <a:pt x="400507" y="87062"/>
                </a:lnTo>
                <a:lnTo>
                  <a:pt x="401203" y="87069"/>
                </a:lnTo>
                <a:lnTo>
                  <a:pt x="401781" y="87064"/>
                </a:lnTo>
                <a:lnTo>
                  <a:pt x="402353" y="87052"/>
                </a:lnTo>
                <a:lnTo>
                  <a:pt x="402919" y="87031"/>
                </a:lnTo>
                <a:lnTo>
                  <a:pt x="403479" y="87001"/>
                </a:lnTo>
                <a:lnTo>
                  <a:pt x="404033" y="86964"/>
                </a:lnTo>
                <a:lnTo>
                  <a:pt x="404581" y="86917"/>
                </a:lnTo>
                <a:lnTo>
                  <a:pt x="405123" y="86863"/>
                </a:lnTo>
                <a:lnTo>
                  <a:pt x="405660" y="86800"/>
                </a:lnTo>
                <a:lnTo>
                  <a:pt x="406190" y="86728"/>
                </a:lnTo>
                <a:lnTo>
                  <a:pt x="406714" y="86648"/>
                </a:lnTo>
                <a:lnTo>
                  <a:pt x="407233" y="86560"/>
                </a:lnTo>
                <a:lnTo>
                  <a:pt x="407745" y="86463"/>
                </a:lnTo>
                <a:lnTo>
                  <a:pt x="408252" y="86358"/>
                </a:lnTo>
                <a:lnTo>
                  <a:pt x="408752" y="86245"/>
                </a:lnTo>
                <a:lnTo>
                  <a:pt x="409247" y="86123"/>
                </a:lnTo>
                <a:lnTo>
                  <a:pt x="409735" y="85993"/>
                </a:lnTo>
                <a:lnTo>
                  <a:pt x="410218" y="85854"/>
                </a:lnTo>
                <a:lnTo>
                  <a:pt x="410695" y="85707"/>
                </a:lnTo>
                <a:lnTo>
                  <a:pt x="411166" y="85551"/>
                </a:lnTo>
                <a:lnTo>
                  <a:pt x="411631" y="85387"/>
                </a:lnTo>
                <a:lnTo>
                  <a:pt x="412089" y="85215"/>
                </a:lnTo>
                <a:lnTo>
                  <a:pt x="412542" y="85034"/>
                </a:lnTo>
                <a:lnTo>
                  <a:pt x="412989" y="84845"/>
                </a:lnTo>
                <a:lnTo>
                  <a:pt x="413430" y="84648"/>
                </a:lnTo>
                <a:lnTo>
                  <a:pt x="413865" y="84443"/>
                </a:lnTo>
                <a:lnTo>
                  <a:pt x="414295" y="84231"/>
                </a:lnTo>
                <a:lnTo>
                  <a:pt x="414718" y="84013"/>
                </a:lnTo>
                <a:lnTo>
                  <a:pt x="415135" y="83789"/>
                </a:lnTo>
                <a:lnTo>
                  <a:pt x="415546" y="83559"/>
                </a:lnTo>
                <a:lnTo>
                  <a:pt x="415952" y="83322"/>
                </a:lnTo>
                <a:lnTo>
                  <a:pt x="416351" y="83079"/>
                </a:lnTo>
                <a:lnTo>
                  <a:pt x="416744" y="82829"/>
                </a:lnTo>
                <a:lnTo>
                  <a:pt x="417132" y="82573"/>
                </a:lnTo>
                <a:lnTo>
                  <a:pt x="417514" y="82311"/>
                </a:lnTo>
                <a:lnTo>
                  <a:pt x="417889" y="82042"/>
                </a:lnTo>
                <a:lnTo>
                  <a:pt x="418259" y="81767"/>
                </a:lnTo>
                <a:lnTo>
                  <a:pt x="418623" y="81486"/>
                </a:lnTo>
                <a:lnTo>
                  <a:pt x="418980" y="81198"/>
                </a:lnTo>
                <a:lnTo>
                  <a:pt x="419332" y="80904"/>
                </a:lnTo>
                <a:lnTo>
                  <a:pt x="419678" y="80604"/>
                </a:lnTo>
                <a:lnTo>
                  <a:pt x="420018" y="80297"/>
                </a:lnTo>
                <a:lnTo>
                  <a:pt x="420352" y="79984"/>
                </a:lnTo>
                <a:lnTo>
                  <a:pt x="420680" y="79665"/>
                </a:lnTo>
                <a:lnTo>
                  <a:pt x="421002" y="79339"/>
                </a:lnTo>
                <a:lnTo>
                  <a:pt x="421318" y="79007"/>
                </a:lnTo>
                <a:lnTo>
                  <a:pt x="421628" y="78668"/>
                </a:lnTo>
                <a:lnTo>
                  <a:pt x="421933" y="78324"/>
                </a:lnTo>
                <a:lnTo>
                  <a:pt x="422231" y="77972"/>
                </a:lnTo>
                <a:lnTo>
                  <a:pt x="422523" y="77616"/>
                </a:lnTo>
                <a:lnTo>
                  <a:pt x="422807" y="77256"/>
                </a:lnTo>
                <a:lnTo>
                  <a:pt x="423084" y="76893"/>
                </a:lnTo>
                <a:lnTo>
                  <a:pt x="423353" y="76525"/>
                </a:lnTo>
                <a:lnTo>
                  <a:pt x="423615" y="76154"/>
                </a:lnTo>
                <a:lnTo>
                  <a:pt x="423870" y="75780"/>
                </a:lnTo>
                <a:lnTo>
                  <a:pt x="424118" y="75401"/>
                </a:lnTo>
                <a:lnTo>
                  <a:pt x="424357" y="75019"/>
                </a:lnTo>
                <a:lnTo>
                  <a:pt x="424590" y="74633"/>
                </a:lnTo>
                <a:lnTo>
                  <a:pt x="424815" y="74244"/>
                </a:lnTo>
                <a:lnTo>
                  <a:pt x="425033" y="73851"/>
                </a:lnTo>
                <a:lnTo>
                  <a:pt x="425244" y="73454"/>
                </a:lnTo>
                <a:lnTo>
                  <a:pt x="425447" y="73053"/>
                </a:lnTo>
                <a:lnTo>
                  <a:pt x="425642" y="72649"/>
                </a:lnTo>
                <a:lnTo>
                  <a:pt x="425831" y="72241"/>
                </a:lnTo>
                <a:lnTo>
                  <a:pt x="426012" y="71830"/>
                </a:lnTo>
                <a:lnTo>
                  <a:pt x="426185" y="71414"/>
                </a:lnTo>
                <a:lnTo>
                  <a:pt x="426352" y="70995"/>
                </a:lnTo>
                <a:lnTo>
                  <a:pt x="426510" y="70573"/>
                </a:lnTo>
                <a:lnTo>
                  <a:pt x="426662" y="70146"/>
                </a:lnTo>
                <a:lnTo>
                  <a:pt x="426806" y="69716"/>
                </a:lnTo>
                <a:lnTo>
                  <a:pt x="426942" y="69282"/>
                </a:lnTo>
                <a:lnTo>
                  <a:pt x="427072" y="68845"/>
                </a:lnTo>
                <a:lnTo>
                  <a:pt x="427194" y="68404"/>
                </a:lnTo>
                <a:lnTo>
                  <a:pt x="417387" y="68404"/>
                </a:lnTo>
                <a:lnTo>
                  <a:pt x="417236" y="68794"/>
                </a:lnTo>
                <a:lnTo>
                  <a:pt x="417076" y="69178"/>
                </a:lnTo>
                <a:lnTo>
                  <a:pt x="416908" y="69555"/>
                </a:lnTo>
                <a:lnTo>
                  <a:pt x="416733" y="69925"/>
                </a:lnTo>
                <a:lnTo>
                  <a:pt x="416549" y="70288"/>
                </a:lnTo>
                <a:lnTo>
                  <a:pt x="416357" y="70644"/>
                </a:lnTo>
                <a:lnTo>
                  <a:pt x="416158" y="70994"/>
                </a:lnTo>
                <a:lnTo>
                  <a:pt x="415950" y="71337"/>
                </a:lnTo>
                <a:lnTo>
                  <a:pt x="415734" y="71673"/>
                </a:lnTo>
                <a:lnTo>
                  <a:pt x="415511" y="72003"/>
                </a:lnTo>
                <a:lnTo>
                  <a:pt x="415279" y="72326"/>
                </a:lnTo>
                <a:lnTo>
                  <a:pt x="415039" y="72641"/>
                </a:lnTo>
                <a:lnTo>
                  <a:pt x="414792" y="72951"/>
                </a:lnTo>
                <a:lnTo>
                  <a:pt x="414536" y="73253"/>
                </a:lnTo>
                <a:lnTo>
                  <a:pt x="414272" y="73549"/>
                </a:lnTo>
                <a:lnTo>
                  <a:pt x="414001" y="73837"/>
                </a:lnTo>
                <a:lnTo>
                  <a:pt x="413721" y="74120"/>
                </a:lnTo>
                <a:lnTo>
                  <a:pt x="413433" y="74395"/>
                </a:lnTo>
                <a:lnTo>
                  <a:pt x="413138" y="74663"/>
                </a:lnTo>
                <a:lnTo>
                  <a:pt x="412834" y="74925"/>
                </a:lnTo>
                <a:lnTo>
                  <a:pt x="412522" y="75180"/>
                </a:lnTo>
                <a:lnTo>
                  <a:pt x="412203" y="75429"/>
                </a:lnTo>
                <a:lnTo>
                  <a:pt x="411875" y="75670"/>
                </a:lnTo>
                <a:lnTo>
                  <a:pt x="411539" y="75905"/>
                </a:lnTo>
                <a:lnTo>
                  <a:pt x="411196" y="76131"/>
                </a:lnTo>
                <a:lnTo>
                  <a:pt x="410845" y="76348"/>
                </a:lnTo>
                <a:lnTo>
                  <a:pt x="410486" y="76555"/>
                </a:lnTo>
                <a:lnTo>
                  <a:pt x="410120" y="76753"/>
                </a:lnTo>
                <a:lnTo>
                  <a:pt x="409746" y="76941"/>
                </a:lnTo>
                <a:lnTo>
                  <a:pt x="409365" y="77119"/>
                </a:lnTo>
                <a:lnTo>
                  <a:pt x="408976" y="77288"/>
                </a:lnTo>
                <a:lnTo>
                  <a:pt x="408579" y="77447"/>
                </a:lnTo>
                <a:lnTo>
                  <a:pt x="408175" y="77596"/>
                </a:lnTo>
                <a:lnTo>
                  <a:pt x="407764" y="77736"/>
                </a:lnTo>
                <a:lnTo>
                  <a:pt x="407344" y="77866"/>
                </a:lnTo>
                <a:lnTo>
                  <a:pt x="406917" y="77987"/>
                </a:lnTo>
                <a:lnTo>
                  <a:pt x="406483" y="78098"/>
                </a:lnTo>
                <a:lnTo>
                  <a:pt x="406041" y="78199"/>
                </a:lnTo>
                <a:lnTo>
                  <a:pt x="405591" y="78290"/>
                </a:lnTo>
                <a:lnTo>
                  <a:pt x="405134" y="78372"/>
                </a:lnTo>
                <a:lnTo>
                  <a:pt x="404669" y="78445"/>
                </a:lnTo>
                <a:lnTo>
                  <a:pt x="404197" y="78507"/>
                </a:lnTo>
                <a:lnTo>
                  <a:pt x="403717" y="78560"/>
                </a:lnTo>
                <a:lnTo>
                  <a:pt x="403229" y="78604"/>
                </a:lnTo>
                <a:lnTo>
                  <a:pt x="402734" y="78637"/>
                </a:lnTo>
                <a:lnTo>
                  <a:pt x="402231" y="78662"/>
                </a:lnTo>
                <a:lnTo>
                  <a:pt x="401721" y="78676"/>
                </a:lnTo>
                <a:lnTo>
                  <a:pt x="401203" y="78681"/>
                </a:lnTo>
                <a:lnTo>
                  <a:pt x="400790" y="78677"/>
                </a:lnTo>
                <a:lnTo>
                  <a:pt x="400380" y="78664"/>
                </a:lnTo>
                <a:lnTo>
                  <a:pt x="399972" y="78642"/>
                </a:lnTo>
                <a:lnTo>
                  <a:pt x="399567" y="78612"/>
                </a:lnTo>
                <a:lnTo>
                  <a:pt x="399163" y="78573"/>
                </a:lnTo>
                <a:lnTo>
                  <a:pt x="398762" y="78526"/>
                </a:lnTo>
                <a:lnTo>
                  <a:pt x="398363" y="78470"/>
                </a:lnTo>
                <a:lnTo>
                  <a:pt x="397967" y="78405"/>
                </a:lnTo>
                <a:lnTo>
                  <a:pt x="397572" y="78332"/>
                </a:lnTo>
                <a:lnTo>
                  <a:pt x="397180" y="78250"/>
                </a:lnTo>
                <a:lnTo>
                  <a:pt x="396790" y="78160"/>
                </a:lnTo>
                <a:lnTo>
                  <a:pt x="396403" y="78061"/>
                </a:lnTo>
                <a:lnTo>
                  <a:pt x="396018" y="77953"/>
                </a:lnTo>
                <a:lnTo>
                  <a:pt x="395634" y="77837"/>
                </a:lnTo>
                <a:lnTo>
                  <a:pt x="395254" y="77712"/>
                </a:lnTo>
                <a:lnTo>
                  <a:pt x="394875" y="77578"/>
                </a:lnTo>
                <a:lnTo>
                  <a:pt x="394499" y="77436"/>
                </a:lnTo>
                <a:lnTo>
                  <a:pt x="394125" y="77286"/>
                </a:lnTo>
                <a:lnTo>
                  <a:pt x="393753" y="77126"/>
                </a:lnTo>
                <a:lnTo>
                  <a:pt x="393384" y="76958"/>
                </a:lnTo>
                <a:lnTo>
                  <a:pt x="393016" y="76782"/>
                </a:lnTo>
                <a:lnTo>
                  <a:pt x="392651" y="76597"/>
                </a:lnTo>
                <a:lnTo>
                  <a:pt x="392289" y="76403"/>
                </a:lnTo>
                <a:lnTo>
                  <a:pt x="391928" y="76200"/>
                </a:lnTo>
                <a:lnTo>
                  <a:pt x="391572" y="75989"/>
                </a:lnTo>
                <a:lnTo>
                  <a:pt x="391221" y="75770"/>
                </a:lnTo>
                <a:lnTo>
                  <a:pt x="390876" y="75542"/>
                </a:lnTo>
                <a:lnTo>
                  <a:pt x="390537" y="75305"/>
                </a:lnTo>
                <a:lnTo>
                  <a:pt x="390203" y="75059"/>
                </a:lnTo>
                <a:lnTo>
                  <a:pt x="389876" y="74805"/>
                </a:lnTo>
                <a:lnTo>
                  <a:pt x="389553" y="74542"/>
                </a:lnTo>
                <a:lnTo>
                  <a:pt x="389237" y="74271"/>
                </a:lnTo>
                <a:lnTo>
                  <a:pt x="388927" y="73991"/>
                </a:lnTo>
                <a:lnTo>
                  <a:pt x="388622" y="73703"/>
                </a:lnTo>
                <a:lnTo>
                  <a:pt x="388323" y="73406"/>
                </a:lnTo>
                <a:lnTo>
                  <a:pt x="388029" y="73100"/>
                </a:lnTo>
                <a:lnTo>
                  <a:pt x="387742" y="72785"/>
                </a:lnTo>
                <a:lnTo>
                  <a:pt x="387460" y="72462"/>
                </a:lnTo>
                <a:lnTo>
                  <a:pt x="387184" y="72131"/>
                </a:lnTo>
                <a:lnTo>
                  <a:pt x="386914" y="71791"/>
                </a:lnTo>
                <a:lnTo>
                  <a:pt x="386649" y="71442"/>
                </a:lnTo>
                <a:lnTo>
                  <a:pt x="386390" y="71084"/>
                </a:lnTo>
                <a:lnTo>
                  <a:pt x="386137" y="70718"/>
                </a:lnTo>
                <a:lnTo>
                  <a:pt x="385890" y="70344"/>
                </a:lnTo>
                <a:lnTo>
                  <a:pt x="385648" y="69960"/>
                </a:lnTo>
                <a:lnTo>
                  <a:pt x="385412" y="69569"/>
                </a:lnTo>
                <a:lnTo>
                  <a:pt x="385182" y="69168"/>
                </a:lnTo>
                <a:lnTo>
                  <a:pt x="384957" y="68759"/>
                </a:lnTo>
                <a:lnTo>
                  <a:pt x="384740" y="68341"/>
                </a:lnTo>
                <a:lnTo>
                  <a:pt x="384533" y="67915"/>
                </a:lnTo>
                <a:lnTo>
                  <a:pt x="384335" y="67481"/>
                </a:lnTo>
                <a:lnTo>
                  <a:pt x="384145" y="67039"/>
                </a:lnTo>
                <a:lnTo>
                  <a:pt x="383965" y="66589"/>
                </a:lnTo>
                <a:lnTo>
                  <a:pt x="383795" y="66130"/>
                </a:lnTo>
                <a:lnTo>
                  <a:pt x="383633" y="65663"/>
                </a:lnTo>
                <a:lnTo>
                  <a:pt x="383481" y="65188"/>
                </a:lnTo>
                <a:lnTo>
                  <a:pt x="383338" y="64705"/>
                </a:lnTo>
                <a:lnTo>
                  <a:pt x="383204" y="64213"/>
                </a:lnTo>
                <a:lnTo>
                  <a:pt x="383080" y="63714"/>
                </a:lnTo>
                <a:lnTo>
                  <a:pt x="382964" y="63206"/>
                </a:lnTo>
                <a:lnTo>
                  <a:pt x="382858" y="62690"/>
                </a:lnTo>
                <a:lnTo>
                  <a:pt x="382761" y="62166"/>
                </a:lnTo>
                <a:lnTo>
                  <a:pt x="382674" y="61633"/>
                </a:lnTo>
                <a:lnTo>
                  <a:pt x="382595" y="61092"/>
                </a:lnTo>
                <a:lnTo>
                  <a:pt x="382526" y="60544"/>
                </a:lnTo>
                <a:lnTo>
                  <a:pt x="382466" y="59987"/>
                </a:lnTo>
                <a:lnTo>
                  <a:pt x="382415" y="59421"/>
                </a:lnTo>
                <a:lnTo>
                  <a:pt x="382374" y="58848"/>
                </a:lnTo>
                <a:lnTo>
                  <a:pt x="382342" y="58266"/>
                </a:lnTo>
                <a:lnTo>
                  <a:pt x="382336" y="58125"/>
                </a:lnTo>
                <a:lnTo>
                  <a:pt x="428730" y="58125"/>
                </a:lnTo>
                <a:lnTo>
                  <a:pt x="428739" y="57988"/>
                </a:lnTo>
                <a:lnTo>
                  <a:pt x="428748" y="57852"/>
                </a:lnTo>
                <a:lnTo>
                  <a:pt x="428757" y="57717"/>
                </a:lnTo>
                <a:close/>
                <a:moveTo>
                  <a:pt x="382589" y="48996"/>
                </a:moveTo>
                <a:lnTo>
                  <a:pt x="382666" y="48510"/>
                </a:lnTo>
                <a:lnTo>
                  <a:pt x="382751" y="48030"/>
                </a:lnTo>
                <a:lnTo>
                  <a:pt x="382846" y="47559"/>
                </a:lnTo>
                <a:lnTo>
                  <a:pt x="382950" y="47095"/>
                </a:lnTo>
                <a:lnTo>
                  <a:pt x="383063" y="46638"/>
                </a:lnTo>
                <a:lnTo>
                  <a:pt x="383185" y="46189"/>
                </a:lnTo>
                <a:lnTo>
                  <a:pt x="383316" y="45748"/>
                </a:lnTo>
                <a:lnTo>
                  <a:pt x="383455" y="45314"/>
                </a:lnTo>
                <a:lnTo>
                  <a:pt x="383604" y="44888"/>
                </a:lnTo>
                <a:lnTo>
                  <a:pt x="383762" y="44469"/>
                </a:lnTo>
                <a:lnTo>
                  <a:pt x="383929" y="44058"/>
                </a:lnTo>
                <a:lnTo>
                  <a:pt x="384105" y="43655"/>
                </a:lnTo>
                <a:lnTo>
                  <a:pt x="384290" y="43259"/>
                </a:lnTo>
                <a:lnTo>
                  <a:pt x="384484" y="42871"/>
                </a:lnTo>
                <a:lnTo>
                  <a:pt x="384687" y="42490"/>
                </a:lnTo>
                <a:lnTo>
                  <a:pt x="384900" y="42117"/>
                </a:lnTo>
                <a:lnTo>
                  <a:pt x="385119" y="41752"/>
                </a:lnTo>
                <a:lnTo>
                  <a:pt x="385345" y="41394"/>
                </a:lnTo>
                <a:lnTo>
                  <a:pt x="385576" y="41043"/>
                </a:lnTo>
                <a:lnTo>
                  <a:pt x="385814" y="40700"/>
                </a:lnTo>
                <a:lnTo>
                  <a:pt x="386057" y="40364"/>
                </a:lnTo>
                <a:lnTo>
                  <a:pt x="386306" y="40035"/>
                </a:lnTo>
                <a:lnTo>
                  <a:pt x="386562" y="39714"/>
                </a:lnTo>
                <a:lnTo>
                  <a:pt x="386823" y="39400"/>
                </a:lnTo>
                <a:lnTo>
                  <a:pt x="387090" y="39093"/>
                </a:lnTo>
                <a:lnTo>
                  <a:pt x="387363" y="38794"/>
                </a:lnTo>
                <a:lnTo>
                  <a:pt x="387642" y="38503"/>
                </a:lnTo>
                <a:lnTo>
                  <a:pt x="387927" y="38218"/>
                </a:lnTo>
                <a:lnTo>
                  <a:pt x="388218" y="37941"/>
                </a:lnTo>
                <a:lnTo>
                  <a:pt x="388515" y="37672"/>
                </a:lnTo>
                <a:lnTo>
                  <a:pt x="388818" y="37410"/>
                </a:lnTo>
                <a:lnTo>
                  <a:pt x="389127" y="37155"/>
                </a:lnTo>
                <a:lnTo>
                  <a:pt x="389441" y="36908"/>
                </a:lnTo>
                <a:lnTo>
                  <a:pt x="389762" y="36668"/>
                </a:lnTo>
                <a:lnTo>
                  <a:pt x="390089" y="36435"/>
                </a:lnTo>
                <a:lnTo>
                  <a:pt x="390421" y="36210"/>
                </a:lnTo>
                <a:lnTo>
                  <a:pt x="390760" y="35992"/>
                </a:lnTo>
                <a:lnTo>
                  <a:pt x="391104" y="35781"/>
                </a:lnTo>
                <a:lnTo>
                  <a:pt x="391455" y="35578"/>
                </a:lnTo>
                <a:lnTo>
                  <a:pt x="391811" y="35383"/>
                </a:lnTo>
                <a:lnTo>
                  <a:pt x="392172" y="35195"/>
                </a:lnTo>
                <a:lnTo>
                  <a:pt x="392535" y="35015"/>
                </a:lnTo>
                <a:lnTo>
                  <a:pt x="392901" y="34843"/>
                </a:lnTo>
                <a:lnTo>
                  <a:pt x="393270" y="34679"/>
                </a:lnTo>
                <a:lnTo>
                  <a:pt x="393641" y="34523"/>
                </a:lnTo>
                <a:lnTo>
                  <a:pt x="394015" y="34375"/>
                </a:lnTo>
                <a:lnTo>
                  <a:pt x="394392" y="34235"/>
                </a:lnTo>
                <a:lnTo>
                  <a:pt x="394771" y="34103"/>
                </a:lnTo>
                <a:lnTo>
                  <a:pt x="395153" y="33979"/>
                </a:lnTo>
                <a:lnTo>
                  <a:pt x="395538" y="33863"/>
                </a:lnTo>
                <a:lnTo>
                  <a:pt x="395925" y="33755"/>
                </a:lnTo>
                <a:lnTo>
                  <a:pt x="396315" y="33655"/>
                </a:lnTo>
                <a:lnTo>
                  <a:pt x="396708" y="33563"/>
                </a:lnTo>
                <a:lnTo>
                  <a:pt x="397103" y="33479"/>
                </a:lnTo>
                <a:lnTo>
                  <a:pt x="397501" y="33403"/>
                </a:lnTo>
                <a:lnTo>
                  <a:pt x="397902" y="33335"/>
                </a:lnTo>
                <a:lnTo>
                  <a:pt x="398305" y="33275"/>
                </a:lnTo>
                <a:lnTo>
                  <a:pt x="398711" y="33223"/>
                </a:lnTo>
                <a:lnTo>
                  <a:pt x="399120" y="33179"/>
                </a:lnTo>
                <a:lnTo>
                  <a:pt x="399531" y="33143"/>
                </a:lnTo>
                <a:lnTo>
                  <a:pt x="399945" y="33115"/>
                </a:lnTo>
                <a:lnTo>
                  <a:pt x="400362" y="33095"/>
                </a:lnTo>
                <a:lnTo>
                  <a:pt x="400781" y="33083"/>
                </a:lnTo>
                <a:lnTo>
                  <a:pt x="401203" y="33079"/>
                </a:lnTo>
                <a:lnTo>
                  <a:pt x="401829" y="33087"/>
                </a:lnTo>
                <a:lnTo>
                  <a:pt x="402445" y="33111"/>
                </a:lnTo>
                <a:lnTo>
                  <a:pt x="403053" y="33151"/>
                </a:lnTo>
                <a:lnTo>
                  <a:pt x="403652" y="33207"/>
                </a:lnTo>
                <a:lnTo>
                  <a:pt x="404243" y="33279"/>
                </a:lnTo>
                <a:lnTo>
                  <a:pt x="404824" y="33367"/>
                </a:lnTo>
                <a:lnTo>
                  <a:pt x="405397" y="33471"/>
                </a:lnTo>
                <a:lnTo>
                  <a:pt x="405961" y="33591"/>
                </a:lnTo>
                <a:lnTo>
                  <a:pt x="406516" y="33727"/>
                </a:lnTo>
                <a:lnTo>
                  <a:pt x="407062" y="33879"/>
                </a:lnTo>
                <a:lnTo>
                  <a:pt x="407600" y="34047"/>
                </a:lnTo>
                <a:lnTo>
                  <a:pt x="408128" y="34231"/>
                </a:lnTo>
                <a:lnTo>
                  <a:pt x="408648" y="34431"/>
                </a:lnTo>
                <a:lnTo>
                  <a:pt x="409159" y="34647"/>
                </a:lnTo>
                <a:lnTo>
                  <a:pt x="409661" y="34879"/>
                </a:lnTo>
                <a:lnTo>
                  <a:pt x="410155" y="35127"/>
                </a:lnTo>
                <a:lnTo>
                  <a:pt x="410639" y="35391"/>
                </a:lnTo>
                <a:lnTo>
                  <a:pt x="411115" y="35671"/>
                </a:lnTo>
                <a:lnTo>
                  <a:pt x="411582" y="35967"/>
                </a:lnTo>
                <a:lnTo>
                  <a:pt x="412040" y="36279"/>
                </a:lnTo>
                <a:lnTo>
                  <a:pt x="412489" y="36607"/>
                </a:lnTo>
                <a:lnTo>
                  <a:pt x="412929" y="36951"/>
                </a:lnTo>
                <a:lnTo>
                  <a:pt x="413361" y="37311"/>
                </a:lnTo>
                <a:lnTo>
                  <a:pt x="413784" y="37686"/>
                </a:lnTo>
                <a:lnTo>
                  <a:pt x="414194" y="38077"/>
                </a:lnTo>
                <a:lnTo>
                  <a:pt x="414588" y="38479"/>
                </a:lnTo>
                <a:lnTo>
                  <a:pt x="414966" y="38894"/>
                </a:lnTo>
                <a:lnTo>
                  <a:pt x="415328" y="39321"/>
                </a:lnTo>
                <a:lnTo>
                  <a:pt x="415674" y="39760"/>
                </a:lnTo>
                <a:lnTo>
                  <a:pt x="416003" y="40212"/>
                </a:lnTo>
                <a:lnTo>
                  <a:pt x="416316" y="40676"/>
                </a:lnTo>
                <a:lnTo>
                  <a:pt x="416613" y="41152"/>
                </a:lnTo>
                <a:lnTo>
                  <a:pt x="416894" y="41641"/>
                </a:lnTo>
                <a:lnTo>
                  <a:pt x="417158" y="42141"/>
                </a:lnTo>
                <a:lnTo>
                  <a:pt x="417407" y="42655"/>
                </a:lnTo>
                <a:lnTo>
                  <a:pt x="417639" y="43180"/>
                </a:lnTo>
                <a:lnTo>
                  <a:pt x="417855" y="43718"/>
                </a:lnTo>
                <a:lnTo>
                  <a:pt x="418054" y="44268"/>
                </a:lnTo>
                <a:lnTo>
                  <a:pt x="418238" y="44830"/>
                </a:lnTo>
                <a:lnTo>
                  <a:pt x="418405" y="45405"/>
                </a:lnTo>
                <a:lnTo>
                  <a:pt x="418556" y="45992"/>
                </a:lnTo>
                <a:lnTo>
                  <a:pt x="418691" y="46591"/>
                </a:lnTo>
                <a:lnTo>
                  <a:pt x="418809" y="47203"/>
                </a:lnTo>
                <a:lnTo>
                  <a:pt x="418912" y="47827"/>
                </a:lnTo>
                <a:lnTo>
                  <a:pt x="418998" y="48463"/>
                </a:lnTo>
                <a:lnTo>
                  <a:pt x="419068" y="49112"/>
                </a:lnTo>
                <a:lnTo>
                  <a:pt x="419122" y="49773"/>
                </a:lnTo>
                <a:lnTo>
                  <a:pt x="419159" y="50446"/>
                </a:lnTo>
                <a:lnTo>
                  <a:pt x="382419" y="50446"/>
                </a:lnTo>
                <a:lnTo>
                  <a:pt x="382463" y="49993"/>
                </a:lnTo>
                <a:lnTo>
                  <a:pt x="382521" y="49491"/>
                </a:lnTo>
                <a:lnTo>
                  <a:pt x="382589" y="48996"/>
                </a:lnTo>
                <a:close/>
                <a:moveTo>
                  <a:pt x="577007" y="87042"/>
                </a:moveTo>
                <a:lnTo>
                  <a:pt x="577328" y="87028"/>
                </a:lnTo>
                <a:lnTo>
                  <a:pt x="577646" y="87010"/>
                </a:lnTo>
                <a:lnTo>
                  <a:pt x="577961" y="86988"/>
                </a:lnTo>
                <a:lnTo>
                  <a:pt x="578273" y="86964"/>
                </a:lnTo>
                <a:lnTo>
                  <a:pt x="578581" y="86936"/>
                </a:lnTo>
                <a:lnTo>
                  <a:pt x="578887" y="86905"/>
                </a:lnTo>
                <a:lnTo>
                  <a:pt x="579189" y="86870"/>
                </a:lnTo>
                <a:lnTo>
                  <a:pt x="579489" y="86832"/>
                </a:lnTo>
                <a:lnTo>
                  <a:pt x="579785" y="86791"/>
                </a:lnTo>
                <a:lnTo>
                  <a:pt x="580078" y="86747"/>
                </a:lnTo>
                <a:lnTo>
                  <a:pt x="580368" y="86700"/>
                </a:lnTo>
                <a:lnTo>
                  <a:pt x="580655" y="86649"/>
                </a:lnTo>
                <a:lnTo>
                  <a:pt x="580939" y="86595"/>
                </a:lnTo>
                <a:lnTo>
                  <a:pt x="581220" y="86537"/>
                </a:lnTo>
                <a:lnTo>
                  <a:pt x="581498" y="86477"/>
                </a:lnTo>
                <a:lnTo>
                  <a:pt x="581773" y="86413"/>
                </a:lnTo>
                <a:lnTo>
                  <a:pt x="582044" y="86345"/>
                </a:lnTo>
                <a:lnTo>
                  <a:pt x="582313" y="86275"/>
                </a:lnTo>
                <a:lnTo>
                  <a:pt x="582578" y="86201"/>
                </a:lnTo>
                <a:lnTo>
                  <a:pt x="582840" y="86124"/>
                </a:lnTo>
                <a:lnTo>
                  <a:pt x="583100" y="86044"/>
                </a:lnTo>
                <a:lnTo>
                  <a:pt x="583358" y="85962"/>
                </a:lnTo>
                <a:lnTo>
                  <a:pt x="583613" y="85878"/>
                </a:lnTo>
                <a:lnTo>
                  <a:pt x="583866" y="85791"/>
                </a:lnTo>
                <a:lnTo>
                  <a:pt x="584117" y="85702"/>
                </a:lnTo>
                <a:lnTo>
                  <a:pt x="584365" y="85611"/>
                </a:lnTo>
                <a:lnTo>
                  <a:pt x="584612" y="85518"/>
                </a:lnTo>
                <a:lnTo>
                  <a:pt x="584856" y="85422"/>
                </a:lnTo>
                <a:lnTo>
                  <a:pt x="585097" y="85324"/>
                </a:lnTo>
                <a:lnTo>
                  <a:pt x="585337" y="85224"/>
                </a:lnTo>
                <a:lnTo>
                  <a:pt x="585574" y="85121"/>
                </a:lnTo>
                <a:lnTo>
                  <a:pt x="585809" y="85017"/>
                </a:lnTo>
                <a:lnTo>
                  <a:pt x="586042" y="84910"/>
                </a:lnTo>
                <a:lnTo>
                  <a:pt x="586272" y="84801"/>
                </a:lnTo>
                <a:lnTo>
                  <a:pt x="586500" y="84689"/>
                </a:lnTo>
                <a:lnTo>
                  <a:pt x="586726" y="84575"/>
                </a:lnTo>
                <a:lnTo>
                  <a:pt x="586950" y="84459"/>
                </a:lnTo>
                <a:lnTo>
                  <a:pt x="587171" y="84341"/>
                </a:lnTo>
                <a:lnTo>
                  <a:pt x="587390" y="84221"/>
                </a:lnTo>
                <a:lnTo>
                  <a:pt x="587607" y="84098"/>
                </a:lnTo>
                <a:lnTo>
                  <a:pt x="587822" y="83973"/>
                </a:lnTo>
                <a:lnTo>
                  <a:pt x="588034" y="83845"/>
                </a:lnTo>
                <a:lnTo>
                  <a:pt x="588244" y="83716"/>
                </a:lnTo>
                <a:lnTo>
                  <a:pt x="588452" y="83584"/>
                </a:lnTo>
                <a:lnTo>
                  <a:pt x="588658" y="83450"/>
                </a:lnTo>
                <a:lnTo>
                  <a:pt x="588861" y="83314"/>
                </a:lnTo>
                <a:lnTo>
                  <a:pt x="589062" y="83176"/>
                </a:lnTo>
                <a:lnTo>
                  <a:pt x="589261" y="83036"/>
                </a:lnTo>
                <a:lnTo>
                  <a:pt x="589458" y="82894"/>
                </a:lnTo>
                <a:lnTo>
                  <a:pt x="589652" y="82750"/>
                </a:lnTo>
                <a:lnTo>
                  <a:pt x="589845" y="82603"/>
                </a:lnTo>
                <a:lnTo>
                  <a:pt x="590034" y="82455"/>
                </a:lnTo>
                <a:lnTo>
                  <a:pt x="590222" y="82305"/>
                </a:lnTo>
                <a:lnTo>
                  <a:pt x="590407" y="82152"/>
                </a:lnTo>
                <a:lnTo>
                  <a:pt x="590590" y="81998"/>
                </a:lnTo>
                <a:lnTo>
                  <a:pt x="590771" y="81841"/>
                </a:lnTo>
                <a:lnTo>
                  <a:pt x="590950" y="81683"/>
                </a:lnTo>
                <a:lnTo>
                  <a:pt x="591126" y="81522"/>
                </a:lnTo>
                <a:lnTo>
                  <a:pt x="591300" y="81360"/>
                </a:lnTo>
                <a:lnTo>
                  <a:pt x="591472" y="81195"/>
                </a:lnTo>
                <a:lnTo>
                  <a:pt x="591641" y="81028"/>
                </a:lnTo>
                <a:lnTo>
                  <a:pt x="591808" y="80859"/>
                </a:lnTo>
                <a:lnTo>
                  <a:pt x="591973" y="80689"/>
                </a:lnTo>
                <a:lnTo>
                  <a:pt x="592136" y="80516"/>
                </a:lnTo>
                <a:lnTo>
                  <a:pt x="592296" y="80341"/>
                </a:lnTo>
                <a:lnTo>
                  <a:pt x="592455" y="80164"/>
                </a:lnTo>
                <a:lnTo>
                  <a:pt x="592610" y="79985"/>
                </a:lnTo>
                <a:lnTo>
                  <a:pt x="592764" y="79804"/>
                </a:lnTo>
                <a:lnTo>
                  <a:pt x="592916" y="79621"/>
                </a:lnTo>
                <a:lnTo>
                  <a:pt x="593065" y="79438"/>
                </a:lnTo>
                <a:lnTo>
                  <a:pt x="593212" y="79253"/>
                </a:lnTo>
                <a:lnTo>
                  <a:pt x="593356" y="79067"/>
                </a:lnTo>
                <a:lnTo>
                  <a:pt x="593499" y="78881"/>
                </a:lnTo>
                <a:lnTo>
                  <a:pt x="593639" y="78693"/>
                </a:lnTo>
                <a:lnTo>
                  <a:pt x="593777" y="78504"/>
                </a:lnTo>
                <a:lnTo>
                  <a:pt x="593913" y="78314"/>
                </a:lnTo>
                <a:lnTo>
                  <a:pt x="594046" y="78123"/>
                </a:lnTo>
                <a:lnTo>
                  <a:pt x="594178" y="77932"/>
                </a:lnTo>
                <a:lnTo>
                  <a:pt x="594307" y="77739"/>
                </a:lnTo>
                <a:lnTo>
                  <a:pt x="594433" y="77545"/>
                </a:lnTo>
                <a:lnTo>
                  <a:pt x="594558" y="77350"/>
                </a:lnTo>
                <a:lnTo>
                  <a:pt x="594680" y="77154"/>
                </a:lnTo>
                <a:lnTo>
                  <a:pt x="594800" y="76957"/>
                </a:lnTo>
                <a:lnTo>
                  <a:pt x="594918" y="76759"/>
                </a:lnTo>
                <a:lnTo>
                  <a:pt x="595033" y="76560"/>
                </a:lnTo>
                <a:lnTo>
                  <a:pt x="595146" y="76359"/>
                </a:lnTo>
                <a:lnTo>
                  <a:pt x="595257" y="76158"/>
                </a:lnTo>
                <a:lnTo>
                  <a:pt x="595366" y="75956"/>
                </a:lnTo>
                <a:lnTo>
                  <a:pt x="595472" y="75753"/>
                </a:lnTo>
                <a:lnTo>
                  <a:pt x="595576" y="75548"/>
                </a:lnTo>
                <a:lnTo>
                  <a:pt x="595678" y="75343"/>
                </a:lnTo>
                <a:lnTo>
                  <a:pt x="595778" y="75137"/>
                </a:lnTo>
                <a:lnTo>
                  <a:pt x="596368" y="85652"/>
                </a:lnTo>
                <a:lnTo>
                  <a:pt x="605228" y="85652"/>
                </a:lnTo>
                <a:lnTo>
                  <a:pt x="605228" y="48793"/>
                </a:lnTo>
                <a:lnTo>
                  <a:pt x="605223" y="48186"/>
                </a:lnTo>
                <a:lnTo>
                  <a:pt x="605209" y="47586"/>
                </a:lnTo>
                <a:lnTo>
                  <a:pt x="605185" y="46992"/>
                </a:lnTo>
                <a:lnTo>
                  <a:pt x="605152" y="46405"/>
                </a:lnTo>
                <a:lnTo>
                  <a:pt x="605110" y="45826"/>
                </a:lnTo>
                <a:lnTo>
                  <a:pt x="605058" y="45252"/>
                </a:lnTo>
                <a:lnTo>
                  <a:pt x="604997" y="44686"/>
                </a:lnTo>
                <a:lnTo>
                  <a:pt x="604926" y="44126"/>
                </a:lnTo>
                <a:lnTo>
                  <a:pt x="604846" y="43574"/>
                </a:lnTo>
                <a:lnTo>
                  <a:pt x="604756" y="43027"/>
                </a:lnTo>
                <a:lnTo>
                  <a:pt x="604657" y="42488"/>
                </a:lnTo>
                <a:lnTo>
                  <a:pt x="604548" y="41956"/>
                </a:lnTo>
                <a:lnTo>
                  <a:pt x="604431" y="41430"/>
                </a:lnTo>
                <a:lnTo>
                  <a:pt x="604303" y="40911"/>
                </a:lnTo>
                <a:lnTo>
                  <a:pt x="604166" y="40399"/>
                </a:lnTo>
                <a:lnTo>
                  <a:pt x="604020" y="39893"/>
                </a:lnTo>
                <a:lnTo>
                  <a:pt x="603865" y="39394"/>
                </a:lnTo>
                <a:lnTo>
                  <a:pt x="603700" y="38902"/>
                </a:lnTo>
                <a:lnTo>
                  <a:pt x="603525" y="38417"/>
                </a:lnTo>
                <a:lnTo>
                  <a:pt x="603341" y="37939"/>
                </a:lnTo>
                <a:lnTo>
                  <a:pt x="603148" y="37467"/>
                </a:lnTo>
                <a:lnTo>
                  <a:pt x="602945" y="37002"/>
                </a:lnTo>
                <a:lnTo>
                  <a:pt x="602733" y="36544"/>
                </a:lnTo>
                <a:lnTo>
                  <a:pt x="602511" y="36093"/>
                </a:lnTo>
                <a:lnTo>
                  <a:pt x="602280" y="35649"/>
                </a:lnTo>
                <a:lnTo>
                  <a:pt x="602039" y="35213"/>
                </a:lnTo>
                <a:lnTo>
                  <a:pt x="601788" y="34786"/>
                </a:lnTo>
                <a:lnTo>
                  <a:pt x="601528" y="34367"/>
                </a:lnTo>
                <a:lnTo>
                  <a:pt x="601259" y="33956"/>
                </a:lnTo>
                <a:lnTo>
                  <a:pt x="600979" y="33553"/>
                </a:lnTo>
                <a:lnTo>
                  <a:pt x="600690" y="33158"/>
                </a:lnTo>
                <a:lnTo>
                  <a:pt x="600391" y="32772"/>
                </a:lnTo>
                <a:lnTo>
                  <a:pt x="600083" y="32394"/>
                </a:lnTo>
                <a:lnTo>
                  <a:pt x="599765" y="32024"/>
                </a:lnTo>
                <a:lnTo>
                  <a:pt x="599437" y="31662"/>
                </a:lnTo>
                <a:lnTo>
                  <a:pt x="599100" y="31308"/>
                </a:lnTo>
                <a:lnTo>
                  <a:pt x="598753" y="30963"/>
                </a:lnTo>
                <a:lnTo>
                  <a:pt x="598396" y="30626"/>
                </a:lnTo>
                <a:lnTo>
                  <a:pt x="598030" y="30297"/>
                </a:lnTo>
                <a:lnTo>
                  <a:pt x="597654" y="29976"/>
                </a:lnTo>
                <a:lnTo>
                  <a:pt x="597269" y="29663"/>
                </a:lnTo>
                <a:lnTo>
                  <a:pt x="596874" y="29359"/>
                </a:lnTo>
                <a:lnTo>
                  <a:pt x="596469" y="29063"/>
                </a:lnTo>
                <a:lnTo>
                  <a:pt x="596054" y="28775"/>
                </a:lnTo>
                <a:lnTo>
                  <a:pt x="595630" y="28495"/>
                </a:lnTo>
                <a:lnTo>
                  <a:pt x="595196" y="28224"/>
                </a:lnTo>
                <a:lnTo>
                  <a:pt x="594753" y="27960"/>
                </a:lnTo>
                <a:lnTo>
                  <a:pt x="594300" y="27705"/>
                </a:lnTo>
                <a:lnTo>
                  <a:pt x="593837" y="27459"/>
                </a:lnTo>
                <a:lnTo>
                  <a:pt x="593365" y="27224"/>
                </a:lnTo>
                <a:lnTo>
                  <a:pt x="592883" y="26999"/>
                </a:lnTo>
                <a:lnTo>
                  <a:pt x="592392" y="26784"/>
                </a:lnTo>
                <a:lnTo>
                  <a:pt x="591891" y="26580"/>
                </a:lnTo>
                <a:lnTo>
                  <a:pt x="591380" y="26386"/>
                </a:lnTo>
                <a:lnTo>
                  <a:pt x="590859" y="26203"/>
                </a:lnTo>
                <a:lnTo>
                  <a:pt x="590329" y="26031"/>
                </a:lnTo>
                <a:lnTo>
                  <a:pt x="589790" y="25868"/>
                </a:lnTo>
                <a:lnTo>
                  <a:pt x="589240" y="25717"/>
                </a:lnTo>
                <a:lnTo>
                  <a:pt x="588681" y="25575"/>
                </a:lnTo>
                <a:lnTo>
                  <a:pt x="588113" y="25445"/>
                </a:lnTo>
                <a:lnTo>
                  <a:pt x="587534" y="25324"/>
                </a:lnTo>
                <a:lnTo>
                  <a:pt x="586946" y="25214"/>
                </a:lnTo>
                <a:lnTo>
                  <a:pt x="586349" y="25115"/>
                </a:lnTo>
                <a:lnTo>
                  <a:pt x="585742" y="25026"/>
                </a:lnTo>
                <a:lnTo>
                  <a:pt x="585125" y="24947"/>
                </a:lnTo>
                <a:lnTo>
                  <a:pt x="584498" y="24879"/>
                </a:lnTo>
                <a:lnTo>
                  <a:pt x="583862" y="24822"/>
                </a:lnTo>
                <a:lnTo>
                  <a:pt x="583216" y="24775"/>
                </a:lnTo>
                <a:lnTo>
                  <a:pt x="582561" y="24738"/>
                </a:lnTo>
                <a:lnTo>
                  <a:pt x="581896" y="24712"/>
                </a:lnTo>
                <a:lnTo>
                  <a:pt x="581221" y="24696"/>
                </a:lnTo>
                <a:lnTo>
                  <a:pt x="580537" y="24691"/>
                </a:lnTo>
                <a:lnTo>
                  <a:pt x="580035" y="24695"/>
                </a:lnTo>
                <a:lnTo>
                  <a:pt x="579536" y="24707"/>
                </a:lnTo>
                <a:lnTo>
                  <a:pt x="579038" y="24727"/>
                </a:lnTo>
                <a:lnTo>
                  <a:pt x="578541" y="24755"/>
                </a:lnTo>
                <a:lnTo>
                  <a:pt x="578047" y="24791"/>
                </a:lnTo>
                <a:lnTo>
                  <a:pt x="577554" y="24835"/>
                </a:lnTo>
                <a:lnTo>
                  <a:pt x="577062" y="24887"/>
                </a:lnTo>
                <a:lnTo>
                  <a:pt x="576573" y="24947"/>
                </a:lnTo>
                <a:lnTo>
                  <a:pt x="576085" y="25015"/>
                </a:lnTo>
                <a:lnTo>
                  <a:pt x="575598" y="25091"/>
                </a:lnTo>
                <a:lnTo>
                  <a:pt x="575113" y="25175"/>
                </a:lnTo>
                <a:lnTo>
                  <a:pt x="574630" y="25267"/>
                </a:lnTo>
                <a:lnTo>
                  <a:pt x="574149" y="25367"/>
                </a:lnTo>
                <a:lnTo>
                  <a:pt x="573669" y="25475"/>
                </a:lnTo>
                <a:lnTo>
                  <a:pt x="573190" y="25591"/>
                </a:lnTo>
                <a:lnTo>
                  <a:pt x="572714" y="25715"/>
                </a:lnTo>
                <a:lnTo>
                  <a:pt x="572239" y="25847"/>
                </a:lnTo>
                <a:lnTo>
                  <a:pt x="571765" y="25987"/>
                </a:lnTo>
                <a:lnTo>
                  <a:pt x="571294" y="26135"/>
                </a:lnTo>
                <a:lnTo>
                  <a:pt x="570824" y="26291"/>
                </a:lnTo>
                <a:lnTo>
                  <a:pt x="570355" y="26455"/>
                </a:lnTo>
                <a:lnTo>
                  <a:pt x="569888" y="26627"/>
                </a:lnTo>
                <a:lnTo>
                  <a:pt x="569423" y="26807"/>
                </a:lnTo>
                <a:lnTo>
                  <a:pt x="568960" y="26995"/>
                </a:lnTo>
                <a:lnTo>
                  <a:pt x="568501" y="27190"/>
                </a:lnTo>
                <a:lnTo>
                  <a:pt x="568048" y="27393"/>
                </a:lnTo>
                <a:lnTo>
                  <a:pt x="567602" y="27602"/>
                </a:lnTo>
                <a:lnTo>
                  <a:pt x="567163" y="27819"/>
                </a:lnTo>
                <a:lnTo>
                  <a:pt x="566731" y="28042"/>
                </a:lnTo>
                <a:lnTo>
                  <a:pt x="566306" y="28272"/>
                </a:lnTo>
                <a:lnTo>
                  <a:pt x="565887" y="28510"/>
                </a:lnTo>
                <a:lnTo>
                  <a:pt x="565475" y="28754"/>
                </a:lnTo>
                <a:lnTo>
                  <a:pt x="565070" y="29005"/>
                </a:lnTo>
                <a:lnTo>
                  <a:pt x="564671" y="29263"/>
                </a:lnTo>
                <a:lnTo>
                  <a:pt x="564280" y="29529"/>
                </a:lnTo>
                <a:lnTo>
                  <a:pt x="563895" y="29801"/>
                </a:lnTo>
                <a:lnTo>
                  <a:pt x="563517" y="30080"/>
                </a:lnTo>
                <a:lnTo>
                  <a:pt x="563145" y="30366"/>
                </a:lnTo>
                <a:lnTo>
                  <a:pt x="562781" y="30659"/>
                </a:lnTo>
                <a:lnTo>
                  <a:pt x="562423" y="30959"/>
                </a:lnTo>
                <a:lnTo>
                  <a:pt x="562072" y="31266"/>
                </a:lnTo>
                <a:lnTo>
                  <a:pt x="561728" y="31580"/>
                </a:lnTo>
                <a:lnTo>
                  <a:pt x="561390" y="31901"/>
                </a:lnTo>
                <a:lnTo>
                  <a:pt x="561059" y="32229"/>
                </a:lnTo>
                <a:lnTo>
                  <a:pt x="560735" y="32564"/>
                </a:lnTo>
                <a:lnTo>
                  <a:pt x="560418" y="32906"/>
                </a:lnTo>
                <a:lnTo>
                  <a:pt x="560108" y="33255"/>
                </a:lnTo>
                <a:lnTo>
                  <a:pt x="559804" y="33611"/>
                </a:lnTo>
                <a:lnTo>
                  <a:pt x="559509" y="33974"/>
                </a:lnTo>
                <a:lnTo>
                  <a:pt x="559224" y="34344"/>
                </a:lnTo>
                <a:lnTo>
                  <a:pt x="558948" y="34721"/>
                </a:lnTo>
                <a:lnTo>
                  <a:pt x="558683" y="35105"/>
                </a:lnTo>
                <a:lnTo>
                  <a:pt x="558428" y="35497"/>
                </a:lnTo>
                <a:lnTo>
                  <a:pt x="558183" y="35896"/>
                </a:lnTo>
                <a:lnTo>
                  <a:pt x="557948" y="36302"/>
                </a:lnTo>
                <a:lnTo>
                  <a:pt x="557723" y="36715"/>
                </a:lnTo>
                <a:lnTo>
                  <a:pt x="557509" y="37135"/>
                </a:lnTo>
                <a:lnTo>
                  <a:pt x="557304" y="37563"/>
                </a:lnTo>
                <a:lnTo>
                  <a:pt x="557109" y="37998"/>
                </a:lnTo>
                <a:lnTo>
                  <a:pt x="556924" y="38440"/>
                </a:lnTo>
                <a:lnTo>
                  <a:pt x="556750" y="38889"/>
                </a:lnTo>
                <a:lnTo>
                  <a:pt x="556585" y="39345"/>
                </a:lnTo>
                <a:lnTo>
                  <a:pt x="556431" y="39808"/>
                </a:lnTo>
                <a:lnTo>
                  <a:pt x="556286" y="40279"/>
                </a:lnTo>
                <a:lnTo>
                  <a:pt x="556152" y="40757"/>
                </a:lnTo>
                <a:lnTo>
                  <a:pt x="556027" y="41242"/>
                </a:lnTo>
                <a:lnTo>
                  <a:pt x="555913" y="41734"/>
                </a:lnTo>
                <a:lnTo>
                  <a:pt x="555809" y="42233"/>
                </a:lnTo>
                <a:lnTo>
                  <a:pt x="555714" y="42740"/>
                </a:lnTo>
                <a:lnTo>
                  <a:pt x="555630" y="43253"/>
                </a:lnTo>
                <a:lnTo>
                  <a:pt x="555556" y="43774"/>
                </a:lnTo>
                <a:lnTo>
                  <a:pt x="555492" y="44302"/>
                </a:lnTo>
                <a:lnTo>
                  <a:pt x="565652" y="44302"/>
                </a:lnTo>
                <a:lnTo>
                  <a:pt x="565736" y="43844"/>
                </a:lnTo>
                <a:lnTo>
                  <a:pt x="565832" y="43396"/>
                </a:lnTo>
                <a:lnTo>
                  <a:pt x="565938" y="42957"/>
                </a:lnTo>
                <a:lnTo>
                  <a:pt x="566055" y="42527"/>
                </a:lnTo>
                <a:lnTo>
                  <a:pt x="566184" y="42107"/>
                </a:lnTo>
                <a:lnTo>
                  <a:pt x="566324" y="41696"/>
                </a:lnTo>
                <a:lnTo>
                  <a:pt x="566474" y="41295"/>
                </a:lnTo>
                <a:lnTo>
                  <a:pt x="566636" y="40903"/>
                </a:lnTo>
                <a:lnTo>
                  <a:pt x="566809" y="40520"/>
                </a:lnTo>
                <a:lnTo>
                  <a:pt x="566993" y="40147"/>
                </a:lnTo>
                <a:lnTo>
                  <a:pt x="567188" y="39783"/>
                </a:lnTo>
                <a:lnTo>
                  <a:pt x="567394" y="39429"/>
                </a:lnTo>
                <a:lnTo>
                  <a:pt x="567611" y="39084"/>
                </a:lnTo>
                <a:lnTo>
                  <a:pt x="567840" y="38749"/>
                </a:lnTo>
                <a:lnTo>
                  <a:pt x="568079" y="38423"/>
                </a:lnTo>
                <a:lnTo>
                  <a:pt x="568330" y="38107"/>
                </a:lnTo>
                <a:lnTo>
                  <a:pt x="568591" y="37800"/>
                </a:lnTo>
                <a:lnTo>
                  <a:pt x="568864" y="37502"/>
                </a:lnTo>
                <a:lnTo>
                  <a:pt x="569147" y="37214"/>
                </a:lnTo>
                <a:lnTo>
                  <a:pt x="569442" y="36935"/>
                </a:lnTo>
                <a:lnTo>
                  <a:pt x="569748" y="36666"/>
                </a:lnTo>
                <a:lnTo>
                  <a:pt x="570065" y="36406"/>
                </a:lnTo>
                <a:lnTo>
                  <a:pt x="570393" y="36155"/>
                </a:lnTo>
                <a:lnTo>
                  <a:pt x="570732" y="35914"/>
                </a:lnTo>
                <a:lnTo>
                  <a:pt x="571079" y="35683"/>
                </a:lnTo>
                <a:lnTo>
                  <a:pt x="571432" y="35462"/>
                </a:lnTo>
                <a:lnTo>
                  <a:pt x="571790" y="35250"/>
                </a:lnTo>
                <a:lnTo>
                  <a:pt x="572153" y="35048"/>
                </a:lnTo>
                <a:lnTo>
                  <a:pt x="572521" y="34856"/>
                </a:lnTo>
                <a:lnTo>
                  <a:pt x="572895" y="34674"/>
                </a:lnTo>
                <a:lnTo>
                  <a:pt x="573275" y="34502"/>
                </a:lnTo>
                <a:lnTo>
                  <a:pt x="573659" y="34339"/>
                </a:lnTo>
                <a:lnTo>
                  <a:pt x="574049" y="34187"/>
                </a:lnTo>
                <a:lnTo>
                  <a:pt x="574444" y="34044"/>
                </a:lnTo>
                <a:lnTo>
                  <a:pt x="574845" y="33911"/>
                </a:lnTo>
                <a:lnTo>
                  <a:pt x="575251" y="33788"/>
                </a:lnTo>
                <a:lnTo>
                  <a:pt x="575662" y="33675"/>
                </a:lnTo>
                <a:lnTo>
                  <a:pt x="576078" y="33571"/>
                </a:lnTo>
                <a:lnTo>
                  <a:pt x="576500" y="33478"/>
                </a:lnTo>
                <a:lnTo>
                  <a:pt x="576927" y="33394"/>
                </a:lnTo>
                <a:lnTo>
                  <a:pt x="577360" y="33320"/>
                </a:lnTo>
                <a:lnTo>
                  <a:pt x="577798" y="33256"/>
                </a:lnTo>
                <a:lnTo>
                  <a:pt x="578241" y="33202"/>
                </a:lnTo>
                <a:lnTo>
                  <a:pt x="578689" y="33158"/>
                </a:lnTo>
                <a:lnTo>
                  <a:pt x="579143" y="33123"/>
                </a:lnTo>
                <a:lnTo>
                  <a:pt x="579602" y="33099"/>
                </a:lnTo>
                <a:lnTo>
                  <a:pt x="580067" y="33084"/>
                </a:lnTo>
                <a:lnTo>
                  <a:pt x="580537" y="33079"/>
                </a:lnTo>
                <a:lnTo>
                  <a:pt x="580937" y="33082"/>
                </a:lnTo>
                <a:lnTo>
                  <a:pt x="581333" y="33092"/>
                </a:lnTo>
                <a:lnTo>
                  <a:pt x="581723" y="33108"/>
                </a:lnTo>
                <a:lnTo>
                  <a:pt x="582107" y="33131"/>
                </a:lnTo>
                <a:lnTo>
                  <a:pt x="582486" y="33161"/>
                </a:lnTo>
                <a:lnTo>
                  <a:pt x="582859" y="33197"/>
                </a:lnTo>
                <a:lnTo>
                  <a:pt x="583226" y="33240"/>
                </a:lnTo>
                <a:lnTo>
                  <a:pt x="583588" y="33289"/>
                </a:lnTo>
                <a:lnTo>
                  <a:pt x="583945" y="33345"/>
                </a:lnTo>
                <a:lnTo>
                  <a:pt x="584296" y="33407"/>
                </a:lnTo>
                <a:lnTo>
                  <a:pt x="584642" y="33476"/>
                </a:lnTo>
                <a:lnTo>
                  <a:pt x="584981" y="33552"/>
                </a:lnTo>
                <a:lnTo>
                  <a:pt x="585316" y="33634"/>
                </a:lnTo>
                <a:lnTo>
                  <a:pt x="585645" y="33722"/>
                </a:lnTo>
                <a:lnTo>
                  <a:pt x="585968" y="33818"/>
                </a:lnTo>
                <a:lnTo>
                  <a:pt x="586286" y="33919"/>
                </a:lnTo>
                <a:lnTo>
                  <a:pt x="586598" y="34028"/>
                </a:lnTo>
                <a:lnTo>
                  <a:pt x="586905" y="34143"/>
                </a:lnTo>
                <a:lnTo>
                  <a:pt x="587206" y="34264"/>
                </a:lnTo>
                <a:lnTo>
                  <a:pt x="587502" y="34392"/>
                </a:lnTo>
                <a:lnTo>
                  <a:pt x="587792" y="34527"/>
                </a:lnTo>
                <a:lnTo>
                  <a:pt x="588076" y="34668"/>
                </a:lnTo>
                <a:lnTo>
                  <a:pt x="588355" y="34816"/>
                </a:lnTo>
                <a:lnTo>
                  <a:pt x="588629" y="34970"/>
                </a:lnTo>
                <a:lnTo>
                  <a:pt x="588897" y="35131"/>
                </a:lnTo>
                <a:lnTo>
                  <a:pt x="589160" y="35298"/>
                </a:lnTo>
                <a:lnTo>
                  <a:pt x="589417" y="35471"/>
                </a:lnTo>
                <a:lnTo>
                  <a:pt x="589669" y="35651"/>
                </a:lnTo>
                <a:lnTo>
                  <a:pt x="589916" y="35837"/>
                </a:lnTo>
                <a:lnTo>
                  <a:pt x="590158" y="36030"/>
                </a:lnTo>
                <a:lnTo>
                  <a:pt x="590394" y="36229"/>
                </a:lnTo>
                <a:lnTo>
                  <a:pt x="590625" y="36434"/>
                </a:lnTo>
                <a:lnTo>
                  <a:pt x="590850" y="36645"/>
                </a:lnTo>
                <a:lnTo>
                  <a:pt x="591070" y="36863"/>
                </a:lnTo>
                <a:lnTo>
                  <a:pt x="591285" y="37088"/>
                </a:lnTo>
                <a:lnTo>
                  <a:pt x="591494" y="37318"/>
                </a:lnTo>
                <a:lnTo>
                  <a:pt x="591699" y="37555"/>
                </a:lnTo>
                <a:lnTo>
                  <a:pt x="591897" y="37799"/>
                </a:lnTo>
                <a:lnTo>
                  <a:pt x="592091" y="38048"/>
                </a:lnTo>
                <a:lnTo>
                  <a:pt x="592279" y="38304"/>
                </a:lnTo>
                <a:lnTo>
                  <a:pt x="592462" y="38567"/>
                </a:lnTo>
                <a:lnTo>
                  <a:pt x="592639" y="38836"/>
                </a:lnTo>
                <a:lnTo>
                  <a:pt x="592811" y="39111"/>
                </a:lnTo>
                <a:lnTo>
                  <a:pt x="592978" y="39392"/>
                </a:lnTo>
                <a:lnTo>
                  <a:pt x="593139" y="39680"/>
                </a:lnTo>
                <a:lnTo>
                  <a:pt x="593295" y="39974"/>
                </a:lnTo>
                <a:lnTo>
                  <a:pt x="593446" y="40275"/>
                </a:lnTo>
                <a:lnTo>
                  <a:pt x="593591" y="40582"/>
                </a:lnTo>
                <a:lnTo>
                  <a:pt x="593731" y="40895"/>
                </a:lnTo>
                <a:lnTo>
                  <a:pt x="593865" y="41214"/>
                </a:lnTo>
                <a:lnTo>
                  <a:pt x="593993" y="41540"/>
                </a:lnTo>
                <a:lnTo>
                  <a:pt x="594115" y="41873"/>
                </a:lnTo>
                <a:lnTo>
                  <a:pt x="594231" y="42211"/>
                </a:lnTo>
                <a:lnTo>
                  <a:pt x="594341" y="42556"/>
                </a:lnTo>
                <a:lnTo>
                  <a:pt x="594445" y="42908"/>
                </a:lnTo>
                <a:lnTo>
                  <a:pt x="594543" y="43266"/>
                </a:lnTo>
                <a:lnTo>
                  <a:pt x="594635" y="43630"/>
                </a:lnTo>
                <a:lnTo>
                  <a:pt x="594721" y="44000"/>
                </a:lnTo>
                <a:lnTo>
                  <a:pt x="594802" y="44377"/>
                </a:lnTo>
                <a:lnTo>
                  <a:pt x="594876" y="44761"/>
                </a:lnTo>
                <a:lnTo>
                  <a:pt x="594944" y="45150"/>
                </a:lnTo>
                <a:lnTo>
                  <a:pt x="595007" y="45546"/>
                </a:lnTo>
                <a:lnTo>
                  <a:pt x="595063" y="45949"/>
                </a:lnTo>
                <a:lnTo>
                  <a:pt x="595114" y="46357"/>
                </a:lnTo>
                <a:lnTo>
                  <a:pt x="595158" y="46772"/>
                </a:lnTo>
                <a:lnTo>
                  <a:pt x="595197" y="47194"/>
                </a:lnTo>
                <a:lnTo>
                  <a:pt x="595230" y="47622"/>
                </a:lnTo>
                <a:lnTo>
                  <a:pt x="595256" y="48056"/>
                </a:lnTo>
                <a:lnTo>
                  <a:pt x="595277" y="48496"/>
                </a:lnTo>
                <a:lnTo>
                  <a:pt x="595292" y="48943"/>
                </a:lnTo>
                <a:lnTo>
                  <a:pt x="595301" y="49397"/>
                </a:lnTo>
                <a:lnTo>
                  <a:pt x="595304" y="49856"/>
                </a:lnTo>
                <a:lnTo>
                  <a:pt x="579592" y="49856"/>
                </a:lnTo>
                <a:lnTo>
                  <a:pt x="578946" y="49860"/>
                </a:lnTo>
                <a:lnTo>
                  <a:pt x="578307" y="49871"/>
                </a:lnTo>
                <a:lnTo>
                  <a:pt x="577675" y="49890"/>
                </a:lnTo>
                <a:lnTo>
                  <a:pt x="577050" y="49917"/>
                </a:lnTo>
                <a:lnTo>
                  <a:pt x="576433" y="49951"/>
                </a:lnTo>
                <a:lnTo>
                  <a:pt x="575823" y="49993"/>
                </a:lnTo>
                <a:lnTo>
                  <a:pt x="575220" y="50042"/>
                </a:lnTo>
                <a:lnTo>
                  <a:pt x="574624" y="50099"/>
                </a:lnTo>
                <a:lnTo>
                  <a:pt x="574035" y="50164"/>
                </a:lnTo>
                <a:lnTo>
                  <a:pt x="573454" y="50236"/>
                </a:lnTo>
                <a:lnTo>
                  <a:pt x="572879" y="50315"/>
                </a:lnTo>
                <a:lnTo>
                  <a:pt x="572312" y="50402"/>
                </a:lnTo>
                <a:lnTo>
                  <a:pt x="571752" y="50497"/>
                </a:lnTo>
                <a:lnTo>
                  <a:pt x="571199" y="50600"/>
                </a:lnTo>
                <a:lnTo>
                  <a:pt x="570653" y="50710"/>
                </a:lnTo>
                <a:lnTo>
                  <a:pt x="570115" y="50827"/>
                </a:lnTo>
                <a:lnTo>
                  <a:pt x="569583" y="50952"/>
                </a:lnTo>
                <a:lnTo>
                  <a:pt x="569059" y="51085"/>
                </a:lnTo>
                <a:lnTo>
                  <a:pt x="568542" y="51226"/>
                </a:lnTo>
                <a:lnTo>
                  <a:pt x="568032" y="51374"/>
                </a:lnTo>
                <a:lnTo>
                  <a:pt x="567530" y="51529"/>
                </a:lnTo>
                <a:lnTo>
                  <a:pt x="567034" y="51692"/>
                </a:lnTo>
                <a:lnTo>
                  <a:pt x="566546" y="51863"/>
                </a:lnTo>
                <a:lnTo>
                  <a:pt x="566065" y="52041"/>
                </a:lnTo>
                <a:lnTo>
                  <a:pt x="565592" y="52227"/>
                </a:lnTo>
                <a:lnTo>
                  <a:pt x="565128" y="52419"/>
                </a:lnTo>
                <a:lnTo>
                  <a:pt x="564673" y="52619"/>
                </a:lnTo>
                <a:lnTo>
                  <a:pt x="564227" y="52825"/>
                </a:lnTo>
                <a:lnTo>
                  <a:pt x="563790" y="53039"/>
                </a:lnTo>
                <a:lnTo>
                  <a:pt x="563363" y="53259"/>
                </a:lnTo>
                <a:lnTo>
                  <a:pt x="562944" y="53487"/>
                </a:lnTo>
                <a:lnTo>
                  <a:pt x="562534" y="53721"/>
                </a:lnTo>
                <a:lnTo>
                  <a:pt x="562133" y="53962"/>
                </a:lnTo>
                <a:lnTo>
                  <a:pt x="561742" y="54211"/>
                </a:lnTo>
                <a:lnTo>
                  <a:pt x="561359" y="54466"/>
                </a:lnTo>
                <a:lnTo>
                  <a:pt x="560985" y="54728"/>
                </a:lnTo>
                <a:lnTo>
                  <a:pt x="560621" y="54998"/>
                </a:lnTo>
                <a:lnTo>
                  <a:pt x="560265" y="55274"/>
                </a:lnTo>
                <a:lnTo>
                  <a:pt x="559918" y="55557"/>
                </a:lnTo>
                <a:lnTo>
                  <a:pt x="559581" y="55848"/>
                </a:lnTo>
                <a:lnTo>
                  <a:pt x="559252" y="56145"/>
                </a:lnTo>
                <a:lnTo>
                  <a:pt x="558933" y="56449"/>
                </a:lnTo>
                <a:lnTo>
                  <a:pt x="558622" y="56760"/>
                </a:lnTo>
                <a:lnTo>
                  <a:pt x="558321" y="57078"/>
                </a:lnTo>
                <a:lnTo>
                  <a:pt x="558028" y="57403"/>
                </a:lnTo>
                <a:lnTo>
                  <a:pt x="557745" y="57736"/>
                </a:lnTo>
                <a:lnTo>
                  <a:pt x="557470" y="58075"/>
                </a:lnTo>
                <a:lnTo>
                  <a:pt x="557205" y="58421"/>
                </a:lnTo>
                <a:lnTo>
                  <a:pt x="556949" y="58773"/>
                </a:lnTo>
                <a:lnTo>
                  <a:pt x="556705" y="59132"/>
                </a:lnTo>
                <a:lnTo>
                  <a:pt x="556471" y="59498"/>
                </a:lnTo>
                <a:lnTo>
                  <a:pt x="556248" y="59869"/>
                </a:lnTo>
                <a:lnTo>
                  <a:pt x="556036" y="60247"/>
                </a:lnTo>
                <a:lnTo>
                  <a:pt x="555835" y="60632"/>
                </a:lnTo>
                <a:lnTo>
                  <a:pt x="555644" y="61023"/>
                </a:lnTo>
                <a:lnTo>
                  <a:pt x="555465" y="61420"/>
                </a:lnTo>
                <a:lnTo>
                  <a:pt x="555297" y="61823"/>
                </a:lnTo>
                <a:lnTo>
                  <a:pt x="555139" y="62233"/>
                </a:lnTo>
                <a:lnTo>
                  <a:pt x="554992" y="62649"/>
                </a:lnTo>
                <a:lnTo>
                  <a:pt x="554856" y="63072"/>
                </a:lnTo>
                <a:lnTo>
                  <a:pt x="554731" y="63501"/>
                </a:lnTo>
                <a:lnTo>
                  <a:pt x="554617" y="63936"/>
                </a:lnTo>
                <a:lnTo>
                  <a:pt x="554514" y="64378"/>
                </a:lnTo>
                <a:lnTo>
                  <a:pt x="554421" y="64826"/>
                </a:lnTo>
                <a:lnTo>
                  <a:pt x="554340" y="65281"/>
                </a:lnTo>
                <a:lnTo>
                  <a:pt x="554269" y="65741"/>
                </a:lnTo>
                <a:lnTo>
                  <a:pt x="554209" y="66209"/>
                </a:lnTo>
                <a:lnTo>
                  <a:pt x="554160" y="66682"/>
                </a:lnTo>
                <a:lnTo>
                  <a:pt x="554122" y="67162"/>
                </a:lnTo>
                <a:lnTo>
                  <a:pt x="554095" y="67648"/>
                </a:lnTo>
                <a:lnTo>
                  <a:pt x="554079" y="68141"/>
                </a:lnTo>
                <a:lnTo>
                  <a:pt x="554073" y="68640"/>
                </a:lnTo>
                <a:lnTo>
                  <a:pt x="554078" y="69052"/>
                </a:lnTo>
                <a:lnTo>
                  <a:pt x="554090" y="69462"/>
                </a:lnTo>
                <a:lnTo>
                  <a:pt x="554110" y="69868"/>
                </a:lnTo>
                <a:lnTo>
                  <a:pt x="554139" y="70272"/>
                </a:lnTo>
                <a:lnTo>
                  <a:pt x="554176" y="70674"/>
                </a:lnTo>
                <a:lnTo>
                  <a:pt x="554221" y="71073"/>
                </a:lnTo>
                <a:lnTo>
                  <a:pt x="554274" y="71469"/>
                </a:lnTo>
                <a:lnTo>
                  <a:pt x="554336" y="71862"/>
                </a:lnTo>
                <a:lnTo>
                  <a:pt x="554406" y="72253"/>
                </a:lnTo>
                <a:lnTo>
                  <a:pt x="554484" y="72641"/>
                </a:lnTo>
                <a:lnTo>
                  <a:pt x="554570" y="73027"/>
                </a:lnTo>
                <a:lnTo>
                  <a:pt x="554664" y="73409"/>
                </a:lnTo>
                <a:lnTo>
                  <a:pt x="554767" y="73790"/>
                </a:lnTo>
                <a:lnTo>
                  <a:pt x="554878" y="74167"/>
                </a:lnTo>
                <a:lnTo>
                  <a:pt x="554997" y="74542"/>
                </a:lnTo>
                <a:lnTo>
                  <a:pt x="555124" y="74914"/>
                </a:lnTo>
                <a:lnTo>
                  <a:pt x="555259" y="75284"/>
                </a:lnTo>
                <a:lnTo>
                  <a:pt x="555403" y="75650"/>
                </a:lnTo>
                <a:lnTo>
                  <a:pt x="555555" y="76015"/>
                </a:lnTo>
                <a:lnTo>
                  <a:pt x="555715" y="76376"/>
                </a:lnTo>
                <a:lnTo>
                  <a:pt x="555883" y="76735"/>
                </a:lnTo>
                <a:lnTo>
                  <a:pt x="556059" y="77091"/>
                </a:lnTo>
                <a:lnTo>
                  <a:pt x="556244" y="77445"/>
                </a:lnTo>
                <a:lnTo>
                  <a:pt x="556437" y="77796"/>
                </a:lnTo>
                <a:lnTo>
                  <a:pt x="556638" y="78142"/>
                </a:lnTo>
                <a:lnTo>
                  <a:pt x="556848" y="78483"/>
                </a:lnTo>
                <a:lnTo>
                  <a:pt x="557066" y="78818"/>
                </a:lnTo>
                <a:lnTo>
                  <a:pt x="557293" y="79147"/>
                </a:lnTo>
                <a:lnTo>
                  <a:pt x="557529" y="79471"/>
                </a:lnTo>
                <a:lnTo>
                  <a:pt x="557773" y="79789"/>
                </a:lnTo>
                <a:lnTo>
                  <a:pt x="558026" y="80101"/>
                </a:lnTo>
                <a:lnTo>
                  <a:pt x="558288" y="80407"/>
                </a:lnTo>
                <a:lnTo>
                  <a:pt x="558558" y="80708"/>
                </a:lnTo>
                <a:lnTo>
                  <a:pt x="558837" y="81003"/>
                </a:lnTo>
                <a:lnTo>
                  <a:pt x="559124" y="81292"/>
                </a:lnTo>
                <a:lnTo>
                  <a:pt x="559420" y="81575"/>
                </a:lnTo>
                <a:lnTo>
                  <a:pt x="559725" y="81853"/>
                </a:lnTo>
                <a:lnTo>
                  <a:pt x="560038" y="82125"/>
                </a:lnTo>
                <a:lnTo>
                  <a:pt x="560360" y="82391"/>
                </a:lnTo>
                <a:lnTo>
                  <a:pt x="560690" y="82652"/>
                </a:lnTo>
                <a:lnTo>
                  <a:pt x="561029" y="82906"/>
                </a:lnTo>
                <a:lnTo>
                  <a:pt x="561377" y="83155"/>
                </a:lnTo>
                <a:lnTo>
                  <a:pt x="561733" y="83399"/>
                </a:lnTo>
                <a:lnTo>
                  <a:pt x="562098" y="83636"/>
                </a:lnTo>
                <a:lnTo>
                  <a:pt x="562472" y="83868"/>
                </a:lnTo>
                <a:lnTo>
                  <a:pt x="562854" y="84094"/>
                </a:lnTo>
                <a:lnTo>
                  <a:pt x="563244" y="84314"/>
                </a:lnTo>
                <a:lnTo>
                  <a:pt x="563644" y="84529"/>
                </a:lnTo>
                <a:lnTo>
                  <a:pt x="564052" y="84736"/>
                </a:lnTo>
                <a:lnTo>
                  <a:pt x="564467" y="84934"/>
                </a:lnTo>
                <a:lnTo>
                  <a:pt x="564892" y="85124"/>
                </a:lnTo>
                <a:lnTo>
                  <a:pt x="565324" y="85305"/>
                </a:lnTo>
                <a:lnTo>
                  <a:pt x="565765" y="85477"/>
                </a:lnTo>
                <a:lnTo>
                  <a:pt x="566213" y="85640"/>
                </a:lnTo>
                <a:lnTo>
                  <a:pt x="566670" y="85794"/>
                </a:lnTo>
                <a:lnTo>
                  <a:pt x="567135" y="85940"/>
                </a:lnTo>
                <a:lnTo>
                  <a:pt x="567609" y="86076"/>
                </a:lnTo>
                <a:lnTo>
                  <a:pt x="568090" y="86204"/>
                </a:lnTo>
                <a:lnTo>
                  <a:pt x="568580" y="86323"/>
                </a:lnTo>
                <a:lnTo>
                  <a:pt x="569078" y="86434"/>
                </a:lnTo>
                <a:lnTo>
                  <a:pt x="569584" y="86535"/>
                </a:lnTo>
                <a:lnTo>
                  <a:pt x="570098" y="86628"/>
                </a:lnTo>
                <a:lnTo>
                  <a:pt x="570621" y="86711"/>
                </a:lnTo>
                <a:lnTo>
                  <a:pt x="571152" y="86786"/>
                </a:lnTo>
                <a:lnTo>
                  <a:pt x="571691" y="86853"/>
                </a:lnTo>
                <a:lnTo>
                  <a:pt x="572238" y="86910"/>
                </a:lnTo>
                <a:lnTo>
                  <a:pt x="572793" y="86958"/>
                </a:lnTo>
                <a:lnTo>
                  <a:pt x="573357" y="86998"/>
                </a:lnTo>
                <a:lnTo>
                  <a:pt x="573928" y="87029"/>
                </a:lnTo>
                <a:lnTo>
                  <a:pt x="574508" y="87051"/>
                </a:lnTo>
                <a:lnTo>
                  <a:pt x="575096" y="87064"/>
                </a:lnTo>
                <a:lnTo>
                  <a:pt x="575693" y="87069"/>
                </a:lnTo>
                <a:lnTo>
                  <a:pt x="576026" y="87067"/>
                </a:lnTo>
                <a:lnTo>
                  <a:pt x="576356" y="87062"/>
                </a:lnTo>
                <a:lnTo>
                  <a:pt x="576683" y="87054"/>
                </a:lnTo>
                <a:lnTo>
                  <a:pt x="577007" y="87042"/>
                </a:lnTo>
                <a:close/>
                <a:moveTo>
                  <a:pt x="575921" y="78645"/>
                </a:moveTo>
                <a:lnTo>
                  <a:pt x="575604" y="78625"/>
                </a:lnTo>
                <a:lnTo>
                  <a:pt x="575291" y="78600"/>
                </a:lnTo>
                <a:lnTo>
                  <a:pt x="574981" y="78570"/>
                </a:lnTo>
                <a:lnTo>
                  <a:pt x="574676" y="78537"/>
                </a:lnTo>
                <a:lnTo>
                  <a:pt x="574374" y="78498"/>
                </a:lnTo>
                <a:lnTo>
                  <a:pt x="574076" y="78456"/>
                </a:lnTo>
                <a:lnTo>
                  <a:pt x="573783" y="78408"/>
                </a:lnTo>
                <a:lnTo>
                  <a:pt x="573493" y="78356"/>
                </a:lnTo>
                <a:lnTo>
                  <a:pt x="573207" y="78300"/>
                </a:lnTo>
                <a:lnTo>
                  <a:pt x="572924" y="78239"/>
                </a:lnTo>
                <a:lnTo>
                  <a:pt x="572646" y="78174"/>
                </a:lnTo>
                <a:lnTo>
                  <a:pt x="572372" y="78104"/>
                </a:lnTo>
                <a:lnTo>
                  <a:pt x="572101" y="78030"/>
                </a:lnTo>
                <a:lnTo>
                  <a:pt x="571835" y="77951"/>
                </a:lnTo>
                <a:lnTo>
                  <a:pt x="571572" y="77867"/>
                </a:lnTo>
                <a:lnTo>
                  <a:pt x="571313" y="77780"/>
                </a:lnTo>
                <a:lnTo>
                  <a:pt x="571059" y="77687"/>
                </a:lnTo>
                <a:lnTo>
                  <a:pt x="570808" y="77590"/>
                </a:lnTo>
                <a:lnTo>
                  <a:pt x="570560" y="77489"/>
                </a:lnTo>
                <a:lnTo>
                  <a:pt x="570317" y="77383"/>
                </a:lnTo>
                <a:lnTo>
                  <a:pt x="570079" y="77273"/>
                </a:lnTo>
                <a:lnTo>
                  <a:pt x="569845" y="77159"/>
                </a:lnTo>
                <a:lnTo>
                  <a:pt x="569616" y="77041"/>
                </a:lnTo>
                <a:lnTo>
                  <a:pt x="569392" y="76920"/>
                </a:lnTo>
                <a:lnTo>
                  <a:pt x="569173" y="76795"/>
                </a:lnTo>
                <a:lnTo>
                  <a:pt x="568959" y="76667"/>
                </a:lnTo>
                <a:lnTo>
                  <a:pt x="568750" y="76534"/>
                </a:lnTo>
                <a:lnTo>
                  <a:pt x="568546" y="76398"/>
                </a:lnTo>
                <a:lnTo>
                  <a:pt x="568347" y="76259"/>
                </a:lnTo>
                <a:lnTo>
                  <a:pt x="568152" y="76115"/>
                </a:lnTo>
                <a:lnTo>
                  <a:pt x="567963" y="75968"/>
                </a:lnTo>
                <a:lnTo>
                  <a:pt x="567778" y="75817"/>
                </a:lnTo>
                <a:lnTo>
                  <a:pt x="567599" y="75663"/>
                </a:lnTo>
                <a:lnTo>
                  <a:pt x="567424" y="75505"/>
                </a:lnTo>
                <a:lnTo>
                  <a:pt x="567254" y="75343"/>
                </a:lnTo>
                <a:lnTo>
                  <a:pt x="567089" y="75177"/>
                </a:lnTo>
                <a:lnTo>
                  <a:pt x="566929" y="75008"/>
                </a:lnTo>
                <a:lnTo>
                  <a:pt x="566774" y="74835"/>
                </a:lnTo>
                <a:lnTo>
                  <a:pt x="566624" y="74658"/>
                </a:lnTo>
                <a:lnTo>
                  <a:pt x="566479" y="74478"/>
                </a:lnTo>
                <a:lnTo>
                  <a:pt x="566339" y="74294"/>
                </a:lnTo>
                <a:lnTo>
                  <a:pt x="566203" y="74106"/>
                </a:lnTo>
                <a:lnTo>
                  <a:pt x="566073" y="73915"/>
                </a:lnTo>
                <a:lnTo>
                  <a:pt x="565948" y="73720"/>
                </a:lnTo>
                <a:lnTo>
                  <a:pt x="565827" y="73522"/>
                </a:lnTo>
                <a:lnTo>
                  <a:pt x="565712" y="73320"/>
                </a:lnTo>
                <a:lnTo>
                  <a:pt x="565602" y="73116"/>
                </a:lnTo>
                <a:lnTo>
                  <a:pt x="565496" y="72909"/>
                </a:lnTo>
                <a:lnTo>
                  <a:pt x="565397" y="72699"/>
                </a:lnTo>
                <a:lnTo>
                  <a:pt x="565302" y="72487"/>
                </a:lnTo>
                <a:lnTo>
                  <a:pt x="565212" y="72271"/>
                </a:lnTo>
                <a:lnTo>
                  <a:pt x="565127" y="72053"/>
                </a:lnTo>
                <a:lnTo>
                  <a:pt x="565048" y="71831"/>
                </a:lnTo>
                <a:lnTo>
                  <a:pt x="564974" y="71607"/>
                </a:lnTo>
                <a:lnTo>
                  <a:pt x="564904" y="71380"/>
                </a:lnTo>
                <a:lnTo>
                  <a:pt x="564840" y="71150"/>
                </a:lnTo>
                <a:lnTo>
                  <a:pt x="564781" y="70917"/>
                </a:lnTo>
                <a:lnTo>
                  <a:pt x="564728" y="70682"/>
                </a:lnTo>
                <a:lnTo>
                  <a:pt x="564679" y="70443"/>
                </a:lnTo>
                <a:lnTo>
                  <a:pt x="564635" y="70202"/>
                </a:lnTo>
                <a:lnTo>
                  <a:pt x="564597" y="69958"/>
                </a:lnTo>
                <a:lnTo>
                  <a:pt x="564563" y="69711"/>
                </a:lnTo>
                <a:lnTo>
                  <a:pt x="564535" y="69461"/>
                </a:lnTo>
                <a:lnTo>
                  <a:pt x="564512" y="69208"/>
                </a:lnTo>
                <a:lnTo>
                  <a:pt x="564494" y="68952"/>
                </a:lnTo>
                <a:lnTo>
                  <a:pt x="564481" y="68693"/>
                </a:lnTo>
                <a:lnTo>
                  <a:pt x="564474" y="68432"/>
                </a:lnTo>
                <a:lnTo>
                  <a:pt x="564471" y="68168"/>
                </a:lnTo>
                <a:lnTo>
                  <a:pt x="564474" y="67913"/>
                </a:lnTo>
                <a:lnTo>
                  <a:pt x="564482" y="67660"/>
                </a:lnTo>
                <a:lnTo>
                  <a:pt x="564495" y="67410"/>
                </a:lnTo>
                <a:lnTo>
                  <a:pt x="564514" y="67162"/>
                </a:lnTo>
                <a:lnTo>
                  <a:pt x="564538" y="66916"/>
                </a:lnTo>
                <a:lnTo>
                  <a:pt x="564567" y="66673"/>
                </a:lnTo>
                <a:lnTo>
                  <a:pt x="564602" y="66431"/>
                </a:lnTo>
                <a:lnTo>
                  <a:pt x="564642" y="66192"/>
                </a:lnTo>
                <a:lnTo>
                  <a:pt x="564687" y="65955"/>
                </a:lnTo>
                <a:lnTo>
                  <a:pt x="564738" y="65721"/>
                </a:lnTo>
                <a:lnTo>
                  <a:pt x="564793" y="65489"/>
                </a:lnTo>
                <a:lnTo>
                  <a:pt x="564855" y="65259"/>
                </a:lnTo>
                <a:lnTo>
                  <a:pt x="564921" y="65031"/>
                </a:lnTo>
                <a:lnTo>
                  <a:pt x="564993" y="64805"/>
                </a:lnTo>
                <a:lnTo>
                  <a:pt x="565070" y="64582"/>
                </a:lnTo>
                <a:lnTo>
                  <a:pt x="565153" y="64361"/>
                </a:lnTo>
                <a:lnTo>
                  <a:pt x="565241" y="64143"/>
                </a:lnTo>
                <a:lnTo>
                  <a:pt x="565334" y="63926"/>
                </a:lnTo>
                <a:lnTo>
                  <a:pt x="565433" y="63712"/>
                </a:lnTo>
                <a:lnTo>
                  <a:pt x="565537" y="63500"/>
                </a:lnTo>
                <a:lnTo>
                  <a:pt x="565646" y="63290"/>
                </a:lnTo>
                <a:lnTo>
                  <a:pt x="565760" y="63083"/>
                </a:lnTo>
                <a:lnTo>
                  <a:pt x="565880" y="62878"/>
                </a:lnTo>
                <a:lnTo>
                  <a:pt x="566005" y="62675"/>
                </a:lnTo>
                <a:lnTo>
                  <a:pt x="566137" y="62475"/>
                </a:lnTo>
                <a:lnTo>
                  <a:pt x="566275" y="62279"/>
                </a:lnTo>
                <a:lnTo>
                  <a:pt x="566421" y="62086"/>
                </a:lnTo>
                <a:lnTo>
                  <a:pt x="566573" y="61897"/>
                </a:lnTo>
                <a:lnTo>
                  <a:pt x="566732" y="61712"/>
                </a:lnTo>
                <a:lnTo>
                  <a:pt x="566899" y="61530"/>
                </a:lnTo>
                <a:lnTo>
                  <a:pt x="567072" y="61352"/>
                </a:lnTo>
                <a:lnTo>
                  <a:pt x="567252" y="61178"/>
                </a:lnTo>
                <a:lnTo>
                  <a:pt x="567440" y="61007"/>
                </a:lnTo>
                <a:lnTo>
                  <a:pt x="567634" y="60841"/>
                </a:lnTo>
                <a:lnTo>
                  <a:pt x="567835" y="60678"/>
                </a:lnTo>
                <a:lnTo>
                  <a:pt x="568043" y="60518"/>
                </a:lnTo>
                <a:lnTo>
                  <a:pt x="568258" y="60362"/>
                </a:lnTo>
                <a:lnTo>
                  <a:pt x="568480" y="60210"/>
                </a:lnTo>
                <a:lnTo>
                  <a:pt x="568710" y="60062"/>
                </a:lnTo>
                <a:lnTo>
                  <a:pt x="568946" y="59917"/>
                </a:lnTo>
                <a:lnTo>
                  <a:pt x="569189" y="59776"/>
                </a:lnTo>
                <a:lnTo>
                  <a:pt x="569439" y="59639"/>
                </a:lnTo>
                <a:lnTo>
                  <a:pt x="569696" y="59506"/>
                </a:lnTo>
                <a:lnTo>
                  <a:pt x="569960" y="59376"/>
                </a:lnTo>
                <a:lnTo>
                  <a:pt x="570231" y="59249"/>
                </a:lnTo>
                <a:lnTo>
                  <a:pt x="570508" y="59127"/>
                </a:lnTo>
                <a:lnTo>
                  <a:pt x="570793" y="59008"/>
                </a:lnTo>
                <a:lnTo>
                  <a:pt x="571085" y="58893"/>
                </a:lnTo>
                <a:lnTo>
                  <a:pt x="571385" y="58782"/>
                </a:lnTo>
                <a:lnTo>
                  <a:pt x="571692" y="58676"/>
                </a:lnTo>
                <a:lnTo>
                  <a:pt x="572007" y="58574"/>
                </a:lnTo>
                <a:lnTo>
                  <a:pt x="572329" y="58478"/>
                </a:lnTo>
                <a:lnTo>
                  <a:pt x="572660" y="58386"/>
                </a:lnTo>
                <a:lnTo>
                  <a:pt x="572998" y="58298"/>
                </a:lnTo>
                <a:lnTo>
                  <a:pt x="573344" y="58216"/>
                </a:lnTo>
                <a:lnTo>
                  <a:pt x="573698" y="58138"/>
                </a:lnTo>
                <a:lnTo>
                  <a:pt x="574060" y="58065"/>
                </a:lnTo>
                <a:lnTo>
                  <a:pt x="574429" y="57996"/>
                </a:lnTo>
                <a:lnTo>
                  <a:pt x="574807" y="57933"/>
                </a:lnTo>
                <a:lnTo>
                  <a:pt x="575192" y="57874"/>
                </a:lnTo>
                <a:lnTo>
                  <a:pt x="575584" y="57819"/>
                </a:lnTo>
                <a:lnTo>
                  <a:pt x="575985" y="57770"/>
                </a:lnTo>
                <a:lnTo>
                  <a:pt x="576393" y="57725"/>
                </a:lnTo>
                <a:lnTo>
                  <a:pt x="576810" y="57685"/>
                </a:lnTo>
                <a:lnTo>
                  <a:pt x="577234" y="57649"/>
                </a:lnTo>
                <a:lnTo>
                  <a:pt x="577665" y="57619"/>
                </a:lnTo>
                <a:lnTo>
                  <a:pt x="578105" y="57593"/>
                </a:lnTo>
                <a:lnTo>
                  <a:pt x="578552" y="57572"/>
                </a:lnTo>
                <a:lnTo>
                  <a:pt x="579007" y="57555"/>
                </a:lnTo>
                <a:lnTo>
                  <a:pt x="579470" y="57543"/>
                </a:lnTo>
                <a:lnTo>
                  <a:pt x="579941" y="57536"/>
                </a:lnTo>
                <a:lnTo>
                  <a:pt x="580419" y="57534"/>
                </a:lnTo>
                <a:lnTo>
                  <a:pt x="595304" y="57534"/>
                </a:lnTo>
                <a:lnTo>
                  <a:pt x="595304" y="57889"/>
                </a:lnTo>
                <a:lnTo>
                  <a:pt x="595302" y="58223"/>
                </a:lnTo>
                <a:lnTo>
                  <a:pt x="595295" y="58556"/>
                </a:lnTo>
                <a:lnTo>
                  <a:pt x="595285" y="58887"/>
                </a:lnTo>
                <a:lnTo>
                  <a:pt x="595270" y="59218"/>
                </a:lnTo>
                <a:lnTo>
                  <a:pt x="595250" y="59547"/>
                </a:lnTo>
                <a:lnTo>
                  <a:pt x="595226" y="59875"/>
                </a:lnTo>
                <a:lnTo>
                  <a:pt x="595198" y="60202"/>
                </a:lnTo>
                <a:lnTo>
                  <a:pt x="595166" y="60527"/>
                </a:lnTo>
                <a:lnTo>
                  <a:pt x="595130" y="60851"/>
                </a:lnTo>
                <a:lnTo>
                  <a:pt x="595089" y="61175"/>
                </a:lnTo>
                <a:lnTo>
                  <a:pt x="595043" y="61496"/>
                </a:lnTo>
                <a:lnTo>
                  <a:pt x="594994" y="61817"/>
                </a:lnTo>
                <a:lnTo>
                  <a:pt x="594940" y="62136"/>
                </a:lnTo>
                <a:lnTo>
                  <a:pt x="594882" y="62454"/>
                </a:lnTo>
                <a:lnTo>
                  <a:pt x="594819" y="62771"/>
                </a:lnTo>
                <a:lnTo>
                  <a:pt x="594753" y="63087"/>
                </a:lnTo>
                <a:lnTo>
                  <a:pt x="594682" y="63401"/>
                </a:lnTo>
                <a:lnTo>
                  <a:pt x="594606" y="63715"/>
                </a:lnTo>
                <a:lnTo>
                  <a:pt x="594527" y="64027"/>
                </a:lnTo>
                <a:lnTo>
                  <a:pt x="594443" y="64337"/>
                </a:lnTo>
                <a:lnTo>
                  <a:pt x="594354" y="64647"/>
                </a:lnTo>
                <a:lnTo>
                  <a:pt x="594262" y="64955"/>
                </a:lnTo>
                <a:lnTo>
                  <a:pt x="594165" y="65262"/>
                </a:lnTo>
                <a:lnTo>
                  <a:pt x="594064" y="65568"/>
                </a:lnTo>
                <a:lnTo>
                  <a:pt x="593958" y="65872"/>
                </a:lnTo>
                <a:lnTo>
                  <a:pt x="593849" y="66174"/>
                </a:lnTo>
                <a:lnTo>
                  <a:pt x="593736" y="66473"/>
                </a:lnTo>
                <a:lnTo>
                  <a:pt x="593619" y="66771"/>
                </a:lnTo>
                <a:lnTo>
                  <a:pt x="593498" y="67066"/>
                </a:lnTo>
                <a:lnTo>
                  <a:pt x="593373" y="67358"/>
                </a:lnTo>
                <a:lnTo>
                  <a:pt x="593245" y="67649"/>
                </a:lnTo>
                <a:lnTo>
                  <a:pt x="593112" y="67937"/>
                </a:lnTo>
                <a:lnTo>
                  <a:pt x="592976" y="68223"/>
                </a:lnTo>
                <a:lnTo>
                  <a:pt x="592835" y="68507"/>
                </a:lnTo>
                <a:lnTo>
                  <a:pt x="592691" y="68788"/>
                </a:lnTo>
                <a:lnTo>
                  <a:pt x="592543" y="69068"/>
                </a:lnTo>
                <a:lnTo>
                  <a:pt x="592391" y="69345"/>
                </a:lnTo>
                <a:lnTo>
                  <a:pt x="592235" y="69619"/>
                </a:lnTo>
                <a:lnTo>
                  <a:pt x="592075" y="69892"/>
                </a:lnTo>
                <a:lnTo>
                  <a:pt x="591911" y="70162"/>
                </a:lnTo>
                <a:lnTo>
                  <a:pt x="591743" y="70430"/>
                </a:lnTo>
                <a:lnTo>
                  <a:pt x="591572" y="70696"/>
                </a:lnTo>
                <a:lnTo>
                  <a:pt x="591396" y="70960"/>
                </a:lnTo>
                <a:lnTo>
                  <a:pt x="591217" y="71221"/>
                </a:lnTo>
                <a:lnTo>
                  <a:pt x="591033" y="71480"/>
                </a:lnTo>
                <a:lnTo>
                  <a:pt x="590846" y="71737"/>
                </a:lnTo>
                <a:lnTo>
                  <a:pt x="590655" y="71991"/>
                </a:lnTo>
                <a:lnTo>
                  <a:pt x="590460" y="72244"/>
                </a:lnTo>
                <a:lnTo>
                  <a:pt x="590262" y="72492"/>
                </a:lnTo>
                <a:lnTo>
                  <a:pt x="590060" y="72737"/>
                </a:lnTo>
                <a:lnTo>
                  <a:pt x="589854" y="72976"/>
                </a:lnTo>
                <a:lnTo>
                  <a:pt x="589645" y="73212"/>
                </a:lnTo>
                <a:lnTo>
                  <a:pt x="589433" y="73442"/>
                </a:lnTo>
                <a:lnTo>
                  <a:pt x="589217" y="73668"/>
                </a:lnTo>
                <a:lnTo>
                  <a:pt x="588997" y="73890"/>
                </a:lnTo>
                <a:lnTo>
                  <a:pt x="588774" y="74107"/>
                </a:lnTo>
                <a:lnTo>
                  <a:pt x="588548" y="74320"/>
                </a:lnTo>
                <a:lnTo>
                  <a:pt x="588318" y="74528"/>
                </a:lnTo>
                <a:lnTo>
                  <a:pt x="588084" y="74732"/>
                </a:lnTo>
                <a:lnTo>
                  <a:pt x="587847" y="74931"/>
                </a:lnTo>
                <a:lnTo>
                  <a:pt x="587607" y="75125"/>
                </a:lnTo>
                <a:lnTo>
                  <a:pt x="587363" y="75316"/>
                </a:lnTo>
                <a:lnTo>
                  <a:pt x="587115" y="75501"/>
                </a:lnTo>
                <a:lnTo>
                  <a:pt x="586864" y="75682"/>
                </a:lnTo>
                <a:lnTo>
                  <a:pt x="586610" y="75859"/>
                </a:lnTo>
                <a:lnTo>
                  <a:pt x="586352" y="76031"/>
                </a:lnTo>
                <a:lnTo>
                  <a:pt x="586091" y="76198"/>
                </a:lnTo>
                <a:lnTo>
                  <a:pt x="585826" y="76361"/>
                </a:lnTo>
                <a:lnTo>
                  <a:pt x="585557" y="76520"/>
                </a:lnTo>
                <a:lnTo>
                  <a:pt x="585286" y="76674"/>
                </a:lnTo>
                <a:lnTo>
                  <a:pt x="585010" y="76823"/>
                </a:lnTo>
                <a:lnTo>
                  <a:pt x="584731" y="76968"/>
                </a:lnTo>
                <a:lnTo>
                  <a:pt x="584449" y="77108"/>
                </a:lnTo>
                <a:lnTo>
                  <a:pt x="584165" y="77242"/>
                </a:lnTo>
                <a:lnTo>
                  <a:pt x="583877" y="77370"/>
                </a:lnTo>
                <a:lnTo>
                  <a:pt x="583588" y="77492"/>
                </a:lnTo>
                <a:lnTo>
                  <a:pt x="583295" y="77608"/>
                </a:lnTo>
                <a:lnTo>
                  <a:pt x="583000" y="77718"/>
                </a:lnTo>
                <a:lnTo>
                  <a:pt x="582702" y="77822"/>
                </a:lnTo>
                <a:lnTo>
                  <a:pt x="582401" y="77920"/>
                </a:lnTo>
                <a:lnTo>
                  <a:pt x="582098" y="78012"/>
                </a:lnTo>
                <a:lnTo>
                  <a:pt x="581792" y="78098"/>
                </a:lnTo>
                <a:lnTo>
                  <a:pt x="581483" y="78178"/>
                </a:lnTo>
                <a:lnTo>
                  <a:pt x="581172" y="78253"/>
                </a:lnTo>
                <a:lnTo>
                  <a:pt x="580858" y="78321"/>
                </a:lnTo>
                <a:lnTo>
                  <a:pt x="580541" y="78384"/>
                </a:lnTo>
                <a:lnTo>
                  <a:pt x="580222" y="78440"/>
                </a:lnTo>
                <a:lnTo>
                  <a:pt x="579900" y="78491"/>
                </a:lnTo>
                <a:lnTo>
                  <a:pt x="579576" y="78535"/>
                </a:lnTo>
                <a:lnTo>
                  <a:pt x="579248" y="78574"/>
                </a:lnTo>
                <a:lnTo>
                  <a:pt x="578918" y="78607"/>
                </a:lnTo>
                <a:lnTo>
                  <a:pt x="578586" y="78633"/>
                </a:lnTo>
                <a:lnTo>
                  <a:pt x="578250" y="78654"/>
                </a:lnTo>
                <a:lnTo>
                  <a:pt x="577913" y="78669"/>
                </a:lnTo>
                <a:lnTo>
                  <a:pt x="577572" y="78678"/>
                </a:lnTo>
                <a:lnTo>
                  <a:pt x="577229" y="78681"/>
                </a:lnTo>
                <a:lnTo>
                  <a:pt x="576896" y="78679"/>
                </a:lnTo>
                <a:lnTo>
                  <a:pt x="576567" y="78672"/>
                </a:lnTo>
                <a:lnTo>
                  <a:pt x="576242" y="78661"/>
                </a:lnTo>
                <a:lnTo>
                  <a:pt x="575921" y="78645"/>
                </a:lnTo>
                <a:close/>
                <a:moveTo>
                  <a:pt x="723757" y="86902"/>
                </a:moveTo>
                <a:lnTo>
                  <a:pt x="724430" y="86829"/>
                </a:lnTo>
                <a:lnTo>
                  <a:pt x="725096" y="86742"/>
                </a:lnTo>
                <a:lnTo>
                  <a:pt x="725756" y="86642"/>
                </a:lnTo>
                <a:lnTo>
                  <a:pt x="726409" y="86529"/>
                </a:lnTo>
                <a:lnTo>
                  <a:pt x="727056" y="86402"/>
                </a:lnTo>
                <a:lnTo>
                  <a:pt x="727696" y="86262"/>
                </a:lnTo>
                <a:lnTo>
                  <a:pt x="728329" y="86109"/>
                </a:lnTo>
                <a:lnTo>
                  <a:pt x="728956" y="85943"/>
                </a:lnTo>
                <a:lnTo>
                  <a:pt x="729576" y="85763"/>
                </a:lnTo>
                <a:lnTo>
                  <a:pt x="730190" y="85569"/>
                </a:lnTo>
                <a:lnTo>
                  <a:pt x="730797" y="85363"/>
                </a:lnTo>
                <a:lnTo>
                  <a:pt x="731397" y="85143"/>
                </a:lnTo>
                <a:lnTo>
                  <a:pt x="731991" y="84910"/>
                </a:lnTo>
                <a:lnTo>
                  <a:pt x="732579" y="84663"/>
                </a:lnTo>
                <a:lnTo>
                  <a:pt x="733160" y="84403"/>
                </a:lnTo>
                <a:lnTo>
                  <a:pt x="733734" y="84130"/>
                </a:lnTo>
                <a:lnTo>
                  <a:pt x="734302" y="83844"/>
                </a:lnTo>
                <a:lnTo>
                  <a:pt x="734863" y="83544"/>
                </a:lnTo>
                <a:lnTo>
                  <a:pt x="735418" y="83231"/>
                </a:lnTo>
                <a:lnTo>
                  <a:pt x="735964" y="82905"/>
                </a:lnTo>
                <a:lnTo>
                  <a:pt x="736501" y="82569"/>
                </a:lnTo>
                <a:lnTo>
                  <a:pt x="737029" y="82221"/>
                </a:lnTo>
                <a:lnTo>
                  <a:pt x="737547" y="81862"/>
                </a:lnTo>
                <a:lnTo>
                  <a:pt x="738056" y="81493"/>
                </a:lnTo>
                <a:lnTo>
                  <a:pt x="738556" y="81112"/>
                </a:lnTo>
                <a:lnTo>
                  <a:pt x="739045" y="80720"/>
                </a:lnTo>
                <a:lnTo>
                  <a:pt x="739526" y="80317"/>
                </a:lnTo>
                <a:lnTo>
                  <a:pt x="739997" y="79903"/>
                </a:lnTo>
                <a:lnTo>
                  <a:pt x="740459" y="79477"/>
                </a:lnTo>
                <a:lnTo>
                  <a:pt x="740911" y="79041"/>
                </a:lnTo>
                <a:lnTo>
                  <a:pt x="741354" y="78594"/>
                </a:lnTo>
                <a:lnTo>
                  <a:pt x="741787" y="78135"/>
                </a:lnTo>
                <a:lnTo>
                  <a:pt x="742211" y="77666"/>
                </a:lnTo>
                <a:lnTo>
                  <a:pt x="742625" y="77186"/>
                </a:lnTo>
                <a:lnTo>
                  <a:pt x="743030" y="76694"/>
                </a:lnTo>
                <a:lnTo>
                  <a:pt x="743426" y="76191"/>
                </a:lnTo>
                <a:lnTo>
                  <a:pt x="743812" y="75678"/>
                </a:lnTo>
                <a:lnTo>
                  <a:pt x="744189" y="75153"/>
                </a:lnTo>
                <a:lnTo>
                  <a:pt x="744556" y="74617"/>
                </a:lnTo>
                <a:lnTo>
                  <a:pt x="744914" y="74070"/>
                </a:lnTo>
                <a:lnTo>
                  <a:pt x="745262" y="73512"/>
                </a:lnTo>
                <a:lnTo>
                  <a:pt x="745601" y="72943"/>
                </a:lnTo>
                <a:lnTo>
                  <a:pt x="745931" y="72363"/>
                </a:lnTo>
                <a:lnTo>
                  <a:pt x="746249" y="71772"/>
                </a:lnTo>
                <a:lnTo>
                  <a:pt x="746553" y="71174"/>
                </a:lnTo>
                <a:lnTo>
                  <a:pt x="746845" y="70567"/>
                </a:lnTo>
                <a:lnTo>
                  <a:pt x="747122" y="69952"/>
                </a:lnTo>
                <a:lnTo>
                  <a:pt x="747386" y="69328"/>
                </a:lnTo>
                <a:lnTo>
                  <a:pt x="747637" y="68696"/>
                </a:lnTo>
                <a:lnTo>
                  <a:pt x="747873" y="68056"/>
                </a:lnTo>
                <a:lnTo>
                  <a:pt x="748097" y="67407"/>
                </a:lnTo>
                <a:lnTo>
                  <a:pt x="748307" y="66749"/>
                </a:lnTo>
                <a:lnTo>
                  <a:pt x="748503" y="66084"/>
                </a:lnTo>
                <a:lnTo>
                  <a:pt x="748686" y="65409"/>
                </a:lnTo>
                <a:lnTo>
                  <a:pt x="748855" y="64727"/>
                </a:lnTo>
                <a:lnTo>
                  <a:pt x="749011" y="64036"/>
                </a:lnTo>
                <a:lnTo>
                  <a:pt x="749153" y="63337"/>
                </a:lnTo>
                <a:lnTo>
                  <a:pt x="749282" y="62629"/>
                </a:lnTo>
                <a:lnTo>
                  <a:pt x="749397" y="61913"/>
                </a:lnTo>
                <a:lnTo>
                  <a:pt x="749498" y="61188"/>
                </a:lnTo>
                <a:lnTo>
                  <a:pt x="749586" y="60455"/>
                </a:lnTo>
                <a:lnTo>
                  <a:pt x="749661" y="59714"/>
                </a:lnTo>
                <a:lnTo>
                  <a:pt x="749722" y="58964"/>
                </a:lnTo>
                <a:lnTo>
                  <a:pt x="749769" y="58206"/>
                </a:lnTo>
                <a:lnTo>
                  <a:pt x="749803" y="57439"/>
                </a:lnTo>
                <a:lnTo>
                  <a:pt x="749823" y="56664"/>
                </a:lnTo>
                <a:lnTo>
                  <a:pt x="749830" y="55881"/>
                </a:lnTo>
                <a:lnTo>
                  <a:pt x="749823" y="55097"/>
                </a:lnTo>
                <a:lnTo>
                  <a:pt x="749803" y="54322"/>
                </a:lnTo>
                <a:lnTo>
                  <a:pt x="749770" y="53556"/>
                </a:lnTo>
                <a:lnTo>
                  <a:pt x="749723" y="52798"/>
                </a:lnTo>
                <a:lnTo>
                  <a:pt x="749663" y="52048"/>
                </a:lnTo>
                <a:lnTo>
                  <a:pt x="749590" y="51307"/>
                </a:lnTo>
                <a:lnTo>
                  <a:pt x="749503" y="50574"/>
                </a:lnTo>
                <a:lnTo>
                  <a:pt x="749403" y="49849"/>
                </a:lnTo>
                <a:lnTo>
                  <a:pt x="749290" y="49133"/>
                </a:lnTo>
                <a:lnTo>
                  <a:pt x="749163" y="48425"/>
                </a:lnTo>
                <a:lnTo>
                  <a:pt x="749023" y="47726"/>
                </a:lnTo>
                <a:lnTo>
                  <a:pt x="748870" y="47035"/>
                </a:lnTo>
                <a:lnTo>
                  <a:pt x="748703" y="46353"/>
                </a:lnTo>
                <a:lnTo>
                  <a:pt x="748523" y="45679"/>
                </a:lnTo>
                <a:lnTo>
                  <a:pt x="748330" y="45013"/>
                </a:lnTo>
                <a:lnTo>
                  <a:pt x="748123" y="44356"/>
                </a:lnTo>
                <a:lnTo>
                  <a:pt x="747903" y="43707"/>
                </a:lnTo>
                <a:lnTo>
                  <a:pt x="747670" y="43067"/>
                </a:lnTo>
                <a:lnTo>
                  <a:pt x="747423" y="42435"/>
                </a:lnTo>
                <a:lnTo>
                  <a:pt x="747163" y="41811"/>
                </a:lnTo>
                <a:lnTo>
                  <a:pt x="746890" y="41196"/>
                </a:lnTo>
                <a:lnTo>
                  <a:pt x="746603" y="40589"/>
                </a:lnTo>
                <a:lnTo>
                  <a:pt x="746303" y="39991"/>
                </a:lnTo>
                <a:lnTo>
                  <a:pt x="745990" y="39401"/>
                </a:lnTo>
                <a:lnTo>
                  <a:pt x="745665" y="38820"/>
                </a:lnTo>
                <a:lnTo>
                  <a:pt x="745331" y="38251"/>
                </a:lnTo>
                <a:lnTo>
                  <a:pt x="744988" y="37693"/>
                </a:lnTo>
                <a:lnTo>
                  <a:pt x="744635" y="37146"/>
                </a:lnTo>
                <a:lnTo>
                  <a:pt x="744272" y="36610"/>
                </a:lnTo>
                <a:lnTo>
                  <a:pt x="743901" y="36085"/>
                </a:lnTo>
                <a:lnTo>
                  <a:pt x="743519" y="35571"/>
                </a:lnTo>
                <a:lnTo>
                  <a:pt x="743129" y="35068"/>
                </a:lnTo>
                <a:lnTo>
                  <a:pt x="742728" y="34577"/>
                </a:lnTo>
                <a:lnTo>
                  <a:pt x="742319" y="34096"/>
                </a:lnTo>
                <a:lnTo>
                  <a:pt x="741900" y="33627"/>
                </a:lnTo>
                <a:lnTo>
                  <a:pt x="741471" y="33168"/>
                </a:lnTo>
                <a:lnTo>
                  <a:pt x="741033" y="32721"/>
                </a:lnTo>
                <a:lnTo>
                  <a:pt x="740586" y="32284"/>
                </a:lnTo>
                <a:lnTo>
                  <a:pt x="740129" y="31859"/>
                </a:lnTo>
                <a:lnTo>
                  <a:pt x="739663" y="31445"/>
                </a:lnTo>
                <a:lnTo>
                  <a:pt x="739188" y="31042"/>
                </a:lnTo>
                <a:lnTo>
                  <a:pt x="738703" y="30650"/>
                </a:lnTo>
                <a:lnTo>
                  <a:pt x="738208" y="30269"/>
                </a:lnTo>
                <a:lnTo>
                  <a:pt x="737704" y="29899"/>
                </a:lnTo>
                <a:lnTo>
                  <a:pt x="737191" y="29541"/>
                </a:lnTo>
                <a:lnTo>
                  <a:pt x="736668" y="29193"/>
                </a:lnTo>
                <a:lnTo>
                  <a:pt x="736136" y="28856"/>
                </a:lnTo>
                <a:lnTo>
                  <a:pt x="735594" y="28531"/>
                </a:lnTo>
                <a:lnTo>
                  <a:pt x="735044" y="28217"/>
                </a:lnTo>
                <a:lnTo>
                  <a:pt x="734488" y="27917"/>
                </a:lnTo>
                <a:lnTo>
                  <a:pt x="733925" y="27631"/>
                </a:lnTo>
                <a:lnTo>
                  <a:pt x="733355" y="27358"/>
                </a:lnTo>
                <a:lnTo>
                  <a:pt x="732778" y="27098"/>
                </a:lnTo>
                <a:lnTo>
                  <a:pt x="732194" y="26851"/>
                </a:lnTo>
                <a:lnTo>
                  <a:pt x="731604" y="26618"/>
                </a:lnTo>
                <a:lnTo>
                  <a:pt x="731007" y="26398"/>
                </a:lnTo>
                <a:lnTo>
                  <a:pt x="730403" y="26191"/>
                </a:lnTo>
                <a:lnTo>
                  <a:pt x="729792" y="25998"/>
                </a:lnTo>
                <a:lnTo>
                  <a:pt x="729175" y="25818"/>
                </a:lnTo>
                <a:lnTo>
                  <a:pt x="728550" y="25651"/>
                </a:lnTo>
                <a:lnTo>
                  <a:pt x="727919" y="25498"/>
                </a:lnTo>
                <a:lnTo>
                  <a:pt x="727282" y="25358"/>
                </a:lnTo>
                <a:lnTo>
                  <a:pt x="726637" y="25231"/>
                </a:lnTo>
                <a:lnTo>
                  <a:pt x="725986" y="25118"/>
                </a:lnTo>
                <a:lnTo>
                  <a:pt x="725328" y="25018"/>
                </a:lnTo>
                <a:lnTo>
                  <a:pt x="724663" y="24931"/>
                </a:lnTo>
                <a:lnTo>
                  <a:pt x="723991" y="24858"/>
                </a:lnTo>
                <a:lnTo>
                  <a:pt x="723313" y="24798"/>
                </a:lnTo>
                <a:lnTo>
                  <a:pt x="722627" y="24751"/>
                </a:lnTo>
                <a:lnTo>
                  <a:pt x="721935" y="24718"/>
                </a:lnTo>
                <a:lnTo>
                  <a:pt x="721237" y="24698"/>
                </a:lnTo>
                <a:lnTo>
                  <a:pt x="720531" y="24691"/>
                </a:lnTo>
                <a:lnTo>
                  <a:pt x="719845" y="24698"/>
                </a:lnTo>
                <a:lnTo>
                  <a:pt x="719164" y="24718"/>
                </a:lnTo>
                <a:lnTo>
                  <a:pt x="718489" y="24751"/>
                </a:lnTo>
                <a:lnTo>
                  <a:pt x="717819" y="24798"/>
                </a:lnTo>
                <a:lnTo>
                  <a:pt x="717155" y="24858"/>
                </a:lnTo>
                <a:lnTo>
                  <a:pt x="716496" y="24931"/>
                </a:lnTo>
                <a:lnTo>
                  <a:pt x="715843" y="25018"/>
                </a:lnTo>
                <a:lnTo>
                  <a:pt x="715196" y="25118"/>
                </a:lnTo>
                <a:lnTo>
                  <a:pt x="714554" y="25231"/>
                </a:lnTo>
                <a:lnTo>
                  <a:pt x="713917" y="25358"/>
                </a:lnTo>
                <a:lnTo>
                  <a:pt x="713286" y="25498"/>
                </a:lnTo>
                <a:lnTo>
                  <a:pt x="712661" y="25651"/>
                </a:lnTo>
                <a:lnTo>
                  <a:pt x="712041" y="25818"/>
                </a:lnTo>
                <a:lnTo>
                  <a:pt x="711426" y="25998"/>
                </a:lnTo>
                <a:lnTo>
                  <a:pt x="710818" y="26191"/>
                </a:lnTo>
                <a:lnTo>
                  <a:pt x="710214" y="26398"/>
                </a:lnTo>
                <a:lnTo>
                  <a:pt x="709617" y="26618"/>
                </a:lnTo>
                <a:lnTo>
                  <a:pt x="709024" y="26851"/>
                </a:lnTo>
                <a:lnTo>
                  <a:pt x="708438" y="27098"/>
                </a:lnTo>
                <a:lnTo>
                  <a:pt x="707856" y="27358"/>
                </a:lnTo>
                <a:lnTo>
                  <a:pt x="707281" y="27631"/>
                </a:lnTo>
                <a:lnTo>
                  <a:pt x="706711" y="27917"/>
                </a:lnTo>
                <a:lnTo>
                  <a:pt x="706146" y="28217"/>
                </a:lnTo>
                <a:lnTo>
                  <a:pt x="705587" y="28531"/>
                </a:lnTo>
                <a:lnTo>
                  <a:pt x="705036" y="28856"/>
                </a:lnTo>
                <a:lnTo>
                  <a:pt x="704494" y="29193"/>
                </a:lnTo>
                <a:lnTo>
                  <a:pt x="703963" y="29541"/>
                </a:lnTo>
                <a:lnTo>
                  <a:pt x="703441" y="29899"/>
                </a:lnTo>
                <a:lnTo>
                  <a:pt x="702929" y="30269"/>
                </a:lnTo>
                <a:lnTo>
                  <a:pt x="702427" y="30650"/>
                </a:lnTo>
                <a:lnTo>
                  <a:pt x="701934" y="31042"/>
                </a:lnTo>
                <a:lnTo>
                  <a:pt x="701452" y="31445"/>
                </a:lnTo>
                <a:lnTo>
                  <a:pt x="700979" y="31859"/>
                </a:lnTo>
                <a:lnTo>
                  <a:pt x="700517" y="32284"/>
                </a:lnTo>
                <a:lnTo>
                  <a:pt x="700064" y="32721"/>
                </a:lnTo>
                <a:lnTo>
                  <a:pt x="699621" y="33168"/>
                </a:lnTo>
                <a:lnTo>
                  <a:pt x="699188" y="33627"/>
                </a:lnTo>
                <a:lnTo>
                  <a:pt x="698764" y="34096"/>
                </a:lnTo>
                <a:lnTo>
                  <a:pt x="698351" y="34577"/>
                </a:lnTo>
                <a:lnTo>
                  <a:pt x="697947" y="35068"/>
                </a:lnTo>
                <a:lnTo>
                  <a:pt x="697553" y="35571"/>
                </a:lnTo>
                <a:lnTo>
                  <a:pt x="697169" y="36085"/>
                </a:lnTo>
                <a:lnTo>
                  <a:pt x="696795" y="36610"/>
                </a:lnTo>
                <a:lnTo>
                  <a:pt x="696431" y="37146"/>
                </a:lnTo>
                <a:lnTo>
                  <a:pt x="696076" y="37693"/>
                </a:lnTo>
                <a:lnTo>
                  <a:pt x="695732" y="38251"/>
                </a:lnTo>
                <a:lnTo>
                  <a:pt x="695397" y="38820"/>
                </a:lnTo>
                <a:lnTo>
                  <a:pt x="695072" y="39401"/>
                </a:lnTo>
                <a:lnTo>
                  <a:pt x="694759" y="39991"/>
                </a:lnTo>
                <a:lnTo>
                  <a:pt x="694459" y="40590"/>
                </a:lnTo>
                <a:lnTo>
                  <a:pt x="694172" y="41198"/>
                </a:lnTo>
                <a:lnTo>
                  <a:pt x="693899" y="41814"/>
                </a:lnTo>
                <a:lnTo>
                  <a:pt x="693639" y="42440"/>
                </a:lnTo>
                <a:lnTo>
                  <a:pt x="693392" y="43074"/>
                </a:lnTo>
                <a:lnTo>
                  <a:pt x="693159" y="43717"/>
                </a:lnTo>
                <a:lnTo>
                  <a:pt x="692939" y="44369"/>
                </a:lnTo>
                <a:lnTo>
                  <a:pt x="692732" y="45029"/>
                </a:lnTo>
                <a:lnTo>
                  <a:pt x="692539" y="45699"/>
                </a:lnTo>
                <a:lnTo>
                  <a:pt x="692359" y="46377"/>
                </a:lnTo>
                <a:lnTo>
                  <a:pt x="692192" y="47064"/>
                </a:lnTo>
                <a:lnTo>
                  <a:pt x="692039" y="47760"/>
                </a:lnTo>
                <a:lnTo>
                  <a:pt x="691899" y="48465"/>
                </a:lnTo>
                <a:lnTo>
                  <a:pt x="691772" y="49179"/>
                </a:lnTo>
                <a:lnTo>
                  <a:pt x="691659" y="49901"/>
                </a:lnTo>
                <a:lnTo>
                  <a:pt x="691559" y="50632"/>
                </a:lnTo>
                <a:lnTo>
                  <a:pt x="691472" y="51372"/>
                </a:lnTo>
                <a:lnTo>
                  <a:pt x="691399" y="52121"/>
                </a:lnTo>
                <a:lnTo>
                  <a:pt x="691339" y="52879"/>
                </a:lnTo>
                <a:lnTo>
                  <a:pt x="691292" y="53645"/>
                </a:lnTo>
                <a:lnTo>
                  <a:pt x="691259" y="54421"/>
                </a:lnTo>
                <a:lnTo>
                  <a:pt x="691239" y="55205"/>
                </a:lnTo>
                <a:lnTo>
                  <a:pt x="691232" y="55998"/>
                </a:lnTo>
                <a:lnTo>
                  <a:pt x="691239" y="56772"/>
                </a:lnTo>
                <a:lnTo>
                  <a:pt x="691259" y="57538"/>
                </a:lnTo>
                <a:lnTo>
                  <a:pt x="691292" y="58295"/>
                </a:lnTo>
                <a:lnTo>
                  <a:pt x="691337" y="59045"/>
                </a:lnTo>
                <a:lnTo>
                  <a:pt x="691397" y="59787"/>
                </a:lnTo>
                <a:lnTo>
                  <a:pt x="691469" y="60521"/>
                </a:lnTo>
                <a:lnTo>
                  <a:pt x="691554" y="61247"/>
                </a:lnTo>
                <a:lnTo>
                  <a:pt x="691652" y="61965"/>
                </a:lnTo>
                <a:lnTo>
                  <a:pt x="691764" y="62675"/>
                </a:lnTo>
                <a:lnTo>
                  <a:pt x="691889" y="63376"/>
                </a:lnTo>
                <a:lnTo>
                  <a:pt x="692027" y="64070"/>
                </a:lnTo>
                <a:lnTo>
                  <a:pt x="692178" y="64756"/>
                </a:lnTo>
                <a:lnTo>
                  <a:pt x="692342" y="65434"/>
                </a:lnTo>
                <a:lnTo>
                  <a:pt x="692519" y="66104"/>
                </a:lnTo>
                <a:lnTo>
                  <a:pt x="692709" y="66766"/>
                </a:lnTo>
                <a:lnTo>
                  <a:pt x="692913" y="67420"/>
                </a:lnTo>
                <a:lnTo>
                  <a:pt x="693129" y="68065"/>
                </a:lnTo>
                <a:lnTo>
                  <a:pt x="693359" y="68703"/>
                </a:lnTo>
                <a:lnTo>
                  <a:pt x="693602" y="69333"/>
                </a:lnTo>
                <a:lnTo>
                  <a:pt x="693858" y="69955"/>
                </a:lnTo>
                <a:lnTo>
                  <a:pt x="694127" y="70569"/>
                </a:lnTo>
                <a:lnTo>
                  <a:pt x="694409" y="71175"/>
                </a:lnTo>
                <a:lnTo>
                  <a:pt x="694704" y="71773"/>
                </a:lnTo>
                <a:lnTo>
                  <a:pt x="695013" y="72363"/>
                </a:lnTo>
                <a:lnTo>
                  <a:pt x="695333" y="72943"/>
                </a:lnTo>
                <a:lnTo>
                  <a:pt x="695663" y="73512"/>
                </a:lnTo>
                <a:lnTo>
                  <a:pt x="696002" y="74070"/>
                </a:lnTo>
                <a:lnTo>
                  <a:pt x="696352" y="74617"/>
                </a:lnTo>
                <a:lnTo>
                  <a:pt x="696711" y="75153"/>
                </a:lnTo>
                <a:lnTo>
                  <a:pt x="697081" y="75678"/>
                </a:lnTo>
                <a:lnTo>
                  <a:pt x="697460" y="76191"/>
                </a:lnTo>
                <a:lnTo>
                  <a:pt x="697849" y="76694"/>
                </a:lnTo>
                <a:lnTo>
                  <a:pt x="698248" y="77186"/>
                </a:lnTo>
                <a:lnTo>
                  <a:pt x="698656" y="77666"/>
                </a:lnTo>
                <a:lnTo>
                  <a:pt x="699075" y="78135"/>
                </a:lnTo>
                <a:lnTo>
                  <a:pt x="699503" y="78594"/>
                </a:lnTo>
                <a:lnTo>
                  <a:pt x="699941" y="79041"/>
                </a:lnTo>
                <a:lnTo>
                  <a:pt x="700389" y="79477"/>
                </a:lnTo>
                <a:lnTo>
                  <a:pt x="700847" y="79903"/>
                </a:lnTo>
                <a:lnTo>
                  <a:pt x="701315" y="80317"/>
                </a:lnTo>
                <a:lnTo>
                  <a:pt x="701792" y="80720"/>
                </a:lnTo>
                <a:lnTo>
                  <a:pt x="702280" y="81112"/>
                </a:lnTo>
                <a:lnTo>
                  <a:pt x="702777" y="81493"/>
                </a:lnTo>
                <a:lnTo>
                  <a:pt x="703284" y="81862"/>
                </a:lnTo>
                <a:lnTo>
                  <a:pt x="703801" y="82221"/>
                </a:lnTo>
                <a:lnTo>
                  <a:pt x="704327" y="82569"/>
                </a:lnTo>
                <a:lnTo>
                  <a:pt x="704864" y="82905"/>
                </a:lnTo>
                <a:lnTo>
                  <a:pt x="705410" y="83231"/>
                </a:lnTo>
                <a:lnTo>
                  <a:pt x="705965" y="83544"/>
                </a:lnTo>
                <a:lnTo>
                  <a:pt x="706525" y="83844"/>
                </a:lnTo>
                <a:lnTo>
                  <a:pt x="707090" y="84130"/>
                </a:lnTo>
                <a:lnTo>
                  <a:pt x="707662" y="84403"/>
                </a:lnTo>
                <a:lnTo>
                  <a:pt x="708239" y="84663"/>
                </a:lnTo>
                <a:lnTo>
                  <a:pt x="708822" y="84910"/>
                </a:lnTo>
                <a:lnTo>
                  <a:pt x="709410" y="85143"/>
                </a:lnTo>
                <a:lnTo>
                  <a:pt x="710005" y="85363"/>
                </a:lnTo>
                <a:lnTo>
                  <a:pt x="710605" y="85569"/>
                </a:lnTo>
                <a:lnTo>
                  <a:pt x="711211" y="85763"/>
                </a:lnTo>
                <a:lnTo>
                  <a:pt x="711822" y="85943"/>
                </a:lnTo>
                <a:lnTo>
                  <a:pt x="712439" y="86109"/>
                </a:lnTo>
                <a:lnTo>
                  <a:pt x="713063" y="86262"/>
                </a:lnTo>
                <a:lnTo>
                  <a:pt x="713691" y="86402"/>
                </a:lnTo>
                <a:lnTo>
                  <a:pt x="714326" y="86529"/>
                </a:lnTo>
                <a:lnTo>
                  <a:pt x="714966" y="86642"/>
                </a:lnTo>
                <a:lnTo>
                  <a:pt x="715612" y="86742"/>
                </a:lnTo>
                <a:lnTo>
                  <a:pt x="716264" y="86829"/>
                </a:lnTo>
                <a:lnTo>
                  <a:pt x="716921" y="86902"/>
                </a:lnTo>
                <a:lnTo>
                  <a:pt x="717585" y="86962"/>
                </a:lnTo>
                <a:lnTo>
                  <a:pt x="718254" y="87009"/>
                </a:lnTo>
                <a:lnTo>
                  <a:pt x="718928" y="87042"/>
                </a:lnTo>
                <a:lnTo>
                  <a:pt x="719609" y="87062"/>
                </a:lnTo>
                <a:lnTo>
                  <a:pt x="720295" y="87069"/>
                </a:lnTo>
                <a:lnTo>
                  <a:pt x="721001" y="87062"/>
                </a:lnTo>
                <a:lnTo>
                  <a:pt x="721700" y="87042"/>
                </a:lnTo>
                <a:lnTo>
                  <a:pt x="722392" y="87009"/>
                </a:lnTo>
                <a:lnTo>
                  <a:pt x="723078" y="86962"/>
                </a:lnTo>
                <a:lnTo>
                  <a:pt x="723757" y="86902"/>
                </a:lnTo>
                <a:close/>
                <a:moveTo>
                  <a:pt x="718331" y="78453"/>
                </a:moveTo>
                <a:lnTo>
                  <a:pt x="717922" y="78405"/>
                </a:lnTo>
                <a:lnTo>
                  <a:pt x="717516" y="78348"/>
                </a:lnTo>
                <a:lnTo>
                  <a:pt x="717113" y="78281"/>
                </a:lnTo>
                <a:lnTo>
                  <a:pt x="716712" y="78206"/>
                </a:lnTo>
                <a:lnTo>
                  <a:pt x="716314" y="78123"/>
                </a:lnTo>
                <a:lnTo>
                  <a:pt x="715918" y="78030"/>
                </a:lnTo>
                <a:lnTo>
                  <a:pt x="715526" y="77929"/>
                </a:lnTo>
                <a:lnTo>
                  <a:pt x="715136" y="77818"/>
                </a:lnTo>
                <a:lnTo>
                  <a:pt x="714748" y="77699"/>
                </a:lnTo>
                <a:lnTo>
                  <a:pt x="714363" y="77572"/>
                </a:lnTo>
                <a:lnTo>
                  <a:pt x="713981" y="77435"/>
                </a:lnTo>
                <a:lnTo>
                  <a:pt x="713602" y="77289"/>
                </a:lnTo>
                <a:lnTo>
                  <a:pt x="713225" y="77135"/>
                </a:lnTo>
                <a:lnTo>
                  <a:pt x="712851" y="76972"/>
                </a:lnTo>
                <a:lnTo>
                  <a:pt x="712480" y="76800"/>
                </a:lnTo>
                <a:lnTo>
                  <a:pt x="712111" y="76619"/>
                </a:lnTo>
                <a:lnTo>
                  <a:pt x="711745" y="76429"/>
                </a:lnTo>
                <a:lnTo>
                  <a:pt x="711381" y="76231"/>
                </a:lnTo>
                <a:lnTo>
                  <a:pt x="711020" y="76024"/>
                </a:lnTo>
                <a:lnTo>
                  <a:pt x="710664" y="75808"/>
                </a:lnTo>
                <a:lnTo>
                  <a:pt x="710313" y="75583"/>
                </a:lnTo>
                <a:lnTo>
                  <a:pt x="709968" y="75349"/>
                </a:lnTo>
                <a:lnTo>
                  <a:pt x="709629" y="75107"/>
                </a:lnTo>
                <a:lnTo>
                  <a:pt x="709295" y="74855"/>
                </a:lnTo>
                <a:lnTo>
                  <a:pt x="708968" y="74595"/>
                </a:lnTo>
                <a:lnTo>
                  <a:pt x="708646" y="74326"/>
                </a:lnTo>
                <a:lnTo>
                  <a:pt x="708329" y="74048"/>
                </a:lnTo>
                <a:lnTo>
                  <a:pt x="708019" y="73762"/>
                </a:lnTo>
                <a:lnTo>
                  <a:pt x="707714" y="73466"/>
                </a:lnTo>
                <a:lnTo>
                  <a:pt x="707415" y="73162"/>
                </a:lnTo>
                <a:lnTo>
                  <a:pt x="707122" y="72849"/>
                </a:lnTo>
                <a:lnTo>
                  <a:pt x="706834" y="72527"/>
                </a:lnTo>
                <a:lnTo>
                  <a:pt x="706552" y="72196"/>
                </a:lnTo>
                <a:lnTo>
                  <a:pt x="706276" y="71857"/>
                </a:lnTo>
                <a:lnTo>
                  <a:pt x="706006" y="71508"/>
                </a:lnTo>
                <a:lnTo>
                  <a:pt x="705741" y="71151"/>
                </a:lnTo>
                <a:lnTo>
                  <a:pt x="705482" y="70785"/>
                </a:lnTo>
                <a:lnTo>
                  <a:pt x="705229" y="70410"/>
                </a:lnTo>
                <a:lnTo>
                  <a:pt x="704982" y="70027"/>
                </a:lnTo>
                <a:lnTo>
                  <a:pt x="704740" y="69634"/>
                </a:lnTo>
                <a:lnTo>
                  <a:pt x="704504" y="69233"/>
                </a:lnTo>
                <a:lnTo>
                  <a:pt x="704274" y="68823"/>
                </a:lnTo>
                <a:lnTo>
                  <a:pt x="704049" y="68404"/>
                </a:lnTo>
                <a:lnTo>
                  <a:pt x="703833" y="67976"/>
                </a:lnTo>
                <a:lnTo>
                  <a:pt x="703625" y="67541"/>
                </a:lnTo>
                <a:lnTo>
                  <a:pt x="703427" y="67097"/>
                </a:lnTo>
                <a:lnTo>
                  <a:pt x="703238" y="66645"/>
                </a:lnTo>
                <a:lnTo>
                  <a:pt x="703058" y="66185"/>
                </a:lnTo>
                <a:lnTo>
                  <a:pt x="702887" y="65716"/>
                </a:lnTo>
                <a:lnTo>
                  <a:pt x="702725" y="65240"/>
                </a:lnTo>
                <a:lnTo>
                  <a:pt x="702573" y="64755"/>
                </a:lnTo>
                <a:lnTo>
                  <a:pt x="702430" y="64262"/>
                </a:lnTo>
                <a:lnTo>
                  <a:pt x="702296" y="63760"/>
                </a:lnTo>
                <a:lnTo>
                  <a:pt x="702172" y="63251"/>
                </a:lnTo>
                <a:lnTo>
                  <a:pt x="702057" y="62733"/>
                </a:lnTo>
                <a:lnTo>
                  <a:pt x="701950" y="62207"/>
                </a:lnTo>
                <a:lnTo>
                  <a:pt x="701854" y="61673"/>
                </a:lnTo>
                <a:lnTo>
                  <a:pt x="701766" y="61131"/>
                </a:lnTo>
                <a:lnTo>
                  <a:pt x="701688" y="60580"/>
                </a:lnTo>
                <a:lnTo>
                  <a:pt x="701618" y="60022"/>
                </a:lnTo>
                <a:lnTo>
                  <a:pt x="701558" y="59455"/>
                </a:lnTo>
                <a:lnTo>
                  <a:pt x="701508" y="58880"/>
                </a:lnTo>
                <a:lnTo>
                  <a:pt x="701466" y="58296"/>
                </a:lnTo>
                <a:lnTo>
                  <a:pt x="701434" y="57705"/>
                </a:lnTo>
                <a:lnTo>
                  <a:pt x="701411" y="57105"/>
                </a:lnTo>
                <a:lnTo>
                  <a:pt x="701397" y="56497"/>
                </a:lnTo>
                <a:lnTo>
                  <a:pt x="701392" y="55881"/>
                </a:lnTo>
                <a:lnTo>
                  <a:pt x="701397" y="55255"/>
                </a:lnTo>
                <a:lnTo>
                  <a:pt x="701411" y="54638"/>
                </a:lnTo>
                <a:lnTo>
                  <a:pt x="701434" y="54030"/>
                </a:lnTo>
                <a:lnTo>
                  <a:pt x="701466" y="53431"/>
                </a:lnTo>
                <a:lnTo>
                  <a:pt x="701508" y="52841"/>
                </a:lnTo>
                <a:lnTo>
                  <a:pt x="701558" y="52259"/>
                </a:lnTo>
                <a:lnTo>
                  <a:pt x="701618" y="51687"/>
                </a:lnTo>
                <a:lnTo>
                  <a:pt x="701688" y="51123"/>
                </a:lnTo>
                <a:lnTo>
                  <a:pt x="701766" y="50568"/>
                </a:lnTo>
                <a:lnTo>
                  <a:pt x="701854" y="50021"/>
                </a:lnTo>
                <a:lnTo>
                  <a:pt x="701950" y="49484"/>
                </a:lnTo>
                <a:lnTo>
                  <a:pt x="702057" y="48955"/>
                </a:lnTo>
                <a:lnTo>
                  <a:pt x="702172" y="48436"/>
                </a:lnTo>
                <a:lnTo>
                  <a:pt x="702296" y="47925"/>
                </a:lnTo>
                <a:lnTo>
                  <a:pt x="702430" y="47422"/>
                </a:lnTo>
                <a:lnTo>
                  <a:pt x="702573" y="46929"/>
                </a:lnTo>
                <a:lnTo>
                  <a:pt x="702725" y="46445"/>
                </a:lnTo>
                <a:lnTo>
                  <a:pt x="702887" y="45969"/>
                </a:lnTo>
                <a:lnTo>
                  <a:pt x="703058" y="45502"/>
                </a:lnTo>
                <a:lnTo>
                  <a:pt x="703238" y="45044"/>
                </a:lnTo>
                <a:lnTo>
                  <a:pt x="703427" y="44595"/>
                </a:lnTo>
                <a:lnTo>
                  <a:pt x="703625" y="44154"/>
                </a:lnTo>
                <a:lnTo>
                  <a:pt x="703833" y="43723"/>
                </a:lnTo>
                <a:lnTo>
                  <a:pt x="704049" y="43300"/>
                </a:lnTo>
                <a:lnTo>
                  <a:pt x="704274" y="42886"/>
                </a:lnTo>
                <a:lnTo>
                  <a:pt x="704505" y="42480"/>
                </a:lnTo>
                <a:lnTo>
                  <a:pt x="704742" y="42083"/>
                </a:lnTo>
                <a:lnTo>
                  <a:pt x="704985" y="41695"/>
                </a:lnTo>
                <a:lnTo>
                  <a:pt x="705234" y="41315"/>
                </a:lnTo>
                <a:lnTo>
                  <a:pt x="705490" y="40944"/>
                </a:lnTo>
                <a:lnTo>
                  <a:pt x="705751" y="40582"/>
                </a:lnTo>
                <a:lnTo>
                  <a:pt x="706019" y="40228"/>
                </a:lnTo>
                <a:lnTo>
                  <a:pt x="706293" y="39882"/>
                </a:lnTo>
                <a:lnTo>
                  <a:pt x="706573" y="39546"/>
                </a:lnTo>
                <a:lnTo>
                  <a:pt x="706859" y="39218"/>
                </a:lnTo>
                <a:lnTo>
                  <a:pt x="707151" y="38898"/>
                </a:lnTo>
                <a:lnTo>
                  <a:pt x="707450" y="38588"/>
                </a:lnTo>
                <a:lnTo>
                  <a:pt x="707754" y="38285"/>
                </a:lnTo>
                <a:lnTo>
                  <a:pt x="708065" y="37992"/>
                </a:lnTo>
                <a:lnTo>
                  <a:pt x="708382" y="37707"/>
                </a:lnTo>
                <a:lnTo>
                  <a:pt x="708705" y="37431"/>
                </a:lnTo>
                <a:lnTo>
                  <a:pt x="709035" y="37163"/>
                </a:lnTo>
                <a:lnTo>
                  <a:pt x="709370" y="36904"/>
                </a:lnTo>
                <a:lnTo>
                  <a:pt x="709712" y="36653"/>
                </a:lnTo>
                <a:lnTo>
                  <a:pt x="710059" y="36412"/>
                </a:lnTo>
                <a:lnTo>
                  <a:pt x="710413" y="36178"/>
                </a:lnTo>
                <a:lnTo>
                  <a:pt x="710773" y="35954"/>
                </a:lnTo>
                <a:lnTo>
                  <a:pt x="711139" y="35738"/>
                </a:lnTo>
                <a:lnTo>
                  <a:pt x="711509" y="35531"/>
                </a:lnTo>
                <a:lnTo>
                  <a:pt x="711881" y="35332"/>
                </a:lnTo>
                <a:lnTo>
                  <a:pt x="712255" y="35143"/>
                </a:lnTo>
                <a:lnTo>
                  <a:pt x="712631" y="34962"/>
                </a:lnTo>
                <a:lnTo>
                  <a:pt x="713009" y="34790"/>
                </a:lnTo>
                <a:lnTo>
                  <a:pt x="713388" y="34627"/>
                </a:lnTo>
                <a:lnTo>
                  <a:pt x="713769" y="34472"/>
                </a:lnTo>
                <a:lnTo>
                  <a:pt x="714152" y="34327"/>
                </a:lnTo>
                <a:lnTo>
                  <a:pt x="714537" y="34190"/>
                </a:lnTo>
                <a:lnTo>
                  <a:pt x="714924" y="34062"/>
                </a:lnTo>
                <a:lnTo>
                  <a:pt x="715312" y="33943"/>
                </a:lnTo>
                <a:lnTo>
                  <a:pt x="715703" y="33833"/>
                </a:lnTo>
                <a:lnTo>
                  <a:pt x="716095" y="33731"/>
                </a:lnTo>
                <a:lnTo>
                  <a:pt x="716489" y="33639"/>
                </a:lnTo>
                <a:lnTo>
                  <a:pt x="716885" y="33555"/>
                </a:lnTo>
                <a:lnTo>
                  <a:pt x="717283" y="33480"/>
                </a:lnTo>
                <a:lnTo>
                  <a:pt x="717682" y="33414"/>
                </a:lnTo>
                <a:lnTo>
                  <a:pt x="718084" y="33357"/>
                </a:lnTo>
                <a:lnTo>
                  <a:pt x="718487" y="33308"/>
                </a:lnTo>
                <a:lnTo>
                  <a:pt x="718892" y="33268"/>
                </a:lnTo>
                <a:lnTo>
                  <a:pt x="719299" y="33238"/>
                </a:lnTo>
                <a:lnTo>
                  <a:pt x="719708" y="33215"/>
                </a:lnTo>
                <a:lnTo>
                  <a:pt x="720119" y="33202"/>
                </a:lnTo>
                <a:lnTo>
                  <a:pt x="720531" y="33198"/>
                </a:lnTo>
                <a:lnTo>
                  <a:pt x="720963" y="33202"/>
                </a:lnTo>
                <a:lnTo>
                  <a:pt x="721391" y="33215"/>
                </a:lnTo>
                <a:lnTo>
                  <a:pt x="721817" y="33238"/>
                </a:lnTo>
                <a:lnTo>
                  <a:pt x="722239" y="33268"/>
                </a:lnTo>
                <a:lnTo>
                  <a:pt x="722659" y="33308"/>
                </a:lnTo>
                <a:lnTo>
                  <a:pt x="723075" y="33357"/>
                </a:lnTo>
                <a:lnTo>
                  <a:pt x="723488" y="33414"/>
                </a:lnTo>
                <a:lnTo>
                  <a:pt x="723899" y="33480"/>
                </a:lnTo>
                <a:lnTo>
                  <a:pt x="724306" y="33555"/>
                </a:lnTo>
                <a:lnTo>
                  <a:pt x="724710" y="33639"/>
                </a:lnTo>
                <a:lnTo>
                  <a:pt x="725110" y="33731"/>
                </a:lnTo>
                <a:lnTo>
                  <a:pt x="725508" y="33833"/>
                </a:lnTo>
                <a:lnTo>
                  <a:pt x="725903" y="33943"/>
                </a:lnTo>
                <a:lnTo>
                  <a:pt x="726295" y="34062"/>
                </a:lnTo>
                <a:lnTo>
                  <a:pt x="726683" y="34190"/>
                </a:lnTo>
                <a:lnTo>
                  <a:pt x="727069" y="34327"/>
                </a:lnTo>
                <a:lnTo>
                  <a:pt x="727451" y="34472"/>
                </a:lnTo>
                <a:lnTo>
                  <a:pt x="727831" y="34627"/>
                </a:lnTo>
                <a:lnTo>
                  <a:pt x="728207" y="34790"/>
                </a:lnTo>
                <a:lnTo>
                  <a:pt x="728580" y="34962"/>
                </a:lnTo>
                <a:lnTo>
                  <a:pt x="728950" y="35143"/>
                </a:lnTo>
                <a:lnTo>
                  <a:pt x="729317" y="35332"/>
                </a:lnTo>
                <a:lnTo>
                  <a:pt x="729681" y="35531"/>
                </a:lnTo>
                <a:lnTo>
                  <a:pt x="730042" y="35738"/>
                </a:lnTo>
                <a:lnTo>
                  <a:pt x="730398" y="35954"/>
                </a:lnTo>
                <a:lnTo>
                  <a:pt x="730749" y="36178"/>
                </a:lnTo>
                <a:lnTo>
                  <a:pt x="731094" y="36412"/>
                </a:lnTo>
                <a:lnTo>
                  <a:pt x="731433" y="36653"/>
                </a:lnTo>
                <a:lnTo>
                  <a:pt x="731767" y="36904"/>
                </a:lnTo>
                <a:lnTo>
                  <a:pt x="732095" y="37163"/>
                </a:lnTo>
                <a:lnTo>
                  <a:pt x="732417" y="37431"/>
                </a:lnTo>
                <a:lnTo>
                  <a:pt x="732733" y="37707"/>
                </a:lnTo>
                <a:lnTo>
                  <a:pt x="733043" y="37992"/>
                </a:lnTo>
                <a:lnTo>
                  <a:pt x="733348" y="38285"/>
                </a:lnTo>
                <a:lnTo>
                  <a:pt x="733647" y="38588"/>
                </a:lnTo>
                <a:lnTo>
                  <a:pt x="733940" y="38898"/>
                </a:lnTo>
                <a:lnTo>
                  <a:pt x="734228" y="39218"/>
                </a:lnTo>
                <a:lnTo>
                  <a:pt x="734510" y="39546"/>
                </a:lnTo>
                <a:lnTo>
                  <a:pt x="734786" y="39882"/>
                </a:lnTo>
                <a:lnTo>
                  <a:pt x="735056" y="40228"/>
                </a:lnTo>
                <a:lnTo>
                  <a:pt x="735320" y="40582"/>
                </a:lnTo>
                <a:lnTo>
                  <a:pt x="735579" y="40944"/>
                </a:lnTo>
                <a:lnTo>
                  <a:pt x="735832" y="41315"/>
                </a:lnTo>
                <a:lnTo>
                  <a:pt x="736079" y="41695"/>
                </a:lnTo>
                <a:lnTo>
                  <a:pt x="736321" y="42083"/>
                </a:lnTo>
                <a:lnTo>
                  <a:pt x="736557" y="42480"/>
                </a:lnTo>
                <a:lnTo>
                  <a:pt x="736787" y="42886"/>
                </a:lnTo>
                <a:lnTo>
                  <a:pt x="737011" y="43300"/>
                </a:lnTo>
                <a:lnTo>
                  <a:pt x="737228" y="43723"/>
                </a:lnTo>
                <a:lnTo>
                  <a:pt x="737436" y="44154"/>
                </a:lnTo>
                <a:lnTo>
                  <a:pt x="737634" y="44595"/>
                </a:lnTo>
                <a:lnTo>
                  <a:pt x="737824" y="45044"/>
                </a:lnTo>
                <a:lnTo>
                  <a:pt x="738004" y="45502"/>
                </a:lnTo>
                <a:lnTo>
                  <a:pt x="738174" y="45969"/>
                </a:lnTo>
                <a:lnTo>
                  <a:pt x="738336" y="46445"/>
                </a:lnTo>
                <a:lnTo>
                  <a:pt x="738488" y="46929"/>
                </a:lnTo>
                <a:lnTo>
                  <a:pt x="738631" y="47422"/>
                </a:lnTo>
                <a:lnTo>
                  <a:pt x="738765" y="47925"/>
                </a:lnTo>
                <a:lnTo>
                  <a:pt x="738890" y="48436"/>
                </a:lnTo>
                <a:lnTo>
                  <a:pt x="739005" y="48955"/>
                </a:lnTo>
                <a:lnTo>
                  <a:pt x="739111" y="49484"/>
                </a:lnTo>
                <a:lnTo>
                  <a:pt x="739208" y="50021"/>
                </a:lnTo>
                <a:lnTo>
                  <a:pt x="739296" y="50568"/>
                </a:lnTo>
                <a:lnTo>
                  <a:pt x="739375" y="51123"/>
                </a:lnTo>
                <a:lnTo>
                  <a:pt x="739444" y="51687"/>
                </a:lnTo>
                <a:lnTo>
                  <a:pt x="739504" y="52259"/>
                </a:lnTo>
                <a:lnTo>
                  <a:pt x="739555" y="52841"/>
                </a:lnTo>
                <a:lnTo>
                  <a:pt x="739596" y="53431"/>
                </a:lnTo>
                <a:lnTo>
                  <a:pt x="739628" y="54030"/>
                </a:lnTo>
                <a:lnTo>
                  <a:pt x="739652" y="54638"/>
                </a:lnTo>
                <a:lnTo>
                  <a:pt x="739665" y="55255"/>
                </a:lnTo>
                <a:lnTo>
                  <a:pt x="739670" y="55881"/>
                </a:lnTo>
                <a:lnTo>
                  <a:pt x="739665" y="56497"/>
                </a:lnTo>
                <a:lnTo>
                  <a:pt x="739651" y="57105"/>
                </a:lnTo>
                <a:lnTo>
                  <a:pt x="739628" y="57705"/>
                </a:lnTo>
                <a:lnTo>
                  <a:pt x="739595" y="58296"/>
                </a:lnTo>
                <a:lnTo>
                  <a:pt x="739552" y="58880"/>
                </a:lnTo>
                <a:lnTo>
                  <a:pt x="739500" y="59455"/>
                </a:lnTo>
                <a:lnTo>
                  <a:pt x="739439" y="60022"/>
                </a:lnTo>
                <a:lnTo>
                  <a:pt x="739368" y="60580"/>
                </a:lnTo>
                <a:lnTo>
                  <a:pt x="739288" y="61131"/>
                </a:lnTo>
                <a:lnTo>
                  <a:pt x="739198" y="61673"/>
                </a:lnTo>
                <a:lnTo>
                  <a:pt x="739099" y="62207"/>
                </a:lnTo>
                <a:lnTo>
                  <a:pt x="738990" y="62733"/>
                </a:lnTo>
                <a:lnTo>
                  <a:pt x="738872" y="63251"/>
                </a:lnTo>
                <a:lnTo>
                  <a:pt x="738745" y="63760"/>
                </a:lnTo>
                <a:lnTo>
                  <a:pt x="738608" y="64262"/>
                </a:lnTo>
                <a:lnTo>
                  <a:pt x="738462" y="64755"/>
                </a:lnTo>
                <a:lnTo>
                  <a:pt x="738306" y="65240"/>
                </a:lnTo>
                <a:lnTo>
                  <a:pt x="738141" y="65716"/>
                </a:lnTo>
                <a:lnTo>
                  <a:pt x="737966" y="66185"/>
                </a:lnTo>
                <a:lnTo>
                  <a:pt x="737782" y="66645"/>
                </a:lnTo>
                <a:lnTo>
                  <a:pt x="737589" y="67097"/>
                </a:lnTo>
                <a:lnTo>
                  <a:pt x="737386" y="67541"/>
                </a:lnTo>
                <a:lnTo>
                  <a:pt x="737173" y="67976"/>
                </a:lnTo>
                <a:lnTo>
                  <a:pt x="736952" y="68404"/>
                </a:lnTo>
                <a:lnTo>
                  <a:pt x="736722" y="68823"/>
                </a:lnTo>
                <a:lnTo>
                  <a:pt x="736487" y="69233"/>
                </a:lnTo>
                <a:lnTo>
                  <a:pt x="736247" y="69634"/>
                </a:lnTo>
                <a:lnTo>
                  <a:pt x="736000" y="70027"/>
                </a:lnTo>
                <a:lnTo>
                  <a:pt x="735748" y="70410"/>
                </a:lnTo>
                <a:lnTo>
                  <a:pt x="735490" y="70785"/>
                </a:lnTo>
                <a:lnTo>
                  <a:pt x="735226" y="71151"/>
                </a:lnTo>
                <a:lnTo>
                  <a:pt x="734957" y="71508"/>
                </a:lnTo>
                <a:lnTo>
                  <a:pt x="734681" y="71857"/>
                </a:lnTo>
                <a:lnTo>
                  <a:pt x="734400" y="72196"/>
                </a:lnTo>
                <a:lnTo>
                  <a:pt x="734114" y="72527"/>
                </a:lnTo>
                <a:lnTo>
                  <a:pt x="733821" y="72849"/>
                </a:lnTo>
                <a:lnTo>
                  <a:pt x="733523" y="73162"/>
                </a:lnTo>
                <a:lnTo>
                  <a:pt x="733219" y="73466"/>
                </a:lnTo>
                <a:lnTo>
                  <a:pt x="732909" y="73762"/>
                </a:lnTo>
                <a:lnTo>
                  <a:pt x="732594" y="74048"/>
                </a:lnTo>
                <a:lnTo>
                  <a:pt x="732273" y="74326"/>
                </a:lnTo>
                <a:lnTo>
                  <a:pt x="731946" y="74595"/>
                </a:lnTo>
                <a:lnTo>
                  <a:pt x="731613" y="74855"/>
                </a:lnTo>
                <a:lnTo>
                  <a:pt x="731275" y="75107"/>
                </a:lnTo>
                <a:lnTo>
                  <a:pt x="730931" y="75349"/>
                </a:lnTo>
                <a:lnTo>
                  <a:pt x="730581" y="75583"/>
                </a:lnTo>
                <a:lnTo>
                  <a:pt x="730225" y="75808"/>
                </a:lnTo>
                <a:lnTo>
                  <a:pt x="729864" y="76024"/>
                </a:lnTo>
                <a:lnTo>
                  <a:pt x="729498" y="76231"/>
                </a:lnTo>
                <a:lnTo>
                  <a:pt x="729130" y="76429"/>
                </a:lnTo>
                <a:lnTo>
                  <a:pt x="728760" y="76619"/>
                </a:lnTo>
                <a:lnTo>
                  <a:pt x="728387" y="76800"/>
                </a:lnTo>
                <a:lnTo>
                  <a:pt x="728012" y="76972"/>
                </a:lnTo>
                <a:lnTo>
                  <a:pt x="727634" y="77135"/>
                </a:lnTo>
                <a:lnTo>
                  <a:pt x="727254" y="77289"/>
                </a:lnTo>
                <a:lnTo>
                  <a:pt x="726872" y="77435"/>
                </a:lnTo>
                <a:lnTo>
                  <a:pt x="726486" y="77572"/>
                </a:lnTo>
                <a:lnTo>
                  <a:pt x="726099" y="77699"/>
                </a:lnTo>
                <a:lnTo>
                  <a:pt x="725709" y="77818"/>
                </a:lnTo>
                <a:lnTo>
                  <a:pt x="725316" y="77929"/>
                </a:lnTo>
                <a:lnTo>
                  <a:pt x="724921" y="78030"/>
                </a:lnTo>
                <a:lnTo>
                  <a:pt x="724524" y="78123"/>
                </a:lnTo>
                <a:lnTo>
                  <a:pt x="724124" y="78206"/>
                </a:lnTo>
                <a:lnTo>
                  <a:pt x="723722" y="78281"/>
                </a:lnTo>
                <a:lnTo>
                  <a:pt x="723317" y="78348"/>
                </a:lnTo>
                <a:lnTo>
                  <a:pt x="722910" y="78405"/>
                </a:lnTo>
                <a:lnTo>
                  <a:pt x="722500" y="78453"/>
                </a:lnTo>
                <a:lnTo>
                  <a:pt x="722088" y="78493"/>
                </a:lnTo>
                <a:lnTo>
                  <a:pt x="721673" y="78524"/>
                </a:lnTo>
                <a:lnTo>
                  <a:pt x="721256" y="78546"/>
                </a:lnTo>
                <a:lnTo>
                  <a:pt x="720836" y="78559"/>
                </a:lnTo>
                <a:lnTo>
                  <a:pt x="720414" y="78564"/>
                </a:lnTo>
                <a:lnTo>
                  <a:pt x="719992" y="78559"/>
                </a:lnTo>
                <a:lnTo>
                  <a:pt x="719573" y="78546"/>
                </a:lnTo>
                <a:lnTo>
                  <a:pt x="719156" y="78524"/>
                </a:lnTo>
                <a:lnTo>
                  <a:pt x="718742" y="78493"/>
                </a:lnTo>
                <a:lnTo>
                  <a:pt x="718331" y="78453"/>
                </a:lnTo>
                <a:close/>
                <a:moveTo>
                  <a:pt x="676229" y="85652"/>
                </a:moveTo>
                <a:lnTo>
                  <a:pt x="676229" y="26110"/>
                </a:lnTo>
                <a:lnTo>
                  <a:pt x="666306" y="26110"/>
                </a:lnTo>
                <a:lnTo>
                  <a:pt x="666306" y="85652"/>
                </a:lnTo>
                <a:lnTo>
                  <a:pt x="676229" y="8565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F3144-D889-446F-ADD2-D00D9AC4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582" y="3292968"/>
            <a:ext cx="1979070" cy="500931"/>
          </a:xfrm>
          <a:custGeom xmlns:a="http://schemas.openxmlformats.org/drawingml/2006/main">
            <a:pathLst>
              <a:path w="1979070" h="500931">
                <a:moveTo>
                  <a:pt x="0" y="500931"/>
                </a:moveTo>
                <a:lnTo>
                  <a:pt x="0" y="0"/>
                </a:lnTo>
                <a:lnTo>
                  <a:pt x="1979070" y="0"/>
                </a:lnTo>
                <a:lnTo>
                  <a:pt x="1979070" y="500931"/>
                </a:lnTo>
                <a:lnTo>
                  <a:pt x="0" y="50093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NEncoderBlocks">
            <a:extLst xmlns:a="http://schemas.openxmlformats.org/drawingml/2006/main">
              <a:ext uri="{FF2B5EF4-FFF2-40B4-BE49-F238E27FC236}">
                <a16:creationId xmlns:a16="http://schemas.microsoft.com/office/drawing/2014/main" id="{FD489F4A-D565-4E36-9B09-8A60A4D9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962" y="3468385"/>
            <a:ext cx="1405978" cy="129716"/>
          </a:xfrm>
          <a:custGeom xmlns:a="http://schemas.openxmlformats.org/drawingml/2006/main">
            <a:pathLst>
              <a:path w="1405978" h="129716">
                <a:moveTo>
                  <a:pt x="618998" y="129650"/>
                </a:moveTo>
                <a:lnTo>
                  <a:pt x="619646" y="129612"/>
                </a:lnTo>
                <a:lnTo>
                  <a:pt x="620288" y="129567"/>
                </a:lnTo>
                <a:lnTo>
                  <a:pt x="620923" y="129513"/>
                </a:lnTo>
                <a:lnTo>
                  <a:pt x="621552" y="129450"/>
                </a:lnTo>
                <a:lnTo>
                  <a:pt x="622174" y="129380"/>
                </a:lnTo>
                <a:lnTo>
                  <a:pt x="622789" y="129301"/>
                </a:lnTo>
                <a:lnTo>
                  <a:pt x="623397" y="129214"/>
                </a:lnTo>
                <a:lnTo>
                  <a:pt x="623998" y="129118"/>
                </a:lnTo>
                <a:lnTo>
                  <a:pt x="624593" y="129015"/>
                </a:lnTo>
                <a:lnTo>
                  <a:pt x="625181" y="128903"/>
                </a:lnTo>
                <a:lnTo>
                  <a:pt x="625762" y="128782"/>
                </a:lnTo>
                <a:lnTo>
                  <a:pt x="626336" y="128654"/>
                </a:lnTo>
                <a:lnTo>
                  <a:pt x="626904" y="128517"/>
                </a:lnTo>
                <a:lnTo>
                  <a:pt x="627465" y="128371"/>
                </a:lnTo>
                <a:lnTo>
                  <a:pt x="628019" y="128218"/>
                </a:lnTo>
                <a:lnTo>
                  <a:pt x="628566" y="128056"/>
                </a:lnTo>
                <a:lnTo>
                  <a:pt x="629107" y="127886"/>
                </a:lnTo>
                <a:lnTo>
                  <a:pt x="629640" y="127708"/>
                </a:lnTo>
                <a:lnTo>
                  <a:pt x="630168" y="127521"/>
                </a:lnTo>
                <a:lnTo>
                  <a:pt x="630688" y="127326"/>
                </a:lnTo>
                <a:lnTo>
                  <a:pt x="631202" y="127124"/>
                </a:lnTo>
                <a:lnTo>
                  <a:pt x="631709" y="126917"/>
                </a:lnTo>
                <a:lnTo>
                  <a:pt x="632211" y="126705"/>
                </a:lnTo>
                <a:lnTo>
                  <a:pt x="632706" y="126489"/>
                </a:lnTo>
                <a:lnTo>
                  <a:pt x="633195" y="126267"/>
                </a:lnTo>
                <a:lnTo>
                  <a:pt x="633678" y="126041"/>
                </a:lnTo>
                <a:lnTo>
                  <a:pt x="634155" y="125809"/>
                </a:lnTo>
                <a:lnTo>
                  <a:pt x="634626" y="125573"/>
                </a:lnTo>
                <a:lnTo>
                  <a:pt x="635091" y="125332"/>
                </a:lnTo>
                <a:lnTo>
                  <a:pt x="635549" y="125086"/>
                </a:lnTo>
                <a:lnTo>
                  <a:pt x="636001" y="124834"/>
                </a:lnTo>
                <a:lnTo>
                  <a:pt x="636447" y="124578"/>
                </a:lnTo>
                <a:lnTo>
                  <a:pt x="636887" y="124318"/>
                </a:lnTo>
                <a:lnTo>
                  <a:pt x="637321" y="124052"/>
                </a:lnTo>
                <a:lnTo>
                  <a:pt x="637749" y="123781"/>
                </a:lnTo>
                <a:lnTo>
                  <a:pt x="638170" y="123505"/>
                </a:lnTo>
                <a:lnTo>
                  <a:pt x="638585" y="123225"/>
                </a:lnTo>
                <a:lnTo>
                  <a:pt x="638994" y="122939"/>
                </a:lnTo>
                <a:lnTo>
                  <a:pt x="639397" y="122649"/>
                </a:lnTo>
                <a:lnTo>
                  <a:pt x="639794" y="122353"/>
                </a:lnTo>
                <a:lnTo>
                  <a:pt x="640185" y="122053"/>
                </a:lnTo>
                <a:lnTo>
                  <a:pt x="640569" y="121748"/>
                </a:lnTo>
                <a:lnTo>
                  <a:pt x="640948" y="121438"/>
                </a:lnTo>
                <a:lnTo>
                  <a:pt x="641320" y="121123"/>
                </a:lnTo>
                <a:lnTo>
                  <a:pt x="641686" y="120804"/>
                </a:lnTo>
                <a:lnTo>
                  <a:pt x="642047" y="120483"/>
                </a:lnTo>
                <a:lnTo>
                  <a:pt x="642402" y="120161"/>
                </a:lnTo>
                <a:lnTo>
                  <a:pt x="642752" y="119836"/>
                </a:lnTo>
                <a:lnTo>
                  <a:pt x="643096" y="119508"/>
                </a:lnTo>
                <a:lnTo>
                  <a:pt x="643435" y="119179"/>
                </a:lnTo>
                <a:lnTo>
                  <a:pt x="643768" y="118848"/>
                </a:lnTo>
                <a:lnTo>
                  <a:pt x="644096" y="118514"/>
                </a:lnTo>
                <a:lnTo>
                  <a:pt x="644418" y="118178"/>
                </a:lnTo>
                <a:lnTo>
                  <a:pt x="644734" y="117840"/>
                </a:lnTo>
                <a:lnTo>
                  <a:pt x="645045" y="117500"/>
                </a:lnTo>
                <a:lnTo>
                  <a:pt x="645351" y="117158"/>
                </a:lnTo>
                <a:lnTo>
                  <a:pt x="645651" y="116814"/>
                </a:lnTo>
                <a:lnTo>
                  <a:pt x="645945" y="116467"/>
                </a:lnTo>
                <a:lnTo>
                  <a:pt x="646234" y="116118"/>
                </a:lnTo>
                <a:lnTo>
                  <a:pt x="646518" y="115768"/>
                </a:lnTo>
                <a:lnTo>
                  <a:pt x="646795" y="115415"/>
                </a:lnTo>
                <a:lnTo>
                  <a:pt x="647068" y="115060"/>
                </a:lnTo>
                <a:lnTo>
                  <a:pt x="647335" y="114702"/>
                </a:lnTo>
                <a:lnTo>
                  <a:pt x="647596" y="114343"/>
                </a:lnTo>
                <a:lnTo>
                  <a:pt x="647852" y="113981"/>
                </a:lnTo>
                <a:lnTo>
                  <a:pt x="648102" y="113618"/>
                </a:lnTo>
                <a:lnTo>
                  <a:pt x="648346" y="113252"/>
                </a:lnTo>
                <a:lnTo>
                  <a:pt x="648586" y="112884"/>
                </a:lnTo>
                <a:lnTo>
                  <a:pt x="649827" y="127591"/>
                </a:lnTo>
                <a:lnTo>
                  <a:pt x="663295" y="127591"/>
                </a:lnTo>
                <a:lnTo>
                  <a:pt x="663295" y="0"/>
                </a:lnTo>
                <a:lnTo>
                  <a:pt x="648410" y="0"/>
                </a:lnTo>
                <a:lnTo>
                  <a:pt x="648410" y="52985"/>
                </a:lnTo>
                <a:lnTo>
                  <a:pt x="648034" y="52326"/>
                </a:lnTo>
                <a:lnTo>
                  <a:pt x="647645" y="51680"/>
                </a:lnTo>
                <a:lnTo>
                  <a:pt x="647242" y="51047"/>
                </a:lnTo>
                <a:lnTo>
                  <a:pt x="646827" y="50425"/>
                </a:lnTo>
                <a:lnTo>
                  <a:pt x="646398" y="49816"/>
                </a:lnTo>
                <a:lnTo>
                  <a:pt x="645956" y="49219"/>
                </a:lnTo>
                <a:lnTo>
                  <a:pt x="645500" y="48635"/>
                </a:lnTo>
                <a:lnTo>
                  <a:pt x="645032" y="48063"/>
                </a:lnTo>
                <a:lnTo>
                  <a:pt x="644550" y="47503"/>
                </a:lnTo>
                <a:lnTo>
                  <a:pt x="644055" y="46955"/>
                </a:lnTo>
                <a:lnTo>
                  <a:pt x="643547" y="46420"/>
                </a:lnTo>
                <a:lnTo>
                  <a:pt x="643025" y="45897"/>
                </a:lnTo>
                <a:lnTo>
                  <a:pt x="642491" y="45386"/>
                </a:lnTo>
                <a:lnTo>
                  <a:pt x="641943" y="44888"/>
                </a:lnTo>
                <a:lnTo>
                  <a:pt x="641382" y="44402"/>
                </a:lnTo>
                <a:lnTo>
                  <a:pt x="640807" y="43928"/>
                </a:lnTo>
                <a:lnTo>
                  <a:pt x="640220" y="43467"/>
                </a:lnTo>
                <a:lnTo>
                  <a:pt x="639619" y="43018"/>
                </a:lnTo>
                <a:lnTo>
                  <a:pt x="639005" y="42581"/>
                </a:lnTo>
                <a:lnTo>
                  <a:pt x="638378" y="42156"/>
                </a:lnTo>
                <a:lnTo>
                  <a:pt x="637737" y="41744"/>
                </a:lnTo>
                <a:lnTo>
                  <a:pt x="637083" y="41344"/>
                </a:lnTo>
                <a:lnTo>
                  <a:pt x="636416" y="40957"/>
                </a:lnTo>
                <a:lnTo>
                  <a:pt x="635736" y="40582"/>
                </a:lnTo>
                <a:lnTo>
                  <a:pt x="635045" y="40220"/>
                </a:lnTo>
                <a:lnTo>
                  <a:pt x="634344" y="39874"/>
                </a:lnTo>
                <a:lnTo>
                  <a:pt x="633633" y="39543"/>
                </a:lnTo>
                <a:lnTo>
                  <a:pt x="632914" y="39227"/>
                </a:lnTo>
                <a:lnTo>
                  <a:pt x="632184" y="38927"/>
                </a:lnTo>
                <a:lnTo>
                  <a:pt x="631445" y="38643"/>
                </a:lnTo>
                <a:lnTo>
                  <a:pt x="630696" y="38373"/>
                </a:lnTo>
                <a:lnTo>
                  <a:pt x="629938" y="38119"/>
                </a:lnTo>
                <a:lnTo>
                  <a:pt x="629171" y="37881"/>
                </a:lnTo>
                <a:lnTo>
                  <a:pt x="628393" y="37658"/>
                </a:lnTo>
                <a:lnTo>
                  <a:pt x="627607" y="37450"/>
                </a:lnTo>
                <a:lnTo>
                  <a:pt x="626810" y="37258"/>
                </a:lnTo>
                <a:lnTo>
                  <a:pt x="626004" y="37081"/>
                </a:lnTo>
                <a:lnTo>
                  <a:pt x="625189" y="36919"/>
                </a:lnTo>
                <a:lnTo>
                  <a:pt x="624364" y="36773"/>
                </a:lnTo>
                <a:lnTo>
                  <a:pt x="623530" y="36642"/>
                </a:lnTo>
                <a:lnTo>
                  <a:pt x="622686" y="36527"/>
                </a:lnTo>
                <a:lnTo>
                  <a:pt x="621832" y="36427"/>
                </a:lnTo>
                <a:lnTo>
                  <a:pt x="620969" y="36342"/>
                </a:lnTo>
                <a:lnTo>
                  <a:pt x="620097" y="36273"/>
                </a:lnTo>
                <a:lnTo>
                  <a:pt x="619214" y="36219"/>
                </a:lnTo>
                <a:lnTo>
                  <a:pt x="618323" y="36180"/>
                </a:lnTo>
                <a:lnTo>
                  <a:pt x="617422" y="36157"/>
                </a:lnTo>
                <a:lnTo>
                  <a:pt x="616511" y="36150"/>
                </a:lnTo>
                <a:lnTo>
                  <a:pt x="615438" y="36160"/>
                </a:lnTo>
                <a:lnTo>
                  <a:pt x="614376" y="36192"/>
                </a:lnTo>
                <a:lnTo>
                  <a:pt x="613325" y="36244"/>
                </a:lnTo>
                <a:lnTo>
                  <a:pt x="612285" y="36317"/>
                </a:lnTo>
                <a:lnTo>
                  <a:pt x="611255" y="36411"/>
                </a:lnTo>
                <a:lnTo>
                  <a:pt x="610236" y="36526"/>
                </a:lnTo>
                <a:lnTo>
                  <a:pt x="609228" y="36662"/>
                </a:lnTo>
                <a:lnTo>
                  <a:pt x="608231" y="36819"/>
                </a:lnTo>
                <a:lnTo>
                  <a:pt x="607245" y="36997"/>
                </a:lnTo>
                <a:lnTo>
                  <a:pt x="606269" y="37196"/>
                </a:lnTo>
                <a:lnTo>
                  <a:pt x="605304" y="37416"/>
                </a:lnTo>
                <a:lnTo>
                  <a:pt x="604350" y="37657"/>
                </a:lnTo>
                <a:lnTo>
                  <a:pt x="603406" y="37918"/>
                </a:lnTo>
                <a:lnTo>
                  <a:pt x="602473" y="38201"/>
                </a:lnTo>
                <a:lnTo>
                  <a:pt x="601551" y="38504"/>
                </a:lnTo>
                <a:lnTo>
                  <a:pt x="600640" y="38828"/>
                </a:lnTo>
                <a:lnTo>
                  <a:pt x="599740" y="39174"/>
                </a:lnTo>
                <a:lnTo>
                  <a:pt x="598850" y="39540"/>
                </a:lnTo>
                <a:lnTo>
                  <a:pt x="597971" y="39927"/>
                </a:lnTo>
                <a:lnTo>
                  <a:pt x="597103" y="40335"/>
                </a:lnTo>
                <a:lnTo>
                  <a:pt x="596245" y="40764"/>
                </a:lnTo>
                <a:lnTo>
                  <a:pt x="595399" y="41214"/>
                </a:lnTo>
                <a:lnTo>
                  <a:pt x="594563" y="41685"/>
                </a:lnTo>
                <a:lnTo>
                  <a:pt x="593738" y="42177"/>
                </a:lnTo>
                <a:lnTo>
                  <a:pt x="592926" y="42687"/>
                </a:lnTo>
                <a:lnTo>
                  <a:pt x="592130" y="43212"/>
                </a:lnTo>
                <a:lnTo>
                  <a:pt x="591350" y="43754"/>
                </a:lnTo>
                <a:lnTo>
                  <a:pt x="590585" y="44311"/>
                </a:lnTo>
                <a:lnTo>
                  <a:pt x="589836" y="44883"/>
                </a:lnTo>
                <a:lnTo>
                  <a:pt x="589103" y="45472"/>
                </a:lnTo>
                <a:lnTo>
                  <a:pt x="588385" y="46076"/>
                </a:lnTo>
                <a:lnTo>
                  <a:pt x="587683" y="46696"/>
                </a:lnTo>
                <a:lnTo>
                  <a:pt x="586997" y="47331"/>
                </a:lnTo>
                <a:lnTo>
                  <a:pt x="586327" y="47982"/>
                </a:lnTo>
                <a:lnTo>
                  <a:pt x="585672" y="48649"/>
                </a:lnTo>
                <a:lnTo>
                  <a:pt x="585033" y="49332"/>
                </a:lnTo>
                <a:lnTo>
                  <a:pt x="584409" y="50030"/>
                </a:lnTo>
                <a:lnTo>
                  <a:pt x="583802" y="50744"/>
                </a:lnTo>
                <a:lnTo>
                  <a:pt x="583210" y="51474"/>
                </a:lnTo>
                <a:lnTo>
                  <a:pt x="582633" y="52219"/>
                </a:lnTo>
                <a:lnTo>
                  <a:pt x="582073" y="52980"/>
                </a:lnTo>
                <a:lnTo>
                  <a:pt x="581528" y="53757"/>
                </a:lnTo>
                <a:lnTo>
                  <a:pt x="580998" y="54549"/>
                </a:lnTo>
                <a:lnTo>
                  <a:pt x="580485" y="55357"/>
                </a:lnTo>
                <a:lnTo>
                  <a:pt x="579987" y="56181"/>
                </a:lnTo>
                <a:lnTo>
                  <a:pt x="579505" y="57021"/>
                </a:lnTo>
                <a:lnTo>
                  <a:pt x="579038" y="57876"/>
                </a:lnTo>
                <a:lnTo>
                  <a:pt x="578587" y="58747"/>
                </a:lnTo>
                <a:lnTo>
                  <a:pt x="578153" y="59631"/>
                </a:lnTo>
                <a:lnTo>
                  <a:pt x="577738" y="60524"/>
                </a:lnTo>
                <a:lnTo>
                  <a:pt x="577341" y="61428"/>
                </a:lnTo>
                <a:lnTo>
                  <a:pt x="576963" y="62342"/>
                </a:lnTo>
                <a:lnTo>
                  <a:pt x="576603" y="63267"/>
                </a:lnTo>
                <a:lnTo>
                  <a:pt x="576261" y="64201"/>
                </a:lnTo>
                <a:lnTo>
                  <a:pt x="575938" y="65146"/>
                </a:lnTo>
                <a:lnTo>
                  <a:pt x="575634" y="66100"/>
                </a:lnTo>
                <a:lnTo>
                  <a:pt x="575348" y="67065"/>
                </a:lnTo>
                <a:lnTo>
                  <a:pt x="575080" y="68040"/>
                </a:lnTo>
                <a:lnTo>
                  <a:pt x="574831" y="69025"/>
                </a:lnTo>
                <a:lnTo>
                  <a:pt x="574600" y="70021"/>
                </a:lnTo>
                <a:lnTo>
                  <a:pt x="574388" y="71026"/>
                </a:lnTo>
                <a:lnTo>
                  <a:pt x="574194" y="72042"/>
                </a:lnTo>
                <a:lnTo>
                  <a:pt x="574019" y="73067"/>
                </a:lnTo>
                <a:lnTo>
                  <a:pt x="573862" y="74103"/>
                </a:lnTo>
                <a:lnTo>
                  <a:pt x="573723" y="75149"/>
                </a:lnTo>
                <a:lnTo>
                  <a:pt x="573603" y="76206"/>
                </a:lnTo>
                <a:lnTo>
                  <a:pt x="573502" y="77272"/>
                </a:lnTo>
                <a:lnTo>
                  <a:pt x="573419" y="78348"/>
                </a:lnTo>
                <a:lnTo>
                  <a:pt x="573354" y="79435"/>
                </a:lnTo>
                <a:lnTo>
                  <a:pt x="573308" y="80532"/>
                </a:lnTo>
                <a:lnTo>
                  <a:pt x="573280" y="81639"/>
                </a:lnTo>
                <a:lnTo>
                  <a:pt x="573271" y="82756"/>
                </a:lnTo>
                <a:lnTo>
                  <a:pt x="573280" y="83873"/>
                </a:lnTo>
                <a:lnTo>
                  <a:pt x="573308" y="84981"/>
                </a:lnTo>
                <a:lnTo>
                  <a:pt x="573354" y="86079"/>
                </a:lnTo>
                <a:lnTo>
                  <a:pt x="573419" y="87167"/>
                </a:lnTo>
                <a:lnTo>
                  <a:pt x="573502" y="88245"/>
                </a:lnTo>
                <a:lnTo>
                  <a:pt x="573603" y="89313"/>
                </a:lnTo>
                <a:lnTo>
                  <a:pt x="573723" y="90371"/>
                </a:lnTo>
                <a:lnTo>
                  <a:pt x="573862" y="91420"/>
                </a:lnTo>
                <a:lnTo>
                  <a:pt x="574019" y="92458"/>
                </a:lnTo>
                <a:lnTo>
                  <a:pt x="574194" y="93487"/>
                </a:lnTo>
                <a:lnTo>
                  <a:pt x="574388" y="94506"/>
                </a:lnTo>
                <a:lnTo>
                  <a:pt x="574600" y="95515"/>
                </a:lnTo>
                <a:lnTo>
                  <a:pt x="574831" y="96515"/>
                </a:lnTo>
                <a:lnTo>
                  <a:pt x="575080" y="97504"/>
                </a:lnTo>
                <a:lnTo>
                  <a:pt x="575348" y="98484"/>
                </a:lnTo>
                <a:lnTo>
                  <a:pt x="575634" y="99453"/>
                </a:lnTo>
                <a:lnTo>
                  <a:pt x="575938" y="100413"/>
                </a:lnTo>
                <a:lnTo>
                  <a:pt x="576261" y="101363"/>
                </a:lnTo>
                <a:lnTo>
                  <a:pt x="576603" y="102303"/>
                </a:lnTo>
                <a:lnTo>
                  <a:pt x="576963" y="103234"/>
                </a:lnTo>
                <a:lnTo>
                  <a:pt x="577341" y="104154"/>
                </a:lnTo>
                <a:lnTo>
                  <a:pt x="577738" y="105065"/>
                </a:lnTo>
                <a:lnTo>
                  <a:pt x="578153" y="105966"/>
                </a:lnTo>
                <a:lnTo>
                  <a:pt x="578587" y="106856"/>
                </a:lnTo>
                <a:lnTo>
                  <a:pt x="579038" y="107735"/>
                </a:lnTo>
                <a:lnTo>
                  <a:pt x="579504" y="108597"/>
                </a:lnTo>
                <a:lnTo>
                  <a:pt x="579985" y="109444"/>
                </a:lnTo>
                <a:lnTo>
                  <a:pt x="580482" y="110275"/>
                </a:lnTo>
                <a:lnTo>
                  <a:pt x="580995" y="111090"/>
                </a:lnTo>
                <a:lnTo>
                  <a:pt x="581522" y="111890"/>
                </a:lnTo>
                <a:lnTo>
                  <a:pt x="582065" y="112674"/>
                </a:lnTo>
                <a:lnTo>
                  <a:pt x="582623" y="113443"/>
                </a:lnTo>
                <a:lnTo>
                  <a:pt x="583197" y="114195"/>
                </a:lnTo>
                <a:lnTo>
                  <a:pt x="583786" y="114932"/>
                </a:lnTo>
                <a:lnTo>
                  <a:pt x="584391" y="115653"/>
                </a:lnTo>
                <a:lnTo>
                  <a:pt x="585011" y="116359"/>
                </a:lnTo>
                <a:lnTo>
                  <a:pt x="585646" y="117049"/>
                </a:lnTo>
                <a:lnTo>
                  <a:pt x="586296" y="117723"/>
                </a:lnTo>
                <a:lnTo>
                  <a:pt x="586962" y="118382"/>
                </a:lnTo>
                <a:lnTo>
                  <a:pt x="587644" y="119024"/>
                </a:lnTo>
                <a:lnTo>
                  <a:pt x="588341" y="119652"/>
                </a:lnTo>
                <a:lnTo>
                  <a:pt x="589053" y="120263"/>
                </a:lnTo>
                <a:lnTo>
                  <a:pt x="589780" y="120859"/>
                </a:lnTo>
                <a:lnTo>
                  <a:pt x="590523" y="121439"/>
                </a:lnTo>
                <a:lnTo>
                  <a:pt x="591281" y="122003"/>
                </a:lnTo>
                <a:lnTo>
                  <a:pt x="592055" y="122552"/>
                </a:lnTo>
                <a:lnTo>
                  <a:pt x="592844" y="123085"/>
                </a:lnTo>
                <a:lnTo>
                  <a:pt x="593648" y="123602"/>
                </a:lnTo>
                <a:lnTo>
                  <a:pt x="594466" y="124101"/>
                </a:lnTo>
                <a:lnTo>
                  <a:pt x="595295" y="124579"/>
                </a:lnTo>
                <a:lnTo>
                  <a:pt x="596135" y="125035"/>
                </a:lnTo>
                <a:lnTo>
                  <a:pt x="596986" y="125470"/>
                </a:lnTo>
                <a:lnTo>
                  <a:pt x="597849" y="125884"/>
                </a:lnTo>
                <a:lnTo>
                  <a:pt x="598722" y="126277"/>
                </a:lnTo>
                <a:lnTo>
                  <a:pt x="599606" y="126649"/>
                </a:lnTo>
                <a:lnTo>
                  <a:pt x="600502" y="126999"/>
                </a:lnTo>
                <a:lnTo>
                  <a:pt x="601408" y="127328"/>
                </a:lnTo>
                <a:lnTo>
                  <a:pt x="602326" y="127636"/>
                </a:lnTo>
                <a:lnTo>
                  <a:pt x="603254" y="127922"/>
                </a:lnTo>
                <a:lnTo>
                  <a:pt x="604194" y="128188"/>
                </a:lnTo>
                <a:lnTo>
                  <a:pt x="605145" y="128432"/>
                </a:lnTo>
                <a:lnTo>
                  <a:pt x="606107" y="128655"/>
                </a:lnTo>
                <a:lnTo>
                  <a:pt x="607080" y="128856"/>
                </a:lnTo>
                <a:lnTo>
                  <a:pt x="608064" y="129037"/>
                </a:lnTo>
                <a:lnTo>
                  <a:pt x="609059" y="129196"/>
                </a:lnTo>
                <a:lnTo>
                  <a:pt x="610065" y="129334"/>
                </a:lnTo>
                <a:lnTo>
                  <a:pt x="611082" y="129451"/>
                </a:lnTo>
                <a:lnTo>
                  <a:pt x="612111" y="129546"/>
                </a:lnTo>
                <a:lnTo>
                  <a:pt x="613150" y="129621"/>
                </a:lnTo>
                <a:lnTo>
                  <a:pt x="614201" y="129674"/>
                </a:lnTo>
                <a:lnTo>
                  <a:pt x="615262" y="129705"/>
                </a:lnTo>
                <a:lnTo>
                  <a:pt x="616335" y="129716"/>
                </a:lnTo>
                <a:lnTo>
                  <a:pt x="617011" y="129712"/>
                </a:lnTo>
                <a:lnTo>
                  <a:pt x="617680" y="129699"/>
                </a:lnTo>
                <a:lnTo>
                  <a:pt x="618342" y="129679"/>
                </a:lnTo>
                <a:lnTo>
                  <a:pt x="618998" y="129650"/>
                </a:lnTo>
                <a:close/>
                <a:moveTo>
                  <a:pt x="615266" y="116662"/>
                </a:moveTo>
                <a:lnTo>
                  <a:pt x="614573" y="116596"/>
                </a:lnTo>
                <a:lnTo>
                  <a:pt x="613887" y="116514"/>
                </a:lnTo>
                <a:lnTo>
                  <a:pt x="613207" y="116419"/>
                </a:lnTo>
                <a:lnTo>
                  <a:pt x="612534" y="116308"/>
                </a:lnTo>
                <a:lnTo>
                  <a:pt x="611868" y="116182"/>
                </a:lnTo>
                <a:lnTo>
                  <a:pt x="611209" y="116042"/>
                </a:lnTo>
                <a:lnTo>
                  <a:pt x="610556" y="115887"/>
                </a:lnTo>
                <a:lnTo>
                  <a:pt x="609910" y="115717"/>
                </a:lnTo>
                <a:lnTo>
                  <a:pt x="609271" y="115533"/>
                </a:lnTo>
                <a:lnTo>
                  <a:pt x="608639" y="115334"/>
                </a:lnTo>
                <a:lnTo>
                  <a:pt x="608013" y="115120"/>
                </a:lnTo>
                <a:lnTo>
                  <a:pt x="607395" y="114891"/>
                </a:lnTo>
                <a:lnTo>
                  <a:pt x="606783" y="114647"/>
                </a:lnTo>
                <a:lnTo>
                  <a:pt x="606177" y="114389"/>
                </a:lnTo>
                <a:lnTo>
                  <a:pt x="605579" y="114116"/>
                </a:lnTo>
                <a:lnTo>
                  <a:pt x="604987" y="113828"/>
                </a:lnTo>
                <a:lnTo>
                  <a:pt x="604402" y="113526"/>
                </a:lnTo>
                <a:lnTo>
                  <a:pt x="603824" y="113208"/>
                </a:lnTo>
                <a:lnTo>
                  <a:pt x="603253" y="112876"/>
                </a:lnTo>
                <a:lnTo>
                  <a:pt x="602688" y="112529"/>
                </a:lnTo>
                <a:lnTo>
                  <a:pt x="602132" y="112169"/>
                </a:lnTo>
                <a:lnTo>
                  <a:pt x="601587" y="111798"/>
                </a:lnTo>
                <a:lnTo>
                  <a:pt x="601052" y="111415"/>
                </a:lnTo>
                <a:lnTo>
                  <a:pt x="600527" y="111021"/>
                </a:lnTo>
                <a:lnTo>
                  <a:pt x="600013" y="110615"/>
                </a:lnTo>
                <a:lnTo>
                  <a:pt x="599510" y="110198"/>
                </a:lnTo>
                <a:lnTo>
                  <a:pt x="599016" y="109770"/>
                </a:lnTo>
                <a:lnTo>
                  <a:pt x="598534" y="109330"/>
                </a:lnTo>
                <a:lnTo>
                  <a:pt x="598061" y="108879"/>
                </a:lnTo>
                <a:lnTo>
                  <a:pt x="597600" y="108416"/>
                </a:lnTo>
                <a:lnTo>
                  <a:pt x="597148" y="107942"/>
                </a:lnTo>
                <a:lnTo>
                  <a:pt x="596707" y="107457"/>
                </a:lnTo>
                <a:lnTo>
                  <a:pt x="596277" y="106960"/>
                </a:lnTo>
                <a:lnTo>
                  <a:pt x="595857" y="106452"/>
                </a:lnTo>
                <a:lnTo>
                  <a:pt x="595447" y="105933"/>
                </a:lnTo>
                <a:lnTo>
                  <a:pt x="595048" y="105402"/>
                </a:lnTo>
                <a:lnTo>
                  <a:pt x="594660" y="104860"/>
                </a:lnTo>
                <a:lnTo>
                  <a:pt x="594281" y="104306"/>
                </a:lnTo>
                <a:lnTo>
                  <a:pt x="593914" y="103741"/>
                </a:lnTo>
                <a:lnTo>
                  <a:pt x="593556" y="103165"/>
                </a:lnTo>
                <a:lnTo>
                  <a:pt x="593209" y="102577"/>
                </a:lnTo>
                <a:lnTo>
                  <a:pt x="592873" y="101978"/>
                </a:lnTo>
                <a:lnTo>
                  <a:pt x="592547" y="101367"/>
                </a:lnTo>
                <a:lnTo>
                  <a:pt x="592232" y="100745"/>
                </a:lnTo>
                <a:lnTo>
                  <a:pt x="591928" y="100113"/>
                </a:lnTo>
                <a:lnTo>
                  <a:pt x="591637" y="99471"/>
                </a:lnTo>
                <a:lnTo>
                  <a:pt x="591360" y="98819"/>
                </a:lnTo>
                <a:lnTo>
                  <a:pt x="591095" y="98158"/>
                </a:lnTo>
                <a:lnTo>
                  <a:pt x="590843" y="97487"/>
                </a:lnTo>
                <a:lnTo>
                  <a:pt x="590604" y="96807"/>
                </a:lnTo>
                <a:lnTo>
                  <a:pt x="590378" y="96118"/>
                </a:lnTo>
                <a:lnTo>
                  <a:pt x="590165" y="95418"/>
                </a:lnTo>
                <a:lnTo>
                  <a:pt x="589964" y="94709"/>
                </a:lnTo>
                <a:lnTo>
                  <a:pt x="589777" y="93991"/>
                </a:lnTo>
                <a:lnTo>
                  <a:pt x="589603" y="93263"/>
                </a:lnTo>
                <a:lnTo>
                  <a:pt x="589441" y="92526"/>
                </a:lnTo>
                <a:lnTo>
                  <a:pt x="589293" y="91779"/>
                </a:lnTo>
                <a:lnTo>
                  <a:pt x="589157" y="91023"/>
                </a:lnTo>
                <a:lnTo>
                  <a:pt x="589034" y="90257"/>
                </a:lnTo>
                <a:lnTo>
                  <a:pt x="588924" y="89481"/>
                </a:lnTo>
                <a:lnTo>
                  <a:pt x="588827" y="88696"/>
                </a:lnTo>
                <a:lnTo>
                  <a:pt x="588743" y="87902"/>
                </a:lnTo>
                <a:lnTo>
                  <a:pt x="588672" y="87098"/>
                </a:lnTo>
                <a:lnTo>
                  <a:pt x="588614" y="86284"/>
                </a:lnTo>
                <a:lnTo>
                  <a:pt x="588569" y="85461"/>
                </a:lnTo>
                <a:lnTo>
                  <a:pt x="588537" y="84628"/>
                </a:lnTo>
                <a:lnTo>
                  <a:pt x="588517" y="83786"/>
                </a:lnTo>
                <a:lnTo>
                  <a:pt x="588511" y="82934"/>
                </a:lnTo>
                <a:lnTo>
                  <a:pt x="588517" y="82097"/>
                </a:lnTo>
                <a:lnTo>
                  <a:pt x="588537" y="81268"/>
                </a:lnTo>
                <a:lnTo>
                  <a:pt x="588569" y="80447"/>
                </a:lnTo>
                <a:lnTo>
                  <a:pt x="588614" y="79636"/>
                </a:lnTo>
                <a:lnTo>
                  <a:pt x="588672" y="78833"/>
                </a:lnTo>
                <a:lnTo>
                  <a:pt x="588743" y="78038"/>
                </a:lnTo>
                <a:lnTo>
                  <a:pt x="588827" y="77252"/>
                </a:lnTo>
                <a:lnTo>
                  <a:pt x="588924" y="76475"/>
                </a:lnTo>
                <a:lnTo>
                  <a:pt x="589034" y="75707"/>
                </a:lnTo>
                <a:lnTo>
                  <a:pt x="589157" y="74947"/>
                </a:lnTo>
                <a:lnTo>
                  <a:pt x="589293" y="74195"/>
                </a:lnTo>
                <a:lnTo>
                  <a:pt x="589441" y="73453"/>
                </a:lnTo>
                <a:lnTo>
                  <a:pt x="589603" y="72719"/>
                </a:lnTo>
                <a:lnTo>
                  <a:pt x="589777" y="71993"/>
                </a:lnTo>
                <a:lnTo>
                  <a:pt x="589964" y="71276"/>
                </a:lnTo>
                <a:lnTo>
                  <a:pt x="590165" y="70568"/>
                </a:lnTo>
                <a:lnTo>
                  <a:pt x="590378" y="69868"/>
                </a:lnTo>
                <a:lnTo>
                  <a:pt x="590604" y="69177"/>
                </a:lnTo>
                <a:lnTo>
                  <a:pt x="590843" y="68495"/>
                </a:lnTo>
                <a:lnTo>
                  <a:pt x="591095" y="67821"/>
                </a:lnTo>
                <a:lnTo>
                  <a:pt x="591360" y="67156"/>
                </a:lnTo>
                <a:lnTo>
                  <a:pt x="591637" y="66499"/>
                </a:lnTo>
                <a:lnTo>
                  <a:pt x="591928" y="65852"/>
                </a:lnTo>
                <a:lnTo>
                  <a:pt x="592232" y="65212"/>
                </a:lnTo>
                <a:lnTo>
                  <a:pt x="592547" y="64583"/>
                </a:lnTo>
                <a:lnTo>
                  <a:pt x="592873" y="63966"/>
                </a:lnTo>
                <a:lnTo>
                  <a:pt x="593209" y="63360"/>
                </a:lnTo>
                <a:lnTo>
                  <a:pt x="593556" y="62766"/>
                </a:lnTo>
                <a:lnTo>
                  <a:pt x="593914" y="62184"/>
                </a:lnTo>
                <a:lnTo>
                  <a:pt x="594281" y="61613"/>
                </a:lnTo>
                <a:lnTo>
                  <a:pt x="594660" y="61054"/>
                </a:lnTo>
                <a:lnTo>
                  <a:pt x="595048" y="60507"/>
                </a:lnTo>
                <a:lnTo>
                  <a:pt x="595447" y="59971"/>
                </a:lnTo>
                <a:lnTo>
                  <a:pt x="595857" y="59447"/>
                </a:lnTo>
                <a:lnTo>
                  <a:pt x="596277" y="58935"/>
                </a:lnTo>
                <a:lnTo>
                  <a:pt x="596707" y="58435"/>
                </a:lnTo>
                <a:lnTo>
                  <a:pt x="597148" y="57946"/>
                </a:lnTo>
                <a:lnTo>
                  <a:pt x="597600" y="57469"/>
                </a:lnTo>
                <a:lnTo>
                  <a:pt x="598061" y="57004"/>
                </a:lnTo>
                <a:lnTo>
                  <a:pt x="598534" y="56550"/>
                </a:lnTo>
                <a:lnTo>
                  <a:pt x="599016" y="56108"/>
                </a:lnTo>
                <a:lnTo>
                  <a:pt x="599510" y="55678"/>
                </a:lnTo>
                <a:lnTo>
                  <a:pt x="600013" y="55259"/>
                </a:lnTo>
                <a:lnTo>
                  <a:pt x="600527" y="54852"/>
                </a:lnTo>
                <a:lnTo>
                  <a:pt x="601052" y="54457"/>
                </a:lnTo>
                <a:lnTo>
                  <a:pt x="601587" y="54074"/>
                </a:lnTo>
                <a:lnTo>
                  <a:pt x="602132" y="53702"/>
                </a:lnTo>
                <a:lnTo>
                  <a:pt x="602688" y="53342"/>
                </a:lnTo>
                <a:lnTo>
                  <a:pt x="603253" y="52995"/>
                </a:lnTo>
                <a:lnTo>
                  <a:pt x="603824" y="52662"/>
                </a:lnTo>
                <a:lnTo>
                  <a:pt x="604402" y="52345"/>
                </a:lnTo>
                <a:lnTo>
                  <a:pt x="604987" y="52042"/>
                </a:lnTo>
                <a:lnTo>
                  <a:pt x="605579" y="51754"/>
                </a:lnTo>
                <a:lnTo>
                  <a:pt x="606177" y="51481"/>
                </a:lnTo>
                <a:lnTo>
                  <a:pt x="606783" y="51222"/>
                </a:lnTo>
                <a:lnTo>
                  <a:pt x="607395" y="50979"/>
                </a:lnTo>
                <a:lnTo>
                  <a:pt x="608013" y="50750"/>
                </a:lnTo>
                <a:lnTo>
                  <a:pt x="608639" y="50536"/>
                </a:lnTo>
                <a:lnTo>
                  <a:pt x="609271" y="50336"/>
                </a:lnTo>
                <a:lnTo>
                  <a:pt x="609910" y="50152"/>
                </a:lnTo>
                <a:lnTo>
                  <a:pt x="610556" y="49982"/>
                </a:lnTo>
                <a:lnTo>
                  <a:pt x="611209" y="49827"/>
                </a:lnTo>
                <a:lnTo>
                  <a:pt x="611868" y="49686"/>
                </a:lnTo>
                <a:lnTo>
                  <a:pt x="612534" y="49561"/>
                </a:lnTo>
                <a:lnTo>
                  <a:pt x="613207" y="49450"/>
                </a:lnTo>
                <a:lnTo>
                  <a:pt x="613887" y="49354"/>
                </a:lnTo>
                <a:lnTo>
                  <a:pt x="614573" y="49273"/>
                </a:lnTo>
                <a:lnTo>
                  <a:pt x="615266" y="49206"/>
                </a:lnTo>
                <a:lnTo>
                  <a:pt x="615966" y="49155"/>
                </a:lnTo>
                <a:lnTo>
                  <a:pt x="616673" y="49118"/>
                </a:lnTo>
                <a:lnTo>
                  <a:pt x="617386" y="49096"/>
                </a:lnTo>
                <a:lnTo>
                  <a:pt x="618106" y="49088"/>
                </a:lnTo>
                <a:lnTo>
                  <a:pt x="618841" y="49096"/>
                </a:lnTo>
                <a:lnTo>
                  <a:pt x="619568" y="49118"/>
                </a:lnTo>
                <a:lnTo>
                  <a:pt x="620288" y="49155"/>
                </a:lnTo>
                <a:lnTo>
                  <a:pt x="621001" y="49206"/>
                </a:lnTo>
                <a:lnTo>
                  <a:pt x="621706" y="49273"/>
                </a:lnTo>
                <a:lnTo>
                  <a:pt x="622404" y="49354"/>
                </a:lnTo>
                <a:lnTo>
                  <a:pt x="623094" y="49450"/>
                </a:lnTo>
                <a:lnTo>
                  <a:pt x="623777" y="49561"/>
                </a:lnTo>
                <a:lnTo>
                  <a:pt x="624453" y="49686"/>
                </a:lnTo>
                <a:lnTo>
                  <a:pt x="625121" y="49827"/>
                </a:lnTo>
                <a:lnTo>
                  <a:pt x="625782" y="49982"/>
                </a:lnTo>
                <a:lnTo>
                  <a:pt x="626435" y="50152"/>
                </a:lnTo>
                <a:lnTo>
                  <a:pt x="627081" y="50336"/>
                </a:lnTo>
                <a:lnTo>
                  <a:pt x="627720" y="50536"/>
                </a:lnTo>
                <a:lnTo>
                  <a:pt x="628351" y="50750"/>
                </a:lnTo>
                <a:lnTo>
                  <a:pt x="628975" y="50979"/>
                </a:lnTo>
                <a:lnTo>
                  <a:pt x="629591" y="51222"/>
                </a:lnTo>
                <a:lnTo>
                  <a:pt x="630201" y="51481"/>
                </a:lnTo>
                <a:lnTo>
                  <a:pt x="630802" y="51754"/>
                </a:lnTo>
                <a:lnTo>
                  <a:pt x="631397" y="52042"/>
                </a:lnTo>
                <a:lnTo>
                  <a:pt x="631984" y="52345"/>
                </a:lnTo>
                <a:lnTo>
                  <a:pt x="632563" y="52662"/>
                </a:lnTo>
                <a:lnTo>
                  <a:pt x="633135" y="52995"/>
                </a:lnTo>
                <a:lnTo>
                  <a:pt x="633700" y="53342"/>
                </a:lnTo>
                <a:lnTo>
                  <a:pt x="634256" y="53702"/>
                </a:lnTo>
                <a:lnTo>
                  <a:pt x="634801" y="54074"/>
                </a:lnTo>
                <a:lnTo>
                  <a:pt x="635336" y="54457"/>
                </a:lnTo>
                <a:lnTo>
                  <a:pt x="635861" y="54852"/>
                </a:lnTo>
                <a:lnTo>
                  <a:pt x="636375" y="55259"/>
                </a:lnTo>
                <a:lnTo>
                  <a:pt x="636878" y="55678"/>
                </a:lnTo>
                <a:lnTo>
                  <a:pt x="637371" y="56108"/>
                </a:lnTo>
                <a:lnTo>
                  <a:pt x="637854" y="56550"/>
                </a:lnTo>
                <a:lnTo>
                  <a:pt x="638326" y="57004"/>
                </a:lnTo>
                <a:lnTo>
                  <a:pt x="638788" y="57469"/>
                </a:lnTo>
                <a:lnTo>
                  <a:pt x="639239" y="57946"/>
                </a:lnTo>
                <a:lnTo>
                  <a:pt x="639680" y="58435"/>
                </a:lnTo>
                <a:lnTo>
                  <a:pt x="640110" y="58935"/>
                </a:lnTo>
                <a:lnTo>
                  <a:pt x="640530" y="59447"/>
                </a:lnTo>
                <a:lnTo>
                  <a:pt x="640940" y="59971"/>
                </a:lnTo>
                <a:lnTo>
                  <a:pt x="641339" y="60507"/>
                </a:lnTo>
                <a:lnTo>
                  <a:pt x="641727" y="61054"/>
                </a:lnTo>
                <a:lnTo>
                  <a:pt x="642105" y="61613"/>
                </a:lnTo>
                <a:lnTo>
                  <a:pt x="642473" y="62184"/>
                </a:lnTo>
                <a:lnTo>
                  <a:pt x="642830" y="62766"/>
                </a:lnTo>
                <a:lnTo>
                  <a:pt x="643176" y="63360"/>
                </a:lnTo>
                <a:lnTo>
                  <a:pt x="643513" y="63966"/>
                </a:lnTo>
                <a:lnTo>
                  <a:pt x="643838" y="64583"/>
                </a:lnTo>
                <a:lnTo>
                  <a:pt x="644154" y="65212"/>
                </a:lnTo>
                <a:lnTo>
                  <a:pt x="644458" y="65852"/>
                </a:lnTo>
                <a:lnTo>
                  <a:pt x="644748" y="66499"/>
                </a:lnTo>
                <a:lnTo>
                  <a:pt x="645026" y="67156"/>
                </a:lnTo>
                <a:lnTo>
                  <a:pt x="645291" y="67821"/>
                </a:lnTo>
                <a:lnTo>
                  <a:pt x="645544" y="68495"/>
                </a:lnTo>
                <a:lnTo>
                  <a:pt x="645783" y="69177"/>
                </a:lnTo>
                <a:lnTo>
                  <a:pt x="646009" y="69868"/>
                </a:lnTo>
                <a:lnTo>
                  <a:pt x="646222" y="70568"/>
                </a:lnTo>
                <a:lnTo>
                  <a:pt x="646423" y="71276"/>
                </a:lnTo>
                <a:lnTo>
                  <a:pt x="646610" y="71993"/>
                </a:lnTo>
                <a:lnTo>
                  <a:pt x="646785" y="72719"/>
                </a:lnTo>
                <a:lnTo>
                  <a:pt x="646946" y="73453"/>
                </a:lnTo>
                <a:lnTo>
                  <a:pt x="647095" y="74195"/>
                </a:lnTo>
                <a:lnTo>
                  <a:pt x="647231" y="74947"/>
                </a:lnTo>
                <a:lnTo>
                  <a:pt x="647354" y="75707"/>
                </a:lnTo>
                <a:lnTo>
                  <a:pt x="647463" y="76475"/>
                </a:lnTo>
                <a:lnTo>
                  <a:pt x="647560" y="77252"/>
                </a:lnTo>
                <a:lnTo>
                  <a:pt x="647644" y="78038"/>
                </a:lnTo>
                <a:lnTo>
                  <a:pt x="647716" y="78833"/>
                </a:lnTo>
                <a:lnTo>
                  <a:pt x="647774" y="79636"/>
                </a:lnTo>
                <a:lnTo>
                  <a:pt x="647819" y="80447"/>
                </a:lnTo>
                <a:lnTo>
                  <a:pt x="647851" y="81268"/>
                </a:lnTo>
                <a:lnTo>
                  <a:pt x="647871" y="82097"/>
                </a:lnTo>
                <a:lnTo>
                  <a:pt x="647877" y="82934"/>
                </a:lnTo>
                <a:lnTo>
                  <a:pt x="647871" y="83786"/>
                </a:lnTo>
                <a:lnTo>
                  <a:pt x="647851" y="84628"/>
                </a:lnTo>
                <a:lnTo>
                  <a:pt x="647819" y="85461"/>
                </a:lnTo>
                <a:lnTo>
                  <a:pt x="647774" y="86284"/>
                </a:lnTo>
                <a:lnTo>
                  <a:pt x="647716" y="87098"/>
                </a:lnTo>
                <a:lnTo>
                  <a:pt x="647644" y="87902"/>
                </a:lnTo>
                <a:lnTo>
                  <a:pt x="647560" y="88696"/>
                </a:lnTo>
                <a:lnTo>
                  <a:pt x="647463" y="89481"/>
                </a:lnTo>
                <a:lnTo>
                  <a:pt x="647354" y="90257"/>
                </a:lnTo>
                <a:lnTo>
                  <a:pt x="647231" y="91023"/>
                </a:lnTo>
                <a:lnTo>
                  <a:pt x="647095" y="91779"/>
                </a:lnTo>
                <a:lnTo>
                  <a:pt x="646946" y="92526"/>
                </a:lnTo>
                <a:lnTo>
                  <a:pt x="646785" y="93263"/>
                </a:lnTo>
                <a:lnTo>
                  <a:pt x="646610" y="93991"/>
                </a:lnTo>
                <a:lnTo>
                  <a:pt x="646423" y="94709"/>
                </a:lnTo>
                <a:lnTo>
                  <a:pt x="646222" y="95418"/>
                </a:lnTo>
                <a:lnTo>
                  <a:pt x="646009" y="96118"/>
                </a:lnTo>
                <a:lnTo>
                  <a:pt x="645783" y="96807"/>
                </a:lnTo>
                <a:lnTo>
                  <a:pt x="645544" y="97487"/>
                </a:lnTo>
                <a:lnTo>
                  <a:pt x="645291" y="98158"/>
                </a:lnTo>
                <a:lnTo>
                  <a:pt x="645026" y="98819"/>
                </a:lnTo>
                <a:lnTo>
                  <a:pt x="644748" y="99471"/>
                </a:lnTo>
                <a:lnTo>
                  <a:pt x="644458" y="100113"/>
                </a:lnTo>
                <a:lnTo>
                  <a:pt x="644154" y="100745"/>
                </a:lnTo>
                <a:lnTo>
                  <a:pt x="643838" y="101367"/>
                </a:lnTo>
                <a:lnTo>
                  <a:pt x="643513" y="101978"/>
                </a:lnTo>
                <a:lnTo>
                  <a:pt x="643176" y="102577"/>
                </a:lnTo>
                <a:lnTo>
                  <a:pt x="642830" y="103165"/>
                </a:lnTo>
                <a:lnTo>
                  <a:pt x="642473" y="103741"/>
                </a:lnTo>
                <a:lnTo>
                  <a:pt x="642105" y="104306"/>
                </a:lnTo>
                <a:lnTo>
                  <a:pt x="641727" y="104860"/>
                </a:lnTo>
                <a:lnTo>
                  <a:pt x="641339" y="105402"/>
                </a:lnTo>
                <a:lnTo>
                  <a:pt x="640940" y="105933"/>
                </a:lnTo>
                <a:lnTo>
                  <a:pt x="640530" y="106452"/>
                </a:lnTo>
                <a:lnTo>
                  <a:pt x="640110" y="106960"/>
                </a:lnTo>
                <a:lnTo>
                  <a:pt x="639680" y="107457"/>
                </a:lnTo>
                <a:lnTo>
                  <a:pt x="639239" y="107942"/>
                </a:lnTo>
                <a:lnTo>
                  <a:pt x="638788" y="108416"/>
                </a:lnTo>
                <a:lnTo>
                  <a:pt x="638326" y="108879"/>
                </a:lnTo>
                <a:lnTo>
                  <a:pt x="637854" y="109330"/>
                </a:lnTo>
                <a:lnTo>
                  <a:pt x="637371" y="109770"/>
                </a:lnTo>
                <a:lnTo>
                  <a:pt x="636878" y="110198"/>
                </a:lnTo>
                <a:lnTo>
                  <a:pt x="636375" y="110615"/>
                </a:lnTo>
                <a:lnTo>
                  <a:pt x="635861" y="111021"/>
                </a:lnTo>
                <a:lnTo>
                  <a:pt x="635336" y="111415"/>
                </a:lnTo>
                <a:lnTo>
                  <a:pt x="634801" y="111798"/>
                </a:lnTo>
                <a:lnTo>
                  <a:pt x="634256" y="112169"/>
                </a:lnTo>
                <a:lnTo>
                  <a:pt x="633700" y="112529"/>
                </a:lnTo>
                <a:lnTo>
                  <a:pt x="633135" y="112876"/>
                </a:lnTo>
                <a:lnTo>
                  <a:pt x="632563" y="113208"/>
                </a:lnTo>
                <a:lnTo>
                  <a:pt x="631984" y="113526"/>
                </a:lnTo>
                <a:lnTo>
                  <a:pt x="631397" y="113828"/>
                </a:lnTo>
                <a:lnTo>
                  <a:pt x="630802" y="114116"/>
                </a:lnTo>
                <a:lnTo>
                  <a:pt x="630201" y="114389"/>
                </a:lnTo>
                <a:lnTo>
                  <a:pt x="629591" y="114647"/>
                </a:lnTo>
                <a:lnTo>
                  <a:pt x="628975" y="114891"/>
                </a:lnTo>
                <a:lnTo>
                  <a:pt x="628351" y="115120"/>
                </a:lnTo>
                <a:lnTo>
                  <a:pt x="627720" y="115334"/>
                </a:lnTo>
                <a:lnTo>
                  <a:pt x="627081" y="115533"/>
                </a:lnTo>
                <a:lnTo>
                  <a:pt x="626435" y="115717"/>
                </a:lnTo>
                <a:lnTo>
                  <a:pt x="625782" y="115887"/>
                </a:lnTo>
                <a:lnTo>
                  <a:pt x="625121" y="116042"/>
                </a:lnTo>
                <a:lnTo>
                  <a:pt x="624453" y="116182"/>
                </a:lnTo>
                <a:lnTo>
                  <a:pt x="623777" y="116308"/>
                </a:lnTo>
                <a:lnTo>
                  <a:pt x="623094" y="116419"/>
                </a:lnTo>
                <a:lnTo>
                  <a:pt x="622404" y="116514"/>
                </a:lnTo>
                <a:lnTo>
                  <a:pt x="621706" y="116596"/>
                </a:lnTo>
                <a:lnTo>
                  <a:pt x="621001" y="116662"/>
                </a:lnTo>
                <a:lnTo>
                  <a:pt x="620288" y="116714"/>
                </a:lnTo>
                <a:lnTo>
                  <a:pt x="619568" y="116751"/>
                </a:lnTo>
                <a:lnTo>
                  <a:pt x="618841" y="116773"/>
                </a:lnTo>
                <a:lnTo>
                  <a:pt x="618106" y="116780"/>
                </a:lnTo>
                <a:lnTo>
                  <a:pt x="617386" y="116773"/>
                </a:lnTo>
                <a:lnTo>
                  <a:pt x="616673" y="116751"/>
                </a:lnTo>
                <a:lnTo>
                  <a:pt x="615966" y="116714"/>
                </a:lnTo>
                <a:lnTo>
                  <a:pt x="615266" y="116662"/>
                </a:lnTo>
                <a:close/>
                <a:moveTo>
                  <a:pt x="95870" y="127591"/>
                </a:moveTo>
                <a:lnTo>
                  <a:pt x="95870" y="3545"/>
                </a:lnTo>
                <a:lnTo>
                  <a:pt x="80985" y="3545"/>
                </a:lnTo>
                <a:lnTo>
                  <a:pt x="80985" y="102957"/>
                </a:lnTo>
                <a:lnTo>
                  <a:pt x="14885" y="3545"/>
                </a:lnTo>
                <a:lnTo>
                  <a:pt x="0" y="3545"/>
                </a:lnTo>
                <a:lnTo>
                  <a:pt x="0" y="127591"/>
                </a:lnTo>
                <a:lnTo>
                  <a:pt x="14885" y="127591"/>
                </a:lnTo>
                <a:lnTo>
                  <a:pt x="14885" y="28176"/>
                </a:lnTo>
                <a:lnTo>
                  <a:pt x="80985" y="127591"/>
                </a:lnTo>
                <a:lnTo>
                  <a:pt x="95870" y="127591"/>
                </a:lnTo>
                <a:close/>
                <a:moveTo>
                  <a:pt x="184475" y="71061"/>
                </a:moveTo>
                <a:lnTo>
                  <a:pt x="241004" y="71061"/>
                </a:lnTo>
                <a:lnTo>
                  <a:pt x="241004" y="59012"/>
                </a:lnTo>
                <a:lnTo>
                  <a:pt x="184475" y="59012"/>
                </a:lnTo>
                <a:lnTo>
                  <a:pt x="184475" y="15772"/>
                </a:lnTo>
                <a:lnTo>
                  <a:pt x="246320" y="15772"/>
                </a:lnTo>
                <a:lnTo>
                  <a:pt x="246320" y="3545"/>
                </a:lnTo>
                <a:lnTo>
                  <a:pt x="169589" y="3545"/>
                </a:lnTo>
                <a:lnTo>
                  <a:pt x="169589" y="127591"/>
                </a:lnTo>
                <a:lnTo>
                  <a:pt x="246320" y="127591"/>
                </a:lnTo>
                <a:lnTo>
                  <a:pt x="246320" y="115363"/>
                </a:lnTo>
                <a:lnTo>
                  <a:pt x="184475" y="115363"/>
                </a:lnTo>
                <a:lnTo>
                  <a:pt x="184475" y="71061"/>
                </a:lnTo>
                <a:close/>
                <a:moveTo>
                  <a:pt x="964680" y="62934"/>
                </a:moveTo>
                <a:lnTo>
                  <a:pt x="965257" y="62732"/>
                </a:lnTo>
                <a:lnTo>
                  <a:pt x="965832" y="62521"/>
                </a:lnTo>
                <a:lnTo>
                  <a:pt x="966403" y="62300"/>
                </a:lnTo>
                <a:lnTo>
                  <a:pt x="966972" y="62070"/>
                </a:lnTo>
                <a:lnTo>
                  <a:pt x="967538" y="61831"/>
                </a:lnTo>
                <a:lnTo>
                  <a:pt x="968102" y="61583"/>
                </a:lnTo>
                <a:lnTo>
                  <a:pt x="968662" y="61326"/>
                </a:lnTo>
                <a:lnTo>
                  <a:pt x="969220" y="61059"/>
                </a:lnTo>
                <a:lnTo>
                  <a:pt x="969775" y="60783"/>
                </a:lnTo>
                <a:lnTo>
                  <a:pt x="970325" y="60497"/>
                </a:lnTo>
                <a:lnTo>
                  <a:pt x="970866" y="60201"/>
                </a:lnTo>
                <a:lnTo>
                  <a:pt x="971398" y="59894"/>
                </a:lnTo>
                <a:lnTo>
                  <a:pt x="971922" y="59577"/>
                </a:lnTo>
                <a:lnTo>
                  <a:pt x="972437" y="59250"/>
                </a:lnTo>
                <a:lnTo>
                  <a:pt x="972943" y="58912"/>
                </a:lnTo>
                <a:lnTo>
                  <a:pt x="973441" y="58563"/>
                </a:lnTo>
                <a:lnTo>
                  <a:pt x="973930" y="58204"/>
                </a:lnTo>
                <a:lnTo>
                  <a:pt x="974411" y="57835"/>
                </a:lnTo>
                <a:lnTo>
                  <a:pt x="974883" y="57455"/>
                </a:lnTo>
                <a:lnTo>
                  <a:pt x="975346" y="57064"/>
                </a:lnTo>
                <a:lnTo>
                  <a:pt x="975801" y="56664"/>
                </a:lnTo>
                <a:lnTo>
                  <a:pt x="976247" y="56252"/>
                </a:lnTo>
                <a:lnTo>
                  <a:pt x="976685" y="55831"/>
                </a:lnTo>
                <a:lnTo>
                  <a:pt x="977113" y="55398"/>
                </a:lnTo>
                <a:lnTo>
                  <a:pt x="977534" y="54956"/>
                </a:lnTo>
                <a:lnTo>
                  <a:pt x="977945" y="54503"/>
                </a:lnTo>
                <a:lnTo>
                  <a:pt x="978348" y="54039"/>
                </a:lnTo>
                <a:lnTo>
                  <a:pt x="978743" y="53565"/>
                </a:lnTo>
                <a:lnTo>
                  <a:pt x="979129" y="53080"/>
                </a:lnTo>
                <a:lnTo>
                  <a:pt x="979506" y="52586"/>
                </a:lnTo>
                <a:lnTo>
                  <a:pt x="979874" y="52080"/>
                </a:lnTo>
                <a:lnTo>
                  <a:pt x="980234" y="51564"/>
                </a:lnTo>
                <a:lnTo>
                  <a:pt x="980586" y="51038"/>
                </a:lnTo>
                <a:lnTo>
                  <a:pt x="980925" y="50501"/>
                </a:lnTo>
                <a:lnTo>
                  <a:pt x="981251" y="49952"/>
                </a:lnTo>
                <a:lnTo>
                  <a:pt x="981562" y="49393"/>
                </a:lnTo>
                <a:lnTo>
                  <a:pt x="981858" y="48822"/>
                </a:lnTo>
                <a:lnTo>
                  <a:pt x="982140" y="48241"/>
                </a:lnTo>
                <a:lnTo>
                  <a:pt x="982407" y="47648"/>
                </a:lnTo>
                <a:lnTo>
                  <a:pt x="982660" y="47044"/>
                </a:lnTo>
                <a:lnTo>
                  <a:pt x="982899" y="46429"/>
                </a:lnTo>
                <a:lnTo>
                  <a:pt x="983123" y="45804"/>
                </a:lnTo>
                <a:lnTo>
                  <a:pt x="983333" y="45167"/>
                </a:lnTo>
                <a:lnTo>
                  <a:pt x="983528" y="44519"/>
                </a:lnTo>
                <a:lnTo>
                  <a:pt x="983709" y="43859"/>
                </a:lnTo>
                <a:lnTo>
                  <a:pt x="983875" y="43189"/>
                </a:lnTo>
                <a:lnTo>
                  <a:pt x="984027" y="42508"/>
                </a:lnTo>
                <a:lnTo>
                  <a:pt x="984164" y="41816"/>
                </a:lnTo>
                <a:lnTo>
                  <a:pt x="984287" y="41112"/>
                </a:lnTo>
                <a:lnTo>
                  <a:pt x="984396" y="40398"/>
                </a:lnTo>
                <a:lnTo>
                  <a:pt x="984489" y="39673"/>
                </a:lnTo>
                <a:lnTo>
                  <a:pt x="984569" y="38936"/>
                </a:lnTo>
                <a:lnTo>
                  <a:pt x="984634" y="38188"/>
                </a:lnTo>
                <a:lnTo>
                  <a:pt x="984685" y="37430"/>
                </a:lnTo>
                <a:lnTo>
                  <a:pt x="984721" y="36660"/>
                </a:lnTo>
                <a:lnTo>
                  <a:pt x="984743" y="35879"/>
                </a:lnTo>
                <a:lnTo>
                  <a:pt x="984750" y="35087"/>
                </a:lnTo>
                <a:lnTo>
                  <a:pt x="984742" y="34352"/>
                </a:lnTo>
                <a:lnTo>
                  <a:pt x="984720" y="33622"/>
                </a:lnTo>
                <a:lnTo>
                  <a:pt x="984683" y="32898"/>
                </a:lnTo>
                <a:lnTo>
                  <a:pt x="984632" y="32180"/>
                </a:lnTo>
                <a:lnTo>
                  <a:pt x="984565" y="31468"/>
                </a:lnTo>
                <a:lnTo>
                  <a:pt x="984484" y="30762"/>
                </a:lnTo>
                <a:lnTo>
                  <a:pt x="984388" y="30061"/>
                </a:lnTo>
                <a:lnTo>
                  <a:pt x="984277" y="29367"/>
                </a:lnTo>
                <a:lnTo>
                  <a:pt x="984152" y="28678"/>
                </a:lnTo>
                <a:lnTo>
                  <a:pt x="984011" y="27995"/>
                </a:lnTo>
                <a:lnTo>
                  <a:pt x="983856" y="27318"/>
                </a:lnTo>
                <a:lnTo>
                  <a:pt x="983686" y="26647"/>
                </a:lnTo>
                <a:lnTo>
                  <a:pt x="983502" y="25982"/>
                </a:lnTo>
                <a:lnTo>
                  <a:pt x="983302" y="25322"/>
                </a:lnTo>
                <a:lnTo>
                  <a:pt x="983088" y="24669"/>
                </a:lnTo>
                <a:lnTo>
                  <a:pt x="982859" y="24021"/>
                </a:lnTo>
                <a:lnTo>
                  <a:pt x="982616" y="23379"/>
                </a:lnTo>
                <a:lnTo>
                  <a:pt x="982357" y="22743"/>
                </a:lnTo>
                <a:lnTo>
                  <a:pt x="982084" y="22113"/>
                </a:lnTo>
                <a:lnTo>
                  <a:pt x="981796" y="21489"/>
                </a:lnTo>
                <a:lnTo>
                  <a:pt x="981493" y="20870"/>
                </a:lnTo>
                <a:lnTo>
                  <a:pt x="981176" y="20257"/>
                </a:lnTo>
                <a:lnTo>
                  <a:pt x="980843" y="19651"/>
                </a:lnTo>
                <a:lnTo>
                  <a:pt x="980496" y="19050"/>
                </a:lnTo>
                <a:lnTo>
                  <a:pt x="980135" y="18457"/>
                </a:lnTo>
                <a:lnTo>
                  <a:pt x="979758" y="17874"/>
                </a:lnTo>
                <a:lnTo>
                  <a:pt x="979366" y="17303"/>
                </a:lnTo>
                <a:lnTo>
                  <a:pt x="978959" y="16741"/>
                </a:lnTo>
                <a:lnTo>
                  <a:pt x="978537" y="16190"/>
                </a:lnTo>
                <a:lnTo>
                  <a:pt x="978099" y="15650"/>
                </a:lnTo>
                <a:lnTo>
                  <a:pt x="977647" y="15120"/>
                </a:lnTo>
                <a:lnTo>
                  <a:pt x="977180" y="14600"/>
                </a:lnTo>
                <a:lnTo>
                  <a:pt x="976697" y="14091"/>
                </a:lnTo>
                <a:lnTo>
                  <a:pt x="976200" y="13592"/>
                </a:lnTo>
                <a:lnTo>
                  <a:pt x="975687" y="13104"/>
                </a:lnTo>
                <a:lnTo>
                  <a:pt x="975159" y="12626"/>
                </a:lnTo>
                <a:lnTo>
                  <a:pt x="974617" y="12159"/>
                </a:lnTo>
                <a:lnTo>
                  <a:pt x="974059" y="11702"/>
                </a:lnTo>
                <a:lnTo>
                  <a:pt x="973486" y="11256"/>
                </a:lnTo>
                <a:lnTo>
                  <a:pt x="972898" y="10820"/>
                </a:lnTo>
                <a:lnTo>
                  <a:pt x="972294" y="10394"/>
                </a:lnTo>
                <a:lnTo>
                  <a:pt x="971676" y="9979"/>
                </a:lnTo>
                <a:lnTo>
                  <a:pt x="971043" y="9575"/>
                </a:lnTo>
                <a:lnTo>
                  <a:pt x="970394" y="9181"/>
                </a:lnTo>
                <a:lnTo>
                  <a:pt x="969731" y="8797"/>
                </a:lnTo>
                <a:lnTo>
                  <a:pt x="969052" y="8424"/>
                </a:lnTo>
                <a:lnTo>
                  <a:pt x="968358" y="8061"/>
                </a:lnTo>
                <a:lnTo>
                  <a:pt x="967650" y="7709"/>
                </a:lnTo>
                <a:lnTo>
                  <a:pt x="966926" y="7369"/>
                </a:lnTo>
                <a:lnTo>
                  <a:pt x="966186" y="7044"/>
                </a:lnTo>
                <a:lnTo>
                  <a:pt x="965431" y="6733"/>
                </a:lnTo>
                <a:lnTo>
                  <a:pt x="964660" y="6437"/>
                </a:lnTo>
                <a:lnTo>
                  <a:pt x="963873" y="6155"/>
                </a:lnTo>
                <a:lnTo>
                  <a:pt x="963070" y="5887"/>
                </a:lnTo>
                <a:lnTo>
                  <a:pt x="962252" y="5634"/>
                </a:lnTo>
                <a:lnTo>
                  <a:pt x="961418" y="5396"/>
                </a:lnTo>
                <a:lnTo>
                  <a:pt x="960569" y="5172"/>
                </a:lnTo>
                <a:lnTo>
                  <a:pt x="959704" y="4962"/>
                </a:lnTo>
                <a:lnTo>
                  <a:pt x="958823" y="4767"/>
                </a:lnTo>
                <a:lnTo>
                  <a:pt x="957926" y="4586"/>
                </a:lnTo>
                <a:lnTo>
                  <a:pt x="957014" y="4420"/>
                </a:lnTo>
                <a:lnTo>
                  <a:pt x="956086" y="4268"/>
                </a:lnTo>
                <a:lnTo>
                  <a:pt x="955142" y="4131"/>
                </a:lnTo>
                <a:lnTo>
                  <a:pt x="954183" y="4008"/>
                </a:lnTo>
                <a:lnTo>
                  <a:pt x="953207" y="3899"/>
                </a:lnTo>
                <a:lnTo>
                  <a:pt x="952217" y="3805"/>
                </a:lnTo>
                <a:lnTo>
                  <a:pt x="951210" y="3726"/>
                </a:lnTo>
                <a:lnTo>
                  <a:pt x="950188" y="3661"/>
                </a:lnTo>
                <a:lnTo>
                  <a:pt x="949150" y="3610"/>
                </a:lnTo>
                <a:lnTo>
                  <a:pt x="948096" y="3574"/>
                </a:lnTo>
                <a:lnTo>
                  <a:pt x="947027" y="3552"/>
                </a:lnTo>
                <a:lnTo>
                  <a:pt x="945942" y="3545"/>
                </a:lnTo>
                <a:lnTo>
                  <a:pt x="902348" y="3545"/>
                </a:lnTo>
                <a:lnTo>
                  <a:pt x="902348" y="127591"/>
                </a:lnTo>
                <a:lnTo>
                  <a:pt x="947359" y="127591"/>
                </a:lnTo>
                <a:lnTo>
                  <a:pt x="948445" y="127583"/>
                </a:lnTo>
                <a:lnTo>
                  <a:pt x="949516" y="127559"/>
                </a:lnTo>
                <a:lnTo>
                  <a:pt x="950572" y="127520"/>
                </a:lnTo>
                <a:lnTo>
                  <a:pt x="951615" y="127465"/>
                </a:lnTo>
                <a:lnTo>
                  <a:pt x="952642" y="127395"/>
                </a:lnTo>
                <a:lnTo>
                  <a:pt x="953656" y="127308"/>
                </a:lnTo>
                <a:lnTo>
                  <a:pt x="954654" y="127206"/>
                </a:lnTo>
                <a:lnTo>
                  <a:pt x="955639" y="127089"/>
                </a:lnTo>
                <a:lnTo>
                  <a:pt x="956609" y="126955"/>
                </a:lnTo>
                <a:lnTo>
                  <a:pt x="957564" y="126806"/>
                </a:lnTo>
                <a:lnTo>
                  <a:pt x="958505" y="126642"/>
                </a:lnTo>
                <a:lnTo>
                  <a:pt x="959432" y="126461"/>
                </a:lnTo>
                <a:lnTo>
                  <a:pt x="960344" y="126265"/>
                </a:lnTo>
                <a:lnTo>
                  <a:pt x="961241" y="126053"/>
                </a:lnTo>
                <a:lnTo>
                  <a:pt x="962124" y="125826"/>
                </a:lnTo>
                <a:lnTo>
                  <a:pt x="962993" y="125583"/>
                </a:lnTo>
                <a:lnTo>
                  <a:pt x="963847" y="125324"/>
                </a:lnTo>
                <a:lnTo>
                  <a:pt x="964687" y="125049"/>
                </a:lnTo>
                <a:lnTo>
                  <a:pt x="965512" y="124759"/>
                </a:lnTo>
                <a:lnTo>
                  <a:pt x="966323" y="124453"/>
                </a:lnTo>
                <a:lnTo>
                  <a:pt x="967119" y="124131"/>
                </a:lnTo>
                <a:lnTo>
                  <a:pt x="967901" y="123794"/>
                </a:lnTo>
                <a:lnTo>
                  <a:pt x="968668" y="123441"/>
                </a:lnTo>
                <a:lnTo>
                  <a:pt x="969421" y="123072"/>
                </a:lnTo>
                <a:lnTo>
                  <a:pt x="970159" y="122690"/>
                </a:lnTo>
                <a:lnTo>
                  <a:pt x="970882" y="122297"/>
                </a:lnTo>
                <a:lnTo>
                  <a:pt x="971591" y="121893"/>
                </a:lnTo>
                <a:lnTo>
                  <a:pt x="972284" y="121478"/>
                </a:lnTo>
                <a:lnTo>
                  <a:pt x="972962" y="121051"/>
                </a:lnTo>
                <a:lnTo>
                  <a:pt x="973625" y="120614"/>
                </a:lnTo>
                <a:lnTo>
                  <a:pt x="974272" y="120165"/>
                </a:lnTo>
                <a:lnTo>
                  <a:pt x="974905" y="119706"/>
                </a:lnTo>
                <a:lnTo>
                  <a:pt x="975523" y="119235"/>
                </a:lnTo>
                <a:lnTo>
                  <a:pt x="976125" y="118753"/>
                </a:lnTo>
                <a:lnTo>
                  <a:pt x="976713" y="118260"/>
                </a:lnTo>
                <a:lnTo>
                  <a:pt x="977285" y="117756"/>
                </a:lnTo>
                <a:lnTo>
                  <a:pt x="977843" y="117241"/>
                </a:lnTo>
                <a:lnTo>
                  <a:pt x="978385" y="116715"/>
                </a:lnTo>
                <a:lnTo>
                  <a:pt x="978912" y="116178"/>
                </a:lnTo>
                <a:lnTo>
                  <a:pt x="979424" y="115630"/>
                </a:lnTo>
                <a:lnTo>
                  <a:pt x="979921" y="115070"/>
                </a:lnTo>
                <a:lnTo>
                  <a:pt x="980403" y="114500"/>
                </a:lnTo>
                <a:lnTo>
                  <a:pt x="980870" y="113919"/>
                </a:lnTo>
                <a:lnTo>
                  <a:pt x="981322" y="113326"/>
                </a:lnTo>
                <a:lnTo>
                  <a:pt x="981759" y="112722"/>
                </a:lnTo>
                <a:lnTo>
                  <a:pt x="982181" y="112108"/>
                </a:lnTo>
                <a:lnTo>
                  <a:pt x="982587" y="111482"/>
                </a:lnTo>
                <a:lnTo>
                  <a:pt x="982979" y="110845"/>
                </a:lnTo>
                <a:lnTo>
                  <a:pt x="983355" y="110200"/>
                </a:lnTo>
                <a:lnTo>
                  <a:pt x="983715" y="109548"/>
                </a:lnTo>
                <a:lnTo>
                  <a:pt x="984059" y="108891"/>
                </a:lnTo>
                <a:lnTo>
                  <a:pt x="984387" y="108228"/>
                </a:lnTo>
                <a:lnTo>
                  <a:pt x="984698" y="107560"/>
                </a:lnTo>
                <a:lnTo>
                  <a:pt x="984994" y="106885"/>
                </a:lnTo>
                <a:lnTo>
                  <a:pt x="985274" y="106205"/>
                </a:lnTo>
                <a:lnTo>
                  <a:pt x="985538" y="105519"/>
                </a:lnTo>
                <a:lnTo>
                  <a:pt x="985786" y="104827"/>
                </a:lnTo>
                <a:lnTo>
                  <a:pt x="986018" y="104129"/>
                </a:lnTo>
                <a:lnTo>
                  <a:pt x="986234" y="103425"/>
                </a:lnTo>
                <a:lnTo>
                  <a:pt x="986434" y="102715"/>
                </a:lnTo>
                <a:lnTo>
                  <a:pt x="986618" y="102000"/>
                </a:lnTo>
                <a:lnTo>
                  <a:pt x="986786" y="101279"/>
                </a:lnTo>
                <a:lnTo>
                  <a:pt x="986938" y="100552"/>
                </a:lnTo>
                <a:lnTo>
                  <a:pt x="987074" y="99819"/>
                </a:lnTo>
                <a:lnTo>
                  <a:pt x="987194" y="99080"/>
                </a:lnTo>
                <a:lnTo>
                  <a:pt x="987298" y="98335"/>
                </a:lnTo>
                <a:lnTo>
                  <a:pt x="987386" y="97585"/>
                </a:lnTo>
                <a:lnTo>
                  <a:pt x="987458" y="96828"/>
                </a:lnTo>
                <a:lnTo>
                  <a:pt x="987514" y="96066"/>
                </a:lnTo>
                <a:lnTo>
                  <a:pt x="987554" y="95298"/>
                </a:lnTo>
                <a:lnTo>
                  <a:pt x="987578" y="94524"/>
                </a:lnTo>
                <a:lnTo>
                  <a:pt x="987586" y="93745"/>
                </a:lnTo>
                <a:lnTo>
                  <a:pt x="987579" y="93039"/>
                </a:lnTo>
                <a:lnTo>
                  <a:pt x="987559" y="92338"/>
                </a:lnTo>
                <a:lnTo>
                  <a:pt x="987524" y="91643"/>
                </a:lnTo>
                <a:lnTo>
                  <a:pt x="987475" y="90954"/>
                </a:lnTo>
                <a:lnTo>
                  <a:pt x="987413" y="90270"/>
                </a:lnTo>
                <a:lnTo>
                  <a:pt x="987337" y="89591"/>
                </a:lnTo>
                <a:lnTo>
                  <a:pt x="987247" y="88918"/>
                </a:lnTo>
                <a:lnTo>
                  <a:pt x="987143" y="88251"/>
                </a:lnTo>
                <a:lnTo>
                  <a:pt x="987025" y="87589"/>
                </a:lnTo>
                <a:lnTo>
                  <a:pt x="986894" y="86933"/>
                </a:lnTo>
                <a:lnTo>
                  <a:pt x="986748" y="86282"/>
                </a:lnTo>
                <a:lnTo>
                  <a:pt x="986589" y="85637"/>
                </a:lnTo>
                <a:lnTo>
                  <a:pt x="986416" y="84997"/>
                </a:lnTo>
                <a:lnTo>
                  <a:pt x="986229" y="84363"/>
                </a:lnTo>
                <a:lnTo>
                  <a:pt x="986028" y="83735"/>
                </a:lnTo>
                <a:lnTo>
                  <a:pt x="985814" y="83111"/>
                </a:lnTo>
                <a:lnTo>
                  <a:pt x="985585" y="82494"/>
                </a:lnTo>
                <a:lnTo>
                  <a:pt x="985343" y="81882"/>
                </a:lnTo>
                <a:lnTo>
                  <a:pt x="985087" y="81276"/>
                </a:lnTo>
                <a:lnTo>
                  <a:pt x="984817" y="80675"/>
                </a:lnTo>
                <a:lnTo>
                  <a:pt x="984533" y="80079"/>
                </a:lnTo>
                <a:lnTo>
                  <a:pt x="984235" y="79490"/>
                </a:lnTo>
                <a:lnTo>
                  <a:pt x="983923" y="78905"/>
                </a:lnTo>
                <a:lnTo>
                  <a:pt x="983598" y="78327"/>
                </a:lnTo>
                <a:lnTo>
                  <a:pt x="983261" y="77756"/>
                </a:lnTo>
                <a:lnTo>
                  <a:pt x="982914" y="77194"/>
                </a:lnTo>
                <a:lnTo>
                  <a:pt x="982558" y="76643"/>
                </a:lnTo>
                <a:lnTo>
                  <a:pt x="982193" y="76102"/>
                </a:lnTo>
                <a:lnTo>
                  <a:pt x="981818" y="75570"/>
                </a:lnTo>
                <a:lnTo>
                  <a:pt x="981433" y="75048"/>
                </a:lnTo>
                <a:lnTo>
                  <a:pt x="981039" y="74536"/>
                </a:lnTo>
                <a:lnTo>
                  <a:pt x="980635" y="74034"/>
                </a:lnTo>
                <a:lnTo>
                  <a:pt x="980222" y="73542"/>
                </a:lnTo>
                <a:lnTo>
                  <a:pt x="979799" y="73060"/>
                </a:lnTo>
                <a:lnTo>
                  <a:pt x="979367" y="72587"/>
                </a:lnTo>
                <a:lnTo>
                  <a:pt x="978925" y="72124"/>
                </a:lnTo>
                <a:lnTo>
                  <a:pt x="978473" y="71671"/>
                </a:lnTo>
                <a:lnTo>
                  <a:pt x="978012" y="71229"/>
                </a:lnTo>
                <a:lnTo>
                  <a:pt x="977542" y="70795"/>
                </a:lnTo>
                <a:lnTo>
                  <a:pt x="977061" y="70372"/>
                </a:lnTo>
                <a:lnTo>
                  <a:pt x="976572" y="69959"/>
                </a:lnTo>
                <a:lnTo>
                  <a:pt x="976072" y="69555"/>
                </a:lnTo>
                <a:lnTo>
                  <a:pt x="975564" y="69161"/>
                </a:lnTo>
                <a:lnTo>
                  <a:pt x="975045" y="68777"/>
                </a:lnTo>
                <a:lnTo>
                  <a:pt x="974517" y="68403"/>
                </a:lnTo>
                <a:lnTo>
                  <a:pt x="973980" y="68039"/>
                </a:lnTo>
                <a:lnTo>
                  <a:pt x="973433" y="67685"/>
                </a:lnTo>
                <a:lnTo>
                  <a:pt x="972877" y="67340"/>
                </a:lnTo>
                <a:lnTo>
                  <a:pt x="972313" y="67007"/>
                </a:lnTo>
                <a:lnTo>
                  <a:pt x="971746" y="66688"/>
                </a:lnTo>
                <a:lnTo>
                  <a:pt x="971174" y="66382"/>
                </a:lnTo>
                <a:lnTo>
                  <a:pt x="970598" y="66089"/>
                </a:lnTo>
                <a:lnTo>
                  <a:pt x="970017" y="65811"/>
                </a:lnTo>
                <a:lnTo>
                  <a:pt x="969432" y="65545"/>
                </a:lnTo>
                <a:lnTo>
                  <a:pt x="968843" y="65294"/>
                </a:lnTo>
                <a:lnTo>
                  <a:pt x="968250" y="65055"/>
                </a:lnTo>
                <a:lnTo>
                  <a:pt x="967652" y="64831"/>
                </a:lnTo>
                <a:lnTo>
                  <a:pt x="967050" y="64620"/>
                </a:lnTo>
                <a:lnTo>
                  <a:pt x="966444" y="64422"/>
                </a:lnTo>
                <a:lnTo>
                  <a:pt x="965833" y="64238"/>
                </a:lnTo>
                <a:lnTo>
                  <a:pt x="965218" y="64068"/>
                </a:lnTo>
                <a:lnTo>
                  <a:pt x="964599" y="63911"/>
                </a:lnTo>
                <a:lnTo>
                  <a:pt x="963976" y="63767"/>
                </a:lnTo>
                <a:lnTo>
                  <a:pt x="963348" y="63638"/>
                </a:lnTo>
                <a:lnTo>
                  <a:pt x="962768" y="63531"/>
                </a:lnTo>
                <a:lnTo>
                  <a:pt x="962932" y="63485"/>
                </a:lnTo>
                <a:lnTo>
                  <a:pt x="963517" y="63311"/>
                </a:lnTo>
                <a:lnTo>
                  <a:pt x="964100" y="63127"/>
                </a:lnTo>
                <a:lnTo>
                  <a:pt x="964680" y="62934"/>
                </a:lnTo>
                <a:close/>
                <a:moveTo>
                  <a:pt x="947469" y="69688"/>
                </a:moveTo>
                <a:lnTo>
                  <a:pt x="948471" y="69742"/>
                </a:lnTo>
                <a:lnTo>
                  <a:pt x="949454" y="69819"/>
                </a:lnTo>
                <a:lnTo>
                  <a:pt x="950418" y="69917"/>
                </a:lnTo>
                <a:lnTo>
                  <a:pt x="951364" y="70037"/>
                </a:lnTo>
                <a:lnTo>
                  <a:pt x="952290" y="70179"/>
                </a:lnTo>
                <a:lnTo>
                  <a:pt x="953198" y="70343"/>
                </a:lnTo>
                <a:lnTo>
                  <a:pt x="954087" y="70529"/>
                </a:lnTo>
                <a:lnTo>
                  <a:pt x="954957" y="70736"/>
                </a:lnTo>
                <a:lnTo>
                  <a:pt x="955809" y="70966"/>
                </a:lnTo>
                <a:lnTo>
                  <a:pt x="956642" y="71217"/>
                </a:lnTo>
                <a:lnTo>
                  <a:pt x="957456" y="71490"/>
                </a:lnTo>
                <a:lnTo>
                  <a:pt x="958251" y="71785"/>
                </a:lnTo>
                <a:lnTo>
                  <a:pt x="959027" y="72102"/>
                </a:lnTo>
                <a:lnTo>
                  <a:pt x="959785" y="72441"/>
                </a:lnTo>
                <a:lnTo>
                  <a:pt x="960524" y="72801"/>
                </a:lnTo>
                <a:lnTo>
                  <a:pt x="961244" y="73183"/>
                </a:lnTo>
                <a:lnTo>
                  <a:pt x="961945" y="73588"/>
                </a:lnTo>
                <a:lnTo>
                  <a:pt x="962628" y="74014"/>
                </a:lnTo>
                <a:lnTo>
                  <a:pt x="963292" y="74462"/>
                </a:lnTo>
                <a:lnTo>
                  <a:pt x="963937" y="74931"/>
                </a:lnTo>
                <a:lnTo>
                  <a:pt x="964563" y="75423"/>
                </a:lnTo>
                <a:lnTo>
                  <a:pt x="965170" y="75936"/>
                </a:lnTo>
                <a:lnTo>
                  <a:pt x="965756" y="76468"/>
                </a:lnTo>
                <a:lnTo>
                  <a:pt x="966316" y="77013"/>
                </a:lnTo>
                <a:lnTo>
                  <a:pt x="966852" y="77574"/>
                </a:lnTo>
                <a:lnTo>
                  <a:pt x="967363" y="78148"/>
                </a:lnTo>
                <a:lnTo>
                  <a:pt x="967849" y="78738"/>
                </a:lnTo>
                <a:lnTo>
                  <a:pt x="968310" y="79341"/>
                </a:lnTo>
                <a:lnTo>
                  <a:pt x="968746" y="79959"/>
                </a:lnTo>
                <a:lnTo>
                  <a:pt x="969157" y="80592"/>
                </a:lnTo>
                <a:lnTo>
                  <a:pt x="969543" y="81239"/>
                </a:lnTo>
                <a:lnTo>
                  <a:pt x="969905" y="81900"/>
                </a:lnTo>
                <a:lnTo>
                  <a:pt x="970241" y="82576"/>
                </a:lnTo>
                <a:lnTo>
                  <a:pt x="970552" y="83267"/>
                </a:lnTo>
                <a:lnTo>
                  <a:pt x="970839" y="83972"/>
                </a:lnTo>
                <a:lnTo>
                  <a:pt x="971101" y="84691"/>
                </a:lnTo>
                <a:lnTo>
                  <a:pt x="971337" y="85425"/>
                </a:lnTo>
                <a:lnTo>
                  <a:pt x="971549" y="86173"/>
                </a:lnTo>
                <a:lnTo>
                  <a:pt x="971736" y="86936"/>
                </a:lnTo>
                <a:lnTo>
                  <a:pt x="971898" y="87713"/>
                </a:lnTo>
                <a:lnTo>
                  <a:pt x="972035" y="88504"/>
                </a:lnTo>
                <a:lnTo>
                  <a:pt x="972147" y="89311"/>
                </a:lnTo>
                <a:lnTo>
                  <a:pt x="972234" y="90131"/>
                </a:lnTo>
                <a:lnTo>
                  <a:pt x="972297" y="90966"/>
                </a:lnTo>
                <a:lnTo>
                  <a:pt x="972334" y="91816"/>
                </a:lnTo>
                <a:lnTo>
                  <a:pt x="972347" y="92679"/>
                </a:lnTo>
                <a:lnTo>
                  <a:pt x="972334" y="93558"/>
                </a:lnTo>
                <a:lnTo>
                  <a:pt x="972298" y="94419"/>
                </a:lnTo>
                <a:lnTo>
                  <a:pt x="972237" y="95265"/>
                </a:lnTo>
                <a:lnTo>
                  <a:pt x="972152" y="96094"/>
                </a:lnTo>
                <a:lnTo>
                  <a:pt x="972043" y="96907"/>
                </a:lnTo>
                <a:lnTo>
                  <a:pt x="971909" y="97703"/>
                </a:lnTo>
                <a:lnTo>
                  <a:pt x="971751" y="98483"/>
                </a:lnTo>
                <a:lnTo>
                  <a:pt x="971569" y="99247"/>
                </a:lnTo>
                <a:lnTo>
                  <a:pt x="971362" y="99995"/>
                </a:lnTo>
                <a:lnTo>
                  <a:pt x="971131" y="100726"/>
                </a:lnTo>
                <a:lnTo>
                  <a:pt x="970876" y="101441"/>
                </a:lnTo>
                <a:lnTo>
                  <a:pt x="970596" y="102139"/>
                </a:lnTo>
                <a:lnTo>
                  <a:pt x="970293" y="102822"/>
                </a:lnTo>
                <a:lnTo>
                  <a:pt x="969964" y="103488"/>
                </a:lnTo>
                <a:lnTo>
                  <a:pt x="969612" y="104137"/>
                </a:lnTo>
                <a:lnTo>
                  <a:pt x="969235" y="104770"/>
                </a:lnTo>
                <a:lnTo>
                  <a:pt x="968834" y="105387"/>
                </a:lnTo>
                <a:lnTo>
                  <a:pt x="968409" y="105988"/>
                </a:lnTo>
                <a:lnTo>
                  <a:pt x="967959" y="106573"/>
                </a:lnTo>
                <a:lnTo>
                  <a:pt x="967485" y="107141"/>
                </a:lnTo>
                <a:lnTo>
                  <a:pt x="966987" y="107692"/>
                </a:lnTo>
                <a:lnTo>
                  <a:pt x="966464" y="108228"/>
                </a:lnTo>
                <a:lnTo>
                  <a:pt x="965917" y="108747"/>
                </a:lnTo>
                <a:lnTo>
                  <a:pt x="965346" y="109250"/>
                </a:lnTo>
                <a:lnTo>
                  <a:pt x="964753" y="109734"/>
                </a:lnTo>
                <a:lnTo>
                  <a:pt x="964141" y="110198"/>
                </a:lnTo>
                <a:lnTo>
                  <a:pt x="963509" y="110641"/>
                </a:lnTo>
                <a:lnTo>
                  <a:pt x="962858" y="111063"/>
                </a:lnTo>
                <a:lnTo>
                  <a:pt x="962188" y="111465"/>
                </a:lnTo>
                <a:lnTo>
                  <a:pt x="961498" y="111846"/>
                </a:lnTo>
                <a:lnTo>
                  <a:pt x="960789" y="112207"/>
                </a:lnTo>
                <a:lnTo>
                  <a:pt x="960060" y="112547"/>
                </a:lnTo>
                <a:lnTo>
                  <a:pt x="959312" y="112866"/>
                </a:lnTo>
                <a:lnTo>
                  <a:pt x="958545" y="113165"/>
                </a:lnTo>
                <a:lnTo>
                  <a:pt x="957758" y="113443"/>
                </a:lnTo>
                <a:lnTo>
                  <a:pt x="956952" y="113701"/>
                </a:lnTo>
                <a:lnTo>
                  <a:pt x="956126" y="113938"/>
                </a:lnTo>
                <a:lnTo>
                  <a:pt x="955282" y="114154"/>
                </a:lnTo>
                <a:lnTo>
                  <a:pt x="954417" y="114350"/>
                </a:lnTo>
                <a:lnTo>
                  <a:pt x="953534" y="114525"/>
                </a:lnTo>
                <a:lnTo>
                  <a:pt x="952631" y="114680"/>
                </a:lnTo>
                <a:lnTo>
                  <a:pt x="951708" y="114814"/>
                </a:lnTo>
                <a:lnTo>
                  <a:pt x="950766" y="114927"/>
                </a:lnTo>
                <a:lnTo>
                  <a:pt x="949805" y="115020"/>
                </a:lnTo>
                <a:lnTo>
                  <a:pt x="948824" y="115092"/>
                </a:lnTo>
                <a:lnTo>
                  <a:pt x="947824" y="115144"/>
                </a:lnTo>
                <a:lnTo>
                  <a:pt x="946805" y="115174"/>
                </a:lnTo>
                <a:lnTo>
                  <a:pt x="945766" y="115185"/>
                </a:lnTo>
                <a:lnTo>
                  <a:pt x="917234" y="115185"/>
                </a:lnTo>
                <a:lnTo>
                  <a:pt x="917234" y="69644"/>
                </a:lnTo>
                <a:lnTo>
                  <a:pt x="945409" y="69644"/>
                </a:lnTo>
                <a:lnTo>
                  <a:pt x="946449" y="69655"/>
                </a:lnTo>
                <a:lnTo>
                  <a:pt x="947469" y="69688"/>
                </a:lnTo>
                <a:close/>
                <a:moveTo>
                  <a:pt x="946400" y="15988"/>
                </a:moveTo>
                <a:lnTo>
                  <a:pt x="947394" y="16037"/>
                </a:lnTo>
                <a:lnTo>
                  <a:pt x="948366" y="16106"/>
                </a:lnTo>
                <a:lnTo>
                  <a:pt x="949316" y="16194"/>
                </a:lnTo>
                <a:lnTo>
                  <a:pt x="950244" y="16303"/>
                </a:lnTo>
                <a:lnTo>
                  <a:pt x="951151" y="16431"/>
                </a:lnTo>
                <a:lnTo>
                  <a:pt x="952035" y="16578"/>
                </a:lnTo>
                <a:lnTo>
                  <a:pt x="952898" y="16746"/>
                </a:lnTo>
                <a:lnTo>
                  <a:pt x="953739" y="16933"/>
                </a:lnTo>
                <a:lnTo>
                  <a:pt x="954558" y="17140"/>
                </a:lnTo>
                <a:lnTo>
                  <a:pt x="955355" y="17366"/>
                </a:lnTo>
                <a:lnTo>
                  <a:pt x="956131" y="17613"/>
                </a:lnTo>
                <a:lnTo>
                  <a:pt x="956884" y="17879"/>
                </a:lnTo>
                <a:lnTo>
                  <a:pt x="957616" y="18164"/>
                </a:lnTo>
                <a:lnTo>
                  <a:pt x="958326" y="18469"/>
                </a:lnTo>
                <a:lnTo>
                  <a:pt x="959014" y="18794"/>
                </a:lnTo>
                <a:lnTo>
                  <a:pt x="959680" y="19139"/>
                </a:lnTo>
                <a:lnTo>
                  <a:pt x="960324" y="19504"/>
                </a:lnTo>
                <a:lnTo>
                  <a:pt x="960947" y="19888"/>
                </a:lnTo>
                <a:lnTo>
                  <a:pt x="961547" y="20292"/>
                </a:lnTo>
                <a:lnTo>
                  <a:pt x="962126" y="20715"/>
                </a:lnTo>
                <a:lnTo>
                  <a:pt x="962683" y="21158"/>
                </a:lnTo>
                <a:lnTo>
                  <a:pt x="963218" y="21621"/>
                </a:lnTo>
                <a:lnTo>
                  <a:pt x="963731" y="22100"/>
                </a:lnTo>
                <a:lnTo>
                  <a:pt x="964223" y="22592"/>
                </a:lnTo>
                <a:lnTo>
                  <a:pt x="964693" y="23097"/>
                </a:lnTo>
                <a:lnTo>
                  <a:pt x="965140" y="23615"/>
                </a:lnTo>
                <a:lnTo>
                  <a:pt x="965566" y="24145"/>
                </a:lnTo>
                <a:lnTo>
                  <a:pt x="965971" y="24689"/>
                </a:lnTo>
                <a:lnTo>
                  <a:pt x="966353" y="25245"/>
                </a:lnTo>
                <a:lnTo>
                  <a:pt x="966714" y="25815"/>
                </a:lnTo>
                <a:lnTo>
                  <a:pt x="967052" y="26397"/>
                </a:lnTo>
                <a:lnTo>
                  <a:pt x="967369" y="26992"/>
                </a:lnTo>
                <a:lnTo>
                  <a:pt x="967664" y="27600"/>
                </a:lnTo>
                <a:lnTo>
                  <a:pt x="967937" y="28222"/>
                </a:lnTo>
                <a:lnTo>
                  <a:pt x="968188" y="28856"/>
                </a:lnTo>
                <a:lnTo>
                  <a:pt x="968418" y="29503"/>
                </a:lnTo>
                <a:lnTo>
                  <a:pt x="968625" y="30162"/>
                </a:lnTo>
                <a:lnTo>
                  <a:pt x="968811" y="30835"/>
                </a:lnTo>
                <a:lnTo>
                  <a:pt x="968975" y="31521"/>
                </a:lnTo>
                <a:lnTo>
                  <a:pt x="969117" y="32219"/>
                </a:lnTo>
                <a:lnTo>
                  <a:pt x="969237" y="32931"/>
                </a:lnTo>
                <a:lnTo>
                  <a:pt x="969335" y="33655"/>
                </a:lnTo>
                <a:lnTo>
                  <a:pt x="969412" y="34393"/>
                </a:lnTo>
                <a:lnTo>
                  <a:pt x="969466" y="35143"/>
                </a:lnTo>
                <a:lnTo>
                  <a:pt x="969499" y="35906"/>
                </a:lnTo>
                <a:lnTo>
                  <a:pt x="969510" y="36682"/>
                </a:lnTo>
                <a:lnTo>
                  <a:pt x="969499" y="37488"/>
                </a:lnTo>
                <a:lnTo>
                  <a:pt x="969466" y="38279"/>
                </a:lnTo>
                <a:lnTo>
                  <a:pt x="969412" y="39056"/>
                </a:lnTo>
                <a:lnTo>
                  <a:pt x="969335" y="39818"/>
                </a:lnTo>
                <a:lnTo>
                  <a:pt x="969237" y="40567"/>
                </a:lnTo>
                <a:lnTo>
                  <a:pt x="969117" y="41301"/>
                </a:lnTo>
                <a:lnTo>
                  <a:pt x="968975" y="42022"/>
                </a:lnTo>
                <a:lnTo>
                  <a:pt x="968811" y="42728"/>
                </a:lnTo>
                <a:lnTo>
                  <a:pt x="968625" y="43420"/>
                </a:lnTo>
                <a:lnTo>
                  <a:pt x="968418" y="44098"/>
                </a:lnTo>
                <a:lnTo>
                  <a:pt x="968188" y="44761"/>
                </a:lnTo>
                <a:lnTo>
                  <a:pt x="967937" y="45411"/>
                </a:lnTo>
                <a:lnTo>
                  <a:pt x="967664" y="46046"/>
                </a:lnTo>
                <a:lnTo>
                  <a:pt x="967369" y="46667"/>
                </a:lnTo>
                <a:lnTo>
                  <a:pt x="967052" y="47274"/>
                </a:lnTo>
                <a:lnTo>
                  <a:pt x="966714" y="47867"/>
                </a:lnTo>
                <a:lnTo>
                  <a:pt x="966353" y="48446"/>
                </a:lnTo>
                <a:lnTo>
                  <a:pt x="965971" y="49011"/>
                </a:lnTo>
                <a:lnTo>
                  <a:pt x="965566" y="49561"/>
                </a:lnTo>
                <a:lnTo>
                  <a:pt x="965140" y="50097"/>
                </a:lnTo>
                <a:lnTo>
                  <a:pt x="964693" y="50619"/>
                </a:lnTo>
                <a:lnTo>
                  <a:pt x="964223" y="51127"/>
                </a:lnTo>
                <a:lnTo>
                  <a:pt x="963731" y="51621"/>
                </a:lnTo>
                <a:lnTo>
                  <a:pt x="963218" y="52101"/>
                </a:lnTo>
                <a:lnTo>
                  <a:pt x="962684" y="52563"/>
                </a:lnTo>
                <a:lnTo>
                  <a:pt x="962130" y="53006"/>
                </a:lnTo>
                <a:lnTo>
                  <a:pt x="961555" y="53430"/>
                </a:lnTo>
                <a:lnTo>
                  <a:pt x="960961" y="53833"/>
                </a:lnTo>
                <a:lnTo>
                  <a:pt x="960347" y="54217"/>
                </a:lnTo>
                <a:lnTo>
                  <a:pt x="959713" y="54581"/>
                </a:lnTo>
                <a:lnTo>
                  <a:pt x="959059" y="54926"/>
                </a:lnTo>
                <a:lnTo>
                  <a:pt x="958385" y="55251"/>
                </a:lnTo>
                <a:lnTo>
                  <a:pt x="957691" y="55556"/>
                </a:lnTo>
                <a:lnTo>
                  <a:pt x="956977" y="55841"/>
                </a:lnTo>
                <a:lnTo>
                  <a:pt x="956243" y="56107"/>
                </a:lnTo>
                <a:lnTo>
                  <a:pt x="955488" y="56353"/>
                </a:lnTo>
                <a:lnTo>
                  <a:pt x="954714" y="56580"/>
                </a:lnTo>
                <a:lnTo>
                  <a:pt x="953920" y="56786"/>
                </a:lnTo>
                <a:lnTo>
                  <a:pt x="953106" y="56973"/>
                </a:lnTo>
                <a:lnTo>
                  <a:pt x="952272" y="57141"/>
                </a:lnTo>
                <a:lnTo>
                  <a:pt x="951418" y="57288"/>
                </a:lnTo>
                <a:lnTo>
                  <a:pt x="950544" y="57416"/>
                </a:lnTo>
                <a:lnTo>
                  <a:pt x="949650" y="57525"/>
                </a:lnTo>
                <a:lnTo>
                  <a:pt x="948736" y="57613"/>
                </a:lnTo>
                <a:lnTo>
                  <a:pt x="947802" y="57682"/>
                </a:lnTo>
                <a:lnTo>
                  <a:pt x="946848" y="57731"/>
                </a:lnTo>
                <a:lnTo>
                  <a:pt x="945873" y="57761"/>
                </a:lnTo>
                <a:lnTo>
                  <a:pt x="944879" y="57771"/>
                </a:lnTo>
                <a:lnTo>
                  <a:pt x="917234" y="57771"/>
                </a:lnTo>
                <a:lnTo>
                  <a:pt x="917234" y="15948"/>
                </a:lnTo>
                <a:lnTo>
                  <a:pt x="944347" y="15948"/>
                </a:lnTo>
                <a:lnTo>
                  <a:pt x="945384" y="15958"/>
                </a:lnTo>
                <a:lnTo>
                  <a:pt x="946400" y="15988"/>
                </a:lnTo>
                <a:close/>
                <a:moveTo>
                  <a:pt x="283737" y="78261"/>
                </a:moveTo>
                <a:lnTo>
                  <a:pt x="283767" y="77448"/>
                </a:lnTo>
                <a:lnTo>
                  <a:pt x="283809" y="76646"/>
                </a:lnTo>
                <a:lnTo>
                  <a:pt x="283863" y="75855"/>
                </a:lnTo>
                <a:lnTo>
                  <a:pt x="283929" y="75076"/>
                </a:lnTo>
                <a:lnTo>
                  <a:pt x="284007" y="74308"/>
                </a:lnTo>
                <a:lnTo>
                  <a:pt x="284097" y="73552"/>
                </a:lnTo>
                <a:lnTo>
                  <a:pt x="284199" y="72807"/>
                </a:lnTo>
                <a:lnTo>
                  <a:pt x="284313" y="72073"/>
                </a:lnTo>
                <a:lnTo>
                  <a:pt x="284439" y="71351"/>
                </a:lnTo>
                <a:lnTo>
                  <a:pt x="284577" y="70640"/>
                </a:lnTo>
                <a:lnTo>
                  <a:pt x="284726" y="69940"/>
                </a:lnTo>
                <a:lnTo>
                  <a:pt x="284888" y="69252"/>
                </a:lnTo>
                <a:lnTo>
                  <a:pt x="285062" y="68576"/>
                </a:lnTo>
                <a:lnTo>
                  <a:pt x="285248" y="67910"/>
                </a:lnTo>
                <a:lnTo>
                  <a:pt x="285446" y="67256"/>
                </a:lnTo>
                <a:lnTo>
                  <a:pt x="285656" y="66614"/>
                </a:lnTo>
                <a:lnTo>
                  <a:pt x="285877" y="65983"/>
                </a:lnTo>
                <a:lnTo>
                  <a:pt x="286111" y="65363"/>
                </a:lnTo>
                <a:lnTo>
                  <a:pt x="286357" y="64754"/>
                </a:lnTo>
                <a:lnTo>
                  <a:pt x="286615" y="64157"/>
                </a:lnTo>
                <a:lnTo>
                  <a:pt x="286885" y="63572"/>
                </a:lnTo>
                <a:lnTo>
                  <a:pt x="287166" y="62998"/>
                </a:lnTo>
                <a:lnTo>
                  <a:pt x="287458" y="62435"/>
                </a:lnTo>
                <a:lnTo>
                  <a:pt x="287759" y="61883"/>
                </a:lnTo>
                <a:lnTo>
                  <a:pt x="288068" y="61342"/>
                </a:lnTo>
                <a:lnTo>
                  <a:pt x="288385" y="60812"/>
                </a:lnTo>
                <a:lnTo>
                  <a:pt x="288710" y="60294"/>
                </a:lnTo>
                <a:lnTo>
                  <a:pt x="289044" y="59786"/>
                </a:lnTo>
                <a:lnTo>
                  <a:pt x="289386" y="59290"/>
                </a:lnTo>
                <a:lnTo>
                  <a:pt x="289736" y="58804"/>
                </a:lnTo>
                <a:lnTo>
                  <a:pt x="290095" y="58330"/>
                </a:lnTo>
                <a:lnTo>
                  <a:pt x="290461" y="57866"/>
                </a:lnTo>
                <a:lnTo>
                  <a:pt x="290837" y="57414"/>
                </a:lnTo>
                <a:lnTo>
                  <a:pt x="291220" y="56973"/>
                </a:lnTo>
                <a:lnTo>
                  <a:pt x="291612" y="56543"/>
                </a:lnTo>
                <a:lnTo>
                  <a:pt x="292012" y="56124"/>
                </a:lnTo>
                <a:lnTo>
                  <a:pt x="292421" y="55716"/>
                </a:lnTo>
                <a:lnTo>
                  <a:pt x="292837" y="55320"/>
                </a:lnTo>
                <a:lnTo>
                  <a:pt x="293263" y="54934"/>
                </a:lnTo>
                <a:lnTo>
                  <a:pt x="293696" y="54559"/>
                </a:lnTo>
                <a:lnTo>
                  <a:pt x="294138" y="54196"/>
                </a:lnTo>
                <a:lnTo>
                  <a:pt x="294588" y="53843"/>
                </a:lnTo>
                <a:lnTo>
                  <a:pt x="295046" y="53502"/>
                </a:lnTo>
                <a:lnTo>
                  <a:pt x="295513" y="53171"/>
                </a:lnTo>
                <a:lnTo>
                  <a:pt x="295987" y="52852"/>
                </a:lnTo>
                <a:lnTo>
                  <a:pt x="296471" y="52544"/>
                </a:lnTo>
                <a:lnTo>
                  <a:pt x="296961" y="52247"/>
                </a:lnTo>
                <a:lnTo>
                  <a:pt x="297457" y="51964"/>
                </a:lnTo>
                <a:lnTo>
                  <a:pt x="297958" y="51692"/>
                </a:lnTo>
                <a:lnTo>
                  <a:pt x="298465" y="51434"/>
                </a:lnTo>
                <a:lnTo>
                  <a:pt x="298977" y="51188"/>
                </a:lnTo>
                <a:lnTo>
                  <a:pt x="299495" y="50954"/>
                </a:lnTo>
                <a:lnTo>
                  <a:pt x="300018" y="50733"/>
                </a:lnTo>
                <a:lnTo>
                  <a:pt x="300547" y="50525"/>
                </a:lnTo>
                <a:lnTo>
                  <a:pt x="301081" y="50329"/>
                </a:lnTo>
                <a:lnTo>
                  <a:pt x="301621" y="50146"/>
                </a:lnTo>
                <a:lnTo>
                  <a:pt x="302167" y="49976"/>
                </a:lnTo>
                <a:lnTo>
                  <a:pt x="302718" y="49818"/>
                </a:lnTo>
                <a:lnTo>
                  <a:pt x="303274" y="49673"/>
                </a:lnTo>
                <a:lnTo>
                  <a:pt x="303836" y="49541"/>
                </a:lnTo>
                <a:lnTo>
                  <a:pt x="304404" y="49421"/>
                </a:lnTo>
                <a:lnTo>
                  <a:pt x="304977" y="49314"/>
                </a:lnTo>
                <a:lnTo>
                  <a:pt x="305556" y="49219"/>
                </a:lnTo>
                <a:lnTo>
                  <a:pt x="306140" y="49137"/>
                </a:lnTo>
                <a:lnTo>
                  <a:pt x="306729" y="49068"/>
                </a:lnTo>
                <a:lnTo>
                  <a:pt x="307325" y="49011"/>
                </a:lnTo>
                <a:lnTo>
                  <a:pt x="307925" y="48967"/>
                </a:lnTo>
                <a:lnTo>
                  <a:pt x="308532" y="48935"/>
                </a:lnTo>
                <a:lnTo>
                  <a:pt x="309144" y="48916"/>
                </a:lnTo>
                <a:lnTo>
                  <a:pt x="309761" y="48910"/>
                </a:lnTo>
                <a:lnTo>
                  <a:pt x="310653" y="48922"/>
                </a:lnTo>
                <a:lnTo>
                  <a:pt x="311529" y="48957"/>
                </a:lnTo>
                <a:lnTo>
                  <a:pt x="312387" y="49015"/>
                </a:lnTo>
                <a:lnTo>
                  <a:pt x="313229" y="49097"/>
                </a:lnTo>
                <a:lnTo>
                  <a:pt x="314054" y="49202"/>
                </a:lnTo>
                <a:lnTo>
                  <a:pt x="314861" y="49331"/>
                </a:lnTo>
                <a:lnTo>
                  <a:pt x="315652" y="49483"/>
                </a:lnTo>
                <a:lnTo>
                  <a:pt x="316426" y="49658"/>
                </a:lnTo>
                <a:lnTo>
                  <a:pt x="317183" y="49857"/>
                </a:lnTo>
                <a:lnTo>
                  <a:pt x="317923" y="50079"/>
                </a:lnTo>
                <a:lnTo>
                  <a:pt x="318646" y="50325"/>
                </a:lnTo>
                <a:lnTo>
                  <a:pt x="319353" y="50594"/>
                </a:lnTo>
                <a:lnTo>
                  <a:pt x="320042" y="50886"/>
                </a:lnTo>
                <a:lnTo>
                  <a:pt x="320714" y="51202"/>
                </a:lnTo>
                <a:lnTo>
                  <a:pt x="321370" y="51541"/>
                </a:lnTo>
                <a:lnTo>
                  <a:pt x="322008" y="51903"/>
                </a:lnTo>
                <a:lnTo>
                  <a:pt x="322630" y="52289"/>
                </a:lnTo>
                <a:lnTo>
                  <a:pt x="323234" y="52699"/>
                </a:lnTo>
                <a:lnTo>
                  <a:pt x="323822" y="53131"/>
                </a:lnTo>
                <a:lnTo>
                  <a:pt x="324393" y="53587"/>
                </a:lnTo>
                <a:lnTo>
                  <a:pt x="324947" y="54067"/>
                </a:lnTo>
                <a:lnTo>
                  <a:pt x="325484" y="54570"/>
                </a:lnTo>
                <a:lnTo>
                  <a:pt x="326004" y="55096"/>
                </a:lnTo>
                <a:lnTo>
                  <a:pt x="326507" y="55646"/>
                </a:lnTo>
                <a:lnTo>
                  <a:pt x="326991" y="56218"/>
                </a:lnTo>
                <a:lnTo>
                  <a:pt x="327455" y="56814"/>
                </a:lnTo>
                <a:lnTo>
                  <a:pt x="327898" y="57434"/>
                </a:lnTo>
                <a:lnTo>
                  <a:pt x="328321" y="58077"/>
                </a:lnTo>
                <a:lnTo>
                  <a:pt x="328723" y="58743"/>
                </a:lnTo>
                <a:lnTo>
                  <a:pt x="329105" y="59433"/>
                </a:lnTo>
                <a:lnTo>
                  <a:pt x="329465" y="60146"/>
                </a:lnTo>
                <a:lnTo>
                  <a:pt x="329806" y="60882"/>
                </a:lnTo>
                <a:lnTo>
                  <a:pt x="330125" y="61642"/>
                </a:lnTo>
                <a:lnTo>
                  <a:pt x="330424" y="62425"/>
                </a:lnTo>
                <a:lnTo>
                  <a:pt x="330702" y="63232"/>
                </a:lnTo>
                <a:lnTo>
                  <a:pt x="330960" y="64062"/>
                </a:lnTo>
                <a:lnTo>
                  <a:pt x="331197" y="64915"/>
                </a:lnTo>
                <a:lnTo>
                  <a:pt x="331414" y="65792"/>
                </a:lnTo>
                <a:lnTo>
                  <a:pt x="331610" y="66692"/>
                </a:lnTo>
                <a:lnTo>
                  <a:pt x="331785" y="67615"/>
                </a:lnTo>
                <a:lnTo>
                  <a:pt x="331940" y="68562"/>
                </a:lnTo>
                <a:lnTo>
                  <a:pt x="332074" y="69532"/>
                </a:lnTo>
                <a:lnTo>
                  <a:pt x="332187" y="70526"/>
                </a:lnTo>
                <a:lnTo>
                  <a:pt x="332280" y="71543"/>
                </a:lnTo>
                <a:lnTo>
                  <a:pt x="332352" y="72583"/>
                </a:lnTo>
                <a:lnTo>
                  <a:pt x="332403" y="73647"/>
                </a:lnTo>
                <a:lnTo>
                  <a:pt x="332434" y="74734"/>
                </a:lnTo>
                <a:lnTo>
                  <a:pt x="332445" y="75844"/>
                </a:lnTo>
                <a:lnTo>
                  <a:pt x="332445" y="127591"/>
                </a:lnTo>
                <a:lnTo>
                  <a:pt x="347330" y="127591"/>
                </a:lnTo>
                <a:lnTo>
                  <a:pt x="347330" y="74252"/>
                </a:lnTo>
                <a:lnTo>
                  <a:pt x="347323" y="73182"/>
                </a:lnTo>
                <a:lnTo>
                  <a:pt x="347301" y="72127"/>
                </a:lnTo>
                <a:lnTo>
                  <a:pt x="347264" y="71088"/>
                </a:lnTo>
                <a:lnTo>
                  <a:pt x="347212" y="70065"/>
                </a:lnTo>
                <a:lnTo>
                  <a:pt x="347146" y="69058"/>
                </a:lnTo>
                <a:lnTo>
                  <a:pt x="347064" y="68066"/>
                </a:lnTo>
                <a:lnTo>
                  <a:pt x="346968" y="67090"/>
                </a:lnTo>
                <a:lnTo>
                  <a:pt x="346858" y="66130"/>
                </a:lnTo>
                <a:lnTo>
                  <a:pt x="346732" y="65185"/>
                </a:lnTo>
                <a:lnTo>
                  <a:pt x="346592" y="64256"/>
                </a:lnTo>
                <a:lnTo>
                  <a:pt x="346437" y="63343"/>
                </a:lnTo>
                <a:lnTo>
                  <a:pt x="346267" y="62445"/>
                </a:lnTo>
                <a:lnTo>
                  <a:pt x="346082" y="61563"/>
                </a:lnTo>
                <a:lnTo>
                  <a:pt x="345883" y="60697"/>
                </a:lnTo>
                <a:lnTo>
                  <a:pt x="345669" y="59847"/>
                </a:lnTo>
                <a:lnTo>
                  <a:pt x="345440" y="59012"/>
                </a:lnTo>
                <a:lnTo>
                  <a:pt x="345196" y="58193"/>
                </a:lnTo>
                <a:lnTo>
                  <a:pt x="344938" y="57389"/>
                </a:lnTo>
                <a:lnTo>
                  <a:pt x="344664" y="56602"/>
                </a:lnTo>
                <a:lnTo>
                  <a:pt x="344376" y="55830"/>
                </a:lnTo>
                <a:lnTo>
                  <a:pt x="344074" y="55073"/>
                </a:lnTo>
                <a:lnTo>
                  <a:pt x="343756" y="54333"/>
                </a:lnTo>
                <a:lnTo>
                  <a:pt x="343424" y="53608"/>
                </a:lnTo>
                <a:lnTo>
                  <a:pt x="343077" y="52898"/>
                </a:lnTo>
                <a:lnTo>
                  <a:pt x="342716" y="52204"/>
                </a:lnTo>
                <a:lnTo>
                  <a:pt x="342345" y="51525"/>
                </a:lnTo>
                <a:lnTo>
                  <a:pt x="341961" y="50860"/>
                </a:lnTo>
                <a:lnTo>
                  <a:pt x="341565" y="50211"/>
                </a:lnTo>
                <a:lnTo>
                  <a:pt x="341158" y="49576"/>
                </a:lnTo>
                <a:lnTo>
                  <a:pt x="340740" y="48955"/>
                </a:lnTo>
                <a:lnTo>
                  <a:pt x="340309" y="48350"/>
                </a:lnTo>
                <a:lnTo>
                  <a:pt x="339867" y="47759"/>
                </a:lnTo>
                <a:lnTo>
                  <a:pt x="339413" y="47183"/>
                </a:lnTo>
                <a:lnTo>
                  <a:pt x="338948" y="46622"/>
                </a:lnTo>
                <a:lnTo>
                  <a:pt x="338471" y="46076"/>
                </a:lnTo>
                <a:lnTo>
                  <a:pt x="337982" y="45544"/>
                </a:lnTo>
                <a:lnTo>
                  <a:pt x="337481" y="45027"/>
                </a:lnTo>
                <a:lnTo>
                  <a:pt x="336969" y="44525"/>
                </a:lnTo>
                <a:lnTo>
                  <a:pt x="336445" y="44038"/>
                </a:lnTo>
                <a:lnTo>
                  <a:pt x="335909" y="43565"/>
                </a:lnTo>
                <a:lnTo>
                  <a:pt x="335362" y="43107"/>
                </a:lnTo>
                <a:lnTo>
                  <a:pt x="334803" y="42664"/>
                </a:lnTo>
                <a:lnTo>
                  <a:pt x="334232" y="42236"/>
                </a:lnTo>
                <a:lnTo>
                  <a:pt x="333650" y="41823"/>
                </a:lnTo>
                <a:lnTo>
                  <a:pt x="333056" y="41424"/>
                </a:lnTo>
                <a:lnTo>
                  <a:pt x="332450" y="41040"/>
                </a:lnTo>
                <a:lnTo>
                  <a:pt x="331833" y="40671"/>
                </a:lnTo>
                <a:lnTo>
                  <a:pt x="331204" y="40317"/>
                </a:lnTo>
                <a:lnTo>
                  <a:pt x="330564" y="39977"/>
                </a:lnTo>
                <a:lnTo>
                  <a:pt x="329914" y="39651"/>
                </a:lnTo>
                <a:lnTo>
                  <a:pt x="329254" y="39340"/>
                </a:lnTo>
                <a:lnTo>
                  <a:pt x="328585" y="39043"/>
                </a:lnTo>
                <a:lnTo>
                  <a:pt x="327906" y="38761"/>
                </a:lnTo>
                <a:lnTo>
                  <a:pt x="327217" y="38494"/>
                </a:lnTo>
                <a:lnTo>
                  <a:pt x="326518" y="38240"/>
                </a:lnTo>
                <a:lnTo>
                  <a:pt x="325809" y="38002"/>
                </a:lnTo>
                <a:lnTo>
                  <a:pt x="325090" y="37777"/>
                </a:lnTo>
                <a:lnTo>
                  <a:pt x="324362" y="37568"/>
                </a:lnTo>
                <a:lnTo>
                  <a:pt x="323623" y="37372"/>
                </a:lnTo>
                <a:lnTo>
                  <a:pt x="322875" y="37191"/>
                </a:lnTo>
                <a:lnTo>
                  <a:pt x="322117" y="37025"/>
                </a:lnTo>
                <a:lnTo>
                  <a:pt x="321349" y="36873"/>
                </a:lnTo>
                <a:lnTo>
                  <a:pt x="320572" y="36736"/>
                </a:lnTo>
                <a:lnTo>
                  <a:pt x="319784" y="36613"/>
                </a:lnTo>
                <a:lnTo>
                  <a:pt x="318987" y="36504"/>
                </a:lnTo>
                <a:lnTo>
                  <a:pt x="318180" y="36410"/>
                </a:lnTo>
                <a:lnTo>
                  <a:pt x="317363" y="36331"/>
                </a:lnTo>
                <a:lnTo>
                  <a:pt x="316536" y="36265"/>
                </a:lnTo>
                <a:lnTo>
                  <a:pt x="315699" y="36215"/>
                </a:lnTo>
                <a:lnTo>
                  <a:pt x="314853" y="36179"/>
                </a:lnTo>
                <a:lnTo>
                  <a:pt x="313996" y="36157"/>
                </a:lnTo>
                <a:lnTo>
                  <a:pt x="313130" y="36150"/>
                </a:lnTo>
                <a:lnTo>
                  <a:pt x="312292" y="36158"/>
                </a:lnTo>
                <a:lnTo>
                  <a:pt x="311462" y="36182"/>
                </a:lnTo>
                <a:lnTo>
                  <a:pt x="310639" y="36223"/>
                </a:lnTo>
                <a:lnTo>
                  <a:pt x="309824" y="36280"/>
                </a:lnTo>
                <a:lnTo>
                  <a:pt x="309017" y="36354"/>
                </a:lnTo>
                <a:lnTo>
                  <a:pt x="308217" y="36443"/>
                </a:lnTo>
                <a:lnTo>
                  <a:pt x="307426" y="36549"/>
                </a:lnTo>
                <a:lnTo>
                  <a:pt x="306641" y="36672"/>
                </a:lnTo>
                <a:lnTo>
                  <a:pt x="305865" y="36810"/>
                </a:lnTo>
                <a:lnTo>
                  <a:pt x="305096" y="36965"/>
                </a:lnTo>
                <a:lnTo>
                  <a:pt x="304335" y="37136"/>
                </a:lnTo>
                <a:lnTo>
                  <a:pt x="303582" y="37324"/>
                </a:lnTo>
                <a:lnTo>
                  <a:pt x="302836" y="37528"/>
                </a:lnTo>
                <a:lnTo>
                  <a:pt x="302098" y="37748"/>
                </a:lnTo>
                <a:lnTo>
                  <a:pt x="301367" y="37984"/>
                </a:lnTo>
                <a:lnTo>
                  <a:pt x="300645" y="38237"/>
                </a:lnTo>
                <a:lnTo>
                  <a:pt x="299930" y="38506"/>
                </a:lnTo>
                <a:lnTo>
                  <a:pt x="299223" y="38792"/>
                </a:lnTo>
                <a:lnTo>
                  <a:pt x="298523" y="39093"/>
                </a:lnTo>
                <a:lnTo>
                  <a:pt x="297831" y="39411"/>
                </a:lnTo>
                <a:lnTo>
                  <a:pt x="297147" y="39746"/>
                </a:lnTo>
                <a:lnTo>
                  <a:pt x="296470" y="40096"/>
                </a:lnTo>
                <a:lnTo>
                  <a:pt x="295802" y="40463"/>
                </a:lnTo>
                <a:lnTo>
                  <a:pt x="295140" y="40847"/>
                </a:lnTo>
                <a:lnTo>
                  <a:pt x="294490" y="41244"/>
                </a:lnTo>
                <a:lnTo>
                  <a:pt x="293851" y="41655"/>
                </a:lnTo>
                <a:lnTo>
                  <a:pt x="293226" y="42077"/>
                </a:lnTo>
                <a:lnTo>
                  <a:pt x="292613" y="42513"/>
                </a:lnTo>
                <a:lnTo>
                  <a:pt x="292013" y="42961"/>
                </a:lnTo>
                <a:lnTo>
                  <a:pt x="291425" y="43422"/>
                </a:lnTo>
                <a:lnTo>
                  <a:pt x="290850" y="43895"/>
                </a:lnTo>
                <a:lnTo>
                  <a:pt x="290287" y="44381"/>
                </a:lnTo>
                <a:lnTo>
                  <a:pt x="289737" y="44880"/>
                </a:lnTo>
                <a:lnTo>
                  <a:pt x="289200" y="45391"/>
                </a:lnTo>
                <a:lnTo>
                  <a:pt x="288675" y="45915"/>
                </a:lnTo>
                <a:lnTo>
                  <a:pt x="288163" y="46451"/>
                </a:lnTo>
                <a:lnTo>
                  <a:pt x="287664" y="47000"/>
                </a:lnTo>
                <a:lnTo>
                  <a:pt x="287177" y="47562"/>
                </a:lnTo>
                <a:lnTo>
                  <a:pt x="286703" y="48136"/>
                </a:lnTo>
                <a:lnTo>
                  <a:pt x="286241" y="48723"/>
                </a:lnTo>
                <a:lnTo>
                  <a:pt x="285792" y="49322"/>
                </a:lnTo>
                <a:lnTo>
                  <a:pt x="285356" y="49935"/>
                </a:lnTo>
                <a:lnTo>
                  <a:pt x="284932" y="50559"/>
                </a:lnTo>
                <a:lnTo>
                  <a:pt x="284521" y="51196"/>
                </a:lnTo>
                <a:lnTo>
                  <a:pt x="284122" y="51846"/>
                </a:lnTo>
                <a:lnTo>
                  <a:pt x="283736" y="52509"/>
                </a:lnTo>
                <a:lnTo>
                  <a:pt x="283363" y="53184"/>
                </a:lnTo>
                <a:lnTo>
                  <a:pt x="283002" y="53872"/>
                </a:lnTo>
                <a:lnTo>
                  <a:pt x="282294" y="38278"/>
                </a:lnTo>
                <a:lnTo>
                  <a:pt x="268828" y="38278"/>
                </a:lnTo>
                <a:lnTo>
                  <a:pt x="268828" y="127591"/>
                </a:lnTo>
                <a:lnTo>
                  <a:pt x="283713" y="127591"/>
                </a:lnTo>
                <a:lnTo>
                  <a:pt x="283713" y="79922"/>
                </a:lnTo>
                <a:lnTo>
                  <a:pt x="283719" y="79086"/>
                </a:lnTo>
                <a:lnTo>
                  <a:pt x="283737" y="78261"/>
                </a:lnTo>
                <a:close/>
                <a:moveTo>
                  <a:pt x="803660" y="80119"/>
                </a:moveTo>
                <a:lnTo>
                  <a:pt x="803679" y="79434"/>
                </a:lnTo>
                <a:lnTo>
                  <a:pt x="803706" y="78758"/>
                </a:lnTo>
                <a:lnTo>
                  <a:pt x="803741" y="78092"/>
                </a:lnTo>
                <a:lnTo>
                  <a:pt x="803783" y="77436"/>
                </a:lnTo>
                <a:lnTo>
                  <a:pt x="803833" y="76789"/>
                </a:lnTo>
                <a:lnTo>
                  <a:pt x="803891" y="76151"/>
                </a:lnTo>
                <a:lnTo>
                  <a:pt x="803956" y="75524"/>
                </a:lnTo>
                <a:lnTo>
                  <a:pt x="804029" y="74905"/>
                </a:lnTo>
                <a:lnTo>
                  <a:pt x="804110" y="74297"/>
                </a:lnTo>
                <a:lnTo>
                  <a:pt x="804198" y="73697"/>
                </a:lnTo>
                <a:lnTo>
                  <a:pt x="804295" y="73108"/>
                </a:lnTo>
                <a:lnTo>
                  <a:pt x="804398" y="72528"/>
                </a:lnTo>
                <a:lnTo>
                  <a:pt x="804510" y="71957"/>
                </a:lnTo>
                <a:lnTo>
                  <a:pt x="804629" y="71396"/>
                </a:lnTo>
                <a:lnTo>
                  <a:pt x="804756" y="70844"/>
                </a:lnTo>
                <a:lnTo>
                  <a:pt x="804891" y="70303"/>
                </a:lnTo>
                <a:lnTo>
                  <a:pt x="805033" y="69770"/>
                </a:lnTo>
                <a:lnTo>
                  <a:pt x="805183" y="69247"/>
                </a:lnTo>
                <a:lnTo>
                  <a:pt x="805340" y="68734"/>
                </a:lnTo>
                <a:lnTo>
                  <a:pt x="805506" y="68230"/>
                </a:lnTo>
                <a:lnTo>
                  <a:pt x="805679" y="67736"/>
                </a:lnTo>
                <a:lnTo>
                  <a:pt x="805859" y="67251"/>
                </a:lnTo>
                <a:lnTo>
                  <a:pt x="806047" y="66775"/>
                </a:lnTo>
                <a:lnTo>
                  <a:pt x="806241" y="66308"/>
                </a:lnTo>
                <a:lnTo>
                  <a:pt x="806441" y="65849"/>
                </a:lnTo>
                <a:lnTo>
                  <a:pt x="806647" y="65398"/>
                </a:lnTo>
                <a:lnTo>
                  <a:pt x="806859" y="64955"/>
                </a:lnTo>
                <a:lnTo>
                  <a:pt x="807077" y="64521"/>
                </a:lnTo>
                <a:lnTo>
                  <a:pt x="807302" y="64095"/>
                </a:lnTo>
                <a:lnTo>
                  <a:pt x="807533" y="63677"/>
                </a:lnTo>
                <a:lnTo>
                  <a:pt x="807769" y="63268"/>
                </a:lnTo>
                <a:lnTo>
                  <a:pt x="808012" y="62867"/>
                </a:lnTo>
                <a:lnTo>
                  <a:pt x="808261" y="62474"/>
                </a:lnTo>
                <a:lnTo>
                  <a:pt x="808517" y="62090"/>
                </a:lnTo>
                <a:lnTo>
                  <a:pt x="808778" y="61714"/>
                </a:lnTo>
                <a:lnTo>
                  <a:pt x="809046" y="61346"/>
                </a:lnTo>
                <a:lnTo>
                  <a:pt x="809319" y="60986"/>
                </a:lnTo>
                <a:lnTo>
                  <a:pt x="809599" y="60635"/>
                </a:lnTo>
                <a:lnTo>
                  <a:pt x="809885" y="60292"/>
                </a:lnTo>
                <a:lnTo>
                  <a:pt x="810178" y="59958"/>
                </a:lnTo>
                <a:lnTo>
                  <a:pt x="810476" y="59632"/>
                </a:lnTo>
                <a:lnTo>
                  <a:pt x="810780" y="59314"/>
                </a:lnTo>
                <a:lnTo>
                  <a:pt x="811091" y="59004"/>
                </a:lnTo>
                <a:lnTo>
                  <a:pt x="811408" y="58703"/>
                </a:lnTo>
                <a:lnTo>
                  <a:pt x="811731" y="58410"/>
                </a:lnTo>
                <a:lnTo>
                  <a:pt x="812060" y="58125"/>
                </a:lnTo>
                <a:lnTo>
                  <a:pt x="812394" y="57848"/>
                </a:lnTo>
                <a:lnTo>
                  <a:pt x="812732" y="57577"/>
                </a:lnTo>
                <a:lnTo>
                  <a:pt x="813075" y="57313"/>
                </a:lnTo>
                <a:lnTo>
                  <a:pt x="813421" y="57055"/>
                </a:lnTo>
                <a:lnTo>
                  <a:pt x="813771" y="56803"/>
                </a:lnTo>
                <a:lnTo>
                  <a:pt x="814126" y="56558"/>
                </a:lnTo>
                <a:lnTo>
                  <a:pt x="814484" y="56320"/>
                </a:lnTo>
                <a:lnTo>
                  <a:pt x="814846" y="56087"/>
                </a:lnTo>
                <a:lnTo>
                  <a:pt x="815213" y="55862"/>
                </a:lnTo>
                <a:lnTo>
                  <a:pt x="815583" y="55643"/>
                </a:lnTo>
                <a:lnTo>
                  <a:pt x="815957" y="55430"/>
                </a:lnTo>
                <a:lnTo>
                  <a:pt x="816335" y="55224"/>
                </a:lnTo>
                <a:lnTo>
                  <a:pt x="816718" y="55024"/>
                </a:lnTo>
                <a:lnTo>
                  <a:pt x="817104" y="54831"/>
                </a:lnTo>
                <a:lnTo>
                  <a:pt x="817494" y="54644"/>
                </a:lnTo>
                <a:lnTo>
                  <a:pt x="817888" y="54463"/>
                </a:lnTo>
                <a:lnTo>
                  <a:pt x="818286" y="54289"/>
                </a:lnTo>
                <a:lnTo>
                  <a:pt x="818689" y="54122"/>
                </a:lnTo>
                <a:lnTo>
                  <a:pt x="819095" y="53961"/>
                </a:lnTo>
                <a:lnTo>
                  <a:pt x="819505" y="53806"/>
                </a:lnTo>
                <a:lnTo>
                  <a:pt x="819919" y="53658"/>
                </a:lnTo>
                <a:lnTo>
                  <a:pt x="820337" y="53516"/>
                </a:lnTo>
                <a:lnTo>
                  <a:pt x="820760" y="53381"/>
                </a:lnTo>
                <a:lnTo>
                  <a:pt x="821186" y="53252"/>
                </a:lnTo>
                <a:lnTo>
                  <a:pt x="821615" y="53130"/>
                </a:lnTo>
                <a:lnTo>
                  <a:pt x="822046" y="53012"/>
                </a:lnTo>
                <a:lnTo>
                  <a:pt x="822479" y="52899"/>
                </a:lnTo>
                <a:lnTo>
                  <a:pt x="822914" y="52792"/>
                </a:lnTo>
                <a:lnTo>
                  <a:pt x="823350" y="52690"/>
                </a:lnTo>
                <a:lnTo>
                  <a:pt x="823789" y="52594"/>
                </a:lnTo>
                <a:lnTo>
                  <a:pt x="824229" y="52502"/>
                </a:lnTo>
                <a:lnTo>
                  <a:pt x="824671" y="52416"/>
                </a:lnTo>
                <a:lnTo>
                  <a:pt x="825115" y="52335"/>
                </a:lnTo>
                <a:lnTo>
                  <a:pt x="825561" y="52259"/>
                </a:lnTo>
                <a:lnTo>
                  <a:pt x="826009" y="52188"/>
                </a:lnTo>
                <a:lnTo>
                  <a:pt x="826458" y="52123"/>
                </a:lnTo>
                <a:lnTo>
                  <a:pt x="826910" y="52063"/>
                </a:lnTo>
                <a:lnTo>
                  <a:pt x="827363" y="52008"/>
                </a:lnTo>
                <a:lnTo>
                  <a:pt x="827818" y="51958"/>
                </a:lnTo>
                <a:lnTo>
                  <a:pt x="828275" y="51914"/>
                </a:lnTo>
                <a:lnTo>
                  <a:pt x="828734" y="51874"/>
                </a:lnTo>
                <a:lnTo>
                  <a:pt x="829194" y="51840"/>
                </a:lnTo>
                <a:lnTo>
                  <a:pt x="829657" y="51812"/>
                </a:lnTo>
                <a:lnTo>
                  <a:pt x="830121" y="51788"/>
                </a:lnTo>
                <a:lnTo>
                  <a:pt x="830587" y="51770"/>
                </a:lnTo>
                <a:lnTo>
                  <a:pt x="831055" y="51757"/>
                </a:lnTo>
                <a:lnTo>
                  <a:pt x="831525" y="51749"/>
                </a:lnTo>
                <a:lnTo>
                  <a:pt x="831996" y="51746"/>
                </a:lnTo>
                <a:lnTo>
                  <a:pt x="837491" y="51746"/>
                </a:lnTo>
                <a:lnTo>
                  <a:pt x="837491" y="36150"/>
                </a:lnTo>
                <a:lnTo>
                  <a:pt x="836785" y="36154"/>
                </a:lnTo>
                <a:lnTo>
                  <a:pt x="836086" y="36166"/>
                </a:lnTo>
                <a:lnTo>
                  <a:pt x="835393" y="36186"/>
                </a:lnTo>
                <a:lnTo>
                  <a:pt x="834707" y="36214"/>
                </a:lnTo>
                <a:lnTo>
                  <a:pt x="834027" y="36250"/>
                </a:lnTo>
                <a:lnTo>
                  <a:pt x="833354" y="36294"/>
                </a:lnTo>
                <a:lnTo>
                  <a:pt x="832687" y="36346"/>
                </a:lnTo>
                <a:lnTo>
                  <a:pt x="832026" y="36406"/>
                </a:lnTo>
                <a:lnTo>
                  <a:pt x="831372" y="36474"/>
                </a:lnTo>
                <a:lnTo>
                  <a:pt x="830725" y="36550"/>
                </a:lnTo>
                <a:lnTo>
                  <a:pt x="830084" y="36634"/>
                </a:lnTo>
                <a:lnTo>
                  <a:pt x="829449" y="36726"/>
                </a:lnTo>
                <a:lnTo>
                  <a:pt x="828821" y="36826"/>
                </a:lnTo>
                <a:lnTo>
                  <a:pt x="828199" y="36934"/>
                </a:lnTo>
                <a:lnTo>
                  <a:pt x="827584" y="37050"/>
                </a:lnTo>
                <a:lnTo>
                  <a:pt x="826975" y="37174"/>
                </a:lnTo>
                <a:lnTo>
                  <a:pt x="826373" y="37306"/>
                </a:lnTo>
                <a:lnTo>
                  <a:pt x="825777" y="37446"/>
                </a:lnTo>
                <a:lnTo>
                  <a:pt x="825188" y="37594"/>
                </a:lnTo>
                <a:lnTo>
                  <a:pt x="824605" y="37750"/>
                </a:lnTo>
                <a:lnTo>
                  <a:pt x="824028" y="37914"/>
                </a:lnTo>
                <a:lnTo>
                  <a:pt x="823458" y="38086"/>
                </a:lnTo>
                <a:lnTo>
                  <a:pt x="822895" y="38266"/>
                </a:lnTo>
                <a:lnTo>
                  <a:pt x="822338" y="38454"/>
                </a:lnTo>
                <a:lnTo>
                  <a:pt x="821787" y="38649"/>
                </a:lnTo>
                <a:lnTo>
                  <a:pt x="821244" y="38851"/>
                </a:lnTo>
                <a:lnTo>
                  <a:pt x="820707" y="39060"/>
                </a:lnTo>
                <a:lnTo>
                  <a:pt x="820177" y="39276"/>
                </a:lnTo>
                <a:lnTo>
                  <a:pt x="819654" y="39498"/>
                </a:lnTo>
                <a:lnTo>
                  <a:pt x="819137" y="39727"/>
                </a:lnTo>
                <a:lnTo>
                  <a:pt x="818628" y="39963"/>
                </a:lnTo>
                <a:lnTo>
                  <a:pt x="818125" y="40206"/>
                </a:lnTo>
                <a:lnTo>
                  <a:pt x="817629" y="40456"/>
                </a:lnTo>
                <a:lnTo>
                  <a:pt x="817139" y="40712"/>
                </a:lnTo>
                <a:lnTo>
                  <a:pt x="816656" y="40975"/>
                </a:lnTo>
                <a:lnTo>
                  <a:pt x="816181" y="41245"/>
                </a:lnTo>
                <a:lnTo>
                  <a:pt x="815711" y="41521"/>
                </a:lnTo>
                <a:lnTo>
                  <a:pt x="815249" y="41805"/>
                </a:lnTo>
                <a:lnTo>
                  <a:pt x="814793" y="42095"/>
                </a:lnTo>
                <a:lnTo>
                  <a:pt x="814345" y="42392"/>
                </a:lnTo>
                <a:lnTo>
                  <a:pt x="813902" y="42695"/>
                </a:lnTo>
                <a:lnTo>
                  <a:pt x="813467" y="43006"/>
                </a:lnTo>
                <a:lnTo>
                  <a:pt x="813039" y="43323"/>
                </a:lnTo>
                <a:lnTo>
                  <a:pt x="812617" y="43647"/>
                </a:lnTo>
                <a:lnTo>
                  <a:pt x="812202" y="43978"/>
                </a:lnTo>
                <a:lnTo>
                  <a:pt x="811793" y="44315"/>
                </a:lnTo>
                <a:lnTo>
                  <a:pt x="811392" y="44660"/>
                </a:lnTo>
                <a:lnTo>
                  <a:pt x="810997" y="45011"/>
                </a:lnTo>
                <a:lnTo>
                  <a:pt x="810609" y="45368"/>
                </a:lnTo>
                <a:lnTo>
                  <a:pt x="810226" y="45732"/>
                </a:lnTo>
                <a:lnTo>
                  <a:pt x="809850" y="46102"/>
                </a:lnTo>
                <a:lnTo>
                  <a:pt x="809479" y="46478"/>
                </a:lnTo>
                <a:lnTo>
                  <a:pt x="809114" y="46860"/>
                </a:lnTo>
                <a:lnTo>
                  <a:pt x="808755" y="47248"/>
                </a:lnTo>
                <a:lnTo>
                  <a:pt x="808402" y="47643"/>
                </a:lnTo>
                <a:lnTo>
                  <a:pt x="808054" y="48043"/>
                </a:lnTo>
                <a:lnTo>
                  <a:pt x="807713" y="48450"/>
                </a:lnTo>
                <a:lnTo>
                  <a:pt x="807377" y="48863"/>
                </a:lnTo>
                <a:lnTo>
                  <a:pt x="807047" y="49282"/>
                </a:lnTo>
                <a:lnTo>
                  <a:pt x="806723" y="49707"/>
                </a:lnTo>
                <a:lnTo>
                  <a:pt x="806404" y="50138"/>
                </a:lnTo>
                <a:lnTo>
                  <a:pt x="806092" y="50576"/>
                </a:lnTo>
                <a:lnTo>
                  <a:pt x="805785" y="51019"/>
                </a:lnTo>
                <a:lnTo>
                  <a:pt x="805484" y="51469"/>
                </a:lnTo>
                <a:lnTo>
                  <a:pt x="805189" y="51925"/>
                </a:lnTo>
                <a:lnTo>
                  <a:pt x="804900" y="52387"/>
                </a:lnTo>
                <a:lnTo>
                  <a:pt x="804617" y="52855"/>
                </a:lnTo>
                <a:lnTo>
                  <a:pt x="804340" y="53330"/>
                </a:lnTo>
                <a:lnTo>
                  <a:pt x="804068" y="53810"/>
                </a:lnTo>
                <a:lnTo>
                  <a:pt x="803802" y="54297"/>
                </a:lnTo>
                <a:lnTo>
                  <a:pt x="803542" y="54790"/>
                </a:lnTo>
                <a:lnTo>
                  <a:pt x="803288" y="55289"/>
                </a:lnTo>
                <a:lnTo>
                  <a:pt x="802225" y="38278"/>
                </a:lnTo>
                <a:lnTo>
                  <a:pt x="788759" y="38278"/>
                </a:lnTo>
                <a:lnTo>
                  <a:pt x="788759" y="127591"/>
                </a:lnTo>
                <a:lnTo>
                  <a:pt x="803645" y="127591"/>
                </a:lnTo>
                <a:lnTo>
                  <a:pt x="803645" y="81517"/>
                </a:lnTo>
                <a:lnTo>
                  <a:pt x="803649" y="80813"/>
                </a:lnTo>
                <a:lnTo>
                  <a:pt x="803660" y="80119"/>
                </a:lnTo>
                <a:close/>
                <a:moveTo>
                  <a:pt x="417123" y="129351"/>
                </a:moveTo>
                <a:lnTo>
                  <a:pt x="418341" y="129190"/>
                </a:lnTo>
                <a:lnTo>
                  <a:pt x="419541" y="129000"/>
                </a:lnTo>
                <a:lnTo>
                  <a:pt x="420724" y="128781"/>
                </a:lnTo>
                <a:lnTo>
                  <a:pt x="421889" y="128533"/>
                </a:lnTo>
                <a:lnTo>
                  <a:pt x="423037" y="128255"/>
                </a:lnTo>
                <a:lnTo>
                  <a:pt x="424167" y="127948"/>
                </a:lnTo>
                <a:lnTo>
                  <a:pt x="425280" y="127612"/>
                </a:lnTo>
                <a:lnTo>
                  <a:pt x="426375" y="127247"/>
                </a:lnTo>
                <a:lnTo>
                  <a:pt x="427453" y="126853"/>
                </a:lnTo>
                <a:lnTo>
                  <a:pt x="428513" y="126429"/>
                </a:lnTo>
                <a:lnTo>
                  <a:pt x="429555" y="125976"/>
                </a:lnTo>
                <a:lnTo>
                  <a:pt x="430580" y="125494"/>
                </a:lnTo>
                <a:lnTo>
                  <a:pt x="431588" y="124983"/>
                </a:lnTo>
                <a:lnTo>
                  <a:pt x="432578" y="124442"/>
                </a:lnTo>
                <a:lnTo>
                  <a:pt x="433550" y="123872"/>
                </a:lnTo>
                <a:lnTo>
                  <a:pt x="434505" y="123273"/>
                </a:lnTo>
                <a:lnTo>
                  <a:pt x="435442" y="122645"/>
                </a:lnTo>
                <a:lnTo>
                  <a:pt x="436362" y="121988"/>
                </a:lnTo>
                <a:lnTo>
                  <a:pt x="437264" y="121301"/>
                </a:lnTo>
                <a:lnTo>
                  <a:pt x="438144" y="120591"/>
                </a:lnTo>
                <a:lnTo>
                  <a:pt x="438996" y="119863"/>
                </a:lnTo>
                <a:lnTo>
                  <a:pt x="439821" y="119118"/>
                </a:lnTo>
                <a:lnTo>
                  <a:pt x="440619" y="118355"/>
                </a:lnTo>
                <a:lnTo>
                  <a:pt x="441389" y="117575"/>
                </a:lnTo>
                <a:lnTo>
                  <a:pt x="442132" y="116777"/>
                </a:lnTo>
                <a:lnTo>
                  <a:pt x="442847" y="115961"/>
                </a:lnTo>
                <a:lnTo>
                  <a:pt x="443535" y="115128"/>
                </a:lnTo>
                <a:lnTo>
                  <a:pt x="444196" y="114278"/>
                </a:lnTo>
                <a:lnTo>
                  <a:pt x="444829" y="113410"/>
                </a:lnTo>
                <a:lnTo>
                  <a:pt x="445435" y="112524"/>
                </a:lnTo>
                <a:lnTo>
                  <a:pt x="446013" y="111621"/>
                </a:lnTo>
                <a:lnTo>
                  <a:pt x="446565" y="110700"/>
                </a:lnTo>
                <a:lnTo>
                  <a:pt x="447088" y="109762"/>
                </a:lnTo>
                <a:lnTo>
                  <a:pt x="447585" y="108806"/>
                </a:lnTo>
                <a:lnTo>
                  <a:pt x="448054" y="107833"/>
                </a:lnTo>
                <a:lnTo>
                  <a:pt x="448495" y="106842"/>
                </a:lnTo>
                <a:lnTo>
                  <a:pt x="448909" y="105834"/>
                </a:lnTo>
                <a:lnTo>
                  <a:pt x="449296" y="104808"/>
                </a:lnTo>
                <a:lnTo>
                  <a:pt x="449655" y="103764"/>
                </a:lnTo>
                <a:lnTo>
                  <a:pt x="449987" y="102703"/>
                </a:lnTo>
                <a:lnTo>
                  <a:pt x="450292" y="101625"/>
                </a:lnTo>
                <a:lnTo>
                  <a:pt x="450569" y="100529"/>
                </a:lnTo>
                <a:lnTo>
                  <a:pt x="450819" y="99415"/>
                </a:lnTo>
                <a:lnTo>
                  <a:pt x="435579" y="99415"/>
                </a:lnTo>
                <a:lnTo>
                  <a:pt x="435472" y="99870"/>
                </a:lnTo>
                <a:lnTo>
                  <a:pt x="435357" y="100321"/>
                </a:lnTo>
                <a:lnTo>
                  <a:pt x="435233" y="100766"/>
                </a:lnTo>
                <a:lnTo>
                  <a:pt x="435102" y="101206"/>
                </a:lnTo>
                <a:lnTo>
                  <a:pt x="434962" y="101642"/>
                </a:lnTo>
                <a:lnTo>
                  <a:pt x="434815" y="102073"/>
                </a:lnTo>
                <a:lnTo>
                  <a:pt x="434659" y="102498"/>
                </a:lnTo>
                <a:lnTo>
                  <a:pt x="434496" y="102919"/>
                </a:lnTo>
                <a:lnTo>
                  <a:pt x="434325" y="103335"/>
                </a:lnTo>
                <a:lnTo>
                  <a:pt x="434145" y="103746"/>
                </a:lnTo>
                <a:lnTo>
                  <a:pt x="433958" y="104152"/>
                </a:lnTo>
                <a:lnTo>
                  <a:pt x="433762" y="104553"/>
                </a:lnTo>
                <a:lnTo>
                  <a:pt x="433559" y="104950"/>
                </a:lnTo>
                <a:lnTo>
                  <a:pt x="433348" y="105341"/>
                </a:lnTo>
                <a:lnTo>
                  <a:pt x="433128" y="105727"/>
                </a:lnTo>
                <a:lnTo>
                  <a:pt x="432901" y="106109"/>
                </a:lnTo>
                <a:lnTo>
                  <a:pt x="432665" y="106486"/>
                </a:lnTo>
                <a:lnTo>
                  <a:pt x="432422" y="106857"/>
                </a:lnTo>
                <a:lnTo>
                  <a:pt x="432170" y="107224"/>
                </a:lnTo>
                <a:lnTo>
                  <a:pt x="431911" y="107586"/>
                </a:lnTo>
                <a:lnTo>
                  <a:pt x="431644" y="107943"/>
                </a:lnTo>
                <a:lnTo>
                  <a:pt x="431368" y="108295"/>
                </a:lnTo>
                <a:lnTo>
                  <a:pt x="431085" y="108642"/>
                </a:lnTo>
                <a:lnTo>
                  <a:pt x="430793" y="108985"/>
                </a:lnTo>
                <a:lnTo>
                  <a:pt x="430495" y="109321"/>
                </a:lnTo>
                <a:lnTo>
                  <a:pt x="430192" y="109650"/>
                </a:lnTo>
                <a:lnTo>
                  <a:pt x="429883" y="109971"/>
                </a:lnTo>
                <a:lnTo>
                  <a:pt x="429568" y="110286"/>
                </a:lnTo>
                <a:lnTo>
                  <a:pt x="429248" y="110594"/>
                </a:lnTo>
                <a:lnTo>
                  <a:pt x="428922" y="110895"/>
                </a:lnTo>
                <a:lnTo>
                  <a:pt x="428591" y="111188"/>
                </a:lnTo>
                <a:lnTo>
                  <a:pt x="428254" y="111475"/>
                </a:lnTo>
                <a:lnTo>
                  <a:pt x="427912" y="111754"/>
                </a:lnTo>
                <a:lnTo>
                  <a:pt x="427564" y="112027"/>
                </a:lnTo>
                <a:lnTo>
                  <a:pt x="427211" y="112292"/>
                </a:lnTo>
                <a:lnTo>
                  <a:pt x="426852" y="112550"/>
                </a:lnTo>
                <a:lnTo>
                  <a:pt x="426487" y="112802"/>
                </a:lnTo>
                <a:lnTo>
                  <a:pt x="426117" y="113046"/>
                </a:lnTo>
                <a:lnTo>
                  <a:pt x="425741" y="113283"/>
                </a:lnTo>
                <a:lnTo>
                  <a:pt x="425360" y="113513"/>
                </a:lnTo>
                <a:lnTo>
                  <a:pt x="424973" y="113736"/>
                </a:lnTo>
                <a:lnTo>
                  <a:pt x="424581" y="113952"/>
                </a:lnTo>
                <a:lnTo>
                  <a:pt x="424183" y="114160"/>
                </a:lnTo>
                <a:lnTo>
                  <a:pt x="423780" y="114362"/>
                </a:lnTo>
                <a:lnTo>
                  <a:pt x="423371" y="114557"/>
                </a:lnTo>
                <a:lnTo>
                  <a:pt x="422956" y="114744"/>
                </a:lnTo>
                <a:lnTo>
                  <a:pt x="422536" y="114925"/>
                </a:lnTo>
                <a:lnTo>
                  <a:pt x="422111" y="115098"/>
                </a:lnTo>
                <a:lnTo>
                  <a:pt x="421681" y="115264"/>
                </a:lnTo>
                <a:lnTo>
                  <a:pt x="421246" y="115423"/>
                </a:lnTo>
                <a:lnTo>
                  <a:pt x="420807" y="115575"/>
                </a:lnTo>
                <a:lnTo>
                  <a:pt x="420364" y="115720"/>
                </a:lnTo>
                <a:lnTo>
                  <a:pt x="419916" y="115858"/>
                </a:lnTo>
                <a:lnTo>
                  <a:pt x="419464" y="115989"/>
                </a:lnTo>
                <a:lnTo>
                  <a:pt x="419008" y="116113"/>
                </a:lnTo>
                <a:lnTo>
                  <a:pt x="418548" y="116229"/>
                </a:lnTo>
                <a:lnTo>
                  <a:pt x="418083" y="116339"/>
                </a:lnTo>
                <a:lnTo>
                  <a:pt x="417614" y="116442"/>
                </a:lnTo>
                <a:lnTo>
                  <a:pt x="417141" y="116537"/>
                </a:lnTo>
                <a:lnTo>
                  <a:pt x="416663" y="116625"/>
                </a:lnTo>
                <a:lnTo>
                  <a:pt x="416181" y="116707"/>
                </a:lnTo>
                <a:lnTo>
                  <a:pt x="415695" y="116781"/>
                </a:lnTo>
                <a:lnTo>
                  <a:pt x="415204" y="116848"/>
                </a:lnTo>
                <a:lnTo>
                  <a:pt x="414709" y="116908"/>
                </a:lnTo>
                <a:lnTo>
                  <a:pt x="414210" y="116961"/>
                </a:lnTo>
                <a:lnTo>
                  <a:pt x="413706" y="117007"/>
                </a:lnTo>
                <a:lnTo>
                  <a:pt x="413198" y="117046"/>
                </a:lnTo>
                <a:lnTo>
                  <a:pt x="412686" y="117078"/>
                </a:lnTo>
                <a:lnTo>
                  <a:pt x="412170" y="117103"/>
                </a:lnTo>
                <a:lnTo>
                  <a:pt x="411649" y="117120"/>
                </a:lnTo>
                <a:lnTo>
                  <a:pt x="411124" y="117131"/>
                </a:lnTo>
                <a:lnTo>
                  <a:pt x="410595" y="117134"/>
                </a:lnTo>
                <a:lnTo>
                  <a:pt x="410123" y="117131"/>
                </a:lnTo>
                <a:lnTo>
                  <a:pt x="409653" y="117119"/>
                </a:lnTo>
                <a:lnTo>
                  <a:pt x="409184" y="117100"/>
                </a:lnTo>
                <a:lnTo>
                  <a:pt x="408717" y="117073"/>
                </a:lnTo>
                <a:lnTo>
                  <a:pt x="408251" y="117038"/>
                </a:lnTo>
                <a:lnTo>
                  <a:pt x="407787" y="116996"/>
                </a:lnTo>
                <a:lnTo>
                  <a:pt x="407324" y="116946"/>
                </a:lnTo>
                <a:lnTo>
                  <a:pt x="406863" y="116888"/>
                </a:lnTo>
                <a:lnTo>
                  <a:pt x="406404" y="116823"/>
                </a:lnTo>
                <a:lnTo>
                  <a:pt x="405946" y="116750"/>
                </a:lnTo>
                <a:lnTo>
                  <a:pt x="405489" y="116669"/>
                </a:lnTo>
                <a:lnTo>
                  <a:pt x="405034" y="116581"/>
                </a:lnTo>
                <a:lnTo>
                  <a:pt x="404581" y="116485"/>
                </a:lnTo>
                <a:lnTo>
                  <a:pt x="404129" y="116381"/>
                </a:lnTo>
                <a:lnTo>
                  <a:pt x="403679" y="116269"/>
                </a:lnTo>
                <a:lnTo>
                  <a:pt x="403230" y="116150"/>
                </a:lnTo>
                <a:lnTo>
                  <a:pt x="402783" y="116023"/>
                </a:lnTo>
                <a:lnTo>
                  <a:pt x="402337" y="115889"/>
                </a:lnTo>
                <a:lnTo>
                  <a:pt x="401893" y="115746"/>
                </a:lnTo>
                <a:lnTo>
                  <a:pt x="401450" y="115596"/>
                </a:lnTo>
                <a:lnTo>
                  <a:pt x="401009" y="115439"/>
                </a:lnTo>
                <a:lnTo>
                  <a:pt x="400569" y="115274"/>
                </a:lnTo>
                <a:lnTo>
                  <a:pt x="400131" y="115100"/>
                </a:lnTo>
                <a:lnTo>
                  <a:pt x="399695" y="114920"/>
                </a:lnTo>
                <a:lnTo>
                  <a:pt x="399261" y="114732"/>
                </a:lnTo>
                <a:lnTo>
                  <a:pt x="398833" y="114537"/>
                </a:lnTo>
                <a:lnTo>
                  <a:pt x="398409" y="114334"/>
                </a:lnTo>
                <a:lnTo>
                  <a:pt x="397989" y="114125"/>
                </a:lnTo>
                <a:lnTo>
                  <a:pt x="397574" y="113909"/>
                </a:lnTo>
                <a:lnTo>
                  <a:pt x="397164" y="113685"/>
                </a:lnTo>
                <a:lnTo>
                  <a:pt x="396759" y="113455"/>
                </a:lnTo>
                <a:lnTo>
                  <a:pt x="396358" y="113217"/>
                </a:lnTo>
                <a:lnTo>
                  <a:pt x="395961" y="112972"/>
                </a:lnTo>
                <a:lnTo>
                  <a:pt x="395570" y="112720"/>
                </a:lnTo>
                <a:lnTo>
                  <a:pt x="395182" y="112461"/>
                </a:lnTo>
                <a:lnTo>
                  <a:pt x="394800" y="112196"/>
                </a:lnTo>
                <a:lnTo>
                  <a:pt x="394422" y="111922"/>
                </a:lnTo>
                <a:lnTo>
                  <a:pt x="394049" y="111642"/>
                </a:lnTo>
                <a:lnTo>
                  <a:pt x="393680" y="111355"/>
                </a:lnTo>
                <a:lnTo>
                  <a:pt x="393316" y="111061"/>
                </a:lnTo>
                <a:lnTo>
                  <a:pt x="392956" y="110760"/>
                </a:lnTo>
                <a:lnTo>
                  <a:pt x="392601" y="110451"/>
                </a:lnTo>
                <a:lnTo>
                  <a:pt x="392251" y="110136"/>
                </a:lnTo>
                <a:lnTo>
                  <a:pt x="391905" y="109813"/>
                </a:lnTo>
                <a:lnTo>
                  <a:pt x="391564" y="109483"/>
                </a:lnTo>
                <a:lnTo>
                  <a:pt x="391228" y="109147"/>
                </a:lnTo>
                <a:lnTo>
                  <a:pt x="390896" y="108803"/>
                </a:lnTo>
                <a:lnTo>
                  <a:pt x="390569" y="108452"/>
                </a:lnTo>
                <a:lnTo>
                  <a:pt x="390247" y="108094"/>
                </a:lnTo>
                <a:lnTo>
                  <a:pt x="389930" y="107728"/>
                </a:lnTo>
                <a:lnTo>
                  <a:pt x="389619" y="107354"/>
                </a:lnTo>
                <a:lnTo>
                  <a:pt x="389313" y="106973"/>
                </a:lnTo>
                <a:lnTo>
                  <a:pt x="389013" y="106583"/>
                </a:lnTo>
                <a:lnTo>
                  <a:pt x="388719" y="106187"/>
                </a:lnTo>
                <a:lnTo>
                  <a:pt x="388430" y="105782"/>
                </a:lnTo>
                <a:lnTo>
                  <a:pt x="388147" y="105370"/>
                </a:lnTo>
                <a:lnTo>
                  <a:pt x="387869" y="104950"/>
                </a:lnTo>
                <a:lnTo>
                  <a:pt x="387596" y="104523"/>
                </a:lnTo>
                <a:lnTo>
                  <a:pt x="387330" y="104088"/>
                </a:lnTo>
                <a:lnTo>
                  <a:pt x="387068" y="103645"/>
                </a:lnTo>
                <a:lnTo>
                  <a:pt x="386813" y="103194"/>
                </a:lnTo>
                <a:lnTo>
                  <a:pt x="386563" y="102736"/>
                </a:lnTo>
                <a:lnTo>
                  <a:pt x="386318" y="102270"/>
                </a:lnTo>
                <a:lnTo>
                  <a:pt x="386079" y="101796"/>
                </a:lnTo>
                <a:lnTo>
                  <a:pt x="385845" y="101315"/>
                </a:lnTo>
                <a:lnTo>
                  <a:pt x="385617" y="100826"/>
                </a:lnTo>
                <a:lnTo>
                  <a:pt x="385395" y="100329"/>
                </a:lnTo>
                <a:lnTo>
                  <a:pt x="385178" y="99825"/>
                </a:lnTo>
                <a:lnTo>
                  <a:pt x="384967" y="99313"/>
                </a:lnTo>
                <a:lnTo>
                  <a:pt x="384761" y="98793"/>
                </a:lnTo>
                <a:lnTo>
                  <a:pt x="384561" y="98266"/>
                </a:lnTo>
                <a:lnTo>
                  <a:pt x="384366" y="97730"/>
                </a:lnTo>
                <a:lnTo>
                  <a:pt x="384178" y="97188"/>
                </a:lnTo>
                <a:lnTo>
                  <a:pt x="383998" y="96640"/>
                </a:lnTo>
                <a:lnTo>
                  <a:pt x="383826" y="96084"/>
                </a:lnTo>
                <a:lnTo>
                  <a:pt x="383662" y="95523"/>
                </a:lnTo>
                <a:lnTo>
                  <a:pt x="383506" y="94955"/>
                </a:lnTo>
                <a:lnTo>
                  <a:pt x="383358" y="94380"/>
                </a:lnTo>
                <a:lnTo>
                  <a:pt x="383218" y="93799"/>
                </a:lnTo>
                <a:lnTo>
                  <a:pt x="383086" y="93212"/>
                </a:lnTo>
                <a:lnTo>
                  <a:pt x="382962" y="92618"/>
                </a:lnTo>
                <a:lnTo>
                  <a:pt x="382846" y="92018"/>
                </a:lnTo>
                <a:lnTo>
                  <a:pt x="382738" y="91411"/>
                </a:lnTo>
                <a:lnTo>
                  <a:pt x="382638" y="90797"/>
                </a:lnTo>
                <a:lnTo>
                  <a:pt x="382546" y="90178"/>
                </a:lnTo>
                <a:lnTo>
                  <a:pt x="382462" y="89552"/>
                </a:lnTo>
                <a:lnTo>
                  <a:pt x="382386" y="88919"/>
                </a:lnTo>
                <a:lnTo>
                  <a:pt x="382318" y="88280"/>
                </a:lnTo>
                <a:lnTo>
                  <a:pt x="382258" y="87634"/>
                </a:lnTo>
                <a:lnTo>
                  <a:pt x="382206" y="86982"/>
                </a:lnTo>
                <a:lnTo>
                  <a:pt x="382162" y="86324"/>
                </a:lnTo>
                <a:lnTo>
                  <a:pt x="382126" y="85659"/>
                </a:lnTo>
                <a:lnTo>
                  <a:pt x="382098" y="84987"/>
                </a:lnTo>
                <a:lnTo>
                  <a:pt x="382078" y="84309"/>
                </a:lnTo>
                <a:lnTo>
                  <a:pt x="382066" y="83625"/>
                </a:lnTo>
                <a:lnTo>
                  <a:pt x="382062" y="82934"/>
                </a:lnTo>
                <a:lnTo>
                  <a:pt x="382069" y="82010"/>
                </a:lnTo>
                <a:lnTo>
                  <a:pt x="382089" y="81098"/>
                </a:lnTo>
                <a:lnTo>
                  <a:pt x="382123" y="80198"/>
                </a:lnTo>
                <a:lnTo>
                  <a:pt x="382170" y="79311"/>
                </a:lnTo>
                <a:lnTo>
                  <a:pt x="382231" y="78436"/>
                </a:lnTo>
                <a:lnTo>
                  <a:pt x="382306" y="77573"/>
                </a:lnTo>
                <a:lnTo>
                  <a:pt x="382394" y="76723"/>
                </a:lnTo>
                <a:lnTo>
                  <a:pt x="382495" y="75885"/>
                </a:lnTo>
                <a:lnTo>
                  <a:pt x="382610" y="75059"/>
                </a:lnTo>
                <a:lnTo>
                  <a:pt x="382739" y="74246"/>
                </a:lnTo>
                <a:lnTo>
                  <a:pt x="382881" y="73445"/>
                </a:lnTo>
                <a:lnTo>
                  <a:pt x="383037" y="72656"/>
                </a:lnTo>
                <a:lnTo>
                  <a:pt x="383206" y="71879"/>
                </a:lnTo>
                <a:lnTo>
                  <a:pt x="383389" y="71115"/>
                </a:lnTo>
                <a:lnTo>
                  <a:pt x="383585" y="70363"/>
                </a:lnTo>
                <a:lnTo>
                  <a:pt x="383795" y="69623"/>
                </a:lnTo>
                <a:lnTo>
                  <a:pt x="384018" y="68896"/>
                </a:lnTo>
                <a:lnTo>
                  <a:pt x="384255" y="68181"/>
                </a:lnTo>
                <a:lnTo>
                  <a:pt x="384506" y="67478"/>
                </a:lnTo>
                <a:lnTo>
                  <a:pt x="384770" y="66788"/>
                </a:lnTo>
                <a:lnTo>
                  <a:pt x="385047" y="66110"/>
                </a:lnTo>
                <a:lnTo>
                  <a:pt x="385338" y="65444"/>
                </a:lnTo>
                <a:lnTo>
                  <a:pt x="385643" y="64791"/>
                </a:lnTo>
                <a:lnTo>
                  <a:pt x="385961" y="64150"/>
                </a:lnTo>
                <a:lnTo>
                  <a:pt x="386291" y="63521"/>
                </a:lnTo>
                <a:lnTo>
                  <a:pt x="386629" y="62906"/>
                </a:lnTo>
                <a:lnTo>
                  <a:pt x="386977" y="62304"/>
                </a:lnTo>
                <a:lnTo>
                  <a:pt x="387335" y="61715"/>
                </a:lnTo>
                <a:lnTo>
                  <a:pt x="387701" y="61140"/>
                </a:lnTo>
                <a:lnTo>
                  <a:pt x="388077" y="60578"/>
                </a:lnTo>
                <a:lnTo>
                  <a:pt x="388462" y="60029"/>
                </a:lnTo>
                <a:lnTo>
                  <a:pt x="388856" y="59493"/>
                </a:lnTo>
                <a:lnTo>
                  <a:pt x="389259" y="58970"/>
                </a:lnTo>
                <a:lnTo>
                  <a:pt x="389672" y="58461"/>
                </a:lnTo>
                <a:lnTo>
                  <a:pt x="390094" y="57965"/>
                </a:lnTo>
                <a:lnTo>
                  <a:pt x="390525" y="57482"/>
                </a:lnTo>
                <a:lnTo>
                  <a:pt x="390965" y="57013"/>
                </a:lnTo>
                <a:lnTo>
                  <a:pt x="391415" y="56556"/>
                </a:lnTo>
                <a:lnTo>
                  <a:pt x="391873" y="56113"/>
                </a:lnTo>
                <a:lnTo>
                  <a:pt x="392341" y="55683"/>
                </a:lnTo>
                <a:lnTo>
                  <a:pt x="392819" y="55266"/>
                </a:lnTo>
                <a:lnTo>
                  <a:pt x="393305" y="54863"/>
                </a:lnTo>
                <a:lnTo>
                  <a:pt x="393801" y="54473"/>
                </a:lnTo>
                <a:lnTo>
                  <a:pt x="394306" y="54096"/>
                </a:lnTo>
                <a:lnTo>
                  <a:pt x="394820" y="53732"/>
                </a:lnTo>
                <a:lnTo>
                  <a:pt x="395343" y="53381"/>
                </a:lnTo>
                <a:lnTo>
                  <a:pt x="395876" y="53044"/>
                </a:lnTo>
                <a:lnTo>
                  <a:pt x="396417" y="52720"/>
                </a:lnTo>
                <a:lnTo>
                  <a:pt x="396966" y="52409"/>
                </a:lnTo>
                <a:lnTo>
                  <a:pt x="397518" y="52111"/>
                </a:lnTo>
                <a:lnTo>
                  <a:pt x="398073" y="51827"/>
                </a:lnTo>
                <a:lnTo>
                  <a:pt x="398633" y="51556"/>
                </a:lnTo>
                <a:lnTo>
                  <a:pt x="399196" y="51298"/>
                </a:lnTo>
                <a:lnTo>
                  <a:pt x="399762" y="51053"/>
                </a:lnTo>
                <a:lnTo>
                  <a:pt x="400333" y="50821"/>
                </a:lnTo>
                <a:lnTo>
                  <a:pt x="400907" y="50603"/>
                </a:lnTo>
                <a:lnTo>
                  <a:pt x="401485" y="50398"/>
                </a:lnTo>
                <a:lnTo>
                  <a:pt x="402066" y="50206"/>
                </a:lnTo>
                <a:lnTo>
                  <a:pt x="402651" y="50028"/>
                </a:lnTo>
                <a:lnTo>
                  <a:pt x="403240" y="49862"/>
                </a:lnTo>
                <a:lnTo>
                  <a:pt x="403833" y="49710"/>
                </a:lnTo>
                <a:lnTo>
                  <a:pt x="404429" y="49571"/>
                </a:lnTo>
                <a:lnTo>
                  <a:pt x="405029" y="49446"/>
                </a:lnTo>
                <a:lnTo>
                  <a:pt x="405633" y="49333"/>
                </a:lnTo>
                <a:lnTo>
                  <a:pt x="406240" y="49234"/>
                </a:lnTo>
                <a:lnTo>
                  <a:pt x="406851" y="49148"/>
                </a:lnTo>
                <a:lnTo>
                  <a:pt x="407466" y="49075"/>
                </a:lnTo>
                <a:lnTo>
                  <a:pt x="408084" y="49016"/>
                </a:lnTo>
                <a:lnTo>
                  <a:pt x="408706" y="48969"/>
                </a:lnTo>
                <a:lnTo>
                  <a:pt x="409332" y="48936"/>
                </a:lnTo>
                <a:lnTo>
                  <a:pt x="409961" y="48916"/>
                </a:lnTo>
                <a:lnTo>
                  <a:pt x="410595" y="48910"/>
                </a:lnTo>
                <a:lnTo>
                  <a:pt x="411373" y="48918"/>
                </a:lnTo>
                <a:lnTo>
                  <a:pt x="412142" y="48942"/>
                </a:lnTo>
                <a:lnTo>
                  <a:pt x="412904" y="48982"/>
                </a:lnTo>
                <a:lnTo>
                  <a:pt x="413656" y="49038"/>
                </a:lnTo>
                <a:lnTo>
                  <a:pt x="414400" y="49110"/>
                </a:lnTo>
                <a:lnTo>
                  <a:pt x="415135" y="49198"/>
                </a:lnTo>
                <a:lnTo>
                  <a:pt x="415862" y="49302"/>
                </a:lnTo>
                <a:lnTo>
                  <a:pt x="416580" y="49422"/>
                </a:lnTo>
                <a:lnTo>
                  <a:pt x="417289" y="49558"/>
                </a:lnTo>
                <a:lnTo>
                  <a:pt x="417990" y="49710"/>
                </a:lnTo>
                <a:lnTo>
                  <a:pt x="418682" y="49878"/>
                </a:lnTo>
                <a:lnTo>
                  <a:pt x="419366" y="50062"/>
                </a:lnTo>
                <a:lnTo>
                  <a:pt x="420041" y="50262"/>
                </a:lnTo>
                <a:lnTo>
                  <a:pt x="420707" y="50478"/>
                </a:lnTo>
                <a:lnTo>
                  <a:pt x="421365" y="50710"/>
                </a:lnTo>
                <a:lnTo>
                  <a:pt x="422014" y="50958"/>
                </a:lnTo>
                <a:lnTo>
                  <a:pt x="422654" y="51222"/>
                </a:lnTo>
                <a:lnTo>
                  <a:pt x="423286" y="51502"/>
                </a:lnTo>
                <a:lnTo>
                  <a:pt x="423910" y="51798"/>
                </a:lnTo>
                <a:lnTo>
                  <a:pt x="424524" y="52110"/>
                </a:lnTo>
                <a:lnTo>
                  <a:pt x="425130" y="52438"/>
                </a:lnTo>
                <a:lnTo>
                  <a:pt x="425728" y="52782"/>
                </a:lnTo>
                <a:lnTo>
                  <a:pt x="426317" y="53141"/>
                </a:lnTo>
                <a:lnTo>
                  <a:pt x="426897" y="53517"/>
                </a:lnTo>
                <a:lnTo>
                  <a:pt x="427464" y="53908"/>
                </a:lnTo>
                <a:lnTo>
                  <a:pt x="428013" y="54311"/>
                </a:lnTo>
                <a:lnTo>
                  <a:pt x="428544" y="54728"/>
                </a:lnTo>
                <a:lnTo>
                  <a:pt x="429058" y="55157"/>
                </a:lnTo>
                <a:lnTo>
                  <a:pt x="429554" y="55599"/>
                </a:lnTo>
                <a:lnTo>
                  <a:pt x="430031" y="56054"/>
                </a:lnTo>
                <a:lnTo>
                  <a:pt x="430491" y="56522"/>
                </a:lnTo>
                <a:lnTo>
                  <a:pt x="430933" y="57003"/>
                </a:lnTo>
                <a:lnTo>
                  <a:pt x="431358" y="57496"/>
                </a:lnTo>
                <a:lnTo>
                  <a:pt x="431764" y="58003"/>
                </a:lnTo>
                <a:lnTo>
                  <a:pt x="432153" y="58523"/>
                </a:lnTo>
                <a:lnTo>
                  <a:pt x="432523" y="59055"/>
                </a:lnTo>
                <a:lnTo>
                  <a:pt x="432876" y="59601"/>
                </a:lnTo>
                <a:lnTo>
                  <a:pt x="433211" y="60159"/>
                </a:lnTo>
                <a:lnTo>
                  <a:pt x="433528" y="60730"/>
                </a:lnTo>
                <a:lnTo>
                  <a:pt x="433828" y="61315"/>
                </a:lnTo>
                <a:lnTo>
                  <a:pt x="434109" y="61912"/>
                </a:lnTo>
                <a:lnTo>
                  <a:pt x="434373" y="62522"/>
                </a:lnTo>
                <a:lnTo>
                  <a:pt x="434618" y="63145"/>
                </a:lnTo>
                <a:lnTo>
                  <a:pt x="434846" y="63781"/>
                </a:lnTo>
                <a:lnTo>
                  <a:pt x="435056" y="64429"/>
                </a:lnTo>
                <a:lnTo>
                  <a:pt x="435249" y="65091"/>
                </a:lnTo>
                <a:lnTo>
                  <a:pt x="435423" y="65766"/>
                </a:lnTo>
                <a:lnTo>
                  <a:pt x="435579" y="66453"/>
                </a:lnTo>
                <a:lnTo>
                  <a:pt x="450819" y="66453"/>
                </a:lnTo>
                <a:lnTo>
                  <a:pt x="450569" y="65311"/>
                </a:lnTo>
                <a:lnTo>
                  <a:pt x="450293" y="64188"/>
                </a:lnTo>
                <a:lnTo>
                  <a:pt x="449989" y="63085"/>
                </a:lnTo>
                <a:lnTo>
                  <a:pt x="449658" y="62001"/>
                </a:lnTo>
                <a:lnTo>
                  <a:pt x="449300" y="60936"/>
                </a:lnTo>
                <a:lnTo>
                  <a:pt x="448915" y="59891"/>
                </a:lnTo>
                <a:lnTo>
                  <a:pt x="448502" y="58865"/>
                </a:lnTo>
                <a:lnTo>
                  <a:pt x="448063" y="57859"/>
                </a:lnTo>
                <a:lnTo>
                  <a:pt x="447597" y="56871"/>
                </a:lnTo>
                <a:lnTo>
                  <a:pt x="447103" y="55904"/>
                </a:lnTo>
                <a:lnTo>
                  <a:pt x="446583" y="54955"/>
                </a:lnTo>
                <a:lnTo>
                  <a:pt x="446035" y="54026"/>
                </a:lnTo>
                <a:lnTo>
                  <a:pt x="445460" y="53117"/>
                </a:lnTo>
                <a:lnTo>
                  <a:pt x="444859" y="52227"/>
                </a:lnTo>
                <a:lnTo>
                  <a:pt x="444230" y="51356"/>
                </a:lnTo>
                <a:lnTo>
                  <a:pt x="443574" y="50505"/>
                </a:lnTo>
                <a:lnTo>
                  <a:pt x="442891" y="49673"/>
                </a:lnTo>
                <a:lnTo>
                  <a:pt x="442180" y="48860"/>
                </a:lnTo>
                <a:lnTo>
                  <a:pt x="441443" y="48067"/>
                </a:lnTo>
                <a:lnTo>
                  <a:pt x="440679" y="47293"/>
                </a:lnTo>
                <a:lnTo>
                  <a:pt x="439887" y="46538"/>
                </a:lnTo>
                <a:lnTo>
                  <a:pt x="439069" y="45803"/>
                </a:lnTo>
                <a:lnTo>
                  <a:pt x="438223" y="45088"/>
                </a:lnTo>
                <a:lnTo>
                  <a:pt x="437351" y="44391"/>
                </a:lnTo>
                <a:lnTo>
                  <a:pt x="436455" y="43719"/>
                </a:lnTo>
                <a:lnTo>
                  <a:pt x="435542" y="43075"/>
                </a:lnTo>
                <a:lnTo>
                  <a:pt x="434609" y="42460"/>
                </a:lnTo>
                <a:lnTo>
                  <a:pt x="433659" y="41873"/>
                </a:lnTo>
                <a:lnTo>
                  <a:pt x="432690" y="41315"/>
                </a:lnTo>
                <a:lnTo>
                  <a:pt x="431702" y="40786"/>
                </a:lnTo>
                <a:lnTo>
                  <a:pt x="430696" y="40285"/>
                </a:lnTo>
                <a:lnTo>
                  <a:pt x="429672" y="39813"/>
                </a:lnTo>
                <a:lnTo>
                  <a:pt x="428629" y="39369"/>
                </a:lnTo>
                <a:lnTo>
                  <a:pt x="427568" y="38954"/>
                </a:lnTo>
                <a:lnTo>
                  <a:pt x="426488" y="38568"/>
                </a:lnTo>
                <a:lnTo>
                  <a:pt x="425389" y="38210"/>
                </a:lnTo>
                <a:lnTo>
                  <a:pt x="424273" y="37881"/>
                </a:lnTo>
                <a:lnTo>
                  <a:pt x="423137" y="37581"/>
                </a:lnTo>
                <a:lnTo>
                  <a:pt x="421984" y="37309"/>
                </a:lnTo>
                <a:lnTo>
                  <a:pt x="420812" y="37065"/>
                </a:lnTo>
                <a:lnTo>
                  <a:pt x="419621" y="36851"/>
                </a:lnTo>
                <a:lnTo>
                  <a:pt x="418412" y="36665"/>
                </a:lnTo>
                <a:lnTo>
                  <a:pt x="417185" y="36507"/>
                </a:lnTo>
                <a:lnTo>
                  <a:pt x="415939" y="36379"/>
                </a:lnTo>
                <a:lnTo>
                  <a:pt x="414674" y="36278"/>
                </a:lnTo>
                <a:lnTo>
                  <a:pt x="413391" y="36207"/>
                </a:lnTo>
                <a:lnTo>
                  <a:pt x="412090" y="36164"/>
                </a:lnTo>
                <a:lnTo>
                  <a:pt x="410770" y="36150"/>
                </a:lnTo>
                <a:lnTo>
                  <a:pt x="409726" y="36160"/>
                </a:lnTo>
                <a:lnTo>
                  <a:pt x="408691" y="36191"/>
                </a:lnTo>
                <a:lnTo>
                  <a:pt x="407665" y="36242"/>
                </a:lnTo>
                <a:lnTo>
                  <a:pt x="406648" y="36315"/>
                </a:lnTo>
                <a:lnTo>
                  <a:pt x="405639" y="36407"/>
                </a:lnTo>
                <a:lnTo>
                  <a:pt x="404640" y="36521"/>
                </a:lnTo>
                <a:lnTo>
                  <a:pt x="403649" y="36655"/>
                </a:lnTo>
                <a:lnTo>
                  <a:pt x="402668" y="36809"/>
                </a:lnTo>
                <a:lnTo>
                  <a:pt x="401695" y="36985"/>
                </a:lnTo>
                <a:lnTo>
                  <a:pt x="400732" y="37181"/>
                </a:lnTo>
                <a:lnTo>
                  <a:pt x="399777" y="37397"/>
                </a:lnTo>
                <a:lnTo>
                  <a:pt x="398831" y="37634"/>
                </a:lnTo>
                <a:lnTo>
                  <a:pt x="397894" y="37892"/>
                </a:lnTo>
                <a:lnTo>
                  <a:pt x="396966" y="38170"/>
                </a:lnTo>
                <a:lnTo>
                  <a:pt x="396047" y="38469"/>
                </a:lnTo>
                <a:lnTo>
                  <a:pt x="395136" y="38789"/>
                </a:lnTo>
                <a:lnTo>
                  <a:pt x="394235" y="39129"/>
                </a:lnTo>
                <a:lnTo>
                  <a:pt x="393343" y="39490"/>
                </a:lnTo>
                <a:lnTo>
                  <a:pt x="392459" y="39871"/>
                </a:lnTo>
                <a:lnTo>
                  <a:pt x="391585" y="40273"/>
                </a:lnTo>
                <a:lnTo>
                  <a:pt x="390719" y="40696"/>
                </a:lnTo>
                <a:lnTo>
                  <a:pt x="389862" y="41139"/>
                </a:lnTo>
                <a:lnTo>
                  <a:pt x="389015" y="41603"/>
                </a:lnTo>
                <a:lnTo>
                  <a:pt x="388176" y="42088"/>
                </a:lnTo>
                <a:lnTo>
                  <a:pt x="387349" y="42590"/>
                </a:lnTo>
                <a:lnTo>
                  <a:pt x="386537" y="43108"/>
                </a:lnTo>
                <a:lnTo>
                  <a:pt x="385741" y="43642"/>
                </a:lnTo>
                <a:lnTo>
                  <a:pt x="384959" y="44192"/>
                </a:lnTo>
                <a:lnTo>
                  <a:pt x="384193" y="44757"/>
                </a:lnTo>
                <a:lnTo>
                  <a:pt x="383442" y="45338"/>
                </a:lnTo>
                <a:lnTo>
                  <a:pt x="382705" y="45935"/>
                </a:lnTo>
                <a:lnTo>
                  <a:pt x="381984" y="46547"/>
                </a:lnTo>
                <a:lnTo>
                  <a:pt x="381278" y="47175"/>
                </a:lnTo>
                <a:lnTo>
                  <a:pt x="380587" y="47819"/>
                </a:lnTo>
                <a:lnTo>
                  <a:pt x="379911" y="48478"/>
                </a:lnTo>
                <a:lnTo>
                  <a:pt x="379250" y="49153"/>
                </a:lnTo>
                <a:lnTo>
                  <a:pt x="378604" y="49844"/>
                </a:lnTo>
                <a:lnTo>
                  <a:pt x="377973" y="50551"/>
                </a:lnTo>
                <a:lnTo>
                  <a:pt x="377357" y="51273"/>
                </a:lnTo>
                <a:lnTo>
                  <a:pt x="376756" y="52011"/>
                </a:lnTo>
                <a:lnTo>
                  <a:pt x="376171" y="52764"/>
                </a:lnTo>
                <a:lnTo>
                  <a:pt x="375600" y="53534"/>
                </a:lnTo>
                <a:lnTo>
                  <a:pt x="375045" y="54319"/>
                </a:lnTo>
                <a:lnTo>
                  <a:pt x="374504" y="55119"/>
                </a:lnTo>
                <a:lnTo>
                  <a:pt x="373979" y="55936"/>
                </a:lnTo>
                <a:lnTo>
                  <a:pt x="373468" y="56768"/>
                </a:lnTo>
                <a:lnTo>
                  <a:pt x="372973" y="57616"/>
                </a:lnTo>
                <a:lnTo>
                  <a:pt x="372493" y="58479"/>
                </a:lnTo>
                <a:lnTo>
                  <a:pt x="372030" y="59357"/>
                </a:lnTo>
                <a:lnTo>
                  <a:pt x="371587" y="60248"/>
                </a:lnTo>
                <a:lnTo>
                  <a:pt x="371164" y="61151"/>
                </a:lnTo>
                <a:lnTo>
                  <a:pt x="370760" y="62068"/>
                </a:lnTo>
                <a:lnTo>
                  <a:pt x="370376" y="62997"/>
                </a:lnTo>
                <a:lnTo>
                  <a:pt x="370012" y="63940"/>
                </a:lnTo>
                <a:lnTo>
                  <a:pt x="369667" y="64895"/>
                </a:lnTo>
                <a:lnTo>
                  <a:pt x="369342" y="65863"/>
                </a:lnTo>
                <a:lnTo>
                  <a:pt x="369037" y="66844"/>
                </a:lnTo>
                <a:lnTo>
                  <a:pt x="368752" y="67838"/>
                </a:lnTo>
                <a:lnTo>
                  <a:pt x="368486" y="68845"/>
                </a:lnTo>
                <a:lnTo>
                  <a:pt x="368240" y="69865"/>
                </a:lnTo>
                <a:lnTo>
                  <a:pt x="368013" y="70898"/>
                </a:lnTo>
                <a:lnTo>
                  <a:pt x="367807" y="71944"/>
                </a:lnTo>
                <a:lnTo>
                  <a:pt x="367620" y="73002"/>
                </a:lnTo>
                <a:lnTo>
                  <a:pt x="367452" y="74074"/>
                </a:lnTo>
                <a:lnTo>
                  <a:pt x="367305" y="75158"/>
                </a:lnTo>
                <a:lnTo>
                  <a:pt x="367177" y="76255"/>
                </a:lnTo>
                <a:lnTo>
                  <a:pt x="367068" y="77365"/>
                </a:lnTo>
                <a:lnTo>
                  <a:pt x="366980" y="78488"/>
                </a:lnTo>
                <a:lnTo>
                  <a:pt x="366911" y="79624"/>
                </a:lnTo>
                <a:lnTo>
                  <a:pt x="366862" y="80773"/>
                </a:lnTo>
                <a:lnTo>
                  <a:pt x="366832" y="81935"/>
                </a:lnTo>
                <a:lnTo>
                  <a:pt x="366822" y="83110"/>
                </a:lnTo>
                <a:lnTo>
                  <a:pt x="366832" y="84256"/>
                </a:lnTo>
                <a:lnTo>
                  <a:pt x="366862" y="85391"/>
                </a:lnTo>
                <a:lnTo>
                  <a:pt x="366911" y="86514"/>
                </a:lnTo>
                <a:lnTo>
                  <a:pt x="366980" y="87627"/>
                </a:lnTo>
                <a:lnTo>
                  <a:pt x="367068" y="88727"/>
                </a:lnTo>
                <a:lnTo>
                  <a:pt x="367177" y="89817"/>
                </a:lnTo>
                <a:lnTo>
                  <a:pt x="367305" y="90895"/>
                </a:lnTo>
                <a:lnTo>
                  <a:pt x="367452" y="91961"/>
                </a:lnTo>
                <a:lnTo>
                  <a:pt x="367620" y="93016"/>
                </a:lnTo>
                <a:lnTo>
                  <a:pt x="367807" y="94060"/>
                </a:lnTo>
                <a:lnTo>
                  <a:pt x="368013" y="95092"/>
                </a:lnTo>
                <a:lnTo>
                  <a:pt x="368240" y="96114"/>
                </a:lnTo>
                <a:lnTo>
                  <a:pt x="368486" y="97123"/>
                </a:lnTo>
                <a:lnTo>
                  <a:pt x="368752" y="98121"/>
                </a:lnTo>
                <a:lnTo>
                  <a:pt x="369037" y="99108"/>
                </a:lnTo>
                <a:lnTo>
                  <a:pt x="369342" y="100084"/>
                </a:lnTo>
                <a:lnTo>
                  <a:pt x="369667" y="101048"/>
                </a:lnTo>
                <a:lnTo>
                  <a:pt x="370012" y="102001"/>
                </a:lnTo>
                <a:lnTo>
                  <a:pt x="370376" y="102942"/>
                </a:lnTo>
                <a:lnTo>
                  <a:pt x="370760" y="103872"/>
                </a:lnTo>
                <a:lnTo>
                  <a:pt x="371164" y="104791"/>
                </a:lnTo>
                <a:lnTo>
                  <a:pt x="371587" y="105698"/>
                </a:lnTo>
                <a:lnTo>
                  <a:pt x="372030" y="106594"/>
                </a:lnTo>
                <a:lnTo>
                  <a:pt x="372493" y="107478"/>
                </a:lnTo>
                <a:lnTo>
                  <a:pt x="372973" y="108349"/>
                </a:lnTo>
                <a:lnTo>
                  <a:pt x="373468" y="109203"/>
                </a:lnTo>
                <a:lnTo>
                  <a:pt x="373979" y="110041"/>
                </a:lnTo>
                <a:lnTo>
                  <a:pt x="374504" y="110862"/>
                </a:lnTo>
                <a:lnTo>
                  <a:pt x="375045" y="111668"/>
                </a:lnTo>
                <a:lnTo>
                  <a:pt x="375600" y="112456"/>
                </a:lnTo>
                <a:lnTo>
                  <a:pt x="376171" y="113229"/>
                </a:lnTo>
                <a:lnTo>
                  <a:pt x="376756" y="113985"/>
                </a:lnTo>
                <a:lnTo>
                  <a:pt x="377357" y="114725"/>
                </a:lnTo>
                <a:lnTo>
                  <a:pt x="377973" y="115449"/>
                </a:lnTo>
                <a:lnTo>
                  <a:pt x="378604" y="116157"/>
                </a:lnTo>
                <a:lnTo>
                  <a:pt x="379250" y="116848"/>
                </a:lnTo>
                <a:lnTo>
                  <a:pt x="379911" y="117523"/>
                </a:lnTo>
                <a:lnTo>
                  <a:pt x="380587" y="118181"/>
                </a:lnTo>
                <a:lnTo>
                  <a:pt x="381278" y="118823"/>
                </a:lnTo>
                <a:lnTo>
                  <a:pt x="381984" y="119449"/>
                </a:lnTo>
                <a:lnTo>
                  <a:pt x="382705" y="120059"/>
                </a:lnTo>
                <a:lnTo>
                  <a:pt x="383442" y="120652"/>
                </a:lnTo>
                <a:lnTo>
                  <a:pt x="384193" y="121229"/>
                </a:lnTo>
                <a:lnTo>
                  <a:pt x="384959" y="121790"/>
                </a:lnTo>
                <a:lnTo>
                  <a:pt x="385741" y="122334"/>
                </a:lnTo>
                <a:lnTo>
                  <a:pt x="386537" y="122863"/>
                </a:lnTo>
                <a:lnTo>
                  <a:pt x="387349" y="123374"/>
                </a:lnTo>
                <a:lnTo>
                  <a:pt x="388176" y="123870"/>
                </a:lnTo>
                <a:lnTo>
                  <a:pt x="389015" y="124347"/>
                </a:lnTo>
                <a:lnTo>
                  <a:pt x="389862" y="124804"/>
                </a:lnTo>
                <a:lnTo>
                  <a:pt x="390719" y="125240"/>
                </a:lnTo>
                <a:lnTo>
                  <a:pt x="391585" y="125656"/>
                </a:lnTo>
                <a:lnTo>
                  <a:pt x="392459" y="126052"/>
                </a:lnTo>
                <a:lnTo>
                  <a:pt x="393343" y="126428"/>
                </a:lnTo>
                <a:lnTo>
                  <a:pt x="394235" y="126783"/>
                </a:lnTo>
                <a:lnTo>
                  <a:pt x="395136" y="127118"/>
                </a:lnTo>
                <a:lnTo>
                  <a:pt x="396047" y="127432"/>
                </a:lnTo>
                <a:lnTo>
                  <a:pt x="396966" y="127727"/>
                </a:lnTo>
                <a:lnTo>
                  <a:pt x="397894" y="128001"/>
                </a:lnTo>
                <a:lnTo>
                  <a:pt x="398831" y="128255"/>
                </a:lnTo>
                <a:lnTo>
                  <a:pt x="399777" y="128488"/>
                </a:lnTo>
                <a:lnTo>
                  <a:pt x="400732" y="128701"/>
                </a:lnTo>
                <a:lnTo>
                  <a:pt x="401695" y="128894"/>
                </a:lnTo>
                <a:lnTo>
                  <a:pt x="402668" y="129066"/>
                </a:lnTo>
                <a:lnTo>
                  <a:pt x="403649" y="129219"/>
                </a:lnTo>
                <a:lnTo>
                  <a:pt x="404640" y="129351"/>
                </a:lnTo>
                <a:lnTo>
                  <a:pt x="405639" y="129462"/>
                </a:lnTo>
                <a:lnTo>
                  <a:pt x="406648" y="129554"/>
                </a:lnTo>
                <a:lnTo>
                  <a:pt x="407665" y="129625"/>
                </a:lnTo>
                <a:lnTo>
                  <a:pt x="408691" y="129675"/>
                </a:lnTo>
                <a:lnTo>
                  <a:pt x="409726" y="129706"/>
                </a:lnTo>
                <a:lnTo>
                  <a:pt x="410770" y="129716"/>
                </a:lnTo>
                <a:lnTo>
                  <a:pt x="412076" y="129701"/>
                </a:lnTo>
                <a:lnTo>
                  <a:pt x="413364" y="129658"/>
                </a:lnTo>
                <a:lnTo>
                  <a:pt x="414634" y="129585"/>
                </a:lnTo>
                <a:lnTo>
                  <a:pt x="415887" y="129482"/>
                </a:lnTo>
                <a:lnTo>
                  <a:pt x="417123" y="129351"/>
                </a:lnTo>
                <a:close/>
                <a:moveTo>
                  <a:pt x="516973" y="129466"/>
                </a:moveTo>
                <a:lnTo>
                  <a:pt x="517982" y="129356"/>
                </a:lnTo>
                <a:lnTo>
                  <a:pt x="518982" y="129226"/>
                </a:lnTo>
                <a:lnTo>
                  <a:pt x="519971" y="129076"/>
                </a:lnTo>
                <a:lnTo>
                  <a:pt x="520951" y="128907"/>
                </a:lnTo>
                <a:lnTo>
                  <a:pt x="521921" y="128717"/>
                </a:lnTo>
                <a:lnTo>
                  <a:pt x="522881" y="128507"/>
                </a:lnTo>
                <a:lnTo>
                  <a:pt x="523831" y="128277"/>
                </a:lnTo>
                <a:lnTo>
                  <a:pt x="524771" y="128027"/>
                </a:lnTo>
                <a:lnTo>
                  <a:pt x="525701" y="127757"/>
                </a:lnTo>
                <a:lnTo>
                  <a:pt x="526622" y="127467"/>
                </a:lnTo>
                <a:lnTo>
                  <a:pt x="527532" y="127157"/>
                </a:lnTo>
                <a:lnTo>
                  <a:pt x="528433" y="126828"/>
                </a:lnTo>
                <a:lnTo>
                  <a:pt x="529324" y="126478"/>
                </a:lnTo>
                <a:lnTo>
                  <a:pt x="530205" y="126108"/>
                </a:lnTo>
                <a:lnTo>
                  <a:pt x="531077" y="125718"/>
                </a:lnTo>
                <a:lnTo>
                  <a:pt x="531938" y="125308"/>
                </a:lnTo>
                <a:lnTo>
                  <a:pt x="532790" y="124879"/>
                </a:lnTo>
                <a:lnTo>
                  <a:pt x="533631" y="124429"/>
                </a:lnTo>
                <a:lnTo>
                  <a:pt x="534463" y="123959"/>
                </a:lnTo>
                <a:lnTo>
                  <a:pt x="535283" y="123471"/>
                </a:lnTo>
                <a:lnTo>
                  <a:pt x="536089" y="122966"/>
                </a:lnTo>
                <a:lnTo>
                  <a:pt x="536881" y="122445"/>
                </a:lnTo>
                <a:lnTo>
                  <a:pt x="537658" y="121907"/>
                </a:lnTo>
                <a:lnTo>
                  <a:pt x="538421" y="121352"/>
                </a:lnTo>
                <a:lnTo>
                  <a:pt x="539170" y="120781"/>
                </a:lnTo>
                <a:lnTo>
                  <a:pt x="539905" y="120193"/>
                </a:lnTo>
                <a:lnTo>
                  <a:pt x="540626" y="119588"/>
                </a:lnTo>
                <a:lnTo>
                  <a:pt x="541333" y="118967"/>
                </a:lnTo>
                <a:lnTo>
                  <a:pt x="542025" y="118329"/>
                </a:lnTo>
                <a:lnTo>
                  <a:pt x="542703" y="117675"/>
                </a:lnTo>
                <a:lnTo>
                  <a:pt x="543368" y="117004"/>
                </a:lnTo>
                <a:lnTo>
                  <a:pt x="544018" y="116316"/>
                </a:lnTo>
                <a:lnTo>
                  <a:pt x="544653" y="115612"/>
                </a:lnTo>
                <a:lnTo>
                  <a:pt x="545275" y="114891"/>
                </a:lnTo>
                <a:lnTo>
                  <a:pt x="545883" y="114154"/>
                </a:lnTo>
                <a:lnTo>
                  <a:pt x="546476" y="113400"/>
                </a:lnTo>
                <a:lnTo>
                  <a:pt x="547055" y="112629"/>
                </a:lnTo>
                <a:lnTo>
                  <a:pt x="547620" y="111842"/>
                </a:lnTo>
                <a:lnTo>
                  <a:pt x="548171" y="111038"/>
                </a:lnTo>
                <a:lnTo>
                  <a:pt x="548708" y="110218"/>
                </a:lnTo>
                <a:lnTo>
                  <a:pt x="549230" y="109381"/>
                </a:lnTo>
                <a:lnTo>
                  <a:pt x="549739" y="108527"/>
                </a:lnTo>
                <a:lnTo>
                  <a:pt x="550233" y="107657"/>
                </a:lnTo>
                <a:lnTo>
                  <a:pt x="550710" y="106772"/>
                </a:lnTo>
                <a:lnTo>
                  <a:pt x="551167" y="105874"/>
                </a:lnTo>
                <a:lnTo>
                  <a:pt x="551604" y="104964"/>
                </a:lnTo>
                <a:lnTo>
                  <a:pt x="552020" y="104041"/>
                </a:lnTo>
                <a:lnTo>
                  <a:pt x="552416" y="103105"/>
                </a:lnTo>
                <a:lnTo>
                  <a:pt x="552792" y="102157"/>
                </a:lnTo>
                <a:lnTo>
                  <a:pt x="553147" y="101196"/>
                </a:lnTo>
                <a:lnTo>
                  <a:pt x="553482" y="100223"/>
                </a:lnTo>
                <a:lnTo>
                  <a:pt x="553797" y="99237"/>
                </a:lnTo>
                <a:lnTo>
                  <a:pt x="554092" y="98238"/>
                </a:lnTo>
                <a:lnTo>
                  <a:pt x="554366" y="97227"/>
                </a:lnTo>
                <a:lnTo>
                  <a:pt x="554620" y="96203"/>
                </a:lnTo>
                <a:lnTo>
                  <a:pt x="554853" y="95167"/>
                </a:lnTo>
                <a:lnTo>
                  <a:pt x="555066" y="94118"/>
                </a:lnTo>
                <a:lnTo>
                  <a:pt x="555259" y="93056"/>
                </a:lnTo>
                <a:lnTo>
                  <a:pt x="555432" y="91982"/>
                </a:lnTo>
                <a:lnTo>
                  <a:pt x="555584" y="90895"/>
                </a:lnTo>
                <a:lnTo>
                  <a:pt x="555716" y="89796"/>
                </a:lnTo>
                <a:lnTo>
                  <a:pt x="555828" y="88684"/>
                </a:lnTo>
                <a:lnTo>
                  <a:pt x="555919" y="87559"/>
                </a:lnTo>
                <a:lnTo>
                  <a:pt x="555990" y="86422"/>
                </a:lnTo>
                <a:lnTo>
                  <a:pt x="556041" y="85272"/>
                </a:lnTo>
                <a:lnTo>
                  <a:pt x="556072" y="84109"/>
                </a:lnTo>
                <a:lnTo>
                  <a:pt x="556082" y="82934"/>
                </a:lnTo>
                <a:lnTo>
                  <a:pt x="556072" y="81759"/>
                </a:lnTo>
                <a:lnTo>
                  <a:pt x="556042" y="80597"/>
                </a:lnTo>
                <a:lnTo>
                  <a:pt x="555992" y="79447"/>
                </a:lnTo>
                <a:lnTo>
                  <a:pt x="555922" y="78309"/>
                </a:lnTo>
                <a:lnTo>
                  <a:pt x="555832" y="77185"/>
                </a:lnTo>
                <a:lnTo>
                  <a:pt x="555722" y="76073"/>
                </a:lnTo>
                <a:lnTo>
                  <a:pt x="555592" y="74973"/>
                </a:lnTo>
                <a:lnTo>
                  <a:pt x="555442" y="73887"/>
                </a:lnTo>
                <a:lnTo>
                  <a:pt x="555272" y="72812"/>
                </a:lnTo>
                <a:lnTo>
                  <a:pt x="555082" y="71751"/>
                </a:lnTo>
                <a:lnTo>
                  <a:pt x="554872" y="70702"/>
                </a:lnTo>
                <a:lnTo>
                  <a:pt x="554642" y="69666"/>
                </a:lnTo>
                <a:lnTo>
                  <a:pt x="554392" y="68642"/>
                </a:lnTo>
                <a:lnTo>
                  <a:pt x="554122" y="67631"/>
                </a:lnTo>
                <a:lnTo>
                  <a:pt x="553832" y="66633"/>
                </a:lnTo>
                <a:lnTo>
                  <a:pt x="553522" y="65647"/>
                </a:lnTo>
                <a:lnTo>
                  <a:pt x="553192" y="64673"/>
                </a:lnTo>
                <a:lnTo>
                  <a:pt x="552842" y="63713"/>
                </a:lnTo>
                <a:lnTo>
                  <a:pt x="552472" y="62765"/>
                </a:lnTo>
                <a:lnTo>
                  <a:pt x="552082" y="61830"/>
                </a:lnTo>
                <a:lnTo>
                  <a:pt x="551672" y="60907"/>
                </a:lnTo>
                <a:lnTo>
                  <a:pt x="551242" y="59997"/>
                </a:lnTo>
                <a:lnTo>
                  <a:pt x="550792" y="59099"/>
                </a:lnTo>
                <a:lnTo>
                  <a:pt x="550322" y="58214"/>
                </a:lnTo>
                <a:lnTo>
                  <a:pt x="549835" y="57344"/>
                </a:lnTo>
                <a:lnTo>
                  <a:pt x="549334" y="56490"/>
                </a:lnTo>
                <a:lnTo>
                  <a:pt x="548819" y="55653"/>
                </a:lnTo>
                <a:lnTo>
                  <a:pt x="548289" y="54832"/>
                </a:lnTo>
                <a:lnTo>
                  <a:pt x="547746" y="54028"/>
                </a:lnTo>
                <a:lnTo>
                  <a:pt x="547188" y="53241"/>
                </a:lnTo>
                <a:lnTo>
                  <a:pt x="546616" y="52470"/>
                </a:lnTo>
                <a:lnTo>
                  <a:pt x="546030" y="51716"/>
                </a:lnTo>
                <a:lnTo>
                  <a:pt x="545430" y="50978"/>
                </a:lnTo>
                <a:lnTo>
                  <a:pt x="544815" y="50257"/>
                </a:lnTo>
                <a:lnTo>
                  <a:pt x="544187" y="49553"/>
                </a:lnTo>
                <a:lnTo>
                  <a:pt x="543544" y="48865"/>
                </a:lnTo>
                <a:lnTo>
                  <a:pt x="542887" y="48194"/>
                </a:lnTo>
                <a:lnTo>
                  <a:pt x="542216" y="47540"/>
                </a:lnTo>
                <a:lnTo>
                  <a:pt x="541531" y="46902"/>
                </a:lnTo>
                <a:lnTo>
                  <a:pt x="540832" y="46281"/>
                </a:lnTo>
                <a:lnTo>
                  <a:pt x="540118" y="45676"/>
                </a:lnTo>
                <a:lnTo>
                  <a:pt x="539391" y="45088"/>
                </a:lnTo>
                <a:lnTo>
                  <a:pt x="538649" y="44517"/>
                </a:lnTo>
                <a:lnTo>
                  <a:pt x="537893" y="43962"/>
                </a:lnTo>
                <a:lnTo>
                  <a:pt x="537123" y="43424"/>
                </a:lnTo>
                <a:lnTo>
                  <a:pt x="536339" y="42902"/>
                </a:lnTo>
                <a:lnTo>
                  <a:pt x="535541" y="42397"/>
                </a:lnTo>
                <a:lnTo>
                  <a:pt x="534728" y="41909"/>
                </a:lnTo>
                <a:lnTo>
                  <a:pt x="533904" y="41439"/>
                </a:lnTo>
                <a:lnTo>
                  <a:pt x="533069" y="40989"/>
                </a:lnTo>
                <a:lnTo>
                  <a:pt x="532224" y="40559"/>
                </a:lnTo>
                <a:lnTo>
                  <a:pt x="531369" y="40149"/>
                </a:lnTo>
                <a:lnTo>
                  <a:pt x="530504" y="39759"/>
                </a:lnTo>
                <a:lnTo>
                  <a:pt x="529628" y="39389"/>
                </a:lnTo>
                <a:lnTo>
                  <a:pt x="528743" y="39039"/>
                </a:lnTo>
                <a:lnTo>
                  <a:pt x="527847" y="38709"/>
                </a:lnTo>
                <a:lnTo>
                  <a:pt x="526941" y="38400"/>
                </a:lnTo>
                <a:lnTo>
                  <a:pt x="526025" y="38110"/>
                </a:lnTo>
                <a:lnTo>
                  <a:pt x="525099" y="37840"/>
                </a:lnTo>
                <a:lnTo>
                  <a:pt x="524163" y="37590"/>
                </a:lnTo>
                <a:lnTo>
                  <a:pt x="523216" y="37360"/>
                </a:lnTo>
                <a:lnTo>
                  <a:pt x="522259" y="37150"/>
                </a:lnTo>
                <a:lnTo>
                  <a:pt x="521292" y="36960"/>
                </a:lnTo>
                <a:lnTo>
                  <a:pt x="520315" y="36790"/>
                </a:lnTo>
                <a:lnTo>
                  <a:pt x="519328" y="36640"/>
                </a:lnTo>
                <a:lnTo>
                  <a:pt x="518331" y="36510"/>
                </a:lnTo>
                <a:lnTo>
                  <a:pt x="517324" y="36400"/>
                </a:lnTo>
                <a:lnTo>
                  <a:pt x="516306" y="36310"/>
                </a:lnTo>
                <a:lnTo>
                  <a:pt x="515278" y="36240"/>
                </a:lnTo>
                <a:lnTo>
                  <a:pt x="514240" y="36190"/>
                </a:lnTo>
                <a:lnTo>
                  <a:pt x="513192" y="36160"/>
                </a:lnTo>
                <a:lnTo>
                  <a:pt x="512134" y="36150"/>
                </a:lnTo>
                <a:lnTo>
                  <a:pt x="511104" y="36160"/>
                </a:lnTo>
                <a:lnTo>
                  <a:pt x="510083" y="36190"/>
                </a:lnTo>
                <a:lnTo>
                  <a:pt x="509070" y="36240"/>
                </a:lnTo>
                <a:lnTo>
                  <a:pt x="508066" y="36310"/>
                </a:lnTo>
                <a:lnTo>
                  <a:pt x="507070" y="36400"/>
                </a:lnTo>
                <a:lnTo>
                  <a:pt x="506082" y="36510"/>
                </a:lnTo>
                <a:lnTo>
                  <a:pt x="505102" y="36640"/>
                </a:lnTo>
                <a:lnTo>
                  <a:pt x="504131" y="36790"/>
                </a:lnTo>
                <a:lnTo>
                  <a:pt x="503168" y="36960"/>
                </a:lnTo>
                <a:lnTo>
                  <a:pt x="502213" y="37150"/>
                </a:lnTo>
                <a:lnTo>
                  <a:pt x="501266" y="37360"/>
                </a:lnTo>
                <a:lnTo>
                  <a:pt x="500328" y="37590"/>
                </a:lnTo>
                <a:lnTo>
                  <a:pt x="499398" y="37840"/>
                </a:lnTo>
                <a:lnTo>
                  <a:pt x="498477" y="38110"/>
                </a:lnTo>
                <a:lnTo>
                  <a:pt x="497563" y="38400"/>
                </a:lnTo>
                <a:lnTo>
                  <a:pt x="496659" y="38709"/>
                </a:lnTo>
                <a:lnTo>
                  <a:pt x="495762" y="39039"/>
                </a:lnTo>
                <a:lnTo>
                  <a:pt x="494874" y="39389"/>
                </a:lnTo>
                <a:lnTo>
                  <a:pt x="493993" y="39759"/>
                </a:lnTo>
                <a:lnTo>
                  <a:pt x="493122" y="40149"/>
                </a:lnTo>
                <a:lnTo>
                  <a:pt x="492258" y="40559"/>
                </a:lnTo>
                <a:lnTo>
                  <a:pt x="491403" y="40989"/>
                </a:lnTo>
                <a:lnTo>
                  <a:pt x="490556" y="41439"/>
                </a:lnTo>
                <a:lnTo>
                  <a:pt x="489718" y="41909"/>
                </a:lnTo>
                <a:lnTo>
                  <a:pt x="488891" y="42397"/>
                </a:lnTo>
                <a:lnTo>
                  <a:pt x="488078" y="42902"/>
                </a:lnTo>
                <a:lnTo>
                  <a:pt x="487281" y="43424"/>
                </a:lnTo>
                <a:lnTo>
                  <a:pt x="486498" y="43962"/>
                </a:lnTo>
                <a:lnTo>
                  <a:pt x="485730" y="44517"/>
                </a:lnTo>
                <a:lnTo>
                  <a:pt x="484977" y="45088"/>
                </a:lnTo>
                <a:lnTo>
                  <a:pt x="484239" y="45676"/>
                </a:lnTo>
                <a:lnTo>
                  <a:pt x="483515" y="46281"/>
                </a:lnTo>
                <a:lnTo>
                  <a:pt x="482806" y="46902"/>
                </a:lnTo>
                <a:lnTo>
                  <a:pt x="482112" y="47540"/>
                </a:lnTo>
                <a:lnTo>
                  <a:pt x="481433" y="48194"/>
                </a:lnTo>
                <a:lnTo>
                  <a:pt x="480768" y="48865"/>
                </a:lnTo>
                <a:lnTo>
                  <a:pt x="480118" y="49553"/>
                </a:lnTo>
                <a:lnTo>
                  <a:pt x="479483" y="50257"/>
                </a:lnTo>
                <a:lnTo>
                  <a:pt x="478863" y="50978"/>
                </a:lnTo>
                <a:lnTo>
                  <a:pt x="478258" y="51716"/>
                </a:lnTo>
                <a:lnTo>
                  <a:pt x="477667" y="52470"/>
                </a:lnTo>
                <a:lnTo>
                  <a:pt x="477091" y="53241"/>
                </a:lnTo>
                <a:lnTo>
                  <a:pt x="476530" y="54028"/>
                </a:lnTo>
                <a:lnTo>
                  <a:pt x="475983" y="54832"/>
                </a:lnTo>
                <a:lnTo>
                  <a:pt x="475452" y="55653"/>
                </a:lnTo>
                <a:lnTo>
                  <a:pt x="474935" y="56490"/>
                </a:lnTo>
                <a:lnTo>
                  <a:pt x="474433" y="57344"/>
                </a:lnTo>
                <a:lnTo>
                  <a:pt x="473945" y="58214"/>
                </a:lnTo>
                <a:lnTo>
                  <a:pt x="473475" y="59099"/>
                </a:lnTo>
                <a:lnTo>
                  <a:pt x="473025" y="59998"/>
                </a:lnTo>
                <a:lnTo>
                  <a:pt x="472595" y="60910"/>
                </a:lnTo>
                <a:lnTo>
                  <a:pt x="472185" y="61834"/>
                </a:lnTo>
                <a:lnTo>
                  <a:pt x="471795" y="62773"/>
                </a:lnTo>
                <a:lnTo>
                  <a:pt x="471425" y="63724"/>
                </a:lnTo>
                <a:lnTo>
                  <a:pt x="471076" y="64688"/>
                </a:lnTo>
                <a:lnTo>
                  <a:pt x="470746" y="65666"/>
                </a:lnTo>
                <a:lnTo>
                  <a:pt x="470436" y="66657"/>
                </a:lnTo>
                <a:lnTo>
                  <a:pt x="470146" y="67661"/>
                </a:lnTo>
                <a:lnTo>
                  <a:pt x="469876" y="68679"/>
                </a:lnTo>
                <a:lnTo>
                  <a:pt x="469626" y="69710"/>
                </a:lnTo>
                <a:lnTo>
                  <a:pt x="469396" y="70754"/>
                </a:lnTo>
                <a:lnTo>
                  <a:pt x="469186" y="71811"/>
                </a:lnTo>
                <a:lnTo>
                  <a:pt x="468996" y="72881"/>
                </a:lnTo>
                <a:lnTo>
                  <a:pt x="468826" y="73965"/>
                </a:lnTo>
                <a:lnTo>
                  <a:pt x="468676" y="75062"/>
                </a:lnTo>
                <a:lnTo>
                  <a:pt x="468546" y="76172"/>
                </a:lnTo>
                <a:lnTo>
                  <a:pt x="468436" y="77295"/>
                </a:lnTo>
                <a:lnTo>
                  <a:pt x="468346" y="78432"/>
                </a:lnTo>
                <a:lnTo>
                  <a:pt x="468276" y="79581"/>
                </a:lnTo>
                <a:lnTo>
                  <a:pt x="468226" y="80744"/>
                </a:lnTo>
                <a:lnTo>
                  <a:pt x="468196" y="81921"/>
                </a:lnTo>
                <a:lnTo>
                  <a:pt x="468186" y="83110"/>
                </a:lnTo>
                <a:lnTo>
                  <a:pt x="468196" y="84271"/>
                </a:lnTo>
                <a:lnTo>
                  <a:pt x="468225" y="85420"/>
                </a:lnTo>
                <a:lnTo>
                  <a:pt x="468274" y="86556"/>
                </a:lnTo>
                <a:lnTo>
                  <a:pt x="468343" y="87681"/>
                </a:lnTo>
                <a:lnTo>
                  <a:pt x="468432" y="88794"/>
                </a:lnTo>
                <a:lnTo>
                  <a:pt x="468540" y="89895"/>
                </a:lnTo>
                <a:lnTo>
                  <a:pt x="468668" y="90983"/>
                </a:lnTo>
                <a:lnTo>
                  <a:pt x="468816" y="92060"/>
                </a:lnTo>
                <a:lnTo>
                  <a:pt x="468983" y="93125"/>
                </a:lnTo>
                <a:lnTo>
                  <a:pt x="469170" y="94178"/>
                </a:lnTo>
                <a:lnTo>
                  <a:pt x="469377" y="95219"/>
                </a:lnTo>
                <a:lnTo>
                  <a:pt x="469603" y="96247"/>
                </a:lnTo>
                <a:lnTo>
                  <a:pt x="469849" y="97264"/>
                </a:lnTo>
                <a:lnTo>
                  <a:pt x="470115" y="98269"/>
                </a:lnTo>
                <a:lnTo>
                  <a:pt x="470401" y="99262"/>
                </a:lnTo>
                <a:lnTo>
                  <a:pt x="470706" y="100243"/>
                </a:lnTo>
                <a:lnTo>
                  <a:pt x="471031" y="101211"/>
                </a:lnTo>
                <a:lnTo>
                  <a:pt x="471375" y="102168"/>
                </a:lnTo>
                <a:lnTo>
                  <a:pt x="471740" y="103113"/>
                </a:lnTo>
                <a:lnTo>
                  <a:pt x="472123" y="104046"/>
                </a:lnTo>
                <a:lnTo>
                  <a:pt x="472527" y="104966"/>
                </a:lnTo>
                <a:lnTo>
                  <a:pt x="472950" y="105875"/>
                </a:lnTo>
                <a:lnTo>
                  <a:pt x="473393" y="106772"/>
                </a:lnTo>
                <a:lnTo>
                  <a:pt x="473856" y="107657"/>
                </a:lnTo>
                <a:lnTo>
                  <a:pt x="474336" y="108527"/>
                </a:lnTo>
                <a:lnTo>
                  <a:pt x="474831" y="109381"/>
                </a:lnTo>
                <a:lnTo>
                  <a:pt x="475341" y="110218"/>
                </a:lnTo>
                <a:lnTo>
                  <a:pt x="475865" y="111038"/>
                </a:lnTo>
                <a:lnTo>
                  <a:pt x="476404" y="111842"/>
                </a:lnTo>
                <a:lnTo>
                  <a:pt x="476958" y="112629"/>
                </a:lnTo>
                <a:lnTo>
                  <a:pt x="477527" y="113400"/>
                </a:lnTo>
                <a:lnTo>
                  <a:pt x="478110" y="114154"/>
                </a:lnTo>
                <a:lnTo>
                  <a:pt x="478709" y="114891"/>
                </a:lnTo>
                <a:lnTo>
                  <a:pt x="479321" y="115612"/>
                </a:lnTo>
                <a:lnTo>
                  <a:pt x="479949" y="116316"/>
                </a:lnTo>
                <a:lnTo>
                  <a:pt x="480592" y="117004"/>
                </a:lnTo>
                <a:lnTo>
                  <a:pt x="481249" y="117675"/>
                </a:lnTo>
                <a:lnTo>
                  <a:pt x="481921" y="118329"/>
                </a:lnTo>
                <a:lnTo>
                  <a:pt x="482608" y="118967"/>
                </a:lnTo>
                <a:lnTo>
                  <a:pt x="483309" y="119588"/>
                </a:lnTo>
                <a:lnTo>
                  <a:pt x="484025" y="120193"/>
                </a:lnTo>
                <a:lnTo>
                  <a:pt x="484757" y="120781"/>
                </a:lnTo>
                <a:lnTo>
                  <a:pt x="485502" y="121352"/>
                </a:lnTo>
                <a:lnTo>
                  <a:pt x="486263" y="121907"/>
                </a:lnTo>
                <a:lnTo>
                  <a:pt x="487038" y="122445"/>
                </a:lnTo>
                <a:lnTo>
                  <a:pt x="487828" y="122966"/>
                </a:lnTo>
                <a:lnTo>
                  <a:pt x="488633" y="123471"/>
                </a:lnTo>
                <a:lnTo>
                  <a:pt x="489453" y="123959"/>
                </a:lnTo>
                <a:lnTo>
                  <a:pt x="490284" y="124429"/>
                </a:lnTo>
                <a:lnTo>
                  <a:pt x="491124" y="124879"/>
                </a:lnTo>
                <a:lnTo>
                  <a:pt x="491972" y="125308"/>
                </a:lnTo>
                <a:lnTo>
                  <a:pt x="492829" y="125718"/>
                </a:lnTo>
                <a:lnTo>
                  <a:pt x="493695" y="126108"/>
                </a:lnTo>
                <a:lnTo>
                  <a:pt x="494569" y="126478"/>
                </a:lnTo>
                <a:lnTo>
                  <a:pt x="495452" y="126828"/>
                </a:lnTo>
                <a:lnTo>
                  <a:pt x="496344" y="127157"/>
                </a:lnTo>
                <a:lnTo>
                  <a:pt x="497244" y="127467"/>
                </a:lnTo>
                <a:lnTo>
                  <a:pt x="498153" y="127757"/>
                </a:lnTo>
                <a:lnTo>
                  <a:pt x="499070" y="128027"/>
                </a:lnTo>
                <a:lnTo>
                  <a:pt x="499996" y="128277"/>
                </a:lnTo>
                <a:lnTo>
                  <a:pt x="500931" y="128507"/>
                </a:lnTo>
                <a:lnTo>
                  <a:pt x="501874" y="128717"/>
                </a:lnTo>
                <a:lnTo>
                  <a:pt x="502826" y="128907"/>
                </a:lnTo>
                <a:lnTo>
                  <a:pt x="503786" y="129076"/>
                </a:lnTo>
                <a:lnTo>
                  <a:pt x="504755" y="129226"/>
                </a:lnTo>
                <a:lnTo>
                  <a:pt x="505733" y="129356"/>
                </a:lnTo>
                <a:lnTo>
                  <a:pt x="506719" y="129466"/>
                </a:lnTo>
                <a:lnTo>
                  <a:pt x="507714" y="129556"/>
                </a:lnTo>
                <a:lnTo>
                  <a:pt x="508718" y="129626"/>
                </a:lnTo>
                <a:lnTo>
                  <a:pt x="509730" y="129676"/>
                </a:lnTo>
                <a:lnTo>
                  <a:pt x="510750" y="129706"/>
                </a:lnTo>
                <a:lnTo>
                  <a:pt x="511780" y="129716"/>
                </a:lnTo>
                <a:lnTo>
                  <a:pt x="512838" y="129706"/>
                </a:lnTo>
                <a:lnTo>
                  <a:pt x="513887" y="129676"/>
                </a:lnTo>
                <a:lnTo>
                  <a:pt x="514925" y="129626"/>
                </a:lnTo>
                <a:lnTo>
                  <a:pt x="515954" y="129556"/>
                </a:lnTo>
                <a:lnTo>
                  <a:pt x="516973" y="129466"/>
                </a:lnTo>
                <a:close/>
                <a:moveTo>
                  <a:pt x="508833" y="116793"/>
                </a:moveTo>
                <a:lnTo>
                  <a:pt x="508220" y="116720"/>
                </a:lnTo>
                <a:lnTo>
                  <a:pt x="507611" y="116634"/>
                </a:lnTo>
                <a:lnTo>
                  <a:pt x="507006" y="116535"/>
                </a:lnTo>
                <a:lnTo>
                  <a:pt x="506405" y="116423"/>
                </a:lnTo>
                <a:lnTo>
                  <a:pt x="505808" y="116297"/>
                </a:lnTo>
                <a:lnTo>
                  <a:pt x="505215" y="116158"/>
                </a:lnTo>
                <a:lnTo>
                  <a:pt x="504625" y="116006"/>
                </a:lnTo>
                <a:lnTo>
                  <a:pt x="504040" y="115841"/>
                </a:lnTo>
                <a:lnTo>
                  <a:pt x="503459" y="115662"/>
                </a:lnTo>
                <a:lnTo>
                  <a:pt x="502882" y="115470"/>
                </a:lnTo>
                <a:lnTo>
                  <a:pt x="502309" y="115265"/>
                </a:lnTo>
                <a:lnTo>
                  <a:pt x="501740" y="115047"/>
                </a:lnTo>
                <a:lnTo>
                  <a:pt x="501175" y="114816"/>
                </a:lnTo>
                <a:lnTo>
                  <a:pt x="500614" y="114571"/>
                </a:lnTo>
                <a:lnTo>
                  <a:pt x="500056" y="114313"/>
                </a:lnTo>
                <a:lnTo>
                  <a:pt x="499503" y="114042"/>
                </a:lnTo>
                <a:lnTo>
                  <a:pt x="498954" y="113757"/>
                </a:lnTo>
                <a:lnTo>
                  <a:pt x="498409" y="113460"/>
                </a:lnTo>
                <a:lnTo>
                  <a:pt x="497868" y="113149"/>
                </a:lnTo>
                <a:lnTo>
                  <a:pt x="497333" y="112825"/>
                </a:lnTo>
                <a:lnTo>
                  <a:pt x="496807" y="112487"/>
                </a:lnTo>
                <a:lnTo>
                  <a:pt x="496289" y="112137"/>
                </a:lnTo>
                <a:lnTo>
                  <a:pt x="495780" y="111773"/>
                </a:lnTo>
                <a:lnTo>
                  <a:pt x="495280" y="111396"/>
                </a:lnTo>
                <a:lnTo>
                  <a:pt x="494789" y="111006"/>
                </a:lnTo>
                <a:lnTo>
                  <a:pt x="494305" y="110602"/>
                </a:lnTo>
                <a:lnTo>
                  <a:pt x="493831" y="110185"/>
                </a:lnTo>
                <a:lnTo>
                  <a:pt x="493365" y="109755"/>
                </a:lnTo>
                <a:lnTo>
                  <a:pt x="492908" y="109312"/>
                </a:lnTo>
                <a:lnTo>
                  <a:pt x="492459" y="108856"/>
                </a:lnTo>
                <a:lnTo>
                  <a:pt x="492019" y="108386"/>
                </a:lnTo>
                <a:lnTo>
                  <a:pt x="491588" y="107903"/>
                </a:lnTo>
                <a:lnTo>
                  <a:pt x="491165" y="107407"/>
                </a:lnTo>
                <a:lnTo>
                  <a:pt x="490751" y="106898"/>
                </a:lnTo>
                <a:lnTo>
                  <a:pt x="490346" y="106375"/>
                </a:lnTo>
                <a:lnTo>
                  <a:pt x="489949" y="105840"/>
                </a:lnTo>
                <a:lnTo>
                  <a:pt x="489560" y="105291"/>
                </a:lnTo>
                <a:lnTo>
                  <a:pt x="489181" y="104728"/>
                </a:lnTo>
                <a:lnTo>
                  <a:pt x="488810" y="104153"/>
                </a:lnTo>
                <a:lnTo>
                  <a:pt x="488447" y="103564"/>
                </a:lnTo>
                <a:lnTo>
                  <a:pt x="488093" y="102962"/>
                </a:lnTo>
                <a:lnTo>
                  <a:pt x="487748" y="102347"/>
                </a:lnTo>
                <a:lnTo>
                  <a:pt x="487411" y="101719"/>
                </a:lnTo>
                <a:lnTo>
                  <a:pt x="487086" y="101078"/>
                </a:lnTo>
                <a:lnTo>
                  <a:pt x="486775" y="100424"/>
                </a:lnTo>
                <a:lnTo>
                  <a:pt x="486477" y="99759"/>
                </a:lnTo>
                <a:lnTo>
                  <a:pt x="486193" y="99080"/>
                </a:lnTo>
                <a:lnTo>
                  <a:pt x="485923" y="98390"/>
                </a:lnTo>
                <a:lnTo>
                  <a:pt x="485667" y="97687"/>
                </a:lnTo>
                <a:lnTo>
                  <a:pt x="485425" y="96972"/>
                </a:lnTo>
                <a:lnTo>
                  <a:pt x="485197" y="96245"/>
                </a:lnTo>
                <a:lnTo>
                  <a:pt x="484982" y="95505"/>
                </a:lnTo>
                <a:lnTo>
                  <a:pt x="484782" y="94754"/>
                </a:lnTo>
                <a:lnTo>
                  <a:pt x="484595" y="93989"/>
                </a:lnTo>
                <a:lnTo>
                  <a:pt x="484422" y="93213"/>
                </a:lnTo>
                <a:lnTo>
                  <a:pt x="484263" y="92424"/>
                </a:lnTo>
                <a:lnTo>
                  <a:pt x="484117" y="91623"/>
                </a:lnTo>
                <a:lnTo>
                  <a:pt x="483986" y="90809"/>
                </a:lnTo>
                <a:lnTo>
                  <a:pt x="483868" y="89984"/>
                </a:lnTo>
                <a:lnTo>
                  <a:pt x="483765" y="89145"/>
                </a:lnTo>
                <a:lnTo>
                  <a:pt x="483675" y="88295"/>
                </a:lnTo>
                <a:lnTo>
                  <a:pt x="483598" y="87432"/>
                </a:lnTo>
                <a:lnTo>
                  <a:pt x="483536" y="86557"/>
                </a:lnTo>
                <a:lnTo>
                  <a:pt x="483488" y="85670"/>
                </a:lnTo>
                <a:lnTo>
                  <a:pt x="483453" y="84770"/>
                </a:lnTo>
                <a:lnTo>
                  <a:pt x="483432" y="83858"/>
                </a:lnTo>
                <a:lnTo>
                  <a:pt x="483425" y="82934"/>
                </a:lnTo>
                <a:lnTo>
                  <a:pt x="483432" y="81996"/>
                </a:lnTo>
                <a:lnTo>
                  <a:pt x="483453" y="81071"/>
                </a:lnTo>
                <a:lnTo>
                  <a:pt x="483488" y="80159"/>
                </a:lnTo>
                <a:lnTo>
                  <a:pt x="483536" y="79260"/>
                </a:lnTo>
                <a:lnTo>
                  <a:pt x="483598" y="78374"/>
                </a:lnTo>
                <a:lnTo>
                  <a:pt x="483675" y="77502"/>
                </a:lnTo>
                <a:lnTo>
                  <a:pt x="483765" y="76643"/>
                </a:lnTo>
                <a:lnTo>
                  <a:pt x="483868" y="75797"/>
                </a:lnTo>
                <a:lnTo>
                  <a:pt x="483986" y="74965"/>
                </a:lnTo>
                <a:lnTo>
                  <a:pt x="484117" y="74145"/>
                </a:lnTo>
                <a:lnTo>
                  <a:pt x="484263" y="73339"/>
                </a:lnTo>
                <a:lnTo>
                  <a:pt x="484422" y="72546"/>
                </a:lnTo>
                <a:lnTo>
                  <a:pt x="484595" y="71766"/>
                </a:lnTo>
                <a:lnTo>
                  <a:pt x="484782" y="71000"/>
                </a:lnTo>
                <a:lnTo>
                  <a:pt x="484982" y="70247"/>
                </a:lnTo>
                <a:lnTo>
                  <a:pt x="485197" y="69507"/>
                </a:lnTo>
                <a:lnTo>
                  <a:pt x="485425" y="68780"/>
                </a:lnTo>
                <a:lnTo>
                  <a:pt x="485667" y="68066"/>
                </a:lnTo>
                <a:lnTo>
                  <a:pt x="485923" y="67366"/>
                </a:lnTo>
                <a:lnTo>
                  <a:pt x="486193" y="66679"/>
                </a:lnTo>
                <a:lnTo>
                  <a:pt x="486477" y="66005"/>
                </a:lnTo>
                <a:lnTo>
                  <a:pt x="486775" y="65345"/>
                </a:lnTo>
                <a:lnTo>
                  <a:pt x="487086" y="64697"/>
                </a:lnTo>
                <a:lnTo>
                  <a:pt x="487411" y="64063"/>
                </a:lnTo>
                <a:lnTo>
                  <a:pt x="487748" y="63442"/>
                </a:lnTo>
                <a:lnTo>
                  <a:pt x="488094" y="62833"/>
                </a:lnTo>
                <a:lnTo>
                  <a:pt x="488450" y="62238"/>
                </a:lnTo>
                <a:lnTo>
                  <a:pt x="488814" y="61655"/>
                </a:lnTo>
                <a:lnTo>
                  <a:pt x="489188" y="61086"/>
                </a:lnTo>
                <a:lnTo>
                  <a:pt x="489571" y="60529"/>
                </a:lnTo>
                <a:lnTo>
                  <a:pt x="489964" y="59985"/>
                </a:lnTo>
                <a:lnTo>
                  <a:pt x="490365" y="59455"/>
                </a:lnTo>
                <a:lnTo>
                  <a:pt x="490776" y="58937"/>
                </a:lnTo>
                <a:lnTo>
                  <a:pt x="491196" y="58432"/>
                </a:lnTo>
                <a:lnTo>
                  <a:pt x="491626" y="57940"/>
                </a:lnTo>
                <a:lnTo>
                  <a:pt x="492064" y="57461"/>
                </a:lnTo>
                <a:lnTo>
                  <a:pt x="492512" y="56994"/>
                </a:lnTo>
                <a:lnTo>
                  <a:pt x="492969" y="56541"/>
                </a:lnTo>
                <a:lnTo>
                  <a:pt x="493435" y="56101"/>
                </a:lnTo>
                <a:lnTo>
                  <a:pt x="493910" y="55673"/>
                </a:lnTo>
                <a:lnTo>
                  <a:pt x="494395" y="55259"/>
                </a:lnTo>
                <a:lnTo>
                  <a:pt x="494889" y="54857"/>
                </a:lnTo>
                <a:lnTo>
                  <a:pt x="495392" y="54469"/>
                </a:lnTo>
                <a:lnTo>
                  <a:pt x="495904" y="54093"/>
                </a:lnTo>
                <a:lnTo>
                  <a:pt x="496426" y="53730"/>
                </a:lnTo>
                <a:lnTo>
                  <a:pt x="496957" y="53381"/>
                </a:lnTo>
                <a:lnTo>
                  <a:pt x="497497" y="53044"/>
                </a:lnTo>
                <a:lnTo>
                  <a:pt x="498046" y="52720"/>
                </a:lnTo>
                <a:lnTo>
                  <a:pt x="498601" y="52409"/>
                </a:lnTo>
                <a:lnTo>
                  <a:pt x="499159" y="52111"/>
                </a:lnTo>
                <a:lnTo>
                  <a:pt x="499720" y="51827"/>
                </a:lnTo>
                <a:lnTo>
                  <a:pt x="500284" y="51556"/>
                </a:lnTo>
                <a:lnTo>
                  <a:pt x="500850" y="51298"/>
                </a:lnTo>
                <a:lnTo>
                  <a:pt x="501419" y="51053"/>
                </a:lnTo>
                <a:lnTo>
                  <a:pt x="501991" y="50821"/>
                </a:lnTo>
                <a:lnTo>
                  <a:pt x="502565" y="50603"/>
                </a:lnTo>
                <a:lnTo>
                  <a:pt x="503143" y="50398"/>
                </a:lnTo>
                <a:lnTo>
                  <a:pt x="503723" y="50206"/>
                </a:lnTo>
                <a:lnTo>
                  <a:pt x="504306" y="50028"/>
                </a:lnTo>
                <a:lnTo>
                  <a:pt x="504891" y="49862"/>
                </a:lnTo>
                <a:lnTo>
                  <a:pt x="505480" y="49710"/>
                </a:lnTo>
                <a:lnTo>
                  <a:pt x="506071" y="49571"/>
                </a:lnTo>
                <a:lnTo>
                  <a:pt x="506665" y="49446"/>
                </a:lnTo>
                <a:lnTo>
                  <a:pt x="507261" y="49333"/>
                </a:lnTo>
                <a:lnTo>
                  <a:pt x="507861" y="49234"/>
                </a:lnTo>
                <a:lnTo>
                  <a:pt x="508463" y="49148"/>
                </a:lnTo>
                <a:lnTo>
                  <a:pt x="509068" y="49075"/>
                </a:lnTo>
                <a:lnTo>
                  <a:pt x="509675" y="49016"/>
                </a:lnTo>
                <a:lnTo>
                  <a:pt x="510286" y="48969"/>
                </a:lnTo>
                <a:lnTo>
                  <a:pt x="510899" y="48936"/>
                </a:lnTo>
                <a:lnTo>
                  <a:pt x="511515" y="48916"/>
                </a:lnTo>
                <a:lnTo>
                  <a:pt x="512134" y="48910"/>
                </a:lnTo>
                <a:lnTo>
                  <a:pt x="512781" y="48916"/>
                </a:lnTo>
                <a:lnTo>
                  <a:pt x="513424" y="48936"/>
                </a:lnTo>
                <a:lnTo>
                  <a:pt x="514063" y="48969"/>
                </a:lnTo>
                <a:lnTo>
                  <a:pt x="514696" y="49016"/>
                </a:lnTo>
                <a:lnTo>
                  <a:pt x="515325" y="49075"/>
                </a:lnTo>
                <a:lnTo>
                  <a:pt x="515950" y="49148"/>
                </a:lnTo>
                <a:lnTo>
                  <a:pt x="516570" y="49234"/>
                </a:lnTo>
                <a:lnTo>
                  <a:pt x="517185" y="49333"/>
                </a:lnTo>
                <a:lnTo>
                  <a:pt x="517795" y="49446"/>
                </a:lnTo>
                <a:lnTo>
                  <a:pt x="518401" y="49571"/>
                </a:lnTo>
                <a:lnTo>
                  <a:pt x="519003" y="49710"/>
                </a:lnTo>
                <a:lnTo>
                  <a:pt x="519600" y="49862"/>
                </a:lnTo>
                <a:lnTo>
                  <a:pt x="520192" y="50028"/>
                </a:lnTo>
                <a:lnTo>
                  <a:pt x="520779" y="50206"/>
                </a:lnTo>
                <a:lnTo>
                  <a:pt x="521362" y="50398"/>
                </a:lnTo>
                <a:lnTo>
                  <a:pt x="521940" y="50603"/>
                </a:lnTo>
                <a:lnTo>
                  <a:pt x="522514" y="50821"/>
                </a:lnTo>
                <a:lnTo>
                  <a:pt x="523083" y="51053"/>
                </a:lnTo>
                <a:lnTo>
                  <a:pt x="523647" y="51298"/>
                </a:lnTo>
                <a:lnTo>
                  <a:pt x="524207" y="51556"/>
                </a:lnTo>
                <a:lnTo>
                  <a:pt x="524762" y="51827"/>
                </a:lnTo>
                <a:lnTo>
                  <a:pt x="525313" y="52111"/>
                </a:lnTo>
                <a:lnTo>
                  <a:pt x="525859" y="52409"/>
                </a:lnTo>
                <a:lnTo>
                  <a:pt x="526400" y="52720"/>
                </a:lnTo>
                <a:lnTo>
                  <a:pt x="526935" y="53044"/>
                </a:lnTo>
                <a:lnTo>
                  <a:pt x="527461" y="53381"/>
                </a:lnTo>
                <a:lnTo>
                  <a:pt x="527978" y="53730"/>
                </a:lnTo>
                <a:lnTo>
                  <a:pt x="528487" y="54093"/>
                </a:lnTo>
                <a:lnTo>
                  <a:pt x="528987" y="54469"/>
                </a:lnTo>
                <a:lnTo>
                  <a:pt x="529479" y="54857"/>
                </a:lnTo>
                <a:lnTo>
                  <a:pt x="529962" y="55259"/>
                </a:lnTo>
                <a:lnTo>
                  <a:pt x="530436" y="55673"/>
                </a:lnTo>
                <a:lnTo>
                  <a:pt x="530902" y="56101"/>
                </a:lnTo>
                <a:lnTo>
                  <a:pt x="531359" y="56541"/>
                </a:lnTo>
                <a:lnTo>
                  <a:pt x="531808" y="56994"/>
                </a:lnTo>
                <a:lnTo>
                  <a:pt x="532247" y="57461"/>
                </a:lnTo>
                <a:lnTo>
                  <a:pt x="532679" y="57940"/>
                </a:lnTo>
                <a:lnTo>
                  <a:pt x="533101" y="58432"/>
                </a:lnTo>
                <a:lnTo>
                  <a:pt x="533515" y="58937"/>
                </a:lnTo>
                <a:lnTo>
                  <a:pt x="533921" y="59455"/>
                </a:lnTo>
                <a:lnTo>
                  <a:pt x="534318" y="59985"/>
                </a:lnTo>
                <a:lnTo>
                  <a:pt x="534706" y="60529"/>
                </a:lnTo>
                <a:lnTo>
                  <a:pt x="535085" y="61086"/>
                </a:lnTo>
                <a:lnTo>
                  <a:pt x="535456" y="61655"/>
                </a:lnTo>
                <a:lnTo>
                  <a:pt x="535819" y="62238"/>
                </a:lnTo>
                <a:lnTo>
                  <a:pt x="536172" y="62833"/>
                </a:lnTo>
                <a:lnTo>
                  <a:pt x="536517" y="63442"/>
                </a:lnTo>
                <a:lnTo>
                  <a:pt x="536854" y="64063"/>
                </a:lnTo>
                <a:lnTo>
                  <a:pt x="537179" y="64697"/>
                </a:lnTo>
                <a:lnTo>
                  <a:pt x="537491" y="65345"/>
                </a:lnTo>
                <a:lnTo>
                  <a:pt x="537789" y="66005"/>
                </a:lnTo>
                <a:lnTo>
                  <a:pt x="538072" y="66679"/>
                </a:lnTo>
                <a:lnTo>
                  <a:pt x="538342" y="67366"/>
                </a:lnTo>
                <a:lnTo>
                  <a:pt x="538599" y="68066"/>
                </a:lnTo>
                <a:lnTo>
                  <a:pt x="538841" y="68780"/>
                </a:lnTo>
                <a:lnTo>
                  <a:pt x="539070" y="69507"/>
                </a:lnTo>
                <a:lnTo>
                  <a:pt x="539284" y="70247"/>
                </a:lnTo>
                <a:lnTo>
                  <a:pt x="539485" y="71000"/>
                </a:lnTo>
                <a:lnTo>
                  <a:pt x="539672" y="71766"/>
                </a:lnTo>
                <a:lnTo>
                  <a:pt x="539845" y="72546"/>
                </a:lnTo>
                <a:lnTo>
                  <a:pt x="540004" y="73339"/>
                </a:lnTo>
                <a:lnTo>
                  <a:pt x="540150" y="74145"/>
                </a:lnTo>
                <a:lnTo>
                  <a:pt x="540281" y="74965"/>
                </a:lnTo>
                <a:lnTo>
                  <a:pt x="540399" y="75797"/>
                </a:lnTo>
                <a:lnTo>
                  <a:pt x="540503" y="76643"/>
                </a:lnTo>
                <a:lnTo>
                  <a:pt x="540593" y="77502"/>
                </a:lnTo>
                <a:lnTo>
                  <a:pt x="540669" y="78374"/>
                </a:lnTo>
                <a:lnTo>
                  <a:pt x="540731" y="79260"/>
                </a:lnTo>
                <a:lnTo>
                  <a:pt x="540780" y="80159"/>
                </a:lnTo>
                <a:lnTo>
                  <a:pt x="540814" y="81071"/>
                </a:lnTo>
                <a:lnTo>
                  <a:pt x="540835" y="81996"/>
                </a:lnTo>
                <a:lnTo>
                  <a:pt x="540842" y="82934"/>
                </a:lnTo>
                <a:lnTo>
                  <a:pt x="540835" y="83858"/>
                </a:lnTo>
                <a:lnTo>
                  <a:pt x="540814" y="84770"/>
                </a:lnTo>
                <a:lnTo>
                  <a:pt x="540778" y="85670"/>
                </a:lnTo>
                <a:lnTo>
                  <a:pt x="540729" y="86557"/>
                </a:lnTo>
                <a:lnTo>
                  <a:pt x="540665" y="87432"/>
                </a:lnTo>
                <a:lnTo>
                  <a:pt x="540587" y="88295"/>
                </a:lnTo>
                <a:lnTo>
                  <a:pt x="540495" y="89145"/>
                </a:lnTo>
                <a:lnTo>
                  <a:pt x="540389" y="89984"/>
                </a:lnTo>
                <a:lnTo>
                  <a:pt x="540269" y="90809"/>
                </a:lnTo>
                <a:lnTo>
                  <a:pt x="540134" y="91623"/>
                </a:lnTo>
                <a:lnTo>
                  <a:pt x="539986" y="92424"/>
                </a:lnTo>
                <a:lnTo>
                  <a:pt x="539823" y="93213"/>
                </a:lnTo>
                <a:lnTo>
                  <a:pt x="539646" y="93989"/>
                </a:lnTo>
                <a:lnTo>
                  <a:pt x="539455" y="94754"/>
                </a:lnTo>
                <a:lnTo>
                  <a:pt x="539249" y="95505"/>
                </a:lnTo>
                <a:lnTo>
                  <a:pt x="539030" y="96245"/>
                </a:lnTo>
                <a:lnTo>
                  <a:pt x="538796" y="96972"/>
                </a:lnTo>
                <a:lnTo>
                  <a:pt x="538548" y="97687"/>
                </a:lnTo>
                <a:lnTo>
                  <a:pt x="538287" y="98390"/>
                </a:lnTo>
                <a:lnTo>
                  <a:pt x="538010" y="99080"/>
                </a:lnTo>
                <a:lnTo>
                  <a:pt x="537720" y="99759"/>
                </a:lnTo>
                <a:lnTo>
                  <a:pt x="537416" y="100424"/>
                </a:lnTo>
                <a:lnTo>
                  <a:pt x="537097" y="101078"/>
                </a:lnTo>
                <a:lnTo>
                  <a:pt x="536764" y="101719"/>
                </a:lnTo>
                <a:lnTo>
                  <a:pt x="536421" y="102347"/>
                </a:lnTo>
                <a:lnTo>
                  <a:pt x="536068" y="102962"/>
                </a:lnTo>
                <a:lnTo>
                  <a:pt x="535707" y="103564"/>
                </a:lnTo>
                <a:lnTo>
                  <a:pt x="535337" y="104153"/>
                </a:lnTo>
                <a:lnTo>
                  <a:pt x="534959" y="104728"/>
                </a:lnTo>
                <a:lnTo>
                  <a:pt x="534572" y="105291"/>
                </a:lnTo>
                <a:lnTo>
                  <a:pt x="534176" y="105840"/>
                </a:lnTo>
                <a:lnTo>
                  <a:pt x="533772" y="106375"/>
                </a:lnTo>
                <a:lnTo>
                  <a:pt x="533359" y="106898"/>
                </a:lnTo>
                <a:lnTo>
                  <a:pt x="532938" y="107407"/>
                </a:lnTo>
                <a:lnTo>
                  <a:pt x="532508" y="107903"/>
                </a:lnTo>
                <a:lnTo>
                  <a:pt x="532069" y="108386"/>
                </a:lnTo>
                <a:lnTo>
                  <a:pt x="531622" y="108856"/>
                </a:lnTo>
                <a:lnTo>
                  <a:pt x="531166" y="109312"/>
                </a:lnTo>
                <a:lnTo>
                  <a:pt x="530701" y="109755"/>
                </a:lnTo>
                <a:lnTo>
                  <a:pt x="530228" y="110185"/>
                </a:lnTo>
                <a:lnTo>
                  <a:pt x="529746" y="110602"/>
                </a:lnTo>
                <a:lnTo>
                  <a:pt x="529256" y="111006"/>
                </a:lnTo>
                <a:lnTo>
                  <a:pt x="528757" y="111396"/>
                </a:lnTo>
                <a:lnTo>
                  <a:pt x="528249" y="111773"/>
                </a:lnTo>
                <a:lnTo>
                  <a:pt x="527733" y="112137"/>
                </a:lnTo>
                <a:lnTo>
                  <a:pt x="527208" y="112487"/>
                </a:lnTo>
                <a:lnTo>
                  <a:pt x="526675" y="112825"/>
                </a:lnTo>
                <a:lnTo>
                  <a:pt x="526132" y="113149"/>
                </a:lnTo>
                <a:lnTo>
                  <a:pt x="525584" y="113460"/>
                </a:lnTo>
                <a:lnTo>
                  <a:pt x="525033" y="113757"/>
                </a:lnTo>
                <a:lnTo>
                  <a:pt x="524477" y="114042"/>
                </a:lnTo>
                <a:lnTo>
                  <a:pt x="523918" y="114313"/>
                </a:lnTo>
                <a:lnTo>
                  <a:pt x="523355" y="114571"/>
                </a:lnTo>
                <a:lnTo>
                  <a:pt x="522789" y="114816"/>
                </a:lnTo>
                <a:lnTo>
                  <a:pt x="522218" y="115047"/>
                </a:lnTo>
                <a:lnTo>
                  <a:pt x="521644" y="115265"/>
                </a:lnTo>
                <a:lnTo>
                  <a:pt x="521067" y="115470"/>
                </a:lnTo>
                <a:lnTo>
                  <a:pt x="520485" y="115662"/>
                </a:lnTo>
                <a:lnTo>
                  <a:pt x="519900" y="115841"/>
                </a:lnTo>
                <a:lnTo>
                  <a:pt x="519312" y="116006"/>
                </a:lnTo>
                <a:lnTo>
                  <a:pt x="518719" y="116158"/>
                </a:lnTo>
                <a:lnTo>
                  <a:pt x="518123" y="116297"/>
                </a:lnTo>
                <a:lnTo>
                  <a:pt x="517523" y="116423"/>
                </a:lnTo>
                <a:lnTo>
                  <a:pt x="516920" y="116535"/>
                </a:lnTo>
                <a:lnTo>
                  <a:pt x="516312" y="116634"/>
                </a:lnTo>
                <a:lnTo>
                  <a:pt x="515701" y="116720"/>
                </a:lnTo>
                <a:lnTo>
                  <a:pt x="515087" y="116793"/>
                </a:lnTo>
                <a:lnTo>
                  <a:pt x="514468" y="116853"/>
                </a:lnTo>
                <a:lnTo>
                  <a:pt x="513846" y="116899"/>
                </a:lnTo>
                <a:lnTo>
                  <a:pt x="513221" y="116932"/>
                </a:lnTo>
                <a:lnTo>
                  <a:pt x="512591" y="116952"/>
                </a:lnTo>
                <a:lnTo>
                  <a:pt x="511958" y="116959"/>
                </a:lnTo>
                <a:lnTo>
                  <a:pt x="511325" y="116952"/>
                </a:lnTo>
                <a:lnTo>
                  <a:pt x="510696" y="116932"/>
                </a:lnTo>
                <a:lnTo>
                  <a:pt x="510071" y="116899"/>
                </a:lnTo>
                <a:lnTo>
                  <a:pt x="509450" y="116853"/>
                </a:lnTo>
                <a:lnTo>
                  <a:pt x="508833" y="116793"/>
                </a:lnTo>
                <a:close/>
                <a:moveTo>
                  <a:pt x="768598" y="85689"/>
                </a:moveTo>
                <a:lnTo>
                  <a:pt x="768610" y="85489"/>
                </a:lnTo>
                <a:lnTo>
                  <a:pt x="768622" y="85291"/>
                </a:lnTo>
                <a:lnTo>
                  <a:pt x="768633" y="85094"/>
                </a:lnTo>
                <a:lnTo>
                  <a:pt x="768644" y="84899"/>
                </a:lnTo>
                <a:lnTo>
                  <a:pt x="768654" y="84707"/>
                </a:lnTo>
                <a:lnTo>
                  <a:pt x="768664" y="84516"/>
                </a:lnTo>
                <a:lnTo>
                  <a:pt x="768672" y="84326"/>
                </a:lnTo>
                <a:lnTo>
                  <a:pt x="768681" y="84139"/>
                </a:lnTo>
                <a:lnTo>
                  <a:pt x="768688" y="83954"/>
                </a:lnTo>
                <a:lnTo>
                  <a:pt x="768695" y="83770"/>
                </a:lnTo>
                <a:lnTo>
                  <a:pt x="768702" y="83588"/>
                </a:lnTo>
                <a:lnTo>
                  <a:pt x="768707" y="83408"/>
                </a:lnTo>
                <a:lnTo>
                  <a:pt x="768713" y="83230"/>
                </a:lnTo>
                <a:lnTo>
                  <a:pt x="768717" y="83054"/>
                </a:lnTo>
                <a:lnTo>
                  <a:pt x="768721" y="82879"/>
                </a:lnTo>
                <a:lnTo>
                  <a:pt x="768725" y="82707"/>
                </a:lnTo>
                <a:lnTo>
                  <a:pt x="768727" y="82536"/>
                </a:lnTo>
                <a:lnTo>
                  <a:pt x="768729" y="82367"/>
                </a:lnTo>
                <a:lnTo>
                  <a:pt x="768731" y="82200"/>
                </a:lnTo>
                <a:lnTo>
                  <a:pt x="768732" y="82035"/>
                </a:lnTo>
                <a:lnTo>
                  <a:pt x="768732" y="81872"/>
                </a:lnTo>
                <a:lnTo>
                  <a:pt x="768732" y="81709"/>
                </a:lnTo>
                <a:lnTo>
                  <a:pt x="768732" y="81548"/>
                </a:lnTo>
                <a:lnTo>
                  <a:pt x="768732" y="81387"/>
                </a:lnTo>
                <a:lnTo>
                  <a:pt x="768732" y="81227"/>
                </a:lnTo>
                <a:lnTo>
                  <a:pt x="768732" y="81067"/>
                </a:lnTo>
                <a:lnTo>
                  <a:pt x="768732" y="80908"/>
                </a:lnTo>
                <a:lnTo>
                  <a:pt x="768732" y="80749"/>
                </a:lnTo>
                <a:lnTo>
                  <a:pt x="768732" y="80591"/>
                </a:lnTo>
                <a:lnTo>
                  <a:pt x="768732" y="80434"/>
                </a:lnTo>
                <a:lnTo>
                  <a:pt x="768732" y="80277"/>
                </a:lnTo>
                <a:lnTo>
                  <a:pt x="768732" y="80121"/>
                </a:lnTo>
                <a:lnTo>
                  <a:pt x="768732" y="79966"/>
                </a:lnTo>
                <a:lnTo>
                  <a:pt x="768732" y="79811"/>
                </a:lnTo>
                <a:lnTo>
                  <a:pt x="768732" y="79657"/>
                </a:lnTo>
                <a:lnTo>
                  <a:pt x="768732" y="79503"/>
                </a:lnTo>
                <a:lnTo>
                  <a:pt x="768732" y="79350"/>
                </a:lnTo>
                <a:lnTo>
                  <a:pt x="768732" y="79198"/>
                </a:lnTo>
                <a:lnTo>
                  <a:pt x="768732" y="79046"/>
                </a:lnTo>
                <a:lnTo>
                  <a:pt x="768732" y="78895"/>
                </a:lnTo>
                <a:lnTo>
                  <a:pt x="768732" y="78744"/>
                </a:lnTo>
                <a:lnTo>
                  <a:pt x="768732" y="78594"/>
                </a:lnTo>
                <a:lnTo>
                  <a:pt x="768732" y="78445"/>
                </a:lnTo>
                <a:lnTo>
                  <a:pt x="768732" y="78296"/>
                </a:lnTo>
                <a:lnTo>
                  <a:pt x="768732" y="78148"/>
                </a:lnTo>
                <a:lnTo>
                  <a:pt x="768724" y="77206"/>
                </a:lnTo>
                <a:lnTo>
                  <a:pt x="768698" y="76271"/>
                </a:lnTo>
                <a:lnTo>
                  <a:pt x="768656" y="75342"/>
                </a:lnTo>
                <a:lnTo>
                  <a:pt x="768597" y="74420"/>
                </a:lnTo>
                <a:lnTo>
                  <a:pt x="768521" y="73504"/>
                </a:lnTo>
                <a:lnTo>
                  <a:pt x="768428" y="72594"/>
                </a:lnTo>
                <a:lnTo>
                  <a:pt x="768318" y="71691"/>
                </a:lnTo>
                <a:lnTo>
                  <a:pt x="768191" y="70794"/>
                </a:lnTo>
                <a:lnTo>
                  <a:pt x="768047" y="69904"/>
                </a:lnTo>
                <a:lnTo>
                  <a:pt x="767886" y="69021"/>
                </a:lnTo>
                <a:lnTo>
                  <a:pt x="767709" y="68143"/>
                </a:lnTo>
                <a:lnTo>
                  <a:pt x="767514" y="67273"/>
                </a:lnTo>
                <a:lnTo>
                  <a:pt x="767303" y="66408"/>
                </a:lnTo>
                <a:lnTo>
                  <a:pt x="767074" y="65551"/>
                </a:lnTo>
                <a:lnTo>
                  <a:pt x="766829" y="64699"/>
                </a:lnTo>
                <a:lnTo>
                  <a:pt x="766567" y="63854"/>
                </a:lnTo>
                <a:lnTo>
                  <a:pt x="766287" y="63016"/>
                </a:lnTo>
                <a:lnTo>
                  <a:pt x="765991" y="62184"/>
                </a:lnTo>
                <a:lnTo>
                  <a:pt x="765678" y="61358"/>
                </a:lnTo>
                <a:lnTo>
                  <a:pt x="765348" y="60539"/>
                </a:lnTo>
                <a:lnTo>
                  <a:pt x="765002" y="59727"/>
                </a:lnTo>
                <a:lnTo>
                  <a:pt x="764638" y="58920"/>
                </a:lnTo>
                <a:lnTo>
                  <a:pt x="764257" y="58121"/>
                </a:lnTo>
                <a:lnTo>
                  <a:pt x="763860" y="57327"/>
                </a:lnTo>
                <a:lnTo>
                  <a:pt x="763446" y="56544"/>
                </a:lnTo>
                <a:lnTo>
                  <a:pt x="763018" y="55773"/>
                </a:lnTo>
                <a:lnTo>
                  <a:pt x="762575" y="55014"/>
                </a:lnTo>
                <a:lnTo>
                  <a:pt x="762117" y="54268"/>
                </a:lnTo>
                <a:lnTo>
                  <a:pt x="761645" y="53535"/>
                </a:lnTo>
                <a:lnTo>
                  <a:pt x="761157" y="52814"/>
                </a:lnTo>
                <a:lnTo>
                  <a:pt x="760655" y="52106"/>
                </a:lnTo>
                <a:lnTo>
                  <a:pt x="760139" y="51411"/>
                </a:lnTo>
                <a:lnTo>
                  <a:pt x="759607" y="50728"/>
                </a:lnTo>
                <a:lnTo>
                  <a:pt x="759061" y="50058"/>
                </a:lnTo>
                <a:lnTo>
                  <a:pt x="758500" y="49400"/>
                </a:lnTo>
                <a:lnTo>
                  <a:pt x="757924" y="48755"/>
                </a:lnTo>
                <a:lnTo>
                  <a:pt x="757333" y="48123"/>
                </a:lnTo>
                <a:lnTo>
                  <a:pt x="756728" y="47503"/>
                </a:lnTo>
                <a:lnTo>
                  <a:pt x="756107" y="46896"/>
                </a:lnTo>
                <a:lnTo>
                  <a:pt x="755472" y="46301"/>
                </a:lnTo>
                <a:lnTo>
                  <a:pt x="754823" y="45719"/>
                </a:lnTo>
                <a:lnTo>
                  <a:pt x="754158" y="45150"/>
                </a:lnTo>
                <a:lnTo>
                  <a:pt x="753479" y="44593"/>
                </a:lnTo>
                <a:lnTo>
                  <a:pt x="752785" y="44049"/>
                </a:lnTo>
                <a:lnTo>
                  <a:pt x="752076" y="43517"/>
                </a:lnTo>
                <a:lnTo>
                  <a:pt x="751352" y="42998"/>
                </a:lnTo>
                <a:lnTo>
                  <a:pt x="750614" y="42492"/>
                </a:lnTo>
                <a:lnTo>
                  <a:pt x="749861" y="41998"/>
                </a:lnTo>
                <a:lnTo>
                  <a:pt x="749094" y="41521"/>
                </a:lnTo>
                <a:lnTo>
                  <a:pt x="748312" y="41064"/>
                </a:lnTo>
                <a:lnTo>
                  <a:pt x="747517" y="40628"/>
                </a:lnTo>
                <a:lnTo>
                  <a:pt x="746708" y="40211"/>
                </a:lnTo>
                <a:lnTo>
                  <a:pt x="745885" y="39815"/>
                </a:lnTo>
                <a:lnTo>
                  <a:pt x="745049" y="39440"/>
                </a:lnTo>
                <a:lnTo>
                  <a:pt x="744198" y="39084"/>
                </a:lnTo>
                <a:lnTo>
                  <a:pt x="743334" y="38749"/>
                </a:lnTo>
                <a:lnTo>
                  <a:pt x="742456" y="38434"/>
                </a:lnTo>
                <a:lnTo>
                  <a:pt x="741564" y="38140"/>
                </a:lnTo>
                <a:lnTo>
                  <a:pt x="740658" y="37866"/>
                </a:lnTo>
                <a:lnTo>
                  <a:pt x="739738" y="37612"/>
                </a:lnTo>
                <a:lnTo>
                  <a:pt x="738804" y="37378"/>
                </a:lnTo>
                <a:lnTo>
                  <a:pt x="737857" y="37165"/>
                </a:lnTo>
                <a:lnTo>
                  <a:pt x="736896" y="36972"/>
                </a:lnTo>
                <a:lnTo>
                  <a:pt x="735920" y="36800"/>
                </a:lnTo>
                <a:lnTo>
                  <a:pt x="734931" y="36647"/>
                </a:lnTo>
                <a:lnTo>
                  <a:pt x="733929" y="36515"/>
                </a:lnTo>
                <a:lnTo>
                  <a:pt x="732912" y="36404"/>
                </a:lnTo>
                <a:lnTo>
                  <a:pt x="731881" y="36312"/>
                </a:lnTo>
                <a:lnTo>
                  <a:pt x="730837" y="36241"/>
                </a:lnTo>
                <a:lnTo>
                  <a:pt x="729779" y="36190"/>
                </a:lnTo>
                <a:lnTo>
                  <a:pt x="728707" y="36160"/>
                </a:lnTo>
                <a:lnTo>
                  <a:pt x="727621" y="36150"/>
                </a:lnTo>
                <a:lnTo>
                  <a:pt x="726562" y="36160"/>
                </a:lnTo>
                <a:lnTo>
                  <a:pt x="725514" y="36190"/>
                </a:lnTo>
                <a:lnTo>
                  <a:pt x="724476" y="36241"/>
                </a:lnTo>
                <a:lnTo>
                  <a:pt x="723449" y="36312"/>
                </a:lnTo>
                <a:lnTo>
                  <a:pt x="722431" y="36404"/>
                </a:lnTo>
                <a:lnTo>
                  <a:pt x="721423" y="36515"/>
                </a:lnTo>
                <a:lnTo>
                  <a:pt x="720426" y="36647"/>
                </a:lnTo>
                <a:lnTo>
                  <a:pt x="719439" y="36800"/>
                </a:lnTo>
                <a:lnTo>
                  <a:pt x="718462" y="36972"/>
                </a:lnTo>
                <a:lnTo>
                  <a:pt x="717495" y="37165"/>
                </a:lnTo>
                <a:lnTo>
                  <a:pt x="716538" y="37378"/>
                </a:lnTo>
                <a:lnTo>
                  <a:pt x="715592" y="37612"/>
                </a:lnTo>
                <a:lnTo>
                  <a:pt x="714656" y="37866"/>
                </a:lnTo>
                <a:lnTo>
                  <a:pt x="713729" y="38140"/>
                </a:lnTo>
                <a:lnTo>
                  <a:pt x="712813" y="38434"/>
                </a:lnTo>
                <a:lnTo>
                  <a:pt x="711907" y="38749"/>
                </a:lnTo>
                <a:lnTo>
                  <a:pt x="711012" y="39084"/>
                </a:lnTo>
                <a:lnTo>
                  <a:pt x="710126" y="39440"/>
                </a:lnTo>
                <a:lnTo>
                  <a:pt x="709251" y="39815"/>
                </a:lnTo>
                <a:lnTo>
                  <a:pt x="708385" y="40211"/>
                </a:lnTo>
                <a:lnTo>
                  <a:pt x="707530" y="40628"/>
                </a:lnTo>
                <a:lnTo>
                  <a:pt x="706685" y="41064"/>
                </a:lnTo>
                <a:lnTo>
                  <a:pt x="705851" y="41521"/>
                </a:lnTo>
                <a:lnTo>
                  <a:pt x="705026" y="41998"/>
                </a:lnTo>
                <a:lnTo>
                  <a:pt x="704214" y="42494"/>
                </a:lnTo>
                <a:lnTo>
                  <a:pt x="703418" y="43005"/>
                </a:lnTo>
                <a:lnTo>
                  <a:pt x="702637" y="43533"/>
                </a:lnTo>
                <a:lnTo>
                  <a:pt x="701871" y="44076"/>
                </a:lnTo>
                <a:lnTo>
                  <a:pt x="701121" y="44635"/>
                </a:lnTo>
                <a:lnTo>
                  <a:pt x="700386" y="45211"/>
                </a:lnTo>
                <a:lnTo>
                  <a:pt x="699666" y="45802"/>
                </a:lnTo>
                <a:lnTo>
                  <a:pt x="698962" y="46410"/>
                </a:lnTo>
                <a:lnTo>
                  <a:pt x="698273" y="47033"/>
                </a:lnTo>
                <a:lnTo>
                  <a:pt x="697600" y="47672"/>
                </a:lnTo>
                <a:lnTo>
                  <a:pt x="696942" y="48328"/>
                </a:lnTo>
                <a:lnTo>
                  <a:pt x="696299" y="48999"/>
                </a:lnTo>
                <a:lnTo>
                  <a:pt x="695672" y="49686"/>
                </a:lnTo>
                <a:lnTo>
                  <a:pt x="695060" y="50390"/>
                </a:lnTo>
                <a:lnTo>
                  <a:pt x="694463" y="51109"/>
                </a:lnTo>
                <a:lnTo>
                  <a:pt x="693882" y="51845"/>
                </a:lnTo>
                <a:lnTo>
                  <a:pt x="693316" y="52596"/>
                </a:lnTo>
                <a:lnTo>
                  <a:pt x="692766" y="53363"/>
                </a:lnTo>
                <a:lnTo>
                  <a:pt x="692231" y="54147"/>
                </a:lnTo>
                <a:lnTo>
                  <a:pt x="691711" y="54946"/>
                </a:lnTo>
                <a:lnTo>
                  <a:pt x="691207" y="55761"/>
                </a:lnTo>
                <a:lnTo>
                  <a:pt x="690718" y="56593"/>
                </a:lnTo>
                <a:lnTo>
                  <a:pt x="690244" y="57440"/>
                </a:lnTo>
                <a:lnTo>
                  <a:pt x="689786" y="58304"/>
                </a:lnTo>
                <a:lnTo>
                  <a:pt x="689345" y="59181"/>
                </a:lnTo>
                <a:lnTo>
                  <a:pt x="688923" y="60072"/>
                </a:lnTo>
                <a:lnTo>
                  <a:pt x="688519" y="60975"/>
                </a:lnTo>
                <a:lnTo>
                  <a:pt x="688135" y="61892"/>
                </a:lnTo>
                <a:lnTo>
                  <a:pt x="687769" y="62821"/>
                </a:lnTo>
                <a:lnTo>
                  <a:pt x="687422" y="63763"/>
                </a:lnTo>
                <a:lnTo>
                  <a:pt x="687093" y="64718"/>
                </a:lnTo>
                <a:lnTo>
                  <a:pt x="686783" y="65686"/>
                </a:lnTo>
                <a:lnTo>
                  <a:pt x="686493" y="66667"/>
                </a:lnTo>
                <a:lnTo>
                  <a:pt x="686220" y="67661"/>
                </a:lnTo>
                <a:lnTo>
                  <a:pt x="685967" y="68668"/>
                </a:lnTo>
                <a:lnTo>
                  <a:pt x="685732" y="69688"/>
                </a:lnTo>
                <a:lnTo>
                  <a:pt x="685517" y="70721"/>
                </a:lnTo>
                <a:lnTo>
                  <a:pt x="685319" y="71766"/>
                </a:lnTo>
                <a:lnTo>
                  <a:pt x="685141" y="72825"/>
                </a:lnTo>
                <a:lnTo>
                  <a:pt x="684982" y="73897"/>
                </a:lnTo>
                <a:lnTo>
                  <a:pt x="684841" y="74981"/>
                </a:lnTo>
                <a:lnTo>
                  <a:pt x="684719" y="76078"/>
                </a:lnTo>
                <a:lnTo>
                  <a:pt x="684616" y="77189"/>
                </a:lnTo>
                <a:lnTo>
                  <a:pt x="684531" y="78312"/>
                </a:lnTo>
                <a:lnTo>
                  <a:pt x="684466" y="79448"/>
                </a:lnTo>
                <a:lnTo>
                  <a:pt x="684419" y="80597"/>
                </a:lnTo>
                <a:lnTo>
                  <a:pt x="684390" y="81759"/>
                </a:lnTo>
                <a:lnTo>
                  <a:pt x="684381" y="82934"/>
                </a:lnTo>
                <a:lnTo>
                  <a:pt x="684391" y="84095"/>
                </a:lnTo>
                <a:lnTo>
                  <a:pt x="684419" y="85243"/>
                </a:lnTo>
                <a:lnTo>
                  <a:pt x="684467" y="86380"/>
                </a:lnTo>
                <a:lnTo>
                  <a:pt x="684534" y="87505"/>
                </a:lnTo>
                <a:lnTo>
                  <a:pt x="684619" y="88617"/>
                </a:lnTo>
                <a:lnTo>
                  <a:pt x="684724" y="89718"/>
                </a:lnTo>
                <a:lnTo>
                  <a:pt x="684848" y="90806"/>
                </a:lnTo>
                <a:lnTo>
                  <a:pt x="684991" y="91883"/>
                </a:lnTo>
                <a:lnTo>
                  <a:pt x="685153" y="92948"/>
                </a:lnTo>
                <a:lnTo>
                  <a:pt x="685335" y="94000"/>
                </a:lnTo>
                <a:lnTo>
                  <a:pt x="685535" y="95041"/>
                </a:lnTo>
                <a:lnTo>
                  <a:pt x="685754" y="96070"/>
                </a:lnTo>
                <a:lnTo>
                  <a:pt x="685992" y="97086"/>
                </a:lnTo>
                <a:lnTo>
                  <a:pt x="686250" y="98091"/>
                </a:lnTo>
                <a:lnTo>
                  <a:pt x="686526" y="99084"/>
                </a:lnTo>
                <a:lnTo>
                  <a:pt x="686822" y="100064"/>
                </a:lnTo>
                <a:lnTo>
                  <a:pt x="687137" y="101033"/>
                </a:lnTo>
                <a:lnTo>
                  <a:pt x="687470" y="101990"/>
                </a:lnTo>
                <a:lnTo>
                  <a:pt x="687823" y="102935"/>
                </a:lnTo>
                <a:lnTo>
                  <a:pt x="688195" y="103867"/>
                </a:lnTo>
                <a:lnTo>
                  <a:pt x="688586" y="104788"/>
                </a:lnTo>
                <a:lnTo>
                  <a:pt x="688996" y="105697"/>
                </a:lnTo>
                <a:lnTo>
                  <a:pt x="689425" y="106594"/>
                </a:lnTo>
                <a:lnTo>
                  <a:pt x="689873" y="107478"/>
                </a:lnTo>
                <a:lnTo>
                  <a:pt x="690338" y="108349"/>
                </a:lnTo>
                <a:lnTo>
                  <a:pt x="690818" y="109203"/>
                </a:lnTo>
                <a:lnTo>
                  <a:pt x="691312" y="110041"/>
                </a:lnTo>
                <a:lnTo>
                  <a:pt x="691820" y="110862"/>
                </a:lnTo>
                <a:lnTo>
                  <a:pt x="692343" y="111668"/>
                </a:lnTo>
                <a:lnTo>
                  <a:pt x="692880" y="112456"/>
                </a:lnTo>
                <a:lnTo>
                  <a:pt x="693432" y="113229"/>
                </a:lnTo>
                <a:lnTo>
                  <a:pt x="693999" y="113985"/>
                </a:lnTo>
                <a:lnTo>
                  <a:pt x="694579" y="114725"/>
                </a:lnTo>
                <a:lnTo>
                  <a:pt x="695175" y="115449"/>
                </a:lnTo>
                <a:lnTo>
                  <a:pt x="695784" y="116157"/>
                </a:lnTo>
                <a:lnTo>
                  <a:pt x="696408" y="116848"/>
                </a:lnTo>
                <a:lnTo>
                  <a:pt x="697047" y="117523"/>
                </a:lnTo>
                <a:lnTo>
                  <a:pt x="697700" y="118181"/>
                </a:lnTo>
                <a:lnTo>
                  <a:pt x="698368" y="118823"/>
                </a:lnTo>
                <a:lnTo>
                  <a:pt x="699050" y="119449"/>
                </a:lnTo>
                <a:lnTo>
                  <a:pt x="699746" y="120059"/>
                </a:lnTo>
                <a:lnTo>
                  <a:pt x="700457" y="120652"/>
                </a:lnTo>
                <a:lnTo>
                  <a:pt x="701182" y="121229"/>
                </a:lnTo>
                <a:lnTo>
                  <a:pt x="701922" y="121790"/>
                </a:lnTo>
                <a:lnTo>
                  <a:pt x="702676" y="122334"/>
                </a:lnTo>
                <a:lnTo>
                  <a:pt x="703445" y="122863"/>
                </a:lnTo>
                <a:lnTo>
                  <a:pt x="704228" y="123374"/>
                </a:lnTo>
                <a:lnTo>
                  <a:pt x="705026" y="123870"/>
                </a:lnTo>
                <a:lnTo>
                  <a:pt x="705836" y="124347"/>
                </a:lnTo>
                <a:lnTo>
                  <a:pt x="706656" y="124804"/>
                </a:lnTo>
                <a:lnTo>
                  <a:pt x="707486" y="125240"/>
                </a:lnTo>
                <a:lnTo>
                  <a:pt x="708327" y="125656"/>
                </a:lnTo>
                <a:lnTo>
                  <a:pt x="709177" y="126052"/>
                </a:lnTo>
                <a:lnTo>
                  <a:pt x="710038" y="126428"/>
                </a:lnTo>
                <a:lnTo>
                  <a:pt x="710909" y="126783"/>
                </a:lnTo>
                <a:lnTo>
                  <a:pt x="711790" y="127118"/>
                </a:lnTo>
                <a:lnTo>
                  <a:pt x="712681" y="127432"/>
                </a:lnTo>
                <a:lnTo>
                  <a:pt x="713582" y="127727"/>
                </a:lnTo>
                <a:lnTo>
                  <a:pt x="714494" y="128001"/>
                </a:lnTo>
                <a:lnTo>
                  <a:pt x="715416" y="128255"/>
                </a:lnTo>
                <a:lnTo>
                  <a:pt x="716347" y="128488"/>
                </a:lnTo>
                <a:lnTo>
                  <a:pt x="717289" y="128701"/>
                </a:lnTo>
                <a:lnTo>
                  <a:pt x="718241" y="128894"/>
                </a:lnTo>
                <a:lnTo>
                  <a:pt x="719203" y="129066"/>
                </a:lnTo>
                <a:lnTo>
                  <a:pt x="720176" y="129219"/>
                </a:lnTo>
                <a:lnTo>
                  <a:pt x="721158" y="129351"/>
                </a:lnTo>
                <a:lnTo>
                  <a:pt x="722151" y="129462"/>
                </a:lnTo>
                <a:lnTo>
                  <a:pt x="723154" y="129554"/>
                </a:lnTo>
                <a:lnTo>
                  <a:pt x="724167" y="129625"/>
                </a:lnTo>
                <a:lnTo>
                  <a:pt x="725190" y="129675"/>
                </a:lnTo>
                <a:lnTo>
                  <a:pt x="726223" y="129706"/>
                </a:lnTo>
                <a:lnTo>
                  <a:pt x="727266" y="129716"/>
                </a:lnTo>
                <a:lnTo>
                  <a:pt x="728133" y="129710"/>
                </a:lnTo>
                <a:lnTo>
                  <a:pt x="728991" y="129691"/>
                </a:lnTo>
                <a:lnTo>
                  <a:pt x="729840" y="129659"/>
                </a:lnTo>
                <a:lnTo>
                  <a:pt x="730680" y="129615"/>
                </a:lnTo>
                <a:lnTo>
                  <a:pt x="731512" y="129558"/>
                </a:lnTo>
                <a:lnTo>
                  <a:pt x="732334" y="129489"/>
                </a:lnTo>
                <a:lnTo>
                  <a:pt x="733147" y="129407"/>
                </a:lnTo>
                <a:lnTo>
                  <a:pt x="733952" y="129313"/>
                </a:lnTo>
                <a:lnTo>
                  <a:pt x="734747" y="129205"/>
                </a:lnTo>
                <a:lnTo>
                  <a:pt x="735534" y="129086"/>
                </a:lnTo>
                <a:lnTo>
                  <a:pt x="736311" y="128953"/>
                </a:lnTo>
                <a:lnTo>
                  <a:pt x="737080" y="128808"/>
                </a:lnTo>
                <a:lnTo>
                  <a:pt x="737840" y="128651"/>
                </a:lnTo>
                <a:lnTo>
                  <a:pt x="738590" y="128480"/>
                </a:lnTo>
                <a:lnTo>
                  <a:pt x="739332" y="128298"/>
                </a:lnTo>
                <a:lnTo>
                  <a:pt x="740065" y="128102"/>
                </a:lnTo>
                <a:lnTo>
                  <a:pt x="740789" y="127894"/>
                </a:lnTo>
                <a:lnTo>
                  <a:pt x="741504" y="127673"/>
                </a:lnTo>
                <a:lnTo>
                  <a:pt x="742211" y="127440"/>
                </a:lnTo>
                <a:lnTo>
                  <a:pt x="742908" y="127194"/>
                </a:lnTo>
                <a:lnTo>
                  <a:pt x="743596" y="126936"/>
                </a:lnTo>
                <a:lnTo>
                  <a:pt x="744276" y="126665"/>
                </a:lnTo>
                <a:lnTo>
                  <a:pt x="744946" y="126381"/>
                </a:lnTo>
                <a:lnTo>
                  <a:pt x="745608" y="126085"/>
                </a:lnTo>
                <a:lnTo>
                  <a:pt x="746260" y="125777"/>
                </a:lnTo>
                <a:lnTo>
                  <a:pt x="746904" y="125460"/>
                </a:lnTo>
                <a:lnTo>
                  <a:pt x="747539" y="125133"/>
                </a:lnTo>
                <a:lnTo>
                  <a:pt x="748165" y="124797"/>
                </a:lnTo>
                <a:lnTo>
                  <a:pt x="748782" y="124451"/>
                </a:lnTo>
                <a:lnTo>
                  <a:pt x="749390" y="124096"/>
                </a:lnTo>
                <a:lnTo>
                  <a:pt x="749989" y="123731"/>
                </a:lnTo>
                <a:lnTo>
                  <a:pt x="750579" y="123357"/>
                </a:lnTo>
                <a:lnTo>
                  <a:pt x="751160" y="122973"/>
                </a:lnTo>
                <a:lnTo>
                  <a:pt x="751732" y="122580"/>
                </a:lnTo>
                <a:lnTo>
                  <a:pt x="752296" y="122177"/>
                </a:lnTo>
                <a:lnTo>
                  <a:pt x="752850" y="121764"/>
                </a:lnTo>
                <a:lnTo>
                  <a:pt x="753396" y="121342"/>
                </a:lnTo>
                <a:lnTo>
                  <a:pt x="753933" y="120911"/>
                </a:lnTo>
                <a:lnTo>
                  <a:pt x="754460" y="120470"/>
                </a:lnTo>
                <a:lnTo>
                  <a:pt x="754979" y="120019"/>
                </a:lnTo>
                <a:lnTo>
                  <a:pt x="755489" y="119559"/>
                </a:lnTo>
                <a:lnTo>
                  <a:pt x="755990" y="119090"/>
                </a:lnTo>
                <a:lnTo>
                  <a:pt x="756482" y="118610"/>
                </a:lnTo>
                <a:lnTo>
                  <a:pt x="756965" y="118122"/>
                </a:lnTo>
                <a:lnTo>
                  <a:pt x="757439" y="117623"/>
                </a:lnTo>
                <a:lnTo>
                  <a:pt x="757905" y="117116"/>
                </a:lnTo>
                <a:lnTo>
                  <a:pt x="758361" y="116598"/>
                </a:lnTo>
                <a:lnTo>
                  <a:pt x="758809" y="116072"/>
                </a:lnTo>
                <a:lnTo>
                  <a:pt x="759246" y="115537"/>
                </a:lnTo>
                <a:lnTo>
                  <a:pt x="759672" y="114997"/>
                </a:lnTo>
                <a:lnTo>
                  <a:pt x="760088" y="114452"/>
                </a:lnTo>
                <a:lnTo>
                  <a:pt x="760492" y="113901"/>
                </a:lnTo>
                <a:lnTo>
                  <a:pt x="760885" y="113345"/>
                </a:lnTo>
                <a:lnTo>
                  <a:pt x="761267" y="112783"/>
                </a:lnTo>
                <a:lnTo>
                  <a:pt x="761638" y="112215"/>
                </a:lnTo>
                <a:lnTo>
                  <a:pt x="761998" y="111642"/>
                </a:lnTo>
                <a:lnTo>
                  <a:pt x="762347" y="111063"/>
                </a:lnTo>
                <a:lnTo>
                  <a:pt x="762685" y="110479"/>
                </a:lnTo>
                <a:lnTo>
                  <a:pt x="763012" y="109889"/>
                </a:lnTo>
                <a:lnTo>
                  <a:pt x="763328" y="109294"/>
                </a:lnTo>
                <a:lnTo>
                  <a:pt x="763632" y="108693"/>
                </a:lnTo>
                <a:lnTo>
                  <a:pt x="763926" y="108087"/>
                </a:lnTo>
                <a:lnTo>
                  <a:pt x="764208" y="107475"/>
                </a:lnTo>
                <a:lnTo>
                  <a:pt x="764480" y="106858"/>
                </a:lnTo>
                <a:lnTo>
                  <a:pt x="764740" y="106235"/>
                </a:lnTo>
                <a:lnTo>
                  <a:pt x="764989" y="105606"/>
                </a:lnTo>
                <a:lnTo>
                  <a:pt x="765228" y="104972"/>
                </a:lnTo>
                <a:lnTo>
                  <a:pt x="765455" y="104333"/>
                </a:lnTo>
                <a:lnTo>
                  <a:pt x="765671" y="103687"/>
                </a:lnTo>
                <a:lnTo>
                  <a:pt x="765876" y="103037"/>
                </a:lnTo>
                <a:lnTo>
                  <a:pt x="766070" y="102381"/>
                </a:lnTo>
                <a:lnTo>
                  <a:pt x="766253" y="101719"/>
                </a:lnTo>
                <a:lnTo>
                  <a:pt x="751543" y="101719"/>
                </a:lnTo>
                <a:lnTo>
                  <a:pt x="751315" y="102304"/>
                </a:lnTo>
                <a:lnTo>
                  <a:pt x="751076" y="102880"/>
                </a:lnTo>
                <a:lnTo>
                  <a:pt x="750824" y="103445"/>
                </a:lnTo>
                <a:lnTo>
                  <a:pt x="750561" y="104000"/>
                </a:lnTo>
                <a:lnTo>
                  <a:pt x="750285" y="104545"/>
                </a:lnTo>
                <a:lnTo>
                  <a:pt x="749998" y="105080"/>
                </a:lnTo>
                <a:lnTo>
                  <a:pt x="749698" y="105604"/>
                </a:lnTo>
                <a:lnTo>
                  <a:pt x="749387" y="106119"/>
                </a:lnTo>
                <a:lnTo>
                  <a:pt x="749063" y="106623"/>
                </a:lnTo>
                <a:lnTo>
                  <a:pt x="748728" y="107117"/>
                </a:lnTo>
                <a:lnTo>
                  <a:pt x="748380" y="107601"/>
                </a:lnTo>
                <a:lnTo>
                  <a:pt x="748021" y="108075"/>
                </a:lnTo>
                <a:lnTo>
                  <a:pt x="747649" y="108539"/>
                </a:lnTo>
                <a:lnTo>
                  <a:pt x="747266" y="108993"/>
                </a:lnTo>
                <a:lnTo>
                  <a:pt x="746870" y="109436"/>
                </a:lnTo>
                <a:lnTo>
                  <a:pt x="746463" y="109869"/>
                </a:lnTo>
                <a:lnTo>
                  <a:pt x="746044" y="110292"/>
                </a:lnTo>
                <a:lnTo>
                  <a:pt x="745612" y="110705"/>
                </a:lnTo>
                <a:lnTo>
                  <a:pt x="745169" y="111108"/>
                </a:lnTo>
                <a:lnTo>
                  <a:pt x="744713" y="111501"/>
                </a:lnTo>
                <a:lnTo>
                  <a:pt x="744246" y="111883"/>
                </a:lnTo>
                <a:lnTo>
                  <a:pt x="743766" y="112256"/>
                </a:lnTo>
                <a:lnTo>
                  <a:pt x="743275" y="112618"/>
                </a:lnTo>
                <a:lnTo>
                  <a:pt x="742771" y="112970"/>
                </a:lnTo>
                <a:lnTo>
                  <a:pt x="742256" y="113310"/>
                </a:lnTo>
                <a:lnTo>
                  <a:pt x="741729" y="113635"/>
                </a:lnTo>
                <a:lnTo>
                  <a:pt x="741192" y="113946"/>
                </a:lnTo>
                <a:lnTo>
                  <a:pt x="740642" y="114243"/>
                </a:lnTo>
                <a:lnTo>
                  <a:pt x="740082" y="114525"/>
                </a:lnTo>
                <a:lnTo>
                  <a:pt x="739509" y="114792"/>
                </a:lnTo>
                <a:lnTo>
                  <a:pt x="738926" y="115045"/>
                </a:lnTo>
                <a:lnTo>
                  <a:pt x="738331" y="115284"/>
                </a:lnTo>
                <a:lnTo>
                  <a:pt x="737725" y="115508"/>
                </a:lnTo>
                <a:lnTo>
                  <a:pt x="737107" y="115717"/>
                </a:lnTo>
                <a:lnTo>
                  <a:pt x="736478" y="115913"/>
                </a:lnTo>
                <a:lnTo>
                  <a:pt x="735838" y="116093"/>
                </a:lnTo>
                <a:lnTo>
                  <a:pt x="735186" y="116260"/>
                </a:lnTo>
                <a:lnTo>
                  <a:pt x="734523" y="116411"/>
                </a:lnTo>
                <a:lnTo>
                  <a:pt x="733849" y="116549"/>
                </a:lnTo>
                <a:lnTo>
                  <a:pt x="733163" y="116672"/>
                </a:lnTo>
                <a:lnTo>
                  <a:pt x="732466" y="116780"/>
                </a:lnTo>
                <a:lnTo>
                  <a:pt x="731757" y="116874"/>
                </a:lnTo>
                <a:lnTo>
                  <a:pt x="731037" y="116954"/>
                </a:lnTo>
                <a:lnTo>
                  <a:pt x="730306" y="117019"/>
                </a:lnTo>
                <a:lnTo>
                  <a:pt x="729563" y="117069"/>
                </a:lnTo>
                <a:lnTo>
                  <a:pt x="728809" y="117105"/>
                </a:lnTo>
                <a:lnTo>
                  <a:pt x="728043" y="117127"/>
                </a:lnTo>
                <a:lnTo>
                  <a:pt x="727266" y="117134"/>
                </a:lnTo>
                <a:lnTo>
                  <a:pt x="726648" y="117128"/>
                </a:lnTo>
                <a:lnTo>
                  <a:pt x="726033" y="117109"/>
                </a:lnTo>
                <a:lnTo>
                  <a:pt x="725421" y="117076"/>
                </a:lnTo>
                <a:lnTo>
                  <a:pt x="724812" y="117031"/>
                </a:lnTo>
                <a:lnTo>
                  <a:pt x="724207" y="116973"/>
                </a:lnTo>
                <a:lnTo>
                  <a:pt x="723605" y="116902"/>
                </a:lnTo>
                <a:lnTo>
                  <a:pt x="723007" y="116818"/>
                </a:lnTo>
                <a:lnTo>
                  <a:pt x="722412" y="116721"/>
                </a:lnTo>
                <a:lnTo>
                  <a:pt x="721821" y="116611"/>
                </a:lnTo>
                <a:lnTo>
                  <a:pt x="721232" y="116488"/>
                </a:lnTo>
                <a:lnTo>
                  <a:pt x="720648" y="116353"/>
                </a:lnTo>
                <a:lnTo>
                  <a:pt x="720066" y="116204"/>
                </a:lnTo>
                <a:lnTo>
                  <a:pt x="719488" y="116043"/>
                </a:lnTo>
                <a:lnTo>
                  <a:pt x="718914" y="115868"/>
                </a:lnTo>
                <a:lnTo>
                  <a:pt x="718343" y="115681"/>
                </a:lnTo>
                <a:lnTo>
                  <a:pt x="717775" y="115481"/>
                </a:lnTo>
                <a:lnTo>
                  <a:pt x="717210" y="115268"/>
                </a:lnTo>
                <a:lnTo>
                  <a:pt x="716649" y="115041"/>
                </a:lnTo>
                <a:lnTo>
                  <a:pt x="716092" y="114802"/>
                </a:lnTo>
                <a:lnTo>
                  <a:pt x="715537" y="114551"/>
                </a:lnTo>
                <a:lnTo>
                  <a:pt x="714987" y="114286"/>
                </a:lnTo>
                <a:lnTo>
                  <a:pt x="714439" y="114008"/>
                </a:lnTo>
                <a:lnTo>
                  <a:pt x="713895" y="113717"/>
                </a:lnTo>
                <a:lnTo>
                  <a:pt x="713354" y="113414"/>
                </a:lnTo>
                <a:lnTo>
                  <a:pt x="712820" y="113097"/>
                </a:lnTo>
                <a:lnTo>
                  <a:pt x="712294" y="112768"/>
                </a:lnTo>
                <a:lnTo>
                  <a:pt x="711776" y="112425"/>
                </a:lnTo>
                <a:lnTo>
                  <a:pt x="711267" y="112070"/>
                </a:lnTo>
                <a:lnTo>
                  <a:pt x="710767" y="111702"/>
                </a:lnTo>
                <a:lnTo>
                  <a:pt x="710275" y="111321"/>
                </a:lnTo>
                <a:lnTo>
                  <a:pt x="709792" y="110927"/>
                </a:lnTo>
                <a:lnTo>
                  <a:pt x="709318" y="110520"/>
                </a:lnTo>
                <a:lnTo>
                  <a:pt x="708852" y="110100"/>
                </a:lnTo>
                <a:lnTo>
                  <a:pt x="708395" y="109667"/>
                </a:lnTo>
                <a:lnTo>
                  <a:pt x="707946" y="109221"/>
                </a:lnTo>
                <a:lnTo>
                  <a:pt x="707506" y="108763"/>
                </a:lnTo>
                <a:lnTo>
                  <a:pt x="707075" y="108291"/>
                </a:lnTo>
                <a:lnTo>
                  <a:pt x="706652" y="107807"/>
                </a:lnTo>
                <a:lnTo>
                  <a:pt x="706238" y="107309"/>
                </a:lnTo>
                <a:lnTo>
                  <a:pt x="705832" y="106799"/>
                </a:lnTo>
                <a:lnTo>
                  <a:pt x="705436" y="106276"/>
                </a:lnTo>
                <a:lnTo>
                  <a:pt x="705047" y="105740"/>
                </a:lnTo>
                <a:lnTo>
                  <a:pt x="704667" y="105191"/>
                </a:lnTo>
                <a:lnTo>
                  <a:pt x="704296" y="104629"/>
                </a:lnTo>
                <a:lnTo>
                  <a:pt x="703934" y="104054"/>
                </a:lnTo>
                <a:lnTo>
                  <a:pt x="703580" y="103466"/>
                </a:lnTo>
                <a:lnTo>
                  <a:pt x="703235" y="102865"/>
                </a:lnTo>
                <a:lnTo>
                  <a:pt x="702898" y="102252"/>
                </a:lnTo>
                <a:lnTo>
                  <a:pt x="702573" y="101625"/>
                </a:lnTo>
                <a:lnTo>
                  <a:pt x="702261" y="100986"/>
                </a:lnTo>
                <a:lnTo>
                  <a:pt x="701964" y="100335"/>
                </a:lnTo>
                <a:lnTo>
                  <a:pt x="701680" y="99672"/>
                </a:lnTo>
                <a:lnTo>
                  <a:pt x="701410" y="98996"/>
                </a:lnTo>
                <a:lnTo>
                  <a:pt x="701154" y="98308"/>
                </a:lnTo>
                <a:lnTo>
                  <a:pt x="700912" y="97608"/>
                </a:lnTo>
                <a:lnTo>
                  <a:pt x="700684" y="96895"/>
                </a:lnTo>
                <a:lnTo>
                  <a:pt x="700469" y="96170"/>
                </a:lnTo>
                <a:lnTo>
                  <a:pt x="700269" y="95433"/>
                </a:lnTo>
                <a:lnTo>
                  <a:pt x="700082" y="94684"/>
                </a:lnTo>
                <a:lnTo>
                  <a:pt x="699909" y="93922"/>
                </a:lnTo>
                <a:lnTo>
                  <a:pt x="699750" y="93148"/>
                </a:lnTo>
                <a:lnTo>
                  <a:pt x="699604" y="92361"/>
                </a:lnTo>
                <a:lnTo>
                  <a:pt x="699473" y="91563"/>
                </a:lnTo>
                <a:lnTo>
                  <a:pt x="699355" y="90752"/>
                </a:lnTo>
                <a:lnTo>
                  <a:pt x="699251" y="89929"/>
                </a:lnTo>
                <a:lnTo>
                  <a:pt x="699161" y="89093"/>
                </a:lnTo>
                <a:lnTo>
                  <a:pt x="699085" y="88245"/>
                </a:lnTo>
                <a:lnTo>
                  <a:pt x="699023" y="87385"/>
                </a:lnTo>
                <a:lnTo>
                  <a:pt x="698975" y="86512"/>
                </a:lnTo>
                <a:lnTo>
                  <a:pt x="698966" y="86301"/>
                </a:lnTo>
                <a:lnTo>
                  <a:pt x="768556" y="86301"/>
                </a:lnTo>
                <a:lnTo>
                  <a:pt x="768571" y="86095"/>
                </a:lnTo>
                <a:lnTo>
                  <a:pt x="768585" y="85891"/>
                </a:lnTo>
                <a:lnTo>
                  <a:pt x="768598" y="85689"/>
                </a:lnTo>
                <a:close/>
                <a:moveTo>
                  <a:pt x="699244" y="73349"/>
                </a:moveTo>
                <a:lnTo>
                  <a:pt x="699346" y="72608"/>
                </a:lnTo>
                <a:lnTo>
                  <a:pt x="699461" y="71877"/>
                </a:lnTo>
                <a:lnTo>
                  <a:pt x="699589" y="71159"/>
                </a:lnTo>
                <a:lnTo>
                  <a:pt x="699731" y="70451"/>
                </a:lnTo>
                <a:lnTo>
                  <a:pt x="699887" y="69755"/>
                </a:lnTo>
                <a:lnTo>
                  <a:pt x="700056" y="69070"/>
                </a:lnTo>
                <a:lnTo>
                  <a:pt x="700239" y="68397"/>
                </a:lnTo>
                <a:lnTo>
                  <a:pt x="700435" y="67735"/>
                </a:lnTo>
                <a:lnTo>
                  <a:pt x="700645" y="67084"/>
                </a:lnTo>
                <a:lnTo>
                  <a:pt x="700869" y="66445"/>
                </a:lnTo>
                <a:lnTo>
                  <a:pt x="701106" y="65817"/>
                </a:lnTo>
                <a:lnTo>
                  <a:pt x="701356" y="65201"/>
                </a:lnTo>
                <a:lnTo>
                  <a:pt x="701620" y="64596"/>
                </a:lnTo>
                <a:lnTo>
                  <a:pt x="701898" y="64002"/>
                </a:lnTo>
                <a:lnTo>
                  <a:pt x="702189" y="63420"/>
                </a:lnTo>
                <a:lnTo>
                  <a:pt x="702493" y="62849"/>
                </a:lnTo>
                <a:lnTo>
                  <a:pt x="702812" y="62289"/>
                </a:lnTo>
                <a:lnTo>
                  <a:pt x="703141" y="61741"/>
                </a:lnTo>
                <a:lnTo>
                  <a:pt x="703479" y="61204"/>
                </a:lnTo>
                <a:lnTo>
                  <a:pt x="703826" y="60677"/>
                </a:lnTo>
                <a:lnTo>
                  <a:pt x="704183" y="60162"/>
                </a:lnTo>
                <a:lnTo>
                  <a:pt x="704548" y="59658"/>
                </a:lnTo>
                <a:lnTo>
                  <a:pt x="704922" y="59165"/>
                </a:lnTo>
                <a:lnTo>
                  <a:pt x="705305" y="58684"/>
                </a:lnTo>
                <a:lnTo>
                  <a:pt x="705696" y="58213"/>
                </a:lnTo>
                <a:lnTo>
                  <a:pt x="706097" y="57753"/>
                </a:lnTo>
                <a:lnTo>
                  <a:pt x="706507" y="57304"/>
                </a:lnTo>
                <a:lnTo>
                  <a:pt x="706925" y="56867"/>
                </a:lnTo>
                <a:lnTo>
                  <a:pt x="707353" y="56440"/>
                </a:lnTo>
                <a:lnTo>
                  <a:pt x="707789" y="56025"/>
                </a:lnTo>
                <a:lnTo>
                  <a:pt x="708235" y="55621"/>
                </a:lnTo>
                <a:lnTo>
                  <a:pt x="708689" y="55228"/>
                </a:lnTo>
                <a:lnTo>
                  <a:pt x="709152" y="54845"/>
                </a:lnTo>
                <a:lnTo>
                  <a:pt x="709624" y="54474"/>
                </a:lnTo>
                <a:lnTo>
                  <a:pt x="710105" y="54114"/>
                </a:lnTo>
                <a:lnTo>
                  <a:pt x="710595" y="53765"/>
                </a:lnTo>
                <a:lnTo>
                  <a:pt x="711094" y="53428"/>
                </a:lnTo>
                <a:lnTo>
                  <a:pt x="711602" y="53101"/>
                </a:lnTo>
                <a:lnTo>
                  <a:pt x="712118" y="52785"/>
                </a:lnTo>
                <a:lnTo>
                  <a:pt x="712644" y="52481"/>
                </a:lnTo>
                <a:lnTo>
                  <a:pt x="713179" y="52187"/>
                </a:lnTo>
                <a:lnTo>
                  <a:pt x="713720" y="51905"/>
                </a:lnTo>
                <a:lnTo>
                  <a:pt x="714265" y="51635"/>
                </a:lnTo>
                <a:lnTo>
                  <a:pt x="714814" y="51377"/>
                </a:lnTo>
                <a:lnTo>
                  <a:pt x="715367" y="51131"/>
                </a:lnTo>
                <a:lnTo>
                  <a:pt x="715924" y="50897"/>
                </a:lnTo>
                <a:lnTo>
                  <a:pt x="716485" y="50675"/>
                </a:lnTo>
                <a:lnTo>
                  <a:pt x="717050" y="50465"/>
                </a:lnTo>
                <a:lnTo>
                  <a:pt x="717619" y="50267"/>
                </a:lnTo>
                <a:lnTo>
                  <a:pt x="718192" y="50081"/>
                </a:lnTo>
                <a:lnTo>
                  <a:pt x="718769" y="49907"/>
                </a:lnTo>
                <a:lnTo>
                  <a:pt x="719350" y="49745"/>
                </a:lnTo>
                <a:lnTo>
                  <a:pt x="719935" y="49595"/>
                </a:lnTo>
                <a:lnTo>
                  <a:pt x="720524" y="49457"/>
                </a:lnTo>
                <a:lnTo>
                  <a:pt x="721117" y="49331"/>
                </a:lnTo>
                <a:lnTo>
                  <a:pt x="721714" y="49217"/>
                </a:lnTo>
                <a:lnTo>
                  <a:pt x="722315" y="49115"/>
                </a:lnTo>
                <a:lnTo>
                  <a:pt x="722920" y="49025"/>
                </a:lnTo>
                <a:lnTo>
                  <a:pt x="723529" y="48947"/>
                </a:lnTo>
                <a:lnTo>
                  <a:pt x="724141" y="48881"/>
                </a:lnTo>
                <a:lnTo>
                  <a:pt x="724758" y="48827"/>
                </a:lnTo>
                <a:lnTo>
                  <a:pt x="725379" y="48785"/>
                </a:lnTo>
                <a:lnTo>
                  <a:pt x="726004" y="48755"/>
                </a:lnTo>
                <a:lnTo>
                  <a:pt x="726633" y="48737"/>
                </a:lnTo>
                <a:lnTo>
                  <a:pt x="727266" y="48731"/>
                </a:lnTo>
                <a:lnTo>
                  <a:pt x="728205" y="48743"/>
                </a:lnTo>
                <a:lnTo>
                  <a:pt x="729130" y="48779"/>
                </a:lnTo>
                <a:lnTo>
                  <a:pt x="730042" y="48839"/>
                </a:lnTo>
                <a:lnTo>
                  <a:pt x="730941" y="48923"/>
                </a:lnTo>
                <a:lnTo>
                  <a:pt x="731826" y="49031"/>
                </a:lnTo>
                <a:lnTo>
                  <a:pt x="732699" y="49163"/>
                </a:lnTo>
                <a:lnTo>
                  <a:pt x="733558" y="49319"/>
                </a:lnTo>
                <a:lnTo>
                  <a:pt x="734403" y="49499"/>
                </a:lnTo>
                <a:lnTo>
                  <a:pt x="735236" y="49703"/>
                </a:lnTo>
                <a:lnTo>
                  <a:pt x="736055" y="49931"/>
                </a:lnTo>
                <a:lnTo>
                  <a:pt x="736862" y="50183"/>
                </a:lnTo>
                <a:lnTo>
                  <a:pt x="737655" y="50459"/>
                </a:lnTo>
                <a:lnTo>
                  <a:pt x="738434" y="50759"/>
                </a:lnTo>
                <a:lnTo>
                  <a:pt x="739201" y="51083"/>
                </a:lnTo>
                <a:lnTo>
                  <a:pt x="739954" y="51431"/>
                </a:lnTo>
                <a:lnTo>
                  <a:pt x="740694" y="51803"/>
                </a:lnTo>
                <a:lnTo>
                  <a:pt x="741421" y="52199"/>
                </a:lnTo>
                <a:lnTo>
                  <a:pt x="742134" y="52619"/>
                </a:lnTo>
                <a:lnTo>
                  <a:pt x="742835" y="53063"/>
                </a:lnTo>
                <a:lnTo>
                  <a:pt x="743522" y="53531"/>
                </a:lnTo>
                <a:lnTo>
                  <a:pt x="744195" y="54023"/>
                </a:lnTo>
                <a:lnTo>
                  <a:pt x="744856" y="54539"/>
                </a:lnTo>
                <a:lnTo>
                  <a:pt x="745503" y="55079"/>
                </a:lnTo>
                <a:lnTo>
                  <a:pt x="746138" y="55643"/>
                </a:lnTo>
                <a:lnTo>
                  <a:pt x="746753" y="56228"/>
                </a:lnTo>
                <a:lnTo>
                  <a:pt x="747345" y="56832"/>
                </a:lnTo>
                <a:lnTo>
                  <a:pt x="747912" y="57454"/>
                </a:lnTo>
                <a:lnTo>
                  <a:pt x="748454" y="58094"/>
                </a:lnTo>
                <a:lnTo>
                  <a:pt x="748973" y="58753"/>
                </a:lnTo>
                <a:lnTo>
                  <a:pt x="749467" y="59431"/>
                </a:lnTo>
                <a:lnTo>
                  <a:pt x="749936" y="60127"/>
                </a:lnTo>
                <a:lnTo>
                  <a:pt x="750382" y="60841"/>
                </a:lnTo>
                <a:lnTo>
                  <a:pt x="750803" y="61574"/>
                </a:lnTo>
                <a:lnTo>
                  <a:pt x="751200" y="62325"/>
                </a:lnTo>
                <a:lnTo>
                  <a:pt x="751572" y="63095"/>
                </a:lnTo>
                <a:lnTo>
                  <a:pt x="751920" y="63883"/>
                </a:lnTo>
                <a:lnTo>
                  <a:pt x="752244" y="64690"/>
                </a:lnTo>
                <a:lnTo>
                  <a:pt x="752543" y="65515"/>
                </a:lnTo>
                <a:lnTo>
                  <a:pt x="752819" y="66359"/>
                </a:lnTo>
                <a:lnTo>
                  <a:pt x="753069" y="67221"/>
                </a:lnTo>
                <a:lnTo>
                  <a:pt x="753296" y="68101"/>
                </a:lnTo>
                <a:lnTo>
                  <a:pt x="753498" y="69000"/>
                </a:lnTo>
                <a:lnTo>
                  <a:pt x="753676" y="69918"/>
                </a:lnTo>
                <a:lnTo>
                  <a:pt x="753830" y="70854"/>
                </a:lnTo>
                <a:lnTo>
                  <a:pt x="753959" y="71808"/>
                </a:lnTo>
                <a:lnTo>
                  <a:pt x="754064" y="72781"/>
                </a:lnTo>
                <a:lnTo>
                  <a:pt x="754145" y="73772"/>
                </a:lnTo>
                <a:lnTo>
                  <a:pt x="754201" y="74782"/>
                </a:lnTo>
                <a:lnTo>
                  <a:pt x="699090" y="74782"/>
                </a:lnTo>
                <a:lnTo>
                  <a:pt x="699156" y="74102"/>
                </a:lnTo>
                <a:lnTo>
                  <a:pt x="699244" y="73349"/>
                </a:lnTo>
                <a:close/>
                <a:moveTo>
                  <a:pt x="1008322" y="127591"/>
                </a:moveTo>
                <a:lnTo>
                  <a:pt x="1023207" y="127591"/>
                </a:lnTo>
                <a:lnTo>
                  <a:pt x="1023207" y="0"/>
                </a:lnTo>
                <a:lnTo>
                  <a:pt x="1008322" y="0"/>
                </a:lnTo>
                <a:lnTo>
                  <a:pt x="1008322" y="127591"/>
                </a:lnTo>
                <a:close/>
                <a:moveTo>
                  <a:pt x="1254288" y="0"/>
                </a:moveTo>
                <a:lnTo>
                  <a:pt x="1254288" y="127591"/>
                </a:lnTo>
                <a:lnTo>
                  <a:pt x="1269174" y="127591"/>
                </a:lnTo>
                <a:lnTo>
                  <a:pt x="1269174" y="81535"/>
                </a:lnTo>
                <a:lnTo>
                  <a:pt x="1309223" y="127591"/>
                </a:lnTo>
                <a:lnTo>
                  <a:pt x="1328183" y="127591"/>
                </a:lnTo>
                <a:lnTo>
                  <a:pt x="1284333" y="78796"/>
                </a:lnTo>
                <a:lnTo>
                  <a:pt x="1323754" y="38278"/>
                </a:lnTo>
                <a:lnTo>
                  <a:pt x="1305499" y="38278"/>
                </a:lnTo>
                <a:lnTo>
                  <a:pt x="1269174" y="76097"/>
                </a:lnTo>
                <a:lnTo>
                  <a:pt x="1269174" y="0"/>
                </a:lnTo>
                <a:lnTo>
                  <a:pt x="1254288" y="0"/>
                </a:lnTo>
                <a:close/>
                <a:moveTo>
                  <a:pt x="1091884" y="129556"/>
                </a:moveTo>
                <a:lnTo>
                  <a:pt x="1092903" y="129466"/>
                </a:lnTo>
                <a:lnTo>
                  <a:pt x="1093912" y="129356"/>
                </a:lnTo>
                <a:lnTo>
                  <a:pt x="1094912" y="129226"/>
                </a:lnTo>
                <a:lnTo>
                  <a:pt x="1095901" y="129076"/>
                </a:lnTo>
                <a:lnTo>
                  <a:pt x="1096881" y="128907"/>
                </a:lnTo>
                <a:lnTo>
                  <a:pt x="1097851" y="128717"/>
                </a:lnTo>
                <a:lnTo>
                  <a:pt x="1098811" y="128507"/>
                </a:lnTo>
                <a:lnTo>
                  <a:pt x="1099761" y="128277"/>
                </a:lnTo>
                <a:lnTo>
                  <a:pt x="1100701" y="128027"/>
                </a:lnTo>
                <a:lnTo>
                  <a:pt x="1101631" y="127757"/>
                </a:lnTo>
                <a:lnTo>
                  <a:pt x="1102552" y="127467"/>
                </a:lnTo>
                <a:lnTo>
                  <a:pt x="1103462" y="127157"/>
                </a:lnTo>
                <a:lnTo>
                  <a:pt x="1104363" y="126828"/>
                </a:lnTo>
                <a:lnTo>
                  <a:pt x="1105254" y="126478"/>
                </a:lnTo>
                <a:lnTo>
                  <a:pt x="1106135" y="126108"/>
                </a:lnTo>
                <a:lnTo>
                  <a:pt x="1107007" y="125718"/>
                </a:lnTo>
                <a:lnTo>
                  <a:pt x="1107868" y="125308"/>
                </a:lnTo>
                <a:lnTo>
                  <a:pt x="1108720" y="124879"/>
                </a:lnTo>
                <a:lnTo>
                  <a:pt x="1109561" y="124429"/>
                </a:lnTo>
                <a:lnTo>
                  <a:pt x="1110393" y="123959"/>
                </a:lnTo>
                <a:lnTo>
                  <a:pt x="1111213" y="123471"/>
                </a:lnTo>
                <a:lnTo>
                  <a:pt x="1112019" y="122966"/>
                </a:lnTo>
                <a:lnTo>
                  <a:pt x="1112811" y="122445"/>
                </a:lnTo>
                <a:lnTo>
                  <a:pt x="1113588" y="121907"/>
                </a:lnTo>
                <a:lnTo>
                  <a:pt x="1114351" y="121352"/>
                </a:lnTo>
                <a:lnTo>
                  <a:pt x="1115100" y="120781"/>
                </a:lnTo>
                <a:lnTo>
                  <a:pt x="1115835" y="120193"/>
                </a:lnTo>
                <a:lnTo>
                  <a:pt x="1116556" y="119588"/>
                </a:lnTo>
                <a:lnTo>
                  <a:pt x="1117263" y="118967"/>
                </a:lnTo>
                <a:lnTo>
                  <a:pt x="1117955" y="118329"/>
                </a:lnTo>
                <a:lnTo>
                  <a:pt x="1118633" y="117675"/>
                </a:lnTo>
                <a:lnTo>
                  <a:pt x="1119298" y="117004"/>
                </a:lnTo>
                <a:lnTo>
                  <a:pt x="1119948" y="116316"/>
                </a:lnTo>
                <a:lnTo>
                  <a:pt x="1120583" y="115612"/>
                </a:lnTo>
                <a:lnTo>
                  <a:pt x="1121205" y="114891"/>
                </a:lnTo>
                <a:lnTo>
                  <a:pt x="1121813" y="114154"/>
                </a:lnTo>
                <a:lnTo>
                  <a:pt x="1122406" y="113400"/>
                </a:lnTo>
                <a:lnTo>
                  <a:pt x="1122985" y="112629"/>
                </a:lnTo>
                <a:lnTo>
                  <a:pt x="1123550" y="111842"/>
                </a:lnTo>
                <a:lnTo>
                  <a:pt x="1124101" y="111038"/>
                </a:lnTo>
                <a:lnTo>
                  <a:pt x="1124638" y="110218"/>
                </a:lnTo>
                <a:lnTo>
                  <a:pt x="1125160" y="109381"/>
                </a:lnTo>
                <a:lnTo>
                  <a:pt x="1125669" y="108527"/>
                </a:lnTo>
                <a:lnTo>
                  <a:pt x="1126163" y="107657"/>
                </a:lnTo>
                <a:lnTo>
                  <a:pt x="1126640" y="106772"/>
                </a:lnTo>
                <a:lnTo>
                  <a:pt x="1127097" y="105874"/>
                </a:lnTo>
                <a:lnTo>
                  <a:pt x="1127534" y="104964"/>
                </a:lnTo>
                <a:lnTo>
                  <a:pt x="1127950" y="104041"/>
                </a:lnTo>
                <a:lnTo>
                  <a:pt x="1128346" y="103105"/>
                </a:lnTo>
                <a:lnTo>
                  <a:pt x="1128722" y="102157"/>
                </a:lnTo>
                <a:lnTo>
                  <a:pt x="1129077" y="101196"/>
                </a:lnTo>
                <a:lnTo>
                  <a:pt x="1129412" y="100223"/>
                </a:lnTo>
                <a:lnTo>
                  <a:pt x="1129727" y="99237"/>
                </a:lnTo>
                <a:lnTo>
                  <a:pt x="1130022" y="98238"/>
                </a:lnTo>
                <a:lnTo>
                  <a:pt x="1130296" y="97227"/>
                </a:lnTo>
                <a:lnTo>
                  <a:pt x="1130550" y="96203"/>
                </a:lnTo>
                <a:lnTo>
                  <a:pt x="1130783" y="95167"/>
                </a:lnTo>
                <a:lnTo>
                  <a:pt x="1130996" y="94118"/>
                </a:lnTo>
                <a:lnTo>
                  <a:pt x="1131189" y="93056"/>
                </a:lnTo>
                <a:lnTo>
                  <a:pt x="1131362" y="91982"/>
                </a:lnTo>
                <a:lnTo>
                  <a:pt x="1131514" y="90895"/>
                </a:lnTo>
                <a:lnTo>
                  <a:pt x="1131646" y="89796"/>
                </a:lnTo>
                <a:lnTo>
                  <a:pt x="1131758" y="88684"/>
                </a:lnTo>
                <a:lnTo>
                  <a:pt x="1131849" y="87559"/>
                </a:lnTo>
                <a:lnTo>
                  <a:pt x="1131920" y="86422"/>
                </a:lnTo>
                <a:lnTo>
                  <a:pt x="1131971" y="85272"/>
                </a:lnTo>
                <a:lnTo>
                  <a:pt x="1132002" y="84109"/>
                </a:lnTo>
                <a:lnTo>
                  <a:pt x="1132012" y="82934"/>
                </a:lnTo>
                <a:lnTo>
                  <a:pt x="1132002" y="81759"/>
                </a:lnTo>
                <a:lnTo>
                  <a:pt x="1131972" y="80597"/>
                </a:lnTo>
                <a:lnTo>
                  <a:pt x="1131922" y="79447"/>
                </a:lnTo>
                <a:lnTo>
                  <a:pt x="1131852" y="78309"/>
                </a:lnTo>
                <a:lnTo>
                  <a:pt x="1131762" y="77185"/>
                </a:lnTo>
                <a:lnTo>
                  <a:pt x="1131652" y="76073"/>
                </a:lnTo>
                <a:lnTo>
                  <a:pt x="1131522" y="74973"/>
                </a:lnTo>
                <a:lnTo>
                  <a:pt x="1131372" y="73887"/>
                </a:lnTo>
                <a:lnTo>
                  <a:pt x="1131202" y="72812"/>
                </a:lnTo>
                <a:lnTo>
                  <a:pt x="1131012" y="71751"/>
                </a:lnTo>
                <a:lnTo>
                  <a:pt x="1130802" y="70702"/>
                </a:lnTo>
                <a:lnTo>
                  <a:pt x="1130572" y="69666"/>
                </a:lnTo>
                <a:lnTo>
                  <a:pt x="1130322" y="68642"/>
                </a:lnTo>
                <a:lnTo>
                  <a:pt x="1130052" y="67631"/>
                </a:lnTo>
                <a:lnTo>
                  <a:pt x="1129762" y="66633"/>
                </a:lnTo>
                <a:lnTo>
                  <a:pt x="1129452" y="65647"/>
                </a:lnTo>
                <a:lnTo>
                  <a:pt x="1129122" y="64673"/>
                </a:lnTo>
                <a:lnTo>
                  <a:pt x="1128772" y="63713"/>
                </a:lnTo>
                <a:lnTo>
                  <a:pt x="1128402" y="62765"/>
                </a:lnTo>
                <a:lnTo>
                  <a:pt x="1128012" y="61830"/>
                </a:lnTo>
                <a:lnTo>
                  <a:pt x="1127602" y="60907"/>
                </a:lnTo>
                <a:lnTo>
                  <a:pt x="1127172" y="59997"/>
                </a:lnTo>
                <a:lnTo>
                  <a:pt x="1126722" y="59099"/>
                </a:lnTo>
                <a:lnTo>
                  <a:pt x="1126252" y="58214"/>
                </a:lnTo>
                <a:lnTo>
                  <a:pt x="1125765" y="57344"/>
                </a:lnTo>
                <a:lnTo>
                  <a:pt x="1125264" y="56490"/>
                </a:lnTo>
                <a:lnTo>
                  <a:pt x="1124749" y="55653"/>
                </a:lnTo>
                <a:lnTo>
                  <a:pt x="1124219" y="54832"/>
                </a:lnTo>
                <a:lnTo>
                  <a:pt x="1123676" y="54028"/>
                </a:lnTo>
                <a:lnTo>
                  <a:pt x="1123118" y="53241"/>
                </a:lnTo>
                <a:lnTo>
                  <a:pt x="1122546" y="52470"/>
                </a:lnTo>
                <a:lnTo>
                  <a:pt x="1121960" y="51716"/>
                </a:lnTo>
                <a:lnTo>
                  <a:pt x="1121360" y="50978"/>
                </a:lnTo>
                <a:lnTo>
                  <a:pt x="1120745" y="50257"/>
                </a:lnTo>
                <a:lnTo>
                  <a:pt x="1120117" y="49553"/>
                </a:lnTo>
                <a:lnTo>
                  <a:pt x="1119474" y="48865"/>
                </a:lnTo>
                <a:lnTo>
                  <a:pt x="1118817" y="48194"/>
                </a:lnTo>
                <a:lnTo>
                  <a:pt x="1118146" y="47540"/>
                </a:lnTo>
                <a:lnTo>
                  <a:pt x="1117461" y="46902"/>
                </a:lnTo>
                <a:lnTo>
                  <a:pt x="1116762" y="46281"/>
                </a:lnTo>
                <a:lnTo>
                  <a:pt x="1116048" y="45676"/>
                </a:lnTo>
                <a:lnTo>
                  <a:pt x="1115321" y="45088"/>
                </a:lnTo>
                <a:lnTo>
                  <a:pt x="1114579" y="44517"/>
                </a:lnTo>
                <a:lnTo>
                  <a:pt x="1113823" y="43962"/>
                </a:lnTo>
                <a:lnTo>
                  <a:pt x="1113053" y="43424"/>
                </a:lnTo>
                <a:lnTo>
                  <a:pt x="1112269" y="42902"/>
                </a:lnTo>
                <a:lnTo>
                  <a:pt x="1111471" y="42397"/>
                </a:lnTo>
                <a:lnTo>
                  <a:pt x="1110658" y="41909"/>
                </a:lnTo>
                <a:lnTo>
                  <a:pt x="1109834" y="41439"/>
                </a:lnTo>
                <a:lnTo>
                  <a:pt x="1108999" y="40989"/>
                </a:lnTo>
                <a:lnTo>
                  <a:pt x="1108154" y="40559"/>
                </a:lnTo>
                <a:lnTo>
                  <a:pt x="1107299" y="40149"/>
                </a:lnTo>
                <a:lnTo>
                  <a:pt x="1106434" y="39759"/>
                </a:lnTo>
                <a:lnTo>
                  <a:pt x="1105558" y="39389"/>
                </a:lnTo>
                <a:lnTo>
                  <a:pt x="1104673" y="39039"/>
                </a:lnTo>
                <a:lnTo>
                  <a:pt x="1103777" y="38709"/>
                </a:lnTo>
                <a:lnTo>
                  <a:pt x="1102871" y="38400"/>
                </a:lnTo>
                <a:lnTo>
                  <a:pt x="1101955" y="38110"/>
                </a:lnTo>
                <a:lnTo>
                  <a:pt x="1101029" y="37840"/>
                </a:lnTo>
                <a:lnTo>
                  <a:pt x="1100093" y="37590"/>
                </a:lnTo>
                <a:lnTo>
                  <a:pt x="1099146" y="37360"/>
                </a:lnTo>
                <a:lnTo>
                  <a:pt x="1098189" y="37150"/>
                </a:lnTo>
                <a:lnTo>
                  <a:pt x="1097222" y="36960"/>
                </a:lnTo>
                <a:lnTo>
                  <a:pt x="1096245" y="36790"/>
                </a:lnTo>
                <a:lnTo>
                  <a:pt x="1095258" y="36640"/>
                </a:lnTo>
                <a:lnTo>
                  <a:pt x="1094261" y="36510"/>
                </a:lnTo>
                <a:lnTo>
                  <a:pt x="1093254" y="36400"/>
                </a:lnTo>
                <a:lnTo>
                  <a:pt x="1092236" y="36310"/>
                </a:lnTo>
                <a:lnTo>
                  <a:pt x="1091208" y="36240"/>
                </a:lnTo>
                <a:lnTo>
                  <a:pt x="1090170" y="36190"/>
                </a:lnTo>
                <a:lnTo>
                  <a:pt x="1089122" y="36160"/>
                </a:lnTo>
                <a:lnTo>
                  <a:pt x="1088064" y="36150"/>
                </a:lnTo>
                <a:lnTo>
                  <a:pt x="1087034" y="36160"/>
                </a:lnTo>
                <a:lnTo>
                  <a:pt x="1086013" y="36190"/>
                </a:lnTo>
                <a:lnTo>
                  <a:pt x="1085000" y="36240"/>
                </a:lnTo>
                <a:lnTo>
                  <a:pt x="1083996" y="36310"/>
                </a:lnTo>
                <a:lnTo>
                  <a:pt x="1083000" y="36400"/>
                </a:lnTo>
                <a:lnTo>
                  <a:pt x="1082012" y="36510"/>
                </a:lnTo>
                <a:lnTo>
                  <a:pt x="1081032" y="36640"/>
                </a:lnTo>
                <a:lnTo>
                  <a:pt x="1080061" y="36790"/>
                </a:lnTo>
                <a:lnTo>
                  <a:pt x="1079098" y="36960"/>
                </a:lnTo>
                <a:lnTo>
                  <a:pt x="1078143" y="37150"/>
                </a:lnTo>
                <a:lnTo>
                  <a:pt x="1077196" y="37360"/>
                </a:lnTo>
                <a:lnTo>
                  <a:pt x="1076258" y="37590"/>
                </a:lnTo>
                <a:lnTo>
                  <a:pt x="1075328" y="37840"/>
                </a:lnTo>
                <a:lnTo>
                  <a:pt x="1074407" y="38110"/>
                </a:lnTo>
                <a:lnTo>
                  <a:pt x="1073493" y="38400"/>
                </a:lnTo>
                <a:lnTo>
                  <a:pt x="1072589" y="38709"/>
                </a:lnTo>
                <a:lnTo>
                  <a:pt x="1071692" y="39039"/>
                </a:lnTo>
                <a:lnTo>
                  <a:pt x="1070804" y="39389"/>
                </a:lnTo>
                <a:lnTo>
                  <a:pt x="1069923" y="39759"/>
                </a:lnTo>
                <a:lnTo>
                  <a:pt x="1069052" y="40149"/>
                </a:lnTo>
                <a:lnTo>
                  <a:pt x="1068188" y="40559"/>
                </a:lnTo>
                <a:lnTo>
                  <a:pt x="1067333" y="40989"/>
                </a:lnTo>
                <a:lnTo>
                  <a:pt x="1066486" y="41439"/>
                </a:lnTo>
                <a:lnTo>
                  <a:pt x="1065648" y="41909"/>
                </a:lnTo>
                <a:lnTo>
                  <a:pt x="1064821" y="42397"/>
                </a:lnTo>
                <a:lnTo>
                  <a:pt x="1064008" y="42902"/>
                </a:lnTo>
                <a:lnTo>
                  <a:pt x="1063211" y="43424"/>
                </a:lnTo>
                <a:lnTo>
                  <a:pt x="1062428" y="43962"/>
                </a:lnTo>
                <a:lnTo>
                  <a:pt x="1061660" y="44517"/>
                </a:lnTo>
                <a:lnTo>
                  <a:pt x="1060907" y="45088"/>
                </a:lnTo>
                <a:lnTo>
                  <a:pt x="1060169" y="45676"/>
                </a:lnTo>
                <a:lnTo>
                  <a:pt x="1059445" y="46281"/>
                </a:lnTo>
                <a:lnTo>
                  <a:pt x="1058736" y="46902"/>
                </a:lnTo>
                <a:lnTo>
                  <a:pt x="1058042" y="47540"/>
                </a:lnTo>
                <a:lnTo>
                  <a:pt x="1057363" y="48194"/>
                </a:lnTo>
                <a:lnTo>
                  <a:pt x="1056698" y="48865"/>
                </a:lnTo>
                <a:lnTo>
                  <a:pt x="1056048" y="49553"/>
                </a:lnTo>
                <a:lnTo>
                  <a:pt x="1055413" y="50257"/>
                </a:lnTo>
                <a:lnTo>
                  <a:pt x="1054793" y="50978"/>
                </a:lnTo>
                <a:lnTo>
                  <a:pt x="1054188" y="51716"/>
                </a:lnTo>
                <a:lnTo>
                  <a:pt x="1053597" y="52470"/>
                </a:lnTo>
                <a:lnTo>
                  <a:pt x="1053021" y="53241"/>
                </a:lnTo>
                <a:lnTo>
                  <a:pt x="1052460" y="54028"/>
                </a:lnTo>
                <a:lnTo>
                  <a:pt x="1051913" y="54832"/>
                </a:lnTo>
                <a:lnTo>
                  <a:pt x="1051382" y="55653"/>
                </a:lnTo>
                <a:lnTo>
                  <a:pt x="1050865" y="56490"/>
                </a:lnTo>
                <a:lnTo>
                  <a:pt x="1050363" y="57344"/>
                </a:lnTo>
                <a:lnTo>
                  <a:pt x="1049875" y="58214"/>
                </a:lnTo>
                <a:lnTo>
                  <a:pt x="1049405" y="59099"/>
                </a:lnTo>
                <a:lnTo>
                  <a:pt x="1048955" y="59998"/>
                </a:lnTo>
                <a:lnTo>
                  <a:pt x="1048525" y="60910"/>
                </a:lnTo>
                <a:lnTo>
                  <a:pt x="1048115" y="61834"/>
                </a:lnTo>
                <a:lnTo>
                  <a:pt x="1047725" y="62773"/>
                </a:lnTo>
                <a:lnTo>
                  <a:pt x="1047355" y="63724"/>
                </a:lnTo>
                <a:lnTo>
                  <a:pt x="1047006" y="64688"/>
                </a:lnTo>
                <a:lnTo>
                  <a:pt x="1046676" y="65666"/>
                </a:lnTo>
                <a:lnTo>
                  <a:pt x="1046366" y="66657"/>
                </a:lnTo>
                <a:lnTo>
                  <a:pt x="1046076" y="67661"/>
                </a:lnTo>
                <a:lnTo>
                  <a:pt x="1045806" y="68679"/>
                </a:lnTo>
                <a:lnTo>
                  <a:pt x="1045556" y="69710"/>
                </a:lnTo>
                <a:lnTo>
                  <a:pt x="1045326" y="70754"/>
                </a:lnTo>
                <a:lnTo>
                  <a:pt x="1045116" y="71811"/>
                </a:lnTo>
                <a:lnTo>
                  <a:pt x="1044926" y="72881"/>
                </a:lnTo>
                <a:lnTo>
                  <a:pt x="1044756" y="73965"/>
                </a:lnTo>
                <a:lnTo>
                  <a:pt x="1044606" y="75062"/>
                </a:lnTo>
                <a:lnTo>
                  <a:pt x="1044476" y="76172"/>
                </a:lnTo>
                <a:lnTo>
                  <a:pt x="1044366" y="77295"/>
                </a:lnTo>
                <a:lnTo>
                  <a:pt x="1044276" y="78432"/>
                </a:lnTo>
                <a:lnTo>
                  <a:pt x="1044206" y="79581"/>
                </a:lnTo>
                <a:lnTo>
                  <a:pt x="1044156" y="80744"/>
                </a:lnTo>
                <a:lnTo>
                  <a:pt x="1044126" y="81921"/>
                </a:lnTo>
                <a:lnTo>
                  <a:pt x="1044116" y="83110"/>
                </a:lnTo>
                <a:lnTo>
                  <a:pt x="1044126" y="84271"/>
                </a:lnTo>
                <a:lnTo>
                  <a:pt x="1044155" y="85420"/>
                </a:lnTo>
                <a:lnTo>
                  <a:pt x="1044204" y="86556"/>
                </a:lnTo>
                <a:lnTo>
                  <a:pt x="1044273" y="87681"/>
                </a:lnTo>
                <a:lnTo>
                  <a:pt x="1044362" y="88794"/>
                </a:lnTo>
                <a:lnTo>
                  <a:pt x="1044470" y="89895"/>
                </a:lnTo>
                <a:lnTo>
                  <a:pt x="1044598" y="90983"/>
                </a:lnTo>
                <a:lnTo>
                  <a:pt x="1044746" y="92060"/>
                </a:lnTo>
                <a:lnTo>
                  <a:pt x="1044913" y="93125"/>
                </a:lnTo>
                <a:lnTo>
                  <a:pt x="1045100" y="94178"/>
                </a:lnTo>
                <a:lnTo>
                  <a:pt x="1045307" y="95219"/>
                </a:lnTo>
                <a:lnTo>
                  <a:pt x="1045533" y="96247"/>
                </a:lnTo>
                <a:lnTo>
                  <a:pt x="1045779" y="97264"/>
                </a:lnTo>
                <a:lnTo>
                  <a:pt x="1046045" y="98269"/>
                </a:lnTo>
                <a:lnTo>
                  <a:pt x="1046331" y="99262"/>
                </a:lnTo>
                <a:lnTo>
                  <a:pt x="1046636" y="100243"/>
                </a:lnTo>
                <a:lnTo>
                  <a:pt x="1046961" y="101211"/>
                </a:lnTo>
                <a:lnTo>
                  <a:pt x="1047305" y="102168"/>
                </a:lnTo>
                <a:lnTo>
                  <a:pt x="1047670" y="103113"/>
                </a:lnTo>
                <a:lnTo>
                  <a:pt x="1048053" y="104046"/>
                </a:lnTo>
                <a:lnTo>
                  <a:pt x="1048457" y="104966"/>
                </a:lnTo>
                <a:lnTo>
                  <a:pt x="1048880" y="105875"/>
                </a:lnTo>
                <a:lnTo>
                  <a:pt x="1049323" y="106772"/>
                </a:lnTo>
                <a:lnTo>
                  <a:pt x="1049786" y="107657"/>
                </a:lnTo>
                <a:lnTo>
                  <a:pt x="1050266" y="108527"/>
                </a:lnTo>
                <a:lnTo>
                  <a:pt x="1050761" y="109381"/>
                </a:lnTo>
                <a:lnTo>
                  <a:pt x="1051271" y="110218"/>
                </a:lnTo>
                <a:lnTo>
                  <a:pt x="1051795" y="111038"/>
                </a:lnTo>
                <a:lnTo>
                  <a:pt x="1052334" y="111842"/>
                </a:lnTo>
                <a:lnTo>
                  <a:pt x="1052888" y="112629"/>
                </a:lnTo>
                <a:lnTo>
                  <a:pt x="1053457" y="113400"/>
                </a:lnTo>
                <a:lnTo>
                  <a:pt x="1054040" y="114154"/>
                </a:lnTo>
                <a:lnTo>
                  <a:pt x="1054639" y="114891"/>
                </a:lnTo>
                <a:lnTo>
                  <a:pt x="1055251" y="115612"/>
                </a:lnTo>
                <a:lnTo>
                  <a:pt x="1055879" y="116316"/>
                </a:lnTo>
                <a:lnTo>
                  <a:pt x="1056522" y="117004"/>
                </a:lnTo>
                <a:lnTo>
                  <a:pt x="1057179" y="117675"/>
                </a:lnTo>
                <a:lnTo>
                  <a:pt x="1057851" y="118329"/>
                </a:lnTo>
                <a:lnTo>
                  <a:pt x="1058538" y="118967"/>
                </a:lnTo>
                <a:lnTo>
                  <a:pt x="1059239" y="119588"/>
                </a:lnTo>
                <a:lnTo>
                  <a:pt x="1059955" y="120193"/>
                </a:lnTo>
                <a:lnTo>
                  <a:pt x="1060687" y="120781"/>
                </a:lnTo>
                <a:lnTo>
                  <a:pt x="1061432" y="121352"/>
                </a:lnTo>
                <a:lnTo>
                  <a:pt x="1062193" y="121907"/>
                </a:lnTo>
                <a:lnTo>
                  <a:pt x="1062968" y="122445"/>
                </a:lnTo>
                <a:lnTo>
                  <a:pt x="1063758" y="122966"/>
                </a:lnTo>
                <a:lnTo>
                  <a:pt x="1064563" y="123471"/>
                </a:lnTo>
                <a:lnTo>
                  <a:pt x="1065383" y="123959"/>
                </a:lnTo>
                <a:lnTo>
                  <a:pt x="1066214" y="124429"/>
                </a:lnTo>
                <a:lnTo>
                  <a:pt x="1067054" y="124879"/>
                </a:lnTo>
                <a:lnTo>
                  <a:pt x="1067902" y="125308"/>
                </a:lnTo>
                <a:lnTo>
                  <a:pt x="1068759" y="125718"/>
                </a:lnTo>
                <a:lnTo>
                  <a:pt x="1069625" y="126108"/>
                </a:lnTo>
                <a:lnTo>
                  <a:pt x="1070499" y="126478"/>
                </a:lnTo>
                <a:lnTo>
                  <a:pt x="1071382" y="126828"/>
                </a:lnTo>
                <a:lnTo>
                  <a:pt x="1072274" y="127157"/>
                </a:lnTo>
                <a:lnTo>
                  <a:pt x="1073174" y="127467"/>
                </a:lnTo>
                <a:lnTo>
                  <a:pt x="1074083" y="127757"/>
                </a:lnTo>
                <a:lnTo>
                  <a:pt x="1075000" y="128027"/>
                </a:lnTo>
                <a:lnTo>
                  <a:pt x="1075926" y="128277"/>
                </a:lnTo>
                <a:lnTo>
                  <a:pt x="1076861" y="128507"/>
                </a:lnTo>
                <a:lnTo>
                  <a:pt x="1077804" y="128717"/>
                </a:lnTo>
                <a:lnTo>
                  <a:pt x="1078756" y="128907"/>
                </a:lnTo>
                <a:lnTo>
                  <a:pt x="1079716" y="129076"/>
                </a:lnTo>
                <a:lnTo>
                  <a:pt x="1080685" y="129226"/>
                </a:lnTo>
                <a:lnTo>
                  <a:pt x="1081663" y="129356"/>
                </a:lnTo>
                <a:lnTo>
                  <a:pt x="1082649" y="129466"/>
                </a:lnTo>
                <a:lnTo>
                  <a:pt x="1083644" y="129556"/>
                </a:lnTo>
                <a:lnTo>
                  <a:pt x="1084647" y="129626"/>
                </a:lnTo>
                <a:lnTo>
                  <a:pt x="1085660" y="129676"/>
                </a:lnTo>
                <a:lnTo>
                  <a:pt x="1086680" y="129706"/>
                </a:lnTo>
                <a:lnTo>
                  <a:pt x="1087710" y="129716"/>
                </a:lnTo>
                <a:lnTo>
                  <a:pt x="1088768" y="129706"/>
                </a:lnTo>
                <a:lnTo>
                  <a:pt x="1089817" y="129676"/>
                </a:lnTo>
                <a:lnTo>
                  <a:pt x="1090855" y="129626"/>
                </a:lnTo>
                <a:lnTo>
                  <a:pt x="1091884" y="129556"/>
                </a:lnTo>
                <a:close/>
                <a:moveTo>
                  <a:pt x="1085380" y="116853"/>
                </a:moveTo>
                <a:lnTo>
                  <a:pt x="1084763" y="116793"/>
                </a:lnTo>
                <a:lnTo>
                  <a:pt x="1084150" y="116720"/>
                </a:lnTo>
                <a:lnTo>
                  <a:pt x="1083541" y="116634"/>
                </a:lnTo>
                <a:lnTo>
                  <a:pt x="1082936" y="116535"/>
                </a:lnTo>
                <a:lnTo>
                  <a:pt x="1082335" y="116423"/>
                </a:lnTo>
                <a:lnTo>
                  <a:pt x="1081738" y="116297"/>
                </a:lnTo>
                <a:lnTo>
                  <a:pt x="1081145" y="116158"/>
                </a:lnTo>
                <a:lnTo>
                  <a:pt x="1080555" y="116006"/>
                </a:lnTo>
                <a:lnTo>
                  <a:pt x="1079970" y="115841"/>
                </a:lnTo>
                <a:lnTo>
                  <a:pt x="1079389" y="115662"/>
                </a:lnTo>
                <a:lnTo>
                  <a:pt x="1078812" y="115470"/>
                </a:lnTo>
                <a:lnTo>
                  <a:pt x="1078239" y="115265"/>
                </a:lnTo>
                <a:lnTo>
                  <a:pt x="1077670" y="115047"/>
                </a:lnTo>
                <a:lnTo>
                  <a:pt x="1077105" y="114816"/>
                </a:lnTo>
                <a:lnTo>
                  <a:pt x="1076543" y="114571"/>
                </a:lnTo>
                <a:lnTo>
                  <a:pt x="1075986" y="114313"/>
                </a:lnTo>
                <a:lnTo>
                  <a:pt x="1075433" y="114042"/>
                </a:lnTo>
                <a:lnTo>
                  <a:pt x="1074884" y="113757"/>
                </a:lnTo>
                <a:lnTo>
                  <a:pt x="1074339" y="113460"/>
                </a:lnTo>
                <a:lnTo>
                  <a:pt x="1073798" y="113149"/>
                </a:lnTo>
                <a:lnTo>
                  <a:pt x="1073263" y="112825"/>
                </a:lnTo>
                <a:lnTo>
                  <a:pt x="1072737" y="112487"/>
                </a:lnTo>
                <a:lnTo>
                  <a:pt x="1072219" y="112137"/>
                </a:lnTo>
                <a:lnTo>
                  <a:pt x="1071710" y="111773"/>
                </a:lnTo>
                <a:lnTo>
                  <a:pt x="1071210" y="111396"/>
                </a:lnTo>
                <a:lnTo>
                  <a:pt x="1070719" y="111006"/>
                </a:lnTo>
                <a:lnTo>
                  <a:pt x="1070235" y="110602"/>
                </a:lnTo>
                <a:lnTo>
                  <a:pt x="1069761" y="110185"/>
                </a:lnTo>
                <a:lnTo>
                  <a:pt x="1069295" y="109755"/>
                </a:lnTo>
                <a:lnTo>
                  <a:pt x="1068838" y="109312"/>
                </a:lnTo>
                <a:lnTo>
                  <a:pt x="1068389" y="108856"/>
                </a:lnTo>
                <a:lnTo>
                  <a:pt x="1067949" y="108386"/>
                </a:lnTo>
                <a:lnTo>
                  <a:pt x="1067518" y="107903"/>
                </a:lnTo>
                <a:lnTo>
                  <a:pt x="1067095" y="107407"/>
                </a:lnTo>
                <a:lnTo>
                  <a:pt x="1066681" y="106898"/>
                </a:lnTo>
                <a:lnTo>
                  <a:pt x="1066276" y="106375"/>
                </a:lnTo>
                <a:lnTo>
                  <a:pt x="1065879" y="105840"/>
                </a:lnTo>
                <a:lnTo>
                  <a:pt x="1065490" y="105291"/>
                </a:lnTo>
                <a:lnTo>
                  <a:pt x="1065111" y="104728"/>
                </a:lnTo>
                <a:lnTo>
                  <a:pt x="1064739" y="104153"/>
                </a:lnTo>
                <a:lnTo>
                  <a:pt x="1064377" y="103564"/>
                </a:lnTo>
                <a:lnTo>
                  <a:pt x="1064023" y="102962"/>
                </a:lnTo>
                <a:lnTo>
                  <a:pt x="1063678" y="102347"/>
                </a:lnTo>
                <a:lnTo>
                  <a:pt x="1063341" y="101719"/>
                </a:lnTo>
                <a:lnTo>
                  <a:pt x="1063016" y="101078"/>
                </a:lnTo>
                <a:lnTo>
                  <a:pt x="1062705" y="100424"/>
                </a:lnTo>
                <a:lnTo>
                  <a:pt x="1062407" y="99759"/>
                </a:lnTo>
                <a:lnTo>
                  <a:pt x="1062123" y="99080"/>
                </a:lnTo>
                <a:lnTo>
                  <a:pt x="1061853" y="98390"/>
                </a:lnTo>
                <a:lnTo>
                  <a:pt x="1061597" y="97687"/>
                </a:lnTo>
                <a:lnTo>
                  <a:pt x="1061355" y="96972"/>
                </a:lnTo>
                <a:lnTo>
                  <a:pt x="1061127" y="96245"/>
                </a:lnTo>
                <a:lnTo>
                  <a:pt x="1060912" y="95505"/>
                </a:lnTo>
                <a:lnTo>
                  <a:pt x="1060712" y="94754"/>
                </a:lnTo>
                <a:lnTo>
                  <a:pt x="1060525" y="93989"/>
                </a:lnTo>
                <a:lnTo>
                  <a:pt x="1060352" y="93213"/>
                </a:lnTo>
                <a:lnTo>
                  <a:pt x="1060193" y="92424"/>
                </a:lnTo>
                <a:lnTo>
                  <a:pt x="1060047" y="91623"/>
                </a:lnTo>
                <a:lnTo>
                  <a:pt x="1059916" y="90809"/>
                </a:lnTo>
                <a:lnTo>
                  <a:pt x="1059798" y="89984"/>
                </a:lnTo>
                <a:lnTo>
                  <a:pt x="1059695" y="89145"/>
                </a:lnTo>
                <a:lnTo>
                  <a:pt x="1059605" y="88295"/>
                </a:lnTo>
                <a:lnTo>
                  <a:pt x="1059528" y="87432"/>
                </a:lnTo>
                <a:lnTo>
                  <a:pt x="1059466" y="86557"/>
                </a:lnTo>
                <a:lnTo>
                  <a:pt x="1059418" y="85670"/>
                </a:lnTo>
                <a:lnTo>
                  <a:pt x="1059383" y="84770"/>
                </a:lnTo>
                <a:lnTo>
                  <a:pt x="1059362" y="83858"/>
                </a:lnTo>
                <a:lnTo>
                  <a:pt x="1059355" y="82934"/>
                </a:lnTo>
                <a:lnTo>
                  <a:pt x="1059362" y="81996"/>
                </a:lnTo>
                <a:lnTo>
                  <a:pt x="1059383" y="81071"/>
                </a:lnTo>
                <a:lnTo>
                  <a:pt x="1059418" y="80159"/>
                </a:lnTo>
                <a:lnTo>
                  <a:pt x="1059466" y="79260"/>
                </a:lnTo>
                <a:lnTo>
                  <a:pt x="1059528" y="78374"/>
                </a:lnTo>
                <a:lnTo>
                  <a:pt x="1059605" y="77502"/>
                </a:lnTo>
                <a:lnTo>
                  <a:pt x="1059695" y="76643"/>
                </a:lnTo>
                <a:lnTo>
                  <a:pt x="1059798" y="75797"/>
                </a:lnTo>
                <a:lnTo>
                  <a:pt x="1059916" y="74965"/>
                </a:lnTo>
                <a:lnTo>
                  <a:pt x="1060047" y="74145"/>
                </a:lnTo>
                <a:lnTo>
                  <a:pt x="1060193" y="73339"/>
                </a:lnTo>
                <a:lnTo>
                  <a:pt x="1060352" y="72546"/>
                </a:lnTo>
                <a:lnTo>
                  <a:pt x="1060525" y="71766"/>
                </a:lnTo>
                <a:lnTo>
                  <a:pt x="1060712" y="71000"/>
                </a:lnTo>
                <a:lnTo>
                  <a:pt x="1060912" y="70247"/>
                </a:lnTo>
                <a:lnTo>
                  <a:pt x="1061127" y="69507"/>
                </a:lnTo>
                <a:lnTo>
                  <a:pt x="1061355" y="68780"/>
                </a:lnTo>
                <a:lnTo>
                  <a:pt x="1061597" y="68066"/>
                </a:lnTo>
                <a:lnTo>
                  <a:pt x="1061853" y="67366"/>
                </a:lnTo>
                <a:lnTo>
                  <a:pt x="1062123" y="66679"/>
                </a:lnTo>
                <a:lnTo>
                  <a:pt x="1062407" y="66005"/>
                </a:lnTo>
                <a:lnTo>
                  <a:pt x="1062705" y="65345"/>
                </a:lnTo>
                <a:lnTo>
                  <a:pt x="1063016" y="64697"/>
                </a:lnTo>
                <a:lnTo>
                  <a:pt x="1063341" y="64063"/>
                </a:lnTo>
                <a:lnTo>
                  <a:pt x="1063678" y="63442"/>
                </a:lnTo>
                <a:lnTo>
                  <a:pt x="1064024" y="62833"/>
                </a:lnTo>
                <a:lnTo>
                  <a:pt x="1064380" y="62238"/>
                </a:lnTo>
                <a:lnTo>
                  <a:pt x="1064744" y="61655"/>
                </a:lnTo>
                <a:lnTo>
                  <a:pt x="1065118" y="61086"/>
                </a:lnTo>
                <a:lnTo>
                  <a:pt x="1065501" y="60529"/>
                </a:lnTo>
                <a:lnTo>
                  <a:pt x="1065894" y="59985"/>
                </a:lnTo>
                <a:lnTo>
                  <a:pt x="1066295" y="59455"/>
                </a:lnTo>
                <a:lnTo>
                  <a:pt x="1066706" y="58937"/>
                </a:lnTo>
                <a:lnTo>
                  <a:pt x="1067126" y="58432"/>
                </a:lnTo>
                <a:lnTo>
                  <a:pt x="1067556" y="57940"/>
                </a:lnTo>
                <a:lnTo>
                  <a:pt x="1067994" y="57461"/>
                </a:lnTo>
                <a:lnTo>
                  <a:pt x="1068442" y="56994"/>
                </a:lnTo>
                <a:lnTo>
                  <a:pt x="1068899" y="56541"/>
                </a:lnTo>
                <a:lnTo>
                  <a:pt x="1069365" y="56101"/>
                </a:lnTo>
                <a:lnTo>
                  <a:pt x="1069840" y="55673"/>
                </a:lnTo>
                <a:lnTo>
                  <a:pt x="1070325" y="55259"/>
                </a:lnTo>
                <a:lnTo>
                  <a:pt x="1070819" y="54857"/>
                </a:lnTo>
                <a:lnTo>
                  <a:pt x="1071322" y="54469"/>
                </a:lnTo>
                <a:lnTo>
                  <a:pt x="1071834" y="54093"/>
                </a:lnTo>
                <a:lnTo>
                  <a:pt x="1072356" y="53730"/>
                </a:lnTo>
                <a:lnTo>
                  <a:pt x="1072887" y="53381"/>
                </a:lnTo>
                <a:lnTo>
                  <a:pt x="1073427" y="53044"/>
                </a:lnTo>
                <a:lnTo>
                  <a:pt x="1073976" y="52720"/>
                </a:lnTo>
                <a:lnTo>
                  <a:pt x="1074531" y="52409"/>
                </a:lnTo>
                <a:lnTo>
                  <a:pt x="1075089" y="52111"/>
                </a:lnTo>
                <a:lnTo>
                  <a:pt x="1075650" y="51827"/>
                </a:lnTo>
                <a:lnTo>
                  <a:pt x="1076214" y="51556"/>
                </a:lnTo>
                <a:lnTo>
                  <a:pt x="1076780" y="51298"/>
                </a:lnTo>
                <a:lnTo>
                  <a:pt x="1077349" y="51053"/>
                </a:lnTo>
                <a:lnTo>
                  <a:pt x="1077921" y="50821"/>
                </a:lnTo>
                <a:lnTo>
                  <a:pt x="1078495" y="50603"/>
                </a:lnTo>
                <a:lnTo>
                  <a:pt x="1079073" y="50398"/>
                </a:lnTo>
                <a:lnTo>
                  <a:pt x="1079653" y="50206"/>
                </a:lnTo>
                <a:lnTo>
                  <a:pt x="1080236" y="50028"/>
                </a:lnTo>
                <a:lnTo>
                  <a:pt x="1080821" y="49862"/>
                </a:lnTo>
                <a:lnTo>
                  <a:pt x="1081410" y="49710"/>
                </a:lnTo>
                <a:lnTo>
                  <a:pt x="1082001" y="49571"/>
                </a:lnTo>
                <a:lnTo>
                  <a:pt x="1082595" y="49446"/>
                </a:lnTo>
                <a:lnTo>
                  <a:pt x="1083191" y="49333"/>
                </a:lnTo>
                <a:lnTo>
                  <a:pt x="1083791" y="49234"/>
                </a:lnTo>
                <a:lnTo>
                  <a:pt x="1084393" y="49148"/>
                </a:lnTo>
                <a:lnTo>
                  <a:pt x="1084998" y="49075"/>
                </a:lnTo>
                <a:lnTo>
                  <a:pt x="1085605" y="49016"/>
                </a:lnTo>
                <a:lnTo>
                  <a:pt x="1086216" y="48969"/>
                </a:lnTo>
                <a:lnTo>
                  <a:pt x="1086829" y="48936"/>
                </a:lnTo>
                <a:lnTo>
                  <a:pt x="1087445" y="48916"/>
                </a:lnTo>
                <a:lnTo>
                  <a:pt x="1088064" y="48910"/>
                </a:lnTo>
                <a:lnTo>
                  <a:pt x="1088711" y="48916"/>
                </a:lnTo>
                <a:lnTo>
                  <a:pt x="1089354" y="48936"/>
                </a:lnTo>
                <a:lnTo>
                  <a:pt x="1089993" y="48969"/>
                </a:lnTo>
                <a:lnTo>
                  <a:pt x="1090626" y="49016"/>
                </a:lnTo>
                <a:lnTo>
                  <a:pt x="1091255" y="49075"/>
                </a:lnTo>
                <a:lnTo>
                  <a:pt x="1091880" y="49148"/>
                </a:lnTo>
                <a:lnTo>
                  <a:pt x="1092500" y="49234"/>
                </a:lnTo>
                <a:lnTo>
                  <a:pt x="1093115" y="49333"/>
                </a:lnTo>
                <a:lnTo>
                  <a:pt x="1093725" y="49446"/>
                </a:lnTo>
                <a:lnTo>
                  <a:pt x="1094331" y="49571"/>
                </a:lnTo>
                <a:lnTo>
                  <a:pt x="1094933" y="49710"/>
                </a:lnTo>
                <a:lnTo>
                  <a:pt x="1095530" y="49862"/>
                </a:lnTo>
                <a:lnTo>
                  <a:pt x="1096122" y="50028"/>
                </a:lnTo>
                <a:lnTo>
                  <a:pt x="1096709" y="50206"/>
                </a:lnTo>
                <a:lnTo>
                  <a:pt x="1097292" y="50398"/>
                </a:lnTo>
                <a:lnTo>
                  <a:pt x="1097870" y="50603"/>
                </a:lnTo>
                <a:lnTo>
                  <a:pt x="1098444" y="50821"/>
                </a:lnTo>
                <a:lnTo>
                  <a:pt x="1099013" y="51053"/>
                </a:lnTo>
                <a:lnTo>
                  <a:pt x="1099577" y="51298"/>
                </a:lnTo>
                <a:lnTo>
                  <a:pt x="1100137" y="51556"/>
                </a:lnTo>
                <a:lnTo>
                  <a:pt x="1100692" y="51827"/>
                </a:lnTo>
                <a:lnTo>
                  <a:pt x="1101243" y="52111"/>
                </a:lnTo>
                <a:lnTo>
                  <a:pt x="1101789" y="52409"/>
                </a:lnTo>
                <a:lnTo>
                  <a:pt x="1102330" y="52720"/>
                </a:lnTo>
                <a:lnTo>
                  <a:pt x="1102865" y="53044"/>
                </a:lnTo>
                <a:lnTo>
                  <a:pt x="1103391" y="53381"/>
                </a:lnTo>
                <a:lnTo>
                  <a:pt x="1103908" y="53730"/>
                </a:lnTo>
                <a:lnTo>
                  <a:pt x="1104417" y="54093"/>
                </a:lnTo>
                <a:lnTo>
                  <a:pt x="1104917" y="54469"/>
                </a:lnTo>
                <a:lnTo>
                  <a:pt x="1105409" y="54857"/>
                </a:lnTo>
                <a:lnTo>
                  <a:pt x="1105892" y="55259"/>
                </a:lnTo>
                <a:lnTo>
                  <a:pt x="1106366" y="55673"/>
                </a:lnTo>
                <a:lnTo>
                  <a:pt x="1106832" y="56101"/>
                </a:lnTo>
                <a:lnTo>
                  <a:pt x="1107289" y="56541"/>
                </a:lnTo>
                <a:lnTo>
                  <a:pt x="1107738" y="56994"/>
                </a:lnTo>
                <a:lnTo>
                  <a:pt x="1108177" y="57461"/>
                </a:lnTo>
                <a:lnTo>
                  <a:pt x="1108609" y="57940"/>
                </a:lnTo>
                <a:lnTo>
                  <a:pt x="1109031" y="58432"/>
                </a:lnTo>
                <a:lnTo>
                  <a:pt x="1109445" y="58937"/>
                </a:lnTo>
                <a:lnTo>
                  <a:pt x="1109851" y="59455"/>
                </a:lnTo>
                <a:lnTo>
                  <a:pt x="1110248" y="59985"/>
                </a:lnTo>
                <a:lnTo>
                  <a:pt x="1110636" y="60529"/>
                </a:lnTo>
                <a:lnTo>
                  <a:pt x="1111015" y="61086"/>
                </a:lnTo>
                <a:lnTo>
                  <a:pt x="1111386" y="61655"/>
                </a:lnTo>
                <a:lnTo>
                  <a:pt x="1111749" y="62238"/>
                </a:lnTo>
                <a:lnTo>
                  <a:pt x="1112102" y="62833"/>
                </a:lnTo>
                <a:lnTo>
                  <a:pt x="1112447" y="63442"/>
                </a:lnTo>
                <a:lnTo>
                  <a:pt x="1112784" y="64063"/>
                </a:lnTo>
                <a:lnTo>
                  <a:pt x="1113109" y="64697"/>
                </a:lnTo>
                <a:lnTo>
                  <a:pt x="1113421" y="65345"/>
                </a:lnTo>
                <a:lnTo>
                  <a:pt x="1113718" y="66005"/>
                </a:lnTo>
                <a:lnTo>
                  <a:pt x="1114002" y="66679"/>
                </a:lnTo>
                <a:lnTo>
                  <a:pt x="1114272" y="67366"/>
                </a:lnTo>
                <a:lnTo>
                  <a:pt x="1114529" y="68066"/>
                </a:lnTo>
                <a:lnTo>
                  <a:pt x="1114771" y="68780"/>
                </a:lnTo>
                <a:lnTo>
                  <a:pt x="1114999" y="69507"/>
                </a:lnTo>
                <a:lnTo>
                  <a:pt x="1115214" y="70247"/>
                </a:lnTo>
                <a:lnTo>
                  <a:pt x="1115415" y="71000"/>
                </a:lnTo>
                <a:lnTo>
                  <a:pt x="1115602" y="71766"/>
                </a:lnTo>
                <a:lnTo>
                  <a:pt x="1115775" y="72546"/>
                </a:lnTo>
                <a:lnTo>
                  <a:pt x="1115934" y="73339"/>
                </a:lnTo>
                <a:lnTo>
                  <a:pt x="1116080" y="74145"/>
                </a:lnTo>
                <a:lnTo>
                  <a:pt x="1116211" y="74965"/>
                </a:lnTo>
                <a:lnTo>
                  <a:pt x="1116329" y="75797"/>
                </a:lnTo>
                <a:lnTo>
                  <a:pt x="1116433" y="76643"/>
                </a:lnTo>
                <a:lnTo>
                  <a:pt x="1116523" y="77502"/>
                </a:lnTo>
                <a:lnTo>
                  <a:pt x="1116599" y="78374"/>
                </a:lnTo>
                <a:lnTo>
                  <a:pt x="1116661" y="79260"/>
                </a:lnTo>
                <a:lnTo>
                  <a:pt x="1116710" y="80159"/>
                </a:lnTo>
                <a:lnTo>
                  <a:pt x="1116744" y="81071"/>
                </a:lnTo>
                <a:lnTo>
                  <a:pt x="1116765" y="81996"/>
                </a:lnTo>
                <a:lnTo>
                  <a:pt x="1116772" y="82934"/>
                </a:lnTo>
                <a:lnTo>
                  <a:pt x="1116765" y="83858"/>
                </a:lnTo>
                <a:lnTo>
                  <a:pt x="1116744" y="84770"/>
                </a:lnTo>
                <a:lnTo>
                  <a:pt x="1116708" y="85670"/>
                </a:lnTo>
                <a:lnTo>
                  <a:pt x="1116659" y="86557"/>
                </a:lnTo>
                <a:lnTo>
                  <a:pt x="1116595" y="87432"/>
                </a:lnTo>
                <a:lnTo>
                  <a:pt x="1116517" y="88295"/>
                </a:lnTo>
                <a:lnTo>
                  <a:pt x="1116425" y="89145"/>
                </a:lnTo>
                <a:lnTo>
                  <a:pt x="1116319" y="89984"/>
                </a:lnTo>
                <a:lnTo>
                  <a:pt x="1116199" y="90809"/>
                </a:lnTo>
                <a:lnTo>
                  <a:pt x="1116064" y="91623"/>
                </a:lnTo>
                <a:lnTo>
                  <a:pt x="1115916" y="92424"/>
                </a:lnTo>
                <a:lnTo>
                  <a:pt x="1115753" y="93213"/>
                </a:lnTo>
                <a:lnTo>
                  <a:pt x="1115576" y="93989"/>
                </a:lnTo>
                <a:lnTo>
                  <a:pt x="1115385" y="94754"/>
                </a:lnTo>
                <a:lnTo>
                  <a:pt x="1115179" y="95505"/>
                </a:lnTo>
                <a:lnTo>
                  <a:pt x="1114960" y="96245"/>
                </a:lnTo>
                <a:lnTo>
                  <a:pt x="1114726" y="96972"/>
                </a:lnTo>
                <a:lnTo>
                  <a:pt x="1114478" y="97687"/>
                </a:lnTo>
                <a:lnTo>
                  <a:pt x="1114217" y="98390"/>
                </a:lnTo>
                <a:lnTo>
                  <a:pt x="1113940" y="99080"/>
                </a:lnTo>
                <a:lnTo>
                  <a:pt x="1113650" y="99759"/>
                </a:lnTo>
                <a:lnTo>
                  <a:pt x="1113346" y="100424"/>
                </a:lnTo>
                <a:lnTo>
                  <a:pt x="1113027" y="101078"/>
                </a:lnTo>
                <a:lnTo>
                  <a:pt x="1112694" y="101719"/>
                </a:lnTo>
                <a:lnTo>
                  <a:pt x="1112351" y="102347"/>
                </a:lnTo>
                <a:lnTo>
                  <a:pt x="1111998" y="102962"/>
                </a:lnTo>
                <a:lnTo>
                  <a:pt x="1111637" y="103564"/>
                </a:lnTo>
                <a:lnTo>
                  <a:pt x="1111267" y="104153"/>
                </a:lnTo>
                <a:lnTo>
                  <a:pt x="1110889" y="104728"/>
                </a:lnTo>
                <a:lnTo>
                  <a:pt x="1110502" y="105291"/>
                </a:lnTo>
                <a:lnTo>
                  <a:pt x="1110106" y="105840"/>
                </a:lnTo>
                <a:lnTo>
                  <a:pt x="1109702" y="106375"/>
                </a:lnTo>
                <a:lnTo>
                  <a:pt x="1109289" y="106898"/>
                </a:lnTo>
                <a:lnTo>
                  <a:pt x="1108868" y="107407"/>
                </a:lnTo>
                <a:lnTo>
                  <a:pt x="1108438" y="107903"/>
                </a:lnTo>
                <a:lnTo>
                  <a:pt x="1107999" y="108386"/>
                </a:lnTo>
                <a:lnTo>
                  <a:pt x="1107552" y="108856"/>
                </a:lnTo>
                <a:lnTo>
                  <a:pt x="1107096" y="109312"/>
                </a:lnTo>
                <a:lnTo>
                  <a:pt x="1106631" y="109755"/>
                </a:lnTo>
                <a:lnTo>
                  <a:pt x="1106158" y="110185"/>
                </a:lnTo>
                <a:lnTo>
                  <a:pt x="1105676" y="110602"/>
                </a:lnTo>
                <a:lnTo>
                  <a:pt x="1105186" y="111006"/>
                </a:lnTo>
                <a:lnTo>
                  <a:pt x="1104687" y="111396"/>
                </a:lnTo>
                <a:lnTo>
                  <a:pt x="1104179" y="111773"/>
                </a:lnTo>
                <a:lnTo>
                  <a:pt x="1103663" y="112137"/>
                </a:lnTo>
                <a:lnTo>
                  <a:pt x="1103138" y="112487"/>
                </a:lnTo>
                <a:lnTo>
                  <a:pt x="1102604" y="112825"/>
                </a:lnTo>
                <a:lnTo>
                  <a:pt x="1102062" y="113149"/>
                </a:lnTo>
                <a:lnTo>
                  <a:pt x="1101514" y="113460"/>
                </a:lnTo>
                <a:lnTo>
                  <a:pt x="1100963" y="113757"/>
                </a:lnTo>
                <a:lnTo>
                  <a:pt x="1100407" y="114042"/>
                </a:lnTo>
                <a:lnTo>
                  <a:pt x="1099848" y="114313"/>
                </a:lnTo>
                <a:lnTo>
                  <a:pt x="1099285" y="114571"/>
                </a:lnTo>
                <a:lnTo>
                  <a:pt x="1098719" y="114816"/>
                </a:lnTo>
                <a:lnTo>
                  <a:pt x="1098148" y="115047"/>
                </a:lnTo>
                <a:lnTo>
                  <a:pt x="1097574" y="115265"/>
                </a:lnTo>
                <a:lnTo>
                  <a:pt x="1096997" y="115470"/>
                </a:lnTo>
                <a:lnTo>
                  <a:pt x="1096415" y="115662"/>
                </a:lnTo>
                <a:lnTo>
                  <a:pt x="1095830" y="115841"/>
                </a:lnTo>
                <a:lnTo>
                  <a:pt x="1095242" y="116006"/>
                </a:lnTo>
                <a:lnTo>
                  <a:pt x="1094649" y="116158"/>
                </a:lnTo>
                <a:lnTo>
                  <a:pt x="1094053" y="116297"/>
                </a:lnTo>
                <a:lnTo>
                  <a:pt x="1093453" y="116423"/>
                </a:lnTo>
                <a:lnTo>
                  <a:pt x="1092850" y="116535"/>
                </a:lnTo>
                <a:lnTo>
                  <a:pt x="1092242" y="116634"/>
                </a:lnTo>
                <a:lnTo>
                  <a:pt x="1091631" y="116720"/>
                </a:lnTo>
                <a:lnTo>
                  <a:pt x="1091017" y="116793"/>
                </a:lnTo>
                <a:lnTo>
                  <a:pt x="1090398" y="116853"/>
                </a:lnTo>
                <a:lnTo>
                  <a:pt x="1089776" y="116899"/>
                </a:lnTo>
                <a:lnTo>
                  <a:pt x="1089151" y="116932"/>
                </a:lnTo>
                <a:lnTo>
                  <a:pt x="1088521" y="116952"/>
                </a:lnTo>
                <a:lnTo>
                  <a:pt x="1087888" y="116959"/>
                </a:lnTo>
                <a:lnTo>
                  <a:pt x="1087255" y="116952"/>
                </a:lnTo>
                <a:lnTo>
                  <a:pt x="1086626" y="116932"/>
                </a:lnTo>
                <a:lnTo>
                  <a:pt x="1086001" y="116899"/>
                </a:lnTo>
                <a:lnTo>
                  <a:pt x="1085380" y="116853"/>
                </a:lnTo>
                <a:close/>
                <a:moveTo>
                  <a:pt x="1198266" y="129482"/>
                </a:moveTo>
                <a:lnTo>
                  <a:pt x="1199502" y="129351"/>
                </a:lnTo>
                <a:lnTo>
                  <a:pt x="1200719" y="129190"/>
                </a:lnTo>
                <a:lnTo>
                  <a:pt x="1201920" y="129000"/>
                </a:lnTo>
                <a:lnTo>
                  <a:pt x="1203103" y="128781"/>
                </a:lnTo>
                <a:lnTo>
                  <a:pt x="1204268" y="128533"/>
                </a:lnTo>
                <a:lnTo>
                  <a:pt x="1205416" y="128255"/>
                </a:lnTo>
                <a:lnTo>
                  <a:pt x="1206546" y="127948"/>
                </a:lnTo>
                <a:lnTo>
                  <a:pt x="1207659" y="127612"/>
                </a:lnTo>
                <a:lnTo>
                  <a:pt x="1208754" y="127247"/>
                </a:lnTo>
                <a:lnTo>
                  <a:pt x="1209831" y="126853"/>
                </a:lnTo>
                <a:lnTo>
                  <a:pt x="1210891" y="126429"/>
                </a:lnTo>
                <a:lnTo>
                  <a:pt x="1211934" y="125976"/>
                </a:lnTo>
                <a:lnTo>
                  <a:pt x="1212959" y="125494"/>
                </a:lnTo>
                <a:lnTo>
                  <a:pt x="1213966" y="124983"/>
                </a:lnTo>
                <a:lnTo>
                  <a:pt x="1214956" y="124442"/>
                </a:lnTo>
                <a:lnTo>
                  <a:pt x="1215929" y="123872"/>
                </a:lnTo>
                <a:lnTo>
                  <a:pt x="1216883" y="123273"/>
                </a:lnTo>
                <a:lnTo>
                  <a:pt x="1217821" y="122645"/>
                </a:lnTo>
                <a:lnTo>
                  <a:pt x="1218740" y="121988"/>
                </a:lnTo>
                <a:lnTo>
                  <a:pt x="1219643" y="121301"/>
                </a:lnTo>
                <a:lnTo>
                  <a:pt x="1220522" y="120591"/>
                </a:lnTo>
                <a:lnTo>
                  <a:pt x="1221375" y="119863"/>
                </a:lnTo>
                <a:lnTo>
                  <a:pt x="1222200" y="119118"/>
                </a:lnTo>
                <a:lnTo>
                  <a:pt x="1222997" y="118355"/>
                </a:lnTo>
                <a:lnTo>
                  <a:pt x="1223768" y="117575"/>
                </a:lnTo>
                <a:lnTo>
                  <a:pt x="1224510" y="116777"/>
                </a:lnTo>
                <a:lnTo>
                  <a:pt x="1225226" y="115961"/>
                </a:lnTo>
                <a:lnTo>
                  <a:pt x="1225914" y="115128"/>
                </a:lnTo>
                <a:lnTo>
                  <a:pt x="1226574" y="114278"/>
                </a:lnTo>
                <a:lnTo>
                  <a:pt x="1227208" y="113410"/>
                </a:lnTo>
                <a:lnTo>
                  <a:pt x="1227814" y="112524"/>
                </a:lnTo>
                <a:lnTo>
                  <a:pt x="1228392" y="111621"/>
                </a:lnTo>
                <a:lnTo>
                  <a:pt x="1228943" y="110700"/>
                </a:lnTo>
                <a:lnTo>
                  <a:pt x="1229467" y="109762"/>
                </a:lnTo>
                <a:lnTo>
                  <a:pt x="1229963" y="108806"/>
                </a:lnTo>
                <a:lnTo>
                  <a:pt x="1230432" y="107833"/>
                </a:lnTo>
                <a:lnTo>
                  <a:pt x="1230874" y="106842"/>
                </a:lnTo>
                <a:lnTo>
                  <a:pt x="1231288" y="105834"/>
                </a:lnTo>
                <a:lnTo>
                  <a:pt x="1231675" y="104808"/>
                </a:lnTo>
                <a:lnTo>
                  <a:pt x="1232034" y="103764"/>
                </a:lnTo>
                <a:lnTo>
                  <a:pt x="1232366" y="102703"/>
                </a:lnTo>
                <a:lnTo>
                  <a:pt x="1232671" y="101625"/>
                </a:lnTo>
                <a:lnTo>
                  <a:pt x="1232948" y="100529"/>
                </a:lnTo>
                <a:lnTo>
                  <a:pt x="1233198" y="99415"/>
                </a:lnTo>
                <a:lnTo>
                  <a:pt x="1217958" y="99415"/>
                </a:lnTo>
                <a:lnTo>
                  <a:pt x="1217851" y="99870"/>
                </a:lnTo>
                <a:lnTo>
                  <a:pt x="1217735" y="100321"/>
                </a:lnTo>
                <a:lnTo>
                  <a:pt x="1217612" y="100766"/>
                </a:lnTo>
                <a:lnTo>
                  <a:pt x="1217480" y="101206"/>
                </a:lnTo>
                <a:lnTo>
                  <a:pt x="1217341" y="101642"/>
                </a:lnTo>
                <a:lnTo>
                  <a:pt x="1217194" y="102073"/>
                </a:lnTo>
                <a:lnTo>
                  <a:pt x="1217038" y="102498"/>
                </a:lnTo>
                <a:lnTo>
                  <a:pt x="1216875" y="102919"/>
                </a:lnTo>
                <a:lnTo>
                  <a:pt x="1216703" y="103335"/>
                </a:lnTo>
                <a:lnTo>
                  <a:pt x="1216524" y="103746"/>
                </a:lnTo>
                <a:lnTo>
                  <a:pt x="1216336" y="104152"/>
                </a:lnTo>
                <a:lnTo>
                  <a:pt x="1216141" y="104553"/>
                </a:lnTo>
                <a:lnTo>
                  <a:pt x="1215938" y="104950"/>
                </a:lnTo>
                <a:lnTo>
                  <a:pt x="1215726" y="105341"/>
                </a:lnTo>
                <a:lnTo>
                  <a:pt x="1215507" y="105727"/>
                </a:lnTo>
                <a:lnTo>
                  <a:pt x="1215279" y="106109"/>
                </a:lnTo>
                <a:lnTo>
                  <a:pt x="1215044" y="106486"/>
                </a:lnTo>
                <a:lnTo>
                  <a:pt x="1214800" y="106857"/>
                </a:lnTo>
                <a:lnTo>
                  <a:pt x="1214549" y="107224"/>
                </a:lnTo>
                <a:lnTo>
                  <a:pt x="1214290" y="107586"/>
                </a:lnTo>
                <a:lnTo>
                  <a:pt x="1214022" y="107943"/>
                </a:lnTo>
                <a:lnTo>
                  <a:pt x="1213747" y="108295"/>
                </a:lnTo>
                <a:lnTo>
                  <a:pt x="1213463" y="108642"/>
                </a:lnTo>
                <a:lnTo>
                  <a:pt x="1213172" y="108985"/>
                </a:lnTo>
                <a:lnTo>
                  <a:pt x="1212874" y="109321"/>
                </a:lnTo>
                <a:lnTo>
                  <a:pt x="1212571" y="109650"/>
                </a:lnTo>
                <a:lnTo>
                  <a:pt x="1212261" y="109971"/>
                </a:lnTo>
                <a:lnTo>
                  <a:pt x="1211947" y="110286"/>
                </a:lnTo>
                <a:lnTo>
                  <a:pt x="1211627" y="110594"/>
                </a:lnTo>
                <a:lnTo>
                  <a:pt x="1211301" y="110895"/>
                </a:lnTo>
                <a:lnTo>
                  <a:pt x="1210970" y="111188"/>
                </a:lnTo>
                <a:lnTo>
                  <a:pt x="1210633" y="111475"/>
                </a:lnTo>
                <a:lnTo>
                  <a:pt x="1210291" y="111754"/>
                </a:lnTo>
                <a:lnTo>
                  <a:pt x="1209943" y="112027"/>
                </a:lnTo>
                <a:lnTo>
                  <a:pt x="1209589" y="112292"/>
                </a:lnTo>
                <a:lnTo>
                  <a:pt x="1209230" y="112550"/>
                </a:lnTo>
                <a:lnTo>
                  <a:pt x="1208866" y="112802"/>
                </a:lnTo>
                <a:lnTo>
                  <a:pt x="1208496" y="113046"/>
                </a:lnTo>
                <a:lnTo>
                  <a:pt x="1208120" y="113283"/>
                </a:lnTo>
                <a:lnTo>
                  <a:pt x="1207739" y="113513"/>
                </a:lnTo>
                <a:lnTo>
                  <a:pt x="1207352" y="113736"/>
                </a:lnTo>
                <a:lnTo>
                  <a:pt x="1206960" y="113952"/>
                </a:lnTo>
                <a:lnTo>
                  <a:pt x="1206562" y="114160"/>
                </a:lnTo>
                <a:lnTo>
                  <a:pt x="1206159" y="114362"/>
                </a:lnTo>
                <a:lnTo>
                  <a:pt x="1205750" y="114557"/>
                </a:lnTo>
                <a:lnTo>
                  <a:pt x="1205335" y="114744"/>
                </a:lnTo>
                <a:lnTo>
                  <a:pt x="1204915" y="114925"/>
                </a:lnTo>
                <a:lnTo>
                  <a:pt x="1204489" y="115098"/>
                </a:lnTo>
                <a:lnTo>
                  <a:pt x="1204059" y="115264"/>
                </a:lnTo>
                <a:lnTo>
                  <a:pt x="1203625" y="115423"/>
                </a:lnTo>
                <a:lnTo>
                  <a:pt x="1203186" y="115575"/>
                </a:lnTo>
                <a:lnTo>
                  <a:pt x="1202742" y="115720"/>
                </a:lnTo>
                <a:lnTo>
                  <a:pt x="1202295" y="115858"/>
                </a:lnTo>
                <a:lnTo>
                  <a:pt x="1201843" y="115989"/>
                </a:lnTo>
                <a:lnTo>
                  <a:pt x="1201387" y="116113"/>
                </a:lnTo>
                <a:lnTo>
                  <a:pt x="1200927" y="116229"/>
                </a:lnTo>
                <a:lnTo>
                  <a:pt x="1200462" y="116339"/>
                </a:lnTo>
                <a:lnTo>
                  <a:pt x="1199993" y="116442"/>
                </a:lnTo>
                <a:lnTo>
                  <a:pt x="1199519" y="116537"/>
                </a:lnTo>
                <a:lnTo>
                  <a:pt x="1199042" y="116625"/>
                </a:lnTo>
                <a:lnTo>
                  <a:pt x="1198560" y="116707"/>
                </a:lnTo>
                <a:lnTo>
                  <a:pt x="1198073" y="116781"/>
                </a:lnTo>
                <a:lnTo>
                  <a:pt x="1197583" y="116848"/>
                </a:lnTo>
                <a:lnTo>
                  <a:pt x="1197088" y="116908"/>
                </a:lnTo>
                <a:lnTo>
                  <a:pt x="1196589" y="116961"/>
                </a:lnTo>
                <a:lnTo>
                  <a:pt x="1196085" y="117007"/>
                </a:lnTo>
                <a:lnTo>
                  <a:pt x="1195577" y="117046"/>
                </a:lnTo>
                <a:lnTo>
                  <a:pt x="1195065" y="117078"/>
                </a:lnTo>
                <a:lnTo>
                  <a:pt x="1194548" y="117103"/>
                </a:lnTo>
                <a:lnTo>
                  <a:pt x="1194028" y="117120"/>
                </a:lnTo>
                <a:lnTo>
                  <a:pt x="1193503" y="117131"/>
                </a:lnTo>
                <a:lnTo>
                  <a:pt x="1192973" y="117134"/>
                </a:lnTo>
                <a:lnTo>
                  <a:pt x="1192501" y="117131"/>
                </a:lnTo>
                <a:lnTo>
                  <a:pt x="1192031" y="117119"/>
                </a:lnTo>
                <a:lnTo>
                  <a:pt x="1191562" y="117100"/>
                </a:lnTo>
                <a:lnTo>
                  <a:pt x="1191095" y="117073"/>
                </a:lnTo>
                <a:lnTo>
                  <a:pt x="1190630" y="117038"/>
                </a:lnTo>
                <a:lnTo>
                  <a:pt x="1190166" y="116996"/>
                </a:lnTo>
                <a:lnTo>
                  <a:pt x="1189703" y="116946"/>
                </a:lnTo>
                <a:lnTo>
                  <a:pt x="1189242" y="116888"/>
                </a:lnTo>
                <a:lnTo>
                  <a:pt x="1188782" y="116823"/>
                </a:lnTo>
                <a:lnTo>
                  <a:pt x="1188324" y="116750"/>
                </a:lnTo>
                <a:lnTo>
                  <a:pt x="1187868" y="116669"/>
                </a:lnTo>
                <a:lnTo>
                  <a:pt x="1187413" y="116581"/>
                </a:lnTo>
                <a:lnTo>
                  <a:pt x="1186960" y="116485"/>
                </a:lnTo>
                <a:lnTo>
                  <a:pt x="1186508" y="116381"/>
                </a:lnTo>
                <a:lnTo>
                  <a:pt x="1186057" y="116269"/>
                </a:lnTo>
                <a:lnTo>
                  <a:pt x="1185609" y="116150"/>
                </a:lnTo>
                <a:lnTo>
                  <a:pt x="1185161" y="116023"/>
                </a:lnTo>
                <a:lnTo>
                  <a:pt x="1184716" y="115889"/>
                </a:lnTo>
                <a:lnTo>
                  <a:pt x="1184271" y="115746"/>
                </a:lnTo>
                <a:lnTo>
                  <a:pt x="1183829" y="115596"/>
                </a:lnTo>
                <a:lnTo>
                  <a:pt x="1183388" y="115439"/>
                </a:lnTo>
                <a:lnTo>
                  <a:pt x="1182948" y="115274"/>
                </a:lnTo>
                <a:lnTo>
                  <a:pt x="1182510" y="115100"/>
                </a:lnTo>
                <a:lnTo>
                  <a:pt x="1182073" y="114920"/>
                </a:lnTo>
                <a:lnTo>
                  <a:pt x="1181640" y="114732"/>
                </a:lnTo>
                <a:lnTo>
                  <a:pt x="1181211" y="114537"/>
                </a:lnTo>
                <a:lnTo>
                  <a:pt x="1180787" y="114334"/>
                </a:lnTo>
                <a:lnTo>
                  <a:pt x="1180368" y="114125"/>
                </a:lnTo>
                <a:lnTo>
                  <a:pt x="1179953" y="113909"/>
                </a:lnTo>
                <a:lnTo>
                  <a:pt x="1179543" y="113685"/>
                </a:lnTo>
                <a:lnTo>
                  <a:pt x="1179137" y="113455"/>
                </a:lnTo>
                <a:lnTo>
                  <a:pt x="1178736" y="113217"/>
                </a:lnTo>
                <a:lnTo>
                  <a:pt x="1178340" y="112972"/>
                </a:lnTo>
                <a:lnTo>
                  <a:pt x="1177948" y="112720"/>
                </a:lnTo>
                <a:lnTo>
                  <a:pt x="1177561" y="112461"/>
                </a:lnTo>
                <a:lnTo>
                  <a:pt x="1177178" y="112196"/>
                </a:lnTo>
                <a:lnTo>
                  <a:pt x="1176801" y="111922"/>
                </a:lnTo>
                <a:lnTo>
                  <a:pt x="1176427" y="111642"/>
                </a:lnTo>
                <a:lnTo>
                  <a:pt x="1176058" y="111355"/>
                </a:lnTo>
                <a:lnTo>
                  <a:pt x="1175694" y="111061"/>
                </a:lnTo>
                <a:lnTo>
                  <a:pt x="1175335" y="110760"/>
                </a:lnTo>
                <a:lnTo>
                  <a:pt x="1174980" y="110451"/>
                </a:lnTo>
                <a:lnTo>
                  <a:pt x="1174630" y="110136"/>
                </a:lnTo>
                <a:lnTo>
                  <a:pt x="1174284" y="109813"/>
                </a:lnTo>
                <a:lnTo>
                  <a:pt x="1173943" y="109483"/>
                </a:lnTo>
                <a:lnTo>
                  <a:pt x="1173606" y="109147"/>
                </a:lnTo>
                <a:lnTo>
                  <a:pt x="1173275" y="108803"/>
                </a:lnTo>
                <a:lnTo>
                  <a:pt x="1172947" y="108452"/>
                </a:lnTo>
                <a:lnTo>
                  <a:pt x="1172625" y="108094"/>
                </a:lnTo>
                <a:lnTo>
                  <a:pt x="1172309" y="107728"/>
                </a:lnTo>
                <a:lnTo>
                  <a:pt x="1171998" y="107354"/>
                </a:lnTo>
                <a:lnTo>
                  <a:pt x="1171692" y="106973"/>
                </a:lnTo>
                <a:lnTo>
                  <a:pt x="1171392" y="106583"/>
                </a:lnTo>
                <a:lnTo>
                  <a:pt x="1171098" y="106187"/>
                </a:lnTo>
                <a:lnTo>
                  <a:pt x="1170809" y="105782"/>
                </a:lnTo>
                <a:lnTo>
                  <a:pt x="1170525" y="105370"/>
                </a:lnTo>
                <a:lnTo>
                  <a:pt x="1170247" y="104950"/>
                </a:lnTo>
                <a:lnTo>
                  <a:pt x="1169975" y="104523"/>
                </a:lnTo>
                <a:lnTo>
                  <a:pt x="1169708" y="104088"/>
                </a:lnTo>
                <a:lnTo>
                  <a:pt x="1169447" y="103645"/>
                </a:lnTo>
                <a:lnTo>
                  <a:pt x="1169191" y="103194"/>
                </a:lnTo>
                <a:lnTo>
                  <a:pt x="1168941" y="102736"/>
                </a:lnTo>
                <a:lnTo>
                  <a:pt x="1168697" y="102270"/>
                </a:lnTo>
                <a:lnTo>
                  <a:pt x="1168458" y="101796"/>
                </a:lnTo>
                <a:lnTo>
                  <a:pt x="1168224" y="101315"/>
                </a:lnTo>
                <a:lnTo>
                  <a:pt x="1167996" y="100826"/>
                </a:lnTo>
                <a:lnTo>
                  <a:pt x="1167774" y="100329"/>
                </a:lnTo>
                <a:lnTo>
                  <a:pt x="1167557" y="99825"/>
                </a:lnTo>
                <a:lnTo>
                  <a:pt x="1167345" y="99313"/>
                </a:lnTo>
                <a:lnTo>
                  <a:pt x="1167139" y="98793"/>
                </a:lnTo>
                <a:lnTo>
                  <a:pt x="1166939" y="98266"/>
                </a:lnTo>
                <a:lnTo>
                  <a:pt x="1166744" y="97730"/>
                </a:lnTo>
                <a:lnTo>
                  <a:pt x="1166556" y="97188"/>
                </a:lnTo>
                <a:lnTo>
                  <a:pt x="1166376" y="96640"/>
                </a:lnTo>
                <a:lnTo>
                  <a:pt x="1166204" y="96084"/>
                </a:lnTo>
                <a:lnTo>
                  <a:pt x="1166040" y="95523"/>
                </a:lnTo>
                <a:lnTo>
                  <a:pt x="1165884" y="94955"/>
                </a:lnTo>
                <a:lnTo>
                  <a:pt x="1165736" y="94380"/>
                </a:lnTo>
                <a:lnTo>
                  <a:pt x="1165597" y="93799"/>
                </a:lnTo>
                <a:lnTo>
                  <a:pt x="1165465" y="93212"/>
                </a:lnTo>
                <a:lnTo>
                  <a:pt x="1165341" y="92618"/>
                </a:lnTo>
                <a:lnTo>
                  <a:pt x="1165225" y="92018"/>
                </a:lnTo>
                <a:lnTo>
                  <a:pt x="1165117" y="91411"/>
                </a:lnTo>
                <a:lnTo>
                  <a:pt x="1165017" y="90797"/>
                </a:lnTo>
                <a:lnTo>
                  <a:pt x="1164925" y="90178"/>
                </a:lnTo>
                <a:lnTo>
                  <a:pt x="1164841" y="89552"/>
                </a:lnTo>
                <a:lnTo>
                  <a:pt x="1164765" y="88919"/>
                </a:lnTo>
                <a:lnTo>
                  <a:pt x="1164697" y="88280"/>
                </a:lnTo>
                <a:lnTo>
                  <a:pt x="1164637" y="87634"/>
                </a:lnTo>
                <a:lnTo>
                  <a:pt x="1164585" y="86982"/>
                </a:lnTo>
                <a:lnTo>
                  <a:pt x="1164541" y="86324"/>
                </a:lnTo>
                <a:lnTo>
                  <a:pt x="1164505" y="85659"/>
                </a:lnTo>
                <a:lnTo>
                  <a:pt x="1164477" y="84987"/>
                </a:lnTo>
                <a:lnTo>
                  <a:pt x="1164457" y="84309"/>
                </a:lnTo>
                <a:lnTo>
                  <a:pt x="1164445" y="83625"/>
                </a:lnTo>
                <a:lnTo>
                  <a:pt x="1164441" y="82934"/>
                </a:lnTo>
                <a:lnTo>
                  <a:pt x="1164447" y="82010"/>
                </a:lnTo>
                <a:lnTo>
                  <a:pt x="1164468" y="81098"/>
                </a:lnTo>
                <a:lnTo>
                  <a:pt x="1164502" y="80198"/>
                </a:lnTo>
                <a:lnTo>
                  <a:pt x="1164549" y="79311"/>
                </a:lnTo>
                <a:lnTo>
                  <a:pt x="1164610" y="78436"/>
                </a:lnTo>
                <a:lnTo>
                  <a:pt x="1164684" y="77573"/>
                </a:lnTo>
                <a:lnTo>
                  <a:pt x="1164772" y="76723"/>
                </a:lnTo>
                <a:lnTo>
                  <a:pt x="1164874" y="75885"/>
                </a:lnTo>
                <a:lnTo>
                  <a:pt x="1164989" y="75059"/>
                </a:lnTo>
                <a:lnTo>
                  <a:pt x="1165118" y="74246"/>
                </a:lnTo>
                <a:lnTo>
                  <a:pt x="1165260" y="73445"/>
                </a:lnTo>
                <a:lnTo>
                  <a:pt x="1165415" y="72656"/>
                </a:lnTo>
                <a:lnTo>
                  <a:pt x="1165585" y="71879"/>
                </a:lnTo>
                <a:lnTo>
                  <a:pt x="1165767" y="71115"/>
                </a:lnTo>
                <a:lnTo>
                  <a:pt x="1165964" y="70363"/>
                </a:lnTo>
                <a:lnTo>
                  <a:pt x="1166174" y="69623"/>
                </a:lnTo>
                <a:lnTo>
                  <a:pt x="1166397" y="68896"/>
                </a:lnTo>
                <a:lnTo>
                  <a:pt x="1166634" y="68181"/>
                </a:lnTo>
                <a:lnTo>
                  <a:pt x="1166884" y="67478"/>
                </a:lnTo>
                <a:lnTo>
                  <a:pt x="1167148" y="66788"/>
                </a:lnTo>
                <a:lnTo>
                  <a:pt x="1167426" y="66110"/>
                </a:lnTo>
                <a:lnTo>
                  <a:pt x="1167717" y="65444"/>
                </a:lnTo>
                <a:lnTo>
                  <a:pt x="1168022" y="64791"/>
                </a:lnTo>
                <a:lnTo>
                  <a:pt x="1168340" y="64150"/>
                </a:lnTo>
                <a:lnTo>
                  <a:pt x="1168669" y="63521"/>
                </a:lnTo>
                <a:lnTo>
                  <a:pt x="1169008" y="62906"/>
                </a:lnTo>
                <a:lnTo>
                  <a:pt x="1169356" y="62304"/>
                </a:lnTo>
                <a:lnTo>
                  <a:pt x="1169713" y="61715"/>
                </a:lnTo>
                <a:lnTo>
                  <a:pt x="1170080" y="61140"/>
                </a:lnTo>
                <a:lnTo>
                  <a:pt x="1170455" y="60578"/>
                </a:lnTo>
                <a:lnTo>
                  <a:pt x="1170840" y="60029"/>
                </a:lnTo>
                <a:lnTo>
                  <a:pt x="1171235" y="59493"/>
                </a:lnTo>
                <a:lnTo>
                  <a:pt x="1171638" y="58970"/>
                </a:lnTo>
                <a:lnTo>
                  <a:pt x="1172051" y="58461"/>
                </a:lnTo>
                <a:lnTo>
                  <a:pt x="1172472" y="57965"/>
                </a:lnTo>
                <a:lnTo>
                  <a:pt x="1172903" y="57482"/>
                </a:lnTo>
                <a:lnTo>
                  <a:pt x="1173344" y="57013"/>
                </a:lnTo>
                <a:lnTo>
                  <a:pt x="1173793" y="56556"/>
                </a:lnTo>
                <a:lnTo>
                  <a:pt x="1174252" y="56113"/>
                </a:lnTo>
                <a:lnTo>
                  <a:pt x="1174720" y="55683"/>
                </a:lnTo>
                <a:lnTo>
                  <a:pt x="1175197" y="55266"/>
                </a:lnTo>
                <a:lnTo>
                  <a:pt x="1175684" y="54863"/>
                </a:lnTo>
                <a:lnTo>
                  <a:pt x="1176179" y="54473"/>
                </a:lnTo>
                <a:lnTo>
                  <a:pt x="1176684" y="54096"/>
                </a:lnTo>
                <a:lnTo>
                  <a:pt x="1177198" y="53732"/>
                </a:lnTo>
                <a:lnTo>
                  <a:pt x="1177722" y="53381"/>
                </a:lnTo>
                <a:lnTo>
                  <a:pt x="1178254" y="53044"/>
                </a:lnTo>
                <a:lnTo>
                  <a:pt x="1178796" y="52720"/>
                </a:lnTo>
                <a:lnTo>
                  <a:pt x="1179344" y="52409"/>
                </a:lnTo>
                <a:lnTo>
                  <a:pt x="1179896" y="52111"/>
                </a:lnTo>
                <a:lnTo>
                  <a:pt x="1180452" y="51827"/>
                </a:lnTo>
                <a:lnTo>
                  <a:pt x="1181011" y="51556"/>
                </a:lnTo>
                <a:lnTo>
                  <a:pt x="1181574" y="51298"/>
                </a:lnTo>
                <a:lnTo>
                  <a:pt x="1182141" y="51053"/>
                </a:lnTo>
                <a:lnTo>
                  <a:pt x="1182712" y="50821"/>
                </a:lnTo>
                <a:lnTo>
                  <a:pt x="1183286" y="50603"/>
                </a:lnTo>
                <a:lnTo>
                  <a:pt x="1183863" y="50398"/>
                </a:lnTo>
                <a:lnTo>
                  <a:pt x="1184445" y="50206"/>
                </a:lnTo>
                <a:lnTo>
                  <a:pt x="1185030" y="50028"/>
                </a:lnTo>
                <a:lnTo>
                  <a:pt x="1185619" y="49862"/>
                </a:lnTo>
                <a:lnTo>
                  <a:pt x="1186212" y="49710"/>
                </a:lnTo>
                <a:lnTo>
                  <a:pt x="1186808" y="49571"/>
                </a:lnTo>
                <a:lnTo>
                  <a:pt x="1187408" y="49446"/>
                </a:lnTo>
                <a:lnTo>
                  <a:pt x="1188011" y="49333"/>
                </a:lnTo>
                <a:lnTo>
                  <a:pt x="1188619" y="49234"/>
                </a:lnTo>
                <a:lnTo>
                  <a:pt x="1189230" y="49148"/>
                </a:lnTo>
                <a:lnTo>
                  <a:pt x="1189844" y="49075"/>
                </a:lnTo>
                <a:lnTo>
                  <a:pt x="1190463" y="49016"/>
                </a:lnTo>
                <a:lnTo>
                  <a:pt x="1191085" y="48969"/>
                </a:lnTo>
                <a:lnTo>
                  <a:pt x="1191711" y="48936"/>
                </a:lnTo>
                <a:lnTo>
                  <a:pt x="1192340" y="48916"/>
                </a:lnTo>
                <a:lnTo>
                  <a:pt x="1192973" y="48910"/>
                </a:lnTo>
                <a:lnTo>
                  <a:pt x="1193751" y="48918"/>
                </a:lnTo>
                <a:lnTo>
                  <a:pt x="1194521" y="48942"/>
                </a:lnTo>
                <a:lnTo>
                  <a:pt x="1195282" y="48982"/>
                </a:lnTo>
                <a:lnTo>
                  <a:pt x="1196035" y="49038"/>
                </a:lnTo>
                <a:lnTo>
                  <a:pt x="1196778" y="49110"/>
                </a:lnTo>
                <a:lnTo>
                  <a:pt x="1197514" y="49198"/>
                </a:lnTo>
                <a:lnTo>
                  <a:pt x="1198240" y="49302"/>
                </a:lnTo>
                <a:lnTo>
                  <a:pt x="1198958" y="49422"/>
                </a:lnTo>
                <a:lnTo>
                  <a:pt x="1199668" y="49558"/>
                </a:lnTo>
                <a:lnTo>
                  <a:pt x="1200368" y="49710"/>
                </a:lnTo>
                <a:lnTo>
                  <a:pt x="1201061" y="49878"/>
                </a:lnTo>
                <a:lnTo>
                  <a:pt x="1201744" y="50062"/>
                </a:lnTo>
                <a:lnTo>
                  <a:pt x="1202419" y="50262"/>
                </a:lnTo>
                <a:lnTo>
                  <a:pt x="1203086" y="50478"/>
                </a:lnTo>
                <a:lnTo>
                  <a:pt x="1203743" y="50710"/>
                </a:lnTo>
                <a:lnTo>
                  <a:pt x="1204392" y="50958"/>
                </a:lnTo>
                <a:lnTo>
                  <a:pt x="1205033" y="51222"/>
                </a:lnTo>
                <a:lnTo>
                  <a:pt x="1205665" y="51502"/>
                </a:lnTo>
                <a:lnTo>
                  <a:pt x="1206288" y="51798"/>
                </a:lnTo>
                <a:lnTo>
                  <a:pt x="1206903" y="52110"/>
                </a:lnTo>
                <a:lnTo>
                  <a:pt x="1207509" y="52438"/>
                </a:lnTo>
                <a:lnTo>
                  <a:pt x="1208106" y="52782"/>
                </a:lnTo>
                <a:lnTo>
                  <a:pt x="1208695" y="53141"/>
                </a:lnTo>
                <a:lnTo>
                  <a:pt x="1209276" y="53517"/>
                </a:lnTo>
                <a:lnTo>
                  <a:pt x="1209843" y="53908"/>
                </a:lnTo>
                <a:lnTo>
                  <a:pt x="1210392" y="54311"/>
                </a:lnTo>
                <a:lnTo>
                  <a:pt x="1210923" y="54728"/>
                </a:lnTo>
                <a:lnTo>
                  <a:pt x="1211437" y="55157"/>
                </a:lnTo>
                <a:lnTo>
                  <a:pt x="1211932" y="55599"/>
                </a:lnTo>
                <a:lnTo>
                  <a:pt x="1212410" y="56054"/>
                </a:lnTo>
                <a:lnTo>
                  <a:pt x="1212870" y="56522"/>
                </a:lnTo>
                <a:lnTo>
                  <a:pt x="1213312" y="57003"/>
                </a:lnTo>
                <a:lnTo>
                  <a:pt x="1213736" y="57496"/>
                </a:lnTo>
                <a:lnTo>
                  <a:pt x="1214143" y="58003"/>
                </a:lnTo>
                <a:lnTo>
                  <a:pt x="1214531" y="58523"/>
                </a:lnTo>
                <a:lnTo>
                  <a:pt x="1214902" y="59055"/>
                </a:lnTo>
                <a:lnTo>
                  <a:pt x="1215255" y="59601"/>
                </a:lnTo>
                <a:lnTo>
                  <a:pt x="1215590" y="60159"/>
                </a:lnTo>
                <a:lnTo>
                  <a:pt x="1215907" y="60730"/>
                </a:lnTo>
                <a:lnTo>
                  <a:pt x="1216206" y="61315"/>
                </a:lnTo>
                <a:lnTo>
                  <a:pt x="1216488" y="61912"/>
                </a:lnTo>
                <a:lnTo>
                  <a:pt x="1216751" y="62522"/>
                </a:lnTo>
                <a:lnTo>
                  <a:pt x="1216997" y="63145"/>
                </a:lnTo>
                <a:lnTo>
                  <a:pt x="1217225" y="63781"/>
                </a:lnTo>
                <a:lnTo>
                  <a:pt x="1217435" y="64429"/>
                </a:lnTo>
                <a:lnTo>
                  <a:pt x="1217627" y="65091"/>
                </a:lnTo>
                <a:lnTo>
                  <a:pt x="1217802" y="65766"/>
                </a:lnTo>
                <a:lnTo>
                  <a:pt x="1217958" y="66453"/>
                </a:lnTo>
                <a:lnTo>
                  <a:pt x="1233198" y="66453"/>
                </a:lnTo>
                <a:lnTo>
                  <a:pt x="1232948" y="65311"/>
                </a:lnTo>
                <a:lnTo>
                  <a:pt x="1232671" y="64188"/>
                </a:lnTo>
                <a:lnTo>
                  <a:pt x="1232367" y="63085"/>
                </a:lnTo>
                <a:lnTo>
                  <a:pt x="1232037" y="62001"/>
                </a:lnTo>
                <a:lnTo>
                  <a:pt x="1231678" y="60936"/>
                </a:lnTo>
                <a:lnTo>
                  <a:pt x="1231293" y="59891"/>
                </a:lnTo>
                <a:lnTo>
                  <a:pt x="1230881" y="58865"/>
                </a:lnTo>
                <a:lnTo>
                  <a:pt x="1230442" y="57859"/>
                </a:lnTo>
                <a:lnTo>
                  <a:pt x="1229975" y="56871"/>
                </a:lnTo>
                <a:lnTo>
                  <a:pt x="1229482" y="55904"/>
                </a:lnTo>
                <a:lnTo>
                  <a:pt x="1228961" y="54955"/>
                </a:lnTo>
                <a:lnTo>
                  <a:pt x="1228414" y="54026"/>
                </a:lnTo>
                <a:lnTo>
                  <a:pt x="1227839" y="53117"/>
                </a:lnTo>
                <a:lnTo>
                  <a:pt x="1227237" y="52227"/>
                </a:lnTo>
                <a:lnTo>
                  <a:pt x="1226608" y="51356"/>
                </a:lnTo>
                <a:lnTo>
                  <a:pt x="1225952" y="50505"/>
                </a:lnTo>
                <a:lnTo>
                  <a:pt x="1225269" y="49673"/>
                </a:lnTo>
                <a:lnTo>
                  <a:pt x="1224559" y="48860"/>
                </a:lnTo>
                <a:lnTo>
                  <a:pt x="1223822" y="48067"/>
                </a:lnTo>
                <a:lnTo>
                  <a:pt x="1223057" y="47293"/>
                </a:lnTo>
                <a:lnTo>
                  <a:pt x="1222266" y="46538"/>
                </a:lnTo>
                <a:lnTo>
                  <a:pt x="1221447" y="45803"/>
                </a:lnTo>
                <a:lnTo>
                  <a:pt x="1220602" y="45088"/>
                </a:lnTo>
                <a:lnTo>
                  <a:pt x="1219729" y="44391"/>
                </a:lnTo>
                <a:lnTo>
                  <a:pt x="1218834" y="43719"/>
                </a:lnTo>
                <a:lnTo>
                  <a:pt x="1217920" y="43075"/>
                </a:lnTo>
                <a:lnTo>
                  <a:pt x="1216988" y="42460"/>
                </a:lnTo>
                <a:lnTo>
                  <a:pt x="1216037" y="41873"/>
                </a:lnTo>
                <a:lnTo>
                  <a:pt x="1215068" y="41315"/>
                </a:lnTo>
                <a:lnTo>
                  <a:pt x="1214081" y="40786"/>
                </a:lnTo>
                <a:lnTo>
                  <a:pt x="1213075" y="40285"/>
                </a:lnTo>
                <a:lnTo>
                  <a:pt x="1212050" y="39813"/>
                </a:lnTo>
                <a:lnTo>
                  <a:pt x="1211008" y="39369"/>
                </a:lnTo>
                <a:lnTo>
                  <a:pt x="1209946" y="38954"/>
                </a:lnTo>
                <a:lnTo>
                  <a:pt x="1208866" y="38568"/>
                </a:lnTo>
                <a:lnTo>
                  <a:pt x="1207768" y="38210"/>
                </a:lnTo>
                <a:lnTo>
                  <a:pt x="1206651" y="37881"/>
                </a:lnTo>
                <a:lnTo>
                  <a:pt x="1205516" y="37581"/>
                </a:lnTo>
                <a:lnTo>
                  <a:pt x="1204362" y="37309"/>
                </a:lnTo>
                <a:lnTo>
                  <a:pt x="1203190" y="37065"/>
                </a:lnTo>
                <a:lnTo>
                  <a:pt x="1202000" y="36851"/>
                </a:lnTo>
                <a:lnTo>
                  <a:pt x="1200791" y="36665"/>
                </a:lnTo>
                <a:lnTo>
                  <a:pt x="1199563" y="36507"/>
                </a:lnTo>
                <a:lnTo>
                  <a:pt x="1198317" y="36379"/>
                </a:lnTo>
                <a:lnTo>
                  <a:pt x="1197053" y="36278"/>
                </a:lnTo>
                <a:lnTo>
                  <a:pt x="1195770" y="36207"/>
                </a:lnTo>
                <a:lnTo>
                  <a:pt x="1194469" y="36164"/>
                </a:lnTo>
                <a:lnTo>
                  <a:pt x="1193149" y="36150"/>
                </a:lnTo>
                <a:lnTo>
                  <a:pt x="1192105" y="36160"/>
                </a:lnTo>
                <a:lnTo>
                  <a:pt x="1191070" y="36191"/>
                </a:lnTo>
                <a:lnTo>
                  <a:pt x="1190044" y="36242"/>
                </a:lnTo>
                <a:lnTo>
                  <a:pt x="1189026" y="36315"/>
                </a:lnTo>
                <a:lnTo>
                  <a:pt x="1188018" y="36407"/>
                </a:lnTo>
                <a:lnTo>
                  <a:pt x="1187019" y="36521"/>
                </a:lnTo>
                <a:lnTo>
                  <a:pt x="1186028" y="36655"/>
                </a:lnTo>
                <a:lnTo>
                  <a:pt x="1185047" y="36809"/>
                </a:lnTo>
                <a:lnTo>
                  <a:pt x="1184074" y="36985"/>
                </a:lnTo>
                <a:lnTo>
                  <a:pt x="1183110" y="37181"/>
                </a:lnTo>
                <a:lnTo>
                  <a:pt x="1182155" y="37397"/>
                </a:lnTo>
                <a:lnTo>
                  <a:pt x="1181209" y="37634"/>
                </a:lnTo>
                <a:lnTo>
                  <a:pt x="1180272" y="37892"/>
                </a:lnTo>
                <a:lnTo>
                  <a:pt x="1179344" y="38170"/>
                </a:lnTo>
                <a:lnTo>
                  <a:pt x="1178425" y="38469"/>
                </a:lnTo>
                <a:lnTo>
                  <a:pt x="1177515" y="38789"/>
                </a:lnTo>
                <a:lnTo>
                  <a:pt x="1176614" y="39129"/>
                </a:lnTo>
                <a:lnTo>
                  <a:pt x="1175721" y="39490"/>
                </a:lnTo>
                <a:lnTo>
                  <a:pt x="1174838" y="39871"/>
                </a:lnTo>
                <a:lnTo>
                  <a:pt x="1173963" y="40273"/>
                </a:lnTo>
                <a:lnTo>
                  <a:pt x="1173098" y="40696"/>
                </a:lnTo>
                <a:lnTo>
                  <a:pt x="1172241" y="41139"/>
                </a:lnTo>
                <a:lnTo>
                  <a:pt x="1171393" y="41603"/>
                </a:lnTo>
                <a:lnTo>
                  <a:pt x="1170554" y="42088"/>
                </a:lnTo>
                <a:lnTo>
                  <a:pt x="1169728" y="42590"/>
                </a:lnTo>
                <a:lnTo>
                  <a:pt x="1168916" y="43108"/>
                </a:lnTo>
                <a:lnTo>
                  <a:pt x="1168120" y="43642"/>
                </a:lnTo>
                <a:lnTo>
                  <a:pt x="1167338" y="44192"/>
                </a:lnTo>
                <a:lnTo>
                  <a:pt x="1166572" y="44757"/>
                </a:lnTo>
                <a:lnTo>
                  <a:pt x="1165820" y="45338"/>
                </a:lnTo>
                <a:lnTo>
                  <a:pt x="1165084" y="45935"/>
                </a:lnTo>
                <a:lnTo>
                  <a:pt x="1164363" y="46547"/>
                </a:lnTo>
                <a:lnTo>
                  <a:pt x="1163657" y="47175"/>
                </a:lnTo>
                <a:lnTo>
                  <a:pt x="1162965" y="47819"/>
                </a:lnTo>
                <a:lnTo>
                  <a:pt x="1162289" y="48478"/>
                </a:lnTo>
                <a:lnTo>
                  <a:pt x="1161628" y="49153"/>
                </a:lnTo>
                <a:lnTo>
                  <a:pt x="1160983" y="49844"/>
                </a:lnTo>
                <a:lnTo>
                  <a:pt x="1160352" y="50551"/>
                </a:lnTo>
                <a:lnTo>
                  <a:pt x="1159736" y="51273"/>
                </a:lnTo>
                <a:lnTo>
                  <a:pt x="1159135" y="52011"/>
                </a:lnTo>
                <a:lnTo>
                  <a:pt x="1158549" y="52764"/>
                </a:lnTo>
                <a:lnTo>
                  <a:pt x="1157979" y="53534"/>
                </a:lnTo>
                <a:lnTo>
                  <a:pt x="1157423" y="54319"/>
                </a:lnTo>
                <a:lnTo>
                  <a:pt x="1156883" y="55119"/>
                </a:lnTo>
                <a:lnTo>
                  <a:pt x="1156357" y="55936"/>
                </a:lnTo>
                <a:lnTo>
                  <a:pt x="1155847" y="56768"/>
                </a:lnTo>
                <a:lnTo>
                  <a:pt x="1155351" y="57616"/>
                </a:lnTo>
                <a:lnTo>
                  <a:pt x="1154871" y="58479"/>
                </a:lnTo>
                <a:lnTo>
                  <a:pt x="1154408" y="59357"/>
                </a:lnTo>
                <a:lnTo>
                  <a:pt x="1153965" y="60248"/>
                </a:lnTo>
                <a:lnTo>
                  <a:pt x="1153542" y="61151"/>
                </a:lnTo>
                <a:lnTo>
                  <a:pt x="1153139" y="62068"/>
                </a:lnTo>
                <a:lnTo>
                  <a:pt x="1152755" y="62997"/>
                </a:lnTo>
                <a:lnTo>
                  <a:pt x="1152390" y="63940"/>
                </a:lnTo>
                <a:lnTo>
                  <a:pt x="1152046" y="64895"/>
                </a:lnTo>
                <a:lnTo>
                  <a:pt x="1151721" y="65863"/>
                </a:lnTo>
                <a:lnTo>
                  <a:pt x="1151416" y="66844"/>
                </a:lnTo>
                <a:lnTo>
                  <a:pt x="1151130" y="67838"/>
                </a:lnTo>
                <a:lnTo>
                  <a:pt x="1150865" y="68845"/>
                </a:lnTo>
                <a:lnTo>
                  <a:pt x="1150618" y="69865"/>
                </a:lnTo>
                <a:lnTo>
                  <a:pt x="1150392" y="70898"/>
                </a:lnTo>
                <a:lnTo>
                  <a:pt x="1150185" y="71944"/>
                </a:lnTo>
                <a:lnTo>
                  <a:pt x="1149998" y="73002"/>
                </a:lnTo>
                <a:lnTo>
                  <a:pt x="1149831" y="74074"/>
                </a:lnTo>
                <a:lnTo>
                  <a:pt x="1149683" y="75158"/>
                </a:lnTo>
                <a:lnTo>
                  <a:pt x="1149555" y="76255"/>
                </a:lnTo>
                <a:lnTo>
                  <a:pt x="1149447" y="77365"/>
                </a:lnTo>
                <a:lnTo>
                  <a:pt x="1149358" y="78488"/>
                </a:lnTo>
                <a:lnTo>
                  <a:pt x="1149289" y="79624"/>
                </a:lnTo>
                <a:lnTo>
                  <a:pt x="1149240" y="80773"/>
                </a:lnTo>
                <a:lnTo>
                  <a:pt x="1149211" y="81935"/>
                </a:lnTo>
                <a:lnTo>
                  <a:pt x="1149201" y="83110"/>
                </a:lnTo>
                <a:lnTo>
                  <a:pt x="1149211" y="84256"/>
                </a:lnTo>
                <a:lnTo>
                  <a:pt x="1149240" y="85391"/>
                </a:lnTo>
                <a:lnTo>
                  <a:pt x="1149289" y="86514"/>
                </a:lnTo>
                <a:lnTo>
                  <a:pt x="1149358" y="87627"/>
                </a:lnTo>
                <a:lnTo>
                  <a:pt x="1149447" y="88727"/>
                </a:lnTo>
                <a:lnTo>
                  <a:pt x="1149555" y="89817"/>
                </a:lnTo>
                <a:lnTo>
                  <a:pt x="1149683" y="90895"/>
                </a:lnTo>
                <a:lnTo>
                  <a:pt x="1149831" y="91961"/>
                </a:lnTo>
                <a:lnTo>
                  <a:pt x="1149998" y="93016"/>
                </a:lnTo>
                <a:lnTo>
                  <a:pt x="1150185" y="94060"/>
                </a:lnTo>
                <a:lnTo>
                  <a:pt x="1150392" y="95092"/>
                </a:lnTo>
                <a:lnTo>
                  <a:pt x="1150618" y="96114"/>
                </a:lnTo>
                <a:lnTo>
                  <a:pt x="1150865" y="97123"/>
                </a:lnTo>
                <a:lnTo>
                  <a:pt x="1151130" y="98121"/>
                </a:lnTo>
                <a:lnTo>
                  <a:pt x="1151416" y="99108"/>
                </a:lnTo>
                <a:lnTo>
                  <a:pt x="1151721" y="100084"/>
                </a:lnTo>
                <a:lnTo>
                  <a:pt x="1152046" y="101048"/>
                </a:lnTo>
                <a:lnTo>
                  <a:pt x="1152390" y="102001"/>
                </a:lnTo>
                <a:lnTo>
                  <a:pt x="1152755" y="102942"/>
                </a:lnTo>
                <a:lnTo>
                  <a:pt x="1153139" y="103872"/>
                </a:lnTo>
                <a:lnTo>
                  <a:pt x="1153542" y="104791"/>
                </a:lnTo>
                <a:lnTo>
                  <a:pt x="1153965" y="105698"/>
                </a:lnTo>
                <a:lnTo>
                  <a:pt x="1154408" y="106594"/>
                </a:lnTo>
                <a:lnTo>
                  <a:pt x="1154871" y="107478"/>
                </a:lnTo>
                <a:lnTo>
                  <a:pt x="1155351" y="108349"/>
                </a:lnTo>
                <a:lnTo>
                  <a:pt x="1155847" y="109203"/>
                </a:lnTo>
                <a:lnTo>
                  <a:pt x="1156357" y="110041"/>
                </a:lnTo>
                <a:lnTo>
                  <a:pt x="1156883" y="110862"/>
                </a:lnTo>
                <a:lnTo>
                  <a:pt x="1157423" y="111668"/>
                </a:lnTo>
                <a:lnTo>
                  <a:pt x="1157979" y="112456"/>
                </a:lnTo>
                <a:lnTo>
                  <a:pt x="1158549" y="113229"/>
                </a:lnTo>
                <a:lnTo>
                  <a:pt x="1159135" y="113985"/>
                </a:lnTo>
                <a:lnTo>
                  <a:pt x="1159736" y="114725"/>
                </a:lnTo>
                <a:lnTo>
                  <a:pt x="1160352" y="115449"/>
                </a:lnTo>
                <a:lnTo>
                  <a:pt x="1160983" y="116157"/>
                </a:lnTo>
                <a:lnTo>
                  <a:pt x="1161628" y="116848"/>
                </a:lnTo>
                <a:lnTo>
                  <a:pt x="1162289" y="117523"/>
                </a:lnTo>
                <a:lnTo>
                  <a:pt x="1162965" y="118181"/>
                </a:lnTo>
                <a:lnTo>
                  <a:pt x="1163657" y="118823"/>
                </a:lnTo>
                <a:lnTo>
                  <a:pt x="1164363" y="119449"/>
                </a:lnTo>
                <a:lnTo>
                  <a:pt x="1165084" y="120059"/>
                </a:lnTo>
                <a:lnTo>
                  <a:pt x="1165820" y="120652"/>
                </a:lnTo>
                <a:lnTo>
                  <a:pt x="1166572" y="121229"/>
                </a:lnTo>
                <a:lnTo>
                  <a:pt x="1167338" y="121790"/>
                </a:lnTo>
                <a:lnTo>
                  <a:pt x="1168120" y="122334"/>
                </a:lnTo>
                <a:lnTo>
                  <a:pt x="1168916" y="122863"/>
                </a:lnTo>
                <a:lnTo>
                  <a:pt x="1169728" y="123374"/>
                </a:lnTo>
                <a:lnTo>
                  <a:pt x="1170554" y="123870"/>
                </a:lnTo>
                <a:lnTo>
                  <a:pt x="1171393" y="124347"/>
                </a:lnTo>
                <a:lnTo>
                  <a:pt x="1172241" y="124804"/>
                </a:lnTo>
                <a:lnTo>
                  <a:pt x="1173098" y="125240"/>
                </a:lnTo>
                <a:lnTo>
                  <a:pt x="1173963" y="125656"/>
                </a:lnTo>
                <a:lnTo>
                  <a:pt x="1174838" y="126052"/>
                </a:lnTo>
                <a:lnTo>
                  <a:pt x="1175721" y="126428"/>
                </a:lnTo>
                <a:lnTo>
                  <a:pt x="1176614" y="126783"/>
                </a:lnTo>
                <a:lnTo>
                  <a:pt x="1177515" y="127118"/>
                </a:lnTo>
                <a:lnTo>
                  <a:pt x="1178425" y="127432"/>
                </a:lnTo>
                <a:lnTo>
                  <a:pt x="1179344" y="127727"/>
                </a:lnTo>
                <a:lnTo>
                  <a:pt x="1180272" y="128001"/>
                </a:lnTo>
                <a:lnTo>
                  <a:pt x="1181209" y="128255"/>
                </a:lnTo>
                <a:lnTo>
                  <a:pt x="1182155" y="128488"/>
                </a:lnTo>
                <a:lnTo>
                  <a:pt x="1183110" y="128701"/>
                </a:lnTo>
                <a:lnTo>
                  <a:pt x="1184074" y="128894"/>
                </a:lnTo>
                <a:lnTo>
                  <a:pt x="1185047" y="129066"/>
                </a:lnTo>
                <a:lnTo>
                  <a:pt x="1186028" y="129219"/>
                </a:lnTo>
                <a:lnTo>
                  <a:pt x="1187019" y="129351"/>
                </a:lnTo>
                <a:lnTo>
                  <a:pt x="1188018" y="129462"/>
                </a:lnTo>
                <a:lnTo>
                  <a:pt x="1189026" y="129554"/>
                </a:lnTo>
                <a:lnTo>
                  <a:pt x="1190044" y="129625"/>
                </a:lnTo>
                <a:lnTo>
                  <a:pt x="1191070" y="129675"/>
                </a:lnTo>
                <a:lnTo>
                  <a:pt x="1192105" y="129706"/>
                </a:lnTo>
                <a:lnTo>
                  <a:pt x="1193149" y="129716"/>
                </a:lnTo>
                <a:lnTo>
                  <a:pt x="1194455" y="129701"/>
                </a:lnTo>
                <a:lnTo>
                  <a:pt x="1195743" y="129658"/>
                </a:lnTo>
                <a:lnTo>
                  <a:pt x="1197013" y="129585"/>
                </a:lnTo>
                <a:lnTo>
                  <a:pt x="1198266" y="129482"/>
                </a:lnTo>
                <a:close/>
                <a:moveTo>
                  <a:pt x="1376297" y="129566"/>
                </a:moveTo>
                <a:lnTo>
                  <a:pt x="1377102" y="129500"/>
                </a:lnTo>
                <a:lnTo>
                  <a:pt x="1377899" y="129422"/>
                </a:lnTo>
                <a:lnTo>
                  <a:pt x="1378686" y="129332"/>
                </a:lnTo>
                <a:lnTo>
                  <a:pt x="1379464" y="129230"/>
                </a:lnTo>
                <a:lnTo>
                  <a:pt x="1380233" y="129117"/>
                </a:lnTo>
                <a:lnTo>
                  <a:pt x="1380993" y="128991"/>
                </a:lnTo>
                <a:lnTo>
                  <a:pt x="1381743" y="128853"/>
                </a:lnTo>
                <a:lnTo>
                  <a:pt x="1382484" y="128703"/>
                </a:lnTo>
                <a:lnTo>
                  <a:pt x="1383216" y="128541"/>
                </a:lnTo>
                <a:lnTo>
                  <a:pt x="1383939" y="128367"/>
                </a:lnTo>
                <a:lnTo>
                  <a:pt x="1384652" y="128181"/>
                </a:lnTo>
                <a:lnTo>
                  <a:pt x="1385356" y="127984"/>
                </a:lnTo>
                <a:lnTo>
                  <a:pt x="1386051" y="127774"/>
                </a:lnTo>
                <a:lnTo>
                  <a:pt x="1386737" y="127552"/>
                </a:lnTo>
                <a:lnTo>
                  <a:pt x="1387413" y="127318"/>
                </a:lnTo>
                <a:lnTo>
                  <a:pt x="1388081" y="127072"/>
                </a:lnTo>
                <a:lnTo>
                  <a:pt x="1388739" y="126815"/>
                </a:lnTo>
                <a:lnTo>
                  <a:pt x="1389388" y="126545"/>
                </a:lnTo>
                <a:lnTo>
                  <a:pt x="1390027" y="126263"/>
                </a:lnTo>
                <a:lnTo>
                  <a:pt x="1390656" y="125970"/>
                </a:lnTo>
                <a:lnTo>
                  <a:pt x="1391274" y="125668"/>
                </a:lnTo>
                <a:lnTo>
                  <a:pt x="1391879" y="125356"/>
                </a:lnTo>
                <a:lnTo>
                  <a:pt x="1392472" y="125035"/>
                </a:lnTo>
                <a:lnTo>
                  <a:pt x="1393053" y="124704"/>
                </a:lnTo>
                <a:lnTo>
                  <a:pt x="1393622" y="124363"/>
                </a:lnTo>
                <a:lnTo>
                  <a:pt x="1394180" y="124014"/>
                </a:lnTo>
                <a:lnTo>
                  <a:pt x="1394725" y="123654"/>
                </a:lnTo>
                <a:lnTo>
                  <a:pt x="1395258" y="123285"/>
                </a:lnTo>
                <a:lnTo>
                  <a:pt x="1395779" y="122906"/>
                </a:lnTo>
                <a:lnTo>
                  <a:pt x="1396288" y="122518"/>
                </a:lnTo>
                <a:lnTo>
                  <a:pt x="1396785" y="122121"/>
                </a:lnTo>
                <a:lnTo>
                  <a:pt x="1397270" y="121713"/>
                </a:lnTo>
                <a:lnTo>
                  <a:pt x="1397743" y="121297"/>
                </a:lnTo>
                <a:lnTo>
                  <a:pt x="1398204" y="120870"/>
                </a:lnTo>
                <a:lnTo>
                  <a:pt x="1398654" y="120434"/>
                </a:lnTo>
                <a:lnTo>
                  <a:pt x="1399091" y="119989"/>
                </a:lnTo>
                <a:lnTo>
                  <a:pt x="1399516" y="119534"/>
                </a:lnTo>
                <a:lnTo>
                  <a:pt x="1399929" y="119070"/>
                </a:lnTo>
                <a:lnTo>
                  <a:pt x="1400330" y="118596"/>
                </a:lnTo>
                <a:lnTo>
                  <a:pt x="1400719" y="118112"/>
                </a:lnTo>
                <a:lnTo>
                  <a:pt x="1401096" y="117619"/>
                </a:lnTo>
                <a:lnTo>
                  <a:pt x="1401461" y="117117"/>
                </a:lnTo>
                <a:lnTo>
                  <a:pt x="1401814" y="116604"/>
                </a:lnTo>
                <a:lnTo>
                  <a:pt x="1402154" y="116084"/>
                </a:lnTo>
                <a:lnTo>
                  <a:pt x="1402479" y="115556"/>
                </a:lnTo>
                <a:lnTo>
                  <a:pt x="1402790" y="115020"/>
                </a:lnTo>
                <a:lnTo>
                  <a:pt x="1403086" y="114478"/>
                </a:lnTo>
                <a:lnTo>
                  <a:pt x="1403368" y="113928"/>
                </a:lnTo>
                <a:lnTo>
                  <a:pt x="1403636" y="113370"/>
                </a:lnTo>
                <a:lnTo>
                  <a:pt x="1403889" y="112805"/>
                </a:lnTo>
                <a:lnTo>
                  <a:pt x="1404127" y="112233"/>
                </a:lnTo>
                <a:lnTo>
                  <a:pt x="1404351" y="111653"/>
                </a:lnTo>
                <a:lnTo>
                  <a:pt x="1404561" y="111066"/>
                </a:lnTo>
                <a:lnTo>
                  <a:pt x="1404756" y="110472"/>
                </a:lnTo>
                <a:lnTo>
                  <a:pt x="1404937" y="109870"/>
                </a:lnTo>
                <a:lnTo>
                  <a:pt x="1405103" y="109261"/>
                </a:lnTo>
                <a:lnTo>
                  <a:pt x="1405255" y="108644"/>
                </a:lnTo>
                <a:lnTo>
                  <a:pt x="1405393" y="108020"/>
                </a:lnTo>
                <a:lnTo>
                  <a:pt x="1405515" y="107389"/>
                </a:lnTo>
                <a:lnTo>
                  <a:pt x="1405624" y="106750"/>
                </a:lnTo>
                <a:lnTo>
                  <a:pt x="1405718" y="106104"/>
                </a:lnTo>
                <a:lnTo>
                  <a:pt x="1405797" y="105451"/>
                </a:lnTo>
                <a:lnTo>
                  <a:pt x="1405862" y="104790"/>
                </a:lnTo>
                <a:lnTo>
                  <a:pt x="1405913" y="104122"/>
                </a:lnTo>
                <a:lnTo>
                  <a:pt x="1405949" y="103446"/>
                </a:lnTo>
                <a:lnTo>
                  <a:pt x="1405971" y="102763"/>
                </a:lnTo>
                <a:lnTo>
                  <a:pt x="1405978" y="102073"/>
                </a:lnTo>
                <a:lnTo>
                  <a:pt x="1405970" y="101283"/>
                </a:lnTo>
                <a:lnTo>
                  <a:pt x="1405947" y="100508"/>
                </a:lnTo>
                <a:lnTo>
                  <a:pt x="1405907" y="99749"/>
                </a:lnTo>
                <a:lnTo>
                  <a:pt x="1405853" y="99004"/>
                </a:lnTo>
                <a:lnTo>
                  <a:pt x="1405782" y="98274"/>
                </a:lnTo>
                <a:lnTo>
                  <a:pt x="1405696" y="97560"/>
                </a:lnTo>
                <a:lnTo>
                  <a:pt x="1405593" y="96860"/>
                </a:lnTo>
                <a:lnTo>
                  <a:pt x="1405476" y="96176"/>
                </a:lnTo>
                <a:lnTo>
                  <a:pt x="1405342" y="95507"/>
                </a:lnTo>
                <a:lnTo>
                  <a:pt x="1405193" y="94853"/>
                </a:lnTo>
                <a:lnTo>
                  <a:pt x="1405028" y="94213"/>
                </a:lnTo>
                <a:lnTo>
                  <a:pt x="1404848" y="93589"/>
                </a:lnTo>
                <a:lnTo>
                  <a:pt x="1404652" y="92980"/>
                </a:lnTo>
                <a:lnTo>
                  <a:pt x="1404440" y="92386"/>
                </a:lnTo>
                <a:lnTo>
                  <a:pt x="1404212" y="91808"/>
                </a:lnTo>
                <a:lnTo>
                  <a:pt x="1403969" y="91244"/>
                </a:lnTo>
                <a:lnTo>
                  <a:pt x="1403710" y="90695"/>
                </a:lnTo>
                <a:lnTo>
                  <a:pt x="1403435" y="90162"/>
                </a:lnTo>
                <a:lnTo>
                  <a:pt x="1403145" y="89643"/>
                </a:lnTo>
                <a:lnTo>
                  <a:pt x="1402838" y="89140"/>
                </a:lnTo>
                <a:lnTo>
                  <a:pt x="1402517" y="88651"/>
                </a:lnTo>
                <a:lnTo>
                  <a:pt x="1402179" y="88178"/>
                </a:lnTo>
                <a:lnTo>
                  <a:pt x="1401826" y="87720"/>
                </a:lnTo>
                <a:lnTo>
                  <a:pt x="1401457" y="87277"/>
                </a:lnTo>
                <a:lnTo>
                  <a:pt x="1401076" y="86846"/>
                </a:lnTo>
                <a:lnTo>
                  <a:pt x="1400685" y="86423"/>
                </a:lnTo>
                <a:lnTo>
                  <a:pt x="1400285" y="86010"/>
                </a:lnTo>
                <a:lnTo>
                  <a:pt x="1399875" y="85605"/>
                </a:lnTo>
                <a:lnTo>
                  <a:pt x="1399455" y="85209"/>
                </a:lnTo>
                <a:lnTo>
                  <a:pt x="1399026" y="84823"/>
                </a:lnTo>
                <a:lnTo>
                  <a:pt x="1398588" y="84445"/>
                </a:lnTo>
                <a:lnTo>
                  <a:pt x="1398140" y="84076"/>
                </a:lnTo>
                <a:lnTo>
                  <a:pt x="1397682" y="83716"/>
                </a:lnTo>
                <a:lnTo>
                  <a:pt x="1397215" y="83365"/>
                </a:lnTo>
                <a:lnTo>
                  <a:pt x="1396738" y="83023"/>
                </a:lnTo>
                <a:lnTo>
                  <a:pt x="1396252" y="82690"/>
                </a:lnTo>
                <a:lnTo>
                  <a:pt x="1395756" y="82366"/>
                </a:lnTo>
                <a:lnTo>
                  <a:pt x="1395251" y="82051"/>
                </a:lnTo>
                <a:lnTo>
                  <a:pt x="1394736" y="81744"/>
                </a:lnTo>
                <a:lnTo>
                  <a:pt x="1394212" y="81447"/>
                </a:lnTo>
                <a:lnTo>
                  <a:pt x="1393678" y="81159"/>
                </a:lnTo>
                <a:lnTo>
                  <a:pt x="1393134" y="80879"/>
                </a:lnTo>
                <a:lnTo>
                  <a:pt x="1392581" y="80608"/>
                </a:lnTo>
                <a:lnTo>
                  <a:pt x="1392019" y="80347"/>
                </a:lnTo>
                <a:lnTo>
                  <a:pt x="1391446" y="80094"/>
                </a:lnTo>
                <a:lnTo>
                  <a:pt x="1390865" y="79850"/>
                </a:lnTo>
                <a:lnTo>
                  <a:pt x="1390274" y="79615"/>
                </a:lnTo>
                <a:lnTo>
                  <a:pt x="1389673" y="79389"/>
                </a:lnTo>
                <a:lnTo>
                  <a:pt x="1389065" y="79170"/>
                </a:lnTo>
                <a:lnTo>
                  <a:pt x="1388451" y="78954"/>
                </a:lnTo>
                <a:lnTo>
                  <a:pt x="1387832" y="78741"/>
                </a:lnTo>
                <a:lnTo>
                  <a:pt x="1387207" y="78533"/>
                </a:lnTo>
                <a:lnTo>
                  <a:pt x="1386577" y="78328"/>
                </a:lnTo>
                <a:lnTo>
                  <a:pt x="1385941" y="78127"/>
                </a:lnTo>
                <a:lnTo>
                  <a:pt x="1385299" y="77929"/>
                </a:lnTo>
                <a:lnTo>
                  <a:pt x="1384652" y="77735"/>
                </a:lnTo>
                <a:lnTo>
                  <a:pt x="1384000" y="77545"/>
                </a:lnTo>
                <a:lnTo>
                  <a:pt x="1383342" y="77359"/>
                </a:lnTo>
                <a:lnTo>
                  <a:pt x="1382678" y="77176"/>
                </a:lnTo>
                <a:lnTo>
                  <a:pt x="1382009" y="76997"/>
                </a:lnTo>
                <a:lnTo>
                  <a:pt x="1381335" y="76822"/>
                </a:lnTo>
                <a:lnTo>
                  <a:pt x="1380654" y="76650"/>
                </a:lnTo>
                <a:lnTo>
                  <a:pt x="1379969" y="76482"/>
                </a:lnTo>
                <a:lnTo>
                  <a:pt x="1379278" y="76318"/>
                </a:lnTo>
                <a:lnTo>
                  <a:pt x="1378581" y="76157"/>
                </a:lnTo>
                <a:lnTo>
                  <a:pt x="1377879" y="76000"/>
                </a:lnTo>
                <a:lnTo>
                  <a:pt x="1377171" y="75847"/>
                </a:lnTo>
                <a:lnTo>
                  <a:pt x="1376458" y="75697"/>
                </a:lnTo>
                <a:lnTo>
                  <a:pt x="1375739" y="75551"/>
                </a:lnTo>
                <a:lnTo>
                  <a:pt x="1375014" y="75409"/>
                </a:lnTo>
                <a:lnTo>
                  <a:pt x="1374285" y="75271"/>
                </a:lnTo>
                <a:lnTo>
                  <a:pt x="1373549" y="75136"/>
                </a:lnTo>
                <a:lnTo>
                  <a:pt x="1372977" y="75031"/>
                </a:lnTo>
                <a:lnTo>
                  <a:pt x="1372413" y="74925"/>
                </a:lnTo>
                <a:lnTo>
                  <a:pt x="1371856" y="74815"/>
                </a:lnTo>
                <a:lnTo>
                  <a:pt x="1371307" y="74703"/>
                </a:lnTo>
                <a:lnTo>
                  <a:pt x="1370765" y="74589"/>
                </a:lnTo>
                <a:lnTo>
                  <a:pt x="1370232" y="74472"/>
                </a:lnTo>
                <a:lnTo>
                  <a:pt x="1369706" y="74353"/>
                </a:lnTo>
                <a:lnTo>
                  <a:pt x="1369188" y="74231"/>
                </a:lnTo>
                <a:lnTo>
                  <a:pt x="1368677" y="74107"/>
                </a:lnTo>
                <a:lnTo>
                  <a:pt x="1368174" y="73980"/>
                </a:lnTo>
                <a:lnTo>
                  <a:pt x="1367679" y="73851"/>
                </a:lnTo>
                <a:lnTo>
                  <a:pt x="1367191" y="73720"/>
                </a:lnTo>
                <a:lnTo>
                  <a:pt x="1366711" y="73586"/>
                </a:lnTo>
                <a:lnTo>
                  <a:pt x="1366239" y="73449"/>
                </a:lnTo>
                <a:lnTo>
                  <a:pt x="1365775" y="73310"/>
                </a:lnTo>
                <a:lnTo>
                  <a:pt x="1365318" y="73169"/>
                </a:lnTo>
                <a:lnTo>
                  <a:pt x="1364869" y="73025"/>
                </a:lnTo>
                <a:lnTo>
                  <a:pt x="1364428" y="72878"/>
                </a:lnTo>
                <a:lnTo>
                  <a:pt x="1363994" y="72729"/>
                </a:lnTo>
                <a:lnTo>
                  <a:pt x="1363568" y="72578"/>
                </a:lnTo>
                <a:lnTo>
                  <a:pt x="1363150" y="72424"/>
                </a:lnTo>
                <a:lnTo>
                  <a:pt x="1362739" y="72268"/>
                </a:lnTo>
                <a:lnTo>
                  <a:pt x="1362336" y="72109"/>
                </a:lnTo>
                <a:lnTo>
                  <a:pt x="1361941" y="71948"/>
                </a:lnTo>
                <a:lnTo>
                  <a:pt x="1361553" y="71784"/>
                </a:lnTo>
                <a:lnTo>
                  <a:pt x="1361174" y="71617"/>
                </a:lnTo>
                <a:lnTo>
                  <a:pt x="1360803" y="71448"/>
                </a:lnTo>
                <a:lnTo>
                  <a:pt x="1360439" y="71276"/>
                </a:lnTo>
                <a:lnTo>
                  <a:pt x="1360084" y="71101"/>
                </a:lnTo>
                <a:lnTo>
                  <a:pt x="1359736" y="70923"/>
                </a:lnTo>
                <a:lnTo>
                  <a:pt x="1359397" y="70743"/>
                </a:lnTo>
                <a:lnTo>
                  <a:pt x="1359066" y="70560"/>
                </a:lnTo>
                <a:lnTo>
                  <a:pt x="1358742" y="70374"/>
                </a:lnTo>
                <a:lnTo>
                  <a:pt x="1358427" y="70185"/>
                </a:lnTo>
                <a:lnTo>
                  <a:pt x="1358119" y="69993"/>
                </a:lnTo>
                <a:lnTo>
                  <a:pt x="1357820" y="69799"/>
                </a:lnTo>
                <a:lnTo>
                  <a:pt x="1357529" y="69602"/>
                </a:lnTo>
                <a:lnTo>
                  <a:pt x="1357245" y="69402"/>
                </a:lnTo>
                <a:lnTo>
                  <a:pt x="1356970" y="69199"/>
                </a:lnTo>
                <a:lnTo>
                  <a:pt x="1356702" y="68994"/>
                </a:lnTo>
                <a:lnTo>
                  <a:pt x="1356443" y="68786"/>
                </a:lnTo>
                <a:lnTo>
                  <a:pt x="1356191" y="68575"/>
                </a:lnTo>
                <a:lnTo>
                  <a:pt x="1355948" y="68361"/>
                </a:lnTo>
                <a:lnTo>
                  <a:pt x="1355713" y="68145"/>
                </a:lnTo>
                <a:lnTo>
                  <a:pt x="1355485" y="67925"/>
                </a:lnTo>
                <a:lnTo>
                  <a:pt x="1355266" y="67703"/>
                </a:lnTo>
                <a:lnTo>
                  <a:pt x="1355054" y="67479"/>
                </a:lnTo>
                <a:lnTo>
                  <a:pt x="1354851" y="67251"/>
                </a:lnTo>
                <a:lnTo>
                  <a:pt x="1354656" y="67021"/>
                </a:lnTo>
                <a:lnTo>
                  <a:pt x="1354469" y="66788"/>
                </a:lnTo>
                <a:lnTo>
                  <a:pt x="1354291" y="66552"/>
                </a:lnTo>
                <a:lnTo>
                  <a:pt x="1354121" y="66313"/>
                </a:lnTo>
                <a:lnTo>
                  <a:pt x="1353959" y="66072"/>
                </a:lnTo>
                <a:lnTo>
                  <a:pt x="1353805" y="65828"/>
                </a:lnTo>
                <a:lnTo>
                  <a:pt x="1353660" y="65581"/>
                </a:lnTo>
                <a:lnTo>
                  <a:pt x="1353523" y="65331"/>
                </a:lnTo>
                <a:lnTo>
                  <a:pt x="1353394" y="65078"/>
                </a:lnTo>
                <a:lnTo>
                  <a:pt x="1353274" y="64823"/>
                </a:lnTo>
                <a:lnTo>
                  <a:pt x="1353162" y="64565"/>
                </a:lnTo>
                <a:lnTo>
                  <a:pt x="1353058" y="64304"/>
                </a:lnTo>
                <a:lnTo>
                  <a:pt x="1352963" y="64041"/>
                </a:lnTo>
                <a:lnTo>
                  <a:pt x="1352876" y="63774"/>
                </a:lnTo>
                <a:lnTo>
                  <a:pt x="1352797" y="63505"/>
                </a:lnTo>
                <a:lnTo>
                  <a:pt x="1352726" y="63234"/>
                </a:lnTo>
                <a:lnTo>
                  <a:pt x="1352664" y="62959"/>
                </a:lnTo>
                <a:lnTo>
                  <a:pt x="1352610" y="62681"/>
                </a:lnTo>
                <a:lnTo>
                  <a:pt x="1352564" y="62401"/>
                </a:lnTo>
                <a:lnTo>
                  <a:pt x="1352527" y="62118"/>
                </a:lnTo>
                <a:lnTo>
                  <a:pt x="1352498" y="61833"/>
                </a:lnTo>
                <a:lnTo>
                  <a:pt x="1352477" y="61544"/>
                </a:lnTo>
                <a:lnTo>
                  <a:pt x="1352465" y="61253"/>
                </a:lnTo>
                <a:lnTo>
                  <a:pt x="1352461" y="60959"/>
                </a:lnTo>
                <a:lnTo>
                  <a:pt x="1352468" y="60505"/>
                </a:lnTo>
                <a:lnTo>
                  <a:pt x="1352491" y="60058"/>
                </a:lnTo>
                <a:lnTo>
                  <a:pt x="1352528" y="59619"/>
                </a:lnTo>
                <a:lnTo>
                  <a:pt x="1352581" y="59187"/>
                </a:lnTo>
                <a:lnTo>
                  <a:pt x="1352649" y="58763"/>
                </a:lnTo>
                <a:lnTo>
                  <a:pt x="1352732" y="58346"/>
                </a:lnTo>
                <a:lnTo>
                  <a:pt x="1352830" y="57936"/>
                </a:lnTo>
                <a:lnTo>
                  <a:pt x="1352943" y="57534"/>
                </a:lnTo>
                <a:lnTo>
                  <a:pt x="1353071" y="57139"/>
                </a:lnTo>
                <a:lnTo>
                  <a:pt x="1353214" y="56751"/>
                </a:lnTo>
                <a:lnTo>
                  <a:pt x="1353372" y="56371"/>
                </a:lnTo>
                <a:lnTo>
                  <a:pt x="1353546" y="55998"/>
                </a:lnTo>
                <a:lnTo>
                  <a:pt x="1353734" y="55633"/>
                </a:lnTo>
                <a:lnTo>
                  <a:pt x="1353937" y="55275"/>
                </a:lnTo>
                <a:lnTo>
                  <a:pt x="1354156" y="54924"/>
                </a:lnTo>
                <a:lnTo>
                  <a:pt x="1354389" y="54581"/>
                </a:lnTo>
                <a:lnTo>
                  <a:pt x="1354638" y="54245"/>
                </a:lnTo>
                <a:lnTo>
                  <a:pt x="1354902" y="53917"/>
                </a:lnTo>
                <a:lnTo>
                  <a:pt x="1355181" y="53596"/>
                </a:lnTo>
                <a:lnTo>
                  <a:pt x="1355474" y="53282"/>
                </a:lnTo>
                <a:lnTo>
                  <a:pt x="1355783" y="52975"/>
                </a:lnTo>
                <a:lnTo>
                  <a:pt x="1356107" y="52676"/>
                </a:lnTo>
                <a:lnTo>
                  <a:pt x="1356446" y="52385"/>
                </a:lnTo>
                <a:lnTo>
                  <a:pt x="1356801" y="52101"/>
                </a:lnTo>
                <a:lnTo>
                  <a:pt x="1357169" y="51826"/>
                </a:lnTo>
                <a:lnTo>
                  <a:pt x="1357552" y="51562"/>
                </a:lnTo>
                <a:lnTo>
                  <a:pt x="1357948" y="51311"/>
                </a:lnTo>
                <a:lnTo>
                  <a:pt x="1358359" y="51071"/>
                </a:lnTo>
                <a:lnTo>
                  <a:pt x="1358783" y="50843"/>
                </a:lnTo>
                <a:lnTo>
                  <a:pt x="1359221" y="50627"/>
                </a:lnTo>
                <a:lnTo>
                  <a:pt x="1359673" y="50422"/>
                </a:lnTo>
                <a:lnTo>
                  <a:pt x="1360138" y="50229"/>
                </a:lnTo>
                <a:lnTo>
                  <a:pt x="1360618" y="50047"/>
                </a:lnTo>
                <a:lnTo>
                  <a:pt x="1361111" y="49878"/>
                </a:lnTo>
                <a:lnTo>
                  <a:pt x="1361619" y="49720"/>
                </a:lnTo>
                <a:lnTo>
                  <a:pt x="1362140" y="49574"/>
                </a:lnTo>
                <a:lnTo>
                  <a:pt x="1362674" y="49439"/>
                </a:lnTo>
                <a:lnTo>
                  <a:pt x="1363223" y="49316"/>
                </a:lnTo>
                <a:lnTo>
                  <a:pt x="1363786" y="49205"/>
                </a:lnTo>
                <a:lnTo>
                  <a:pt x="1364362" y="49106"/>
                </a:lnTo>
                <a:lnTo>
                  <a:pt x="1364952" y="49018"/>
                </a:lnTo>
                <a:lnTo>
                  <a:pt x="1365556" y="48942"/>
                </a:lnTo>
                <a:lnTo>
                  <a:pt x="1366174" y="48878"/>
                </a:lnTo>
                <a:lnTo>
                  <a:pt x="1366806" y="48825"/>
                </a:lnTo>
                <a:lnTo>
                  <a:pt x="1367452" y="48784"/>
                </a:lnTo>
                <a:lnTo>
                  <a:pt x="1368111" y="48755"/>
                </a:lnTo>
                <a:lnTo>
                  <a:pt x="1368784" y="48737"/>
                </a:lnTo>
                <a:lnTo>
                  <a:pt x="1369471" y="48731"/>
                </a:lnTo>
                <a:lnTo>
                  <a:pt x="1370174" y="48738"/>
                </a:lnTo>
                <a:lnTo>
                  <a:pt x="1370864" y="48758"/>
                </a:lnTo>
                <a:lnTo>
                  <a:pt x="1371541" y="48791"/>
                </a:lnTo>
                <a:lnTo>
                  <a:pt x="1372206" y="48837"/>
                </a:lnTo>
                <a:lnTo>
                  <a:pt x="1372858" y="48897"/>
                </a:lnTo>
                <a:lnTo>
                  <a:pt x="1373498" y="48970"/>
                </a:lnTo>
                <a:lnTo>
                  <a:pt x="1374125" y="49056"/>
                </a:lnTo>
                <a:lnTo>
                  <a:pt x="1374739" y="49155"/>
                </a:lnTo>
                <a:lnTo>
                  <a:pt x="1375340" y="49268"/>
                </a:lnTo>
                <a:lnTo>
                  <a:pt x="1375930" y="49393"/>
                </a:lnTo>
                <a:lnTo>
                  <a:pt x="1376506" y="49532"/>
                </a:lnTo>
                <a:lnTo>
                  <a:pt x="1377070" y="49685"/>
                </a:lnTo>
                <a:lnTo>
                  <a:pt x="1377621" y="49850"/>
                </a:lnTo>
                <a:lnTo>
                  <a:pt x="1378159" y="50029"/>
                </a:lnTo>
                <a:lnTo>
                  <a:pt x="1378685" y="50221"/>
                </a:lnTo>
                <a:lnTo>
                  <a:pt x="1379199" y="50426"/>
                </a:lnTo>
                <a:lnTo>
                  <a:pt x="1379699" y="50644"/>
                </a:lnTo>
                <a:lnTo>
                  <a:pt x="1380187" y="50876"/>
                </a:lnTo>
                <a:lnTo>
                  <a:pt x="1380663" y="51121"/>
                </a:lnTo>
                <a:lnTo>
                  <a:pt x="1381126" y="51379"/>
                </a:lnTo>
                <a:lnTo>
                  <a:pt x="1381576" y="51650"/>
                </a:lnTo>
                <a:lnTo>
                  <a:pt x="1382013" y="51935"/>
                </a:lnTo>
                <a:lnTo>
                  <a:pt x="1382438" y="52233"/>
                </a:lnTo>
                <a:lnTo>
                  <a:pt x="1382851" y="52544"/>
                </a:lnTo>
                <a:lnTo>
                  <a:pt x="1383250" y="52867"/>
                </a:lnTo>
                <a:lnTo>
                  <a:pt x="1383636" y="53199"/>
                </a:lnTo>
                <a:lnTo>
                  <a:pt x="1384007" y="53542"/>
                </a:lnTo>
                <a:lnTo>
                  <a:pt x="1384365" y="53895"/>
                </a:lnTo>
                <a:lnTo>
                  <a:pt x="1384709" y="54258"/>
                </a:lnTo>
                <a:lnTo>
                  <a:pt x="1385039" y="54632"/>
                </a:lnTo>
                <a:lnTo>
                  <a:pt x="1385355" y="55015"/>
                </a:lnTo>
                <a:lnTo>
                  <a:pt x="1385658" y="55409"/>
                </a:lnTo>
                <a:lnTo>
                  <a:pt x="1385946" y="55813"/>
                </a:lnTo>
                <a:lnTo>
                  <a:pt x="1386221" y="56226"/>
                </a:lnTo>
                <a:lnTo>
                  <a:pt x="1386481" y="56651"/>
                </a:lnTo>
                <a:lnTo>
                  <a:pt x="1386728" y="57085"/>
                </a:lnTo>
                <a:lnTo>
                  <a:pt x="1386961" y="57529"/>
                </a:lnTo>
                <a:lnTo>
                  <a:pt x="1387181" y="57984"/>
                </a:lnTo>
                <a:lnTo>
                  <a:pt x="1387386" y="58448"/>
                </a:lnTo>
                <a:lnTo>
                  <a:pt x="1387577" y="58923"/>
                </a:lnTo>
                <a:lnTo>
                  <a:pt x="1387755" y="59408"/>
                </a:lnTo>
                <a:lnTo>
                  <a:pt x="1387919" y="59903"/>
                </a:lnTo>
                <a:lnTo>
                  <a:pt x="1388069" y="60408"/>
                </a:lnTo>
                <a:lnTo>
                  <a:pt x="1388205" y="60924"/>
                </a:lnTo>
                <a:lnTo>
                  <a:pt x="1388327" y="61449"/>
                </a:lnTo>
                <a:lnTo>
                  <a:pt x="1388435" y="61985"/>
                </a:lnTo>
                <a:lnTo>
                  <a:pt x="1388530" y="62531"/>
                </a:lnTo>
                <a:lnTo>
                  <a:pt x="1388610" y="63087"/>
                </a:lnTo>
                <a:lnTo>
                  <a:pt x="1403320" y="63087"/>
                </a:lnTo>
                <a:lnTo>
                  <a:pt x="1403175" y="62005"/>
                </a:lnTo>
                <a:lnTo>
                  <a:pt x="1403004" y="60944"/>
                </a:lnTo>
                <a:lnTo>
                  <a:pt x="1402808" y="59905"/>
                </a:lnTo>
                <a:lnTo>
                  <a:pt x="1402586" y="58888"/>
                </a:lnTo>
                <a:lnTo>
                  <a:pt x="1402340" y="57892"/>
                </a:lnTo>
                <a:lnTo>
                  <a:pt x="1402068" y="56917"/>
                </a:lnTo>
                <a:lnTo>
                  <a:pt x="1401771" y="55965"/>
                </a:lnTo>
                <a:lnTo>
                  <a:pt x="1401449" y="55033"/>
                </a:lnTo>
                <a:lnTo>
                  <a:pt x="1401102" y="54123"/>
                </a:lnTo>
                <a:lnTo>
                  <a:pt x="1400729" y="53235"/>
                </a:lnTo>
                <a:lnTo>
                  <a:pt x="1400331" y="52368"/>
                </a:lnTo>
                <a:lnTo>
                  <a:pt x="1399908" y="51523"/>
                </a:lnTo>
                <a:lnTo>
                  <a:pt x="1399460" y="50700"/>
                </a:lnTo>
                <a:lnTo>
                  <a:pt x="1398986" y="49898"/>
                </a:lnTo>
                <a:lnTo>
                  <a:pt x="1398488" y="49117"/>
                </a:lnTo>
                <a:lnTo>
                  <a:pt x="1397964" y="48358"/>
                </a:lnTo>
                <a:lnTo>
                  <a:pt x="1397415" y="47620"/>
                </a:lnTo>
                <a:lnTo>
                  <a:pt x="1396840" y="46905"/>
                </a:lnTo>
                <a:lnTo>
                  <a:pt x="1396240" y="46210"/>
                </a:lnTo>
                <a:lnTo>
                  <a:pt x="1395616" y="45537"/>
                </a:lnTo>
                <a:lnTo>
                  <a:pt x="1394965" y="44886"/>
                </a:lnTo>
                <a:lnTo>
                  <a:pt x="1394290" y="44256"/>
                </a:lnTo>
                <a:lnTo>
                  <a:pt x="1393590" y="43648"/>
                </a:lnTo>
                <a:lnTo>
                  <a:pt x="1392864" y="43061"/>
                </a:lnTo>
                <a:lnTo>
                  <a:pt x="1392116" y="42497"/>
                </a:lnTo>
                <a:lnTo>
                  <a:pt x="1391349" y="41957"/>
                </a:lnTo>
                <a:lnTo>
                  <a:pt x="1390563" y="41441"/>
                </a:lnTo>
                <a:lnTo>
                  <a:pt x="1389758" y="40949"/>
                </a:lnTo>
                <a:lnTo>
                  <a:pt x="1388933" y="40481"/>
                </a:lnTo>
                <a:lnTo>
                  <a:pt x="1388090" y="40037"/>
                </a:lnTo>
                <a:lnTo>
                  <a:pt x="1387228" y="39617"/>
                </a:lnTo>
                <a:lnTo>
                  <a:pt x="1386346" y="39221"/>
                </a:lnTo>
                <a:lnTo>
                  <a:pt x="1385446" y="38849"/>
                </a:lnTo>
                <a:lnTo>
                  <a:pt x="1384526" y="38502"/>
                </a:lnTo>
                <a:lnTo>
                  <a:pt x="1383587" y="38178"/>
                </a:lnTo>
                <a:lnTo>
                  <a:pt x="1382630" y="37878"/>
                </a:lnTo>
                <a:lnTo>
                  <a:pt x="1381653" y="37602"/>
                </a:lnTo>
                <a:lnTo>
                  <a:pt x="1380657" y="37350"/>
                </a:lnTo>
                <a:lnTo>
                  <a:pt x="1379642" y="37122"/>
                </a:lnTo>
                <a:lnTo>
                  <a:pt x="1378608" y="36918"/>
                </a:lnTo>
                <a:lnTo>
                  <a:pt x="1377555" y="36738"/>
                </a:lnTo>
                <a:lnTo>
                  <a:pt x="1376483" y="36582"/>
                </a:lnTo>
                <a:lnTo>
                  <a:pt x="1375392" y="36450"/>
                </a:lnTo>
                <a:lnTo>
                  <a:pt x="1374282" y="36342"/>
                </a:lnTo>
                <a:lnTo>
                  <a:pt x="1373152" y="36258"/>
                </a:lnTo>
                <a:lnTo>
                  <a:pt x="1372004" y="36198"/>
                </a:lnTo>
                <a:lnTo>
                  <a:pt x="1370836" y="36162"/>
                </a:lnTo>
                <a:lnTo>
                  <a:pt x="1369650" y="36150"/>
                </a:lnTo>
                <a:lnTo>
                  <a:pt x="1368842" y="36156"/>
                </a:lnTo>
                <a:lnTo>
                  <a:pt x="1368042" y="36173"/>
                </a:lnTo>
                <a:lnTo>
                  <a:pt x="1367250" y="36202"/>
                </a:lnTo>
                <a:lnTo>
                  <a:pt x="1366467" y="36243"/>
                </a:lnTo>
                <a:lnTo>
                  <a:pt x="1365692" y="36296"/>
                </a:lnTo>
                <a:lnTo>
                  <a:pt x="1364926" y="36360"/>
                </a:lnTo>
                <a:lnTo>
                  <a:pt x="1364167" y="36436"/>
                </a:lnTo>
                <a:lnTo>
                  <a:pt x="1363417" y="36524"/>
                </a:lnTo>
                <a:lnTo>
                  <a:pt x="1362676" y="36623"/>
                </a:lnTo>
                <a:lnTo>
                  <a:pt x="1361942" y="36735"/>
                </a:lnTo>
                <a:lnTo>
                  <a:pt x="1361217" y="36857"/>
                </a:lnTo>
                <a:lnTo>
                  <a:pt x="1360500" y="36992"/>
                </a:lnTo>
                <a:lnTo>
                  <a:pt x="1359792" y="37138"/>
                </a:lnTo>
                <a:lnTo>
                  <a:pt x="1359092" y="37296"/>
                </a:lnTo>
                <a:lnTo>
                  <a:pt x="1358400" y="37466"/>
                </a:lnTo>
                <a:lnTo>
                  <a:pt x="1357716" y="37647"/>
                </a:lnTo>
                <a:lnTo>
                  <a:pt x="1357041" y="37840"/>
                </a:lnTo>
                <a:lnTo>
                  <a:pt x="1356374" y="38045"/>
                </a:lnTo>
                <a:lnTo>
                  <a:pt x="1355716" y="38261"/>
                </a:lnTo>
                <a:lnTo>
                  <a:pt x="1355065" y="38489"/>
                </a:lnTo>
                <a:lnTo>
                  <a:pt x="1354423" y="38729"/>
                </a:lnTo>
                <a:lnTo>
                  <a:pt x="1353790" y="38981"/>
                </a:lnTo>
                <a:lnTo>
                  <a:pt x="1353164" y="39244"/>
                </a:lnTo>
                <a:lnTo>
                  <a:pt x="1352547" y="39519"/>
                </a:lnTo>
                <a:lnTo>
                  <a:pt x="1351940" y="39804"/>
                </a:lnTo>
                <a:lnTo>
                  <a:pt x="1351346" y="40098"/>
                </a:lnTo>
                <a:lnTo>
                  <a:pt x="1350763" y="40401"/>
                </a:lnTo>
                <a:lnTo>
                  <a:pt x="1350192" y="40712"/>
                </a:lnTo>
                <a:lnTo>
                  <a:pt x="1349634" y="41033"/>
                </a:lnTo>
                <a:lnTo>
                  <a:pt x="1349087" y="41363"/>
                </a:lnTo>
                <a:lnTo>
                  <a:pt x="1348552" y="41701"/>
                </a:lnTo>
                <a:lnTo>
                  <a:pt x="1348029" y="42049"/>
                </a:lnTo>
                <a:lnTo>
                  <a:pt x="1347519" y="42405"/>
                </a:lnTo>
                <a:lnTo>
                  <a:pt x="1347020" y="42771"/>
                </a:lnTo>
                <a:lnTo>
                  <a:pt x="1346533" y="43145"/>
                </a:lnTo>
                <a:lnTo>
                  <a:pt x="1346058" y="43528"/>
                </a:lnTo>
                <a:lnTo>
                  <a:pt x="1345595" y="43920"/>
                </a:lnTo>
                <a:lnTo>
                  <a:pt x="1345145" y="44321"/>
                </a:lnTo>
                <a:lnTo>
                  <a:pt x="1344706" y="44731"/>
                </a:lnTo>
                <a:lnTo>
                  <a:pt x="1344279" y="45150"/>
                </a:lnTo>
                <a:lnTo>
                  <a:pt x="1343864" y="45578"/>
                </a:lnTo>
                <a:lnTo>
                  <a:pt x="1343461" y="46015"/>
                </a:lnTo>
                <a:lnTo>
                  <a:pt x="1343070" y="46461"/>
                </a:lnTo>
                <a:lnTo>
                  <a:pt x="1342691" y="46915"/>
                </a:lnTo>
                <a:lnTo>
                  <a:pt x="1342325" y="47379"/>
                </a:lnTo>
                <a:lnTo>
                  <a:pt x="1341970" y="47852"/>
                </a:lnTo>
                <a:lnTo>
                  <a:pt x="1341627" y="48333"/>
                </a:lnTo>
                <a:lnTo>
                  <a:pt x="1341296" y="48823"/>
                </a:lnTo>
                <a:lnTo>
                  <a:pt x="1340978" y="49321"/>
                </a:lnTo>
                <a:lnTo>
                  <a:pt x="1340673" y="49824"/>
                </a:lnTo>
                <a:lnTo>
                  <a:pt x="1340382" y="50333"/>
                </a:lnTo>
                <a:lnTo>
                  <a:pt x="1340104" y="50849"/>
                </a:lnTo>
                <a:lnTo>
                  <a:pt x="1339840" y="51369"/>
                </a:lnTo>
                <a:lnTo>
                  <a:pt x="1339590" y="51896"/>
                </a:lnTo>
                <a:lnTo>
                  <a:pt x="1339353" y="52429"/>
                </a:lnTo>
                <a:lnTo>
                  <a:pt x="1339130" y="52967"/>
                </a:lnTo>
                <a:lnTo>
                  <a:pt x="1338920" y="53512"/>
                </a:lnTo>
                <a:lnTo>
                  <a:pt x="1338723" y="54062"/>
                </a:lnTo>
                <a:lnTo>
                  <a:pt x="1338541" y="54618"/>
                </a:lnTo>
                <a:lnTo>
                  <a:pt x="1338371" y="55180"/>
                </a:lnTo>
                <a:lnTo>
                  <a:pt x="1338216" y="55747"/>
                </a:lnTo>
                <a:lnTo>
                  <a:pt x="1338074" y="56321"/>
                </a:lnTo>
                <a:lnTo>
                  <a:pt x="1337945" y="56900"/>
                </a:lnTo>
                <a:lnTo>
                  <a:pt x="1337830" y="57486"/>
                </a:lnTo>
                <a:lnTo>
                  <a:pt x="1337728" y="58077"/>
                </a:lnTo>
                <a:lnTo>
                  <a:pt x="1337640" y="58674"/>
                </a:lnTo>
                <a:lnTo>
                  <a:pt x="1337566" y="59277"/>
                </a:lnTo>
                <a:lnTo>
                  <a:pt x="1337505" y="59885"/>
                </a:lnTo>
                <a:lnTo>
                  <a:pt x="1337458" y="60500"/>
                </a:lnTo>
                <a:lnTo>
                  <a:pt x="1337424" y="61120"/>
                </a:lnTo>
                <a:lnTo>
                  <a:pt x="1337403" y="61746"/>
                </a:lnTo>
                <a:lnTo>
                  <a:pt x="1337397" y="62378"/>
                </a:lnTo>
                <a:lnTo>
                  <a:pt x="1337401" y="62892"/>
                </a:lnTo>
                <a:lnTo>
                  <a:pt x="1337415" y="63399"/>
                </a:lnTo>
                <a:lnTo>
                  <a:pt x="1337437" y="63899"/>
                </a:lnTo>
                <a:lnTo>
                  <a:pt x="1337468" y="64392"/>
                </a:lnTo>
                <a:lnTo>
                  <a:pt x="1337508" y="64878"/>
                </a:lnTo>
                <a:lnTo>
                  <a:pt x="1337557" y="65358"/>
                </a:lnTo>
                <a:lnTo>
                  <a:pt x="1337615" y="65831"/>
                </a:lnTo>
                <a:lnTo>
                  <a:pt x="1337682" y="66297"/>
                </a:lnTo>
                <a:lnTo>
                  <a:pt x="1337758" y="66757"/>
                </a:lnTo>
                <a:lnTo>
                  <a:pt x="1337843" y="67209"/>
                </a:lnTo>
                <a:lnTo>
                  <a:pt x="1337936" y="67655"/>
                </a:lnTo>
                <a:lnTo>
                  <a:pt x="1338039" y="68094"/>
                </a:lnTo>
                <a:lnTo>
                  <a:pt x="1338150" y="68526"/>
                </a:lnTo>
                <a:lnTo>
                  <a:pt x="1338271" y="68952"/>
                </a:lnTo>
                <a:lnTo>
                  <a:pt x="1338400" y="69371"/>
                </a:lnTo>
                <a:lnTo>
                  <a:pt x="1338538" y="69783"/>
                </a:lnTo>
                <a:lnTo>
                  <a:pt x="1338686" y="70188"/>
                </a:lnTo>
                <a:lnTo>
                  <a:pt x="1338842" y="70586"/>
                </a:lnTo>
                <a:lnTo>
                  <a:pt x="1339007" y="70978"/>
                </a:lnTo>
                <a:lnTo>
                  <a:pt x="1339181" y="71363"/>
                </a:lnTo>
                <a:lnTo>
                  <a:pt x="1339363" y="71741"/>
                </a:lnTo>
                <a:lnTo>
                  <a:pt x="1339555" y="72112"/>
                </a:lnTo>
                <a:lnTo>
                  <a:pt x="1339756" y="72477"/>
                </a:lnTo>
                <a:lnTo>
                  <a:pt x="1339965" y="72835"/>
                </a:lnTo>
                <a:lnTo>
                  <a:pt x="1340183" y="73187"/>
                </a:lnTo>
                <a:lnTo>
                  <a:pt x="1340407" y="73534"/>
                </a:lnTo>
                <a:lnTo>
                  <a:pt x="1340637" y="73877"/>
                </a:lnTo>
                <a:lnTo>
                  <a:pt x="1340874" y="74215"/>
                </a:lnTo>
                <a:lnTo>
                  <a:pt x="1341118" y="74548"/>
                </a:lnTo>
                <a:lnTo>
                  <a:pt x="1341367" y="74877"/>
                </a:lnTo>
                <a:lnTo>
                  <a:pt x="1341624" y="75202"/>
                </a:lnTo>
                <a:lnTo>
                  <a:pt x="1341886" y="75521"/>
                </a:lnTo>
                <a:lnTo>
                  <a:pt x="1342155" y="75836"/>
                </a:lnTo>
                <a:lnTo>
                  <a:pt x="1342431" y="76147"/>
                </a:lnTo>
                <a:lnTo>
                  <a:pt x="1342713" y="76453"/>
                </a:lnTo>
                <a:lnTo>
                  <a:pt x="1343001" y="76754"/>
                </a:lnTo>
                <a:lnTo>
                  <a:pt x="1343296" y="77051"/>
                </a:lnTo>
                <a:lnTo>
                  <a:pt x="1343598" y="77343"/>
                </a:lnTo>
                <a:lnTo>
                  <a:pt x="1343905" y="77631"/>
                </a:lnTo>
                <a:lnTo>
                  <a:pt x="1344220" y="77914"/>
                </a:lnTo>
                <a:lnTo>
                  <a:pt x="1344540" y="78192"/>
                </a:lnTo>
                <a:lnTo>
                  <a:pt x="1344868" y="78466"/>
                </a:lnTo>
                <a:lnTo>
                  <a:pt x="1345201" y="78735"/>
                </a:lnTo>
                <a:lnTo>
                  <a:pt x="1345541" y="78999"/>
                </a:lnTo>
                <a:lnTo>
                  <a:pt x="1345888" y="79259"/>
                </a:lnTo>
                <a:lnTo>
                  <a:pt x="1346241" y="79514"/>
                </a:lnTo>
                <a:lnTo>
                  <a:pt x="1346600" y="79765"/>
                </a:lnTo>
                <a:lnTo>
                  <a:pt x="1346966" y="80011"/>
                </a:lnTo>
                <a:lnTo>
                  <a:pt x="1347338" y="80253"/>
                </a:lnTo>
                <a:lnTo>
                  <a:pt x="1347713" y="80490"/>
                </a:lnTo>
                <a:lnTo>
                  <a:pt x="1348093" y="80724"/>
                </a:lnTo>
                <a:lnTo>
                  <a:pt x="1348478" y="80954"/>
                </a:lnTo>
                <a:lnTo>
                  <a:pt x="1348866" y="81179"/>
                </a:lnTo>
                <a:lnTo>
                  <a:pt x="1349259" y="81401"/>
                </a:lnTo>
                <a:lnTo>
                  <a:pt x="1349657" y="81619"/>
                </a:lnTo>
                <a:lnTo>
                  <a:pt x="1350058" y="81832"/>
                </a:lnTo>
                <a:lnTo>
                  <a:pt x="1350464" y="82042"/>
                </a:lnTo>
                <a:lnTo>
                  <a:pt x="1350874" y="82248"/>
                </a:lnTo>
                <a:lnTo>
                  <a:pt x="1351289" y="82449"/>
                </a:lnTo>
                <a:lnTo>
                  <a:pt x="1351708" y="82647"/>
                </a:lnTo>
                <a:lnTo>
                  <a:pt x="1352131" y="82841"/>
                </a:lnTo>
                <a:lnTo>
                  <a:pt x="1352558" y="83030"/>
                </a:lnTo>
                <a:lnTo>
                  <a:pt x="1352990" y="83216"/>
                </a:lnTo>
                <a:lnTo>
                  <a:pt x="1353426" y="83398"/>
                </a:lnTo>
                <a:lnTo>
                  <a:pt x="1353866" y="83576"/>
                </a:lnTo>
                <a:lnTo>
                  <a:pt x="1354311" y="83749"/>
                </a:lnTo>
                <a:lnTo>
                  <a:pt x="1354759" y="83919"/>
                </a:lnTo>
                <a:lnTo>
                  <a:pt x="1355213" y="84085"/>
                </a:lnTo>
                <a:lnTo>
                  <a:pt x="1355670" y="84247"/>
                </a:lnTo>
                <a:lnTo>
                  <a:pt x="1356132" y="84404"/>
                </a:lnTo>
                <a:lnTo>
                  <a:pt x="1356598" y="84558"/>
                </a:lnTo>
                <a:lnTo>
                  <a:pt x="1357068" y="84708"/>
                </a:lnTo>
                <a:lnTo>
                  <a:pt x="1357541" y="84854"/>
                </a:lnTo>
                <a:lnTo>
                  <a:pt x="1358015" y="84998"/>
                </a:lnTo>
                <a:lnTo>
                  <a:pt x="1358489" y="85140"/>
                </a:lnTo>
                <a:lnTo>
                  <a:pt x="1358963" y="85279"/>
                </a:lnTo>
                <a:lnTo>
                  <a:pt x="1359439" y="85415"/>
                </a:lnTo>
                <a:lnTo>
                  <a:pt x="1359915" y="85549"/>
                </a:lnTo>
                <a:lnTo>
                  <a:pt x="1360391" y="85681"/>
                </a:lnTo>
                <a:lnTo>
                  <a:pt x="1360868" y="85810"/>
                </a:lnTo>
                <a:lnTo>
                  <a:pt x="1361346" y="85937"/>
                </a:lnTo>
                <a:lnTo>
                  <a:pt x="1361824" y="86061"/>
                </a:lnTo>
                <a:lnTo>
                  <a:pt x="1362303" y="86183"/>
                </a:lnTo>
                <a:lnTo>
                  <a:pt x="1362783" y="86302"/>
                </a:lnTo>
                <a:lnTo>
                  <a:pt x="1363263" y="86419"/>
                </a:lnTo>
                <a:lnTo>
                  <a:pt x="1363744" y="86533"/>
                </a:lnTo>
                <a:lnTo>
                  <a:pt x="1364226" y="86645"/>
                </a:lnTo>
                <a:lnTo>
                  <a:pt x="1364708" y="86755"/>
                </a:lnTo>
                <a:lnTo>
                  <a:pt x="1365191" y="86862"/>
                </a:lnTo>
                <a:lnTo>
                  <a:pt x="1365674" y="86966"/>
                </a:lnTo>
                <a:lnTo>
                  <a:pt x="1366158" y="87068"/>
                </a:lnTo>
                <a:lnTo>
                  <a:pt x="1366643" y="87168"/>
                </a:lnTo>
                <a:lnTo>
                  <a:pt x="1367128" y="87265"/>
                </a:lnTo>
                <a:lnTo>
                  <a:pt x="1367614" y="87360"/>
                </a:lnTo>
                <a:lnTo>
                  <a:pt x="1368100" y="87452"/>
                </a:lnTo>
                <a:lnTo>
                  <a:pt x="1368587" y="87542"/>
                </a:lnTo>
                <a:lnTo>
                  <a:pt x="1369174" y="87646"/>
                </a:lnTo>
                <a:lnTo>
                  <a:pt x="1369754" y="87752"/>
                </a:lnTo>
                <a:lnTo>
                  <a:pt x="1370326" y="87859"/>
                </a:lnTo>
                <a:lnTo>
                  <a:pt x="1370891" y="87968"/>
                </a:lnTo>
                <a:lnTo>
                  <a:pt x="1371448" y="88078"/>
                </a:lnTo>
                <a:lnTo>
                  <a:pt x="1371998" y="88190"/>
                </a:lnTo>
                <a:lnTo>
                  <a:pt x="1372541" y="88304"/>
                </a:lnTo>
                <a:lnTo>
                  <a:pt x="1373076" y="88419"/>
                </a:lnTo>
                <a:lnTo>
                  <a:pt x="1373604" y="88535"/>
                </a:lnTo>
                <a:lnTo>
                  <a:pt x="1374124" y="88653"/>
                </a:lnTo>
                <a:lnTo>
                  <a:pt x="1374637" y="88773"/>
                </a:lnTo>
                <a:lnTo>
                  <a:pt x="1375143" y="88894"/>
                </a:lnTo>
                <a:lnTo>
                  <a:pt x="1375641" y="89017"/>
                </a:lnTo>
                <a:lnTo>
                  <a:pt x="1376132" y="89141"/>
                </a:lnTo>
                <a:lnTo>
                  <a:pt x="1376616" y="89266"/>
                </a:lnTo>
                <a:lnTo>
                  <a:pt x="1377092" y="89394"/>
                </a:lnTo>
                <a:lnTo>
                  <a:pt x="1377561" y="89523"/>
                </a:lnTo>
                <a:lnTo>
                  <a:pt x="1378023" y="89653"/>
                </a:lnTo>
                <a:lnTo>
                  <a:pt x="1378477" y="89785"/>
                </a:lnTo>
                <a:lnTo>
                  <a:pt x="1378923" y="89918"/>
                </a:lnTo>
                <a:lnTo>
                  <a:pt x="1379363" y="90053"/>
                </a:lnTo>
                <a:lnTo>
                  <a:pt x="1379795" y="90190"/>
                </a:lnTo>
                <a:lnTo>
                  <a:pt x="1380219" y="90328"/>
                </a:lnTo>
                <a:lnTo>
                  <a:pt x="1380636" y="90468"/>
                </a:lnTo>
                <a:lnTo>
                  <a:pt x="1381046" y="90610"/>
                </a:lnTo>
                <a:lnTo>
                  <a:pt x="1381447" y="90756"/>
                </a:lnTo>
                <a:lnTo>
                  <a:pt x="1381839" y="90906"/>
                </a:lnTo>
                <a:lnTo>
                  <a:pt x="1382224" y="91060"/>
                </a:lnTo>
                <a:lnTo>
                  <a:pt x="1382600" y="91218"/>
                </a:lnTo>
                <a:lnTo>
                  <a:pt x="1382968" y="91381"/>
                </a:lnTo>
                <a:lnTo>
                  <a:pt x="1383327" y="91547"/>
                </a:lnTo>
                <a:lnTo>
                  <a:pt x="1383678" y="91717"/>
                </a:lnTo>
                <a:lnTo>
                  <a:pt x="1384021" y="91891"/>
                </a:lnTo>
                <a:lnTo>
                  <a:pt x="1384356" y="92070"/>
                </a:lnTo>
                <a:lnTo>
                  <a:pt x="1384682" y="92252"/>
                </a:lnTo>
                <a:lnTo>
                  <a:pt x="1385000" y="92438"/>
                </a:lnTo>
                <a:lnTo>
                  <a:pt x="1385309" y="92628"/>
                </a:lnTo>
                <a:lnTo>
                  <a:pt x="1385611" y="92823"/>
                </a:lnTo>
                <a:lnTo>
                  <a:pt x="1385904" y="93021"/>
                </a:lnTo>
                <a:lnTo>
                  <a:pt x="1386188" y="93223"/>
                </a:lnTo>
                <a:lnTo>
                  <a:pt x="1386465" y="93430"/>
                </a:lnTo>
                <a:lnTo>
                  <a:pt x="1386733" y="93640"/>
                </a:lnTo>
                <a:lnTo>
                  <a:pt x="1386993" y="93854"/>
                </a:lnTo>
                <a:lnTo>
                  <a:pt x="1387244" y="94073"/>
                </a:lnTo>
                <a:lnTo>
                  <a:pt x="1387487" y="94295"/>
                </a:lnTo>
                <a:lnTo>
                  <a:pt x="1387722" y="94521"/>
                </a:lnTo>
                <a:lnTo>
                  <a:pt x="1387949" y="94752"/>
                </a:lnTo>
                <a:lnTo>
                  <a:pt x="1388167" y="94986"/>
                </a:lnTo>
                <a:lnTo>
                  <a:pt x="1388377" y="95227"/>
                </a:lnTo>
                <a:lnTo>
                  <a:pt x="1388578" y="95477"/>
                </a:lnTo>
                <a:lnTo>
                  <a:pt x="1388770" y="95736"/>
                </a:lnTo>
                <a:lnTo>
                  <a:pt x="1388953" y="96004"/>
                </a:lnTo>
                <a:lnTo>
                  <a:pt x="1389127" y="96282"/>
                </a:lnTo>
                <a:lnTo>
                  <a:pt x="1389292" y="96569"/>
                </a:lnTo>
                <a:lnTo>
                  <a:pt x="1389448" y="96865"/>
                </a:lnTo>
                <a:lnTo>
                  <a:pt x="1389595" y="97171"/>
                </a:lnTo>
                <a:lnTo>
                  <a:pt x="1389734" y="97485"/>
                </a:lnTo>
                <a:lnTo>
                  <a:pt x="1389863" y="97809"/>
                </a:lnTo>
                <a:lnTo>
                  <a:pt x="1389984" y="98143"/>
                </a:lnTo>
                <a:lnTo>
                  <a:pt x="1390096" y="98485"/>
                </a:lnTo>
                <a:lnTo>
                  <a:pt x="1390198" y="98837"/>
                </a:lnTo>
                <a:lnTo>
                  <a:pt x="1390292" y="99197"/>
                </a:lnTo>
                <a:lnTo>
                  <a:pt x="1390377" y="99568"/>
                </a:lnTo>
                <a:lnTo>
                  <a:pt x="1390453" y="99947"/>
                </a:lnTo>
                <a:lnTo>
                  <a:pt x="1390520" y="100335"/>
                </a:lnTo>
                <a:lnTo>
                  <a:pt x="1390578" y="100733"/>
                </a:lnTo>
                <a:lnTo>
                  <a:pt x="1390627" y="101140"/>
                </a:lnTo>
                <a:lnTo>
                  <a:pt x="1390667" y="101557"/>
                </a:lnTo>
                <a:lnTo>
                  <a:pt x="1390698" y="101982"/>
                </a:lnTo>
                <a:lnTo>
                  <a:pt x="1390721" y="102417"/>
                </a:lnTo>
                <a:lnTo>
                  <a:pt x="1390734" y="102861"/>
                </a:lnTo>
                <a:lnTo>
                  <a:pt x="1390738" y="103314"/>
                </a:lnTo>
                <a:lnTo>
                  <a:pt x="1390735" y="103623"/>
                </a:lnTo>
                <a:lnTo>
                  <a:pt x="1390724" y="103931"/>
                </a:lnTo>
                <a:lnTo>
                  <a:pt x="1390707" y="104236"/>
                </a:lnTo>
                <a:lnTo>
                  <a:pt x="1390682" y="104540"/>
                </a:lnTo>
                <a:lnTo>
                  <a:pt x="1390650" y="104842"/>
                </a:lnTo>
                <a:lnTo>
                  <a:pt x="1390611" y="105141"/>
                </a:lnTo>
                <a:lnTo>
                  <a:pt x="1390565" y="105440"/>
                </a:lnTo>
                <a:lnTo>
                  <a:pt x="1390512" y="105736"/>
                </a:lnTo>
                <a:lnTo>
                  <a:pt x="1390452" y="106030"/>
                </a:lnTo>
                <a:lnTo>
                  <a:pt x="1390384" y="106323"/>
                </a:lnTo>
                <a:lnTo>
                  <a:pt x="1390310" y="106614"/>
                </a:lnTo>
                <a:lnTo>
                  <a:pt x="1390229" y="106902"/>
                </a:lnTo>
                <a:lnTo>
                  <a:pt x="1390140" y="107190"/>
                </a:lnTo>
                <a:lnTo>
                  <a:pt x="1390045" y="107475"/>
                </a:lnTo>
                <a:lnTo>
                  <a:pt x="1389942" y="107758"/>
                </a:lnTo>
                <a:lnTo>
                  <a:pt x="1389832" y="108040"/>
                </a:lnTo>
                <a:lnTo>
                  <a:pt x="1389715" y="108319"/>
                </a:lnTo>
                <a:lnTo>
                  <a:pt x="1389592" y="108597"/>
                </a:lnTo>
                <a:lnTo>
                  <a:pt x="1389461" y="108873"/>
                </a:lnTo>
                <a:lnTo>
                  <a:pt x="1389323" y="109147"/>
                </a:lnTo>
                <a:lnTo>
                  <a:pt x="1389177" y="109420"/>
                </a:lnTo>
                <a:lnTo>
                  <a:pt x="1389025" y="109690"/>
                </a:lnTo>
                <a:lnTo>
                  <a:pt x="1388866" y="109959"/>
                </a:lnTo>
                <a:lnTo>
                  <a:pt x="1388700" y="110226"/>
                </a:lnTo>
                <a:lnTo>
                  <a:pt x="1388526" y="110489"/>
                </a:lnTo>
                <a:lnTo>
                  <a:pt x="1388346" y="110748"/>
                </a:lnTo>
                <a:lnTo>
                  <a:pt x="1388158" y="111002"/>
                </a:lnTo>
                <a:lnTo>
                  <a:pt x="1387963" y="111251"/>
                </a:lnTo>
                <a:lnTo>
                  <a:pt x="1387762" y="111496"/>
                </a:lnTo>
                <a:lnTo>
                  <a:pt x="1387553" y="111737"/>
                </a:lnTo>
                <a:lnTo>
                  <a:pt x="1387337" y="111972"/>
                </a:lnTo>
                <a:lnTo>
                  <a:pt x="1387114" y="112203"/>
                </a:lnTo>
                <a:lnTo>
                  <a:pt x="1386884" y="112430"/>
                </a:lnTo>
                <a:lnTo>
                  <a:pt x="1386647" y="112652"/>
                </a:lnTo>
                <a:lnTo>
                  <a:pt x="1386403" y="112869"/>
                </a:lnTo>
                <a:lnTo>
                  <a:pt x="1386152" y="113082"/>
                </a:lnTo>
                <a:lnTo>
                  <a:pt x="1385893" y="113290"/>
                </a:lnTo>
                <a:lnTo>
                  <a:pt x="1385628" y="113493"/>
                </a:lnTo>
                <a:lnTo>
                  <a:pt x="1385356" y="113692"/>
                </a:lnTo>
                <a:lnTo>
                  <a:pt x="1385076" y="113886"/>
                </a:lnTo>
                <a:lnTo>
                  <a:pt x="1384790" y="114076"/>
                </a:lnTo>
                <a:lnTo>
                  <a:pt x="1384496" y="114261"/>
                </a:lnTo>
                <a:lnTo>
                  <a:pt x="1384195" y="114441"/>
                </a:lnTo>
                <a:lnTo>
                  <a:pt x="1383888" y="114617"/>
                </a:lnTo>
                <a:lnTo>
                  <a:pt x="1383573" y="114788"/>
                </a:lnTo>
                <a:lnTo>
                  <a:pt x="1383251" y="114955"/>
                </a:lnTo>
                <a:lnTo>
                  <a:pt x="1382922" y="115117"/>
                </a:lnTo>
                <a:lnTo>
                  <a:pt x="1382586" y="115274"/>
                </a:lnTo>
                <a:lnTo>
                  <a:pt x="1382243" y="115426"/>
                </a:lnTo>
                <a:lnTo>
                  <a:pt x="1381892" y="115571"/>
                </a:lnTo>
                <a:lnTo>
                  <a:pt x="1381534" y="115710"/>
                </a:lnTo>
                <a:lnTo>
                  <a:pt x="1381168" y="115842"/>
                </a:lnTo>
                <a:lnTo>
                  <a:pt x="1380796" y="115968"/>
                </a:lnTo>
                <a:lnTo>
                  <a:pt x="1380415" y="116088"/>
                </a:lnTo>
                <a:lnTo>
                  <a:pt x="1380028" y="116201"/>
                </a:lnTo>
                <a:lnTo>
                  <a:pt x="1379633" y="116308"/>
                </a:lnTo>
                <a:lnTo>
                  <a:pt x="1379230" y="116408"/>
                </a:lnTo>
                <a:lnTo>
                  <a:pt x="1378821" y="116501"/>
                </a:lnTo>
                <a:lnTo>
                  <a:pt x="1378403" y="116589"/>
                </a:lnTo>
                <a:lnTo>
                  <a:pt x="1377979" y="116669"/>
                </a:lnTo>
                <a:lnTo>
                  <a:pt x="1377547" y="116744"/>
                </a:lnTo>
                <a:lnTo>
                  <a:pt x="1377108" y="116811"/>
                </a:lnTo>
                <a:lnTo>
                  <a:pt x="1376661" y="116873"/>
                </a:lnTo>
                <a:lnTo>
                  <a:pt x="1376207" y="116928"/>
                </a:lnTo>
                <a:lnTo>
                  <a:pt x="1375745" y="116976"/>
                </a:lnTo>
                <a:lnTo>
                  <a:pt x="1375276" y="117018"/>
                </a:lnTo>
                <a:lnTo>
                  <a:pt x="1374800" y="117054"/>
                </a:lnTo>
                <a:lnTo>
                  <a:pt x="1374317" y="117083"/>
                </a:lnTo>
                <a:lnTo>
                  <a:pt x="1373825" y="117105"/>
                </a:lnTo>
                <a:lnTo>
                  <a:pt x="1373327" y="117121"/>
                </a:lnTo>
                <a:lnTo>
                  <a:pt x="1372821" y="117131"/>
                </a:lnTo>
                <a:lnTo>
                  <a:pt x="1372308" y="117134"/>
                </a:lnTo>
                <a:lnTo>
                  <a:pt x="1371721" y="117130"/>
                </a:lnTo>
                <a:lnTo>
                  <a:pt x="1371142" y="117118"/>
                </a:lnTo>
                <a:lnTo>
                  <a:pt x="1370570" y="117097"/>
                </a:lnTo>
                <a:lnTo>
                  <a:pt x="1370006" y="117068"/>
                </a:lnTo>
                <a:lnTo>
                  <a:pt x="1369450" y="117031"/>
                </a:lnTo>
                <a:lnTo>
                  <a:pt x="1368902" y="116985"/>
                </a:lnTo>
                <a:lnTo>
                  <a:pt x="1368361" y="116931"/>
                </a:lnTo>
                <a:lnTo>
                  <a:pt x="1367828" y="116869"/>
                </a:lnTo>
                <a:lnTo>
                  <a:pt x="1367302" y="116798"/>
                </a:lnTo>
                <a:lnTo>
                  <a:pt x="1366785" y="116719"/>
                </a:lnTo>
                <a:lnTo>
                  <a:pt x="1366275" y="116632"/>
                </a:lnTo>
                <a:lnTo>
                  <a:pt x="1365772" y="116537"/>
                </a:lnTo>
                <a:lnTo>
                  <a:pt x="1365278" y="116433"/>
                </a:lnTo>
                <a:lnTo>
                  <a:pt x="1364791" y="116321"/>
                </a:lnTo>
                <a:lnTo>
                  <a:pt x="1364312" y="116201"/>
                </a:lnTo>
                <a:lnTo>
                  <a:pt x="1363840" y="116072"/>
                </a:lnTo>
                <a:lnTo>
                  <a:pt x="1363376" y="115935"/>
                </a:lnTo>
                <a:lnTo>
                  <a:pt x="1362920" y="115790"/>
                </a:lnTo>
                <a:lnTo>
                  <a:pt x="1362472" y="115636"/>
                </a:lnTo>
                <a:lnTo>
                  <a:pt x="1362031" y="115474"/>
                </a:lnTo>
                <a:lnTo>
                  <a:pt x="1361598" y="115304"/>
                </a:lnTo>
                <a:lnTo>
                  <a:pt x="1361173" y="115126"/>
                </a:lnTo>
                <a:lnTo>
                  <a:pt x="1360755" y="114939"/>
                </a:lnTo>
                <a:lnTo>
                  <a:pt x="1360345" y="114744"/>
                </a:lnTo>
                <a:lnTo>
                  <a:pt x="1359943" y="114542"/>
                </a:lnTo>
                <a:lnTo>
                  <a:pt x="1359548" y="114335"/>
                </a:lnTo>
                <a:lnTo>
                  <a:pt x="1359159" y="114122"/>
                </a:lnTo>
                <a:lnTo>
                  <a:pt x="1358778" y="113905"/>
                </a:lnTo>
                <a:lnTo>
                  <a:pt x="1358404" y="113682"/>
                </a:lnTo>
                <a:lnTo>
                  <a:pt x="1358036" y="113453"/>
                </a:lnTo>
                <a:lnTo>
                  <a:pt x="1357676" y="113220"/>
                </a:lnTo>
                <a:lnTo>
                  <a:pt x="1357323" y="112981"/>
                </a:lnTo>
                <a:lnTo>
                  <a:pt x="1356977" y="112737"/>
                </a:lnTo>
                <a:lnTo>
                  <a:pt x="1356638" y="112488"/>
                </a:lnTo>
                <a:lnTo>
                  <a:pt x="1356307" y="112234"/>
                </a:lnTo>
                <a:lnTo>
                  <a:pt x="1355982" y="111974"/>
                </a:lnTo>
                <a:lnTo>
                  <a:pt x="1355664" y="111710"/>
                </a:lnTo>
                <a:lnTo>
                  <a:pt x="1355354" y="111440"/>
                </a:lnTo>
                <a:lnTo>
                  <a:pt x="1355050" y="111164"/>
                </a:lnTo>
                <a:lnTo>
                  <a:pt x="1354754" y="110884"/>
                </a:lnTo>
                <a:lnTo>
                  <a:pt x="1354464" y="110598"/>
                </a:lnTo>
                <a:lnTo>
                  <a:pt x="1354182" y="110307"/>
                </a:lnTo>
                <a:lnTo>
                  <a:pt x="1353907" y="110011"/>
                </a:lnTo>
                <a:lnTo>
                  <a:pt x="1353638" y="109710"/>
                </a:lnTo>
                <a:lnTo>
                  <a:pt x="1353377" y="109403"/>
                </a:lnTo>
                <a:lnTo>
                  <a:pt x="1353123" y="109091"/>
                </a:lnTo>
                <a:lnTo>
                  <a:pt x="1352876" y="108774"/>
                </a:lnTo>
                <a:lnTo>
                  <a:pt x="1352636" y="108452"/>
                </a:lnTo>
                <a:lnTo>
                  <a:pt x="1352404" y="108126"/>
                </a:lnTo>
                <a:lnTo>
                  <a:pt x="1352178" y="107797"/>
                </a:lnTo>
                <a:lnTo>
                  <a:pt x="1351958" y="107466"/>
                </a:lnTo>
                <a:lnTo>
                  <a:pt x="1351746" y="107132"/>
                </a:lnTo>
                <a:lnTo>
                  <a:pt x="1351540" y="106796"/>
                </a:lnTo>
                <a:lnTo>
                  <a:pt x="1351341" y="106458"/>
                </a:lnTo>
                <a:lnTo>
                  <a:pt x="1351149" y="106117"/>
                </a:lnTo>
                <a:lnTo>
                  <a:pt x="1350964" y="105774"/>
                </a:lnTo>
                <a:lnTo>
                  <a:pt x="1350785" y="105428"/>
                </a:lnTo>
                <a:lnTo>
                  <a:pt x="1350613" y="105080"/>
                </a:lnTo>
                <a:lnTo>
                  <a:pt x="1350448" y="104729"/>
                </a:lnTo>
                <a:lnTo>
                  <a:pt x="1350289" y="104376"/>
                </a:lnTo>
                <a:lnTo>
                  <a:pt x="1350138" y="104020"/>
                </a:lnTo>
                <a:lnTo>
                  <a:pt x="1349993" y="103662"/>
                </a:lnTo>
                <a:lnTo>
                  <a:pt x="1349855" y="103301"/>
                </a:lnTo>
                <a:lnTo>
                  <a:pt x="1349723" y="102938"/>
                </a:lnTo>
                <a:lnTo>
                  <a:pt x="1349599" y="102573"/>
                </a:lnTo>
                <a:lnTo>
                  <a:pt x="1349481" y="102205"/>
                </a:lnTo>
                <a:lnTo>
                  <a:pt x="1349370" y="101834"/>
                </a:lnTo>
                <a:lnTo>
                  <a:pt x="1349265" y="101461"/>
                </a:lnTo>
                <a:lnTo>
                  <a:pt x="1349168" y="101086"/>
                </a:lnTo>
                <a:lnTo>
                  <a:pt x="1349077" y="100708"/>
                </a:lnTo>
                <a:lnTo>
                  <a:pt x="1348993" y="100328"/>
                </a:lnTo>
                <a:lnTo>
                  <a:pt x="1348916" y="99945"/>
                </a:lnTo>
                <a:lnTo>
                  <a:pt x="1333676" y="99945"/>
                </a:lnTo>
                <a:lnTo>
                  <a:pt x="1333771" y="100694"/>
                </a:lnTo>
                <a:lnTo>
                  <a:pt x="1333880" y="101435"/>
                </a:lnTo>
                <a:lnTo>
                  <a:pt x="1334001" y="102168"/>
                </a:lnTo>
                <a:lnTo>
                  <a:pt x="1334136" y="102892"/>
                </a:lnTo>
                <a:lnTo>
                  <a:pt x="1334284" y="103608"/>
                </a:lnTo>
                <a:lnTo>
                  <a:pt x="1334445" y="104315"/>
                </a:lnTo>
                <a:lnTo>
                  <a:pt x="1334620" y="105015"/>
                </a:lnTo>
                <a:lnTo>
                  <a:pt x="1334808" y="105705"/>
                </a:lnTo>
                <a:lnTo>
                  <a:pt x="1335009" y="106388"/>
                </a:lnTo>
                <a:lnTo>
                  <a:pt x="1335223" y="107062"/>
                </a:lnTo>
                <a:lnTo>
                  <a:pt x="1335450" y="107729"/>
                </a:lnTo>
                <a:lnTo>
                  <a:pt x="1335691" y="108386"/>
                </a:lnTo>
                <a:lnTo>
                  <a:pt x="1335945" y="109036"/>
                </a:lnTo>
                <a:lnTo>
                  <a:pt x="1336212" y="109677"/>
                </a:lnTo>
                <a:lnTo>
                  <a:pt x="1336493" y="110310"/>
                </a:lnTo>
                <a:lnTo>
                  <a:pt x="1336786" y="110934"/>
                </a:lnTo>
                <a:lnTo>
                  <a:pt x="1337093" y="111550"/>
                </a:lnTo>
                <a:lnTo>
                  <a:pt x="1337413" y="112158"/>
                </a:lnTo>
                <a:lnTo>
                  <a:pt x="1337746" y="112758"/>
                </a:lnTo>
                <a:lnTo>
                  <a:pt x="1338093" y="113349"/>
                </a:lnTo>
                <a:lnTo>
                  <a:pt x="1338453" y="113932"/>
                </a:lnTo>
                <a:lnTo>
                  <a:pt x="1338826" y="114507"/>
                </a:lnTo>
                <a:lnTo>
                  <a:pt x="1339212" y="115073"/>
                </a:lnTo>
                <a:lnTo>
                  <a:pt x="1339611" y="115631"/>
                </a:lnTo>
                <a:lnTo>
                  <a:pt x="1340023" y="116180"/>
                </a:lnTo>
                <a:lnTo>
                  <a:pt x="1340447" y="116718"/>
                </a:lnTo>
                <a:lnTo>
                  <a:pt x="1340883" y="117246"/>
                </a:lnTo>
                <a:lnTo>
                  <a:pt x="1341330" y="117764"/>
                </a:lnTo>
                <a:lnTo>
                  <a:pt x="1341789" y="118272"/>
                </a:lnTo>
                <a:lnTo>
                  <a:pt x="1342259" y="118770"/>
                </a:lnTo>
                <a:lnTo>
                  <a:pt x="1342741" y="119258"/>
                </a:lnTo>
                <a:lnTo>
                  <a:pt x="1343235" y="119735"/>
                </a:lnTo>
                <a:lnTo>
                  <a:pt x="1343741" y="120203"/>
                </a:lnTo>
                <a:lnTo>
                  <a:pt x="1344258" y="120660"/>
                </a:lnTo>
                <a:lnTo>
                  <a:pt x="1344787" y="121107"/>
                </a:lnTo>
                <a:lnTo>
                  <a:pt x="1345327" y="121544"/>
                </a:lnTo>
                <a:lnTo>
                  <a:pt x="1345880" y="121971"/>
                </a:lnTo>
                <a:lnTo>
                  <a:pt x="1346444" y="122387"/>
                </a:lnTo>
                <a:lnTo>
                  <a:pt x="1347019" y="122794"/>
                </a:lnTo>
                <a:lnTo>
                  <a:pt x="1347607" y="123190"/>
                </a:lnTo>
                <a:lnTo>
                  <a:pt x="1348206" y="123576"/>
                </a:lnTo>
                <a:lnTo>
                  <a:pt x="1348816" y="123952"/>
                </a:lnTo>
                <a:lnTo>
                  <a:pt x="1349439" y="124318"/>
                </a:lnTo>
                <a:lnTo>
                  <a:pt x="1350073" y="124674"/>
                </a:lnTo>
                <a:lnTo>
                  <a:pt x="1350718" y="125020"/>
                </a:lnTo>
                <a:lnTo>
                  <a:pt x="1351376" y="125355"/>
                </a:lnTo>
                <a:lnTo>
                  <a:pt x="1352045" y="125680"/>
                </a:lnTo>
                <a:lnTo>
                  <a:pt x="1352726" y="125995"/>
                </a:lnTo>
                <a:lnTo>
                  <a:pt x="1353418" y="126299"/>
                </a:lnTo>
                <a:lnTo>
                  <a:pt x="1354120" y="126590"/>
                </a:lnTo>
                <a:lnTo>
                  <a:pt x="1354832" y="126867"/>
                </a:lnTo>
                <a:lnTo>
                  <a:pt x="1355554" y="127132"/>
                </a:lnTo>
                <a:lnTo>
                  <a:pt x="1356286" y="127384"/>
                </a:lnTo>
                <a:lnTo>
                  <a:pt x="1357029" y="127623"/>
                </a:lnTo>
                <a:lnTo>
                  <a:pt x="1357782" y="127849"/>
                </a:lnTo>
                <a:lnTo>
                  <a:pt x="1358545" y="128062"/>
                </a:lnTo>
                <a:lnTo>
                  <a:pt x="1359318" y="128263"/>
                </a:lnTo>
                <a:lnTo>
                  <a:pt x="1360101" y="128450"/>
                </a:lnTo>
                <a:lnTo>
                  <a:pt x="1360894" y="128624"/>
                </a:lnTo>
                <a:lnTo>
                  <a:pt x="1361697" y="128786"/>
                </a:lnTo>
                <a:lnTo>
                  <a:pt x="1362511" y="128934"/>
                </a:lnTo>
                <a:lnTo>
                  <a:pt x="1363335" y="129070"/>
                </a:lnTo>
                <a:lnTo>
                  <a:pt x="1364169" y="129193"/>
                </a:lnTo>
                <a:lnTo>
                  <a:pt x="1365013" y="129303"/>
                </a:lnTo>
                <a:lnTo>
                  <a:pt x="1365867" y="129400"/>
                </a:lnTo>
                <a:lnTo>
                  <a:pt x="1366731" y="129484"/>
                </a:lnTo>
                <a:lnTo>
                  <a:pt x="1367605" y="129555"/>
                </a:lnTo>
                <a:lnTo>
                  <a:pt x="1368490" y="129613"/>
                </a:lnTo>
                <a:lnTo>
                  <a:pt x="1369385" y="129658"/>
                </a:lnTo>
                <a:lnTo>
                  <a:pt x="1370289" y="129690"/>
                </a:lnTo>
                <a:lnTo>
                  <a:pt x="1371204" y="129710"/>
                </a:lnTo>
                <a:lnTo>
                  <a:pt x="1372129" y="129716"/>
                </a:lnTo>
                <a:lnTo>
                  <a:pt x="1372981" y="129710"/>
                </a:lnTo>
                <a:lnTo>
                  <a:pt x="1373824" y="129692"/>
                </a:lnTo>
                <a:lnTo>
                  <a:pt x="1374657" y="129662"/>
                </a:lnTo>
                <a:lnTo>
                  <a:pt x="1375482" y="129620"/>
                </a:lnTo>
                <a:lnTo>
                  <a:pt x="1376297" y="129566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E7A5B-2028-47BD-97D1-222CC471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043" y="1099771"/>
            <a:ext cx="2497662" cy="2337210"/>
          </a:xfrm>
          <a:custGeom xmlns:a="http://schemas.openxmlformats.org/drawingml/2006/main">
            <a:pathLst>
              <a:path w="2497662" h="2337210">
                <a:moveTo>
                  <a:pt x="0" y="239429"/>
                </a:moveTo>
                <a:lnTo>
                  <a:pt x="0" y="239429"/>
                </a:lnTo>
                <a:cubicBezTo>
                  <a:pt x="0" y="107192"/>
                  <a:pt x="107192" y="0"/>
                  <a:pt x="239429" y="0"/>
                </a:cubicBezTo>
                <a:lnTo>
                  <a:pt x="2258233" y="0"/>
                </a:lnTo>
                <a:cubicBezTo>
                  <a:pt x="2321733" y="0"/>
                  <a:pt x="2382634" y="25223"/>
                  <a:pt x="2427527" y="70135"/>
                </a:cubicBezTo>
                <a:cubicBezTo>
                  <a:pt x="2472440" y="115028"/>
                  <a:pt x="2497662" y="175929"/>
                  <a:pt x="2497662" y="239429"/>
                </a:cubicBezTo>
                <a:lnTo>
                  <a:pt x="2497662" y="2097781"/>
                </a:lnTo>
                <a:cubicBezTo>
                  <a:pt x="2497662" y="2230018"/>
                  <a:pt x="2390471" y="2337210"/>
                  <a:pt x="2258233" y="2337210"/>
                </a:cubicBezTo>
                <a:lnTo>
                  <a:pt x="239429" y="2337210"/>
                </a:lnTo>
                <a:cubicBezTo>
                  <a:pt x="107192" y="2337210"/>
                  <a:pt x="0" y="2230018"/>
                  <a:pt x="0" y="2097781"/>
                </a:cubicBezTo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54944-6DC1-458D-8539-421112EB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043" y="1099771"/>
            <a:ext cx="2497662" cy="2337210"/>
          </a:xfrm>
          <a:custGeom xmlns:a="http://schemas.openxmlformats.org/drawingml/2006/main">
            <a:pathLst>
              <a:path w="2497662" h="2337210" fill="none">
                <a:moveTo>
                  <a:pt x="0" y="239429"/>
                </a:moveTo>
                <a:lnTo>
                  <a:pt x="0" y="239429"/>
                </a:lnTo>
                <a:cubicBezTo>
                  <a:pt x="0" y="107192"/>
                  <a:pt x="107192" y="0"/>
                  <a:pt x="239409" y="0"/>
                </a:cubicBezTo>
                <a:lnTo>
                  <a:pt x="2258233" y="0"/>
                </a:lnTo>
                <a:cubicBezTo>
                  <a:pt x="2321733" y="0"/>
                  <a:pt x="2382634" y="25223"/>
                  <a:pt x="2427527" y="70135"/>
                </a:cubicBezTo>
                <a:cubicBezTo>
                  <a:pt x="2472440" y="115028"/>
                  <a:pt x="2497662" y="175929"/>
                  <a:pt x="2497662" y="239429"/>
                </a:cubicBezTo>
                <a:lnTo>
                  <a:pt x="2497662" y="2097781"/>
                </a:lnTo>
                <a:cubicBezTo>
                  <a:pt x="2497662" y="2230018"/>
                  <a:pt x="2390471" y="2337210"/>
                  <a:pt x="2258233" y="2337210"/>
                </a:cubicBezTo>
                <a:lnTo>
                  <a:pt x="239409" y="2337210"/>
                </a:lnTo>
                <a:cubicBezTo>
                  <a:pt x="107192" y="2337210"/>
                  <a:pt x="0" y="2230018"/>
                  <a:pt x="0" y="2097781"/>
                </a:cubicBezTo>
                <a:lnTo>
                  <a:pt x="0" y="239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4754A-851C-424C-A186-9AF377FB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3963" y="1866278"/>
            <a:ext cx="233502" cy="154881"/>
          </a:xfrm>
          <a:custGeom xmlns:a="http://schemas.openxmlformats.org/drawingml/2006/main">
            <a:pathLst>
              <a:path w="233502" h="154881">
                <a:moveTo>
                  <a:pt x="0" y="25813"/>
                </a:moveTo>
                <a:lnTo>
                  <a:pt x="0" y="25813"/>
                </a:lnTo>
                <a:cubicBezTo>
                  <a:pt x="0" y="11558"/>
                  <a:pt x="11558" y="0"/>
                  <a:pt x="25813" y="0"/>
                </a:cubicBezTo>
                <a:lnTo>
                  <a:pt x="207689" y="0"/>
                </a:lnTo>
                <a:cubicBezTo>
                  <a:pt x="214521" y="0"/>
                  <a:pt x="221098" y="2717"/>
                  <a:pt x="225941" y="7561"/>
                </a:cubicBezTo>
                <a:cubicBezTo>
                  <a:pt x="230766" y="12405"/>
                  <a:pt x="233502" y="18961"/>
                  <a:pt x="233502" y="25813"/>
                </a:cubicBezTo>
                <a:lnTo>
                  <a:pt x="233502" y="129067"/>
                </a:lnTo>
                <a:cubicBezTo>
                  <a:pt x="233502" y="143323"/>
                  <a:pt x="221944" y="154881"/>
                  <a:pt x="207689" y="154881"/>
                </a:cubicBezTo>
                <a:lnTo>
                  <a:pt x="25813" y="154881"/>
                </a:lnTo>
                <a:cubicBezTo>
                  <a:pt x="11558" y="154881"/>
                  <a:pt x="0" y="143323"/>
                  <a:pt x="0" y="129067"/>
                </a:cubicBez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133E1-E50F-4EA1-956E-A77E4C92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3963" y="1866278"/>
            <a:ext cx="233502" cy="154881"/>
          </a:xfrm>
          <a:custGeom xmlns:a="http://schemas.openxmlformats.org/drawingml/2006/main">
            <a:pathLst>
              <a:path w="233502" h="154881" fill="none">
                <a:moveTo>
                  <a:pt x="0" y="25813"/>
                </a:moveTo>
                <a:lnTo>
                  <a:pt x="0" y="25813"/>
                </a:lnTo>
                <a:cubicBezTo>
                  <a:pt x="0" y="11558"/>
                  <a:pt x="11558" y="0"/>
                  <a:pt x="25813" y="0"/>
                </a:cubicBezTo>
                <a:lnTo>
                  <a:pt x="207669" y="0"/>
                </a:lnTo>
                <a:cubicBezTo>
                  <a:pt x="214521" y="0"/>
                  <a:pt x="221098" y="2717"/>
                  <a:pt x="225941" y="7561"/>
                </a:cubicBezTo>
                <a:cubicBezTo>
                  <a:pt x="230766" y="12405"/>
                  <a:pt x="233502" y="18961"/>
                  <a:pt x="233502" y="25813"/>
                </a:cubicBezTo>
                <a:lnTo>
                  <a:pt x="233502" y="129067"/>
                </a:lnTo>
                <a:cubicBezTo>
                  <a:pt x="233502" y="143323"/>
                  <a:pt x="221944" y="154881"/>
                  <a:pt x="207669" y="154881"/>
                </a:cubicBezTo>
                <a:lnTo>
                  <a:pt x="25813" y="154881"/>
                </a:lnTo>
                <a:cubicBezTo>
                  <a:pt x="11558" y="154881"/>
                  <a:pt x="0" y="143323"/>
                  <a:pt x="0" y="129067"/>
                </a:cubicBezTo>
                <a:lnTo>
                  <a:pt x="0" y="258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11447-72D0-4D1D-81B8-10B21CBF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505" y="1819062"/>
            <a:ext cx="754418" cy="249294"/>
          </a:xfrm>
          <a:custGeom xmlns:a="http://schemas.openxmlformats.org/drawingml/2006/main">
            <a:pathLst>
              <a:path w="754418" h="249294">
                <a:moveTo>
                  <a:pt x="0" y="41546"/>
                </a:moveTo>
                <a:lnTo>
                  <a:pt x="0" y="41546"/>
                </a:lnTo>
                <a:cubicBezTo>
                  <a:pt x="0" y="18607"/>
                  <a:pt x="18607" y="0"/>
                  <a:pt x="41565" y="0"/>
                </a:cubicBezTo>
                <a:lnTo>
                  <a:pt x="712872" y="0"/>
                </a:lnTo>
                <a:cubicBezTo>
                  <a:pt x="723899" y="0"/>
                  <a:pt x="734472" y="4371"/>
                  <a:pt x="742250" y="12168"/>
                </a:cubicBezTo>
                <a:cubicBezTo>
                  <a:pt x="750047" y="19966"/>
                  <a:pt x="754418" y="30519"/>
                  <a:pt x="754418" y="41546"/>
                </a:cubicBezTo>
                <a:lnTo>
                  <a:pt x="754418" y="207748"/>
                </a:lnTo>
                <a:cubicBezTo>
                  <a:pt x="754418" y="230687"/>
                  <a:pt x="735831" y="249294"/>
                  <a:pt x="712872" y="249294"/>
                </a:cubicBezTo>
                <a:lnTo>
                  <a:pt x="41565" y="249294"/>
                </a:lnTo>
                <a:cubicBezTo>
                  <a:pt x="18607" y="249294"/>
                  <a:pt x="0" y="230687"/>
                  <a:pt x="0" y="207748"/>
                </a:cubicBez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3C3F29-22B1-4A32-8C44-4978E1EA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505" y="1819062"/>
            <a:ext cx="754418" cy="249294"/>
          </a:xfrm>
          <a:custGeom xmlns:a="http://schemas.openxmlformats.org/drawingml/2006/main">
            <a:pathLst>
              <a:path w="754418" h="249294" fill="none">
                <a:moveTo>
                  <a:pt x="0" y="41546"/>
                </a:moveTo>
                <a:lnTo>
                  <a:pt x="0" y="41546"/>
                </a:lnTo>
                <a:cubicBezTo>
                  <a:pt x="0" y="18607"/>
                  <a:pt x="18607" y="0"/>
                  <a:pt x="41565" y="0"/>
                </a:cubicBezTo>
                <a:lnTo>
                  <a:pt x="712872" y="0"/>
                </a:lnTo>
                <a:cubicBezTo>
                  <a:pt x="723899" y="0"/>
                  <a:pt x="734472" y="4371"/>
                  <a:pt x="742250" y="12168"/>
                </a:cubicBezTo>
                <a:cubicBezTo>
                  <a:pt x="750047" y="19946"/>
                  <a:pt x="754418" y="30519"/>
                  <a:pt x="754418" y="41546"/>
                </a:cubicBezTo>
                <a:lnTo>
                  <a:pt x="754418" y="207748"/>
                </a:lnTo>
                <a:cubicBezTo>
                  <a:pt x="754418" y="230687"/>
                  <a:pt x="735831" y="249294"/>
                  <a:pt x="712872" y="249294"/>
                </a:cubicBezTo>
                <a:lnTo>
                  <a:pt x="41565" y="249294"/>
                </a:lnTo>
                <a:cubicBezTo>
                  <a:pt x="18607" y="249294"/>
                  <a:pt x="0" y="230687"/>
                  <a:pt x="0" y="207748"/>
                </a:cubicBezTo>
                <a:lnTo>
                  <a:pt x="0" y="41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50" name="Text MLP">
            <a:extLst xmlns:a="http://schemas.openxmlformats.org/drawingml/2006/main">
              <a:ext uri="{FF2B5EF4-FFF2-40B4-BE49-F238E27FC236}">
                <a16:creationId xmlns:a16="http://schemas.microsoft.com/office/drawing/2014/main" id="{947ED033-C6EF-4771-9AF9-004BDF3D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94" y="1898314"/>
            <a:ext cx="253195" cy="96480"/>
          </a:xfrm>
          <a:custGeom xmlns:a="http://schemas.openxmlformats.org/drawingml/2006/main">
            <a:pathLst>
              <a:path w="253195" h="96480">
                <a:moveTo>
                  <a:pt x="0" y="96480"/>
                </a:moveTo>
                <a:lnTo>
                  <a:pt x="0" y="0"/>
                </a:lnTo>
                <a:lnTo>
                  <a:pt x="13508" y="0"/>
                </a:lnTo>
                <a:lnTo>
                  <a:pt x="47551" y="67398"/>
                </a:lnTo>
                <a:lnTo>
                  <a:pt x="81733" y="0"/>
                </a:lnTo>
                <a:lnTo>
                  <a:pt x="95378" y="0"/>
                </a:lnTo>
                <a:lnTo>
                  <a:pt x="95378" y="96480"/>
                </a:lnTo>
                <a:lnTo>
                  <a:pt x="83800" y="96480"/>
                </a:lnTo>
                <a:lnTo>
                  <a:pt x="83800" y="20674"/>
                </a:lnTo>
                <a:lnTo>
                  <a:pt x="51961" y="82972"/>
                </a:lnTo>
                <a:lnTo>
                  <a:pt x="43280" y="82972"/>
                </a:lnTo>
                <a:lnTo>
                  <a:pt x="11578" y="20949"/>
                </a:lnTo>
                <a:lnTo>
                  <a:pt x="11578" y="96480"/>
                </a:lnTo>
                <a:lnTo>
                  <a:pt x="0" y="96480"/>
                </a:lnTo>
                <a:close/>
                <a:moveTo>
                  <a:pt x="115916" y="96480"/>
                </a:moveTo>
                <a:lnTo>
                  <a:pt x="115916" y="0"/>
                </a:lnTo>
                <a:lnTo>
                  <a:pt x="127493" y="0"/>
                </a:lnTo>
                <a:lnTo>
                  <a:pt x="127493" y="87245"/>
                </a:lnTo>
                <a:lnTo>
                  <a:pt x="172426" y="87245"/>
                </a:lnTo>
                <a:lnTo>
                  <a:pt x="172426" y="96480"/>
                </a:lnTo>
                <a:lnTo>
                  <a:pt x="115916" y="96480"/>
                </a:lnTo>
                <a:close/>
                <a:moveTo>
                  <a:pt x="188552" y="96480"/>
                </a:moveTo>
                <a:lnTo>
                  <a:pt x="188552" y="0"/>
                </a:lnTo>
                <a:lnTo>
                  <a:pt x="219977" y="0"/>
                </a:lnTo>
                <a:cubicBezTo>
                  <a:pt x="227604" y="0"/>
                  <a:pt x="233875" y="1263"/>
                  <a:pt x="238791" y="3790"/>
                </a:cubicBezTo>
                <a:cubicBezTo>
                  <a:pt x="243707" y="6316"/>
                  <a:pt x="247336" y="9693"/>
                  <a:pt x="249679" y="13920"/>
                </a:cubicBezTo>
                <a:cubicBezTo>
                  <a:pt x="252023" y="18148"/>
                  <a:pt x="253195" y="22972"/>
                  <a:pt x="253195" y="28392"/>
                </a:cubicBezTo>
                <a:cubicBezTo>
                  <a:pt x="253195" y="33630"/>
                  <a:pt x="252023" y="38386"/>
                  <a:pt x="249679" y="42659"/>
                </a:cubicBezTo>
                <a:cubicBezTo>
                  <a:pt x="247336" y="46932"/>
                  <a:pt x="243729" y="50354"/>
                  <a:pt x="238858" y="52927"/>
                </a:cubicBezTo>
                <a:cubicBezTo>
                  <a:pt x="233989" y="55500"/>
                  <a:pt x="227695" y="56786"/>
                  <a:pt x="219977" y="56786"/>
                </a:cubicBezTo>
                <a:lnTo>
                  <a:pt x="200130" y="56786"/>
                </a:lnTo>
                <a:lnTo>
                  <a:pt x="200130" y="96480"/>
                </a:lnTo>
                <a:lnTo>
                  <a:pt x="188552" y="96480"/>
                </a:lnTo>
                <a:moveTo>
                  <a:pt x="200130" y="47000"/>
                </a:moveTo>
                <a:lnTo>
                  <a:pt x="219840" y="47000"/>
                </a:lnTo>
                <a:cubicBezTo>
                  <a:pt x="227558" y="47000"/>
                  <a:pt x="233071" y="45300"/>
                  <a:pt x="236379" y="41900"/>
                </a:cubicBezTo>
                <a:cubicBezTo>
                  <a:pt x="239686" y="38500"/>
                  <a:pt x="241340" y="33997"/>
                  <a:pt x="241340" y="28392"/>
                </a:cubicBezTo>
                <a:cubicBezTo>
                  <a:pt x="241340" y="22419"/>
                  <a:pt x="239686" y="17802"/>
                  <a:pt x="236379" y="14541"/>
                </a:cubicBezTo>
                <a:cubicBezTo>
                  <a:pt x="233071" y="11278"/>
                  <a:pt x="227558" y="9647"/>
                  <a:pt x="219840" y="9647"/>
                </a:cubicBezTo>
                <a:lnTo>
                  <a:pt x="200130" y="9647"/>
                </a:lnTo>
                <a:lnTo>
                  <a:pt x="200130" y="4700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985E6-7740-41ED-BE78-2801F056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22" y="2006549"/>
            <a:ext cx="9313" cy="1363249"/>
          </a:xfrm>
          <a:custGeom xmlns:a="http://schemas.openxmlformats.org/drawingml/2006/main">
            <a:pathLst>
              <a:path w="9313" h="1363249">
                <a:moveTo>
                  <a:pt x="0" y="1363249"/>
                </a:moveTo>
                <a:lnTo>
                  <a:pt x="9313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9FE12-81BF-443B-8055-C616B186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22" y="2006549"/>
            <a:ext cx="9313" cy="1363249"/>
          </a:xfrm>
          <a:custGeom xmlns:a="http://schemas.openxmlformats.org/drawingml/2006/main">
            <a:pathLst>
              <a:path w="9313" h="1363249" fill="none">
                <a:moveTo>
                  <a:pt x="0" y="1363249"/>
                </a:moveTo>
                <a:lnTo>
                  <a:pt x="9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1034E-643B-45F2-B324-BBAF7BA1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669" y="2159500"/>
            <a:ext cx="2449757" cy="249294"/>
          </a:xfrm>
          <a:custGeom xmlns:a="http://schemas.openxmlformats.org/drawingml/2006/main">
            <a:pathLst>
              <a:path w="2449757" h="249294">
                <a:moveTo>
                  <a:pt x="0" y="41546"/>
                </a:moveTo>
                <a:lnTo>
                  <a:pt x="0" y="41546"/>
                </a:lnTo>
                <a:cubicBezTo>
                  <a:pt x="0" y="18587"/>
                  <a:pt x="18607" y="0"/>
                  <a:pt x="41546" y="0"/>
                </a:cubicBezTo>
                <a:lnTo>
                  <a:pt x="2408211" y="0"/>
                </a:lnTo>
                <a:cubicBezTo>
                  <a:pt x="2419238" y="0"/>
                  <a:pt x="2429811" y="4371"/>
                  <a:pt x="2437589" y="12168"/>
                </a:cubicBezTo>
                <a:cubicBezTo>
                  <a:pt x="2445386" y="19946"/>
                  <a:pt x="2449757" y="30519"/>
                  <a:pt x="2449757" y="41546"/>
                </a:cubicBezTo>
                <a:lnTo>
                  <a:pt x="2449757" y="207748"/>
                </a:lnTo>
                <a:cubicBezTo>
                  <a:pt x="2449757" y="230687"/>
                  <a:pt x="2431150" y="249294"/>
                  <a:pt x="2408211" y="249294"/>
                </a:cubicBezTo>
                <a:lnTo>
                  <a:pt x="41546" y="249294"/>
                </a:lnTo>
                <a:cubicBezTo>
                  <a:pt x="18607" y="249294"/>
                  <a:pt x="0" y="230687"/>
                  <a:pt x="0" y="207748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1A5FE-5F51-488A-A7D2-DB168A66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669" y="2159500"/>
            <a:ext cx="2449757" cy="249294"/>
          </a:xfrm>
          <a:custGeom xmlns:a="http://schemas.openxmlformats.org/drawingml/2006/main">
            <a:pathLst>
              <a:path w="2449757" h="249294" fill="none">
                <a:moveTo>
                  <a:pt x="0" y="41546"/>
                </a:moveTo>
                <a:lnTo>
                  <a:pt x="0" y="41546"/>
                </a:lnTo>
                <a:cubicBezTo>
                  <a:pt x="0" y="18587"/>
                  <a:pt x="18607" y="0"/>
                  <a:pt x="41546" y="0"/>
                </a:cubicBezTo>
                <a:lnTo>
                  <a:pt x="2408211" y="0"/>
                </a:lnTo>
                <a:cubicBezTo>
                  <a:pt x="2419238" y="0"/>
                  <a:pt x="2429811" y="4371"/>
                  <a:pt x="2437589" y="12168"/>
                </a:cubicBezTo>
                <a:cubicBezTo>
                  <a:pt x="2445386" y="19946"/>
                  <a:pt x="2449757" y="30519"/>
                  <a:pt x="2449757" y="41546"/>
                </a:cubicBezTo>
                <a:lnTo>
                  <a:pt x="2449757" y="207748"/>
                </a:lnTo>
                <a:cubicBezTo>
                  <a:pt x="2449757" y="230687"/>
                  <a:pt x="2431150" y="249294"/>
                  <a:pt x="2408211" y="249294"/>
                </a:cubicBezTo>
                <a:lnTo>
                  <a:pt x="41546" y="249294"/>
                </a:lnTo>
                <a:cubicBezTo>
                  <a:pt x="18607" y="249294"/>
                  <a:pt x="0" y="230687"/>
                  <a:pt x="0" y="207748"/>
                </a:cubicBezTo>
                <a:lnTo>
                  <a:pt x="0" y="41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55" name="Text Cross-Attention">
            <a:extLst xmlns:a="http://schemas.openxmlformats.org/drawingml/2006/main">
              <a:ext uri="{FF2B5EF4-FFF2-40B4-BE49-F238E27FC236}">
                <a16:creationId xmlns:a16="http://schemas.microsoft.com/office/drawing/2014/main" id="{EAB04DD6-2DC5-450F-A5B1-6D21803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980" y="2235305"/>
            <a:ext cx="1020352" cy="101580"/>
          </a:xfrm>
          <a:custGeom xmlns:a="http://schemas.openxmlformats.org/drawingml/2006/main">
            <a:pathLst>
              <a:path w="1020352" h="101580">
                <a:moveTo>
                  <a:pt x="50961" y="101362"/>
                </a:moveTo>
                <a:lnTo>
                  <a:pt x="52243" y="101239"/>
                </a:lnTo>
                <a:lnTo>
                  <a:pt x="53502" y="101089"/>
                </a:lnTo>
                <a:lnTo>
                  <a:pt x="54741" y="100912"/>
                </a:lnTo>
                <a:lnTo>
                  <a:pt x="55957" y="100707"/>
                </a:lnTo>
                <a:lnTo>
                  <a:pt x="57153" y="100475"/>
                </a:lnTo>
                <a:lnTo>
                  <a:pt x="58326" y="100216"/>
                </a:lnTo>
                <a:lnTo>
                  <a:pt x="59478" y="99930"/>
                </a:lnTo>
                <a:lnTo>
                  <a:pt x="60609" y="99616"/>
                </a:lnTo>
                <a:lnTo>
                  <a:pt x="61718" y="99275"/>
                </a:lnTo>
                <a:lnTo>
                  <a:pt x="62805" y="98907"/>
                </a:lnTo>
                <a:lnTo>
                  <a:pt x="63871" y="98512"/>
                </a:lnTo>
                <a:lnTo>
                  <a:pt x="64916" y="98089"/>
                </a:lnTo>
                <a:lnTo>
                  <a:pt x="65939" y="97639"/>
                </a:lnTo>
                <a:lnTo>
                  <a:pt x="66940" y="97162"/>
                </a:lnTo>
                <a:lnTo>
                  <a:pt x="67920" y="96657"/>
                </a:lnTo>
                <a:lnTo>
                  <a:pt x="68878" y="96125"/>
                </a:lnTo>
                <a:lnTo>
                  <a:pt x="69815" y="95566"/>
                </a:lnTo>
                <a:lnTo>
                  <a:pt x="70730" y="94980"/>
                </a:lnTo>
                <a:lnTo>
                  <a:pt x="71624" y="94366"/>
                </a:lnTo>
                <a:lnTo>
                  <a:pt x="72496" y="93725"/>
                </a:lnTo>
                <a:lnTo>
                  <a:pt x="73345" y="93060"/>
                </a:lnTo>
                <a:lnTo>
                  <a:pt x="74168" y="92373"/>
                </a:lnTo>
                <a:lnTo>
                  <a:pt x="74965" y="91666"/>
                </a:lnTo>
                <a:lnTo>
                  <a:pt x="75736" y="90937"/>
                </a:lnTo>
                <a:lnTo>
                  <a:pt x="76481" y="90188"/>
                </a:lnTo>
                <a:lnTo>
                  <a:pt x="77200" y="89417"/>
                </a:lnTo>
                <a:lnTo>
                  <a:pt x="77894" y="88626"/>
                </a:lnTo>
                <a:lnTo>
                  <a:pt x="78562" y="87813"/>
                </a:lnTo>
                <a:lnTo>
                  <a:pt x="79203" y="86979"/>
                </a:lnTo>
                <a:lnTo>
                  <a:pt x="79819" y="86125"/>
                </a:lnTo>
                <a:lnTo>
                  <a:pt x="80410" y="85249"/>
                </a:lnTo>
                <a:lnTo>
                  <a:pt x="80974" y="84352"/>
                </a:lnTo>
                <a:lnTo>
                  <a:pt x="81512" y="83434"/>
                </a:lnTo>
                <a:lnTo>
                  <a:pt x="82025" y="82495"/>
                </a:lnTo>
                <a:lnTo>
                  <a:pt x="82512" y="81535"/>
                </a:lnTo>
                <a:lnTo>
                  <a:pt x="82972" y="80554"/>
                </a:lnTo>
                <a:lnTo>
                  <a:pt x="83408" y="79552"/>
                </a:lnTo>
                <a:lnTo>
                  <a:pt x="83817" y="78529"/>
                </a:lnTo>
                <a:lnTo>
                  <a:pt x="84200" y="77484"/>
                </a:lnTo>
                <a:lnTo>
                  <a:pt x="84558" y="76419"/>
                </a:lnTo>
                <a:lnTo>
                  <a:pt x="84889" y="75333"/>
                </a:lnTo>
                <a:lnTo>
                  <a:pt x="85195" y="74225"/>
                </a:lnTo>
                <a:lnTo>
                  <a:pt x="85475" y="73097"/>
                </a:lnTo>
                <a:lnTo>
                  <a:pt x="85729" y="71947"/>
                </a:lnTo>
                <a:lnTo>
                  <a:pt x="72911" y="71947"/>
                </a:lnTo>
                <a:lnTo>
                  <a:pt x="72719" y="72676"/>
                </a:lnTo>
                <a:lnTo>
                  <a:pt x="72512" y="73393"/>
                </a:lnTo>
                <a:lnTo>
                  <a:pt x="72288" y="74098"/>
                </a:lnTo>
                <a:lnTo>
                  <a:pt x="72049" y="74790"/>
                </a:lnTo>
                <a:lnTo>
                  <a:pt x="71795" y="75470"/>
                </a:lnTo>
                <a:lnTo>
                  <a:pt x="71524" y="76138"/>
                </a:lnTo>
                <a:lnTo>
                  <a:pt x="71238" y="76794"/>
                </a:lnTo>
                <a:lnTo>
                  <a:pt x="70935" y="77437"/>
                </a:lnTo>
                <a:lnTo>
                  <a:pt x="70617" y="78069"/>
                </a:lnTo>
                <a:lnTo>
                  <a:pt x="70284" y="78688"/>
                </a:lnTo>
                <a:lnTo>
                  <a:pt x="69934" y="79295"/>
                </a:lnTo>
                <a:lnTo>
                  <a:pt x="69569" y="79890"/>
                </a:lnTo>
                <a:lnTo>
                  <a:pt x="69187" y="80472"/>
                </a:lnTo>
                <a:lnTo>
                  <a:pt x="68790" y="81043"/>
                </a:lnTo>
                <a:lnTo>
                  <a:pt x="68378" y="81601"/>
                </a:lnTo>
                <a:lnTo>
                  <a:pt x="67949" y="82147"/>
                </a:lnTo>
                <a:lnTo>
                  <a:pt x="67505" y="82681"/>
                </a:lnTo>
                <a:lnTo>
                  <a:pt x="67044" y="83202"/>
                </a:lnTo>
                <a:lnTo>
                  <a:pt x="66568" y="83712"/>
                </a:lnTo>
                <a:lnTo>
                  <a:pt x="66077" y="84209"/>
                </a:lnTo>
                <a:lnTo>
                  <a:pt x="65569" y="84694"/>
                </a:lnTo>
                <a:lnTo>
                  <a:pt x="65046" y="85167"/>
                </a:lnTo>
                <a:lnTo>
                  <a:pt x="64506" y="85628"/>
                </a:lnTo>
                <a:lnTo>
                  <a:pt x="63951" y="86076"/>
                </a:lnTo>
                <a:lnTo>
                  <a:pt x="63380" y="86509"/>
                </a:lnTo>
                <a:lnTo>
                  <a:pt x="62792" y="86923"/>
                </a:lnTo>
                <a:lnTo>
                  <a:pt x="62188" y="87320"/>
                </a:lnTo>
                <a:lnTo>
                  <a:pt x="61566" y="87697"/>
                </a:lnTo>
                <a:lnTo>
                  <a:pt x="60928" y="88057"/>
                </a:lnTo>
                <a:lnTo>
                  <a:pt x="60273" y="88397"/>
                </a:lnTo>
                <a:lnTo>
                  <a:pt x="59602" y="88720"/>
                </a:lnTo>
                <a:lnTo>
                  <a:pt x="58913" y="89024"/>
                </a:lnTo>
                <a:lnTo>
                  <a:pt x="58208" y="89309"/>
                </a:lnTo>
                <a:lnTo>
                  <a:pt x="57486" y="89577"/>
                </a:lnTo>
                <a:lnTo>
                  <a:pt x="56747" y="89825"/>
                </a:lnTo>
                <a:lnTo>
                  <a:pt x="55992" y="90056"/>
                </a:lnTo>
                <a:lnTo>
                  <a:pt x="55220" y="90267"/>
                </a:lnTo>
                <a:lnTo>
                  <a:pt x="54431" y="90461"/>
                </a:lnTo>
                <a:lnTo>
                  <a:pt x="53625" y="90636"/>
                </a:lnTo>
                <a:lnTo>
                  <a:pt x="52803" y="90793"/>
                </a:lnTo>
                <a:lnTo>
                  <a:pt x="51964" y="90931"/>
                </a:lnTo>
                <a:lnTo>
                  <a:pt x="51108" y="91050"/>
                </a:lnTo>
                <a:lnTo>
                  <a:pt x="50235" y="91152"/>
                </a:lnTo>
                <a:lnTo>
                  <a:pt x="49346" y="91235"/>
                </a:lnTo>
                <a:lnTo>
                  <a:pt x="48440" y="91299"/>
                </a:lnTo>
                <a:lnTo>
                  <a:pt x="47517" y="91345"/>
                </a:lnTo>
                <a:lnTo>
                  <a:pt x="46577" y="91373"/>
                </a:lnTo>
                <a:lnTo>
                  <a:pt x="45621" y="91382"/>
                </a:lnTo>
                <a:lnTo>
                  <a:pt x="44764" y="91374"/>
                </a:lnTo>
                <a:lnTo>
                  <a:pt x="43917" y="91349"/>
                </a:lnTo>
                <a:lnTo>
                  <a:pt x="43079" y="91308"/>
                </a:lnTo>
                <a:lnTo>
                  <a:pt x="42252" y="91250"/>
                </a:lnTo>
                <a:lnTo>
                  <a:pt x="41433" y="91176"/>
                </a:lnTo>
                <a:lnTo>
                  <a:pt x="40624" y="91085"/>
                </a:lnTo>
                <a:lnTo>
                  <a:pt x="39825" y="90978"/>
                </a:lnTo>
                <a:lnTo>
                  <a:pt x="39036" y="90854"/>
                </a:lnTo>
                <a:lnTo>
                  <a:pt x="38255" y="90713"/>
                </a:lnTo>
                <a:lnTo>
                  <a:pt x="37485" y="90557"/>
                </a:lnTo>
                <a:lnTo>
                  <a:pt x="36724" y="90383"/>
                </a:lnTo>
                <a:lnTo>
                  <a:pt x="35973" y="90193"/>
                </a:lnTo>
                <a:lnTo>
                  <a:pt x="35231" y="89987"/>
                </a:lnTo>
                <a:lnTo>
                  <a:pt x="34499" y="89764"/>
                </a:lnTo>
                <a:lnTo>
                  <a:pt x="33776" y="89525"/>
                </a:lnTo>
                <a:lnTo>
                  <a:pt x="33063" y="89269"/>
                </a:lnTo>
                <a:lnTo>
                  <a:pt x="32359" y="88996"/>
                </a:lnTo>
                <a:lnTo>
                  <a:pt x="31665" y="88707"/>
                </a:lnTo>
                <a:lnTo>
                  <a:pt x="30981" y="88402"/>
                </a:lnTo>
                <a:lnTo>
                  <a:pt x="30306" y="88080"/>
                </a:lnTo>
                <a:lnTo>
                  <a:pt x="29641" y="87741"/>
                </a:lnTo>
                <a:lnTo>
                  <a:pt x="28985" y="87386"/>
                </a:lnTo>
                <a:lnTo>
                  <a:pt x="28339" y="87015"/>
                </a:lnTo>
                <a:lnTo>
                  <a:pt x="27702" y="86627"/>
                </a:lnTo>
                <a:lnTo>
                  <a:pt x="27076" y="86224"/>
                </a:lnTo>
                <a:lnTo>
                  <a:pt x="26463" y="85806"/>
                </a:lnTo>
                <a:lnTo>
                  <a:pt x="25861" y="85374"/>
                </a:lnTo>
                <a:lnTo>
                  <a:pt x="25271" y="84927"/>
                </a:lnTo>
                <a:lnTo>
                  <a:pt x="24693" y="84466"/>
                </a:lnTo>
                <a:lnTo>
                  <a:pt x="24128" y="83991"/>
                </a:lnTo>
                <a:lnTo>
                  <a:pt x="23574" y="83501"/>
                </a:lnTo>
                <a:lnTo>
                  <a:pt x="23032" y="82997"/>
                </a:lnTo>
                <a:lnTo>
                  <a:pt x="22502" y="82479"/>
                </a:lnTo>
                <a:lnTo>
                  <a:pt x="21984" y="81947"/>
                </a:lnTo>
                <a:lnTo>
                  <a:pt x="21478" y="81400"/>
                </a:lnTo>
                <a:lnTo>
                  <a:pt x="20984" y="80838"/>
                </a:lnTo>
                <a:lnTo>
                  <a:pt x="20502" y="80262"/>
                </a:lnTo>
                <a:lnTo>
                  <a:pt x="20031" y="79672"/>
                </a:lnTo>
                <a:lnTo>
                  <a:pt x="19573" y="79068"/>
                </a:lnTo>
                <a:lnTo>
                  <a:pt x="19127" y="78449"/>
                </a:lnTo>
                <a:lnTo>
                  <a:pt x="18693" y="77816"/>
                </a:lnTo>
                <a:lnTo>
                  <a:pt x="18270" y="77169"/>
                </a:lnTo>
                <a:lnTo>
                  <a:pt x="17860" y="76507"/>
                </a:lnTo>
                <a:lnTo>
                  <a:pt x="17462" y="75830"/>
                </a:lnTo>
                <a:lnTo>
                  <a:pt x="17075" y="75140"/>
                </a:lnTo>
                <a:lnTo>
                  <a:pt x="16701" y="74435"/>
                </a:lnTo>
                <a:lnTo>
                  <a:pt x="16338" y="73716"/>
                </a:lnTo>
                <a:lnTo>
                  <a:pt x="15988" y="72982"/>
                </a:lnTo>
                <a:lnTo>
                  <a:pt x="15650" y="72235"/>
                </a:lnTo>
                <a:lnTo>
                  <a:pt x="15327" y="71476"/>
                </a:lnTo>
                <a:lnTo>
                  <a:pt x="15019" y="70705"/>
                </a:lnTo>
                <a:lnTo>
                  <a:pt x="14724" y="69921"/>
                </a:lnTo>
                <a:lnTo>
                  <a:pt x="14444" y="69125"/>
                </a:lnTo>
                <a:lnTo>
                  <a:pt x="14179" y="68317"/>
                </a:lnTo>
                <a:lnTo>
                  <a:pt x="13928" y="67497"/>
                </a:lnTo>
                <a:lnTo>
                  <a:pt x="13691" y="66665"/>
                </a:lnTo>
                <a:lnTo>
                  <a:pt x="13468" y="65820"/>
                </a:lnTo>
                <a:lnTo>
                  <a:pt x="13260" y="64963"/>
                </a:lnTo>
                <a:lnTo>
                  <a:pt x="13066" y="64094"/>
                </a:lnTo>
                <a:lnTo>
                  <a:pt x="12887" y="63213"/>
                </a:lnTo>
                <a:lnTo>
                  <a:pt x="12722" y="62320"/>
                </a:lnTo>
                <a:lnTo>
                  <a:pt x="12571" y="61414"/>
                </a:lnTo>
                <a:lnTo>
                  <a:pt x="12435" y="60496"/>
                </a:lnTo>
                <a:lnTo>
                  <a:pt x="12313" y="59566"/>
                </a:lnTo>
                <a:lnTo>
                  <a:pt x="12205" y="58624"/>
                </a:lnTo>
                <a:lnTo>
                  <a:pt x="12112" y="57669"/>
                </a:lnTo>
                <a:lnTo>
                  <a:pt x="12033" y="56703"/>
                </a:lnTo>
                <a:lnTo>
                  <a:pt x="11968" y="55724"/>
                </a:lnTo>
                <a:lnTo>
                  <a:pt x="11918" y="54733"/>
                </a:lnTo>
                <a:lnTo>
                  <a:pt x="11882" y="53729"/>
                </a:lnTo>
                <a:lnTo>
                  <a:pt x="11860" y="52714"/>
                </a:lnTo>
                <a:lnTo>
                  <a:pt x="11853" y="51686"/>
                </a:lnTo>
                <a:lnTo>
                  <a:pt x="11860" y="50658"/>
                </a:lnTo>
                <a:lnTo>
                  <a:pt x="11882" y="49643"/>
                </a:lnTo>
                <a:lnTo>
                  <a:pt x="11918" y="48640"/>
                </a:lnTo>
                <a:lnTo>
                  <a:pt x="11968" y="47649"/>
                </a:lnTo>
                <a:lnTo>
                  <a:pt x="12033" y="46670"/>
                </a:lnTo>
                <a:lnTo>
                  <a:pt x="12112" y="45704"/>
                </a:lnTo>
                <a:lnTo>
                  <a:pt x="12205" y="44749"/>
                </a:lnTo>
                <a:lnTo>
                  <a:pt x="12313" y="43807"/>
                </a:lnTo>
                <a:lnTo>
                  <a:pt x="12435" y="42877"/>
                </a:lnTo>
                <a:lnTo>
                  <a:pt x="12571" y="41959"/>
                </a:lnTo>
                <a:lnTo>
                  <a:pt x="12722" y="41054"/>
                </a:lnTo>
                <a:lnTo>
                  <a:pt x="12887" y="40160"/>
                </a:lnTo>
                <a:lnTo>
                  <a:pt x="13066" y="39279"/>
                </a:lnTo>
                <a:lnTo>
                  <a:pt x="13260" y="38410"/>
                </a:lnTo>
                <a:lnTo>
                  <a:pt x="13468" y="37554"/>
                </a:lnTo>
                <a:lnTo>
                  <a:pt x="13691" y="36709"/>
                </a:lnTo>
                <a:lnTo>
                  <a:pt x="13928" y="35877"/>
                </a:lnTo>
                <a:lnTo>
                  <a:pt x="14179" y="35057"/>
                </a:lnTo>
                <a:lnTo>
                  <a:pt x="14444" y="34249"/>
                </a:lnTo>
                <a:lnTo>
                  <a:pt x="14724" y="33453"/>
                </a:lnTo>
                <a:lnTo>
                  <a:pt x="15019" y="32669"/>
                </a:lnTo>
                <a:lnTo>
                  <a:pt x="15327" y="31898"/>
                </a:lnTo>
                <a:lnTo>
                  <a:pt x="15650" y="31139"/>
                </a:lnTo>
                <a:lnTo>
                  <a:pt x="15988" y="30392"/>
                </a:lnTo>
                <a:lnTo>
                  <a:pt x="16338" y="29658"/>
                </a:lnTo>
                <a:lnTo>
                  <a:pt x="16701" y="28939"/>
                </a:lnTo>
                <a:lnTo>
                  <a:pt x="17075" y="28234"/>
                </a:lnTo>
                <a:lnTo>
                  <a:pt x="17462" y="27544"/>
                </a:lnTo>
                <a:lnTo>
                  <a:pt x="17860" y="26867"/>
                </a:lnTo>
                <a:lnTo>
                  <a:pt x="18270" y="26206"/>
                </a:lnTo>
                <a:lnTo>
                  <a:pt x="18693" y="25558"/>
                </a:lnTo>
                <a:lnTo>
                  <a:pt x="19127" y="24925"/>
                </a:lnTo>
                <a:lnTo>
                  <a:pt x="19573" y="24306"/>
                </a:lnTo>
                <a:lnTo>
                  <a:pt x="20031" y="23702"/>
                </a:lnTo>
                <a:lnTo>
                  <a:pt x="20502" y="23112"/>
                </a:lnTo>
                <a:lnTo>
                  <a:pt x="20984" y="22536"/>
                </a:lnTo>
                <a:lnTo>
                  <a:pt x="21478" y="21974"/>
                </a:lnTo>
                <a:lnTo>
                  <a:pt x="21984" y="21427"/>
                </a:lnTo>
                <a:lnTo>
                  <a:pt x="22502" y="20895"/>
                </a:lnTo>
                <a:lnTo>
                  <a:pt x="23032" y="20377"/>
                </a:lnTo>
                <a:lnTo>
                  <a:pt x="23574" y="19873"/>
                </a:lnTo>
                <a:lnTo>
                  <a:pt x="24128" y="19383"/>
                </a:lnTo>
                <a:lnTo>
                  <a:pt x="24693" y="18908"/>
                </a:lnTo>
                <a:lnTo>
                  <a:pt x="25271" y="18447"/>
                </a:lnTo>
                <a:lnTo>
                  <a:pt x="25861" y="18000"/>
                </a:lnTo>
                <a:lnTo>
                  <a:pt x="26463" y="17568"/>
                </a:lnTo>
                <a:lnTo>
                  <a:pt x="27076" y="17150"/>
                </a:lnTo>
                <a:lnTo>
                  <a:pt x="27702" y="16747"/>
                </a:lnTo>
                <a:lnTo>
                  <a:pt x="28339" y="16359"/>
                </a:lnTo>
                <a:lnTo>
                  <a:pt x="28985" y="15988"/>
                </a:lnTo>
                <a:lnTo>
                  <a:pt x="29641" y="15633"/>
                </a:lnTo>
                <a:lnTo>
                  <a:pt x="30306" y="15294"/>
                </a:lnTo>
                <a:lnTo>
                  <a:pt x="30981" y="14972"/>
                </a:lnTo>
                <a:lnTo>
                  <a:pt x="31665" y="14667"/>
                </a:lnTo>
                <a:lnTo>
                  <a:pt x="32359" y="14378"/>
                </a:lnTo>
                <a:lnTo>
                  <a:pt x="33063" y="14105"/>
                </a:lnTo>
                <a:lnTo>
                  <a:pt x="33776" y="13849"/>
                </a:lnTo>
                <a:lnTo>
                  <a:pt x="34499" y="13610"/>
                </a:lnTo>
                <a:lnTo>
                  <a:pt x="35231" y="13387"/>
                </a:lnTo>
                <a:lnTo>
                  <a:pt x="35973" y="13181"/>
                </a:lnTo>
                <a:lnTo>
                  <a:pt x="36724" y="12991"/>
                </a:lnTo>
                <a:lnTo>
                  <a:pt x="37485" y="12817"/>
                </a:lnTo>
                <a:lnTo>
                  <a:pt x="38255" y="12661"/>
                </a:lnTo>
                <a:lnTo>
                  <a:pt x="39036" y="12520"/>
                </a:lnTo>
                <a:lnTo>
                  <a:pt x="39825" y="12396"/>
                </a:lnTo>
                <a:lnTo>
                  <a:pt x="40624" y="12289"/>
                </a:lnTo>
                <a:lnTo>
                  <a:pt x="41433" y="12198"/>
                </a:lnTo>
                <a:lnTo>
                  <a:pt x="42252" y="12124"/>
                </a:lnTo>
                <a:lnTo>
                  <a:pt x="43079" y="12066"/>
                </a:lnTo>
                <a:lnTo>
                  <a:pt x="43917" y="12025"/>
                </a:lnTo>
                <a:lnTo>
                  <a:pt x="44764" y="12000"/>
                </a:lnTo>
                <a:lnTo>
                  <a:pt x="45621" y="11992"/>
                </a:lnTo>
                <a:lnTo>
                  <a:pt x="46577" y="12001"/>
                </a:lnTo>
                <a:lnTo>
                  <a:pt x="47517" y="12030"/>
                </a:lnTo>
                <a:lnTo>
                  <a:pt x="48440" y="12077"/>
                </a:lnTo>
                <a:lnTo>
                  <a:pt x="49346" y="12143"/>
                </a:lnTo>
                <a:lnTo>
                  <a:pt x="50235" y="12228"/>
                </a:lnTo>
                <a:lnTo>
                  <a:pt x="51108" y="12332"/>
                </a:lnTo>
                <a:lnTo>
                  <a:pt x="51964" y="12455"/>
                </a:lnTo>
                <a:lnTo>
                  <a:pt x="52803" y="12597"/>
                </a:lnTo>
                <a:lnTo>
                  <a:pt x="53625" y="12758"/>
                </a:lnTo>
                <a:lnTo>
                  <a:pt x="54431" y="12937"/>
                </a:lnTo>
                <a:lnTo>
                  <a:pt x="55220" y="13136"/>
                </a:lnTo>
                <a:lnTo>
                  <a:pt x="55992" y="13353"/>
                </a:lnTo>
                <a:lnTo>
                  <a:pt x="56747" y="13589"/>
                </a:lnTo>
                <a:lnTo>
                  <a:pt x="57486" y="13845"/>
                </a:lnTo>
                <a:lnTo>
                  <a:pt x="58208" y="14119"/>
                </a:lnTo>
                <a:lnTo>
                  <a:pt x="58913" y="14412"/>
                </a:lnTo>
                <a:lnTo>
                  <a:pt x="59602" y="14724"/>
                </a:lnTo>
                <a:lnTo>
                  <a:pt x="60273" y="15055"/>
                </a:lnTo>
                <a:lnTo>
                  <a:pt x="60928" y="15404"/>
                </a:lnTo>
                <a:lnTo>
                  <a:pt x="61566" y="15773"/>
                </a:lnTo>
                <a:lnTo>
                  <a:pt x="62188" y="16161"/>
                </a:lnTo>
                <a:lnTo>
                  <a:pt x="62792" y="16567"/>
                </a:lnTo>
                <a:lnTo>
                  <a:pt x="63380" y="16993"/>
                </a:lnTo>
                <a:lnTo>
                  <a:pt x="63951" y="17437"/>
                </a:lnTo>
                <a:lnTo>
                  <a:pt x="64506" y="17897"/>
                </a:lnTo>
                <a:lnTo>
                  <a:pt x="65046" y="18368"/>
                </a:lnTo>
                <a:lnTo>
                  <a:pt x="65569" y="18853"/>
                </a:lnTo>
                <a:lnTo>
                  <a:pt x="66077" y="19349"/>
                </a:lnTo>
                <a:lnTo>
                  <a:pt x="66568" y="19857"/>
                </a:lnTo>
                <a:lnTo>
                  <a:pt x="67044" y="20378"/>
                </a:lnTo>
                <a:lnTo>
                  <a:pt x="67505" y="20911"/>
                </a:lnTo>
                <a:lnTo>
                  <a:pt x="67949" y="21456"/>
                </a:lnTo>
                <a:lnTo>
                  <a:pt x="68378" y="22013"/>
                </a:lnTo>
                <a:lnTo>
                  <a:pt x="68790" y="22583"/>
                </a:lnTo>
                <a:lnTo>
                  <a:pt x="69187" y="23165"/>
                </a:lnTo>
                <a:lnTo>
                  <a:pt x="69569" y="23759"/>
                </a:lnTo>
                <a:lnTo>
                  <a:pt x="69934" y="24365"/>
                </a:lnTo>
                <a:lnTo>
                  <a:pt x="70284" y="24983"/>
                </a:lnTo>
                <a:lnTo>
                  <a:pt x="70617" y="25614"/>
                </a:lnTo>
                <a:lnTo>
                  <a:pt x="70935" y="26257"/>
                </a:lnTo>
                <a:lnTo>
                  <a:pt x="71238" y="26912"/>
                </a:lnTo>
                <a:lnTo>
                  <a:pt x="71524" y="27579"/>
                </a:lnTo>
                <a:lnTo>
                  <a:pt x="71795" y="28259"/>
                </a:lnTo>
                <a:lnTo>
                  <a:pt x="72049" y="28950"/>
                </a:lnTo>
                <a:lnTo>
                  <a:pt x="72288" y="29654"/>
                </a:lnTo>
                <a:lnTo>
                  <a:pt x="72512" y="30370"/>
                </a:lnTo>
                <a:lnTo>
                  <a:pt x="72719" y="31098"/>
                </a:lnTo>
                <a:lnTo>
                  <a:pt x="72911" y="31839"/>
                </a:lnTo>
                <a:lnTo>
                  <a:pt x="85729" y="31839"/>
                </a:lnTo>
                <a:lnTo>
                  <a:pt x="85475" y="30656"/>
                </a:lnTo>
                <a:lnTo>
                  <a:pt x="85195" y="29495"/>
                </a:lnTo>
                <a:lnTo>
                  <a:pt x="84889" y="28356"/>
                </a:lnTo>
                <a:lnTo>
                  <a:pt x="84558" y="27241"/>
                </a:lnTo>
                <a:lnTo>
                  <a:pt x="84200" y="26147"/>
                </a:lnTo>
                <a:lnTo>
                  <a:pt x="83817" y="25077"/>
                </a:lnTo>
                <a:lnTo>
                  <a:pt x="83408" y="24028"/>
                </a:lnTo>
                <a:lnTo>
                  <a:pt x="82972" y="23002"/>
                </a:lnTo>
                <a:lnTo>
                  <a:pt x="82512" y="21999"/>
                </a:lnTo>
                <a:lnTo>
                  <a:pt x="82025" y="21018"/>
                </a:lnTo>
                <a:lnTo>
                  <a:pt x="81512" y="20060"/>
                </a:lnTo>
                <a:lnTo>
                  <a:pt x="80974" y="19124"/>
                </a:lnTo>
                <a:lnTo>
                  <a:pt x="80410" y="18211"/>
                </a:lnTo>
                <a:lnTo>
                  <a:pt x="79819" y="17320"/>
                </a:lnTo>
                <a:lnTo>
                  <a:pt x="79203" y="16452"/>
                </a:lnTo>
                <a:lnTo>
                  <a:pt x="78562" y="15606"/>
                </a:lnTo>
                <a:lnTo>
                  <a:pt x="77894" y="14782"/>
                </a:lnTo>
                <a:lnTo>
                  <a:pt x="77200" y="13982"/>
                </a:lnTo>
                <a:lnTo>
                  <a:pt x="76481" y="13203"/>
                </a:lnTo>
                <a:lnTo>
                  <a:pt x="75736" y="12447"/>
                </a:lnTo>
                <a:lnTo>
                  <a:pt x="74965" y="11714"/>
                </a:lnTo>
                <a:lnTo>
                  <a:pt x="74168" y="11003"/>
                </a:lnTo>
                <a:lnTo>
                  <a:pt x="73345" y="10315"/>
                </a:lnTo>
                <a:lnTo>
                  <a:pt x="72496" y="9649"/>
                </a:lnTo>
                <a:lnTo>
                  <a:pt x="71624" y="9008"/>
                </a:lnTo>
                <a:lnTo>
                  <a:pt x="70730" y="8394"/>
                </a:lnTo>
                <a:lnTo>
                  <a:pt x="69815" y="7808"/>
                </a:lnTo>
                <a:lnTo>
                  <a:pt x="68878" y="7248"/>
                </a:lnTo>
                <a:lnTo>
                  <a:pt x="67920" y="6716"/>
                </a:lnTo>
                <a:lnTo>
                  <a:pt x="66940" y="6212"/>
                </a:lnTo>
                <a:lnTo>
                  <a:pt x="65939" y="5734"/>
                </a:lnTo>
                <a:lnTo>
                  <a:pt x="64916" y="5284"/>
                </a:lnTo>
                <a:lnTo>
                  <a:pt x="63871" y="4861"/>
                </a:lnTo>
                <a:lnTo>
                  <a:pt x="62805" y="4465"/>
                </a:lnTo>
                <a:lnTo>
                  <a:pt x="61718" y="4097"/>
                </a:lnTo>
                <a:lnTo>
                  <a:pt x="60609" y="3756"/>
                </a:lnTo>
                <a:lnTo>
                  <a:pt x="59478" y="3442"/>
                </a:lnTo>
                <a:lnTo>
                  <a:pt x="58326" y="3156"/>
                </a:lnTo>
                <a:lnTo>
                  <a:pt x="57153" y="2897"/>
                </a:lnTo>
                <a:lnTo>
                  <a:pt x="55957" y="2665"/>
                </a:lnTo>
                <a:lnTo>
                  <a:pt x="54741" y="2460"/>
                </a:lnTo>
                <a:lnTo>
                  <a:pt x="53502" y="2283"/>
                </a:lnTo>
                <a:lnTo>
                  <a:pt x="52243" y="2133"/>
                </a:lnTo>
                <a:lnTo>
                  <a:pt x="50961" y="2010"/>
                </a:lnTo>
                <a:lnTo>
                  <a:pt x="49658" y="1915"/>
                </a:lnTo>
                <a:lnTo>
                  <a:pt x="48334" y="1846"/>
                </a:lnTo>
                <a:lnTo>
                  <a:pt x="46988" y="1805"/>
                </a:lnTo>
                <a:lnTo>
                  <a:pt x="45621" y="1792"/>
                </a:lnTo>
                <a:lnTo>
                  <a:pt x="44456" y="1803"/>
                </a:lnTo>
                <a:lnTo>
                  <a:pt x="43304" y="1835"/>
                </a:lnTo>
                <a:lnTo>
                  <a:pt x="42165" y="1890"/>
                </a:lnTo>
                <a:lnTo>
                  <a:pt x="41040" y="1966"/>
                </a:lnTo>
                <a:lnTo>
                  <a:pt x="39927" y="2064"/>
                </a:lnTo>
                <a:lnTo>
                  <a:pt x="38828" y="2184"/>
                </a:lnTo>
                <a:lnTo>
                  <a:pt x="37742" y="2325"/>
                </a:lnTo>
                <a:lnTo>
                  <a:pt x="36669" y="2489"/>
                </a:lnTo>
                <a:lnTo>
                  <a:pt x="35609" y="2674"/>
                </a:lnTo>
                <a:lnTo>
                  <a:pt x="34563" y="2881"/>
                </a:lnTo>
                <a:lnTo>
                  <a:pt x="33529" y="3109"/>
                </a:lnTo>
                <a:lnTo>
                  <a:pt x="32509" y="3360"/>
                </a:lnTo>
                <a:lnTo>
                  <a:pt x="31502" y="3632"/>
                </a:lnTo>
                <a:lnTo>
                  <a:pt x="30508" y="3926"/>
                </a:lnTo>
                <a:lnTo>
                  <a:pt x="29528" y="4242"/>
                </a:lnTo>
                <a:lnTo>
                  <a:pt x="28560" y="4579"/>
                </a:lnTo>
                <a:lnTo>
                  <a:pt x="27606" y="4938"/>
                </a:lnTo>
                <a:lnTo>
                  <a:pt x="26665" y="5320"/>
                </a:lnTo>
                <a:lnTo>
                  <a:pt x="25737" y="5722"/>
                </a:lnTo>
                <a:lnTo>
                  <a:pt x="24822" y="6147"/>
                </a:lnTo>
                <a:lnTo>
                  <a:pt x="23920" y="6593"/>
                </a:lnTo>
                <a:lnTo>
                  <a:pt x="23032" y="7062"/>
                </a:lnTo>
                <a:lnTo>
                  <a:pt x="22156" y="7552"/>
                </a:lnTo>
                <a:lnTo>
                  <a:pt x="21294" y="8063"/>
                </a:lnTo>
                <a:lnTo>
                  <a:pt x="20447" y="8595"/>
                </a:lnTo>
                <a:lnTo>
                  <a:pt x="19616" y="9143"/>
                </a:lnTo>
                <a:lnTo>
                  <a:pt x="18801" y="9709"/>
                </a:lnTo>
                <a:lnTo>
                  <a:pt x="18004" y="10292"/>
                </a:lnTo>
                <a:lnTo>
                  <a:pt x="17222" y="10892"/>
                </a:lnTo>
                <a:lnTo>
                  <a:pt x="16457" y="11509"/>
                </a:lnTo>
                <a:lnTo>
                  <a:pt x="15709" y="12144"/>
                </a:lnTo>
                <a:lnTo>
                  <a:pt x="14977" y="12796"/>
                </a:lnTo>
                <a:lnTo>
                  <a:pt x="14262" y="13465"/>
                </a:lnTo>
                <a:lnTo>
                  <a:pt x="13563" y="14151"/>
                </a:lnTo>
                <a:lnTo>
                  <a:pt x="12881" y="14855"/>
                </a:lnTo>
                <a:lnTo>
                  <a:pt x="12215" y="15576"/>
                </a:lnTo>
                <a:lnTo>
                  <a:pt x="11566" y="16314"/>
                </a:lnTo>
                <a:lnTo>
                  <a:pt x="10933" y="17069"/>
                </a:lnTo>
                <a:lnTo>
                  <a:pt x="10316" y="17841"/>
                </a:lnTo>
                <a:lnTo>
                  <a:pt x="9717" y="18631"/>
                </a:lnTo>
                <a:lnTo>
                  <a:pt x="9133" y="19438"/>
                </a:lnTo>
                <a:lnTo>
                  <a:pt x="8566" y="20262"/>
                </a:lnTo>
                <a:lnTo>
                  <a:pt x="8016" y="21104"/>
                </a:lnTo>
                <a:lnTo>
                  <a:pt x="7482" y="21963"/>
                </a:lnTo>
                <a:lnTo>
                  <a:pt x="6965" y="22838"/>
                </a:lnTo>
                <a:lnTo>
                  <a:pt x="6464" y="23732"/>
                </a:lnTo>
                <a:lnTo>
                  <a:pt x="5980" y="24642"/>
                </a:lnTo>
                <a:lnTo>
                  <a:pt x="5512" y="25570"/>
                </a:lnTo>
                <a:lnTo>
                  <a:pt x="5062" y="26512"/>
                </a:lnTo>
                <a:lnTo>
                  <a:pt x="4632" y="27467"/>
                </a:lnTo>
                <a:lnTo>
                  <a:pt x="4220" y="28435"/>
                </a:lnTo>
                <a:lnTo>
                  <a:pt x="3828" y="29415"/>
                </a:lnTo>
                <a:lnTo>
                  <a:pt x="3455" y="30408"/>
                </a:lnTo>
                <a:lnTo>
                  <a:pt x="3101" y="31414"/>
                </a:lnTo>
                <a:lnTo>
                  <a:pt x="2766" y="32433"/>
                </a:lnTo>
                <a:lnTo>
                  <a:pt x="2450" y="33464"/>
                </a:lnTo>
                <a:lnTo>
                  <a:pt x="2153" y="34508"/>
                </a:lnTo>
                <a:lnTo>
                  <a:pt x="1876" y="35564"/>
                </a:lnTo>
                <a:lnTo>
                  <a:pt x="1617" y="36633"/>
                </a:lnTo>
                <a:lnTo>
                  <a:pt x="1378" y="37715"/>
                </a:lnTo>
                <a:lnTo>
                  <a:pt x="1158" y="38810"/>
                </a:lnTo>
                <a:lnTo>
                  <a:pt x="957" y="39917"/>
                </a:lnTo>
                <a:lnTo>
                  <a:pt x="775" y="41037"/>
                </a:lnTo>
                <a:lnTo>
                  <a:pt x="612" y="42169"/>
                </a:lnTo>
                <a:lnTo>
                  <a:pt x="469" y="43314"/>
                </a:lnTo>
                <a:lnTo>
                  <a:pt x="345" y="44472"/>
                </a:lnTo>
                <a:lnTo>
                  <a:pt x="239" y="45643"/>
                </a:lnTo>
                <a:lnTo>
                  <a:pt x="153" y="46826"/>
                </a:lnTo>
                <a:lnTo>
                  <a:pt x="86" y="48022"/>
                </a:lnTo>
                <a:lnTo>
                  <a:pt x="38" y="49231"/>
                </a:lnTo>
                <a:lnTo>
                  <a:pt x="10" y="50452"/>
                </a:lnTo>
                <a:lnTo>
                  <a:pt x="0" y="51686"/>
                </a:lnTo>
                <a:lnTo>
                  <a:pt x="10" y="52920"/>
                </a:lnTo>
                <a:lnTo>
                  <a:pt x="38" y="54142"/>
                </a:lnTo>
                <a:lnTo>
                  <a:pt x="86" y="55350"/>
                </a:lnTo>
                <a:lnTo>
                  <a:pt x="153" y="56546"/>
                </a:lnTo>
                <a:lnTo>
                  <a:pt x="239" y="57730"/>
                </a:lnTo>
                <a:lnTo>
                  <a:pt x="345" y="58901"/>
                </a:lnTo>
                <a:lnTo>
                  <a:pt x="469" y="60059"/>
                </a:lnTo>
                <a:lnTo>
                  <a:pt x="612" y="61204"/>
                </a:lnTo>
                <a:lnTo>
                  <a:pt x="775" y="62337"/>
                </a:lnTo>
                <a:lnTo>
                  <a:pt x="957" y="63457"/>
                </a:lnTo>
                <a:lnTo>
                  <a:pt x="1158" y="64564"/>
                </a:lnTo>
                <a:lnTo>
                  <a:pt x="1378" y="65659"/>
                </a:lnTo>
                <a:lnTo>
                  <a:pt x="1617" y="66741"/>
                </a:lnTo>
                <a:lnTo>
                  <a:pt x="1876" y="67810"/>
                </a:lnTo>
                <a:lnTo>
                  <a:pt x="2153" y="68867"/>
                </a:lnTo>
                <a:lnTo>
                  <a:pt x="2450" y="69911"/>
                </a:lnTo>
                <a:lnTo>
                  <a:pt x="2766" y="70942"/>
                </a:lnTo>
                <a:lnTo>
                  <a:pt x="3101" y="71961"/>
                </a:lnTo>
                <a:lnTo>
                  <a:pt x="3455" y="72967"/>
                </a:lnTo>
                <a:lnTo>
                  <a:pt x="3828" y="73960"/>
                </a:lnTo>
                <a:lnTo>
                  <a:pt x="4220" y="74941"/>
                </a:lnTo>
                <a:lnTo>
                  <a:pt x="4632" y="75909"/>
                </a:lnTo>
                <a:lnTo>
                  <a:pt x="5062" y="76864"/>
                </a:lnTo>
                <a:lnTo>
                  <a:pt x="5512" y="77807"/>
                </a:lnTo>
                <a:lnTo>
                  <a:pt x="5980" y="78734"/>
                </a:lnTo>
                <a:lnTo>
                  <a:pt x="6464" y="79644"/>
                </a:lnTo>
                <a:lnTo>
                  <a:pt x="6965" y="80537"/>
                </a:lnTo>
                <a:lnTo>
                  <a:pt x="7482" y="81413"/>
                </a:lnTo>
                <a:lnTo>
                  <a:pt x="8016" y="82272"/>
                </a:lnTo>
                <a:lnTo>
                  <a:pt x="8566" y="83113"/>
                </a:lnTo>
                <a:lnTo>
                  <a:pt x="9133" y="83937"/>
                </a:lnTo>
                <a:lnTo>
                  <a:pt x="9717" y="84744"/>
                </a:lnTo>
                <a:lnTo>
                  <a:pt x="10316" y="85533"/>
                </a:lnTo>
                <a:lnTo>
                  <a:pt x="10933" y="86306"/>
                </a:lnTo>
                <a:lnTo>
                  <a:pt x="11566" y="87061"/>
                </a:lnTo>
                <a:lnTo>
                  <a:pt x="12215" y="87799"/>
                </a:lnTo>
                <a:lnTo>
                  <a:pt x="12881" y="88520"/>
                </a:lnTo>
                <a:lnTo>
                  <a:pt x="13563" y="89223"/>
                </a:lnTo>
                <a:lnTo>
                  <a:pt x="14262" y="89909"/>
                </a:lnTo>
                <a:lnTo>
                  <a:pt x="14977" y="90578"/>
                </a:lnTo>
                <a:lnTo>
                  <a:pt x="15709" y="91230"/>
                </a:lnTo>
                <a:lnTo>
                  <a:pt x="16457" y="91865"/>
                </a:lnTo>
                <a:lnTo>
                  <a:pt x="17222" y="92482"/>
                </a:lnTo>
                <a:lnTo>
                  <a:pt x="18004" y="93082"/>
                </a:lnTo>
                <a:lnTo>
                  <a:pt x="18801" y="93665"/>
                </a:lnTo>
                <a:lnTo>
                  <a:pt x="19616" y="94231"/>
                </a:lnTo>
                <a:lnTo>
                  <a:pt x="20447" y="94779"/>
                </a:lnTo>
                <a:lnTo>
                  <a:pt x="21294" y="95311"/>
                </a:lnTo>
                <a:lnTo>
                  <a:pt x="22156" y="95822"/>
                </a:lnTo>
                <a:lnTo>
                  <a:pt x="23032" y="96312"/>
                </a:lnTo>
                <a:lnTo>
                  <a:pt x="23920" y="96780"/>
                </a:lnTo>
                <a:lnTo>
                  <a:pt x="24822" y="97226"/>
                </a:lnTo>
                <a:lnTo>
                  <a:pt x="25737" y="97651"/>
                </a:lnTo>
                <a:lnTo>
                  <a:pt x="26665" y="98054"/>
                </a:lnTo>
                <a:lnTo>
                  <a:pt x="27606" y="98435"/>
                </a:lnTo>
                <a:lnTo>
                  <a:pt x="28560" y="98794"/>
                </a:lnTo>
                <a:lnTo>
                  <a:pt x="29528" y="99131"/>
                </a:lnTo>
                <a:lnTo>
                  <a:pt x="30508" y="99447"/>
                </a:lnTo>
                <a:lnTo>
                  <a:pt x="31502" y="99741"/>
                </a:lnTo>
                <a:lnTo>
                  <a:pt x="32509" y="100013"/>
                </a:lnTo>
                <a:lnTo>
                  <a:pt x="33529" y="100263"/>
                </a:lnTo>
                <a:lnTo>
                  <a:pt x="34563" y="100492"/>
                </a:lnTo>
                <a:lnTo>
                  <a:pt x="35609" y="100698"/>
                </a:lnTo>
                <a:lnTo>
                  <a:pt x="36669" y="100883"/>
                </a:lnTo>
                <a:lnTo>
                  <a:pt x="37742" y="101047"/>
                </a:lnTo>
                <a:lnTo>
                  <a:pt x="38828" y="101188"/>
                </a:lnTo>
                <a:lnTo>
                  <a:pt x="39927" y="101308"/>
                </a:lnTo>
                <a:lnTo>
                  <a:pt x="41040" y="101406"/>
                </a:lnTo>
                <a:lnTo>
                  <a:pt x="42165" y="101482"/>
                </a:lnTo>
                <a:lnTo>
                  <a:pt x="43304" y="101537"/>
                </a:lnTo>
                <a:lnTo>
                  <a:pt x="44456" y="101569"/>
                </a:lnTo>
                <a:lnTo>
                  <a:pt x="45621" y="101580"/>
                </a:lnTo>
                <a:lnTo>
                  <a:pt x="46988" y="101566"/>
                </a:lnTo>
                <a:lnTo>
                  <a:pt x="48334" y="101526"/>
                </a:lnTo>
                <a:lnTo>
                  <a:pt x="49658" y="101457"/>
                </a:lnTo>
                <a:lnTo>
                  <a:pt x="50961" y="101362"/>
                </a:lnTo>
                <a:close/>
                <a:moveTo>
                  <a:pt x="470962" y="3447"/>
                </a:moveTo>
                <a:lnTo>
                  <a:pt x="435402" y="99927"/>
                </a:lnTo>
                <a:lnTo>
                  <a:pt x="447531" y="99927"/>
                </a:lnTo>
                <a:lnTo>
                  <a:pt x="456454" y="75119"/>
                </a:lnTo>
                <a:lnTo>
                  <a:pt x="497503" y="75119"/>
                </a:lnTo>
                <a:lnTo>
                  <a:pt x="506384" y="99927"/>
                </a:lnTo>
                <a:lnTo>
                  <a:pt x="518652" y="99927"/>
                </a:lnTo>
                <a:lnTo>
                  <a:pt x="483229" y="3447"/>
                </a:lnTo>
                <a:lnTo>
                  <a:pt x="470962" y="3447"/>
                </a:lnTo>
                <a:close/>
                <a:moveTo>
                  <a:pt x="494148" y="65745"/>
                </a:moveTo>
                <a:lnTo>
                  <a:pt x="459825" y="65745"/>
                </a:lnTo>
                <a:lnTo>
                  <a:pt x="477027" y="17918"/>
                </a:lnTo>
                <a:lnTo>
                  <a:pt x="494148" y="65745"/>
                </a:lnTo>
                <a:close/>
                <a:moveTo>
                  <a:pt x="370622" y="64092"/>
                </a:moveTo>
                <a:lnTo>
                  <a:pt x="425204" y="64092"/>
                </a:lnTo>
                <a:lnTo>
                  <a:pt x="425204" y="54306"/>
                </a:lnTo>
                <a:lnTo>
                  <a:pt x="370622" y="54306"/>
                </a:lnTo>
                <a:lnTo>
                  <a:pt x="370622" y="64092"/>
                </a:lnTo>
                <a:close/>
                <a:moveTo>
                  <a:pt x="113461" y="62471"/>
                </a:moveTo>
                <a:lnTo>
                  <a:pt x="113482" y="61946"/>
                </a:lnTo>
                <a:lnTo>
                  <a:pt x="113509" y="61428"/>
                </a:lnTo>
                <a:lnTo>
                  <a:pt x="113542" y="60918"/>
                </a:lnTo>
                <a:lnTo>
                  <a:pt x="113581" y="60414"/>
                </a:lnTo>
                <a:lnTo>
                  <a:pt x="113626" y="59919"/>
                </a:lnTo>
                <a:lnTo>
                  <a:pt x="113677" y="59430"/>
                </a:lnTo>
                <a:lnTo>
                  <a:pt x="113733" y="58950"/>
                </a:lnTo>
                <a:lnTo>
                  <a:pt x="113796" y="58476"/>
                </a:lnTo>
                <a:lnTo>
                  <a:pt x="113865" y="58010"/>
                </a:lnTo>
                <a:lnTo>
                  <a:pt x="113940" y="57551"/>
                </a:lnTo>
                <a:lnTo>
                  <a:pt x="114020" y="57100"/>
                </a:lnTo>
                <a:lnTo>
                  <a:pt x="114107" y="56656"/>
                </a:lnTo>
                <a:lnTo>
                  <a:pt x="114200" y="56220"/>
                </a:lnTo>
                <a:lnTo>
                  <a:pt x="114299" y="55791"/>
                </a:lnTo>
                <a:lnTo>
                  <a:pt x="114403" y="55370"/>
                </a:lnTo>
                <a:lnTo>
                  <a:pt x="114514" y="54955"/>
                </a:lnTo>
                <a:lnTo>
                  <a:pt x="114630" y="54549"/>
                </a:lnTo>
                <a:lnTo>
                  <a:pt x="114753" y="54149"/>
                </a:lnTo>
                <a:lnTo>
                  <a:pt x="114882" y="53758"/>
                </a:lnTo>
                <a:lnTo>
                  <a:pt x="115016" y="53373"/>
                </a:lnTo>
                <a:lnTo>
                  <a:pt x="115157" y="52996"/>
                </a:lnTo>
                <a:lnTo>
                  <a:pt x="115303" y="52626"/>
                </a:lnTo>
                <a:lnTo>
                  <a:pt x="115453" y="52263"/>
                </a:lnTo>
                <a:lnTo>
                  <a:pt x="115609" y="51905"/>
                </a:lnTo>
                <a:lnTo>
                  <a:pt x="115769" y="51555"/>
                </a:lnTo>
                <a:lnTo>
                  <a:pt x="115934" y="51210"/>
                </a:lnTo>
                <a:lnTo>
                  <a:pt x="116104" y="50873"/>
                </a:lnTo>
                <a:lnTo>
                  <a:pt x="116279" y="50541"/>
                </a:lnTo>
                <a:lnTo>
                  <a:pt x="116458" y="50217"/>
                </a:lnTo>
                <a:lnTo>
                  <a:pt x="116642" y="49898"/>
                </a:lnTo>
                <a:lnTo>
                  <a:pt x="116831" y="49586"/>
                </a:lnTo>
                <a:lnTo>
                  <a:pt x="117025" y="49281"/>
                </a:lnTo>
                <a:lnTo>
                  <a:pt x="117224" y="48982"/>
                </a:lnTo>
                <a:lnTo>
                  <a:pt x="117427" y="48689"/>
                </a:lnTo>
                <a:lnTo>
                  <a:pt x="117635" y="48403"/>
                </a:lnTo>
                <a:lnTo>
                  <a:pt x="117848" y="48124"/>
                </a:lnTo>
                <a:lnTo>
                  <a:pt x="118066" y="47851"/>
                </a:lnTo>
                <a:lnTo>
                  <a:pt x="118288" y="47584"/>
                </a:lnTo>
                <a:lnTo>
                  <a:pt x="118515" y="47324"/>
                </a:lnTo>
                <a:lnTo>
                  <a:pt x="118747" y="47070"/>
                </a:lnTo>
                <a:lnTo>
                  <a:pt x="118984" y="46823"/>
                </a:lnTo>
                <a:lnTo>
                  <a:pt x="119226" y="46582"/>
                </a:lnTo>
                <a:lnTo>
                  <a:pt x="119472" y="46348"/>
                </a:lnTo>
                <a:lnTo>
                  <a:pt x="119723" y="46120"/>
                </a:lnTo>
                <a:lnTo>
                  <a:pt x="119979" y="45898"/>
                </a:lnTo>
                <a:lnTo>
                  <a:pt x="120239" y="45683"/>
                </a:lnTo>
                <a:lnTo>
                  <a:pt x="120502" y="45472"/>
                </a:lnTo>
                <a:lnTo>
                  <a:pt x="120769" y="45266"/>
                </a:lnTo>
                <a:lnTo>
                  <a:pt x="121038" y="45066"/>
                </a:lnTo>
                <a:lnTo>
                  <a:pt x="121311" y="44870"/>
                </a:lnTo>
                <a:lnTo>
                  <a:pt x="121586" y="44679"/>
                </a:lnTo>
                <a:lnTo>
                  <a:pt x="121865" y="44494"/>
                </a:lnTo>
                <a:lnTo>
                  <a:pt x="122147" y="44313"/>
                </a:lnTo>
                <a:lnTo>
                  <a:pt x="122431" y="44138"/>
                </a:lnTo>
                <a:lnTo>
                  <a:pt x="122719" y="43967"/>
                </a:lnTo>
                <a:lnTo>
                  <a:pt x="123011" y="43802"/>
                </a:lnTo>
                <a:lnTo>
                  <a:pt x="123305" y="43642"/>
                </a:lnTo>
                <a:lnTo>
                  <a:pt x="123602" y="43486"/>
                </a:lnTo>
                <a:lnTo>
                  <a:pt x="123902" y="43336"/>
                </a:lnTo>
                <a:lnTo>
                  <a:pt x="124206" y="43190"/>
                </a:lnTo>
                <a:lnTo>
                  <a:pt x="124513" y="43050"/>
                </a:lnTo>
                <a:lnTo>
                  <a:pt x="124822" y="42915"/>
                </a:lnTo>
                <a:lnTo>
                  <a:pt x="125135" y="42785"/>
                </a:lnTo>
                <a:lnTo>
                  <a:pt x="125451" y="42659"/>
                </a:lnTo>
                <a:lnTo>
                  <a:pt x="125770" y="42539"/>
                </a:lnTo>
                <a:lnTo>
                  <a:pt x="126092" y="42424"/>
                </a:lnTo>
                <a:lnTo>
                  <a:pt x="126417" y="42314"/>
                </a:lnTo>
                <a:lnTo>
                  <a:pt x="126746" y="42209"/>
                </a:lnTo>
                <a:lnTo>
                  <a:pt x="127077" y="42108"/>
                </a:lnTo>
                <a:lnTo>
                  <a:pt x="127411" y="42013"/>
                </a:lnTo>
                <a:lnTo>
                  <a:pt x="127746" y="41921"/>
                </a:lnTo>
                <a:lnTo>
                  <a:pt x="128083" y="41834"/>
                </a:lnTo>
                <a:lnTo>
                  <a:pt x="128421" y="41750"/>
                </a:lnTo>
                <a:lnTo>
                  <a:pt x="128761" y="41671"/>
                </a:lnTo>
                <a:lnTo>
                  <a:pt x="129102" y="41596"/>
                </a:lnTo>
                <a:lnTo>
                  <a:pt x="129444" y="41525"/>
                </a:lnTo>
                <a:lnTo>
                  <a:pt x="129788" y="41458"/>
                </a:lnTo>
                <a:lnTo>
                  <a:pt x="130134" y="41395"/>
                </a:lnTo>
                <a:lnTo>
                  <a:pt x="130480" y="41336"/>
                </a:lnTo>
                <a:lnTo>
                  <a:pt x="130829" y="41281"/>
                </a:lnTo>
                <a:lnTo>
                  <a:pt x="131178" y="41230"/>
                </a:lnTo>
                <a:lnTo>
                  <a:pt x="131529" y="41183"/>
                </a:lnTo>
                <a:lnTo>
                  <a:pt x="131882" y="41140"/>
                </a:lnTo>
                <a:lnTo>
                  <a:pt x="132236" y="41102"/>
                </a:lnTo>
                <a:lnTo>
                  <a:pt x="132591" y="41067"/>
                </a:lnTo>
                <a:lnTo>
                  <a:pt x="132948" y="41037"/>
                </a:lnTo>
                <a:lnTo>
                  <a:pt x="133306" y="41010"/>
                </a:lnTo>
                <a:lnTo>
                  <a:pt x="133666" y="40988"/>
                </a:lnTo>
                <a:lnTo>
                  <a:pt x="134027" y="40970"/>
                </a:lnTo>
                <a:lnTo>
                  <a:pt x="134389" y="40955"/>
                </a:lnTo>
                <a:lnTo>
                  <a:pt x="134753" y="40945"/>
                </a:lnTo>
                <a:lnTo>
                  <a:pt x="135119" y="40939"/>
                </a:lnTo>
                <a:lnTo>
                  <a:pt x="135485" y="40937"/>
                </a:lnTo>
                <a:lnTo>
                  <a:pt x="139759" y="40937"/>
                </a:lnTo>
                <a:lnTo>
                  <a:pt x="139759" y="28806"/>
                </a:lnTo>
                <a:lnTo>
                  <a:pt x="139210" y="28809"/>
                </a:lnTo>
                <a:lnTo>
                  <a:pt x="138666" y="28819"/>
                </a:lnTo>
                <a:lnTo>
                  <a:pt x="138127" y="28834"/>
                </a:lnTo>
                <a:lnTo>
                  <a:pt x="137594" y="28856"/>
                </a:lnTo>
                <a:lnTo>
                  <a:pt x="137065" y="28884"/>
                </a:lnTo>
                <a:lnTo>
                  <a:pt x="136541" y="28918"/>
                </a:lnTo>
                <a:lnTo>
                  <a:pt x="136022" y="28959"/>
                </a:lnTo>
                <a:lnTo>
                  <a:pt x="135509" y="29005"/>
                </a:lnTo>
                <a:lnTo>
                  <a:pt x="135000" y="29058"/>
                </a:lnTo>
                <a:lnTo>
                  <a:pt x="134497" y="29117"/>
                </a:lnTo>
                <a:lnTo>
                  <a:pt x="133998" y="29183"/>
                </a:lnTo>
                <a:lnTo>
                  <a:pt x="133504" y="29254"/>
                </a:lnTo>
                <a:lnTo>
                  <a:pt x="133016" y="29332"/>
                </a:lnTo>
                <a:lnTo>
                  <a:pt x="132532" y="29416"/>
                </a:lnTo>
                <a:lnTo>
                  <a:pt x="132054" y="29506"/>
                </a:lnTo>
                <a:lnTo>
                  <a:pt x="131580" y="29603"/>
                </a:lnTo>
                <a:lnTo>
                  <a:pt x="131112" y="29705"/>
                </a:lnTo>
                <a:lnTo>
                  <a:pt x="130648" y="29814"/>
                </a:lnTo>
                <a:lnTo>
                  <a:pt x="130190" y="29929"/>
                </a:lnTo>
                <a:lnTo>
                  <a:pt x="129736" y="30051"/>
                </a:lnTo>
                <a:lnTo>
                  <a:pt x="129288" y="30178"/>
                </a:lnTo>
                <a:lnTo>
                  <a:pt x="128845" y="30312"/>
                </a:lnTo>
                <a:lnTo>
                  <a:pt x="128406" y="30452"/>
                </a:lnTo>
                <a:lnTo>
                  <a:pt x="127973" y="30598"/>
                </a:lnTo>
                <a:lnTo>
                  <a:pt x="127545" y="30750"/>
                </a:lnTo>
                <a:lnTo>
                  <a:pt x="127122" y="30907"/>
                </a:lnTo>
                <a:lnTo>
                  <a:pt x="126705" y="31070"/>
                </a:lnTo>
                <a:lnTo>
                  <a:pt x="126293" y="31238"/>
                </a:lnTo>
                <a:lnTo>
                  <a:pt x="125886" y="31411"/>
                </a:lnTo>
                <a:lnTo>
                  <a:pt x="125484" y="31589"/>
                </a:lnTo>
                <a:lnTo>
                  <a:pt x="125088" y="31772"/>
                </a:lnTo>
                <a:lnTo>
                  <a:pt x="124696" y="31961"/>
                </a:lnTo>
                <a:lnTo>
                  <a:pt x="124311" y="32155"/>
                </a:lnTo>
                <a:lnTo>
                  <a:pt x="123930" y="32355"/>
                </a:lnTo>
                <a:lnTo>
                  <a:pt x="123555" y="32559"/>
                </a:lnTo>
                <a:lnTo>
                  <a:pt x="123184" y="32769"/>
                </a:lnTo>
                <a:lnTo>
                  <a:pt x="122819" y="32984"/>
                </a:lnTo>
                <a:lnTo>
                  <a:pt x="122460" y="33205"/>
                </a:lnTo>
                <a:lnTo>
                  <a:pt x="122105" y="33430"/>
                </a:lnTo>
                <a:lnTo>
                  <a:pt x="121756" y="33661"/>
                </a:lnTo>
                <a:lnTo>
                  <a:pt x="121412" y="33897"/>
                </a:lnTo>
                <a:lnTo>
                  <a:pt x="121074" y="34139"/>
                </a:lnTo>
                <a:lnTo>
                  <a:pt x="120741" y="34386"/>
                </a:lnTo>
                <a:lnTo>
                  <a:pt x="120412" y="34638"/>
                </a:lnTo>
                <a:lnTo>
                  <a:pt x="120090" y="34895"/>
                </a:lnTo>
                <a:lnTo>
                  <a:pt x="119772" y="35157"/>
                </a:lnTo>
                <a:lnTo>
                  <a:pt x="119460" y="35425"/>
                </a:lnTo>
                <a:lnTo>
                  <a:pt x="119153" y="35698"/>
                </a:lnTo>
                <a:lnTo>
                  <a:pt x="118851" y="35976"/>
                </a:lnTo>
                <a:lnTo>
                  <a:pt x="118553" y="36259"/>
                </a:lnTo>
                <a:lnTo>
                  <a:pt x="118260" y="36547"/>
                </a:lnTo>
                <a:lnTo>
                  <a:pt x="117972" y="36839"/>
                </a:lnTo>
                <a:lnTo>
                  <a:pt x="117688" y="37136"/>
                </a:lnTo>
                <a:lnTo>
                  <a:pt x="117409" y="37438"/>
                </a:lnTo>
                <a:lnTo>
                  <a:pt x="117134" y="37745"/>
                </a:lnTo>
                <a:lnTo>
                  <a:pt x="116864" y="38057"/>
                </a:lnTo>
                <a:lnTo>
                  <a:pt x="116598" y="38373"/>
                </a:lnTo>
                <a:lnTo>
                  <a:pt x="116337" y="38694"/>
                </a:lnTo>
                <a:lnTo>
                  <a:pt x="116080" y="39020"/>
                </a:lnTo>
                <a:lnTo>
                  <a:pt x="115828" y="39351"/>
                </a:lnTo>
                <a:lnTo>
                  <a:pt x="115581" y="39686"/>
                </a:lnTo>
                <a:lnTo>
                  <a:pt x="115338" y="40026"/>
                </a:lnTo>
                <a:lnTo>
                  <a:pt x="115099" y="40371"/>
                </a:lnTo>
                <a:lnTo>
                  <a:pt x="114865" y="40721"/>
                </a:lnTo>
                <a:lnTo>
                  <a:pt x="114636" y="41076"/>
                </a:lnTo>
                <a:lnTo>
                  <a:pt x="114411" y="41435"/>
                </a:lnTo>
                <a:lnTo>
                  <a:pt x="114190" y="41799"/>
                </a:lnTo>
                <a:lnTo>
                  <a:pt x="113975" y="42168"/>
                </a:lnTo>
                <a:lnTo>
                  <a:pt x="113763" y="42542"/>
                </a:lnTo>
                <a:lnTo>
                  <a:pt x="113557" y="42921"/>
                </a:lnTo>
                <a:lnTo>
                  <a:pt x="113354" y="43304"/>
                </a:lnTo>
                <a:lnTo>
                  <a:pt x="113157" y="43692"/>
                </a:lnTo>
                <a:lnTo>
                  <a:pt x="112330" y="30461"/>
                </a:lnTo>
                <a:lnTo>
                  <a:pt x="101857" y="30461"/>
                </a:lnTo>
                <a:lnTo>
                  <a:pt x="101857" y="99927"/>
                </a:lnTo>
                <a:lnTo>
                  <a:pt x="113434" y="99927"/>
                </a:lnTo>
                <a:lnTo>
                  <a:pt x="113434" y="64092"/>
                </a:lnTo>
                <a:lnTo>
                  <a:pt x="113437" y="63545"/>
                </a:lnTo>
                <a:lnTo>
                  <a:pt x="113446" y="63004"/>
                </a:lnTo>
                <a:lnTo>
                  <a:pt x="113461" y="62471"/>
                </a:lnTo>
                <a:close/>
                <a:moveTo>
                  <a:pt x="185285" y="101386"/>
                </a:moveTo>
                <a:lnTo>
                  <a:pt x="186070" y="101300"/>
                </a:lnTo>
                <a:lnTo>
                  <a:pt x="186848" y="101199"/>
                </a:lnTo>
                <a:lnTo>
                  <a:pt x="187617" y="101083"/>
                </a:lnTo>
                <a:lnTo>
                  <a:pt x="188379" y="100950"/>
                </a:lnTo>
                <a:lnTo>
                  <a:pt x="189133" y="100803"/>
                </a:lnTo>
                <a:lnTo>
                  <a:pt x="189880" y="100639"/>
                </a:lnTo>
                <a:lnTo>
                  <a:pt x="190619" y="100461"/>
                </a:lnTo>
                <a:lnTo>
                  <a:pt x="191350" y="100266"/>
                </a:lnTo>
                <a:lnTo>
                  <a:pt x="192074" y="100056"/>
                </a:lnTo>
                <a:lnTo>
                  <a:pt x="192790" y="99831"/>
                </a:lnTo>
                <a:lnTo>
                  <a:pt x="193498" y="99590"/>
                </a:lnTo>
                <a:lnTo>
                  <a:pt x="194199" y="99334"/>
                </a:lnTo>
                <a:lnTo>
                  <a:pt x="194892" y="99061"/>
                </a:lnTo>
                <a:lnTo>
                  <a:pt x="195577" y="98774"/>
                </a:lnTo>
                <a:lnTo>
                  <a:pt x="196255" y="98471"/>
                </a:lnTo>
                <a:lnTo>
                  <a:pt x="196925" y="98152"/>
                </a:lnTo>
                <a:lnTo>
                  <a:pt x="197587" y="97818"/>
                </a:lnTo>
                <a:lnTo>
                  <a:pt x="198242" y="97468"/>
                </a:lnTo>
                <a:lnTo>
                  <a:pt x="198889" y="97103"/>
                </a:lnTo>
                <a:lnTo>
                  <a:pt x="199527" y="96723"/>
                </a:lnTo>
                <a:lnTo>
                  <a:pt x="200153" y="96330"/>
                </a:lnTo>
                <a:lnTo>
                  <a:pt x="200769" y="95925"/>
                </a:lnTo>
                <a:lnTo>
                  <a:pt x="201374" y="95506"/>
                </a:lnTo>
                <a:lnTo>
                  <a:pt x="201967" y="95075"/>
                </a:lnTo>
                <a:lnTo>
                  <a:pt x="202550" y="94630"/>
                </a:lnTo>
                <a:lnTo>
                  <a:pt x="203122" y="94173"/>
                </a:lnTo>
                <a:lnTo>
                  <a:pt x="203682" y="93703"/>
                </a:lnTo>
                <a:lnTo>
                  <a:pt x="204232" y="93220"/>
                </a:lnTo>
                <a:lnTo>
                  <a:pt x="204770" y="92724"/>
                </a:lnTo>
                <a:lnTo>
                  <a:pt x="205298" y="92215"/>
                </a:lnTo>
                <a:lnTo>
                  <a:pt x="205814" y="91693"/>
                </a:lnTo>
                <a:lnTo>
                  <a:pt x="206320" y="91158"/>
                </a:lnTo>
                <a:lnTo>
                  <a:pt x="206815" y="90610"/>
                </a:lnTo>
                <a:lnTo>
                  <a:pt x="207298" y="90050"/>
                </a:lnTo>
                <a:lnTo>
                  <a:pt x="207771" y="89476"/>
                </a:lnTo>
                <a:lnTo>
                  <a:pt x="208232" y="88890"/>
                </a:lnTo>
                <a:lnTo>
                  <a:pt x="208683" y="88290"/>
                </a:lnTo>
                <a:lnTo>
                  <a:pt x="209122" y="87678"/>
                </a:lnTo>
                <a:lnTo>
                  <a:pt x="209551" y="87053"/>
                </a:lnTo>
                <a:lnTo>
                  <a:pt x="209968" y="86415"/>
                </a:lnTo>
                <a:lnTo>
                  <a:pt x="210374" y="85764"/>
                </a:lnTo>
                <a:lnTo>
                  <a:pt x="210770" y="85100"/>
                </a:lnTo>
                <a:lnTo>
                  <a:pt x="211154" y="84423"/>
                </a:lnTo>
                <a:lnTo>
                  <a:pt x="211525" y="83735"/>
                </a:lnTo>
                <a:lnTo>
                  <a:pt x="211881" y="83036"/>
                </a:lnTo>
                <a:lnTo>
                  <a:pt x="212220" y="82328"/>
                </a:lnTo>
                <a:lnTo>
                  <a:pt x="212544" y="81610"/>
                </a:lnTo>
                <a:lnTo>
                  <a:pt x="212852" y="80883"/>
                </a:lnTo>
                <a:lnTo>
                  <a:pt x="213144" y="80145"/>
                </a:lnTo>
                <a:lnTo>
                  <a:pt x="213421" y="79398"/>
                </a:lnTo>
                <a:lnTo>
                  <a:pt x="213681" y="78641"/>
                </a:lnTo>
                <a:lnTo>
                  <a:pt x="213926" y="77874"/>
                </a:lnTo>
                <a:lnTo>
                  <a:pt x="214155" y="77097"/>
                </a:lnTo>
                <a:lnTo>
                  <a:pt x="214369" y="76311"/>
                </a:lnTo>
                <a:lnTo>
                  <a:pt x="214566" y="75515"/>
                </a:lnTo>
                <a:lnTo>
                  <a:pt x="214748" y="74709"/>
                </a:lnTo>
                <a:lnTo>
                  <a:pt x="214914" y="73893"/>
                </a:lnTo>
                <a:lnTo>
                  <a:pt x="215064" y="73067"/>
                </a:lnTo>
                <a:lnTo>
                  <a:pt x="215198" y="72231"/>
                </a:lnTo>
                <a:lnTo>
                  <a:pt x="215316" y="71386"/>
                </a:lnTo>
                <a:lnTo>
                  <a:pt x="215419" y="70531"/>
                </a:lnTo>
                <a:lnTo>
                  <a:pt x="215506" y="69666"/>
                </a:lnTo>
                <a:lnTo>
                  <a:pt x="215577" y="68791"/>
                </a:lnTo>
                <a:lnTo>
                  <a:pt x="215632" y="67907"/>
                </a:lnTo>
                <a:lnTo>
                  <a:pt x="215672" y="67012"/>
                </a:lnTo>
                <a:lnTo>
                  <a:pt x="215695" y="66108"/>
                </a:lnTo>
                <a:lnTo>
                  <a:pt x="215703" y="65194"/>
                </a:lnTo>
                <a:lnTo>
                  <a:pt x="215695" y="64280"/>
                </a:lnTo>
                <a:lnTo>
                  <a:pt x="215672" y="63376"/>
                </a:lnTo>
                <a:lnTo>
                  <a:pt x="215633" y="62482"/>
                </a:lnTo>
                <a:lnTo>
                  <a:pt x="215579" y="61597"/>
                </a:lnTo>
                <a:lnTo>
                  <a:pt x="215509" y="60722"/>
                </a:lnTo>
                <a:lnTo>
                  <a:pt x="215423" y="59858"/>
                </a:lnTo>
                <a:lnTo>
                  <a:pt x="215322" y="59002"/>
                </a:lnTo>
                <a:lnTo>
                  <a:pt x="215206" y="58157"/>
                </a:lnTo>
                <a:lnTo>
                  <a:pt x="215073" y="57322"/>
                </a:lnTo>
                <a:lnTo>
                  <a:pt x="214926" y="56496"/>
                </a:lnTo>
                <a:lnTo>
                  <a:pt x="214762" y="55680"/>
                </a:lnTo>
                <a:lnTo>
                  <a:pt x="214583" y="54874"/>
                </a:lnTo>
                <a:lnTo>
                  <a:pt x="214389" y="54078"/>
                </a:lnTo>
                <a:lnTo>
                  <a:pt x="214179" y="53292"/>
                </a:lnTo>
                <a:lnTo>
                  <a:pt x="213953" y="52515"/>
                </a:lnTo>
                <a:lnTo>
                  <a:pt x="213712" y="51748"/>
                </a:lnTo>
                <a:lnTo>
                  <a:pt x="213456" y="50991"/>
                </a:lnTo>
                <a:lnTo>
                  <a:pt x="213183" y="50244"/>
                </a:lnTo>
                <a:lnTo>
                  <a:pt x="212896" y="49507"/>
                </a:lnTo>
                <a:lnTo>
                  <a:pt x="212592" y="48779"/>
                </a:lnTo>
                <a:lnTo>
                  <a:pt x="212274" y="48062"/>
                </a:lnTo>
                <a:lnTo>
                  <a:pt x="211939" y="47354"/>
                </a:lnTo>
                <a:lnTo>
                  <a:pt x="211589" y="46656"/>
                </a:lnTo>
                <a:lnTo>
                  <a:pt x="211224" y="45968"/>
                </a:lnTo>
                <a:lnTo>
                  <a:pt x="210845" y="45291"/>
                </a:lnTo>
                <a:lnTo>
                  <a:pt x="210455" y="44626"/>
                </a:lnTo>
                <a:lnTo>
                  <a:pt x="210054" y="43975"/>
                </a:lnTo>
                <a:lnTo>
                  <a:pt x="209642" y="43337"/>
                </a:lnTo>
                <a:lnTo>
                  <a:pt x="209220" y="42712"/>
                </a:lnTo>
                <a:lnTo>
                  <a:pt x="208786" y="42099"/>
                </a:lnTo>
                <a:lnTo>
                  <a:pt x="208341" y="41500"/>
                </a:lnTo>
                <a:lnTo>
                  <a:pt x="207885" y="40913"/>
                </a:lnTo>
                <a:lnTo>
                  <a:pt x="207418" y="40339"/>
                </a:lnTo>
                <a:lnTo>
                  <a:pt x="206940" y="39779"/>
                </a:lnTo>
                <a:lnTo>
                  <a:pt x="206452" y="39231"/>
                </a:lnTo>
                <a:lnTo>
                  <a:pt x="205952" y="38696"/>
                </a:lnTo>
                <a:lnTo>
                  <a:pt x="205441" y="38174"/>
                </a:lnTo>
                <a:lnTo>
                  <a:pt x="204919" y="37665"/>
                </a:lnTo>
                <a:lnTo>
                  <a:pt x="204386" y="37169"/>
                </a:lnTo>
                <a:lnTo>
                  <a:pt x="203842" y="36686"/>
                </a:lnTo>
                <a:lnTo>
                  <a:pt x="203287" y="36216"/>
                </a:lnTo>
                <a:lnTo>
                  <a:pt x="202721" y="35758"/>
                </a:lnTo>
                <a:lnTo>
                  <a:pt x="202145" y="35314"/>
                </a:lnTo>
                <a:lnTo>
                  <a:pt x="201557" y="34882"/>
                </a:lnTo>
                <a:lnTo>
                  <a:pt x="200958" y="34464"/>
                </a:lnTo>
                <a:lnTo>
                  <a:pt x="200348" y="34058"/>
                </a:lnTo>
                <a:lnTo>
                  <a:pt x="199727" y="33666"/>
                </a:lnTo>
                <a:lnTo>
                  <a:pt x="199095" y="33286"/>
                </a:lnTo>
                <a:lnTo>
                  <a:pt x="198454" y="32920"/>
                </a:lnTo>
                <a:lnTo>
                  <a:pt x="197804" y="32570"/>
                </a:lnTo>
                <a:lnTo>
                  <a:pt x="197147" y="32236"/>
                </a:lnTo>
                <a:lnTo>
                  <a:pt x="196482" y="31917"/>
                </a:lnTo>
                <a:lnTo>
                  <a:pt x="195809" y="31614"/>
                </a:lnTo>
                <a:lnTo>
                  <a:pt x="195128" y="31326"/>
                </a:lnTo>
                <a:lnTo>
                  <a:pt x="194440" y="31054"/>
                </a:lnTo>
                <a:lnTo>
                  <a:pt x="193743" y="30797"/>
                </a:lnTo>
                <a:lnTo>
                  <a:pt x="193038" y="30556"/>
                </a:lnTo>
                <a:lnTo>
                  <a:pt x="192326" y="30331"/>
                </a:lnTo>
                <a:lnTo>
                  <a:pt x="191605" y="30121"/>
                </a:lnTo>
                <a:lnTo>
                  <a:pt x="190877" y="29926"/>
                </a:lnTo>
                <a:lnTo>
                  <a:pt x="190141" y="29747"/>
                </a:lnTo>
                <a:lnTo>
                  <a:pt x="189397" y="29584"/>
                </a:lnTo>
                <a:lnTo>
                  <a:pt x="188645" y="29436"/>
                </a:lnTo>
                <a:lnTo>
                  <a:pt x="187885" y="29304"/>
                </a:lnTo>
                <a:lnTo>
                  <a:pt x="187117" y="29187"/>
                </a:lnTo>
                <a:lnTo>
                  <a:pt x="186342" y="29086"/>
                </a:lnTo>
                <a:lnTo>
                  <a:pt x="185558" y="29001"/>
                </a:lnTo>
                <a:lnTo>
                  <a:pt x="184766" y="28931"/>
                </a:lnTo>
                <a:lnTo>
                  <a:pt x="183967" y="28876"/>
                </a:lnTo>
                <a:lnTo>
                  <a:pt x="183160" y="28837"/>
                </a:lnTo>
                <a:lnTo>
                  <a:pt x="182345" y="28814"/>
                </a:lnTo>
                <a:lnTo>
                  <a:pt x="181521" y="28806"/>
                </a:lnTo>
                <a:lnTo>
                  <a:pt x="180721" y="28814"/>
                </a:lnTo>
                <a:lnTo>
                  <a:pt x="179927" y="28837"/>
                </a:lnTo>
                <a:lnTo>
                  <a:pt x="179139" y="28876"/>
                </a:lnTo>
                <a:lnTo>
                  <a:pt x="178357" y="28931"/>
                </a:lnTo>
                <a:lnTo>
                  <a:pt x="177583" y="29001"/>
                </a:lnTo>
                <a:lnTo>
                  <a:pt x="176814" y="29086"/>
                </a:lnTo>
                <a:lnTo>
                  <a:pt x="176052" y="29187"/>
                </a:lnTo>
                <a:lnTo>
                  <a:pt x="175297" y="29304"/>
                </a:lnTo>
                <a:lnTo>
                  <a:pt x="174548" y="29436"/>
                </a:lnTo>
                <a:lnTo>
                  <a:pt x="173805" y="29584"/>
                </a:lnTo>
                <a:lnTo>
                  <a:pt x="173069" y="29747"/>
                </a:lnTo>
                <a:lnTo>
                  <a:pt x="172339" y="29926"/>
                </a:lnTo>
                <a:lnTo>
                  <a:pt x="171616" y="30121"/>
                </a:lnTo>
                <a:lnTo>
                  <a:pt x="170899" y="30331"/>
                </a:lnTo>
                <a:lnTo>
                  <a:pt x="170189" y="30556"/>
                </a:lnTo>
                <a:lnTo>
                  <a:pt x="169485" y="30797"/>
                </a:lnTo>
                <a:lnTo>
                  <a:pt x="168788" y="31054"/>
                </a:lnTo>
                <a:lnTo>
                  <a:pt x="168097" y="31326"/>
                </a:lnTo>
                <a:lnTo>
                  <a:pt x="167412" y="31614"/>
                </a:lnTo>
                <a:lnTo>
                  <a:pt x="166734" y="31917"/>
                </a:lnTo>
                <a:lnTo>
                  <a:pt x="166063" y="32236"/>
                </a:lnTo>
                <a:lnTo>
                  <a:pt x="165398" y="32570"/>
                </a:lnTo>
                <a:lnTo>
                  <a:pt x="164739" y="32920"/>
                </a:lnTo>
                <a:lnTo>
                  <a:pt x="164087" y="33286"/>
                </a:lnTo>
                <a:lnTo>
                  <a:pt x="163443" y="33666"/>
                </a:lnTo>
                <a:lnTo>
                  <a:pt x="162812" y="34058"/>
                </a:lnTo>
                <a:lnTo>
                  <a:pt x="162191" y="34464"/>
                </a:lnTo>
                <a:lnTo>
                  <a:pt x="161583" y="34882"/>
                </a:lnTo>
                <a:lnTo>
                  <a:pt x="160985" y="35314"/>
                </a:lnTo>
                <a:lnTo>
                  <a:pt x="160400" y="35758"/>
                </a:lnTo>
                <a:lnTo>
                  <a:pt x="159825" y="36216"/>
                </a:lnTo>
                <a:lnTo>
                  <a:pt x="159262" y="36686"/>
                </a:lnTo>
                <a:lnTo>
                  <a:pt x="158711" y="37169"/>
                </a:lnTo>
                <a:lnTo>
                  <a:pt x="158171" y="37665"/>
                </a:lnTo>
                <a:lnTo>
                  <a:pt x="157643" y="38174"/>
                </a:lnTo>
                <a:lnTo>
                  <a:pt x="157126" y="38696"/>
                </a:lnTo>
                <a:lnTo>
                  <a:pt x="156621" y="39231"/>
                </a:lnTo>
                <a:lnTo>
                  <a:pt x="156127" y="39779"/>
                </a:lnTo>
                <a:lnTo>
                  <a:pt x="155644" y="40339"/>
                </a:lnTo>
                <a:lnTo>
                  <a:pt x="155173" y="40913"/>
                </a:lnTo>
                <a:lnTo>
                  <a:pt x="154714" y="41500"/>
                </a:lnTo>
                <a:lnTo>
                  <a:pt x="154266" y="42099"/>
                </a:lnTo>
                <a:lnTo>
                  <a:pt x="153829" y="42712"/>
                </a:lnTo>
                <a:lnTo>
                  <a:pt x="153404" y="43337"/>
                </a:lnTo>
                <a:lnTo>
                  <a:pt x="152991" y="43975"/>
                </a:lnTo>
                <a:lnTo>
                  <a:pt x="152589" y="44626"/>
                </a:lnTo>
                <a:lnTo>
                  <a:pt x="152198" y="45291"/>
                </a:lnTo>
                <a:lnTo>
                  <a:pt x="151819" y="45968"/>
                </a:lnTo>
                <a:lnTo>
                  <a:pt x="151454" y="46656"/>
                </a:lnTo>
                <a:lnTo>
                  <a:pt x="151104" y="47355"/>
                </a:lnTo>
                <a:lnTo>
                  <a:pt x="150769" y="48064"/>
                </a:lnTo>
                <a:lnTo>
                  <a:pt x="150451" y="48783"/>
                </a:lnTo>
                <a:lnTo>
                  <a:pt x="150147" y="49513"/>
                </a:lnTo>
                <a:lnTo>
                  <a:pt x="149859" y="50253"/>
                </a:lnTo>
                <a:lnTo>
                  <a:pt x="149587" y="51003"/>
                </a:lnTo>
                <a:lnTo>
                  <a:pt x="149331" y="51764"/>
                </a:lnTo>
                <a:lnTo>
                  <a:pt x="149090" y="52534"/>
                </a:lnTo>
                <a:lnTo>
                  <a:pt x="148864" y="53315"/>
                </a:lnTo>
                <a:lnTo>
                  <a:pt x="148654" y="54107"/>
                </a:lnTo>
                <a:lnTo>
                  <a:pt x="148460" y="54908"/>
                </a:lnTo>
                <a:lnTo>
                  <a:pt x="148281" y="55720"/>
                </a:lnTo>
                <a:lnTo>
                  <a:pt x="148117" y="56543"/>
                </a:lnTo>
                <a:lnTo>
                  <a:pt x="147970" y="57375"/>
                </a:lnTo>
                <a:lnTo>
                  <a:pt x="147837" y="58218"/>
                </a:lnTo>
                <a:lnTo>
                  <a:pt x="147721" y="59071"/>
                </a:lnTo>
                <a:lnTo>
                  <a:pt x="147620" y="59934"/>
                </a:lnTo>
                <a:lnTo>
                  <a:pt x="147534" y="60808"/>
                </a:lnTo>
                <a:lnTo>
                  <a:pt x="147464" y="61692"/>
                </a:lnTo>
                <a:lnTo>
                  <a:pt x="147410" y="62586"/>
                </a:lnTo>
                <a:lnTo>
                  <a:pt x="147371" y="63491"/>
                </a:lnTo>
                <a:lnTo>
                  <a:pt x="147347" y="64406"/>
                </a:lnTo>
                <a:lnTo>
                  <a:pt x="147340" y="65331"/>
                </a:lnTo>
                <a:lnTo>
                  <a:pt x="147347" y="66234"/>
                </a:lnTo>
                <a:lnTo>
                  <a:pt x="147370" y="67127"/>
                </a:lnTo>
                <a:lnTo>
                  <a:pt x="147409" y="68011"/>
                </a:lnTo>
                <a:lnTo>
                  <a:pt x="147462" y="68886"/>
                </a:lnTo>
                <a:lnTo>
                  <a:pt x="147531" y="69752"/>
                </a:lnTo>
                <a:lnTo>
                  <a:pt x="147615" y="70608"/>
                </a:lnTo>
                <a:lnTo>
                  <a:pt x="147715" y="71455"/>
                </a:lnTo>
                <a:lnTo>
                  <a:pt x="147830" y="72292"/>
                </a:lnTo>
                <a:lnTo>
                  <a:pt x="147960" y="73120"/>
                </a:lnTo>
                <a:lnTo>
                  <a:pt x="148105" y="73939"/>
                </a:lnTo>
                <a:lnTo>
                  <a:pt x="148266" y="74749"/>
                </a:lnTo>
                <a:lnTo>
                  <a:pt x="148442" y="75549"/>
                </a:lnTo>
                <a:lnTo>
                  <a:pt x="148634" y="76340"/>
                </a:lnTo>
                <a:lnTo>
                  <a:pt x="148840" y="77121"/>
                </a:lnTo>
                <a:lnTo>
                  <a:pt x="149062" y="77893"/>
                </a:lnTo>
                <a:lnTo>
                  <a:pt x="149300" y="78656"/>
                </a:lnTo>
                <a:lnTo>
                  <a:pt x="149552" y="79410"/>
                </a:lnTo>
                <a:lnTo>
                  <a:pt x="149820" y="80154"/>
                </a:lnTo>
                <a:lnTo>
                  <a:pt x="150104" y="80889"/>
                </a:lnTo>
                <a:lnTo>
                  <a:pt x="150402" y="81614"/>
                </a:lnTo>
                <a:lnTo>
                  <a:pt x="150716" y="82330"/>
                </a:lnTo>
                <a:lnTo>
                  <a:pt x="151045" y="83037"/>
                </a:lnTo>
                <a:lnTo>
                  <a:pt x="151390" y="83735"/>
                </a:lnTo>
                <a:lnTo>
                  <a:pt x="151750" y="84423"/>
                </a:lnTo>
                <a:lnTo>
                  <a:pt x="152123" y="85100"/>
                </a:lnTo>
                <a:lnTo>
                  <a:pt x="152508" y="85764"/>
                </a:lnTo>
                <a:lnTo>
                  <a:pt x="152905" y="86415"/>
                </a:lnTo>
                <a:lnTo>
                  <a:pt x="153312" y="87053"/>
                </a:lnTo>
                <a:lnTo>
                  <a:pt x="153732" y="87678"/>
                </a:lnTo>
                <a:lnTo>
                  <a:pt x="154163" y="88290"/>
                </a:lnTo>
                <a:lnTo>
                  <a:pt x="154605" y="88890"/>
                </a:lnTo>
                <a:lnTo>
                  <a:pt x="155059" y="89476"/>
                </a:lnTo>
                <a:lnTo>
                  <a:pt x="155524" y="90050"/>
                </a:lnTo>
                <a:lnTo>
                  <a:pt x="156001" y="90610"/>
                </a:lnTo>
                <a:lnTo>
                  <a:pt x="156489" y="91158"/>
                </a:lnTo>
                <a:lnTo>
                  <a:pt x="156989" y="91693"/>
                </a:lnTo>
                <a:lnTo>
                  <a:pt x="157500" y="92215"/>
                </a:lnTo>
                <a:lnTo>
                  <a:pt x="158023" y="92724"/>
                </a:lnTo>
                <a:lnTo>
                  <a:pt x="158557" y="93220"/>
                </a:lnTo>
                <a:lnTo>
                  <a:pt x="159102" y="93703"/>
                </a:lnTo>
                <a:lnTo>
                  <a:pt x="159659" y="94173"/>
                </a:lnTo>
                <a:lnTo>
                  <a:pt x="160228" y="94630"/>
                </a:lnTo>
                <a:lnTo>
                  <a:pt x="160808" y="95075"/>
                </a:lnTo>
                <a:lnTo>
                  <a:pt x="161400" y="95506"/>
                </a:lnTo>
                <a:lnTo>
                  <a:pt x="162003" y="95925"/>
                </a:lnTo>
                <a:lnTo>
                  <a:pt x="162617" y="96330"/>
                </a:lnTo>
                <a:lnTo>
                  <a:pt x="163243" y="96723"/>
                </a:lnTo>
                <a:lnTo>
                  <a:pt x="163881" y="97103"/>
                </a:lnTo>
                <a:lnTo>
                  <a:pt x="164527" y="97468"/>
                </a:lnTo>
                <a:lnTo>
                  <a:pt x="165180" y="97818"/>
                </a:lnTo>
                <a:lnTo>
                  <a:pt x="165840" y="98152"/>
                </a:lnTo>
                <a:lnTo>
                  <a:pt x="166507" y="98471"/>
                </a:lnTo>
                <a:lnTo>
                  <a:pt x="167180" y="98774"/>
                </a:lnTo>
                <a:lnTo>
                  <a:pt x="167860" y="99061"/>
                </a:lnTo>
                <a:lnTo>
                  <a:pt x="168547" y="99334"/>
                </a:lnTo>
                <a:lnTo>
                  <a:pt x="169240" y="99590"/>
                </a:lnTo>
                <a:lnTo>
                  <a:pt x="169941" y="99831"/>
                </a:lnTo>
                <a:lnTo>
                  <a:pt x="170647" y="100056"/>
                </a:lnTo>
                <a:lnTo>
                  <a:pt x="171361" y="100266"/>
                </a:lnTo>
                <a:lnTo>
                  <a:pt x="172081" y="100461"/>
                </a:lnTo>
                <a:lnTo>
                  <a:pt x="172808" y="100639"/>
                </a:lnTo>
                <a:lnTo>
                  <a:pt x="173542" y="100803"/>
                </a:lnTo>
                <a:lnTo>
                  <a:pt x="174282" y="100950"/>
                </a:lnTo>
                <a:lnTo>
                  <a:pt x="175029" y="101083"/>
                </a:lnTo>
                <a:lnTo>
                  <a:pt x="175783" y="101199"/>
                </a:lnTo>
                <a:lnTo>
                  <a:pt x="176543" y="101300"/>
                </a:lnTo>
                <a:lnTo>
                  <a:pt x="177310" y="101386"/>
                </a:lnTo>
                <a:lnTo>
                  <a:pt x="178084" y="101456"/>
                </a:lnTo>
                <a:lnTo>
                  <a:pt x="178864" y="101510"/>
                </a:lnTo>
                <a:lnTo>
                  <a:pt x="179652" y="101549"/>
                </a:lnTo>
                <a:lnTo>
                  <a:pt x="180445" y="101572"/>
                </a:lnTo>
                <a:lnTo>
                  <a:pt x="181246" y="101580"/>
                </a:lnTo>
                <a:lnTo>
                  <a:pt x="182069" y="101572"/>
                </a:lnTo>
                <a:lnTo>
                  <a:pt x="182885" y="101549"/>
                </a:lnTo>
                <a:lnTo>
                  <a:pt x="183693" y="101510"/>
                </a:lnTo>
                <a:lnTo>
                  <a:pt x="184493" y="101456"/>
                </a:lnTo>
                <a:lnTo>
                  <a:pt x="185285" y="101386"/>
                </a:lnTo>
                <a:close/>
                <a:moveTo>
                  <a:pt x="178954" y="91529"/>
                </a:moveTo>
                <a:lnTo>
                  <a:pt x="178477" y="91472"/>
                </a:lnTo>
                <a:lnTo>
                  <a:pt x="178004" y="91406"/>
                </a:lnTo>
                <a:lnTo>
                  <a:pt x="177533" y="91328"/>
                </a:lnTo>
                <a:lnTo>
                  <a:pt x="177066" y="91241"/>
                </a:lnTo>
                <a:lnTo>
                  <a:pt x="176601" y="91143"/>
                </a:lnTo>
                <a:lnTo>
                  <a:pt x="176140" y="91035"/>
                </a:lnTo>
                <a:lnTo>
                  <a:pt x="175682" y="90917"/>
                </a:lnTo>
                <a:lnTo>
                  <a:pt x="175227" y="90788"/>
                </a:lnTo>
                <a:lnTo>
                  <a:pt x="174775" y="90649"/>
                </a:lnTo>
                <a:lnTo>
                  <a:pt x="174326" y="90500"/>
                </a:lnTo>
                <a:lnTo>
                  <a:pt x="173880" y="90341"/>
                </a:lnTo>
                <a:lnTo>
                  <a:pt x="173437" y="90171"/>
                </a:lnTo>
                <a:lnTo>
                  <a:pt x="172998" y="89991"/>
                </a:lnTo>
                <a:lnTo>
                  <a:pt x="172561" y="89800"/>
                </a:lnTo>
                <a:lnTo>
                  <a:pt x="172128" y="89600"/>
                </a:lnTo>
                <a:lnTo>
                  <a:pt x="171698" y="89389"/>
                </a:lnTo>
                <a:lnTo>
                  <a:pt x="171270" y="89168"/>
                </a:lnTo>
                <a:lnTo>
                  <a:pt x="170846" y="88936"/>
                </a:lnTo>
                <a:lnTo>
                  <a:pt x="170425" y="88694"/>
                </a:lnTo>
                <a:lnTo>
                  <a:pt x="170010" y="88442"/>
                </a:lnTo>
                <a:lnTo>
                  <a:pt x="169600" y="88180"/>
                </a:lnTo>
                <a:lnTo>
                  <a:pt x="169198" y="87907"/>
                </a:lnTo>
                <a:lnTo>
                  <a:pt x="168802" y="87624"/>
                </a:lnTo>
                <a:lnTo>
                  <a:pt x="168413" y="87331"/>
                </a:lnTo>
                <a:lnTo>
                  <a:pt x="168031" y="87027"/>
                </a:lnTo>
                <a:lnTo>
                  <a:pt x="167655" y="86714"/>
                </a:lnTo>
                <a:lnTo>
                  <a:pt x="167286" y="86390"/>
                </a:lnTo>
                <a:lnTo>
                  <a:pt x="166924" y="86055"/>
                </a:lnTo>
                <a:lnTo>
                  <a:pt x="166568" y="85710"/>
                </a:lnTo>
                <a:lnTo>
                  <a:pt x="166219" y="85356"/>
                </a:lnTo>
                <a:lnTo>
                  <a:pt x="165877" y="84990"/>
                </a:lnTo>
                <a:lnTo>
                  <a:pt x="165541" y="84615"/>
                </a:lnTo>
                <a:lnTo>
                  <a:pt x="165213" y="84229"/>
                </a:lnTo>
                <a:lnTo>
                  <a:pt x="164891" y="83833"/>
                </a:lnTo>
                <a:lnTo>
                  <a:pt x="164575" y="83426"/>
                </a:lnTo>
                <a:lnTo>
                  <a:pt x="164266" y="83010"/>
                </a:lnTo>
                <a:lnTo>
                  <a:pt x="163964" y="82583"/>
                </a:lnTo>
                <a:lnTo>
                  <a:pt x="163669" y="82145"/>
                </a:lnTo>
                <a:lnTo>
                  <a:pt x="163380" y="81698"/>
                </a:lnTo>
                <a:lnTo>
                  <a:pt x="163098" y="81240"/>
                </a:lnTo>
                <a:lnTo>
                  <a:pt x="162823" y="80772"/>
                </a:lnTo>
                <a:lnTo>
                  <a:pt x="162555" y="80293"/>
                </a:lnTo>
                <a:lnTo>
                  <a:pt x="162293" y="79805"/>
                </a:lnTo>
                <a:lnTo>
                  <a:pt x="162040" y="79306"/>
                </a:lnTo>
                <a:lnTo>
                  <a:pt x="161798" y="78798"/>
                </a:lnTo>
                <a:lnTo>
                  <a:pt x="161566" y="78280"/>
                </a:lnTo>
                <a:lnTo>
                  <a:pt x="161346" y="77752"/>
                </a:lnTo>
                <a:lnTo>
                  <a:pt x="161136" y="77215"/>
                </a:lnTo>
                <a:lnTo>
                  <a:pt x="160937" y="76669"/>
                </a:lnTo>
                <a:lnTo>
                  <a:pt x="160748" y="76113"/>
                </a:lnTo>
                <a:lnTo>
                  <a:pt x="160571" y="75547"/>
                </a:lnTo>
                <a:lnTo>
                  <a:pt x="160404" y="74972"/>
                </a:lnTo>
                <a:lnTo>
                  <a:pt x="160248" y="74387"/>
                </a:lnTo>
                <a:lnTo>
                  <a:pt x="160102" y="73793"/>
                </a:lnTo>
                <a:lnTo>
                  <a:pt x="159968" y="73189"/>
                </a:lnTo>
                <a:lnTo>
                  <a:pt x="159844" y="72575"/>
                </a:lnTo>
                <a:lnTo>
                  <a:pt x="159731" y="71952"/>
                </a:lnTo>
                <a:lnTo>
                  <a:pt x="159629" y="71319"/>
                </a:lnTo>
                <a:lnTo>
                  <a:pt x="159537" y="70677"/>
                </a:lnTo>
                <a:lnTo>
                  <a:pt x="159456" y="70025"/>
                </a:lnTo>
                <a:lnTo>
                  <a:pt x="159387" y="69364"/>
                </a:lnTo>
                <a:lnTo>
                  <a:pt x="159327" y="68693"/>
                </a:lnTo>
                <a:lnTo>
                  <a:pt x="159279" y="68012"/>
                </a:lnTo>
                <a:lnTo>
                  <a:pt x="159241" y="67322"/>
                </a:lnTo>
                <a:lnTo>
                  <a:pt x="159214" y="66622"/>
                </a:lnTo>
                <a:lnTo>
                  <a:pt x="159198" y="65913"/>
                </a:lnTo>
                <a:lnTo>
                  <a:pt x="159193" y="65194"/>
                </a:lnTo>
                <a:lnTo>
                  <a:pt x="159198" y="64464"/>
                </a:lnTo>
                <a:lnTo>
                  <a:pt x="159214" y="63745"/>
                </a:lnTo>
                <a:lnTo>
                  <a:pt x="159241" y="63035"/>
                </a:lnTo>
                <a:lnTo>
                  <a:pt x="159279" y="62336"/>
                </a:lnTo>
                <a:lnTo>
                  <a:pt x="159327" y="61648"/>
                </a:lnTo>
                <a:lnTo>
                  <a:pt x="159387" y="60969"/>
                </a:lnTo>
                <a:lnTo>
                  <a:pt x="159456" y="60301"/>
                </a:lnTo>
                <a:lnTo>
                  <a:pt x="159537" y="59643"/>
                </a:lnTo>
                <a:lnTo>
                  <a:pt x="159629" y="58996"/>
                </a:lnTo>
                <a:lnTo>
                  <a:pt x="159731" y="58358"/>
                </a:lnTo>
                <a:lnTo>
                  <a:pt x="159844" y="57731"/>
                </a:lnTo>
                <a:lnTo>
                  <a:pt x="159968" y="57115"/>
                </a:lnTo>
                <a:lnTo>
                  <a:pt x="160102" y="56508"/>
                </a:lnTo>
                <a:lnTo>
                  <a:pt x="160248" y="55912"/>
                </a:lnTo>
                <a:lnTo>
                  <a:pt x="160404" y="55326"/>
                </a:lnTo>
                <a:lnTo>
                  <a:pt x="160571" y="54751"/>
                </a:lnTo>
                <a:lnTo>
                  <a:pt x="160748" y="54185"/>
                </a:lnTo>
                <a:lnTo>
                  <a:pt x="160937" y="53630"/>
                </a:lnTo>
                <a:lnTo>
                  <a:pt x="161136" y="53086"/>
                </a:lnTo>
                <a:lnTo>
                  <a:pt x="161346" y="52551"/>
                </a:lnTo>
                <a:lnTo>
                  <a:pt x="161566" y="52027"/>
                </a:lnTo>
                <a:lnTo>
                  <a:pt x="161798" y="51513"/>
                </a:lnTo>
                <a:lnTo>
                  <a:pt x="162040" y="51010"/>
                </a:lnTo>
                <a:lnTo>
                  <a:pt x="162293" y="50517"/>
                </a:lnTo>
                <a:lnTo>
                  <a:pt x="162555" y="50033"/>
                </a:lnTo>
                <a:lnTo>
                  <a:pt x="162824" y="49560"/>
                </a:lnTo>
                <a:lnTo>
                  <a:pt x="163101" y="49097"/>
                </a:lnTo>
                <a:lnTo>
                  <a:pt x="163384" y="48644"/>
                </a:lnTo>
                <a:lnTo>
                  <a:pt x="163675" y="48201"/>
                </a:lnTo>
                <a:lnTo>
                  <a:pt x="163973" y="47768"/>
                </a:lnTo>
                <a:lnTo>
                  <a:pt x="164278" y="47345"/>
                </a:lnTo>
                <a:lnTo>
                  <a:pt x="164591" y="46932"/>
                </a:lnTo>
                <a:lnTo>
                  <a:pt x="164910" y="46529"/>
                </a:lnTo>
                <a:lnTo>
                  <a:pt x="165237" y="46137"/>
                </a:lnTo>
                <a:lnTo>
                  <a:pt x="165571" y="45754"/>
                </a:lnTo>
                <a:lnTo>
                  <a:pt x="165912" y="45381"/>
                </a:lnTo>
                <a:lnTo>
                  <a:pt x="166260" y="45019"/>
                </a:lnTo>
                <a:lnTo>
                  <a:pt x="166615" y="44666"/>
                </a:lnTo>
                <a:lnTo>
                  <a:pt x="166978" y="44324"/>
                </a:lnTo>
                <a:lnTo>
                  <a:pt x="167348" y="43991"/>
                </a:lnTo>
                <a:lnTo>
                  <a:pt x="167725" y="43669"/>
                </a:lnTo>
                <a:lnTo>
                  <a:pt x="168109" y="43357"/>
                </a:lnTo>
                <a:lnTo>
                  <a:pt x="168500" y="43054"/>
                </a:lnTo>
                <a:lnTo>
                  <a:pt x="168899" y="42762"/>
                </a:lnTo>
                <a:lnTo>
                  <a:pt x="169304" y="42480"/>
                </a:lnTo>
                <a:lnTo>
                  <a:pt x="169717" y="42208"/>
                </a:lnTo>
                <a:lnTo>
                  <a:pt x="170137" y="41946"/>
                </a:lnTo>
                <a:lnTo>
                  <a:pt x="170564" y="41694"/>
                </a:lnTo>
                <a:lnTo>
                  <a:pt x="170996" y="41452"/>
                </a:lnTo>
                <a:lnTo>
                  <a:pt x="171430" y="41221"/>
                </a:lnTo>
                <a:lnTo>
                  <a:pt x="171866" y="41000"/>
                </a:lnTo>
                <a:lnTo>
                  <a:pt x="172305" y="40789"/>
                </a:lnTo>
                <a:lnTo>
                  <a:pt x="172745" y="40588"/>
                </a:lnTo>
                <a:lnTo>
                  <a:pt x="173188" y="40398"/>
                </a:lnTo>
                <a:lnTo>
                  <a:pt x="173632" y="40218"/>
                </a:lnTo>
                <a:lnTo>
                  <a:pt x="174079" y="40048"/>
                </a:lnTo>
                <a:lnTo>
                  <a:pt x="174528" y="39888"/>
                </a:lnTo>
                <a:lnTo>
                  <a:pt x="174979" y="39739"/>
                </a:lnTo>
                <a:lnTo>
                  <a:pt x="175433" y="39600"/>
                </a:lnTo>
                <a:lnTo>
                  <a:pt x="175888" y="39472"/>
                </a:lnTo>
                <a:lnTo>
                  <a:pt x="176346" y="39353"/>
                </a:lnTo>
                <a:lnTo>
                  <a:pt x="176806" y="39245"/>
                </a:lnTo>
                <a:lnTo>
                  <a:pt x="177268" y="39148"/>
                </a:lnTo>
                <a:lnTo>
                  <a:pt x="177732" y="39060"/>
                </a:lnTo>
                <a:lnTo>
                  <a:pt x="178198" y="38983"/>
                </a:lnTo>
                <a:lnTo>
                  <a:pt x="178666" y="38916"/>
                </a:lnTo>
                <a:lnTo>
                  <a:pt x="179137" y="38859"/>
                </a:lnTo>
                <a:lnTo>
                  <a:pt x="179609" y="38813"/>
                </a:lnTo>
                <a:lnTo>
                  <a:pt x="180084" y="38777"/>
                </a:lnTo>
                <a:lnTo>
                  <a:pt x="180561" y="38751"/>
                </a:lnTo>
                <a:lnTo>
                  <a:pt x="181040" y="38736"/>
                </a:lnTo>
                <a:lnTo>
                  <a:pt x="181521" y="38731"/>
                </a:lnTo>
                <a:lnTo>
                  <a:pt x="182025" y="38736"/>
                </a:lnTo>
                <a:lnTo>
                  <a:pt x="182525" y="38751"/>
                </a:lnTo>
                <a:lnTo>
                  <a:pt x="183022" y="38777"/>
                </a:lnTo>
                <a:lnTo>
                  <a:pt x="183515" y="38813"/>
                </a:lnTo>
                <a:lnTo>
                  <a:pt x="184004" y="38859"/>
                </a:lnTo>
                <a:lnTo>
                  <a:pt x="184489" y="38916"/>
                </a:lnTo>
                <a:lnTo>
                  <a:pt x="184972" y="38983"/>
                </a:lnTo>
                <a:lnTo>
                  <a:pt x="185450" y="39060"/>
                </a:lnTo>
                <a:lnTo>
                  <a:pt x="185925" y="39148"/>
                </a:lnTo>
                <a:lnTo>
                  <a:pt x="186396" y="39245"/>
                </a:lnTo>
                <a:lnTo>
                  <a:pt x="186864" y="39353"/>
                </a:lnTo>
                <a:lnTo>
                  <a:pt x="187328" y="39472"/>
                </a:lnTo>
                <a:lnTo>
                  <a:pt x="187789" y="39600"/>
                </a:lnTo>
                <a:lnTo>
                  <a:pt x="188246" y="39739"/>
                </a:lnTo>
                <a:lnTo>
                  <a:pt x="188699" y="39888"/>
                </a:lnTo>
                <a:lnTo>
                  <a:pt x="189149" y="40048"/>
                </a:lnTo>
                <a:lnTo>
                  <a:pt x="189595" y="40218"/>
                </a:lnTo>
                <a:lnTo>
                  <a:pt x="190037" y="40398"/>
                </a:lnTo>
                <a:lnTo>
                  <a:pt x="190476" y="40588"/>
                </a:lnTo>
                <a:lnTo>
                  <a:pt x="190912" y="40789"/>
                </a:lnTo>
                <a:lnTo>
                  <a:pt x="191344" y="41000"/>
                </a:lnTo>
                <a:lnTo>
                  <a:pt x="191772" y="41221"/>
                </a:lnTo>
                <a:lnTo>
                  <a:pt x="192196" y="41452"/>
                </a:lnTo>
                <a:lnTo>
                  <a:pt x="192617" y="41694"/>
                </a:lnTo>
                <a:lnTo>
                  <a:pt x="193033" y="41946"/>
                </a:lnTo>
                <a:lnTo>
                  <a:pt x="193442" y="42208"/>
                </a:lnTo>
                <a:lnTo>
                  <a:pt x="193845" y="42480"/>
                </a:lnTo>
                <a:lnTo>
                  <a:pt x="194241" y="42762"/>
                </a:lnTo>
                <a:lnTo>
                  <a:pt x="194630" y="43054"/>
                </a:lnTo>
                <a:lnTo>
                  <a:pt x="195012" y="43357"/>
                </a:lnTo>
                <a:lnTo>
                  <a:pt x="195388" y="43669"/>
                </a:lnTo>
                <a:lnTo>
                  <a:pt x="195757" y="43991"/>
                </a:lnTo>
                <a:lnTo>
                  <a:pt x="196119" y="44324"/>
                </a:lnTo>
                <a:lnTo>
                  <a:pt x="196474" y="44666"/>
                </a:lnTo>
                <a:lnTo>
                  <a:pt x="196823" y="45019"/>
                </a:lnTo>
                <a:lnTo>
                  <a:pt x="197165" y="45381"/>
                </a:lnTo>
                <a:lnTo>
                  <a:pt x="197501" y="45754"/>
                </a:lnTo>
                <a:lnTo>
                  <a:pt x="197830" y="46137"/>
                </a:lnTo>
                <a:lnTo>
                  <a:pt x="198152" y="46529"/>
                </a:lnTo>
                <a:lnTo>
                  <a:pt x="198467" y="46932"/>
                </a:lnTo>
                <a:lnTo>
                  <a:pt x="198776" y="47345"/>
                </a:lnTo>
                <a:lnTo>
                  <a:pt x="199077" y="47768"/>
                </a:lnTo>
                <a:lnTo>
                  <a:pt x="199373" y="48201"/>
                </a:lnTo>
                <a:lnTo>
                  <a:pt x="199661" y="48644"/>
                </a:lnTo>
                <a:lnTo>
                  <a:pt x="199943" y="49097"/>
                </a:lnTo>
                <a:lnTo>
                  <a:pt x="200218" y="49560"/>
                </a:lnTo>
                <a:lnTo>
                  <a:pt x="200486" y="50033"/>
                </a:lnTo>
                <a:lnTo>
                  <a:pt x="200748" y="50517"/>
                </a:lnTo>
                <a:lnTo>
                  <a:pt x="201001" y="51010"/>
                </a:lnTo>
                <a:lnTo>
                  <a:pt x="201244" y="51513"/>
                </a:lnTo>
                <a:lnTo>
                  <a:pt x="201475" y="52027"/>
                </a:lnTo>
                <a:lnTo>
                  <a:pt x="201696" y="52551"/>
                </a:lnTo>
                <a:lnTo>
                  <a:pt x="201906" y="53086"/>
                </a:lnTo>
                <a:lnTo>
                  <a:pt x="202105" y="53630"/>
                </a:lnTo>
                <a:lnTo>
                  <a:pt x="202294" y="54185"/>
                </a:lnTo>
                <a:lnTo>
                  <a:pt x="202471" y="54751"/>
                </a:lnTo>
                <a:lnTo>
                  <a:pt x="202638" y="55326"/>
                </a:lnTo>
                <a:lnTo>
                  <a:pt x="202795" y="55912"/>
                </a:lnTo>
                <a:lnTo>
                  <a:pt x="202940" y="56508"/>
                </a:lnTo>
                <a:lnTo>
                  <a:pt x="203075" y="57115"/>
                </a:lnTo>
                <a:lnTo>
                  <a:pt x="203199" y="57731"/>
                </a:lnTo>
                <a:lnTo>
                  <a:pt x="203312" y="58358"/>
                </a:lnTo>
                <a:lnTo>
                  <a:pt x="203414" y="58996"/>
                </a:lnTo>
                <a:lnTo>
                  <a:pt x="203505" y="59643"/>
                </a:lnTo>
                <a:lnTo>
                  <a:pt x="203586" y="60301"/>
                </a:lnTo>
                <a:lnTo>
                  <a:pt x="203656" y="60969"/>
                </a:lnTo>
                <a:lnTo>
                  <a:pt x="203716" y="61648"/>
                </a:lnTo>
                <a:lnTo>
                  <a:pt x="203764" y="62336"/>
                </a:lnTo>
                <a:lnTo>
                  <a:pt x="203802" y="63035"/>
                </a:lnTo>
                <a:lnTo>
                  <a:pt x="203829" y="63745"/>
                </a:lnTo>
                <a:lnTo>
                  <a:pt x="203845" y="64464"/>
                </a:lnTo>
                <a:lnTo>
                  <a:pt x="203850" y="65194"/>
                </a:lnTo>
                <a:lnTo>
                  <a:pt x="203845" y="65913"/>
                </a:lnTo>
                <a:lnTo>
                  <a:pt x="203828" y="66622"/>
                </a:lnTo>
                <a:lnTo>
                  <a:pt x="203801" y="67322"/>
                </a:lnTo>
                <a:lnTo>
                  <a:pt x="203762" y="68012"/>
                </a:lnTo>
                <a:lnTo>
                  <a:pt x="203713" y="68693"/>
                </a:lnTo>
                <a:lnTo>
                  <a:pt x="203652" y="69364"/>
                </a:lnTo>
                <a:lnTo>
                  <a:pt x="203580" y="70025"/>
                </a:lnTo>
                <a:lnTo>
                  <a:pt x="203498" y="70677"/>
                </a:lnTo>
                <a:lnTo>
                  <a:pt x="203404" y="71319"/>
                </a:lnTo>
                <a:lnTo>
                  <a:pt x="203300" y="71952"/>
                </a:lnTo>
                <a:lnTo>
                  <a:pt x="203184" y="72575"/>
                </a:lnTo>
                <a:lnTo>
                  <a:pt x="203057" y="73189"/>
                </a:lnTo>
                <a:lnTo>
                  <a:pt x="202920" y="73793"/>
                </a:lnTo>
                <a:lnTo>
                  <a:pt x="202771" y="74387"/>
                </a:lnTo>
                <a:lnTo>
                  <a:pt x="202611" y="74972"/>
                </a:lnTo>
                <a:lnTo>
                  <a:pt x="202441" y="75547"/>
                </a:lnTo>
                <a:lnTo>
                  <a:pt x="202259" y="76113"/>
                </a:lnTo>
                <a:lnTo>
                  <a:pt x="202066" y="76669"/>
                </a:lnTo>
                <a:lnTo>
                  <a:pt x="201862" y="77215"/>
                </a:lnTo>
                <a:lnTo>
                  <a:pt x="201648" y="77752"/>
                </a:lnTo>
                <a:lnTo>
                  <a:pt x="201422" y="78280"/>
                </a:lnTo>
                <a:lnTo>
                  <a:pt x="201185" y="78798"/>
                </a:lnTo>
                <a:lnTo>
                  <a:pt x="200937" y="79306"/>
                </a:lnTo>
                <a:lnTo>
                  <a:pt x="200679" y="79805"/>
                </a:lnTo>
                <a:lnTo>
                  <a:pt x="200411" y="80293"/>
                </a:lnTo>
                <a:lnTo>
                  <a:pt x="200137" y="80772"/>
                </a:lnTo>
                <a:lnTo>
                  <a:pt x="199856" y="81240"/>
                </a:lnTo>
                <a:lnTo>
                  <a:pt x="199569" y="81698"/>
                </a:lnTo>
                <a:lnTo>
                  <a:pt x="199274" y="82145"/>
                </a:lnTo>
                <a:lnTo>
                  <a:pt x="198973" y="82583"/>
                </a:lnTo>
                <a:lnTo>
                  <a:pt x="198666" y="83010"/>
                </a:lnTo>
                <a:lnTo>
                  <a:pt x="198351" y="83426"/>
                </a:lnTo>
                <a:lnTo>
                  <a:pt x="198030" y="83833"/>
                </a:lnTo>
                <a:lnTo>
                  <a:pt x="197702" y="84229"/>
                </a:lnTo>
                <a:lnTo>
                  <a:pt x="197368" y="84615"/>
                </a:lnTo>
                <a:lnTo>
                  <a:pt x="197027" y="84990"/>
                </a:lnTo>
                <a:lnTo>
                  <a:pt x="196679" y="85356"/>
                </a:lnTo>
                <a:lnTo>
                  <a:pt x="196324" y="85710"/>
                </a:lnTo>
                <a:lnTo>
                  <a:pt x="195963" y="86055"/>
                </a:lnTo>
                <a:lnTo>
                  <a:pt x="195595" y="86390"/>
                </a:lnTo>
                <a:lnTo>
                  <a:pt x="195220" y="86714"/>
                </a:lnTo>
                <a:lnTo>
                  <a:pt x="194839" y="87027"/>
                </a:lnTo>
                <a:lnTo>
                  <a:pt x="194450" y="87331"/>
                </a:lnTo>
                <a:lnTo>
                  <a:pt x="194056" y="87624"/>
                </a:lnTo>
                <a:lnTo>
                  <a:pt x="193654" y="87907"/>
                </a:lnTo>
                <a:lnTo>
                  <a:pt x="193246" y="88180"/>
                </a:lnTo>
                <a:lnTo>
                  <a:pt x="192831" y="88442"/>
                </a:lnTo>
                <a:lnTo>
                  <a:pt x="192409" y="88694"/>
                </a:lnTo>
                <a:lnTo>
                  <a:pt x="191983" y="88936"/>
                </a:lnTo>
                <a:lnTo>
                  <a:pt x="191554" y="89168"/>
                </a:lnTo>
                <a:lnTo>
                  <a:pt x="191122" y="89389"/>
                </a:lnTo>
                <a:lnTo>
                  <a:pt x="190687" y="89600"/>
                </a:lnTo>
                <a:lnTo>
                  <a:pt x="190249" y="89800"/>
                </a:lnTo>
                <a:lnTo>
                  <a:pt x="189809" y="89991"/>
                </a:lnTo>
                <a:lnTo>
                  <a:pt x="189365" y="90171"/>
                </a:lnTo>
                <a:lnTo>
                  <a:pt x="188919" y="90341"/>
                </a:lnTo>
                <a:lnTo>
                  <a:pt x="188469" y="90500"/>
                </a:lnTo>
                <a:lnTo>
                  <a:pt x="188017" y="90649"/>
                </a:lnTo>
                <a:lnTo>
                  <a:pt x="187562" y="90788"/>
                </a:lnTo>
                <a:lnTo>
                  <a:pt x="187104" y="90917"/>
                </a:lnTo>
                <a:lnTo>
                  <a:pt x="186643" y="91035"/>
                </a:lnTo>
                <a:lnTo>
                  <a:pt x="186180" y="91143"/>
                </a:lnTo>
                <a:lnTo>
                  <a:pt x="185713" y="91241"/>
                </a:lnTo>
                <a:lnTo>
                  <a:pt x="185244" y="91328"/>
                </a:lnTo>
                <a:lnTo>
                  <a:pt x="184771" y="91406"/>
                </a:lnTo>
                <a:lnTo>
                  <a:pt x="184296" y="91472"/>
                </a:lnTo>
                <a:lnTo>
                  <a:pt x="183818" y="91529"/>
                </a:lnTo>
                <a:lnTo>
                  <a:pt x="183337" y="91575"/>
                </a:lnTo>
                <a:lnTo>
                  <a:pt x="182853" y="91611"/>
                </a:lnTo>
                <a:lnTo>
                  <a:pt x="182367" y="91637"/>
                </a:lnTo>
                <a:lnTo>
                  <a:pt x="181877" y="91652"/>
                </a:lnTo>
                <a:lnTo>
                  <a:pt x="181385" y="91658"/>
                </a:lnTo>
                <a:lnTo>
                  <a:pt x="180892" y="91652"/>
                </a:lnTo>
                <a:lnTo>
                  <a:pt x="180403" y="91637"/>
                </a:lnTo>
                <a:lnTo>
                  <a:pt x="179917" y="91611"/>
                </a:lnTo>
                <a:lnTo>
                  <a:pt x="179434" y="91575"/>
                </a:lnTo>
                <a:lnTo>
                  <a:pt x="178954" y="91529"/>
                </a:lnTo>
                <a:close/>
                <a:moveTo>
                  <a:pt x="260761" y="101505"/>
                </a:moveTo>
                <a:lnTo>
                  <a:pt x="261395" y="101464"/>
                </a:lnTo>
                <a:lnTo>
                  <a:pt x="262022" y="101412"/>
                </a:lnTo>
                <a:lnTo>
                  <a:pt x="262641" y="101352"/>
                </a:lnTo>
                <a:lnTo>
                  <a:pt x="263254" y="101282"/>
                </a:lnTo>
                <a:lnTo>
                  <a:pt x="263859" y="101202"/>
                </a:lnTo>
                <a:lnTo>
                  <a:pt x="264457" y="101114"/>
                </a:lnTo>
                <a:lnTo>
                  <a:pt x="265048" y="101016"/>
                </a:lnTo>
                <a:lnTo>
                  <a:pt x="265631" y="100909"/>
                </a:lnTo>
                <a:lnTo>
                  <a:pt x="266208" y="100792"/>
                </a:lnTo>
                <a:lnTo>
                  <a:pt x="266777" y="100666"/>
                </a:lnTo>
                <a:lnTo>
                  <a:pt x="267339" y="100531"/>
                </a:lnTo>
                <a:lnTo>
                  <a:pt x="267894" y="100386"/>
                </a:lnTo>
                <a:lnTo>
                  <a:pt x="268442" y="100233"/>
                </a:lnTo>
                <a:lnTo>
                  <a:pt x="268982" y="100069"/>
                </a:lnTo>
                <a:lnTo>
                  <a:pt x="269516" y="99897"/>
                </a:lnTo>
                <a:lnTo>
                  <a:pt x="270042" y="99715"/>
                </a:lnTo>
                <a:lnTo>
                  <a:pt x="270561" y="99524"/>
                </a:lnTo>
                <a:lnTo>
                  <a:pt x="271073" y="99323"/>
                </a:lnTo>
                <a:lnTo>
                  <a:pt x="271577" y="99114"/>
                </a:lnTo>
                <a:lnTo>
                  <a:pt x="272075" y="98894"/>
                </a:lnTo>
                <a:lnTo>
                  <a:pt x="272564" y="98667"/>
                </a:lnTo>
                <a:lnTo>
                  <a:pt x="273044" y="98432"/>
                </a:lnTo>
                <a:lnTo>
                  <a:pt x="273515" y="98189"/>
                </a:lnTo>
                <a:lnTo>
                  <a:pt x="273976" y="97939"/>
                </a:lnTo>
                <a:lnTo>
                  <a:pt x="274428" y="97682"/>
                </a:lnTo>
                <a:lnTo>
                  <a:pt x="274871" y="97417"/>
                </a:lnTo>
                <a:lnTo>
                  <a:pt x="275304" y="97145"/>
                </a:lnTo>
                <a:lnTo>
                  <a:pt x="275728" y="96865"/>
                </a:lnTo>
                <a:lnTo>
                  <a:pt x="276143" y="96578"/>
                </a:lnTo>
                <a:lnTo>
                  <a:pt x="276548" y="96284"/>
                </a:lnTo>
                <a:lnTo>
                  <a:pt x="276944" y="95982"/>
                </a:lnTo>
                <a:lnTo>
                  <a:pt x="277331" y="95672"/>
                </a:lnTo>
                <a:lnTo>
                  <a:pt x="277708" y="95356"/>
                </a:lnTo>
                <a:lnTo>
                  <a:pt x="278076" y="95032"/>
                </a:lnTo>
                <a:lnTo>
                  <a:pt x="278435" y="94700"/>
                </a:lnTo>
                <a:lnTo>
                  <a:pt x="278784" y="94361"/>
                </a:lnTo>
                <a:lnTo>
                  <a:pt x="279124" y="94015"/>
                </a:lnTo>
                <a:lnTo>
                  <a:pt x="279455" y="93661"/>
                </a:lnTo>
                <a:lnTo>
                  <a:pt x="279776" y="93300"/>
                </a:lnTo>
                <a:lnTo>
                  <a:pt x="280088" y="92931"/>
                </a:lnTo>
                <a:lnTo>
                  <a:pt x="280390" y="92555"/>
                </a:lnTo>
                <a:lnTo>
                  <a:pt x="280684" y="92171"/>
                </a:lnTo>
                <a:lnTo>
                  <a:pt x="280968" y="91780"/>
                </a:lnTo>
                <a:lnTo>
                  <a:pt x="281242" y="91382"/>
                </a:lnTo>
                <a:lnTo>
                  <a:pt x="281506" y="90977"/>
                </a:lnTo>
                <a:lnTo>
                  <a:pt x="281759" y="90567"/>
                </a:lnTo>
                <a:lnTo>
                  <a:pt x="282001" y="90150"/>
                </a:lnTo>
                <a:lnTo>
                  <a:pt x="282232" y="89728"/>
                </a:lnTo>
                <a:lnTo>
                  <a:pt x="282451" y="89300"/>
                </a:lnTo>
                <a:lnTo>
                  <a:pt x="282659" y="88867"/>
                </a:lnTo>
                <a:lnTo>
                  <a:pt x="282856" y="88427"/>
                </a:lnTo>
                <a:lnTo>
                  <a:pt x="283041" y="87982"/>
                </a:lnTo>
                <a:lnTo>
                  <a:pt x="283216" y="87531"/>
                </a:lnTo>
                <a:lnTo>
                  <a:pt x="283379" y="87075"/>
                </a:lnTo>
                <a:lnTo>
                  <a:pt x="283531" y="86612"/>
                </a:lnTo>
                <a:lnTo>
                  <a:pt x="283671" y="86144"/>
                </a:lnTo>
                <a:lnTo>
                  <a:pt x="283801" y="85671"/>
                </a:lnTo>
                <a:lnTo>
                  <a:pt x="283919" y="85191"/>
                </a:lnTo>
                <a:lnTo>
                  <a:pt x="284025" y="84706"/>
                </a:lnTo>
                <a:lnTo>
                  <a:pt x="284121" y="84215"/>
                </a:lnTo>
                <a:lnTo>
                  <a:pt x="284205" y="83718"/>
                </a:lnTo>
                <a:lnTo>
                  <a:pt x="284278" y="83215"/>
                </a:lnTo>
                <a:lnTo>
                  <a:pt x="284340" y="82707"/>
                </a:lnTo>
                <a:lnTo>
                  <a:pt x="284391" y="82193"/>
                </a:lnTo>
                <a:lnTo>
                  <a:pt x="284430" y="81674"/>
                </a:lnTo>
                <a:lnTo>
                  <a:pt x="284458" y="81148"/>
                </a:lnTo>
                <a:lnTo>
                  <a:pt x="284475" y="80617"/>
                </a:lnTo>
                <a:lnTo>
                  <a:pt x="284481" y="80080"/>
                </a:lnTo>
                <a:lnTo>
                  <a:pt x="284475" y="79466"/>
                </a:lnTo>
                <a:lnTo>
                  <a:pt x="284456" y="78863"/>
                </a:lnTo>
                <a:lnTo>
                  <a:pt x="284426" y="78272"/>
                </a:lnTo>
                <a:lnTo>
                  <a:pt x="284383" y="77693"/>
                </a:lnTo>
                <a:lnTo>
                  <a:pt x="284328" y="77125"/>
                </a:lnTo>
                <a:lnTo>
                  <a:pt x="284261" y="76570"/>
                </a:lnTo>
                <a:lnTo>
                  <a:pt x="284182" y="76026"/>
                </a:lnTo>
                <a:lnTo>
                  <a:pt x="284090" y="75493"/>
                </a:lnTo>
                <a:lnTo>
                  <a:pt x="283986" y="74973"/>
                </a:lnTo>
                <a:lnTo>
                  <a:pt x="283870" y="74464"/>
                </a:lnTo>
                <a:lnTo>
                  <a:pt x="283742" y="73967"/>
                </a:lnTo>
                <a:lnTo>
                  <a:pt x="283602" y="73482"/>
                </a:lnTo>
                <a:lnTo>
                  <a:pt x="283449" y="73008"/>
                </a:lnTo>
                <a:lnTo>
                  <a:pt x="283284" y="72546"/>
                </a:lnTo>
                <a:lnTo>
                  <a:pt x="283107" y="72096"/>
                </a:lnTo>
                <a:lnTo>
                  <a:pt x="282918" y="71657"/>
                </a:lnTo>
                <a:lnTo>
                  <a:pt x="282717" y="71231"/>
                </a:lnTo>
                <a:lnTo>
                  <a:pt x="282503" y="70816"/>
                </a:lnTo>
                <a:lnTo>
                  <a:pt x="282277" y="70412"/>
                </a:lnTo>
                <a:lnTo>
                  <a:pt x="282039" y="70021"/>
                </a:lnTo>
                <a:lnTo>
                  <a:pt x="281789" y="69641"/>
                </a:lnTo>
                <a:lnTo>
                  <a:pt x="281526" y="69273"/>
                </a:lnTo>
                <a:lnTo>
                  <a:pt x="281251" y="68916"/>
                </a:lnTo>
                <a:lnTo>
                  <a:pt x="280965" y="68572"/>
                </a:lnTo>
                <a:lnTo>
                  <a:pt x="280668" y="68236"/>
                </a:lnTo>
                <a:lnTo>
                  <a:pt x="280364" y="67908"/>
                </a:lnTo>
                <a:lnTo>
                  <a:pt x="280053" y="67586"/>
                </a:lnTo>
                <a:lnTo>
                  <a:pt x="279734" y="67272"/>
                </a:lnTo>
                <a:lnTo>
                  <a:pt x="279407" y="66964"/>
                </a:lnTo>
                <a:lnTo>
                  <a:pt x="279074" y="66663"/>
                </a:lnTo>
                <a:lnTo>
                  <a:pt x="278733" y="66369"/>
                </a:lnTo>
                <a:lnTo>
                  <a:pt x="278384" y="66082"/>
                </a:lnTo>
                <a:lnTo>
                  <a:pt x="278028" y="65803"/>
                </a:lnTo>
                <a:lnTo>
                  <a:pt x="277665" y="65530"/>
                </a:lnTo>
                <a:lnTo>
                  <a:pt x="277294" y="65263"/>
                </a:lnTo>
                <a:lnTo>
                  <a:pt x="276916" y="65004"/>
                </a:lnTo>
                <a:lnTo>
                  <a:pt x="276530" y="64752"/>
                </a:lnTo>
                <a:lnTo>
                  <a:pt x="276137" y="64507"/>
                </a:lnTo>
                <a:lnTo>
                  <a:pt x="275737" y="64269"/>
                </a:lnTo>
                <a:lnTo>
                  <a:pt x="275329" y="64038"/>
                </a:lnTo>
                <a:lnTo>
                  <a:pt x="274914" y="63813"/>
                </a:lnTo>
                <a:lnTo>
                  <a:pt x="274491" y="63596"/>
                </a:lnTo>
                <a:lnTo>
                  <a:pt x="274061" y="63385"/>
                </a:lnTo>
                <a:lnTo>
                  <a:pt x="273624" y="63182"/>
                </a:lnTo>
                <a:lnTo>
                  <a:pt x="273179" y="62985"/>
                </a:lnTo>
                <a:lnTo>
                  <a:pt x="272726" y="62795"/>
                </a:lnTo>
                <a:lnTo>
                  <a:pt x="272266" y="62613"/>
                </a:lnTo>
                <a:lnTo>
                  <a:pt x="271799" y="62437"/>
                </a:lnTo>
                <a:lnTo>
                  <a:pt x="271326" y="62266"/>
                </a:lnTo>
                <a:lnTo>
                  <a:pt x="270849" y="62098"/>
                </a:lnTo>
                <a:lnTo>
                  <a:pt x="270367" y="61933"/>
                </a:lnTo>
                <a:lnTo>
                  <a:pt x="269881" y="61771"/>
                </a:lnTo>
                <a:lnTo>
                  <a:pt x="269391" y="61612"/>
                </a:lnTo>
                <a:lnTo>
                  <a:pt x="268896" y="61455"/>
                </a:lnTo>
                <a:lnTo>
                  <a:pt x="268397" y="61301"/>
                </a:lnTo>
                <a:lnTo>
                  <a:pt x="267894" y="61151"/>
                </a:lnTo>
                <a:lnTo>
                  <a:pt x="267387" y="61003"/>
                </a:lnTo>
                <a:lnTo>
                  <a:pt x="266875" y="60858"/>
                </a:lnTo>
                <a:lnTo>
                  <a:pt x="266359" y="60716"/>
                </a:lnTo>
                <a:lnTo>
                  <a:pt x="265838" y="60576"/>
                </a:lnTo>
                <a:lnTo>
                  <a:pt x="265314" y="60440"/>
                </a:lnTo>
                <a:lnTo>
                  <a:pt x="264785" y="60306"/>
                </a:lnTo>
                <a:lnTo>
                  <a:pt x="264251" y="60176"/>
                </a:lnTo>
                <a:lnTo>
                  <a:pt x="263714" y="60048"/>
                </a:lnTo>
                <a:lnTo>
                  <a:pt x="263172" y="59923"/>
                </a:lnTo>
                <a:lnTo>
                  <a:pt x="262626" y="59801"/>
                </a:lnTo>
                <a:lnTo>
                  <a:pt x="262075" y="59682"/>
                </a:lnTo>
                <a:lnTo>
                  <a:pt x="261521" y="59565"/>
                </a:lnTo>
                <a:lnTo>
                  <a:pt x="260961" y="59452"/>
                </a:lnTo>
                <a:lnTo>
                  <a:pt x="260398" y="59341"/>
                </a:lnTo>
                <a:lnTo>
                  <a:pt x="259830" y="59234"/>
                </a:lnTo>
                <a:lnTo>
                  <a:pt x="259258" y="59129"/>
                </a:lnTo>
                <a:lnTo>
                  <a:pt x="258813" y="59048"/>
                </a:lnTo>
                <a:lnTo>
                  <a:pt x="258374" y="58964"/>
                </a:lnTo>
                <a:lnTo>
                  <a:pt x="257941" y="58879"/>
                </a:lnTo>
                <a:lnTo>
                  <a:pt x="257514" y="58792"/>
                </a:lnTo>
                <a:lnTo>
                  <a:pt x="257093" y="58704"/>
                </a:lnTo>
                <a:lnTo>
                  <a:pt x="256678" y="58613"/>
                </a:lnTo>
                <a:lnTo>
                  <a:pt x="256269" y="58520"/>
                </a:lnTo>
                <a:lnTo>
                  <a:pt x="255866" y="58425"/>
                </a:lnTo>
                <a:lnTo>
                  <a:pt x="255469" y="58329"/>
                </a:lnTo>
                <a:lnTo>
                  <a:pt x="255078" y="58230"/>
                </a:lnTo>
                <a:lnTo>
                  <a:pt x="254693" y="58130"/>
                </a:lnTo>
                <a:lnTo>
                  <a:pt x="254313" y="58027"/>
                </a:lnTo>
                <a:lnTo>
                  <a:pt x="253940" y="57923"/>
                </a:lnTo>
                <a:lnTo>
                  <a:pt x="253573" y="57817"/>
                </a:lnTo>
                <a:lnTo>
                  <a:pt x="253212" y="57709"/>
                </a:lnTo>
                <a:lnTo>
                  <a:pt x="252856" y="57599"/>
                </a:lnTo>
                <a:lnTo>
                  <a:pt x="252507" y="57487"/>
                </a:lnTo>
                <a:lnTo>
                  <a:pt x="252164" y="57373"/>
                </a:lnTo>
                <a:lnTo>
                  <a:pt x="251827" y="57257"/>
                </a:lnTo>
                <a:lnTo>
                  <a:pt x="251495" y="57139"/>
                </a:lnTo>
                <a:lnTo>
                  <a:pt x="251170" y="57020"/>
                </a:lnTo>
                <a:lnTo>
                  <a:pt x="250851" y="56898"/>
                </a:lnTo>
                <a:lnTo>
                  <a:pt x="250537" y="56775"/>
                </a:lnTo>
                <a:lnTo>
                  <a:pt x="250230" y="56649"/>
                </a:lnTo>
                <a:lnTo>
                  <a:pt x="249928" y="56522"/>
                </a:lnTo>
                <a:lnTo>
                  <a:pt x="249633" y="56392"/>
                </a:lnTo>
                <a:lnTo>
                  <a:pt x="249344" y="56261"/>
                </a:lnTo>
                <a:lnTo>
                  <a:pt x="249062" y="56127"/>
                </a:lnTo>
                <a:lnTo>
                  <a:pt x="248785" y="55991"/>
                </a:lnTo>
                <a:lnTo>
                  <a:pt x="248515" y="55852"/>
                </a:lnTo>
                <a:lnTo>
                  <a:pt x="248251" y="55712"/>
                </a:lnTo>
                <a:lnTo>
                  <a:pt x="247993" y="55569"/>
                </a:lnTo>
                <a:lnTo>
                  <a:pt x="247742" y="55425"/>
                </a:lnTo>
                <a:lnTo>
                  <a:pt x="247497" y="55278"/>
                </a:lnTo>
                <a:lnTo>
                  <a:pt x="247257" y="55129"/>
                </a:lnTo>
                <a:lnTo>
                  <a:pt x="247025" y="54978"/>
                </a:lnTo>
                <a:lnTo>
                  <a:pt x="246798" y="54825"/>
                </a:lnTo>
                <a:lnTo>
                  <a:pt x="246577" y="54669"/>
                </a:lnTo>
                <a:lnTo>
                  <a:pt x="246363" y="54512"/>
                </a:lnTo>
                <a:lnTo>
                  <a:pt x="246155" y="54352"/>
                </a:lnTo>
                <a:lnTo>
                  <a:pt x="245954" y="54190"/>
                </a:lnTo>
                <a:lnTo>
                  <a:pt x="245758" y="54026"/>
                </a:lnTo>
                <a:lnTo>
                  <a:pt x="245569" y="53860"/>
                </a:lnTo>
                <a:lnTo>
                  <a:pt x="245386" y="53691"/>
                </a:lnTo>
                <a:lnTo>
                  <a:pt x="245209" y="53521"/>
                </a:lnTo>
                <a:lnTo>
                  <a:pt x="245038" y="53348"/>
                </a:lnTo>
                <a:lnTo>
                  <a:pt x="244874" y="53173"/>
                </a:lnTo>
                <a:lnTo>
                  <a:pt x="244715" y="52996"/>
                </a:lnTo>
                <a:lnTo>
                  <a:pt x="244564" y="52817"/>
                </a:lnTo>
                <a:lnTo>
                  <a:pt x="244418" y="52636"/>
                </a:lnTo>
                <a:lnTo>
                  <a:pt x="244280" y="52452"/>
                </a:lnTo>
                <a:lnTo>
                  <a:pt x="244147" y="52267"/>
                </a:lnTo>
                <a:lnTo>
                  <a:pt x="244021" y="52079"/>
                </a:lnTo>
                <a:lnTo>
                  <a:pt x="243902" y="51889"/>
                </a:lnTo>
                <a:lnTo>
                  <a:pt x="243789" y="51697"/>
                </a:lnTo>
                <a:lnTo>
                  <a:pt x="243683" y="51503"/>
                </a:lnTo>
                <a:lnTo>
                  <a:pt x="243582" y="51306"/>
                </a:lnTo>
                <a:lnTo>
                  <a:pt x="243489" y="51108"/>
                </a:lnTo>
                <a:lnTo>
                  <a:pt x="243402" y="50907"/>
                </a:lnTo>
                <a:lnTo>
                  <a:pt x="243321" y="50704"/>
                </a:lnTo>
                <a:lnTo>
                  <a:pt x="243247" y="50499"/>
                </a:lnTo>
                <a:lnTo>
                  <a:pt x="243179" y="50292"/>
                </a:lnTo>
                <a:lnTo>
                  <a:pt x="243118" y="50083"/>
                </a:lnTo>
                <a:lnTo>
                  <a:pt x="243063" y="49871"/>
                </a:lnTo>
                <a:lnTo>
                  <a:pt x="243014" y="49658"/>
                </a:lnTo>
                <a:lnTo>
                  <a:pt x="242972" y="49442"/>
                </a:lnTo>
                <a:lnTo>
                  <a:pt x="242937" y="49224"/>
                </a:lnTo>
                <a:lnTo>
                  <a:pt x="242908" y="49004"/>
                </a:lnTo>
                <a:lnTo>
                  <a:pt x="242885" y="48782"/>
                </a:lnTo>
                <a:lnTo>
                  <a:pt x="242869" y="48557"/>
                </a:lnTo>
                <a:lnTo>
                  <a:pt x="242859" y="48331"/>
                </a:lnTo>
                <a:lnTo>
                  <a:pt x="242856" y="48102"/>
                </a:lnTo>
                <a:lnTo>
                  <a:pt x="242862" y="47749"/>
                </a:lnTo>
                <a:lnTo>
                  <a:pt x="242880" y="47402"/>
                </a:lnTo>
                <a:lnTo>
                  <a:pt x="242909" y="47060"/>
                </a:lnTo>
                <a:lnTo>
                  <a:pt x="242950" y="46724"/>
                </a:lnTo>
                <a:lnTo>
                  <a:pt x="243003" y="46394"/>
                </a:lnTo>
                <a:lnTo>
                  <a:pt x="243067" y="46070"/>
                </a:lnTo>
                <a:lnTo>
                  <a:pt x="243143" y="45751"/>
                </a:lnTo>
                <a:lnTo>
                  <a:pt x="243231" y="45438"/>
                </a:lnTo>
                <a:lnTo>
                  <a:pt x="243331" y="45131"/>
                </a:lnTo>
                <a:lnTo>
                  <a:pt x="243442" y="44830"/>
                </a:lnTo>
                <a:lnTo>
                  <a:pt x="243565" y="44534"/>
                </a:lnTo>
                <a:lnTo>
                  <a:pt x="243700" y="44244"/>
                </a:lnTo>
                <a:lnTo>
                  <a:pt x="243847" y="43960"/>
                </a:lnTo>
                <a:lnTo>
                  <a:pt x="244005" y="43681"/>
                </a:lnTo>
                <a:lnTo>
                  <a:pt x="244175" y="43409"/>
                </a:lnTo>
                <a:lnTo>
                  <a:pt x="244356" y="43142"/>
                </a:lnTo>
                <a:lnTo>
                  <a:pt x="244550" y="42880"/>
                </a:lnTo>
                <a:lnTo>
                  <a:pt x="244755" y="42625"/>
                </a:lnTo>
                <a:lnTo>
                  <a:pt x="244972" y="42375"/>
                </a:lnTo>
                <a:lnTo>
                  <a:pt x="245200" y="42131"/>
                </a:lnTo>
                <a:lnTo>
                  <a:pt x="245441" y="41893"/>
                </a:lnTo>
                <a:lnTo>
                  <a:pt x="245693" y="41660"/>
                </a:lnTo>
                <a:lnTo>
                  <a:pt x="245956" y="41434"/>
                </a:lnTo>
                <a:lnTo>
                  <a:pt x="246232" y="41212"/>
                </a:lnTo>
                <a:lnTo>
                  <a:pt x="246519" y="40999"/>
                </a:lnTo>
                <a:lnTo>
                  <a:pt x="246816" y="40794"/>
                </a:lnTo>
                <a:lnTo>
                  <a:pt x="247125" y="40598"/>
                </a:lnTo>
                <a:lnTo>
                  <a:pt x="247444" y="40412"/>
                </a:lnTo>
                <a:lnTo>
                  <a:pt x="247774" y="40234"/>
                </a:lnTo>
                <a:lnTo>
                  <a:pt x="248114" y="40066"/>
                </a:lnTo>
                <a:lnTo>
                  <a:pt x="248466" y="39907"/>
                </a:lnTo>
                <a:lnTo>
                  <a:pt x="248828" y="39757"/>
                </a:lnTo>
                <a:lnTo>
                  <a:pt x="249201" y="39616"/>
                </a:lnTo>
                <a:lnTo>
                  <a:pt x="249585" y="39484"/>
                </a:lnTo>
                <a:lnTo>
                  <a:pt x="249979" y="39361"/>
                </a:lnTo>
                <a:lnTo>
                  <a:pt x="250384" y="39247"/>
                </a:lnTo>
                <a:lnTo>
                  <a:pt x="250800" y="39142"/>
                </a:lnTo>
                <a:lnTo>
                  <a:pt x="251227" y="39047"/>
                </a:lnTo>
                <a:lnTo>
                  <a:pt x="251665" y="38961"/>
                </a:lnTo>
                <a:lnTo>
                  <a:pt x="252113" y="38883"/>
                </a:lnTo>
                <a:lnTo>
                  <a:pt x="252572" y="38815"/>
                </a:lnTo>
                <a:lnTo>
                  <a:pt x="253042" y="38756"/>
                </a:lnTo>
                <a:lnTo>
                  <a:pt x="253522" y="38706"/>
                </a:lnTo>
                <a:lnTo>
                  <a:pt x="254014" y="38665"/>
                </a:lnTo>
                <a:lnTo>
                  <a:pt x="254516" y="38633"/>
                </a:lnTo>
                <a:lnTo>
                  <a:pt x="255029" y="38610"/>
                </a:lnTo>
                <a:lnTo>
                  <a:pt x="255552" y="38597"/>
                </a:lnTo>
                <a:lnTo>
                  <a:pt x="256087" y="38592"/>
                </a:lnTo>
                <a:lnTo>
                  <a:pt x="256633" y="38597"/>
                </a:lnTo>
                <a:lnTo>
                  <a:pt x="257170" y="38613"/>
                </a:lnTo>
                <a:lnTo>
                  <a:pt x="257697" y="38638"/>
                </a:lnTo>
                <a:lnTo>
                  <a:pt x="258214" y="38674"/>
                </a:lnTo>
                <a:lnTo>
                  <a:pt x="258721" y="38721"/>
                </a:lnTo>
                <a:lnTo>
                  <a:pt x="259218" y="38777"/>
                </a:lnTo>
                <a:lnTo>
                  <a:pt x="259706" y="38844"/>
                </a:lnTo>
                <a:lnTo>
                  <a:pt x="260184" y="38922"/>
                </a:lnTo>
                <a:lnTo>
                  <a:pt x="260652" y="39009"/>
                </a:lnTo>
                <a:lnTo>
                  <a:pt x="261110" y="39107"/>
                </a:lnTo>
                <a:lnTo>
                  <a:pt x="261558" y="39215"/>
                </a:lnTo>
                <a:lnTo>
                  <a:pt x="261997" y="39333"/>
                </a:lnTo>
                <a:lnTo>
                  <a:pt x="262425" y="39462"/>
                </a:lnTo>
                <a:lnTo>
                  <a:pt x="262844" y="39601"/>
                </a:lnTo>
                <a:lnTo>
                  <a:pt x="263253" y="39750"/>
                </a:lnTo>
                <a:lnTo>
                  <a:pt x="263652" y="39910"/>
                </a:lnTo>
                <a:lnTo>
                  <a:pt x="264042" y="40080"/>
                </a:lnTo>
                <a:lnTo>
                  <a:pt x="264421" y="40260"/>
                </a:lnTo>
                <a:lnTo>
                  <a:pt x="264791" y="40451"/>
                </a:lnTo>
                <a:lnTo>
                  <a:pt x="265151" y="40651"/>
                </a:lnTo>
                <a:lnTo>
                  <a:pt x="265501" y="40862"/>
                </a:lnTo>
                <a:lnTo>
                  <a:pt x="265842" y="41084"/>
                </a:lnTo>
                <a:lnTo>
                  <a:pt x="266172" y="41315"/>
                </a:lnTo>
                <a:lnTo>
                  <a:pt x="266493" y="41557"/>
                </a:lnTo>
                <a:lnTo>
                  <a:pt x="266804" y="41808"/>
                </a:lnTo>
                <a:lnTo>
                  <a:pt x="267103" y="42067"/>
                </a:lnTo>
                <a:lnTo>
                  <a:pt x="267393" y="42334"/>
                </a:lnTo>
                <a:lnTo>
                  <a:pt x="267671" y="42608"/>
                </a:lnTo>
                <a:lnTo>
                  <a:pt x="267938" y="42891"/>
                </a:lnTo>
                <a:lnTo>
                  <a:pt x="268195" y="43181"/>
                </a:lnTo>
                <a:lnTo>
                  <a:pt x="268441" y="43479"/>
                </a:lnTo>
                <a:lnTo>
                  <a:pt x="268676" y="43786"/>
                </a:lnTo>
                <a:lnTo>
                  <a:pt x="268900" y="44100"/>
                </a:lnTo>
                <a:lnTo>
                  <a:pt x="269114" y="44421"/>
                </a:lnTo>
                <a:lnTo>
                  <a:pt x="269317" y="44751"/>
                </a:lnTo>
                <a:lnTo>
                  <a:pt x="269509" y="45089"/>
                </a:lnTo>
                <a:lnTo>
                  <a:pt x="269690" y="45435"/>
                </a:lnTo>
                <a:lnTo>
                  <a:pt x="269861" y="45788"/>
                </a:lnTo>
                <a:lnTo>
                  <a:pt x="270020" y="46150"/>
                </a:lnTo>
                <a:lnTo>
                  <a:pt x="270169" y="46519"/>
                </a:lnTo>
                <a:lnTo>
                  <a:pt x="270307" y="46896"/>
                </a:lnTo>
                <a:lnTo>
                  <a:pt x="270435" y="47281"/>
                </a:lnTo>
                <a:lnTo>
                  <a:pt x="270551" y="47674"/>
                </a:lnTo>
                <a:lnTo>
                  <a:pt x="270657" y="48075"/>
                </a:lnTo>
                <a:lnTo>
                  <a:pt x="270752" y="48484"/>
                </a:lnTo>
                <a:lnTo>
                  <a:pt x="270836" y="48900"/>
                </a:lnTo>
                <a:lnTo>
                  <a:pt x="270910" y="49325"/>
                </a:lnTo>
                <a:lnTo>
                  <a:pt x="270973" y="49757"/>
                </a:lnTo>
                <a:lnTo>
                  <a:pt x="282414" y="49757"/>
                </a:lnTo>
                <a:lnTo>
                  <a:pt x="282300" y="48916"/>
                </a:lnTo>
                <a:lnTo>
                  <a:pt x="282168" y="48091"/>
                </a:lnTo>
                <a:lnTo>
                  <a:pt x="282015" y="47283"/>
                </a:lnTo>
                <a:lnTo>
                  <a:pt x="281843" y="46491"/>
                </a:lnTo>
                <a:lnTo>
                  <a:pt x="281651" y="45717"/>
                </a:lnTo>
                <a:lnTo>
                  <a:pt x="281440" y="44959"/>
                </a:lnTo>
                <a:lnTo>
                  <a:pt x="281209" y="44218"/>
                </a:lnTo>
                <a:lnTo>
                  <a:pt x="280958" y="43493"/>
                </a:lnTo>
                <a:lnTo>
                  <a:pt x="280688" y="42786"/>
                </a:lnTo>
                <a:lnTo>
                  <a:pt x="280398" y="42095"/>
                </a:lnTo>
                <a:lnTo>
                  <a:pt x="280089" y="41421"/>
                </a:lnTo>
                <a:lnTo>
                  <a:pt x="279760" y="40763"/>
                </a:lnTo>
                <a:lnTo>
                  <a:pt x="279411" y="40123"/>
                </a:lnTo>
                <a:lnTo>
                  <a:pt x="279043" y="39499"/>
                </a:lnTo>
                <a:lnTo>
                  <a:pt x="278655" y="38892"/>
                </a:lnTo>
                <a:lnTo>
                  <a:pt x="278248" y="38302"/>
                </a:lnTo>
                <a:lnTo>
                  <a:pt x="277820" y="37728"/>
                </a:lnTo>
                <a:lnTo>
                  <a:pt x="277374" y="37171"/>
                </a:lnTo>
                <a:lnTo>
                  <a:pt x="276907" y="36631"/>
                </a:lnTo>
                <a:lnTo>
                  <a:pt x="276421" y="36108"/>
                </a:lnTo>
                <a:lnTo>
                  <a:pt x="275916" y="35601"/>
                </a:lnTo>
                <a:lnTo>
                  <a:pt x="275390" y="35111"/>
                </a:lnTo>
                <a:lnTo>
                  <a:pt x="274845" y="34638"/>
                </a:lnTo>
                <a:lnTo>
                  <a:pt x="274281" y="34182"/>
                </a:lnTo>
                <a:lnTo>
                  <a:pt x="273699" y="33743"/>
                </a:lnTo>
                <a:lnTo>
                  <a:pt x="273103" y="33323"/>
                </a:lnTo>
                <a:lnTo>
                  <a:pt x="272491" y="32922"/>
                </a:lnTo>
                <a:lnTo>
                  <a:pt x="271865" y="32539"/>
                </a:lnTo>
                <a:lnTo>
                  <a:pt x="271224" y="32175"/>
                </a:lnTo>
                <a:lnTo>
                  <a:pt x="270568" y="31830"/>
                </a:lnTo>
                <a:lnTo>
                  <a:pt x="269897" y="31503"/>
                </a:lnTo>
                <a:lnTo>
                  <a:pt x="269212" y="31195"/>
                </a:lnTo>
                <a:lnTo>
                  <a:pt x="268511" y="30906"/>
                </a:lnTo>
                <a:lnTo>
                  <a:pt x="267796" y="30635"/>
                </a:lnTo>
                <a:lnTo>
                  <a:pt x="267066" y="30383"/>
                </a:lnTo>
                <a:lnTo>
                  <a:pt x="266321" y="30150"/>
                </a:lnTo>
                <a:lnTo>
                  <a:pt x="265561" y="29935"/>
                </a:lnTo>
                <a:lnTo>
                  <a:pt x="264787" y="29740"/>
                </a:lnTo>
                <a:lnTo>
                  <a:pt x="263997" y="29562"/>
                </a:lnTo>
                <a:lnTo>
                  <a:pt x="263193" y="29404"/>
                </a:lnTo>
                <a:lnTo>
                  <a:pt x="262374" y="29264"/>
                </a:lnTo>
                <a:lnTo>
                  <a:pt x="261540" y="29142"/>
                </a:lnTo>
                <a:lnTo>
                  <a:pt x="260692" y="29040"/>
                </a:lnTo>
                <a:lnTo>
                  <a:pt x="259828" y="28956"/>
                </a:lnTo>
                <a:lnTo>
                  <a:pt x="258950" y="28890"/>
                </a:lnTo>
                <a:lnTo>
                  <a:pt x="258057" y="28844"/>
                </a:lnTo>
                <a:lnTo>
                  <a:pt x="257149" y="28816"/>
                </a:lnTo>
                <a:lnTo>
                  <a:pt x="256226" y="28806"/>
                </a:lnTo>
                <a:lnTo>
                  <a:pt x="255597" y="28811"/>
                </a:lnTo>
                <a:lnTo>
                  <a:pt x="254975" y="28824"/>
                </a:lnTo>
                <a:lnTo>
                  <a:pt x="254359" y="28847"/>
                </a:lnTo>
                <a:lnTo>
                  <a:pt x="253750" y="28879"/>
                </a:lnTo>
                <a:lnTo>
                  <a:pt x="253147" y="28920"/>
                </a:lnTo>
                <a:lnTo>
                  <a:pt x="252551" y="28970"/>
                </a:lnTo>
                <a:lnTo>
                  <a:pt x="251961" y="29029"/>
                </a:lnTo>
                <a:lnTo>
                  <a:pt x="251378" y="29097"/>
                </a:lnTo>
                <a:lnTo>
                  <a:pt x="250801" y="29175"/>
                </a:lnTo>
                <a:lnTo>
                  <a:pt x="250231" y="29261"/>
                </a:lnTo>
                <a:lnTo>
                  <a:pt x="249667" y="29357"/>
                </a:lnTo>
                <a:lnTo>
                  <a:pt x="249109" y="29461"/>
                </a:lnTo>
                <a:lnTo>
                  <a:pt x="248558" y="29575"/>
                </a:lnTo>
                <a:lnTo>
                  <a:pt x="248014" y="29698"/>
                </a:lnTo>
                <a:lnTo>
                  <a:pt x="247476" y="29830"/>
                </a:lnTo>
                <a:lnTo>
                  <a:pt x="246944" y="29971"/>
                </a:lnTo>
                <a:lnTo>
                  <a:pt x="246419" y="30121"/>
                </a:lnTo>
                <a:lnTo>
                  <a:pt x="245900" y="30280"/>
                </a:lnTo>
                <a:lnTo>
                  <a:pt x="245388" y="30449"/>
                </a:lnTo>
                <a:lnTo>
                  <a:pt x="244882" y="30626"/>
                </a:lnTo>
                <a:lnTo>
                  <a:pt x="244383" y="30813"/>
                </a:lnTo>
                <a:lnTo>
                  <a:pt x="243890" y="31008"/>
                </a:lnTo>
                <a:lnTo>
                  <a:pt x="243403" y="31213"/>
                </a:lnTo>
                <a:lnTo>
                  <a:pt x="242924" y="31427"/>
                </a:lnTo>
                <a:lnTo>
                  <a:pt x="242452" y="31648"/>
                </a:lnTo>
                <a:lnTo>
                  <a:pt x="241989" y="31877"/>
                </a:lnTo>
                <a:lnTo>
                  <a:pt x="241536" y="32113"/>
                </a:lnTo>
                <a:lnTo>
                  <a:pt x="241092" y="32355"/>
                </a:lnTo>
                <a:lnTo>
                  <a:pt x="240657" y="32605"/>
                </a:lnTo>
                <a:lnTo>
                  <a:pt x="240232" y="32861"/>
                </a:lnTo>
                <a:lnTo>
                  <a:pt x="239816" y="33124"/>
                </a:lnTo>
                <a:lnTo>
                  <a:pt x="239410" y="33395"/>
                </a:lnTo>
                <a:lnTo>
                  <a:pt x="239012" y="33672"/>
                </a:lnTo>
                <a:lnTo>
                  <a:pt x="238624" y="33956"/>
                </a:lnTo>
                <a:lnTo>
                  <a:pt x="238246" y="34247"/>
                </a:lnTo>
                <a:lnTo>
                  <a:pt x="237877" y="34545"/>
                </a:lnTo>
                <a:lnTo>
                  <a:pt x="237517" y="34850"/>
                </a:lnTo>
                <a:lnTo>
                  <a:pt x="237166" y="35162"/>
                </a:lnTo>
                <a:lnTo>
                  <a:pt x="236825" y="35481"/>
                </a:lnTo>
                <a:lnTo>
                  <a:pt x="236493" y="35807"/>
                </a:lnTo>
                <a:lnTo>
                  <a:pt x="236170" y="36140"/>
                </a:lnTo>
                <a:lnTo>
                  <a:pt x="235857" y="36479"/>
                </a:lnTo>
                <a:lnTo>
                  <a:pt x="235553" y="36826"/>
                </a:lnTo>
                <a:lnTo>
                  <a:pt x="235258" y="37180"/>
                </a:lnTo>
                <a:lnTo>
                  <a:pt x="234973" y="37540"/>
                </a:lnTo>
                <a:lnTo>
                  <a:pt x="234697" y="37908"/>
                </a:lnTo>
                <a:lnTo>
                  <a:pt x="234430" y="38282"/>
                </a:lnTo>
                <a:lnTo>
                  <a:pt x="234172" y="38664"/>
                </a:lnTo>
                <a:lnTo>
                  <a:pt x="233925" y="39050"/>
                </a:lnTo>
                <a:lnTo>
                  <a:pt x="233688" y="39442"/>
                </a:lnTo>
                <a:lnTo>
                  <a:pt x="233462" y="39838"/>
                </a:lnTo>
                <a:lnTo>
                  <a:pt x="233246" y="40239"/>
                </a:lnTo>
                <a:lnTo>
                  <a:pt x="233041" y="40644"/>
                </a:lnTo>
                <a:lnTo>
                  <a:pt x="232846" y="41054"/>
                </a:lnTo>
                <a:lnTo>
                  <a:pt x="232661" y="41468"/>
                </a:lnTo>
                <a:lnTo>
                  <a:pt x="232488" y="41887"/>
                </a:lnTo>
                <a:lnTo>
                  <a:pt x="232324" y="42310"/>
                </a:lnTo>
                <a:lnTo>
                  <a:pt x="232172" y="42738"/>
                </a:lnTo>
                <a:lnTo>
                  <a:pt x="232030" y="43170"/>
                </a:lnTo>
                <a:lnTo>
                  <a:pt x="231898" y="43607"/>
                </a:lnTo>
                <a:lnTo>
                  <a:pt x="231777" y="44049"/>
                </a:lnTo>
                <a:lnTo>
                  <a:pt x="231666" y="44495"/>
                </a:lnTo>
                <a:lnTo>
                  <a:pt x="231566" y="44946"/>
                </a:lnTo>
                <a:lnTo>
                  <a:pt x="231477" y="45401"/>
                </a:lnTo>
                <a:lnTo>
                  <a:pt x="231398" y="45861"/>
                </a:lnTo>
                <a:lnTo>
                  <a:pt x="231329" y="46325"/>
                </a:lnTo>
                <a:lnTo>
                  <a:pt x="231271" y="46794"/>
                </a:lnTo>
                <a:lnTo>
                  <a:pt x="231224" y="47267"/>
                </a:lnTo>
                <a:lnTo>
                  <a:pt x="231187" y="47745"/>
                </a:lnTo>
                <a:lnTo>
                  <a:pt x="231161" y="48228"/>
                </a:lnTo>
                <a:lnTo>
                  <a:pt x="231145" y="48715"/>
                </a:lnTo>
                <a:lnTo>
                  <a:pt x="231140" y="49206"/>
                </a:lnTo>
                <a:lnTo>
                  <a:pt x="231143" y="49606"/>
                </a:lnTo>
                <a:lnTo>
                  <a:pt x="231154" y="50000"/>
                </a:lnTo>
                <a:lnTo>
                  <a:pt x="231171" y="50389"/>
                </a:lnTo>
                <a:lnTo>
                  <a:pt x="231195" y="50772"/>
                </a:lnTo>
                <a:lnTo>
                  <a:pt x="231227" y="51151"/>
                </a:lnTo>
                <a:lnTo>
                  <a:pt x="231265" y="51524"/>
                </a:lnTo>
                <a:lnTo>
                  <a:pt x="231310" y="51892"/>
                </a:lnTo>
                <a:lnTo>
                  <a:pt x="231362" y="52254"/>
                </a:lnTo>
                <a:lnTo>
                  <a:pt x="231421" y="52612"/>
                </a:lnTo>
                <a:lnTo>
                  <a:pt x="231487" y="52964"/>
                </a:lnTo>
                <a:lnTo>
                  <a:pt x="231560" y="53310"/>
                </a:lnTo>
                <a:lnTo>
                  <a:pt x="231639" y="53652"/>
                </a:lnTo>
                <a:lnTo>
                  <a:pt x="231726" y="53988"/>
                </a:lnTo>
                <a:lnTo>
                  <a:pt x="231820" y="54319"/>
                </a:lnTo>
                <a:lnTo>
                  <a:pt x="231920" y="54645"/>
                </a:lnTo>
                <a:lnTo>
                  <a:pt x="232028" y="54965"/>
                </a:lnTo>
                <a:lnTo>
                  <a:pt x="232142" y="55280"/>
                </a:lnTo>
                <a:lnTo>
                  <a:pt x="232264" y="55590"/>
                </a:lnTo>
                <a:lnTo>
                  <a:pt x="232392" y="55895"/>
                </a:lnTo>
                <a:lnTo>
                  <a:pt x="232527" y="56194"/>
                </a:lnTo>
                <a:lnTo>
                  <a:pt x="232669" y="56488"/>
                </a:lnTo>
                <a:lnTo>
                  <a:pt x="232819" y="56777"/>
                </a:lnTo>
                <a:lnTo>
                  <a:pt x="232975" y="57061"/>
                </a:lnTo>
                <a:lnTo>
                  <a:pt x="233138" y="57339"/>
                </a:lnTo>
                <a:lnTo>
                  <a:pt x="233307" y="57613"/>
                </a:lnTo>
                <a:lnTo>
                  <a:pt x="233481" y="57883"/>
                </a:lnTo>
                <a:lnTo>
                  <a:pt x="233660" y="58150"/>
                </a:lnTo>
                <a:lnTo>
                  <a:pt x="233845" y="58413"/>
                </a:lnTo>
                <a:lnTo>
                  <a:pt x="234034" y="58672"/>
                </a:lnTo>
                <a:lnTo>
                  <a:pt x="234228" y="58928"/>
                </a:lnTo>
                <a:lnTo>
                  <a:pt x="234427" y="59180"/>
                </a:lnTo>
                <a:lnTo>
                  <a:pt x="234632" y="59429"/>
                </a:lnTo>
                <a:lnTo>
                  <a:pt x="234841" y="59674"/>
                </a:lnTo>
                <a:lnTo>
                  <a:pt x="235055" y="59915"/>
                </a:lnTo>
                <a:lnTo>
                  <a:pt x="235275" y="60153"/>
                </a:lnTo>
                <a:lnTo>
                  <a:pt x="235499" y="60388"/>
                </a:lnTo>
                <a:lnTo>
                  <a:pt x="235728" y="60618"/>
                </a:lnTo>
                <a:lnTo>
                  <a:pt x="235963" y="60846"/>
                </a:lnTo>
                <a:lnTo>
                  <a:pt x="236202" y="61069"/>
                </a:lnTo>
                <a:lnTo>
                  <a:pt x="236447" y="61289"/>
                </a:lnTo>
                <a:lnTo>
                  <a:pt x="236696" y="61506"/>
                </a:lnTo>
                <a:lnTo>
                  <a:pt x="236951" y="61719"/>
                </a:lnTo>
                <a:lnTo>
                  <a:pt x="237210" y="61928"/>
                </a:lnTo>
                <a:lnTo>
                  <a:pt x="237475" y="62134"/>
                </a:lnTo>
                <a:lnTo>
                  <a:pt x="237744" y="62336"/>
                </a:lnTo>
                <a:lnTo>
                  <a:pt x="238019" y="62534"/>
                </a:lnTo>
                <a:lnTo>
                  <a:pt x="238298" y="62729"/>
                </a:lnTo>
                <a:lnTo>
                  <a:pt x="238583" y="62921"/>
                </a:lnTo>
                <a:lnTo>
                  <a:pt x="238872" y="63109"/>
                </a:lnTo>
                <a:lnTo>
                  <a:pt x="239164" y="63293"/>
                </a:lnTo>
                <a:lnTo>
                  <a:pt x="239460" y="63475"/>
                </a:lnTo>
                <a:lnTo>
                  <a:pt x="239758" y="63654"/>
                </a:lnTo>
                <a:lnTo>
                  <a:pt x="240061" y="63829"/>
                </a:lnTo>
                <a:lnTo>
                  <a:pt x="240366" y="64002"/>
                </a:lnTo>
                <a:lnTo>
                  <a:pt x="240675" y="64171"/>
                </a:lnTo>
                <a:lnTo>
                  <a:pt x="240988" y="64337"/>
                </a:lnTo>
                <a:lnTo>
                  <a:pt x="241303" y="64500"/>
                </a:lnTo>
                <a:lnTo>
                  <a:pt x="241622" y="64660"/>
                </a:lnTo>
                <a:lnTo>
                  <a:pt x="241945" y="64817"/>
                </a:lnTo>
                <a:lnTo>
                  <a:pt x="242271" y="64971"/>
                </a:lnTo>
                <a:lnTo>
                  <a:pt x="242600" y="65121"/>
                </a:lnTo>
                <a:lnTo>
                  <a:pt x="242932" y="65269"/>
                </a:lnTo>
                <a:lnTo>
                  <a:pt x="243268" y="65413"/>
                </a:lnTo>
                <a:lnTo>
                  <a:pt x="243607" y="65555"/>
                </a:lnTo>
                <a:lnTo>
                  <a:pt x="243949" y="65693"/>
                </a:lnTo>
                <a:lnTo>
                  <a:pt x="244295" y="65828"/>
                </a:lnTo>
                <a:lnTo>
                  <a:pt x="244644" y="65960"/>
                </a:lnTo>
                <a:lnTo>
                  <a:pt x="244997" y="66089"/>
                </a:lnTo>
                <a:lnTo>
                  <a:pt x="245352" y="66215"/>
                </a:lnTo>
                <a:lnTo>
                  <a:pt x="245712" y="66338"/>
                </a:lnTo>
                <a:lnTo>
                  <a:pt x="246074" y="66457"/>
                </a:lnTo>
                <a:lnTo>
                  <a:pt x="246440" y="66574"/>
                </a:lnTo>
                <a:lnTo>
                  <a:pt x="246808" y="66688"/>
                </a:lnTo>
                <a:lnTo>
                  <a:pt x="247176" y="66800"/>
                </a:lnTo>
                <a:lnTo>
                  <a:pt x="247545" y="66910"/>
                </a:lnTo>
                <a:lnTo>
                  <a:pt x="247914" y="67018"/>
                </a:lnTo>
                <a:lnTo>
                  <a:pt x="248284" y="67124"/>
                </a:lnTo>
                <a:lnTo>
                  <a:pt x="248654" y="67228"/>
                </a:lnTo>
                <a:lnTo>
                  <a:pt x="249024" y="67331"/>
                </a:lnTo>
                <a:lnTo>
                  <a:pt x="249395" y="67431"/>
                </a:lnTo>
                <a:lnTo>
                  <a:pt x="249767" y="67530"/>
                </a:lnTo>
                <a:lnTo>
                  <a:pt x="250139" y="67626"/>
                </a:lnTo>
                <a:lnTo>
                  <a:pt x="250512" y="67721"/>
                </a:lnTo>
                <a:lnTo>
                  <a:pt x="250885" y="67814"/>
                </a:lnTo>
                <a:lnTo>
                  <a:pt x="251258" y="67905"/>
                </a:lnTo>
                <a:lnTo>
                  <a:pt x="251632" y="67993"/>
                </a:lnTo>
                <a:lnTo>
                  <a:pt x="252007" y="68081"/>
                </a:lnTo>
                <a:lnTo>
                  <a:pt x="252382" y="68166"/>
                </a:lnTo>
                <a:lnTo>
                  <a:pt x="252757" y="68249"/>
                </a:lnTo>
                <a:lnTo>
                  <a:pt x="253133" y="68330"/>
                </a:lnTo>
                <a:lnTo>
                  <a:pt x="253510" y="68410"/>
                </a:lnTo>
                <a:lnTo>
                  <a:pt x="253887" y="68487"/>
                </a:lnTo>
                <a:lnTo>
                  <a:pt x="254264" y="68563"/>
                </a:lnTo>
                <a:lnTo>
                  <a:pt x="254642" y="68636"/>
                </a:lnTo>
                <a:lnTo>
                  <a:pt x="255020" y="68708"/>
                </a:lnTo>
                <a:lnTo>
                  <a:pt x="255399" y="68778"/>
                </a:lnTo>
                <a:lnTo>
                  <a:pt x="255856" y="68859"/>
                </a:lnTo>
                <a:lnTo>
                  <a:pt x="256306" y="68941"/>
                </a:lnTo>
                <a:lnTo>
                  <a:pt x="256751" y="69025"/>
                </a:lnTo>
                <a:lnTo>
                  <a:pt x="257191" y="69109"/>
                </a:lnTo>
                <a:lnTo>
                  <a:pt x="257624" y="69195"/>
                </a:lnTo>
                <a:lnTo>
                  <a:pt x="258052" y="69282"/>
                </a:lnTo>
                <a:lnTo>
                  <a:pt x="258474" y="69370"/>
                </a:lnTo>
                <a:lnTo>
                  <a:pt x="258890" y="69460"/>
                </a:lnTo>
                <a:lnTo>
                  <a:pt x="259301" y="69550"/>
                </a:lnTo>
                <a:lnTo>
                  <a:pt x="259706" y="69642"/>
                </a:lnTo>
                <a:lnTo>
                  <a:pt x="260105" y="69735"/>
                </a:lnTo>
                <a:lnTo>
                  <a:pt x="260498" y="69829"/>
                </a:lnTo>
                <a:lnTo>
                  <a:pt x="260886" y="69925"/>
                </a:lnTo>
                <a:lnTo>
                  <a:pt x="261268" y="70021"/>
                </a:lnTo>
                <a:lnTo>
                  <a:pt x="261644" y="70119"/>
                </a:lnTo>
                <a:lnTo>
                  <a:pt x="262014" y="70218"/>
                </a:lnTo>
                <a:lnTo>
                  <a:pt x="262379" y="70319"/>
                </a:lnTo>
                <a:lnTo>
                  <a:pt x="262738" y="70420"/>
                </a:lnTo>
                <a:lnTo>
                  <a:pt x="263091" y="70523"/>
                </a:lnTo>
                <a:lnTo>
                  <a:pt x="263438" y="70626"/>
                </a:lnTo>
                <a:lnTo>
                  <a:pt x="263780" y="70731"/>
                </a:lnTo>
                <a:lnTo>
                  <a:pt x="264116" y="70837"/>
                </a:lnTo>
                <a:lnTo>
                  <a:pt x="264446" y="70945"/>
                </a:lnTo>
                <a:lnTo>
                  <a:pt x="264771" y="71053"/>
                </a:lnTo>
                <a:lnTo>
                  <a:pt x="265089" y="71164"/>
                </a:lnTo>
                <a:lnTo>
                  <a:pt x="265401" y="71278"/>
                </a:lnTo>
                <a:lnTo>
                  <a:pt x="265706" y="71395"/>
                </a:lnTo>
                <a:lnTo>
                  <a:pt x="266005" y="71514"/>
                </a:lnTo>
                <a:lnTo>
                  <a:pt x="266298" y="71638"/>
                </a:lnTo>
                <a:lnTo>
                  <a:pt x="266584" y="71764"/>
                </a:lnTo>
                <a:lnTo>
                  <a:pt x="266863" y="71893"/>
                </a:lnTo>
                <a:lnTo>
                  <a:pt x="267137" y="72025"/>
                </a:lnTo>
                <a:lnTo>
                  <a:pt x="267403" y="72161"/>
                </a:lnTo>
                <a:lnTo>
                  <a:pt x="267663" y="72299"/>
                </a:lnTo>
                <a:lnTo>
                  <a:pt x="267917" y="72441"/>
                </a:lnTo>
                <a:lnTo>
                  <a:pt x="268164" y="72586"/>
                </a:lnTo>
                <a:lnTo>
                  <a:pt x="268405" y="72734"/>
                </a:lnTo>
                <a:lnTo>
                  <a:pt x="268640" y="72885"/>
                </a:lnTo>
                <a:lnTo>
                  <a:pt x="268868" y="73039"/>
                </a:lnTo>
                <a:lnTo>
                  <a:pt x="269089" y="73197"/>
                </a:lnTo>
                <a:lnTo>
                  <a:pt x="269304" y="73357"/>
                </a:lnTo>
                <a:lnTo>
                  <a:pt x="269512" y="73521"/>
                </a:lnTo>
                <a:lnTo>
                  <a:pt x="269714" y="73688"/>
                </a:lnTo>
                <a:lnTo>
                  <a:pt x="269910" y="73857"/>
                </a:lnTo>
                <a:lnTo>
                  <a:pt x="270099" y="74030"/>
                </a:lnTo>
                <a:lnTo>
                  <a:pt x="270282" y="74206"/>
                </a:lnTo>
                <a:lnTo>
                  <a:pt x="270458" y="74385"/>
                </a:lnTo>
                <a:lnTo>
                  <a:pt x="270628" y="74568"/>
                </a:lnTo>
                <a:lnTo>
                  <a:pt x="270791" y="74755"/>
                </a:lnTo>
                <a:lnTo>
                  <a:pt x="270947" y="74949"/>
                </a:lnTo>
                <a:lnTo>
                  <a:pt x="271097" y="75151"/>
                </a:lnTo>
                <a:lnTo>
                  <a:pt x="271239" y="75360"/>
                </a:lnTo>
                <a:lnTo>
                  <a:pt x="271374" y="75576"/>
                </a:lnTo>
                <a:lnTo>
                  <a:pt x="271503" y="75799"/>
                </a:lnTo>
                <a:lnTo>
                  <a:pt x="271624" y="76030"/>
                </a:lnTo>
                <a:lnTo>
                  <a:pt x="271739" y="76267"/>
                </a:lnTo>
                <a:lnTo>
                  <a:pt x="271847" y="76512"/>
                </a:lnTo>
                <a:lnTo>
                  <a:pt x="271947" y="76764"/>
                </a:lnTo>
                <a:lnTo>
                  <a:pt x="272041" y="77023"/>
                </a:lnTo>
                <a:lnTo>
                  <a:pt x="272128" y="77289"/>
                </a:lnTo>
                <a:lnTo>
                  <a:pt x="272208" y="77563"/>
                </a:lnTo>
                <a:lnTo>
                  <a:pt x="272281" y="77843"/>
                </a:lnTo>
                <a:lnTo>
                  <a:pt x="272347" y="78131"/>
                </a:lnTo>
                <a:lnTo>
                  <a:pt x="272406" y="78426"/>
                </a:lnTo>
                <a:lnTo>
                  <a:pt x="272458" y="78728"/>
                </a:lnTo>
                <a:lnTo>
                  <a:pt x="272503" y="79038"/>
                </a:lnTo>
                <a:lnTo>
                  <a:pt x="272541" y="79355"/>
                </a:lnTo>
                <a:lnTo>
                  <a:pt x="272572" y="79678"/>
                </a:lnTo>
                <a:lnTo>
                  <a:pt x="272597" y="80009"/>
                </a:lnTo>
                <a:lnTo>
                  <a:pt x="272614" y="80347"/>
                </a:lnTo>
                <a:lnTo>
                  <a:pt x="272624" y="80693"/>
                </a:lnTo>
                <a:lnTo>
                  <a:pt x="272628" y="81045"/>
                </a:lnTo>
                <a:lnTo>
                  <a:pt x="272625" y="81286"/>
                </a:lnTo>
                <a:lnTo>
                  <a:pt x="272617" y="81525"/>
                </a:lnTo>
                <a:lnTo>
                  <a:pt x="272603" y="81762"/>
                </a:lnTo>
                <a:lnTo>
                  <a:pt x="272584" y="81999"/>
                </a:lnTo>
                <a:lnTo>
                  <a:pt x="272559" y="82233"/>
                </a:lnTo>
                <a:lnTo>
                  <a:pt x="272529" y="82467"/>
                </a:lnTo>
                <a:lnTo>
                  <a:pt x="272493" y="82698"/>
                </a:lnTo>
                <a:lnTo>
                  <a:pt x="272452" y="82929"/>
                </a:lnTo>
                <a:lnTo>
                  <a:pt x="272405" y="83158"/>
                </a:lnTo>
                <a:lnTo>
                  <a:pt x="272353" y="83385"/>
                </a:lnTo>
                <a:lnTo>
                  <a:pt x="272295" y="83611"/>
                </a:lnTo>
                <a:lnTo>
                  <a:pt x="272231" y="83836"/>
                </a:lnTo>
                <a:lnTo>
                  <a:pt x="272163" y="84059"/>
                </a:lnTo>
                <a:lnTo>
                  <a:pt x="272088" y="84281"/>
                </a:lnTo>
                <a:lnTo>
                  <a:pt x="272008" y="84502"/>
                </a:lnTo>
                <a:lnTo>
                  <a:pt x="271923" y="84721"/>
                </a:lnTo>
                <a:lnTo>
                  <a:pt x="271832" y="84938"/>
                </a:lnTo>
                <a:lnTo>
                  <a:pt x="271736" y="85154"/>
                </a:lnTo>
                <a:lnTo>
                  <a:pt x="271634" y="85369"/>
                </a:lnTo>
                <a:lnTo>
                  <a:pt x="271527" y="85582"/>
                </a:lnTo>
                <a:lnTo>
                  <a:pt x="271414" y="85794"/>
                </a:lnTo>
                <a:lnTo>
                  <a:pt x="271295" y="86004"/>
                </a:lnTo>
                <a:lnTo>
                  <a:pt x="271171" y="86213"/>
                </a:lnTo>
                <a:lnTo>
                  <a:pt x="271042" y="86421"/>
                </a:lnTo>
                <a:lnTo>
                  <a:pt x="270907" y="86626"/>
                </a:lnTo>
                <a:lnTo>
                  <a:pt x="270767" y="86827"/>
                </a:lnTo>
                <a:lnTo>
                  <a:pt x="270621" y="87025"/>
                </a:lnTo>
                <a:lnTo>
                  <a:pt x="270469" y="87219"/>
                </a:lnTo>
                <a:lnTo>
                  <a:pt x="270313" y="87409"/>
                </a:lnTo>
                <a:lnTo>
                  <a:pt x="270150" y="87596"/>
                </a:lnTo>
                <a:lnTo>
                  <a:pt x="269982" y="87779"/>
                </a:lnTo>
                <a:lnTo>
                  <a:pt x="269809" y="87959"/>
                </a:lnTo>
                <a:lnTo>
                  <a:pt x="269630" y="88135"/>
                </a:lnTo>
                <a:lnTo>
                  <a:pt x="269446" y="88308"/>
                </a:lnTo>
                <a:lnTo>
                  <a:pt x="269256" y="88477"/>
                </a:lnTo>
                <a:lnTo>
                  <a:pt x="269060" y="88642"/>
                </a:lnTo>
                <a:lnTo>
                  <a:pt x="268860" y="88804"/>
                </a:lnTo>
                <a:lnTo>
                  <a:pt x="268653" y="88962"/>
                </a:lnTo>
                <a:lnTo>
                  <a:pt x="268441" y="89117"/>
                </a:lnTo>
                <a:lnTo>
                  <a:pt x="268224" y="89268"/>
                </a:lnTo>
                <a:lnTo>
                  <a:pt x="268001" y="89415"/>
                </a:lnTo>
                <a:lnTo>
                  <a:pt x="267773" y="89559"/>
                </a:lnTo>
                <a:lnTo>
                  <a:pt x="267539" y="89700"/>
                </a:lnTo>
                <a:lnTo>
                  <a:pt x="267299" y="89836"/>
                </a:lnTo>
                <a:lnTo>
                  <a:pt x="267055" y="89970"/>
                </a:lnTo>
                <a:lnTo>
                  <a:pt x="266804" y="90099"/>
                </a:lnTo>
                <a:lnTo>
                  <a:pt x="266548" y="90225"/>
                </a:lnTo>
                <a:lnTo>
                  <a:pt x="266287" y="90347"/>
                </a:lnTo>
                <a:lnTo>
                  <a:pt x="266020" y="90465"/>
                </a:lnTo>
                <a:lnTo>
                  <a:pt x="265747" y="90578"/>
                </a:lnTo>
                <a:lnTo>
                  <a:pt x="265469" y="90687"/>
                </a:lnTo>
                <a:lnTo>
                  <a:pt x="265185" y="90789"/>
                </a:lnTo>
                <a:lnTo>
                  <a:pt x="264895" y="90887"/>
                </a:lnTo>
                <a:lnTo>
                  <a:pt x="264599" y="90980"/>
                </a:lnTo>
                <a:lnTo>
                  <a:pt x="264297" y="91068"/>
                </a:lnTo>
                <a:lnTo>
                  <a:pt x="263990" y="91151"/>
                </a:lnTo>
                <a:lnTo>
                  <a:pt x="263677" y="91229"/>
                </a:lnTo>
                <a:lnTo>
                  <a:pt x="263358" y="91302"/>
                </a:lnTo>
                <a:lnTo>
                  <a:pt x="263034" y="91370"/>
                </a:lnTo>
                <a:lnTo>
                  <a:pt x="262704" y="91433"/>
                </a:lnTo>
                <a:lnTo>
                  <a:pt x="262368" y="91490"/>
                </a:lnTo>
                <a:lnTo>
                  <a:pt x="262026" y="91543"/>
                </a:lnTo>
                <a:lnTo>
                  <a:pt x="261679" y="91591"/>
                </a:lnTo>
                <a:lnTo>
                  <a:pt x="261325" y="91634"/>
                </a:lnTo>
                <a:lnTo>
                  <a:pt x="260967" y="91671"/>
                </a:lnTo>
                <a:lnTo>
                  <a:pt x="260602" y="91704"/>
                </a:lnTo>
                <a:lnTo>
                  <a:pt x="260231" y="91732"/>
                </a:lnTo>
                <a:lnTo>
                  <a:pt x="259855" y="91754"/>
                </a:lnTo>
                <a:lnTo>
                  <a:pt x="259473" y="91772"/>
                </a:lnTo>
                <a:lnTo>
                  <a:pt x="259086" y="91784"/>
                </a:lnTo>
                <a:lnTo>
                  <a:pt x="258692" y="91792"/>
                </a:lnTo>
                <a:lnTo>
                  <a:pt x="258293" y="91794"/>
                </a:lnTo>
                <a:lnTo>
                  <a:pt x="257836" y="91791"/>
                </a:lnTo>
                <a:lnTo>
                  <a:pt x="257386" y="91781"/>
                </a:lnTo>
                <a:lnTo>
                  <a:pt x="256941" y="91765"/>
                </a:lnTo>
                <a:lnTo>
                  <a:pt x="256503" y="91743"/>
                </a:lnTo>
                <a:lnTo>
                  <a:pt x="256070" y="91714"/>
                </a:lnTo>
                <a:lnTo>
                  <a:pt x="255644" y="91678"/>
                </a:lnTo>
                <a:lnTo>
                  <a:pt x="255223" y="91636"/>
                </a:lnTo>
                <a:lnTo>
                  <a:pt x="254808" y="91588"/>
                </a:lnTo>
                <a:lnTo>
                  <a:pt x="254400" y="91533"/>
                </a:lnTo>
                <a:lnTo>
                  <a:pt x="253997" y="91472"/>
                </a:lnTo>
                <a:lnTo>
                  <a:pt x="253600" y="91404"/>
                </a:lnTo>
                <a:lnTo>
                  <a:pt x="253210" y="91330"/>
                </a:lnTo>
                <a:lnTo>
                  <a:pt x="252825" y="91249"/>
                </a:lnTo>
                <a:lnTo>
                  <a:pt x="252446" y="91162"/>
                </a:lnTo>
                <a:lnTo>
                  <a:pt x="252074" y="91068"/>
                </a:lnTo>
                <a:lnTo>
                  <a:pt x="251707" y="90968"/>
                </a:lnTo>
                <a:lnTo>
                  <a:pt x="251346" y="90862"/>
                </a:lnTo>
                <a:lnTo>
                  <a:pt x="250992" y="90749"/>
                </a:lnTo>
                <a:lnTo>
                  <a:pt x="250643" y="90629"/>
                </a:lnTo>
                <a:lnTo>
                  <a:pt x="250300" y="90503"/>
                </a:lnTo>
                <a:lnTo>
                  <a:pt x="249963" y="90371"/>
                </a:lnTo>
                <a:lnTo>
                  <a:pt x="249632" y="90232"/>
                </a:lnTo>
                <a:lnTo>
                  <a:pt x="249308" y="90087"/>
                </a:lnTo>
                <a:lnTo>
                  <a:pt x="248989" y="89935"/>
                </a:lnTo>
                <a:lnTo>
                  <a:pt x="248676" y="89778"/>
                </a:lnTo>
                <a:lnTo>
                  <a:pt x="248368" y="89617"/>
                </a:lnTo>
                <a:lnTo>
                  <a:pt x="248066" y="89452"/>
                </a:lnTo>
                <a:lnTo>
                  <a:pt x="247770" y="89282"/>
                </a:lnTo>
                <a:lnTo>
                  <a:pt x="247479" y="89109"/>
                </a:lnTo>
                <a:lnTo>
                  <a:pt x="247193" y="88931"/>
                </a:lnTo>
                <a:lnTo>
                  <a:pt x="246913" y="88750"/>
                </a:lnTo>
                <a:lnTo>
                  <a:pt x="246638" y="88564"/>
                </a:lnTo>
                <a:lnTo>
                  <a:pt x="246369" y="88374"/>
                </a:lnTo>
                <a:lnTo>
                  <a:pt x="246106" y="88181"/>
                </a:lnTo>
                <a:lnTo>
                  <a:pt x="245848" y="87983"/>
                </a:lnTo>
                <a:lnTo>
                  <a:pt x="245595" y="87781"/>
                </a:lnTo>
                <a:lnTo>
                  <a:pt x="245348" y="87575"/>
                </a:lnTo>
                <a:lnTo>
                  <a:pt x="245106" y="87365"/>
                </a:lnTo>
                <a:lnTo>
                  <a:pt x="244870" y="87151"/>
                </a:lnTo>
                <a:lnTo>
                  <a:pt x="244640" y="86933"/>
                </a:lnTo>
                <a:lnTo>
                  <a:pt x="244415" y="86711"/>
                </a:lnTo>
                <a:lnTo>
                  <a:pt x="244195" y="86484"/>
                </a:lnTo>
                <a:lnTo>
                  <a:pt x="243981" y="86254"/>
                </a:lnTo>
                <a:lnTo>
                  <a:pt x="243772" y="86020"/>
                </a:lnTo>
                <a:lnTo>
                  <a:pt x="243569" y="85781"/>
                </a:lnTo>
                <a:lnTo>
                  <a:pt x="243372" y="85539"/>
                </a:lnTo>
                <a:lnTo>
                  <a:pt x="243180" y="85292"/>
                </a:lnTo>
                <a:lnTo>
                  <a:pt x="242993" y="85041"/>
                </a:lnTo>
                <a:lnTo>
                  <a:pt x="242812" y="84788"/>
                </a:lnTo>
                <a:lnTo>
                  <a:pt x="242636" y="84532"/>
                </a:lnTo>
                <a:lnTo>
                  <a:pt x="242466" y="84274"/>
                </a:lnTo>
                <a:lnTo>
                  <a:pt x="242300" y="84015"/>
                </a:lnTo>
                <a:lnTo>
                  <a:pt x="242140" y="83754"/>
                </a:lnTo>
                <a:lnTo>
                  <a:pt x="241986" y="83490"/>
                </a:lnTo>
                <a:lnTo>
                  <a:pt x="241836" y="83225"/>
                </a:lnTo>
                <a:lnTo>
                  <a:pt x="241692" y="82958"/>
                </a:lnTo>
                <a:lnTo>
                  <a:pt x="241553" y="82689"/>
                </a:lnTo>
                <a:lnTo>
                  <a:pt x="241419" y="82418"/>
                </a:lnTo>
                <a:lnTo>
                  <a:pt x="241291" y="82146"/>
                </a:lnTo>
                <a:lnTo>
                  <a:pt x="241167" y="81871"/>
                </a:lnTo>
                <a:lnTo>
                  <a:pt x="241049" y="81594"/>
                </a:lnTo>
                <a:lnTo>
                  <a:pt x="240937" y="81316"/>
                </a:lnTo>
                <a:lnTo>
                  <a:pt x="240829" y="81035"/>
                </a:lnTo>
                <a:lnTo>
                  <a:pt x="240727" y="80753"/>
                </a:lnTo>
                <a:lnTo>
                  <a:pt x="240630" y="80468"/>
                </a:lnTo>
                <a:lnTo>
                  <a:pt x="240539" y="80182"/>
                </a:lnTo>
                <a:lnTo>
                  <a:pt x="240452" y="79894"/>
                </a:lnTo>
                <a:lnTo>
                  <a:pt x="240371" y="79604"/>
                </a:lnTo>
                <a:lnTo>
                  <a:pt x="240295" y="79312"/>
                </a:lnTo>
                <a:lnTo>
                  <a:pt x="240225" y="79018"/>
                </a:lnTo>
                <a:lnTo>
                  <a:pt x="240159" y="78723"/>
                </a:lnTo>
                <a:lnTo>
                  <a:pt x="240099" y="78425"/>
                </a:lnTo>
                <a:lnTo>
                  <a:pt x="228246" y="78425"/>
                </a:lnTo>
                <a:lnTo>
                  <a:pt x="228320" y="79008"/>
                </a:lnTo>
                <a:lnTo>
                  <a:pt x="228404" y="79584"/>
                </a:lnTo>
                <a:lnTo>
                  <a:pt x="228499" y="80153"/>
                </a:lnTo>
                <a:lnTo>
                  <a:pt x="228604" y="80717"/>
                </a:lnTo>
                <a:lnTo>
                  <a:pt x="228719" y="81274"/>
                </a:lnTo>
                <a:lnTo>
                  <a:pt x="228844" y="81824"/>
                </a:lnTo>
                <a:lnTo>
                  <a:pt x="228980" y="82368"/>
                </a:lnTo>
                <a:lnTo>
                  <a:pt x="229126" y="82905"/>
                </a:lnTo>
                <a:lnTo>
                  <a:pt x="229283" y="83436"/>
                </a:lnTo>
                <a:lnTo>
                  <a:pt x="229449" y="83961"/>
                </a:lnTo>
                <a:lnTo>
                  <a:pt x="229626" y="84479"/>
                </a:lnTo>
                <a:lnTo>
                  <a:pt x="229813" y="84990"/>
                </a:lnTo>
                <a:lnTo>
                  <a:pt x="230011" y="85495"/>
                </a:lnTo>
                <a:lnTo>
                  <a:pt x="230219" y="85994"/>
                </a:lnTo>
                <a:lnTo>
                  <a:pt x="230437" y="86486"/>
                </a:lnTo>
                <a:lnTo>
                  <a:pt x="230665" y="86972"/>
                </a:lnTo>
                <a:lnTo>
                  <a:pt x="230904" y="87451"/>
                </a:lnTo>
                <a:lnTo>
                  <a:pt x="231153" y="87924"/>
                </a:lnTo>
                <a:lnTo>
                  <a:pt x="231412" y="88390"/>
                </a:lnTo>
                <a:lnTo>
                  <a:pt x="231681" y="88850"/>
                </a:lnTo>
                <a:lnTo>
                  <a:pt x="231961" y="89304"/>
                </a:lnTo>
                <a:lnTo>
                  <a:pt x="232251" y="89750"/>
                </a:lnTo>
                <a:lnTo>
                  <a:pt x="232552" y="90191"/>
                </a:lnTo>
                <a:lnTo>
                  <a:pt x="232862" y="90625"/>
                </a:lnTo>
                <a:lnTo>
                  <a:pt x="233183" y="91052"/>
                </a:lnTo>
                <a:lnTo>
                  <a:pt x="233512" y="91470"/>
                </a:lnTo>
                <a:lnTo>
                  <a:pt x="233851" y="91881"/>
                </a:lnTo>
                <a:lnTo>
                  <a:pt x="234199" y="92284"/>
                </a:lnTo>
                <a:lnTo>
                  <a:pt x="234556" y="92679"/>
                </a:lnTo>
                <a:lnTo>
                  <a:pt x="234922" y="93067"/>
                </a:lnTo>
                <a:lnTo>
                  <a:pt x="235297" y="93446"/>
                </a:lnTo>
                <a:lnTo>
                  <a:pt x="235681" y="93817"/>
                </a:lnTo>
                <a:lnTo>
                  <a:pt x="236074" y="94181"/>
                </a:lnTo>
                <a:lnTo>
                  <a:pt x="236476" y="94536"/>
                </a:lnTo>
                <a:lnTo>
                  <a:pt x="236888" y="94884"/>
                </a:lnTo>
                <a:lnTo>
                  <a:pt x="237308" y="95224"/>
                </a:lnTo>
                <a:lnTo>
                  <a:pt x="237738" y="95556"/>
                </a:lnTo>
                <a:lnTo>
                  <a:pt x="238176" y="95880"/>
                </a:lnTo>
                <a:lnTo>
                  <a:pt x="238624" y="96196"/>
                </a:lnTo>
                <a:lnTo>
                  <a:pt x="239081" y="96504"/>
                </a:lnTo>
                <a:lnTo>
                  <a:pt x="239547" y="96805"/>
                </a:lnTo>
                <a:lnTo>
                  <a:pt x="240022" y="97097"/>
                </a:lnTo>
                <a:lnTo>
                  <a:pt x="240506" y="97382"/>
                </a:lnTo>
                <a:lnTo>
                  <a:pt x="240999" y="97658"/>
                </a:lnTo>
                <a:lnTo>
                  <a:pt x="241501" y="97927"/>
                </a:lnTo>
                <a:lnTo>
                  <a:pt x="242012" y="98188"/>
                </a:lnTo>
                <a:lnTo>
                  <a:pt x="242533" y="98441"/>
                </a:lnTo>
                <a:lnTo>
                  <a:pt x="243062" y="98686"/>
                </a:lnTo>
                <a:lnTo>
                  <a:pt x="243600" y="98922"/>
                </a:lnTo>
                <a:lnTo>
                  <a:pt x="244146" y="99148"/>
                </a:lnTo>
                <a:lnTo>
                  <a:pt x="244700" y="99364"/>
                </a:lnTo>
                <a:lnTo>
                  <a:pt x="245262" y="99570"/>
                </a:lnTo>
                <a:lnTo>
                  <a:pt x="245832" y="99766"/>
                </a:lnTo>
                <a:lnTo>
                  <a:pt x="246409" y="99952"/>
                </a:lnTo>
                <a:lnTo>
                  <a:pt x="246995" y="100128"/>
                </a:lnTo>
                <a:lnTo>
                  <a:pt x="247588" y="100294"/>
                </a:lnTo>
                <a:lnTo>
                  <a:pt x="248189" y="100450"/>
                </a:lnTo>
                <a:lnTo>
                  <a:pt x="248799" y="100595"/>
                </a:lnTo>
                <a:lnTo>
                  <a:pt x="249416" y="100731"/>
                </a:lnTo>
                <a:lnTo>
                  <a:pt x="250040" y="100857"/>
                </a:lnTo>
                <a:lnTo>
                  <a:pt x="250673" y="100972"/>
                </a:lnTo>
                <a:lnTo>
                  <a:pt x="251314" y="101078"/>
                </a:lnTo>
                <a:lnTo>
                  <a:pt x="251962" y="101173"/>
                </a:lnTo>
                <a:lnTo>
                  <a:pt x="252619" y="101259"/>
                </a:lnTo>
                <a:lnTo>
                  <a:pt x="253283" y="101334"/>
                </a:lnTo>
                <a:lnTo>
                  <a:pt x="253955" y="101399"/>
                </a:lnTo>
                <a:lnTo>
                  <a:pt x="254635" y="101454"/>
                </a:lnTo>
                <a:lnTo>
                  <a:pt x="255323" y="101500"/>
                </a:lnTo>
                <a:lnTo>
                  <a:pt x="256019" y="101535"/>
                </a:lnTo>
                <a:lnTo>
                  <a:pt x="256723" y="101560"/>
                </a:lnTo>
                <a:lnTo>
                  <a:pt x="257435" y="101575"/>
                </a:lnTo>
                <a:lnTo>
                  <a:pt x="258154" y="101580"/>
                </a:lnTo>
                <a:lnTo>
                  <a:pt x="258817" y="101575"/>
                </a:lnTo>
                <a:lnTo>
                  <a:pt x="259472" y="101561"/>
                </a:lnTo>
                <a:lnTo>
                  <a:pt x="260120" y="101538"/>
                </a:lnTo>
                <a:lnTo>
                  <a:pt x="260761" y="101505"/>
                </a:lnTo>
                <a:close/>
                <a:moveTo>
                  <a:pt x="329952" y="101505"/>
                </a:moveTo>
                <a:lnTo>
                  <a:pt x="330586" y="101464"/>
                </a:lnTo>
                <a:lnTo>
                  <a:pt x="331212" y="101412"/>
                </a:lnTo>
                <a:lnTo>
                  <a:pt x="331832" y="101352"/>
                </a:lnTo>
                <a:lnTo>
                  <a:pt x="332444" y="101282"/>
                </a:lnTo>
                <a:lnTo>
                  <a:pt x="333049" y="101202"/>
                </a:lnTo>
                <a:lnTo>
                  <a:pt x="333647" y="101114"/>
                </a:lnTo>
                <a:lnTo>
                  <a:pt x="334238" y="101016"/>
                </a:lnTo>
                <a:lnTo>
                  <a:pt x="334822" y="100909"/>
                </a:lnTo>
                <a:lnTo>
                  <a:pt x="335398" y="100792"/>
                </a:lnTo>
                <a:lnTo>
                  <a:pt x="335967" y="100666"/>
                </a:lnTo>
                <a:lnTo>
                  <a:pt x="336529" y="100531"/>
                </a:lnTo>
                <a:lnTo>
                  <a:pt x="337084" y="100386"/>
                </a:lnTo>
                <a:lnTo>
                  <a:pt x="337632" y="100233"/>
                </a:lnTo>
                <a:lnTo>
                  <a:pt x="338173" y="100069"/>
                </a:lnTo>
                <a:lnTo>
                  <a:pt x="338706" y="99897"/>
                </a:lnTo>
                <a:lnTo>
                  <a:pt x="339232" y="99715"/>
                </a:lnTo>
                <a:lnTo>
                  <a:pt x="339751" y="99524"/>
                </a:lnTo>
                <a:lnTo>
                  <a:pt x="340263" y="99323"/>
                </a:lnTo>
                <a:lnTo>
                  <a:pt x="340768" y="99114"/>
                </a:lnTo>
                <a:lnTo>
                  <a:pt x="341265" y="98894"/>
                </a:lnTo>
                <a:lnTo>
                  <a:pt x="341754" y="98667"/>
                </a:lnTo>
                <a:lnTo>
                  <a:pt x="342234" y="98432"/>
                </a:lnTo>
                <a:lnTo>
                  <a:pt x="342705" y="98189"/>
                </a:lnTo>
                <a:lnTo>
                  <a:pt x="343167" y="97939"/>
                </a:lnTo>
                <a:lnTo>
                  <a:pt x="343619" y="97682"/>
                </a:lnTo>
                <a:lnTo>
                  <a:pt x="344061" y="97417"/>
                </a:lnTo>
                <a:lnTo>
                  <a:pt x="344495" y="97145"/>
                </a:lnTo>
                <a:lnTo>
                  <a:pt x="344919" y="96865"/>
                </a:lnTo>
                <a:lnTo>
                  <a:pt x="345333" y="96578"/>
                </a:lnTo>
                <a:lnTo>
                  <a:pt x="345739" y="96284"/>
                </a:lnTo>
                <a:lnTo>
                  <a:pt x="346135" y="95982"/>
                </a:lnTo>
                <a:lnTo>
                  <a:pt x="346521" y="95672"/>
                </a:lnTo>
                <a:lnTo>
                  <a:pt x="346899" y="95356"/>
                </a:lnTo>
                <a:lnTo>
                  <a:pt x="347267" y="95032"/>
                </a:lnTo>
                <a:lnTo>
                  <a:pt x="347625" y="94700"/>
                </a:lnTo>
                <a:lnTo>
                  <a:pt x="347974" y="94361"/>
                </a:lnTo>
                <a:lnTo>
                  <a:pt x="348314" y="94015"/>
                </a:lnTo>
                <a:lnTo>
                  <a:pt x="348645" y="93661"/>
                </a:lnTo>
                <a:lnTo>
                  <a:pt x="348966" y="93300"/>
                </a:lnTo>
                <a:lnTo>
                  <a:pt x="349278" y="92931"/>
                </a:lnTo>
                <a:lnTo>
                  <a:pt x="349581" y="92555"/>
                </a:lnTo>
                <a:lnTo>
                  <a:pt x="349874" y="92171"/>
                </a:lnTo>
                <a:lnTo>
                  <a:pt x="350158" y="91780"/>
                </a:lnTo>
                <a:lnTo>
                  <a:pt x="350432" y="91382"/>
                </a:lnTo>
                <a:lnTo>
                  <a:pt x="350697" y="90977"/>
                </a:lnTo>
                <a:lnTo>
                  <a:pt x="350950" y="90567"/>
                </a:lnTo>
                <a:lnTo>
                  <a:pt x="351192" y="90150"/>
                </a:lnTo>
                <a:lnTo>
                  <a:pt x="351422" y="89728"/>
                </a:lnTo>
                <a:lnTo>
                  <a:pt x="351641" y="89300"/>
                </a:lnTo>
                <a:lnTo>
                  <a:pt x="351849" y="88867"/>
                </a:lnTo>
                <a:lnTo>
                  <a:pt x="352046" y="88427"/>
                </a:lnTo>
                <a:lnTo>
                  <a:pt x="352232" y="87982"/>
                </a:lnTo>
                <a:lnTo>
                  <a:pt x="352406" y="87531"/>
                </a:lnTo>
                <a:lnTo>
                  <a:pt x="352569" y="87075"/>
                </a:lnTo>
                <a:lnTo>
                  <a:pt x="352721" y="86612"/>
                </a:lnTo>
                <a:lnTo>
                  <a:pt x="352862" y="86144"/>
                </a:lnTo>
                <a:lnTo>
                  <a:pt x="352991" y="85671"/>
                </a:lnTo>
                <a:lnTo>
                  <a:pt x="353109" y="85191"/>
                </a:lnTo>
                <a:lnTo>
                  <a:pt x="353216" y="84706"/>
                </a:lnTo>
                <a:lnTo>
                  <a:pt x="353311" y="84215"/>
                </a:lnTo>
                <a:lnTo>
                  <a:pt x="353396" y="83718"/>
                </a:lnTo>
                <a:lnTo>
                  <a:pt x="353469" y="83215"/>
                </a:lnTo>
                <a:lnTo>
                  <a:pt x="353531" y="82707"/>
                </a:lnTo>
                <a:lnTo>
                  <a:pt x="353581" y="82193"/>
                </a:lnTo>
                <a:lnTo>
                  <a:pt x="353621" y="81674"/>
                </a:lnTo>
                <a:lnTo>
                  <a:pt x="353649" y="81148"/>
                </a:lnTo>
                <a:lnTo>
                  <a:pt x="353666" y="80617"/>
                </a:lnTo>
                <a:lnTo>
                  <a:pt x="353671" y="80080"/>
                </a:lnTo>
                <a:lnTo>
                  <a:pt x="353665" y="79466"/>
                </a:lnTo>
                <a:lnTo>
                  <a:pt x="353647" y="78863"/>
                </a:lnTo>
                <a:lnTo>
                  <a:pt x="353616" y="78272"/>
                </a:lnTo>
                <a:lnTo>
                  <a:pt x="353574" y="77693"/>
                </a:lnTo>
                <a:lnTo>
                  <a:pt x="353519" y="77125"/>
                </a:lnTo>
                <a:lnTo>
                  <a:pt x="353452" y="76570"/>
                </a:lnTo>
                <a:lnTo>
                  <a:pt x="353372" y="76026"/>
                </a:lnTo>
                <a:lnTo>
                  <a:pt x="353281" y="75493"/>
                </a:lnTo>
                <a:lnTo>
                  <a:pt x="353177" y="74973"/>
                </a:lnTo>
                <a:lnTo>
                  <a:pt x="353061" y="74464"/>
                </a:lnTo>
                <a:lnTo>
                  <a:pt x="352933" y="73967"/>
                </a:lnTo>
                <a:lnTo>
                  <a:pt x="352792" y="73482"/>
                </a:lnTo>
                <a:lnTo>
                  <a:pt x="352640" y="73008"/>
                </a:lnTo>
                <a:lnTo>
                  <a:pt x="352475" y="72546"/>
                </a:lnTo>
                <a:lnTo>
                  <a:pt x="352298" y="72096"/>
                </a:lnTo>
                <a:lnTo>
                  <a:pt x="352108" y="71657"/>
                </a:lnTo>
                <a:lnTo>
                  <a:pt x="351907" y="71231"/>
                </a:lnTo>
                <a:lnTo>
                  <a:pt x="351693" y="70816"/>
                </a:lnTo>
                <a:lnTo>
                  <a:pt x="351467" y="70412"/>
                </a:lnTo>
                <a:lnTo>
                  <a:pt x="351229" y="70021"/>
                </a:lnTo>
                <a:lnTo>
                  <a:pt x="350979" y="69641"/>
                </a:lnTo>
                <a:lnTo>
                  <a:pt x="350717" y="69273"/>
                </a:lnTo>
                <a:lnTo>
                  <a:pt x="350442" y="68916"/>
                </a:lnTo>
                <a:lnTo>
                  <a:pt x="350155" y="68572"/>
                </a:lnTo>
                <a:lnTo>
                  <a:pt x="349858" y="68236"/>
                </a:lnTo>
                <a:lnTo>
                  <a:pt x="349554" y="67908"/>
                </a:lnTo>
                <a:lnTo>
                  <a:pt x="349243" y="67586"/>
                </a:lnTo>
                <a:lnTo>
                  <a:pt x="348924" y="67272"/>
                </a:lnTo>
                <a:lnTo>
                  <a:pt x="348598" y="66964"/>
                </a:lnTo>
                <a:lnTo>
                  <a:pt x="348264" y="66663"/>
                </a:lnTo>
                <a:lnTo>
                  <a:pt x="347923" y="66369"/>
                </a:lnTo>
                <a:lnTo>
                  <a:pt x="347575" y="66082"/>
                </a:lnTo>
                <a:lnTo>
                  <a:pt x="347219" y="65803"/>
                </a:lnTo>
                <a:lnTo>
                  <a:pt x="346855" y="65530"/>
                </a:lnTo>
                <a:lnTo>
                  <a:pt x="346485" y="65263"/>
                </a:lnTo>
                <a:lnTo>
                  <a:pt x="346106" y="65004"/>
                </a:lnTo>
                <a:lnTo>
                  <a:pt x="345721" y="64752"/>
                </a:lnTo>
                <a:lnTo>
                  <a:pt x="345328" y="64507"/>
                </a:lnTo>
                <a:lnTo>
                  <a:pt x="344927" y="64269"/>
                </a:lnTo>
                <a:lnTo>
                  <a:pt x="344519" y="64038"/>
                </a:lnTo>
                <a:lnTo>
                  <a:pt x="344104" y="63813"/>
                </a:lnTo>
                <a:lnTo>
                  <a:pt x="343682" y="63596"/>
                </a:lnTo>
                <a:lnTo>
                  <a:pt x="343251" y="63385"/>
                </a:lnTo>
                <a:lnTo>
                  <a:pt x="342814" y="63182"/>
                </a:lnTo>
                <a:lnTo>
                  <a:pt x="342369" y="62985"/>
                </a:lnTo>
                <a:lnTo>
                  <a:pt x="341917" y="62795"/>
                </a:lnTo>
                <a:lnTo>
                  <a:pt x="341457" y="62613"/>
                </a:lnTo>
                <a:lnTo>
                  <a:pt x="340990" y="62437"/>
                </a:lnTo>
                <a:lnTo>
                  <a:pt x="340516" y="62266"/>
                </a:lnTo>
                <a:lnTo>
                  <a:pt x="340039" y="62098"/>
                </a:lnTo>
                <a:lnTo>
                  <a:pt x="339557" y="61933"/>
                </a:lnTo>
                <a:lnTo>
                  <a:pt x="339071" y="61771"/>
                </a:lnTo>
                <a:lnTo>
                  <a:pt x="338581" y="61612"/>
                </a:lnTo>
                <a:lnTo>
                  <a:pt x="338087" y="61455"/>
                </a:lnTo>
                <a:lnTo>
                  <a:pt x="337588" y="61301"/>
                </a:lnTo>
                <a:lnTo>
                  <a:pt x="337085" y="61151"/>
                </a:lnTo>
                <a:lnTo>
                  <a:pt x="336577" y="61003"/>
                </a:lnTo>
                <a:lnTo>
                  <a:pt x="336065" y="60858"/>
                </a:lnTo>
                <a:lnTo>
                  <a:pt x="335549" y="60716"/>
                </a:lnTo>
                <a:lnTo>
                  <a:pt x="335029" y="60576"/>
                </a:lnTo>
                <a:lnTo>
                  <a:pt x="334504" y="60440"/>
                </a:lnTo>
                <a:lnTo>
                  <a:pt x="333975" y="60306"/>
                </a:lnTo>
                <a:lnTo>
                  <a:pt x="333442" y="60176"/>
                </a:lnTo>
                <a:lnTo>
                  <a:pt x="332904" y="60048"/>
                </a:lnTo>
                <a:lnTo>
                  <a:pt x="332362" y="59923"/>
                </a:lnTo>
                <a:lnTo>
                  <a:pt x="331816" y="59801"/>
                </a:lnTo>
                <a:lnTo>
                  <a:pt x="331266" y="59682"/>
                </a:lnTo>
                <a:lnTo>
                  <a:pt x="330711" y="59565"/>
                </a:lnTo>
                <a:lnTo>
                  <a:pt x="330152" y="59452"/>
                </a:lnTo>
                <a:lnTo>
                  <a:pt x="329588" y="59341"/>
                </a:lnTo>
                <a:lnTo>
                  <a:pt x="329021" y="59234"/>
                </a:lnTo>
                <a:lnTo>
                  <a:pt x="328449" y="59129"/>
                </a:lnTo>
                <a:lnTo>
                  <a:pt x="328004" y="59048"/>
                </a:lnTo>
                <a:lnTo>
                  <a:pt x="327565" y="58964"/>
                </a:lnTo>
                <a:lnTo>
                  <a:pt x="327132" y="58879"/>
                </a:lnTo>
                <a:lnTo>
                  <a:pt x="326705" y="58792"/>
                </a:lnTo>
                <a:lnTo>
                  <a:pt x="326284" y="58704"/>
                </a:lnTo>
                <a:lnTo>
                  <a:pt x="325869" y="58613"/>
                </a:lnTo>
                <a:lnTo>
                  <a:pt x="325460" y="58520"/>
                </a:lnTo>
                <a:lnTo>
                  <a:pt x="325056" y="58425"/>
                </a:lnTo>
                <a:lnTo>
                  <a:pt x="324659" y="58329"/>
                </a:lnTo>
                <a:lnTo>
                  <a:pt x="324268" y="58230"/>
                </a:lnTo>
                <a:lnTo>
                  <a:pt x="323883" y="58130"/>
                </a:lnTo>
                <a:lnTo>
                  <a:pt x="323504" y="58027"/>
                </a:lnTo>
                <a:lnTo>
                  <a:pt x="323131" y="57923"/>
                </a:lnTo>
                <a:lnTo>
                  <a:pt x="322763" y="57817"/>
                </a:lnTo>
                <a:lnTo>
                  <a:pt x="322402" y="57709"/>
                </a:lnTo>
                <a:lnTo>
                  <a:pt x="322047" y="57599"/>
                </a:lnTo>
                <a:lnTo>
                  <a:pt x="321698" y="57487"/>
                </a:lnTo>
                <a:lnTo>
                  <a:pt x="321354" y="57373"/>
                </a:lnTo>
                <a:lnTo>
                  <a:pt x="321017" y="57257"/>
                </a:lnTo>
                <a:lnTo>
                  <a:pt x="320686" y="57139"/>
                </a:lnTo>
                <a:lnTo>
                  <a:pt x="320360" y="57020"/>
                </a:lnTo>
                <a:lnTo>
                  <a:pt x="320041" y="56898"/>
                </a:lnTo>
                <a:lnTo>
                  <a:pt x="319727" y="56775"/>
                </a:lnTo>
                <a:lnTo>
                  <a:pt x="319420" y="56649"/>
                </a:lnTo>
                <a:lnTo>
                  <a:pt x="319119" y="56522"/>
                </a:lnTo>
                <a:lnTo>
                  <a:pt x="318824" y="56392"/>
                </a:lnTo>
                <a:lnTo>
                  <a:pt x="318535" y="56261"/>
                </a:lnTo>
                <a:lnTo>
                  <a:pt x="318252" y="56127"/>
                </a:lnTo>
                <a:lnTo>
                  <a:pt x="317976" y="55991"/>
                </a:lnTo>
                <a:lnTo>
                  <a:pt x="317706" y="55852"/>
                </a:lnTo>
                <a:lnTo>
                  <a:pt x="317442" y="55712"/>
                </a:lnTo>
                <a:lnTo>
                  <a:pt x="317184" y="55569"/>
                </a:lnTo>
                <a:lnTo>
                  <a:pt x="316932" y="55425"/>
                </a:lnTo>
                <a:lnTo>
                  <a:pt x="316687" y="55278"/>
                </a:lnTo>
                <a:lnTo>
                  <a:pt x="316448" y="55129"/>
                </a:lnTo>
                <a:lnTo>
                  <a:pt x="316215" y="54978"/>
                </a:lnTo>
                <a:lnTo>
                  <a:pt x="315988" y="54825"/>
                </a:lnTo>
                <a:lnTo>
                  <a:pt x="315768" y="54669"/>
                </a:lnTo>
                <a:lnTo>
                  <a:pt x="315554" y="54512"/>
                </a:lnTo>
                <a:lnTo>
                  <a:pt x="315346" y="54352"/>
                </a:lnTo>
                <a:lnTo>
                  <a:pt x="315144" y="54190"/>
                </a:lnTo>
                <a:lnTo>
                  <a:pt x="314948" y="54026"/>
                </a:lnTo>
                <a:lnTo>
                  <a:pt x="314759" y="53860"/>
                </a:lnTo>
                <a:lnTo>
                  <a:pt x="314576" y="53691"/>
                </a:lnTo>
                <a:lnTo>
                  <a:pt x="314399" y="53521"/>
                </a:lnTo>
                <a:lnTo>
                  <a:pt x="314228" y="53348"/>
                </a:lnTo>
                <a:lnTo>
                  <a:pt x="314064" y="53173"/>
                </a:lnTo>
                <a:lnTo>
                  <a:pt x="313906" y="52996"/>
                </a:lnTo>
                <a:lnTo>
                  <a:pt x="313754" y="52817"/>
                </a:lnTo>
                <a:lnTo>
                  <a:pt x="313609" y="52636"/>
                </a:lnTo>
                <a:lnTo>
                  <a:pt x="313470" y="52452"/>
                </a:lnTo>
                <a:lnTo>
                  <a:pt x="313338" y="52267"/>
                </a:lnTo>
                <a:lnTo>
                  <a:pt x="313212" y="52079"/>
                </a:lnTo>
                <a:lnTo>
                  <a:pt x="313092" y="51889"/>
                </a:lnTo>
                <a:lnTo>
                  <a:pt x="312979" y="51697"/>
                </a:lnTo>
                <a:lnTo>
                  <a:pt x="312873" y="51503"/>
                </a:lnTo>
                <a:lnTo>
                  <a:pt x="312773" y="51306"/>
                </a:lnTo>
                <a:lnTo>
                  <a:pt x="312679" y="51108"/>
                </a:lnTo>
                <a:lnTo>
                  <a:pt x="312592" y="50907"/>
                </a:lnTo>
                <a:lnTo>
                  <a:pt x="312511" y="50704"/>
                </a:lnTo>
                <a:lnTo>
                  <a:pt x="312437" y="50499"/>
                </a:lnTo>
                <a:lnTo>
                  <a:pt x="312369" y="50292"/>
                </a:lnTo>
                <a:lnTo>
                  <a:pt x="312308" y="50083"/>
                </a:lnTo>
                <a:lnTo>
                  <a:pt x="312253" y="49871"/>
                </a:lnTo>
                <a:lnTo>
                  <a:pt x="312205" y="49658"/>
                </a:lnTo>
                <a:lnTo>
                  <a:pt x="312163" y="49442"/>
                </a:lnTo>
                <a:lnTo>
                  <a:pt x="312127" y="49224"/>
                </a:lnTo>
                <a:lnTo>
                  <a:pt x="312098" y="49004"/>
                </a:lnTo>
                <a:lnTo>
                  <a:pt x="312076" y="48782"/>
                </a:lnTo>
                <a:lnTo>
                  <a:pt x="312059" y="48557"/>
                </a:lnTo>
                <a:lnTo>
                  <a:pt x="312050" y="48331"/>
                </a:lnTo>
                <a:lnTo>
                  <a:pt x="312047" y="48102"/>
                </a:lnTo>
                <a:lnTo>
                  <a:pt x="312052" y="47749"/>
                </a:lnTo>
                <a:lnTo>
                  <a:pt x="312070" y="47402"/>
                </a:lnTo>
                <a:lnTo>
                  <a:pt x="312099" y="47060"/>
                </a:lnTo>
                <a:lnTo>
                  <a:pt x="312140" y="46724"/>
                </a:lnTo>
                <a:lnTo>
                  <a:pt x="312193" y="46394"/>
                </a:lnTo>
                <a:lnTo>
                  <a:pt x="312258" y="46070"/>
                </a:lnTo>
                <a:lnTo>
                  <a:pt x="312334" y="45751"/>
                </a:lnTo>
                <a:lnTo>
                  <a:pt x="312422" y="45438"/>
                </a:lnTo>
                <a:lnTo>
                  <a:pt x="312521" y="45131"/>
                </a:lnTo>
                <a:lnTo>
                  <a:pt x="312633" y="44830"/>
                </a:lnTo>
                <a:lnTo>
                  <a:pt x="312756" y="44534"/>
                </a:lnTo>
                <a:lnTo>
                  <a:pt x="312890" y="44244"/>
                </a:lnTo>
                <a:lnTo>
                  <a:pt x="313037" y="43960"/>
                </a:lnTo>
                <a:lnTo>
                  <a:pt x="313195" y="43681"/>
                </a:lnTo>
                <a:lnTo>
                  <a:pt x="313365" y="43409"/>
                </a:lnTo>
                <a:lnTo>
                  <a:pt x="313547" y="43142"/>
                </a:lnTo>
                <a:lnTo>
                  <a:pt x="313740" y="42880"/>
                </a:lnTo>
                <a:lnTo>
                  <a:pt x="313945" y="42625"/>
                </a:lnTo>
                <a:lnTo>
                  <a:pt x="314162" y="42375"/>
                </a:lnTo>
                <a:lnTo>
                  <a:pt x="314391" y="42131"/>
                </a:lnTo>
                <a:lnTo>
                  <a:pt x="314631" y="41893"/>
                </a:lnTo>
                <a:lnTo>
                  <a:pt x="314883" y="41660"/>
                </a:lnTo>
                <a:lnTo>
                  <a:pt x="315147" y="41434"/>
                </a:lnTo>
                <a:lnTo>
                  <a:pt x="315422" y="41212"/>
                </a:lnTo>
                <a:lnTo>
                  <a:pt x="315709" y="40999"/>
                </a:lnTo>
                <a:lnTo>
                  <a:pt x="316007" y="40794"/>
                </a:lnTo>
                <a:lnTo>
                  <a:pt x="316315" y="40598"/>
                </a:lnTo>
                <a:lnTo>
                  <a:pt x="316634" y="40412"/>
                </a:lnTo>
                <a:lnTo>
                  <a:pt x="316964" y="40234"/>
                </a:lnTo>
                <a:lnTo>
                  <a:pt x="317305" y="40066"/>
                </a:lnTo>
                <a:lnTo>
                  <a:pt x="317656" y="39907"/>
                </a:lnTo>
                <a:lnTo>
                  <a:pt x="318018" y="39757"/>
                </a:lnTo>
                <a:lnTo>
                  <a:pt x="318391" y="39616"/>
                </a:lnTo>
                <a:lnTo>
                  <a:pt x="318775" y="39484"/>
                </a:lnTo>
                <a:lnTo>
                  <a:pt x="319169" y="39361"/>
                </a:lnTo>
                <a:lnTo>
                  <a:pt x="319575" y="39247"/>
                </a:lnTo>
                <a:lnTo>
                  <a:pt x="319991" y="39142"/>
                </a:lnTo>
                <a:lnTo>
                  <a:pt x="320417" y="39047"/>
                </a:lnTo>
                <a:lnTo>
                  <a:pt x="320855" y="38961"/>
                </a:lnTo>
                <a:lnTo>
                  <a:pt x="321303" y="38883"/>
                </a:lnTo>
                <a:lnTo>
                  <a:pt x="321762" y="38815"/>
                </a:lnTo>
                <a:lnTo>
                  <a:pt x="322232" y="38756"/>
                </a:lnTo>
                <a:lnTo>
                  <a:pt x="322713" y="38706"/>
                </a:lnTo>
                <a:lnTo>
                  <a:pt x="323204" y="38665"/>
                </a:lnTo>
                <a:lnTo>
                  <a:pt x="323706" y="38633"/>
                </a:lnTo>
                <a:lnTo>
                  <a:pt x="324219" y="38610"/>
                </a:lnTo>
                <a:lnTo>
                  <a:pt x="324743" y="38597"/>
                </a:lnTo>
                <a:lnTo>
                  <a:pt x="325277" y="38592"/>
                </a:lnTo>
                <a:lnTo>
                  <a:pt x="325824" y="38597"/>
                </a:lnTo>
                <a:lnTo>
                  <a:pt x="326360" y="38613"/>
                </a:lnTo>
                <a:lnTo>
                  <a:pt x="326887" y="38638"/>
                </a:lnTo>
                <a:lnTo>
                  <a:pt x="327404" y="38674"/>
                </a:lnTo>
                <a:lnTo>
                  <a:pt x="327911" y="38721"/>
                </a:lnTo>
                <a:lnTo>
                  <a:pt x="328409" y="38777"/>
                </a:lnTo>
                <a:lnTo>
                  <a:pt x="328896" y="38844"/>
                </a:lnTo>
                <a:lnTo>
                  <a:pt x="329374" y="38922"/>
                </a:lnTo>
                <a:lnTo>
                  <a:pt x="329842" y="39009"/>
                </a:lnTo>
                <a:lnTo>
                  <a:pt x="330300" y="39107"/>
                </a:lnTo>
                <a:lnTo>
                  <a:pt x="330748" y="39215"/>
                </a:lnTo>
                <a:lnTo>
                  <a:pt x="331187" y="39333"/>
                </a:lnTo>
                <a:lnTo>
                  <a:pt x="331616" y="39462"/>
                </a:lnTo>
                <a:lnTo>
                  <a:pt x="332035" y="39601"/>
                </a:lnTo>
                <a:lnTo>
                  <a:pt x="332444" y="39750"/>
                </a:lnTo>
                <a:lnTo>
                  <a:pt x="332843" y="39910"/>
                </a:lnTo>
                <a:lnTo>
                  <a:pt x="333232" y="40080"/>
                </a:lnTo>
                <a:lnTo>
                  <a:pt x="333612" y="40260"/>
                </a:lnTo>
                <a:lnTo>
                  <a:pt x="333982" y="40451"/>
                </a:lnTo>
                <a:lnTo>
                  <a:pt x="334342" y="40651"/>
                </a:lnTo>
                <a:lnTo>
                  <a:pt x="334692" y="40862"/>
                </a:lnTo>
                <a:lnTo>
                  <a:pt x="335032" y="41084"/>
                </a:lnTo>
                <a:lnTo>
                  <a:pt x="335363" y="41315"/>
                </a:lnTo>
                <a:lnTo>
                  <a:pt x="335683" y="41557"/>
                </a:lnTo>
                <a:lnTo>
                  <a:pt x="335994" y="41808"/>
                </a:lnTo>
                <a:lnTo>
                  <a:pt x="336294" y="42067"/>
                </a:lnTo>
                <a:lnTo>
                  <a:pt x="336583" y="42334"/>
                </a:lnTo>
                <a:lnTo>
                  <a:pt x="336861" y="42608"/>
                </a:lnTo>
                <a:lnTo>
                  <a:pt x="337129" y="42891"/>
                </a:lnTo>
                <a:lnTo>
                  <a:pt x="337385" y="43181"/>
                </a:lnTo>
                <a:lnTo>
                  <a:pt x="337631" y="43479"/>
                </a:lnTo>
                <a:lnTo>
                  <a:pt x="337866" y="43786"/>
                </a:lnTo>
                <a:lnTo>
                  <a:pt x="338091" y="44100"/>
                </a:lnTo>
                <a:lnTo>
                  <a:pt x="338304" y="44421"/>
                </a:lnTo>
                <a:lnTo>
                  <a:pt x="338507" y="44751"/>
                </a:lnTo>
                <a:lnTo>
                  <a:pt x="338699" y="45089"/>
                </a:lnTo>
                <a:lnTo>
                  <a:pt x="338881" y="45435"/>
                </a:lnTo>
                <a:lnTo>
                  <a:pt x="339051" y="45788"/>
                </a:lnTo>
                <a:lnTo>
                  <a:pt x="339211" y="46150"/>
                </a:lnTo>
                <a:lnTo>
                  <a:pt x="339360" y="46519"/>
                </a:lnTo>
                <a:lnTo>
                  <a:pt x="339498" y="46896"/>
                </a:lnTo>
                <a:lnTo>
                  <a:pt x="339625" y="47281"/>
                </a:lnTo>
                <a:lnTo>
                  <a:pt x="339742" y="47674"/>
                </a:lnTo>
                <a:lnTo>
                  <a:pt x="339848" y="48075"/>
                </a:lnTo>
                <a:lnTo>
                  <a:pt x="339943" y="48484"/>
                </a:lnTo>
                <a:lnTo>
                  <a:pt x="340027" y="48900"/>
                </a:lnTo>
                <a:lnTo>
                  <a:pt x="340100" y="49325"/>
                </a:lnTo>
                <a:lnTo>
                  <a:pt x="340163" y="49757"/>
                </a:lnTo>
                <a:lnTo>
                  <a:pt x="351604" y="49757"/>
                </a:lnTo>
                <a:lnTo>
                  <a:pt x="351491" y="48916"/>
                </a:lnTo>
                <a:lnTo>
                  <a:pt x="351358" y="48091"/>
                </a:lnTo>
                <a:lnTo>
                  <a:pt x="351205" y="47283"/>
                </a:lnTo>
                <a:lnTo>
                  <a:pt x="351033" y="46491"/>
                </a:lnTo>
                <a:lnTo>
                  <a:pt x="350842" y="45717"/>
                </a:lnTo>
                <a:lnTo>
                  <a:pt x="350630" y="44959"/>
                </a:lnTo>
                <a:lnTo>
                  <a:pt x="350399" y="44218"/>
                </a:lnTo>
                <a:lnTo>
                  <a:pt x="350149" y="43493"/>
                </a:lnTo>
                <a:lnTo>
                  <a:pt x="349879" y="42786"/>
                </a:lnTo>
                <a:lnTo>
                  <a:pt x="349589" y="42095"/>
                </a:lnTo>
                <a:lnTo>
                  <a:pt x="349279" y="41421"/>
                </a:lnTo>
                <a:lnTo>
                  <a:pt x="348950" y="40763"/>
                </a:lnTo>
                <a:lnTo>
                  <a:pt x="348602" y="40123"/>
                </a:lnTo>
                <a:lnTo>
                  <a:pt x="348233" y="39499"/>
                </a:lnTo>
                <a:lnTo>
                  <a:pt x="347845" y="38892"/>
                </a:lnTo>
                <a:lnTo>
                  <a:pt x="347438" y="38302"/>
                </a:lnTo>
                <a:lnTo>
                  <a:pt x="347011" y="37728"/>
                </a:lnTo>
                <a:lnTo>
                  <a:pt x="346564" y="37171"/>
                </a:lnTo>
                <a:lnTo>
                  <a:pt x="346098" y="36631"/>
                </a:lnTo>
                <a:lnTo>
                  <a:pt x="345612" y="36108"/>
                </a:lnTo>
                <a:lnTo>
                  <a:pt x="345106" y="35601"/>
                </a:lnTo>
                <a:lnTo>
                  <a:pt x="344581" y="35111"/>
                </a:lnTo>
                <a:lnTo>
                  <a:pt x="344036" y="34638"/>
                </a:lnTo>
                <a:lnTo>
                  <a:pt x="343471" y="34182"/>
                </a:lnTo>
                <a:lnTo>
                  <a:pt x="342889" y="33743"/>
                </a:lnTo>
                <a:lnTo>
                  <a:pt x="342293" y="33323"/>
                </a:lnTo>
                <a:lnTo>
                  <a:pt x="341681" y="32922"/>
                </a:lnTo>
                <a:lnTo>
                  <a:pt x="341055" y="32539"/>
                </a:lnTo>
                <a:lnTo>
                  <a:pt x="340414" y="32175"/>
                </a:lnTo>
                <a:lnTo>
                  <a:pt x="339758" y="31830"/>
                </a:lnTo>
                <a:lnTo>
                  <a:pt x="339088" y="31503"/>
                </a:lnTo>
                <a:lnTo>
                  <a:pt x="338402" y="31195"/>
                </a:lnTo>
                <a:lnTo>
                  <a:pt x="337702" y="30906"/>
                </a:lnTo>
                <a:lnTo>
                  <a:pt x="336986" y="30635"/>
                </a:lnTo>
                <a:lnTo>
                  <a:pt x="336256" y="30383"/>
                </a:lnTo>
                <a:lnTo>
                  <a:pt x="335511" y="30150"/>
                </a:lnTo>
                <a:lnTo>
                  <a:pt x="334752" y="29935"/>
                </a:lnTo>
                <a:lnTo>
                  <a:pt x="333977" y="29740"/>
                </a:lnTo>
                <a:lnTo>
                  <a:pt x="333188" y="29562"/>
                </a:lnTo>
                <a:lnTo>
                  <a:pt x="332384" y="29404"/>
                </a:lnTo>
                <a:lnTo>
                  <a:pt x="331565" y="29264"/>
                </a:lnTo>
                <a:lnTo>
                  <a:pt x="330731" y="29142"/>
                </a:lnTo>
                <a:lnTo>
                  <a:pt x="329882" y="29040"/>
                </a:lnTo>
                <a:lnTo>
                  <a:pt x="329018" y="28956"/>
                </a:lnTo>
                <a:lnTo>
                  <a:pt x="328140" y="28890"/>
                </a:lnTo>
                <a:lnTo>
                  <a:pt x="327247" y="28844"/>
                </a:lnTo>
                <a:lnTo>
                  <a:pt x="326339" y="28816"/>
                </a:lnTo>
                <a:lnTo>
                  <a:pt x="325416" y="28806"/>
                </a:lnTo>
                <a:lnTo>
                  <a:pt x="324787" y="28811"/>
                </a:lnTo>
                <a:lnTo>
                  <a:pt x="324165" y="28824"/>
                </a:lnTo>
                <a:lnTo>
                  <a:pt x="323550" y="28847"/>
                </a:lnTo>
                <a:lnTo>
                  <a:pt x="322941" y="28879"/>
                </a:lnTo>
                <a:lnTo>
                  <a:pt x="322338" y="28920"/>
                </a:lnTo>
                <a:lnTo>
                  <a:pt x="321742" y="28970"/>
                </a:lnTo>
                <a:lnTo>
                  <a:pt x="321152" y="29029"/>
                </a:lnTo>
                <a:lnTo>
                  <a:pt x="320568" y="29097"/>
                </a:lnTo>
                <a:lnTo>
                  <a:pt x="319991" y="29175"/>
                </a:lnTo>
                <a:lnTo>
                  <a:pt x="319421" y="29261"/>
                </a:lnTo>
                <a:lnTo>
                  <a:pt x="318857" y="29357"/>
                </a:lnTo>
                <a:lnTo>
                  <a:pt x="318300" y="29461"/>
                </a:lnTo>
                <a:lnTo>
                  <a:pt x="317749" y="29575"/>
                </a:lnTo>
                <a:lnTo>
                  <a:pt x="317204" y="29698"/>
                </a:lnTo>
                <a:lnTo>
                  <a:pt x="316666" y="29830"/>
                </a:lnTo>
                <a:lnTo>
                  <a:pt x="316134" y="29971"/>
                </a:lnTo>
                <a:lnTo>
                  <a:pt x="315609" y="30121"/>
                </a:lnTo>
                <a:lnTo>
                  <a:pt x="315090" y="30280"/>
                </a:lnTo>
                <a:lnTo>
                  <a:pt x="314578" y="30449"/>
                </a:lnTo>
                <a:lnTo>
                  <a:pt x="314072" y="30626"/>
                </a:lnTo>
                <a:lnTo>
                  <a:pt x="313573" y="30813"/>
                </a:lnTo>
                <a:lnTo>
                  <a:pt x="313080" y="31008"/>
                </a:lnTo>
                <a:lnTo>
                  <a:pt x="312594" y="31213"/>
                </a:lnTo>
                <a:lnTo>
                  <a:pt x="312114" y="31427"/>
                </a:lnTo>
                <a:lnTo>
                  <a:pt x="311642" y="31648"/>
                </a:lnTo>
                <a:lnTo>
                  <a:pt x="311179" y="31877"/>
                </a:lnTo>
                <a:lnTo>
                  <a:pt x="310726" y="32113"/>
                </a:lnTo>
                <a:lnTo>
                  <a:pt x="310282" y="32355"/>
                </a:lnTo>
                <a:lnTo>
                  <a:pt x="309848" y="32605"/>
                </a:lnTo>
                <a:lnTo>
                  <a:pt x="309423" y="32861"/>
                </a:lnTo>
                <a:lnTo>
                  <a:pt x="309007" y="33124"/>
                </a:lnTo>
                <a:lnTo>
                  <a:pt x="308600" y="33395"/>
                </a:lnTo>
                <a:lnTo>
                  <a:pt x="308203" y="33672"/>
                </a:lnTo>
                <a:lnTo>
                  <a:pt x="307815" y="33956"/>
                </a:lnTo>
                <a:lnTo>
                  <a:pt x="307436" y="34247"/>
                </a:lnTo>
                <a:lnTo>
                  <a:pt x="307067" y="34545"/>
                </a:lnTo>
                <a:lnTo>
                  <a:pt x="306707" y="34850"/>
                </a:lnTo>
                <a:lnTo>
                  <a:pt x="306356" y="35162"/>
                </a:lnTo>
                <a:lnTo>
                  <a:pt x="306015" y="35481"/>
                </a:lnTo>
                <a:lnTo>
                  <a:pt x="305683" y="35807"/>
                </a:lnTo>
                <a:lnTo>
                  <a:pt x="305360" y="36140"/>
                </a:lnTo>
                <a:lnTo>
                  <a:pt x="305047" y="36479"/>
                </a:lnTo>
                <a:lnTo>
                  <a:pt x="304743" y="36826"/>
                </a:lnTo>
                <a:lnTo>
                  <a:pt x="304448" y="37180"/>
                </a:lnTo>
                <a:lnTo>
                  <a:pt x="304163" y="37540"/>
                </a:lnTo>
                <a:lnTo>
                  <a:pt x="303887" y="37908"/>
                </a:lnTo>
                <a:lnTo>
                  <a:pt x="303620" y="38282"/>
                </a:lnTo>
                <a:lnTo>
                  <a:pt x="303363" y="38664"/>
                </a:lnTo>
                <a:lnTo>
                  <a:pt x="303115" y="39050"/>
                </a:lnTo>
                <a:lnTo>
                  <a:pt x="302878" y="39442"/>
                </a:lnTo>
                <a:lnTo>
                  <a:pt x="302652" y="39838"/>
                </a:lnTo>
                <a:lnTo>
                  <a:pt x="302436" y="40239"/>
                </a:lnTo>
                <a:lnTo>
                  <a:pt x="302231" y="40644"/>
                </a:lnTo>
                <a:lnTo>
                  <a:pt x="302036" y="41054"/>
                </a:lnTo>
                <a:lnTo>
                  <a:pt x="301852" y="41468"/>
                </a:lnTo>
                <a:lnTo>
                  <a:pt x="301678" y="41887"/>
                </a:lnTo>
                <a:lnTo>
                  <a:pt x="301515" y="42310"/>
                </a:lnTo>
                <a:lnTo>
                  <a:pt x="301362" y="42738"/>
                </a:lnTo>
                <a:lnTo>
                  <a:pt x="301220" y="43170"/>
                </a:lnTo>
                <a:lnTo>
                  <a:pt x="301088" y="43607"/>
                </a:lnTo>
                <a:lnTo>
                  <a:pt x="300967" y="44049"/>
                </a:lnTo>
                <a:lnTo>
                  <a:pt x="300857" y="44495"/>
                </a:lnTo>
                <a:lnTo>
                  <a:pt x="300757" y="44946"/>
                </a:lnTo>
                <a:lnTo>
                  <a:pt x="300667" y="45401"/>
                </a:lnTo>
                <a:lnTo>
                  <a:pt x="300588" y="45861"/>
                </a:lnTo>
                <a:lnTo>
                  <a:pt x="300520" y="46325"/>
                </a:lnTo>
                <a:lnTo>
                  <a:pt x="300462" y="46794"/>
                </a:lnTo>
                <a:lnTo>
                  <a:pt x="300414" y="47267"/>
                </a:lnTo>
                <a:lnTo>
                  <a:pt x="300378" y="47745"/>
                </a:lnTo>
                <a:lnTo>
                  <a:pt x="300351" y="48228"/>
                </a:lnTo>
                <a:lnTo>
                  <a:pt x="300335" y="48715"/>
                </a:lnTo>
                <a:lnTo>
                  <a:pt x="300330" y="49206"/>
                </a:lnTo>
                <a:lnTo>
                  <a:pt x="300334" y="49606"/>
                </a:lnTo>
                <a:lnTo>
                  <a:pt x="300344" y="50000"/>
                </a:lnTo>
                <a:lnTo>
                  <a:pt x="300361" y="50389"/>
                </a:lnTo>
                <a:lnTo>
                  <a:pt x="300386" y="50772"/>
                </a:lnTo>
                <a:lnTo>
                  <a:pt x="300417" y="51151"/>
                </a:lnTo>
                <a:lnTo>
                  <a:pt x="300455" y="51524"/>
                </a:lnTo>
                <a:lnTo>
                  <a:pt x="300500" y="51892"/>
                </a:lnTo>
                <a:lnTo>
                  <a:pt x="300552" y="52254"/>
                </a:lnTo>
                <a:lnTo>
                  <a:pt x="300611" y="52612"/>
                </a:lnTo>
                <a:lnTo>
                  <a:pt x="300677" y="52964"/>
                </a:lnTo>
                <a:lnTo>
                  <a:pt x="300750" y="53310"/>
                </a:lnTo>
                <a:lnTo>
                  <a:pt x="300830" y="53652"/>
                </a:lnTo>
                <a:lnTo>
                  <a:pt x="300916" y="53988"/>
                </a:lnTo>
                <a:lnTo>
                  <a:pt x="301010" y="54319"/>
                </a:lnTo>
                <a:lnTo>
                  <a:pt x="301111" y="54645"/>
                </a:lnTo>
                <a:lnTo>
                  <a:pt x="301218" y="54965"/>
                </a:lnTo>
                <a:lnTo>
                  <a:pt x="301333" y="55280"/>
                </a:lnTo>
                <a:lnTo>
                  <a:pt x="301454" y="55590"/>
                </a:lnTo>
                <a:lnTo>
                  <a:pt x="301582" y="55895"/>
                </a:lnTo>
                <a:lnTo>
                  <a:pt x="301718" y="56194"/>
                </a:lnTo>
                <a:lnTo>
                  <a:pt x="301860" y="56488"/>
                </a:lnTo>
                <a:lnTo>
                  <a:pt x="302009" y="56777"/>
                </a:lnTo>
                <a:lnTo>
                  <a:pt x="302165" y="57061"/>
                </a:lnTo>
                <a:lnTo>
                  <a:pt x="302328" y="57339"/>
                </a:lnTo>
                <a:lnTo>
                  <a:pt x="302497" y="57613"/>
                </a:lnTo>
                <a:lnTo>
                  <a:pt x="302672" y="57883"/>
                </a:lnTo>
                <a:lnTo>
                  <a:pt x="302851" y="58150"/>
                </a:lnTo>
                <a:lnTo>
                  <a:pt x="303035" y="58413"/>
                </a:lnTo>
                <a:lnTo>
                  <a:pt x="303224" y="58672"/>
                </a:lnTo>
                <a:lnTo>
                  <a:pt x="303418" y="58928"/>
                </a:lnTo>
                <a:lnTo>
                  <a:pt x="303618" y="59180"/>
                </a:lnTo>
                <a:lnTo>
                  <a:pt x="303822" y="59429"/>
                </a:lnTo>
                <a:lnTo>
                  <a:pt x="304031" y="59674"/>
                </a:lnTo>
                <a:lnTo>
                  <a:pt x="304246" y="59915"/>
                </a:lnTo>
                <a:lnTo>
                  <a:pt x="304465" y="60153"/>
                </a:lnTo>
                <a:lnTo>
                  <a:pt x="304689" y="60388"/>
                </a:lnTo>
                <a:lnTo>
                  <a:pt x="304919" y="60618"/>
                </a:lnTo>
                <a:lnTo>
                  <a:pt x="305153" y="60846"/>
                </a:lnTo>
                <a:lnTo>
                  <a:pt x="305393" y="61069"/>
                </a:lnTo>
                <a:lnTo>
                  <a:pt x="305637" y="61289"/>
                </a:lnTo>
                <a:lnTo>
                  <a:pt x="305886" y="61506"/>
                </a:lnTo>
                <a:lnTo>
                  <a:pt x="306141" y="61719"/>
                </a:lnTo>
                <a:lnTo>
                  <a:pt x="306400" y="61928"/>
                </a:lnTo>
                <a:lnTo>
                  <a:pt x="306665" y="62134"/>
                </a:lnTo>
                <a:lnTo>
                  <a:pt x="306934" y="62336"/>
                </a:lnTo>
                <a:lnTo>
                  <a:pt x="307209" y="62534"/>
                </a:lnTo>
                <a:lnTo>
                  <a:pt x="307489" y="62729"/>
                </a:lnTo>
                <a:lnTo>
                  <a:pt x="307773" y="62921"/>
                </a:lnTo>
                <a:lnTo>
                  <a:pt x="308062" y="63109"/>
                </a:lnTo>
                <a:lnTo>
                  <a:pt x="308354" y="63293"/>
                </a:lnTo>
                <a:lnTo>
                  <a:pt x="308650" y="63475"/>
                </a:lnTo>
                <a:lnTo>
                  <a:pt x="308949" y="63654"/>
                </a:lnTo>
                <a:lnTo>
                  <a:pt x="309251" y="63829"/>
                </a:lnTo>
                <a:lnTo>
                  <a:pt x="309557" y="64002"/>
                </a:lnTo>
                <a:lnTo>
                  <a:pt x="309866" y="64171"/>
                </a:lnTo>
                <a:lnTo>
                  <a:pt x="310178" y="64337"/>
                </a:lnTo>
                <a:lnTo>
                  <a:pt x="310494" y="64500"/>
                </a:lnTo>
                <a:lnTo>
                  <a:pt x="310813" y="64660"/>
                </a:lnTo>
                <a:lnTo>
                  <a:pt x="311135" y="64817"/>
                </a:lnTo>
                <a:lnTo>
                  <a:pt x="311461" y="64971"/>
                </a:lnTo>
                <a:lnTo>
                  <a:pt x="311790" y="65121"/>
                </a:lnTo>
                <a:lnTo>
                  <a:pt x="312122" y="65269"/>
                </a:lnTo>
                <a:lnTo>
                  <a:pt x="312458" y="65413"/>
                </a:lnTo>
                <a:lnTo>
                  <a:pt x="312797" y="65555"/>
                </a:lnTo>
                <a:lnTo>
                  <a:pt x="313140" y="65693"/>
                </a:lnTo>
                <a:lnTo>
                  <a:pt x="313485" y="65828"/>
                </a:lnTo>
                <a:lnTo>
                  <a:pt x="313834" y="65960"/>
                </a:lnTo>
                <a:lnTo>
                  <a:pt x="314187" y="66089"/>
                </a:lnTo>
                <a:lnTo>
                  <a:pt x="314543" y="66215"/>
                </a:lnTo>
                <a:lnTo>
                  <a:pt x="314902" y="66338"/>
                </a:lnTo>
                <a:lnTo>
                  <a:pt x="315264" y="66457"/>
                </a:lnTo>
                <a:lnTo>
                  <a:pt x="315630" y="66574"/>
                </a:lnTo>
                <a:lnTo>
                  <a:pt x="315998" y="66688"/>
                </a:lnTo>
                <a:lnTo>
                  <a:pt x="316366" y="66800"/>
                </a:lnTo>
                <a:lnTo>
                  <a:pt x="316735" y="66910"/>
                </a:lnTo>
                <a:lnTo>
                  <a:pt x="317104" y="67018"/>
                </a:lnTo>
                <a:lnTo>
                  <a:pt x="317474" y="67124"/>
                </a:lnTo>
                <a:lnTo>
                  <a:pt x="317844" y="67228"/>
                </a:lnTo>
                <a:lnTo>
                  <a:pt x="318215" y="67331"/>
                </a:lnTo>
                <a:lnTo>
                  <a:pt x="318586" y="67431"/>
                </a:lnTo>
                <a:lnTo>
                  <a:pt x="318957" y="67530"/>
                </a:lnTo>
                <a:lnTo>
                  <a:pt x="319330" y="67626"/>
                </a:lnTo>
                <a:lnTo>
                  <a:pt x="319702" y="67721"/>
                </a:lnTo>
                <a:lnTo>
                  <a:pt x="320075" y="67814"/>
                </a:lnTo>
                <a:lnTo>
                  <a:pt x="320449" y="67905"/>
                </a:lnTo>
                <a:lnTo>
                  <a:pt x="320823" y="67993"/>
                </a:lnTo>
                <a:lnTo>
                  <a:pt x="321197" y="68081"/>
                </a:lnTo>
                <a:lnTo>
                  <a:pt x="321572" y="68166"/>
                </a:lnTo>
                <a:lnTo>
                  <a:pt x="321948" y="68249"/>
                </a:lnTo>
                <a:lnTo>
                  <a:pt x="322324" y="68330"/>
                </a:lnTo>
                <a:lnTo>
                  <a:pt x="322700" y="68410"/>
                </a:lnTo>
                <a:lnTo>
                  <a:pt x="323077" y="68487"/>
                </a:lnTo>
                <a:lnTo>
                  <a:pt x="323454" y="68563"/>
                </a:lnTo>
                <a:lnTo>
                  <a:pt x="323832" y="68636"/>
                </a:lnTo>
                <a:lnTo>
                  <a:pt x="324211" y="68708"/>
                </a:lnTo>
                <a:lnTo>
                  <a:pt x="324590" y="68778"/>
                </a:lnTo>
                <a:lnTo>
                  <a:pt x="325046" y="68859"/>
                </a:lnTo>
                <a:lnTo>
                  <a:pt x="325497" y="68941"/>
                </a:lnTo>
                <a:lnTo>
                  <a:pt x="325942" y="69025"/>
                </a:lnTo>
                <a:lnTo>
                  <a:pt x="326381" y="69109"/>
                </a:lnTo>
                <a:lnTo>
                  <a:pt x="326815" y="69195"/>
                </a:lnTo>
                <a:lnTo>
                  <a:pt x="327242" y="69282"/>
                </a:lnTo>
                <a:lnTo>
                  <a:pt x="327664" y="69370"/>
                </a:lnTo>
                <a:lnTo>
                  <a:pt x="328081" y="69460"/>
                </a:lnTo>
                <a:lnTo>
                  <a:pt x="328491" y="69550"/>
                </a:lnTo>
                <a:lnTo>
                  <a:pt x="328896" y="69642"/>
                </a:lnTo>
                <a:lnTo>
                  <a:pt x="329295" y="69735"/>
                </a:lnTo>
                <a:lnTo>
                  <a:pt x="329688" y="69829"/>
                </a:lnTo>
                <a:lnTo>
                  <a:pt x="330076" y="69925"/>
                </a:lnTo>
                <a:lnTo>
                  <a:pt x="330458" y="70021"/>
                </a:lnTo>
                <a:lnTo>
                  <a:pt x="330834" y="70119"/>
                </a:lnTo>
                <a:lnTo>
                  <a:pt x="331204" y="70218"/>
                </a:lnTo>
                <a:lnTo>
                  <a:pt x="331569" y="70319"/>
                </a:lnTo>
                <a:lnTo>
                  <a:pt x="331928" y="70420"/>
                </a:lnTo>
                <a:lnTo>
                  <a:pt x="332281" y="70523"/>
                </a:lnTo>
                <a:lnTo>
                  <a:pt x="332629" y="70626"/>
                </a:lnTo>
                <a:lnTo>
                  <a:pt x="332970" y="70731"/>
                </a:lnTo>
                <a:lnTo>
                  <a:pt x="333306" y="70837"/>
                </a:lnTo>
                <a:lnTo>
                  <a:pt x="333636" y="70945"/>
                </a:lnTo>
                <a:lnTo>
                  <a:pt x="333961" y="71053"/>
                </a:lnTo>
                <a:lnTo>
                  <a:pt x="334279" y="71164"/>
                </a:lnTo>
                <a:lnTo>
                  <a:pt x="334591" y="71278"/>
                </a:lnTo>
                <a:lnTo>
                  <a:pt x="334897" y="71395"/>
                </a:lnTo>
                <a:lnTo>
                  <a:pt x="335196" y="71514"/>
                </a:lnTo>
                <a:lnTo>
                  <a:pt x="335488" y="71638"/>
                </a:lnTo>
                <a:lnTo>
                  <a:pt x="335774" y="71764"/>
                </a:lnTo>
                <a:lnTo>
                  <a:pt x="336054" y="71893"/>
                </a:lnTo>
                <a:lnTo>
                  <a:pt x="336327" y="72025"/>
                </a:lnTo>
                <a:lnTo>
                  <a:pt x="336594" y="72161"/>
                </a:lnTo>
                <a:lnTo>
                  <a:pt x="336854" y="72299"/>
                </a:lnTo>
                <a:lnTo>
                  <a:pt x="337108" y="72441"/>
                </a:lnTo>
                <a:lnTo>
                  <a:pt x="337355" y="72586"/>
                </a:lnTo>
                <a:lnTo>
                  <a:pt x="337596" y="72734"/>
                </a:lnTo>
                <a:lnTo>
                  <a:pt x="337830" y="72885"/>
                </a:lnTo>
                <a:lnTo>
                  <a:pt x="338058" y="73039"/>
                </a:lnTo>
                <a:lnTo>
                  <a:pt x="338279" y="73197"/>
                </a:lnTo>
                <a:lnTo>
                  <a:pt x="338494" y="73357"/>
                </a:lnTo>
                <a:lnTo>
                  <a:pt x="338703" y="73521"/>
                </a:lnTo>
                <a:lnTo>
                  <a:pt x="338905" y="73688"/>
                </a:lnTo>
                <a:lnTo>
                  <a:pt x="339100" y="73857"/>
                </a:lnTo>
                <a:lnTo>
                  <a:pt x="339290" y="74030"/>
                </a:lnTo>
                <a:lnTo>
                  <a:pt x="339472" y="74206"/>
                </a:lnTo>
                <a:lnTo>
                  <a:pt x="339648" y="74385"/>
                </a:lnTo>
                <a:lnTo>
                  <a:pt x="339818" y="74568"/>
                </a:lnTo>
                <a:lnTo>
                  <a:pt x="339981" y="74755"/>
                </a:lnTo>
                <a:lnTo>
                  <a:pt x="340138" y="74949"/>
                </a:lnTo>
                <a:lnTo>
                  <a:pt x="340287" y="75151"/>
                </a:lnTo>
                <a:lnTo>
                  <a:pt x="340429" y="75360"/>
                </a:lnTo>
                <a:lnTo>
                  <a:pt x="340565" y="75576"/>
                </a:lnTo>
                <a:lnTo>
                  <a:pt x="340693" y="75799"/>
                </a:lnTo>
                <a:lnTo>
                  <a:pt x="340815" y="76030"/>
                </a:lnTo>
                <a:lnTo>
                  <a:pt x="340929" y="76267"/>
                </a:lnTo>
                <a:lnTo>
                  <a:pt x="341037" y="76512"/>
                </a:lnTo>
                <a:lnTo>
                  <a:pt x="341138" y="76764"/>
                </a:lnTo>
                <a:lnTo>
                  <a:pt x="341231" y="77023"/>
                </a:lnTo>
                <a:lnTo>
                  <a:pt x="341318" y="77289"/>
                </a:lnTo>
                <a:lnTo>
                  <a:pt x="341398" y="77563"/>
                </a:lnTo>
                <a:lnTo>
                  <a:pt x="341471" y="77843"/>
                </a:lnTo>
                <a:lnTo>
                  <a:pt x="341537" y="78131"/>
                </a:lnTo>
                <a:lnTo>
                  <a:pt x="341596" y="78426"/>
                </a:lnTo>
                <a:lnTo>
                  <a:pt x="341648" y="78728"/>
                </a:lnTo>
                <a:lnTo>
                  <a:pt x="341693" y="79038"/>
                </a:lnTo>
                <a:lnTo>
                  <a:pt x="341731" y="79355"/>
                </a:lnTo>
                <a:lnTo>
                  <a:pt x="341763" y="79678"/>
                </a:lnTo>
                <a:lnTo>
                  <a:pt x="341787" y="80009"/>
                </a:lnTo>
                <a:lnTo>
                  <a:pt x="341804" y="80347"/>
                </a:lnTo>
                <a:lnTo>
                  <a:pt x="341815" y="80693"/>
                </a:lnTo>
                <a:lnTo>
                  <a:pt x="341818" y="81045"/>
                </a:lnTo>
                <a:lnTo>
                  <a:pt x="341815" y="81286"/>
                </a:lnTo>
                <a:lnTo>
                  <a:pt x="341807" y="81525"/>
                </a:lnTo>
                <a:lnTo>
                  <a:pt x="341793" y="81762"/>
                </a:lnTo>
                <a:lnTo>
                  <a:pt x="341774" y="81999"/>
                </a:lnTo>
                <a:lnTo>
                  <a:pt x="341749" y="82233"/>
                </a:lnTo>
                <a:lnTo>
                  <a:pt x="341719" y="82467"/>
                </a:lnTo>
                <a:lnTo>
                  <a:pt x="341683" y="82698"/>
                </a:lnTo>
                <a:lnTo>
                  <a:pt x="341642" y="82929"/>
                </a:lnTo>
                <a:lnTo>
                  <a:pt x="341595" y="83158"/>
                </a:lnTo>
                <a:lnTo>
                  <a:pt x="341543" y="83385"/>
                </a:lnTo>
                <a:lnTo>
                  <a:pt x="341485" y="83611"/>
                </a:lnTo>
                <a:lnTo>
                  <a:pt x="341422" y="83836"/>
                </a:lnTo>
                <a:lnTo>
                  <a:pt x="341353" y="84059"/>
                </a:lnTo>
                <a:lnTo>
                  <a:pt x="341279" y="84281"/>
                </a:lnTo>
                <a:lnTo>
                  <a:pt x="341199" y="84502"/>
                </a:lnTo>
                <a:lnTo>
                  <a:pt x="341113" y="84721"/>
                </a:lnTo>
                <a:lnTo>
                  <a:pt x="341023" y="84938"/>
                </a:lnTo>
                <a:lnTo>
                  <a:pt x="340926" y="85154"/>
                </a:lnTo>
                <a:lnTo>
                  <a:pt x="340824" y="85369"/>
                </a:lnTo>
                <a:lnTo>
                  <a:pt x="340717" y="85582"/>
                </a:lnTo>
                <a:lnTo>
                  <a:pt x="340604" y="85794"/>
                </a:lnTo>
                <a:lnTo>
                  <a:pt x="340486" y="86004"/>
                </a:lnTo>
                <a:lnTo>
                  <a:pt x="340362" y="86213"/>
                </a:lnTo>
                <a:lnTo>
                  <a:pt x="340232" y="86421"/>
                </a:lnTo>
                <a:lnTo>
                  <a:pt x="340098" y="86626"/>
                </a:lnTo>
                <a:lnTo>
                  <a:pt x="339957" y="86827"/>
                </a:lnTo>
                <a:lnTo>
                  <a:pt x="339811" y="87025"/>
                </a:lnTo>
                <a:lnTo>
                  <a:pt x="339660" y="87219"/>
                </a:lnTo>
                <a:lnTo>
                  <a:pt x="339503" y="87409"/>
                </a:lnTo>
                <a:lnTo>
                  <a:pt x="339341" y="87596"/>
                </a:lnTo>
                <a:lnTo>
                  <a:pt x="339173" y="87779"/>
                </a:lnTo>
                <a:lnTo>
                  <a:pt x="338999" y="87959"/>
                </a:lnTo>
                <a:lnTo>
                  <a:pt x="338820" y="88135"/>
                </a:lnTo>
                <a:lnTo>
                  <a:pt x="338636" y="88308"/>
                </a:lnTo>
                <a:lnTo>
                  <a:pt x="338446" y="88477"/>
                </a:lnTo>
                <a:lnTo>
                  <a:pt x="338251" y="88642"/>
                </a:lnTo>
                <a:lnTo>
                  <a:pt x="338050" y="88804"/>
                </a:lnTo>
                <a:lnTo>
                  <a:pt x="337844" y="88962"/>
                </a:lnTo>
                <a:lnTo>
                  <a:pt x="337632" y="89117"/>
                </a:lnTo>
                <a:lnTo>
                  <a:pt x="337414" y="89268"/>
                </a:lnTo>
                <a:lnTo>
                  <a:pt x="337191" y="89415"/>
                </a:lnTo>
                <a:lnTo>
                  <a:pt x="336963" y="89559"/>
                </a:lnTo>
                <a:lnTo>
                  <a:pt x="336729" y="89700"/>
                </a:lnTo>
                <a:lnTo>
                  <a:pt x="336490" y="89836"/>
                </a:lnTo>
                <a:lnTo>
                  <a:pt x="336245" y="89970"/>
                </a:lnTo>
                <a:lnTo>
                  <a:pt x="335995" y="90099"/>
                </a:lnTo>
                <a:lnTo>
                  <a:pt x="335739" y="90225"/>
                </a:lnTo>
                <a:lnTo>
                  <a:pt x="335477" y="90347"/>
                </a:lnTo>
                <a:lnTo>
                  <a:pt x="335210" y="90465"/>
                </a:lnTo>
                <a:lnTo>
                  <a:pt x="334938" y="90578"/>
                </a:lnTo>
                <a:lnTo>
                  <a:pt x="334659" y="90687"/>
                </a:lnTo>
                <a:lnTo>
                  <a:pt x="334375" y="90789"/>
                </a:lnTo>
                <a:lnTo>
                  <a:pt x="334085" y="90887"/>
                </a:lnTo>
                <a:lnTo>
                  <a:pt x="333789" y="90980"/>
                </a:lnTo>
                <a:lnTo>
                  <a:pt x="333488" y="91068"/>
                </a:lnTo>
                <a:lnTo>
                  <a:pt x="333180" y="91151"/>
                </a:lnTo>
                <a:lnTo>
                  <a:pt x="332868" y="91229"/>
                </a:lnTo>
                <a:lnTo>
                  <a:pt x="332549" y="91302"/>
                </a:lnTo>
                <a:lnTo>
                  <a:pt x="332224" y="91370"/>
                </a:lnTo>
                <a:lnTo>
                  <a:pt x="331894" y="91433"/>
                </a:lnTo>
                <a:lnTo>
                  <a:pt x="331558" y="91490"/>
                </a:lnTo>
                <a:lnTo>
                  <a:pt x="331216" y="91543"/>
                </a:lnTo>
                <a:lnTo>
                  <a:pt x="330869" y="91591"/>
                </a:lnTo>
                <a:lnTo>
                  <a:pt x="330516" y="91634"/>
                </a:lnTo>
                <a:lnTo>
                  <a:pt x="330157" y="91671"/>
                </a:lnTo>
                <a:lnTo>
                  <a:pt x="329792" y="91704"/>
                </a:lnTo>
                <a:lnTo>
                  <a:pt x="329422" y="91732"/>
                </a:lnTo>
                <a:lnTo>
                  <a:pt x="329046" y="91754"/>
                </a:lnTo>
                <a:lnTo>
                  <a:pt x="328664" y="91772"/>
                </a:lnTo>
                <a:lnTo>
                  <a:pt x="328276" y="91784"/>
                </a:lnTo>
                <a:lnTo>
                  <a:pt x="327883" y="91792"/>
                </a:lnTo>
                <a:lnTo>
                  <a:pt x="327483" y="91794"/>
                </a:lnTo>
                <a:lnTo>
                  <a:pt x="327027" y="91791"/>
                </a:lnTo>
                <a:lnTo>
                  <a:pt x="326576" y="91781"/>
                </a:lnTo>
                <a:lnTo>
                  <a:pt x="326132" y="91765"/>
                </a:lnTo>
                <a:lnTo>
                  <a:pt x="325693" y="91743"/>
                </a:lnTo>
                <a:lnTo>
                  <a:pt x="325261" y="91714"/>
                </a:lnTo>
                <a:lnTo>
                  <a:pt x="324834" y="91678"/>
                </a:lnTo>
                <a:lnTo>
                  <a:pt x="324413" y="91636"/>
                </a:lnTo>
                <a:lnTo>
                  <a:pt x="323999" y="91588"/>
                </a:lnTo>
                <a:lnTo>
                  <a:pt x="323590" y="91533"/>
                </a:lnTo>
                <a:lnTo>
                  <a:pt x="323188" y="91472"/>
                </a:lnTo>
                <a:lnTo>
                  <a:pt x="322791" y="91404"/>
                </a:lnTo>
                <a:lnTo>
                  <a:pt x="322400" y="91330"/>
                </a:lnTo>
                <a:lnTo>
                  <a:pt x="322016" y="91249"/>
                </a:lnTo>
                <a:lnTo>
                  <a:pt x="321637" y="91162"/>
                </a:lnTo>
                <a:lnTo>
                  <a:pt x="321264" y="91068"/>
                </a:lnTo>
                <a:lnTo>
                  <a:pt x="320897" y="90968"/>
                </a:lnTo>
                <a:lnTo>
                  <a:pt x="320537" y="90862"/>
                </a:lnTo>
                <a:lnTo>
                  <a:pt x="320182" y="90749"/>
                </a:lnTo>
                <a:lnTo>
                  <a:pt x="319833" y="90629"/>
                </a:lnTo>
                <a:lnTo>
                  <a:pt x="319490" y="90503"/>
                </a:lnTo>
                <a:lnTo>
                  <a:pt x="319154" y="90371"/>
                </a:lnTo>
                <a:lnTo>
                  <a:pt x="318823" y="90232"/>
                </a:lnTo>
                <a:lnTo>
                  <a:pt x="318498" y="90087"/>
                </a:lnTo>
                <a:lnTo>
                  <a:pt x="318179" y="89935"/>
                </a:lnTo>
                <a:lnTo>
                  <a:pt x="317866" y="89778"/>
                </a:lnTo>
                <a:lnTo>
                  <a:pt x="317559" y="89617"/>
                </a:lnTo>
                <a:lnTo>
                  <a:pt x="317257" y="89452"/>
                </a:lnTo>
                <a:lnTo>
                  <a:pt x="316960" y="89282"/>
                </a:lnTo>
                <a:lnTo>
                  <a:pt x="316669" y="89109"/>
                </a:lnTo>
                <a:lnTo>
                  <a:pt x="316383" y="88931"/>
                </a:lnTo>
                <a:lnTo>
                  <a:pt x="316103" y="88750"/>
                </a:lnTo>
                <a:lnTo>
                  <a:pt x="315829" y="88564"/>
                </a:lnTo>
                <a:lnTo>
                  <a:pt x="315560" y="88374"/>
                </a:lnTo>
                <a:lnTo>
                  <a:pt x="315296" y="88181"/>
                </a:lnTo>
                <a:lnTo>
                  <a:pt x="315038" y="87983"/>
                </a:lnTo>
                <a:lnTo>
                  <a:pt x="314785" y="87781"/>
                </a:lnTo>
                <a:lnTo>
                  <a:pt x="314538" y="87575"/>
                </a:lnTo>
                <a:lnTo>
                  <a:pt x="314297" y="87365"/>
                </a:lnTo>
                <a:lnTo>
                  <a:pt x="314061" y="87151"/>
                </a:lnTo>
                <a:lnTo>
                  <a:pt x="313830" y="86933"/>
                </a:lnTo>
                <a:lnTo>
                  <a:pt x="313605" y="86711"/>
                </a:lnTo>
                <a:lnTo>
                  <a:pt x="313385" y="86484"/>
                </a:lnTo>
                <a:lnTo>
                  <a:pt x="313171" y="86254"/>
                </a:lnTo>
                <a:lnTo>
                  <a:pt x="312963" y="86020"/>
                </a:lnTo>
                <a:lnTo>
                  <a:pt x="312760" y="85781"/>
                </a:lnTo>
                <a:lnTo>
                  <a:pt x="312562" y="85539"/>
                </a:lnTo>
                <a:lnTo>
                  <a:pt x="312370" y="85292"/>
                </a:lnTo>
                <a:lnTo>
                  <a:pt x="312183" y="85041"/>
                </a:lnTo>
                <a:lnTo>
                  <a:pt x="312002" y="84788"/>
                </a:lnTo>
                <a:lnTo>
                  <a:pt x="311826" y="84532"/>
                </a:lnTo>
                <a:lnTo>
                  <a:pt x="311656" y="84274"/>
                </a:lnTo>
                <a:lnTo>
                  <a:pt x="311491" y="84015"/>
                </a:lnTo>
                <a:lnTo>
                  <a:pt x="311331" y="83754"/>
                </a:lnTo>
                <a:lnTo>
                  <a:pt x="311176" y="83490"/>
                </a:lnTo>
                <a:lnTo>
                  <a:pt x="311026" y="83225"/>
                </a:lnTo>
                <a:lnTo>
                  <a:pt x="310882" y="82958"/>
                </a:lnTo>
                <a:lnTo>
                  <a:pt x="310743" y="82689"/>
                </a:lnTo>
                <a:lnTo>
                  <a:pt x="310609" y="82418"/>
                </a:lnTo>
                <a:lnTo>
                  <a:pt x="310481" y="82146"/>
                </a:lnTo>
                <a:lnTo>
                  <a:pt x="310358" y="81871"/>
                </a:lnTo>
                <a:lnTo>
                  <a:pt x="310240" y="81594"/>
                </a:lnTo>
                <a:lnTo>
                  <a:pt x="310127" y="81316"/>
                </a:lnTo>
                <a:lnTo>
                  <a:pt x="310020" y="81035"/>
                </a:lnTo>
                <a:lnTo>
                  <a:pt x="309918" y="80753"/>
                </a:lnTo>
                <a:lnTo>
                  <a:pt x="309821" y="80468"/>
                </a:lnTo>
                <a:lnTo>
                  <a:pt x="309729" y="80182"/>
                </a:lnTo>
                <a:lnTo>
                  <a:pt x="309643" y="79894"/>
                </a:lnTo>
                <a:lnTo>
                  <a:pt x="309561" y="79604"/>
                </a:lnTo>
                <a:lnTo>
                  <a:pt x="309486" y="79312"/>
                </a:lnTo>
                <a:lnTo>
                  <a:pt x="309415" y="79018"/>
                </a:lnTo>
                <a:lnTo>
                  <a:pt x="309350" y="78723"/>
                </a:lnTo>
                <a:lnTo>
                  <a:pt x="309289" y="78425"/>
                </a:lnTo>
                <a:lnTo>
                  <a:pt x="297436" y="78425"/>
                </a:lnTo>
                <a:lnTo>
                  <a:pt x="297510" y="79008"/>
                </a:lnTo>
                <a:lnTo>
                  <a:pt x="297595" y="79584"/>
                </a:lnTo>
                <a:lnTo>
                  <a:pt x="297689" y="80153"/>
                </a:lnTo>
                <a:lnTo>
                  <a:pt x="297794" y="80717"/>
                </a:lnTo>
                <a:lnTo>
                  <a:pt x="297909" y="81274"/>
                </a:lnTo>
                <a:lnTo>
                  <a:pt x="298035" y="81824"/>
                </a:lnTo>
                <a:lnTo>
                  <a:pt x="298171" y="82368"/>
                </a:lnTo>
                <a:lnTo>
                  <a:pt x="298317" y="82905"/>
                </a:lnTo>
                <a:lnTo>
                  <a:pt x="298473" y="83436"/>
                </a:lnTo>
                <a:lnTo>
                  <a:pt x="298640" y="83961"/>
                </a:lnTo>
                <a:lnTo>
                  <a:pt x="298816" y="84479"/>
                </a:lnTo>
                <a:lnTo>
                  <a:pt x="299004" y="84990"/>
                </a:lnTo>
                <a:lnTo>
                  <a:pt x="299201" y="85495"/>
                </a:lnTo>
                <a:lnTo>
                  <a:pt x="299409" y="85994"/>
                </a:lnTo>
                <a:lnTo>
                  <a:pt x="299627" y="86486"/>
                </a:lnTo>
                <a:lnTo>
                  <a:pt x="299855" y="86972"/>
                </a:lnTo>
                <a:lnTo>
                  <a:pt x="300094" y="87451"/>
                </a:lnTo>
                <a:lnTo>
                  <a:pt x="300343" y="87924"/>
                </a:lnTo>
                <a:lnTo>
                  <a:pt x="300602" y="88390"/>
                </a:lnTo>
                <a:lnTo>
                  <a:pt x="300872" y="88850"/>
                </a:lnTo>
                <a:lnTo>
                  <a:pt x="301151" y="89304"/>
                </a:lnTo>
                <a:lnTo>
                  <a:pt x="301442" y="89750"/>
                </a:lnTo>
                <a:lnTo>
                  <a:pt x="301742" y="90191"/>
                </a:lnTo>
                <a:lnTo>
                  <a:pt x="302053" y="90625"/>
                </a:lnTo>
                <a:lnTo>
                  <a:pt x="302373" y="91052"/>
                </a:lnTo>
                <a:lnTo>
                  <a:pt x="302703" y="91470"/>
                </a:lnTo>
                <a:lnTo>
                  <a:pt x="303041" y="91881"/>
                </a:lnTo>
                <a:lnTo>
                  <a:pt x="303389" y="92284"/>
                </a:lnTo>
                <a:lnTo>
                  <a:pt x="303746" y="92679"/>
                </a:lnTo>
                <a:lnTo>
                  <a:pt x="304112" y="93067"/>
                </a:lnTo>
                <a:lnTo>
                  <a:pt x="304487" y="93446"/>
                </a:lnTo>
                <a:lnTo>
                  <a:pt x="304871" y="93817"/>
                </a:lnTo>
                <a:lnTo>
                  <a:pt x="305264" y="94181"/>
                </a:lnTo>
                <a:lnTo>
                  <a:pt x="305667" y="94536"/>
                </a:lnTo>
                <a:lnTo>
                  <a:pt x="306078" y="94884"/>
                </a:lnTo>
                <a:lnTo>
                  <a:pt x="306499" y="95224"/>
                </a:lnTo>
                <a:lnTo>
                  <a:pt x="306928" y="95556"/>
                </a:lnTo>
                <a:lnTo>
                  <a:pt x="307367" y="95880"/>
                </a:lnTo>
                <a:lnTo>
                  <a:pt x="307814" y="96196"/>
                </a:lnTo>
                <a:lnTo>
                  <a:pt x="308271" y="96504"/>
                </a:lnTo>
                <a:lnTo>
                  <a:pt x="308737" y="96805"/>
                </a:lnTo>
                <a:lnTo>
                  <a:pt x="309212" y="97097"/>
                </a:lnTo>
                <a:lnTo>
                  <a:pt x="309696" y="97382"/>
                </a:lnTo>
                <a:lnTo>
                  <a:pt x="310189" y="97658"/>
                </a:lnTo>
                <a:lnTo>
                  <a:pt x="310692" y="97927"/>
                </a:lnTo>
                <a:lnTo>
                  <a:pt x="311203" y="98188"/>
                </a:lnTo>
                <a:lnTo>
                  <a:pt x="311723" y="98441"/>
                </a:lnTo>
                <a:lnTo>
                  <a:pt x="312253" y="98686"/>
                </a:lnTo>
                <a:lnTo>
                  <a:pt x="312791" y="98922"/>
                </a:lnTo>
                <a:lnTo>
                  <a:pt x="313337" y="99148"/>
                </a:lnTo>
                <a:lnTo>
                  <a:pt x="313891" y="99364"/>
                </a:lnTo>
                <a:lnTo>
                  <a:pt x="314453" y="99570"/>
                </a:lnTo>
                <a:lnTo>
                  <a:pt x="315022" y="99766"/>
                </a:lnTo>
                <a:lnTo>
                  <a:pt x="315600" y="99952"/>
                </a:lnTo>
                <a:lnTo>
                  <a:pt x="316185" y="100128"/>
                </a:lnTo>
                <a:lnTo>
                  <a:pt x="316779" y="100294"/>
                </a:lnTo>
                <a:lnTo>
                  <a:pt x="317380" y="100450"/>
                </a:lnTo>
                <a:lnTo>
                  <a:pt x="317989" y="100595"/>
                </a:lnTo>
                <a:lnTo>
                  <a:pt x="318606" y="100731"/>
                </a:lnTo>
                <a:lnTo>
                  <a:pt x="319231" y="100857"/>
                </a:lnTo>
                <a:lnTo>
                  <a:pt x="319864" y="100972"/>
                </a:lnTo>
                <a:lnTo>
                  <a:pt x="320504" y="101078"/>
                </a:lnTo>
                <a:lnTo>
                  <a:pt x="321153" y="101173"/>
                </a:lnTo>
                <a:lnTo>
                  <a:pt x="321809" y="101259"/>
                </a:lnTo>
                <a:lnTo>
                  <a:pt x="322474" y="101334"/>
                </a:lnTo>
                <a:lnTo>
                  <a:pt x="323146" y="101399"/>
                </a:lnTo>
                <a:lnTo>
                  <a:pt x="323826" y="101454"/>
                </a:lnTo>
                <a:lnTo>
                  <a:pt x="324514" y="101500"/>
                </a:lnTo>
                <a:lnTo>
                  <a:pt x="325210" y="101535"/>
                </a:lnTo>
                <a:lnTo>
                  <a:pt x="325913" y="101560"/>
                </a:lnTo>
                <a:lnTo>
                  <a:pt x="326625" y="101575"/>
                </a:lnTo>
                <a:lnTo>
                  <a:pt x="327345" y="101580"/>
                </a:lnTo>
                <a:lnTo>
                  <a:pt x="328007" y="101575"/>
                </a:lnTo>
                <a:lnTo>
                  <a:pt x="328663" y="101561"/>
                </a:lnTo>
                <a:lnTo>
                  <a:pt x="329311" y="101538"/>
                </a:lnTo>
                <a:lnTo>
                  <a:pt x="329952" y="101505"/>
                </a:lnTo>
                <a:close/>
                <a:moveTo>
                  <a:pt x="852448" y="15651"/>
                </a:moveTo>
                <a:lnTo>
                  <a:pt x="852708" y="15616"/>
                </a:lnTo>
                <a:lnTo>
                  <a:pt x="852966" y="15572"/>
                </a:lnTo>
                <a:lnTo>
                  <a:pt x="853220" y="15521"/>
                </a:lnTo>
                <a:lnTo>
                  <a:pt x="853470" y="15462"/>
                </a:lnTo>
                <a:lnTo>
                  <a:pt x="853717" y="15395"/>
                </a:lnTo>
                <a:lnTo>
                  <a:pt x="853961" y="15320"/>
                </a:lnTo>
                <a:lnTo>
                  <a:pt x="854202" y="15237"/>
                </a:lnTo>
                <a:lnTo>
                  <a:pt x="854439" y="15146"/>
                </a:lnTo>
                <a:lnTo>
                  <a:pt x="854673" y="15047"/>
                </a:lnTo>
                <a:lnTo>
                  <a:pt x="854903" y="14941"/>
                </a:lnTo>
                <a:lnTo>
                  <a:pt x="855130" y="14826"/>
                </a:lnTo>
                <a:lnTo>
                  <a:pt x="855354" y="14704"/>
                </a:lnTo>
                <a:lnTo>
                  <a:pt x="855574" y="14574"/>
                </a:lnTo>
                <a:lnTo>
                  <a:pt x="855791" y="14436"/>
                </a:lnTo>
                <a:lnTo>
                  <a:pt x="856005" y="14290"/>
                </a:lnTo>
                <a:lnTo>
                  <a:pt x="856215" y="14136"/>
                </a:lnTo>
                <a:lnTo>
                  <a:pt x="856422" y="13974"/>
                </a:lnTo>
                <a:lnTo>
                  <a:pt x="856626" y="13804"/>
                </a:lnTo>
                <a:lnTo>
                  <a:pt x="856826" y="13626"/>
                </a:lnTo>
                <a:lnTo>
                  <a:pt x="857023" y="13441"/>
                </a:lnTo>
                <a:lnTo>
                  <a:pt x="857214" y="13249"/>
                </a:lnTo>
                <a:lnTo>
                  <a:pt x="857397" y="13054"/>
                </a:lnTo>
                <a:lnTo>
                  <a:pt x="857572" y="12854"/>
                </a:lnTo>
                <a:lnTo>
                  <a:pt x="857739" y="12650"/>
                </a:lnTo>
                <a:lnTo>
                  <a:pt x="857897" y="12442"/>
                </a:lnTo>
                <a:lnTo>
                  <a:pt x="858048" y="12230"/>
                </a:lnTo>
                <a:lnTo>
                  <a:pt x="858190" y="12014"/>
                </a:lnTo>
                <a:lnTo>
                  <a:pt x="858325" y="11794"/>
                </a:lnTo>
                <a:lnTo>
                  <a:pt x="858451" y="11570"/>
                </a:lnTo>
                <a:lnTo>
                  <a:pt x="858569" y="11341"/>
                </a:lnTo>
                <a:lnTo>
                  <a:pt x="858678" y="11109"/>
                </a:lnTo>
                <a:lnTo>
                  <a:pt x="858780" y="10873"/>
                </a:lnTo>
                <a:lnTo>
                  <a:pt x="858874" y="10632"/>
                </a:lnTo>
                <a:lnTo>
                  <a:pt x="858959" y="10388"/>
                </a:lnTo>
                <a:lnTo>
                  <a:pt x="859036" y="10139"/>
                </a:lnTo>
                <a:lnTo>
                  <a:pt x="859106" y="9886"/>
                </a:lnTo>
                <a:lnTo>
                  <a:pt x="859167" y="9629"/>
                </a:lnTo>
                <a:lnTo>
                  <a:pt x="859219" y="9369"/>
                </a:lnTo>
                <a:lnTo>
                  <a:pt x="859264" y="9104"/>
                </a:lnTo>
                <a:lnTo>
                  <a:pt x="859301" y="8835"/>
                </a:lnTo>
                <a:lnTo>
                  <a:pt x="859329" y="8562"/>
                </a:lnTo>
                <a:lnTo>
                  <a:pt x="859350" y="8285"/>
                </a:lnTo>
                <a:lnTo>
                  <a:pt x="859362" y="8004"/>
                </a:lnTo>
                <a:lnTo>
                  <a:pt x="859366" y="7718"/>
                </a:lnTo>
                <a:lnTo>
                  <a:pt x="859362" y="7434"/>
                </a:lnTo>
                <a:lnTo>
                  <a:pt x="859350" y="7153"/>
                </a:lnTo>
                <a:lnTo>
                  <a:pt x="859329" y="6878"/>
                </a:lnTo>
                <a:lnTo>
                  <a:pt x="859301" y="6606"/>
                </a:lnTo>
                <a:lnTo>
                  <a:pt x="859264" y="6340"/>
                </a:lnTo>
                <a:lnTo>
                  <a:pt x="859219" y="6078"/>
                </a:lnTo>
                <a:lnTo>
                  <a:pt x="859167" y="5820"/>
                </a:lnTo>
                <a:lnTo>
                  <a:pt x="859106" y="5567"/>
                </a:lnTo>
                <a:lnTo>
                  <a:pt x="859036" y="5319"/>
                </a:lnTo>
                <a:lnTo>
                  <a:pt x="858959" y="5075"/>
                </a:lnTo>
                <a:lnTo>
                  <a:pt x="858874" y="4835"/>
                </a:lnTo>
                <a:lnTo>
                  <a:pt x="858780" y="4601"/>
                </a:lnTo>
                <a:lnTo>
                  <a:pt x="858678" y="4370"/>
                </a:lnTo>
                <a:lnTo>
                  <a:pt x="858569" y="4144"/>
                </a:lnTo>
                <a:lnTo>
                  <a:pt x="858451" y="3923"/>
                </a:lnTo>
                <a:lnTo>
                  <a:pt x="858325" y="3707"/>
                </a:lnTo>
                <a:lnTo>
                  <a:pt x="858190" y="3494"/>
                </a:lnTo>
                <a:lnTo>
                  <a:pt x="858048" y="3287"/>
                </a:lnTo>
                <a:lnTo>
                  <a:pt x="857897" y="3084"/>
                </a:lnTo>
                <a:lnTo>
                  <a:pt x="857739" y="2885"/>
                </a:lnTo>
                <a:lnTo>
                  <a:pt x="857572" y="2691"/>
                </a:lnTo>
                <a:lnTo>
                  <a:pt x="857397" y="2502"/>
                </a:lnTo>
                <a:lnTo>
                  <a:pt x="857214" y="2317"/>
                </a:lnTo>
                <a:lnTo>
                  <a:pt x="857023" y="2137"/>
                </a:lnTo>
                <a:lnTo>
                  <a:pt x="856826" y="1962"/>
                </a:lnTo>
                <a:lnTo>
                  <a:pt x="856626" y="1795"/>
                </a:lnTo>
                <a:lnTo>
                  <a:pt x="856422" y="1636"/>
                </a:lnTo>
                <a:lnTo>
                  <a:pt x="856215" y="1484"/>
                </a:lnTo>
                <a:lnTo>
                  <a:pt x="856005" y="1339"/>
                </a:lnTo>
                <a:lnTo>
                  <a:pt x="855791" y="1202"/>
                </a:lnTo>
                <a:lnTo>
                  <a:pt x="855574" y="1072"/>
                </a:lnTo>
                <a:lnTo>
                  <a:pt x="855354" y="950"/>
                </a:lnTo>
                <a:lnTo>
                  <a:pt x="855130" y="835"/>
                </a:lnTo>
                <a:lnTo>
                  <a:pt x="854903" y="727"/>
                </a:lnTo>
                <a:lnTo>
                  <a:pt x="854673" y="627"/>
                </a:lnTo>
                <a:lnTo>
                  <a:pt x="854439" y="534"/>
                </a:lnTo>
                <a:lnTo>
                  <a:pt x="854202" y="449"/>
                </a:lnTo>
                <a:lnTo>
                  <a:pt x="853961" y="371"/>
                </a:lnTo>
                <a:lnTo>
                  <a:pt x="853717" y="300"/>
                </a:lnTo>
                <a:lnTo>
                  <a:pt x="853470" y="237"/>
                </a:lnTo>
                <a:lnTo>
                  <a:pt x="853220" y="182"/>
                </a:lnTo>
                <a:lnTo>
                  <a:pt x="852966" y="134"/>
                </a:lnTo>
                <a:lnTo>
                  <a:pt x="852708" y="93"/>
                </a:lnTo>
                <a:lnTo>
                  <a:pt x="852448" y="59"/>
                </a:lnTo>
                <a:lnTo>
                  <a:pt x="852184" y="33"/>
                </a:lnTo>
                <a:lnTo>
                  <a:pt x="851917" y="15"/>
                </a:lnTo>
                <a:lnTo>
                  <a:pt x="851646" y="4"/>
                </a:lnTo>
                <a:lnTo>
                  <a:pt x="851372" y="0"/>
                </a:lnTo>
                <a:lnTo>
                  <a:pt x="851087" y="4"/>
                </a:lnTo>
                <a:lnTo>
                  <a:pt x="850806" y="15"/>
                </a:lnTo>
                <a:lnTo>
                  <a:pt x="850529" y="33"/>
                </a:lnTo>
                <a:lnTo>
                  <a:pt x="850256" y="59"/>
                </a:lnTo>
                <a:lnTo>
                  <a:pt x="849987" y="93"/>
                </a:lnTo>
                <a:lnTo>
                  <a:pt x="849723" y="134"/>
                </a:lnTo>
                <a:lnTo>
                  <a:pt x="849462" y="182"/>
                </a:lnTo>
                <a:lnTo>
                  <a:pt x="849205" y="237"/>
                </a:lnTo>
                <a:lnTo>
                  <a:pt x="848953" y="300"/>
                </a:lnTo>
                <a:lnTo>
                  <a:pt x="848704" y="371"/>
                </a:lnTo>
                <a:lnTo>
                  <a:pt x="848460" y="449"/>
                </a:lnTo>
                <a:lnTo>
                  <a:pt x="848219" y="534"/>
                </a:lnTo>
                <a:lnTo>
                  <a:pt x="847983" y="627"/>
                </a:lnTo>
                <a:lnTo>
                  <a:pt x="847751" y="727"/>
                </a:lnTo>
                <a:lnTo>
                  <a:pt x="847523" y="835"/>
                </a:lnTo>
                <a:lnTo>
                  <a:pt x="847298" y="950"/>
                </a:lnTo>
                <a:lnTo>
                  <a:pt x="847078" y="1072"/>
                </a:lnTo>
                <a:lnTo>
                  <a:pt x="846862" y="1202"/>
                </a:lnTo>
                <a:lnTo>
                  <a:pt x="846650" y="1339"/>
                </a:lnTo>
                <a:lnTo>
                  <a:pt x="846442" y="1484"/>
                </a:lnTo>
                <a:lnTo>
                  <a:pt x="846239" y="1636"/>
                </a:lnTo>
                <a:lnTo>
                  <a:pt x="846039" y="1795"/>
                </a:lnTo>
                <a:lnTo>
                  <a:pt x="845843" y="1962"/>
                </a:lnTo>
                <a:lnTo>
                  <a:pt x="845651" y="2137"/>
                </a:lnTo>
                <a:lnTo>
                  <a:pt x="845466" y="2317"/>
                </a:lnTo>
                <a:lnTo>
                  <a:pt x="845288" y="2502"/>
                </a:lnTo>
                <a:lnTo>
                  <a:pt x="845119" y="2691"/>
                </a:lnTo>
                <a:lnTo>
                  <a:pt x="844957" y="2885"/>
                </a:lnTo>
                <a:lnTo>
                  <a:pt x="844803" y="3084"/>
                </a:lnTo>
                <a:lnTo>
                  <a:pt x="844657" y="3287"/>
                </a:lnTo>
                <a:lnTo>
                  <a:pt x="844519" y="3494"/>
                </a:lnTo>
                <a:lnTo>
                  <a:pt x="844388" y="3707"/>
                </a:lnTo>
                <a:lnTo>
                  <a:pt x="844266" y="3923"/>
                </a:lnTo>
                <a:lnTo>
                  <a:pt x="844152" y="4144"/>
                </a:lnTo>
                <a:lnTo>
                  <a:pt x="844045" y="4370"/>
                </a:lnTo>
                <a:lnTo>
                  <a:pt x="843946" y="4601"/>
                </a:lnTo>
                <a:lnTo>
                  <a:pt x="843856" y="4835"/>
                </a:lnTo>
                <a:lnTo>
                  <a:pt x="843773" y="5075"/>
                </a:lnTo>
                <a:lnTo>
                  <a:pt x="843698" y="5319"/>
                </a:lnTo>
                <a:lnTo>
                  <a:pt x="843631" y="5567"/>
                </a:lnTo>
                <a:lnTo>
                  <a:pt x="843571" y="5820"/>
                </a:lnTo>
                <a:lnTo>
                  <a:pt x="843520" y="6078"/>
                </a:lnTo>
                <a:lnTo>
                  <a:pt x="843477" y="6340"/>
                </a:lnTo>
                <a:lnTo>
                  <a:pt x="843441" y="6606"/>
                </a:lnTo>
                <a:lnTo>
                  <a:pt x="843414" y="6878"/>
                </a:lnTo>
                <a:lnTo>
                  <a:pt x="843394" y="7153"/>
                </a:lnTo>
                <a:lnTo>
                  <a:pt x="843382" y="7434"/>
                </a:lnTo>
                <a:lnTo>
                  <a:pt x="843378" y="7718"/>
                </a:lnTo>
                <a:lnTo>
                  <a:pt x="843382" y="8004"/>
                </a:lnTo>
                <a:lnTo>
                  <a:pt x="843394" y="8285"/>
                </a:lnTo>
                <a:lnTo>
                  <a:pt x="843414" y="8562"/>
                </a:lnTo>
                <a:lnTo>
                  <a:pt x="843441" y="8835"/>
                </a:lnTo>
                <a:lnTo>
                  <a:pt x="843477" y="9104"/>
                </a:lnTo>
                <a:lnTo>
                  <a:pt x="843520" y="9369"/>
                </a:lnTo>
                <a:lnTo>
                  <a:pt x="843571" y="9629"/>
                </a:lnTo>
                <a:lnTo>
                  <a:pt x="843631" y="9886"/>
                </a:lnTo>
                <a:lnTo>
                  <a:pt x="843698" y="10139"/>
                </a:lnTo>
                <a:lnTo>
                  <a:pt x="843773" y="10388"/>
                </a:lnTo>
                <a:lnTo>
                  <a:pt x="843856" y="10632"/>
                </a:lnTo>
                <a:lnTo>
                  <a:pt x="843946" y="10873"/>
                </a:lnTo>
                <a:lnTo>
                  <a:pt x="844045" y="11109"/>
                </a:lnTo>
                <a:lnTo>
                  <a:pt x="844152" y="11341"/>
                </a:lnTo>
                <a:lnTo>
                  <a:pt x="844266" y="11570"/>
                </a:lnTo>
                <a:lnTo>
                  <a:pt x="844388" y="11794"/>
                </a:lnTo>
                <a:lnTo>
                  <a:pt x="844519" y="12014"/>
                </a:lnTo>
                <a:lnTo>
                  <a:pt x="844657" y="12230"/>
                </a:lnTo>
                <a:lnTo>
                  <a:pt x="844803" y="12442"/>
                </a:lnTo>
                <a:lnTo>
                  <a:pt x="844957" y="12650"/>
                </a:lnTo>
                <a:lnTo>
                  <a:pt x="845119" y="12854"/>
                </a:lnTo>
                <a:lnTo>
                  <a:pt x="845288" y="13054"/>
                </a:lnTo>
                <a:lnTo>
                  <a:pt x="845466" y="13249"/>
                </a:lnTo>
                <a:lnTo>
                  <a:pt x="845651" y="13441"/>
                </a:lnTo>
                <a:lnTo>
                  <a:pt x="845843" y="13626"/>
                </a:lnTo>
                <a:lnTo>
                  <a:pt x="846039" y="13804"/>
                </a:lnTo>
                <a:lnTo>
                  <a:pt x="846239" y="13974"/>
                </a:lnTo>
                <a:lnTo>
                  <a:pt x="846442" y="14136"/>
                </a:lnTo>
                <a:lnTo>
                  <a:pt x="846650" y="14290"/>
                </a:lnTo>
                <a:lnTo>
                  <a:pt x="846862" y="14436"/>
                </a:lnTo>
                <a:lnTo>
                  <a:pt x="847078" y="14574"/>
                </a:lnTo>
                <a:lnTo>
                  <a:pt x="847298" y="14704"/>
                </a:lnTo>
                <a:lnTo>
                  <a:pt x="847523" y="14826"/>
                </a:lnTo>
                <a:lnTo>
                  <a:pt x="847751" y="14941"/>
                </a:lnTo>
                <a:lnTo>
                  <a:pt x="847983" y="15047"/>
                </a:lnTo>
                <a:lnTo>
                  <a:pt x="848219" y="15146"/>
                </a:lnTo>
                <a:lnTo>
                  <a:pt x="848460" y="15237"/>
                </a:lnTo>
                <a:lnTo>
                  <a:pt x="848704" y="15320"/>
                </a:lnTo>
                <a:lnTo>
                  <a:pt x="848953" y="15395"/>
                </a:lnTo>
                <a:lnTo>
                  <a:pt x="849205" y="15462"/>
                </a:lnTo>
                <a:lnTo>
                  <a:pt x="849462" y="15521"/>
                </a:lnTo>
                <a:lnTo>
                  <a:pt x="849723" y="15572"/>
                </a:lnTo>
                <a:lnTo>
                  <a:pt x="849987" y="15616"/>
                </a:lnTo>
                <a:lnTo>
                  <a:pt x="850256" y="15651"/>
                </a:lnTo>
                <a:lnTo>
                  <a:pt x="850529" y="15679"/>
                </a:lnTo>
                <a:lnTo>
                  <a:pt x="850806" y="15699"/>
                </a:lnTo>
                <a:lnTo>
                  <a:pt x="851087" y="15710"/>
                </a:lnTo>
                <a:lnTo>
                  <a:pt x="851372" y="15714"/>
                </a:lnTo>
                <a:lnTo>
                  <a:pt x="851646" y="15710"/>
                </a:lnTo>
                <a:lnTo>
                  <a:pt x="851917" y="15699"/>
                </a:lnTo>
                <a:lnTo>
                  <a:pt x="852184" y="15679"/>
                </a:lnTo>
                <a:lnTo>
                  <a:pt x="852448" y="15651"/>
                </a:lnTo>
                <a:close/>
                <a:moveTo>
                  <a:pt x="556837" y="89999"/>
                </a:moveTo>
                <a:lnTo>
                  <a:pt x="556306" y="89987"/>
                </a:lnTo>
                <a:lnTo>
                  <a:pt x="555790" y="89967"/>
                </a:lnTo>
                <a:lnTo>
                  <a:pt x="555287" y="89939"/>
                </a:lnTo>
                <a:lnTo>
                  <a:pt x="554798" y="89904"/>
                </a:lnTo>
                <a:lnTo>
                  <a:pt x="554323" y="89860"/>
                </a:lnTo>
                <a:lnTo>
                  <a:pt x="553862" y="89809"/>
                </a:lnTo>
                <a:lnTo>
                  <a:pt x="553414" y="89750"/>
                </a:lnTo>
                <a:lnTo>
                  <a:pt x="552981" y="89683"/>
                </a:lnTo>
                <a:lnTo>
                  <a:pt x="552561" y="89608"/>
                </a:lnTo>
                <a:lnTo>
                  <a:pt x="552156" y="89525"/>
                </a:lnTo>
                <a:lnTo>
                  <a:pt x="551764" y="89434"/>
                </a:lnTo>
                <a:lnTo>
                  <a:pt x="551386" y="89335"/>
                </a:lnTo>
                <a:lnTo>
                  <a:pt x="551022" y="89229"/>
                </a:lnTo>
                <a:lnTo>
                  <a:pt x="550672" y="89114"/>
                </a:lnTo>
                <a:lnTo>
                  <a:pt x="550336" y="88992"/>
                </a:lnTo>
                <a:lnTo>
                  <a:pt x="550013" y="88862"/>
                </a:lnTo>
                <a:lnTo>
                  <a:pt x="549705" y="88724"/>
                </a:lnTo>
                <a:lnTo>
                  <a:pt x="549410" y="88578"/>
                </a:lnTo>
                <a:lnTo>
                  <a:pt x="549129" y="88424"/>
                </a:lnTo>
                <a:lnTo>
                  <a:pt x="548862" y="88262"/>
                </a:lnTo>
                <a:lnTo>
                  <a:pt x="548609" y="88092"/>
                </a:lnTo>
                <a:lnTo>
                  <a:pt x="548370" y="87915"/>
                </a:lnTo>
                <a:lnTo>
                  <a:pt x="548145" y="87729"/>
                </a:lnTo>
                <a:lnTo>
                  <a:pt x="547931" y="87532"/>
                </a:lnTo>
                <a:lnTo>
                  <a:pt x="547726" y="87321"/>
                </a:lnTo>
                <a:lnTo>
                  <a:pt x="547531" y="87095"/>
                </a:lnTo>
                <a:lnTo>
                  <a:pt x="547344" y="86854"/>
                </a:lnTo>
                <a:lnTo>
                  <a:pt x="547167" y="86599"/>
                </a:lnTo>
                <a:lnTo>
                  <a:pt x="546999" y="86330"/>
                </a:lnTo>
                <a:lnTo>
                  <a:pt x="546840" y="86045"/>
                </a:lnTo>
                <a:lnTo>
                  <a:pt x="546690" y="85746"/>
                </a:lnTo>
                <a:lnTo>
                  <a:pt x="546549" y="85433"/>
                </a:lnTo>
                <a:lnTo>
                  <a:pt x="546417" y="85105"/>
                </a:lnTo>
                <a:lnTo>
                  <a:pt x="546294" y="84762"/>
                </a:lnTo>
                <a:lnTo>
                  <a:pt x="546181" y="84405"/>
                </a:lnTo>
                <a:lnTo>
                  <a:pt x="546076" y="84033"/>
                </a:lnTo>
                <a:lnTo>
                  <a:pt x="545981" y="83646"/>
                </a:lnTo>
                <a:lnTo>
                  <a:pt x="545894" y="83245"/>
                </a:lnTo>
                <a:lnTo>
                  <a:pt x="545817" y="82829"/>
                </a:lnTo>
                <a:lnTo>
                  <a:pt x="545749" y="82399"/>
                </a:lnTo>
                <a:lnTo>
                  <a:pt x="545690" y="81954"/>
                </a:lnTo>
                <a:lnTo>
                  <a:pt x="545640" y="81494"/>
                </a:lnTo>
                <a:lnTo>
                  <a:pt x="545599" y="81020"/>
                </a:lnTo>
                <a:lnTo>
                  <a:pt x="545567" y="80532"/>
                </a:lnTo>
                <a:lnTo>
                  <a:pt x="545544" y="80028"/>
                </a:lnTo>
                <a:lnTo>
                  <a:pt x="545531" y="79510"/>
                </a:lnTo>
                <a:lnTo>
                  <a:pt x="545526" y="78978"/>
                </a:lnTo>
                <a:lnTo>
                  <a:pt x="545526" y="40247"/>
                </a:lnTo>
                <a:lnTo>
                  <a:pt x="565651" y="40247"/>
                </a:lnTo>
                <a:lnTo>
                  <a:pt x="565651" y="30461"/>
                </a:lnTo>
                <a:lnTo>
                  <a:pt x="545526" y="30461"/>
                </a:lnTo>
                <a:lnTo>
                  <a:pt x="545526" y="13645"/>
                </a:lnTo>
                <a:lnTo>
                  <a:pt x="535465" y="13645"/>
                </a:lnTo>
                <a:lnTo>
                  <a:pt x="533949" y="30461"/>
                </a:lnTo>
                <a:lnTo>
                  <a:pt x="521820" y="30461"/>
                </a:lnTo>
                <a:lnTo>
                  <a:pt x="521820" y="40247"/>
                </a:lnTo>
                <a:lnTo>
                  <a:pt x="533949" y="40247"/>
                </a:lnTo>
                <a:lnTo>
                  <a:pt x="533949" y="78978"/>
                </a:lnTo>
                <a:lnTo>
                  <a:pt x="533953" y="79627"/>
                </a:lnTo>
                <a:lnTo>
                  <a:pt x="533965" y="80265"/>
                </a:lnTo>
                <a:lnTo>
                  <a:pt x="533986" y="80891"/>
                </a:lnTo>
                <a:lnTo>
                  <a:pt x="534016" y="81506"/>
                </a:lnTo>
                <a:lnTo>
                  <a:pt x="534053" y="82110"/>
                </a:lnTo>
                <a:lnTo>
                  <a:pt x="534099" y="82703"/>
                </a:lnTo>
                <a:lnTo>
                  <a:pt x="534154" y="83285"/>
                </a:lnTo>
                <a:lnTo>
                  <a:pt x="534217" y="83855"/>
                </a:lnTo>
                <a:lnTo>
                  <a:pt x="534288" y="84414"/>
                </a:lnTo>
                <a:lnTo>
                  <a:pt x="534367" y="84962"/>
                </a:lnTo>
                <a:lnTo>
                  <a:pt x="534455" y="85499"/>
                </a:lnTo>
                <a:lnTo>
                  <a:pt x="534552" y="86024"/>
                </a:lnTo>
                <a:lnTo>
                  <a:pt x="534656" y="86538"/>
                </a:lnTo>
                <a:lnTo>
                  <a:pt x="534769" y="87041"/>
                </a:lnTo>
                <a:lnTo>
                  <a:pt x="534891" y="87533"/>
                </a:lnTo>
                <a:lnTo>
                  <a:pt x="535021" y="88013"/>
                </a:lnTo>
                <a:lnTo>
                  <a:pt x="535159" y="88482"/>
                </a:lnTo>
                <a:lnTo>
                  <a:pt x="535305" y="88940"/>
                </a:lnTo>
                <a:lnTo>
                  <a:pt x="535460" y="89387"/>
                </a:lnTo>
                <a:lnTo>
                  <a:pt x="535624" y="89822"/>
                </a:lnTo>
                <a:lnTo>
                  <a:pt x="535795" y="90246"/>
                </a:lnTo>
                <a:lnTo>
                  <a:pt x="535976" y="90659"/>
                </a:lnTo>
                <a:lnTo>
                  <a:pt x="536164" y="91061"/>
                </a:lnTo>
                <a:lnTo>
                  <a:pt x="536361" y="91452"/>
                </a:lnTo>
                <a:lnTo>
                  <a:pt x="536566" y="91832"/>
                </a:lnTo>
                <a:lnTo>
                  <a:pt x="536778" y="92202"/>
                </a:lnTo>
                <a:lnTo>
                  <a:pt x="536997" y="92564"/>
                </a:lnTo>
                <a:lnTo>
                  <a:pt x="537224" y="92916"/>
                </a:lnTo>
                <a:lnTo>
                  <a:pt x="537459" y="93258"/>
                </a:lnTo>
                <a:lnTo>
                  <a:pt x="537701" y="93592"/>
                </a:lnTo>
                <a:lnTo>
                  <a:pt x="537950" y="93916"/>
                </a:lnTo>
                <a:lnTo>
                  <a:pt x="538206" y="94231"/>
                </a:lnTo>
                <a:lnTo>
                  <a:pt x="538471" y="94536"/>
                </a:lnTo>
                <a:lnTo>
                  <a:pt x="538742" y="94832"/>
                </a:lnTo>
                <a:lnTo>
                  <a:pt x="539021" y="95119"/>
                </a:lnTo>
                <a:lnTo>
                  <a:pt x="539307" y="95396"/>
                </a:lnTo>
                <a:lnTo>
                  <a:pt x="539601" y="95665"/>
                </a:lnTo>
                <a:lnTo>
                  <a:pt x="539902" y="95923"/>
                </a:lnTo>
                <a:lnTo>
                  <a:pt x="540211" y="96173"/>
                </a:lnTo>
                <a:lnTo>
                  <a:pt x="540527" y="96413"/>
                </a:lnTo>
                <a:lnTo>
                  <a:pt x="540850" y="96644"/>
                </a:lnTo>
                <a:lnTo>
                  <a:pt x="541181" y="96865"/>
                </a:lnTo>
                <a:lnTo>
                  <a:pt x="541519" y="97077"/>
                </a:lnTo>
                <a:lnTo>
                  <a:pt x="541865" y="97280"/>
                </a:lnTo>
                <a:lnTo>
                  <a:pt x="542218" y="97474"/>
                </a:lnTo>
                <a:lnTo>
                  <a:pt x="542579" y="97658"/>
                </a:lnTo>
                <a:lnTo>
                  <a:pt x="542947" y="97833"/>
                </a:lnTo>
                <a:lnTo>
                  <a:pt x="543322" y="97998"/>
                </a:lnTo>
                <a:lnTo>
                  <a:pt x="543704" y="98156"/>
                </a:lnTo>
                <a:lnTo>
                  <a:pt x="544092" y="98307"/>
                </a:lnTo>
                <a:lnTo>
                  <a:pt x="544485" y="98450"/>
                </a:lnTo>
                <a:lnTo>
                  <a:pt x="544884" y="98588"/>
                </a:lnTo>
                <a:lnTo>
                  <a:pt x="545289" y="98718"/>
                </a:lnTo>
                <a:lnTo>
                  <a:pt x="545700" y="98842"/>
                </a:lnTo>
                <a:lnTo>
                  <a:pt x="546116" y="98959"/>
                </a:lnTo>
                <a:lnTo>
                  <a:pt x="546538" y="99070"/>
                </a:lnTo>
                <a:lnTo>
                  <a:pt x="546966" y="99174"/>
                </a:lnTo>
                <a:lnTo>
                  <a:pt x="547400" y="99271"/>
                </a:lnTo>
                <a:lnTo>
                  <a:pt x="547839" y="99361"/>
                </a:lnTo>
                <a:lnTo>
                  <a:pt x="548284" y="99445"/>
                </a:lnTo>
                <a:lnTo>
                  <a:pt x="548735" y="99522"/>
                </a:lnTo>
                <a:lnTo>
                  <a:pt x="549192" y="99592"/>
                </a:lnTo>
                <a:lnTo>
                  <a:pt x="549654" y="99656"/>
                </a:lnTo>
                <a:lnTo>
                  <a:pt x="550122" y="99713"/>
                </a:lnTo>
                <a:lnTo>
                  <a:pt x="550596" y="99763"/>
                </a:lnTo>
                <a:lnTo>
                  <a:pt x="551075" y="99806"/>
                </a:lnTo>
                <a:lnTo>
                  <a:pt x="551561" y="99843"/>
                </a:lnTo>
                <a:lnTo>
                  <a:pt x="552052" y="99873"/>
                </a:lnTo>
                <a:lnTo>
                  <a:pt x="552549" y="99897"/>
                </a:lnTo>
                <a:lnTo>
                  <a:pt x="553051" y="99914"/>
                </a:lnTo>
                <a:lnTo>
                  <a:pt x="553559" y="99924"/>
                </a:lnTo>
                <a:lnTo>
                  <a:pt x="554073" y="99927"/>
                </a:lnTo>
                <a:lnTo>
                  <a:pt x="564822" y="99927"/>
                </a:lnTo>
                <a:lnTo>
                  <a:pt x="564822" y="90002"/>
                </a:lnTo>
                <a:lnTo>
                  <a:pt x="557381" y="90002"/>
                </a:lnTo>
                <a:lnTo>
                  <a:pt x="556837" y="89999"/>
                </a:lnTo>
                <a:close/>
                <a:moveTo>
                  <a:pt x="610866" y="89999"/>
                </a:moveTo>
                <a:lnTo>
                  <a:pt x="610335" y="89987"/>
                </a:lnTo>
                <a:lnTo>
                  <a:pt x="609819" y="89967"/>
                </a:lnTo>
                <a:lnTo>
                  <a:pt x="609316" y="89939"/>
                </a:lnTo>
                <a:lnTo>
                  <a:pt x="608827" y="89904"/>
                </a:lnTo>
                <a:lnTo>
                  <a:pt x="608352" y="89860"/>
                </a:lnTo>
                <a:lnTo>
                  <a:pt x="607891" y="89809"/>
                </a:lnTo>
                <a:lnTo>
                  <a:pt x="607444" y="89750"/>
                </a:lnTo>
                <a:lnTo>
                  <a:pt x="607010" y="89683"/>
                </a:lnTo>
                <a:lnTo>
                  <a:pt x="606591" y="89608"/>
                </a:lnTo>
                <a:lnTo>
                  <a:pt x="606185" y="89525"/>
                </a:lnTo>
                <a:lnTo>
                  <a:pt x="605793" y="89434"/>
                </a:lnTo>
                <a:lnTo>
                  <a:pt x="605415" y="89335"/>
                </a:lnTo>
                <a:lnTo>
                  <a:pt x="605051" y="89229"/>
                </a:lnTo>
                <a:lnTo>
                  <a:pt x="604701" y="89114"/>
                </a:lnTo>
                <a:lnTo>
                  <a:pt x="604365" y="88992"/>
                </a:lnTo>
                <a:lnTo>
                  <a:pt x="604042" y="88862"/>
                </a:lnTo>
                <a:lnTo>
                  <a:pt x="603734" y="88724"/>
                </a:lnTo>
                <a:lnTo>
                  <a:pt x="603439" y="88578"/>
                </a:lnTo>
                <a:lnTo>
                  <a:pt x="603158" y="88424"/>
                </a:lnTo>
                <a:lnTo>
                  <a:pt x="602891" y="88262"/>
                </a:lnTo>
                <a:lnTo>
                  <a:pt x="602638" y="88092"/>
                </a:lnTo>
                <a:lnTo>
                  <a:pt x="602399" y="87915"/>
                </a:lnTo>
                <a:lnTo>
                  <a:pt x="602174" y="87729"/>
                </a:lnTo>
                <a:lnTo>
                  <a:pt x="601960" y="87532"/>
                </a:lnTo>
                <a:lnTo>
                  <a:pt x="601755" y="87321"/>
                </a:lnTo>
                <a:lnTo>
                  <a:pt x="601560" y="87095"/>
                </a:lnTo>
                <a:lnTo>
                  <a:pt x="601374" y="86854"/>
                </a:lnTo>
                <a:lnTo>
                  <a:pt x="601196" y="86599"/>
                </a:lnTo>
                <a:lnTo>
                  <a:pt x="601028" y="86330"/>
                </a:lnTo>
                <a:lnTo>
                  <a:pt x="600869" y="86045"/>
                </a:lnTo>
                <a:lnTo>
                  <a:pt x="600719" y="85746"/>
                </a:lnTo>
                <a:lnTo>
                  <a:pt x="600578" y="85433"/>
                </a:lnTo>
                <a:lnTo>
                  <a:pt x="600446" y="85105"/>
                </a:lnTo>
                <a:lnTo>
                  <a:pt x="600323" y="84762"/>
                </a:lnTo>
                <a:lnTo>
                  <a:pt x="600210" y="84405"/>
                </a:lnTo>
                <a:lnTo>
                  <a:pt x="600105" y="84033"/>
                </a:lnTo>
                <a:lnTo>
                  <a:pt x="600010" y="83646"/>
                </a:lnTo>
                <a:lnTo>
                  <a:pt x="599923" y="83245"/>
                </a:lnTo>
                <a:lnTo>
                  <a:pt x="599846" y="82829"/>
                </a:lnTo>
                <a:lnTo>
                  <a:pt x="599778" y="82399"/>
                </a:lnTo>
                <a:lnTo>
                  <a:pt x="599719" y="81954"/>
                </a:lnTo>
                <a:lnTo>
                  <a:pt x="599669" y="81494"/>
                </a:lnTo>
                <a:lnTo>
                  <a:pt x="599628" y="81020"/>
                </a:lnTo>
                <a:lnTo>
                  <a:pt x="599596" y="80532"/>
                </a:lnTo>
                <a:lnTo>
                  <a:pt x="599573" y="80028"/>
                </a:lnTo>
                <a:lnTo>
                  <a:pt x="599560" y="79510"/>
                </a:lnTo>
                <a:lnTo>
                  <a:pt x="599555" y="78978"/>
                </a:lnTo>
                <a:lnTo>
                  <a:pt x="599555" y="40247"/>
                </a:lnTo>
                <a:lnTo>
                  <a:pt x="619680" y="40247"/>
                </a:lnTo>
                <a:lnTo>
                  <a:pt x="619680" y="30461"/>
                </a:lnTo>
                <a:lnTo>
                  <a:pt x="599555" y="30461"/>
                </a:lnTo>
                <a:lnTo>
                  <a:pt x="599555" y="13645"/>
                </a:lnTo>
                <a:lnTo>
                  <a:pt x="589494" y="13645"/>
                </a:lnTo>
                <a:lnTo>
                  <a:pt x="587978" y="30461"/>
                </a:lnTo>
                <a:lnTo>
                  <a:pt x="575849" y="30461"/>
                </a:lnTo>
                <a:lnTo>
                  <a:pt x="575849" y="40247"/>
                </a:lnTo>
                <a:lnTo>
                  <a:pt x="587978" y="40247"/>
                </a:lnTo>
                <a:lnTo>
                  <a:pt x="587978" y="78978"/>
                </a:lnTo>
                <a:lnTo>
                  <a:pt x="587982" y="79627"/>
                </a:lnTo>
                <a:lnTo>
                  <a:pt x="587994" y="80265"/>
                </a:lnTo>
                <a:lnTo>
                  <a:pt x="588015" y="80891"/>
                </a:lnTo>
                <a:lnTo>
                  <a:pt x="588045" y="81506"/>
                </a:lnTo>
                <a:lnTo>
                  <a:pt x="588082" y="82110"/>
                </a:lnTo>
                <a:lnTo>
                  <a:pt x="588128" y="82703"/>
                </a:lnTo>
                <a:lnTo>
                  <a:pt x="588183" y="83285"/>
                </a:lnTo>
                <a:lnTo>
                  <a:pt x="588246" y="83855"/>
                </a:lnTo>
                <a:lnTo>
                  <a:pt x="588317" y="84414"/>
                </a:lnTo>
                <a:lnTo>
                  <a:pt x="588396" y="84962"/>
                </a:lnTo>
                <a:lnTo>
                  <a:pt x="588484" y="85499"/>
                </a:lnTo>
                <a:lnTo>
                  <a:pt x="588581" y="86024"/>
                </a:lnTo>
                <a:lnTo>
                  <a:pt x="588685" y="86538"/>
                </a:lnTo>
                <a:lnTo>
                  <a:pt x="588798" y="87041"/>
                </a:lnTo>
                <a:lnTo>
                  <a:pt x="588920" y="87533"/>
                </a:lnTo>
                <a:lnTo>
                  <a:pt x="589050" y="88013"/>
                </a:lnTo>
                <a:lnTo>
                  <a:pt x="589188" y="88482"/>
                </a:lnTo>
                <a:lnTo>
                  <a:pt x="589335" y="88940"/>
                </a:lnTo>
                <a:lnTo>
                  <a:pt x="589489" y="89387"/>
                </a:lnTo>
                <a:lnTo>
                  <a:pt x="589653" y="89822"/>
                </a:lnTo>
                <a:lnTo>
                  <a:pt x="589824" y="90246"/>
                </a:lnTo>
                <a:lnTo>
                  <a:pt x="590005" y="90659"/>
                </a:lnTo>
                <a:lnTo>
                  <a:pt x="590193" y="91061"/>
                </a:lnTo>
                <a:lnTo>
                  <a:pt x="590390" y="91452"/>
                </a:lnTo>
                <a:lnTo>
                  <a:pt x="590595" y="91832"/>
                </a:lnTo>
                <a:lnTo>
                  <a:pt x="590807" y="92202"/>
                </a:lnTo>
                <a:lnTo>
                  <a:pt x="591026" y="92564"/>
                </a:lnTo>
                <a:lnTo>
                  <a:pt x="591253" y="92916"/>
                </a:lnTo>
                <a:lnTo>
                  <a:pt x="591488" y="93258"/>
                </a:lnTo>
                <a:lnTo>
                  <a:pt x="591730" y="93592"/>
                </a:lnTo>
                <a:lnTo>
                  <a:pt x="591979" y="93916"/>
                </a:lnTo>
                <a:lnTo>
                  <a:pt x="592235" y="94231"/>
                </a:lnTo>
                <a:lnTo>
                  <a:pt x="592500" y="94536"/>
                </a:lnTo>
                <a:lnTo>
                  <a:pt x="592771" y="94832"/>
                </a:lnTo>
                <a:lnTo>
                  <a:pt x="593050" y="95119"/>
                </a:lnTo>
                <a:lnTo>
                  <a:pt x="593336" y="95396"/>
                </a:lnTo>
                <a:lnTo>
                  <a:pt x="593630" y="95665"/>
                </a:lnTo>
                <a:lnTo>
                  <a:pt x="593931" y="95923"/>
                </a:lnTo>
                <a:lnTo>
                  <a:pt x="594240" y="96173"/>
                </a:lnTo>
                <a:lnTo>
                  <a:pt x="594556" y="96413"/>
                </a:lnTo>
                <a:lnTo>
                  <a:pt x="594879" y="96644"/>
                </a:lnTo>
                <a:lnTo>
                  <a:pt x="595210" y="96865"/>
                </a:lnTo>
                <a:lnTo>
                  <a:pt x="595548" y="97077"/>
                </a:lnTo>
                <a:lnTo>
                  <a:pt x="595894" y="97280"/>
                </a:lnTo>
                <a:lnTo>
                  <a:pt x="596247" y="97474"/>
                </a:lnTo>
                <a:lnTo>
                  <a:pt x="596608" y="97658"/>
                </a:lnTo>
                <a:lnTo>
                  <a:pt x="596976" y="97833"/>
                </a:lnTo>
                <a:lnTo>
                  <a:pt x="597351" y="97998"/>
                </a:lnTo>
                <a:lnTo>
                  <a:pt x="597733" y="98156"/>
                </a:lnTo>
                <a:lnTo>
                  <a:pt x="598121" y="98307"/>
                </a:lnTo>
                <a:lnTo>
                  <a:pt x="598514" y="98450"/>
                </a:lnTo>
                <a:lnTo>
                  <a:pt x="598913" y="98588"/>
                </a:lnTo>
                <a:lnTo>
                  <a:pt x="599318" y="98718"/>
                </a:lnTo>
                <a:lnTo>
                  <a:pt x="599729" y="98842"/>
                </a:lnTo>
                <a:lnTo>
                  <a:pt x="600145" y="98959"/>
                </a:lnTo>
                <a:lnTo>
                  <a:pt x="600568" y="99070"/>
                </a:lnTo>
                <a:lnTo>
                  <a:pt x="600995" y="99174"/>
                </a:lnTo>
                <a:lnTo>
                  <a:pt x="601429" y="99271"/>
                </a:lnTo>
                <a:lnTo>
                  <a:pt x="601868" y="99361"/>
                </a:lnTo>
                <a:lnTo>
                  <a:pt x="602313" y="99445"/>
                </a:lnTo>
                <a:lnTo>
                  <a:pt x="602764" y="99522"/>
                </a:lnTo>
                <a:lnTo>
                  <a:pt x="603221" y="99592"/>
                </a:lnTo>
                <a:lnTo>
                  <a:pt x="603683" y="99656"/>
                </a:lnTo>
                <a:lnTo>
                  <a:pt x="604151" y="99713"/>
                </a:lnTo>
                <a:lnTo>
                  <a:pt x="604625" y="99763"/>
                </a:lnTo>
                <a:lnTo>
                  <a:pt x="605105" y="99806"/>
                </a:lnTo>
                <a:lnTo>
                  <a:pt x="605590" y="99843"/>
                </a:lnTo>
                <a:lnTo>
                  <a:pt x="606081" y="99873"/>
                </a:lnTo>
                <a:lnTo>
                  <a:pt x="606578" y="99897"/>
                </a:lnTo>
                <a:lnTo>
                  <a:pt x="607080" y="99914"/>
                </a:lnTo>
                <a:lnTo>
                  <a:pt x="607588" y="99924"/>
                </a:lnTo>
                <a:lnTo>
                  <a:pt x="608102" y="99927"/>
                </a:lnTo>
                <a:lnTo>
                  <a:pt x="618851" y="99927"/>
                </a:lnTo>
                <a:lnTo>
                  <a:pt x="618851" y="90002"/>
                </a:lnTo>
                <a:lnTo>
                  <a:pt x="611410" y="90002"/>
                </a:lnTo>
                <a:lnTo>
                  <a:pt x="610866" y="89999"/>
                </a:lnTo>
                <a:close/>
                <a:moveTo>
                  <a:pt x="819977" y="89987"/>
                </a:moveTo>
                <a:lnTo>
                  <a:pt x="819460" y="89967"/>
                </a:lnTo>
                <a:lnTo>
                  <a:pt x="818957" y="89939"/>
                </a:lnTo>
                <a:lnTo>
                  <a:pt x="818468" y="89904"/>
                </a:lnTo>
                <a:lnTo>
                  <a:pt x="817993" y="89860"/>
                </a:lnTo>
                <a:lnTo>
                  <a:pt x="817532" y="89809"/>
                </a:lnTo>
                <a:lnTo>
                  <a:pt x="817085" y="89750"/>
                </a:lnTo>
                <a:lnTo>
                  <a:pt x="816651" y="89683"/>
                </a:lnTo>
                <a:lnTo>
                  <a:pt x="816232" y="89608"/>
                </a:lnTo>
                <a:lnTo>
                  <a:pt x="815826" y="89525"/>
                </a:lnTo>
                <a:lnTo>
                  <a:pt x="815434" y="89434"/>
                </a:lnTo>
                <a:lnTo>
                  <a:pt x="815056" y="89335"/>
                </a:lnTo>
                <a:lnTo>
                  <a:pt x="814692" y="89229"/>
                </a:lnTo>
                <a:lnTo>
                  <a:pt x="814342" y="89114"/>
                </a:lnTo>
                <a:lnTo>
                  <a:pt x="814006" y="88992"/>
                </a:lnTo>
                <a:lnTo>
                  <a:pt x="813683" y="88862"/>
                </a:lnTo>
                <a:lnTo>
                  <a:pt x="813375" y="88724"/>
                </a:lnTo>
                <a:lnTo>
                  <a:pt x="813080" y="88578"/>
                </a:lnTo>
                <a:lnTo>
                  <a:pt x="812799" y="88424"/>
                </a:lnTo>
                <a:lnTo>
                  <a:pt x="812532" y="88262"/>
                </a:lnTo>
                <a:lnTo>
                  <a:pt x="812279" y="88092"/>
                </a:lnTo>
                <a:lnTo>
                  <a:pt x="812040" y="87915"/>
                </a:lnTo>
                <a:lnTo>
                  <a:pt x="811815" y="87729"/>
                </a:lnTo>
                <a:lnTo>
                  <a:pt x="811601" y="87532"/>
                </a:lnTo>
                <a:lnTo>
                  <a:pt x="811396" y="87321"/>
                </a:lnTo>
                <a:lnTo>
                  <a:pt x="811201" y="87095"/>
                </a:lnTo>
                <a:lnTo>
                  <a:pt x="811015" y="86854"/>
                </a:lnTo>
                <a:lnTo>
                  <a:pt x="810837" y="86599"/>
                </a:lnTo>
                <a:lnTo>
                  <a:pt x="810669" y="86330"/>
                </a:lnTo>
                <a:lnTo>
                  <a:pt x="810510" y="86045"/>
                </a:lnTo>
                <a:lnTo>
                  <a:pt x="810360" y="85746"/>
                </a:lnTo>
                <a:lnTo>
                  <a:pt x="810219" y="85433"/>
                </a:lnTo>
                <a:lnTo>
                  <a:pt x="810087" y="85105"/>
                </a:lnTo>
                <a:lnTo>
                  <a:pt x="809965" y="84762"/>
                </a:lnTo>
                <a:lnTo>
                  <a:pt x="809851" y="84405"/>
                </a:lnTo>
                <a:lnTo>
                  <a:pt x="809746" y="84033"/>
                </a:lnTo>
                <a:lnTo>
                  <a:pt x="809651" y="83646"/>
                </a:lnTo>
                <a:lnTo>
                  <a:pt x="809564" y="83245"/>
                </a:lnTo>
                <a:lnTo>
                  <a:pt x="809487" y="82829"/>
                </a:lnTo>
                <a:lnTo>
                  <a:pt x="809419" y="82399"/>
                </a:lnTo>
                <a:lnTo>
                  <a:pt x="809360" y="81954"/>
                </a:lnTo>
                <a:lnTo>
                  <a:pt x="809310" y="81494"/>
                </a:lnTo>
                <a:lnTo>
                  <a:pt x="809269" y="81020"/>
                </a:lnTo>
                <a:lnTo>
                  <a:pt x="809237" y="80532"/>
                </a:lnTo>
                <a:lnTo>
                  <a:pt x="809214" y="80028"/>
                </a:lnTo>
                <a:lnTo>
                  <a:pt x="809201" y="79510"/>
                </a:lnTo>
                <a:lnTo>
                  <a:pt x="809196" y="78978"/>
                </a:lnTo>
                <a:lnTo>
                  <a:pt x="809196" y="40247"/>
                </a:lnTo>
                <a:lnTo>
                  <a:pt x="829321" y="40247"/>
                </a:lnTo>
                <a:lnTo>
                  <a:pt x="829321" y="30461"/>
                </a:lnTo>
                <a:lnTo>
                  <a:pt x="809196" y="30461"/>
                </a:lnTo>
                <a:lnTo>
                  <a:pt x="809196" y="13645"/>
                </a:lnTo>
                <a:lnTo>
                  <a:pt x="799135" y="13645"/>
                </a:lnTo>
                <a:lnTo>
                  <a:pt x="797619" y="30461"/>
                </a:lnTo>
                <a:lnTo>
                  <a:pt x="785490" y="30461"/>
                </a:lnTo>
                <a:lnTo>
                  <a:pt x="785490" y="40247"/>
                </a:lnTo>
                <a:lnTo>
                  <a:pt x="797619" y="40247"/>
                </a:lnTo>
                <a:lnTo>
                  <a:pt x="797619" y="78978"/>
                </a:lnTo>
                <a:lnTo>
                  <a:pt x="797623" y="79627"/>
                </a:lnTo>
                <a:lnTo>
                  <a:pt x="797635" y="80265"/>
                </a:lnTo>
                <a:lnTo>
                  <a:pt x="797656" y="80891"/>
                </a:lnTo>
                <a:lnTo>
                  <a:pt x="797686" y="81506"/>
                </a:lnTo>
                <a:lnTo>
                  <a:pt x="797723" y="82110"/>
                </a:lnTo>
                <a:lnTo>
                  <a:pt x="797769" y="82703"/>
                </a:lnTo>
                <a:lnTo>
                  <a:pt x="797824" y="83285"/>
                </a:lnTo>
                <a:lnTo>
                  <a:pt x="797887" y="83855"/>
                </a:lnTo>
                <a:lnTo>
                  <a:pt x="797958" y="84414"/>
                </a:lnTo>
                <a:lnTo>
                  <a:pt x="798037" y="84962"/>
                </a:lnTo>
                <a:lnTo>
                  <a:pt x="798125" y="85499"/>
                </a:lnTo>
                <a:lnTo>
                  <a:pt x="798222" y="86024"/>
                </a:lnTo>
                <a:lnTo>
                  <a:pt x="798326" y="86538"/>
                </a:lnTo>
                <a:lnTo>
                  <a:pt x="798440" y="87041"/>
                </a:lnTo>
                <a:lnTo>
                  <a:pt x="798561" y="87533"/>
                </a:lnTo>
                <a:lnTo>
                  <a:pt x="798691" y="88013"/>
                </a:lnTo>
                <a:lnTo>
                  <a:pt x="798829" y="88482"/>
                </a:lnTo>
                <a:lnTo>
                  <a:pt x="798976" y="88940"/>
                </a:lnTo>
                <a:lnTo>
                  <a:pt x="799131" y="89387"/>
                </a:lnTo>
                <a:lnTo>
                  <a:pt x="799294" y="89822"/>
                </a:lnTo>
                <a:lnTo>
                  <a:pt x="799466" y="90246"/>
                </a:lnTo>
                <a:lnTo>
                  <a:pt x="799646" y="90659"/>
                </a:lnTo>
                <a:lnTo>
                  <a:pt x="799834" y="91061"/>
                </a:lnTo>
                <a:lnTo>
                  <a:pt x="800031" y="91452"/>
                </a:lnTo>
                <a:lnTo>
                  <a:pt x="800236" y="91832"/>
                </a:lnTo>
                <a:lnTo>
                  <a:pt x="800448" y="92202"/>
                </a:lnTo>
                <a:lnTo>
                  <a:pt x="800667" y="92564"/>
                </a:lnTo>
                <a:lnTo>
                  <a:pt x="800894" y="92916"/>
                </a:lnTo>
                <a:lnTo>
                  <a:pt x="801129" y="93258"/>
                </a:lnTo>
                <a:lnTo>
                  <a:pt x="801371" y="93592"/>
                </a:lnTo>
                <a:lnTo>
                  <a:pt x="801620" y="93916"/>
                </a:lnTo>
                <a:lnTo>
                  <a:pt x="801877" y="94231"/>
                </a:lnTo>
                <a:lnTo>
                  <a:pt x="802141" y="94536"/>
                </a:lnTo>
                <a:lnTo>
                  <a:pt x="802412" y="94832"/>
                </a:lnTo>
                <a:lnTo>
                  <a:pt x="802691" y="95119"/>
                </a:lnTo>
                <a:lnTo>
                  <a:pt x="802977" y="95396"/>
                </a:lnTo>
                <a:lnTo>
                  <a:pt x="803271" y="95665"/>
                </a:lnTo>
                <a:lnTo>
                  <a:pt x="803572" y="95923"/>
                </a:lnTo>
                <a:lnTo>
                  <a:pt x="803881" y="96173"/>
                </a:lnTo>
                <a:lnTo>
                  <a:pt x="804197" y="96413"/>
                </a:lnTo>
                <a:lnTo>
                  <a:pt x="804520" y="96644"/>
                </a:lnTo>
                <a:lnTo>
                  <a:pt x="804851" y="96865"/>
                </a:lnTo>
                <a:lnTo>
                  <a:pt x="805190" y="97077"/>
                </a:lnTo>
                <a:lnTo>
                  <a:pt x="805535" y="97280"/>
                </a:lnTo>
                <a:lnTo>
                  <a:pt x="805888" y="97474"/>
                </a:lnTo>
                <a:lnTo>
                  <a:pt x="806249" y="97658"/>
                </a:lnTo>
                <a:lnTo>
                  <a:pt x="806617" y="97833"/>
                </a:lnTo>
                <a:lnTo>
                  <a:pt x="806992" y="97998"/>
                </a:lnTo>
                <a:lnTo>
                  <a:pt x="807374" y="98156"/>
                </a:lnTo>
                <a:lnTo>
                  <a:pt x="807762" y="98307"/>
                </a:lnTo>
                <a:lnTo>
                  <a:pt x="808155" y="98450"/>
                </a:lnTo>
                <a:lnTo>
                  <a:pt x="808554" y="98588"/>
                </a:lnTo>
                <a:lnTo>
                  <a:pt x="808959" y="98718"/>
                </a:lnTo>
                <a:lnTo>
                  <a:pt x="809370" y="98842"/>
                </a:lnTo>
                <a:lnTo>
                  <a:pt x="809786" y="98959"/>
                </a:lnTo>
                <a:lnTo>
                  <a:pt x="810209" y="99070"/>
                </a:lnTo>
                <a:lnTo>
                  <a:pt x="810636" y="99174"/>
                </a:lnTo>
                <a:lnTo>
                  <a:pt x="811070" y="99271"/>
                </a:lnTo>
                <a:lnTo>
                  <a:pt x="811509" y="99361"/>
                </a:lnTo>
                <a:lnTo>
                  <a:pt x="811954" y="99445"/>
                </a:lnTo>
                <a:lnTo>
                  <a:pt x="812405" y="99522"/>
                </a:lnTo>
                <a:lnTo>
                  <a:pt x="812862" y="99592"/>
                </a:lnTo>
                <a:lnTo>
                  <a:pt x="813324" y="99656"/>
                </a:lnTo>
                <a:lnTo>
                  <a:pt x="813792" y="99713"/>
                </a:lnTo>
                <a:lnTo>
                  <a:pt x="814266" y="99763"/>
                </a:lnTo>
                <a:lnTo>
                  <a:pt x="814746" y="99806"/>
                </a:lnTo>
                <a:lnTo>
                  <a:pt x="815231" y="99843"/>
                </a:lnTo>
                <a:lnTo>
                  <a:pt x="815722" y="99873"/>
                </a:lnTo>
                <a:lnTo>
                  <a:pt x="816219" y="99897"/>
                </a:lnTo>
                <a:lnTo>
                  <a:pt x="816721" y="99914"/>
                </a:lnTo>
                <a:lnTo>
                  <a:pt x="817229" y="99924"/>
                </a:lnTo>
                <a:lnTo>
                  <a:pt x="817743" y="99927"/>
                </a:lnTo>
                <a:lnTo>
                  <a:pt x="828492" y="99927"/>
                </a:lnTo>
                <a:lnTo>
                  <a:pt x="828492" y="90002"/>
                </a:lnTo>
                <a:lnTo>
                  <a:pt x="821051" y="90002"/>
                </a:lnTo>
                <a:lnTo>
                  <a:pt x="820507" y="89999"/>
                </a:lnTo>
                <a:lnTo>
                  <a:pt x="819977" y="89987"/>
                </a:lnTo>
                <a:close/>
                <a:moveTo>
                  <a:pt x="722935" y="61560"/>
                </a:moveTo>
                <a:lnTo>
                  <a:pt x="722958" y="60927"/>
                </a:lnTo>
                <a:lnTo>
                  <a:pt x="722991" y="60303"/>
                </a:lnTo>
                <a:lnTo>
                  <a:pt x="723033" y="59688"/>
                </a:lnTo>
                <a:lnTo>
                  <a:pt x="723084" y="59082"/>
                </a:lnTo>
                <a:lnTo>
                  <a:pt x="723145" y="58485"/>
                </a:lnTo>
                <a:lnTo>
                  <a:pt x="723215" y="57897"/>
                </a:lnTo>
                <a:lnTo>
                  <a:pt x="723294" y="57317"/>
                </a:lnTo>
                <a:lnTo>
                  <a:pt x="723383" y="56747"/>
                </a:lnTo>
                <a:lnTo>
                  <a:pt x="723481" y="56185"/>
                </a:lnTo>
                <a:lnTo>
                  <a:pt x="723588" y="55632"/>
                </a:lnTo>
                <a:lnTo>
                  <a:pt x="723705" y="55088"/>
                </a:lnTo>
                <a:lnTo>
                  <a:pt x="723830" y="54553"/>
                </a:lnTo>
                <a:lnTo>
                  <a:pt x="723966" y="54026"/>
                </a:lnTo>
                <a:lnTo>
                  <a:pt x="724110" y="53509"/>
                </a:lnTo>
                <a:lnTo>
                  <a:pt x="724264" y="53000"/>
                </a:lnTo>
                <a:lnTo>
                  <a:pt x="724427" y="52501"/>
                </a:lnTo>
                <a:lnTo>
                  <a:pt x="724600" y="52010"/>
                </a:lnTo>
                <a:lnTo>
                  <a:pt x="724782" y="51528"/>
                </a:lnTo>
                <a:lnTo>
                  <a:pt x="724973" y="51054"/>
                </a:lnTo>
                <a:lnTo>
                  <a:pt x="725173" y="50590"/>
                </a:lnTo>
                <a:lnTo>
                  <a:pt x="725383" y="50135"/>
                </a:lnTo>
                <a:lnTo>
                  <a:pt x="725602" y="49688"/>
                </a:lnTo>
                <a:lnTo>
                  <a:pt x="725829" y="49250"/>
                </a:lnTo>
                <a:lnTo>
                  <a:pt x="726063" y="48821"/>
                </a:lnTo>
                <a:lnTo>
                  <a:pt x="726303" y="48400"/>
                </a:lnTo>
                <a:lnTo>
                  <a:pt x="726550" y="47988"/>
                </a:lnTo>
                <a:lnTo>
                  <a:pt x="726803" y="47585"/>
                </a:lnTo>
                <a:lnTo>
                  <a:pt x="727062" y="47190"/>
                </a:lnTo>
                <a:lnTo>
                  <a:pt x="727328" y="46804"/>
                </a:lnTo>
                <a:lnTo>
                  <a:pt x="727601" y="46426"/>
                </a:lnTo>
                <a:lnTo>
                  <a:pt x="727880" y="46057"/>
                </a:lnTo>
                <a:lnTo>
                  <a:pt x="728165" y="45697"/>
                </a:lnTo>
                <a:lnTo>
                  <a:pt x="728457" y="45345"/>
                </a:lnTo>
                <a:lnTo>
                  <a:pt x="728755" y="45002"/>
                </a:lnTo>
                <a:lnTo>
                  <a:pt x="729060" y="44668"/>
                </a:lnTo>
                <a:lnTo>
                  <a:pt x="729371" y="44342"/>
                </a:lnTo>
                <a:lnTo>
                  <a:pt x="729689" y="44025"/>
                </a:lnTo>
                <a:lnTo>
                  <a:pt x="730013" y="43716"/>
                </a:lnTo>
                <a:lnTo>
                  <a:pt x="730344" y="43416"/>
                </a:lnTo>
                <a:lnTo>
                  <a:pt x="730681" y="43125"/>
                </a:lnTo>
                <a:lnTo>
                  <a:pt x="731024" y="42842"/>
                </a:lnTo>
                <a:lnTo>
                  <a:pt x="731374" y="42568"/>
                </a:lnTo>
                <a:lnTo>
                  <a:pt x="731731" y="42302"/>
                </a:lnTo>
                <a:lnTo>
                  <a:pt x="732094" y="42045"/>
                </a:lnTo>
                <a:lnTo>
                  <a:pt x="732463" y="41797"/>
                </a:lnTo>
                <a:lnTo>
                  <a:pt x="732839" y="41557"/>
                </a:lnTo>
                <a:lnTo>
                  <a:pt x="733220" y="41327"/>
                </a:lnTo>
                <a:lnTo>
                  <a:pt x="733606" y="41106"/>
                </a:lnTo>
                <a:lnTo>
                  <a:pt x="733996" y="40895"/>
                </a:lnTo>
                <a:lnTo>
                  <a:pt x="734390" y="40694"/>
                </a:lnTo>
                <a:lnTo>
                  <a:pt x="734788" y="40502"/>
                </a:lnTo>
                <a:lnTo>
                  <a:pt x="735191" y="40321"/>
                </a:lnTo>
                <a:lnTo>
                  <a:pt x="735598" y="40149"/>
                </a:lnTo>
                <a:lnTo>
                  <a:pt x="736009" y="39987"/>
                </a:lnTo>
                <a:lnTo>
                  <a:pt x="736425" y="39835"/>
                </a:lnTo>
                <a:lnTo>
                  <a:pt x="736845" y="39693"/>
                </a:lnTo>
                <a:lnTo>
                  <a:pt x="737269" y="39560"/>
                </a:lnTo>
                <a:lnTo>
                  <a:pt x="737698" y="39437"/>
                </a:lnTo>
                <a:lnTo>
                  <a:pt x="738131" y="39325"/>
                </a:lnTo>
                <a:lnTo>
                  <a:pt x="738568" y="39222"/>
                </a:lnTo>
                <a:lnTo>
                  <a:pt x="739009" y="39128"/>
                </a:lnTo>
                <a:lnTo>
                  <a:pt x="739455" y="39045"/>
                </a:lnTo>
                <a:lnTo>
                  <a:pt x="739905" y="38971"/>
                </a:lnTo>
                <a:lnTo>
                  <a:pt x="740359" y="38907"/>
                </a:lnTo>
                <a:lnTo>
                  <a:pt x="740818" y="38854"/>
                </a:lnTo>
                <a:lnTo>
                  <a:pt x="741281" y="38809"/>
                </a:lnTo>
                <a:lnTo>
                  <a:pt x="741748" y="38775"/>
                </a:lnTo>
                <a:lnTo>
                  <a:pt x="742220" y="38750"/>
                </a:lnTo>
                <a:lnTo>
                  <a:pt x="742696" y="38736"/>
                </a:lnTo>
                <a:lnTo>
                  <a:pt x="743176" y="38731"/>
                </a:lnTo>
                <a:lnTo>
                  <a:pt x="743870" y="38740"/>
                </a:lnTo>
                <a:lnTo>
                  <a:pt x="744551" y="38767"/>
                </a:lnTo>
                <a:lnTo>
                  <a:pt x="745219" y="38813"/>
                </a:lnTo>
                <a:lnTo>
                  <a:pt x="745873" y="38876"/>
                </a:lnTo>
                <a:lnTo>
                  <a:pt x="746515" y="38958"/>
                </a:lnTo>
                <a:lnTo>
                  <a:pt x="747143" y="39058"/>
                </a:lnTo>
                <a:lnTo>
                  <a:pt x="747758" y="39176"/>
                </a:lnTo>
                <a:lnTo>
                  <a:pt x="748360" y="39313"/>
                </a:lnTo>
                <a:lnTo>
                  <a:pt x="748949" y="39468"/>
                </a:lnTo>
                <a:lnTo>
                  <a:pt x="749524" y="39640"/>
                </a:lnTo>
                <a:lnTo>
                  <a:pt x="750087" y="39831"/>
                </a:lnTo>
                <a:lnTo>
                  <a:pt x="750636" y="40041"/>
                </a:lnTo>
                <a:lnTo>
                  <a:pt x="751172" y="40268"/>
                </a:lnTo>
                <a:lnTo>
                  <a:pt x="751695" y="40513"/>
                </a:lnTo>
                <a:lnTo>
                  <a:pt x="752205" y="40777"/>
                </a:lnTo>
                <a:lnTo>
                  <a:pt x="752701" y="41059"/>
                </a:lnTo>
                <a:lnTo>
                  <a:pt x="753185" y="41359"/>
                </a:lnTo>
                <a:lnTo>
                  <a:pt x="753655" y="41678"/>
                </a:lnTo>
                <a:lnTo>
                  <a:pt x="754112" y="42014"/>
                </a:lnTo>
                <a:lnTo>
                  <a:pt x="754556" y="42369"/>
                </a:lnTo>
                <a:lnTo>
                  <a:pt x="754987" y="42742"/>
                </a:lnTo>
                <a:lnTo>
                  <a:pt x="755405" y="43133"/>
                </a:lnTo>
                <a:lnTo>
                  <a:pt x="755809" y="43542"/>
                </a:lnTo>
                <a:lnTo>
                  <a:pt x="756200" y="43970"/>
                </a:lnTo>
                <a:lnTo>
                  <a:pt x="756577" y="44415"/>
                </a:lnTo>
                <a:lnTo>
                  <a:pt x="756938" y="44879"/>
                </a:lnTo>
                <a:lnTo>
                  <a:pt x="757283" y="45361"/>
                </a:lnTo>
                <a:lnTo>
                  <a:pt x="757611" y="45861"/>
                </a:lnTo>
                <a:lnTo>
                  <a:pt x="757924" y="46379"/>
                </a:lnTo>
                <a:lnTo>
                  <a:pt x="758221" y="46915"/>
                </a:lnTo>
                <a:lnTo>
                  <a:pt x="758501" y="47470"/>
                </a:lnTo>
                <a:lnTo>
                  <a:pt x="758766" y="48043"/>
                </a:lnTo>
                <a:lnTo>
                  <a:pt x="759015" y="48634"/>
                </a:lnTo>
                <a:lnTo>
                  <a:pt x="759247" y="49243"/>
                </a:lnTo>
                <a:lnTo>
                  <a:pt x="759464" y="49870"/>
                </a:lnTo>
                <a:lnTo>
                  <a:pt x="759664" y="50516"/>
                </a:lnTo>
                <a:lnTo>
                  <a:pt x="759849" y="51179"/>
                </a:lnTo>
                <a:lnTo>
                  <a:pt x="760017" y="51861"/>
                </a:lnTo>
                <a:lnTo>
                  <a:pt x="760169" y="52561"/>
                </a:lnTo>
                <a:lnTo>
                  <a:pt x="760306" y="53279"/>
                </a:lnTo>
                <a:lnTo>
                  <a:pt x="760426" y="54016"/>
                </a:lnTo>
                <a:lnTo>
                  <a:pt x="760530" y="54770"/>
                </a:lnTo>
                <a:lnTo>
                  <a:pt x="760618" y="55543"/>
                </a:lnTo>
                <a:lnTo>
                  <a:pt x="760690" y="56334"/>
                </a:lnTo>
                <a:lnTo>
                  <a:pt x="760747" y="57143"/>
                </a:lnTo>
                <a:lnTo>
                  <a:pt x="760787" y="57971"/>
                </a:lnTo>
                <a:lnTo>
                  <a:pt x="760811" y="58816"/>
                </a:lnTo>
                <a:lnTo>
                  <a:pt x="760819" y="59680"/>
                </a:lnTo>
                <a:lnTo>
                  <a:pt x="760819" y="99927"/>
                </a:lnTo>
                <a:lnTo>
                  <a:pt x="772396" y="99927"/>
                </a:lnTo>
                <a:lnTo>
                  <a:pt x="772396" y="58441"/>
                </a:lnTo>
                <a:lnTo>
                  <a:pt x="772391" y="57609"/>
                </a:lnTo>
                <a:lnTo>
                  <a:pt x="772373" y="56789"/>
                </a:lnTo>
                <a:lnTo>
                  <a:pt x="772345" y="55981"/>
                </a:lnTo>
                <a:lnTo>
                  <a:pt x="772304" y="55185"/>
                </a:lnTo>
                <a:lnTo>
                  <a:pt x="772253" y="54401"/>
                </a:lnTo>
                <a:lnTo>
                  <a:pt x="772190" y="53630"/>
                </a:lnTo>
                <a:lnTo>
                  <a:pt x="772115" y="52871"/>
                </a:lnTo>
                <a:lnTo>
                  <a:pt x="772029" y="52124"/>
                </a:lnTo>
                <a:lnTo>
                  <a:pt x="771931" y="51389"/>
                </a:lnTo>
                <a:lnTo>
                  <a:pt x="771822" y="50667"/>
                </a:lnTo>
                <a:lnTo>
                  <a:pt x="771701" y="49957"/>
                </a:lnTo>
                <a:lnTo>
                  <a:pt x="771569" y="49258"/>
                </a:lnTo>
                <a:lnTo>
                  <a:pt x="771426" y="48573"/>
                </a:lnTo>
                <a:lnTo>
                  <a:pt x="771271" y="47899"/>
                </a:lnTo>
                <a:lnTo>
                  <a:pt x="771104" y="47237"/>
                </a:lnTo>
                <a:lnTo>
                  <a:pt x="770926" y="46588"/>
                </a:lnTo>
                <a:lnTo>
                  <a:pt x="770736" y="45951"/>
                </a:lnTo>
                <a:lnTo>
                  <a:pt x="770535" y="45326"/>
                </a:lnTo>
                <a:lnTo>
                  <a:pt x="770323" y="44713"/>
                </a:lnTo>
                <a:lnTo>
                  <a:pt x="770099" y="44113"/>
                </a:lnTo>
                <a:lnTo>
                  <a:pt x="769863" y="43525"/>
                </a:lnTo>
                <a:lnTo>
                  <a:pt x="769617" y="42948"/>
                </a:lnTo>
                <a:lnTo>
                  <a:pt x="769358" y="42385"/>
                </a:lnTo>
                <a:lnTo>
                  <a:pt x="769088" y="41833"/>
                </a:lnTo>
                <a:lnTo>
                  <a:pt x="768808" y="41293"/>
                </a:lnTo>
                <a:lnTo>
                  <a:pt x="768519" y="40765"/>
                </a:lnTo>
                <a:lnTo>
                  <a:pt x="768220" y="40248"/>
                </a:lnTo>
                <a:lnTo>
                  <a:pt x="767913" y="39742"/>
                </a:lnTo>
                <a:lnTo>
                  <a:pt x="767596" y="39249"/>
                </a:lnTo>
                <a:lnTo>
                  <a:pt x="767270" y="38766"/>
                </a:lnTo>
                <a:lnTo>
                  <a:pt x="766936" y="38295"/>
                </a:lnTo>
                <a:lnTo>
                  <a:pt x="766592" y="37836"/>
                </a:lnTo>
                <a:lnTo>
                  <a:pt x="766239" y="37388"/>
                </a:lnTo>
                <a:lnTo>
                  <a:pt x="765877" y="36951"/>
                </a:lnTo>
                <a:lnTo>
                  <a:pt x="765506" y="36526"/>
                </a:lnTo>
                <a:lnTo>
                  <a:pt x="765125" y="36113"/>
                </a:lnTo>
                <a:lnTo>
                  <a:pt x="764736" y="35711"/>
                </a:lnTo>
                <a:lnTo>
                  <a:pt x="764338" y="35320"/>
                </a:lnTo>
                <a:lnTo>
                  <a:pt x="763930" y="34941"/>
                </a:lnTo>
                <a:lnTo>
                  <a:pt x="763514" y="34574"/>
                </a:lnTo>
                <a:lnTo>
                  <a:pt x="763088" y="34218"/>
                </a:lnTo>
                <a:lnTo>
                  <a:pt x="762653" y="33873"/>
                </a:lnTo>
                <a:lnTo>
                  <a:pt x="762209" y="33540"/>
                </a:lnTo>
                <a:lnTo>
                  <a:pt x="761756" y="33219"/>
                </a:lnTo>
                <a:lnTo>
                  <a:pt x="761294" y="32909"/>
                </a:lnTo>
                <a:lnTo>
                  <a:pt x="760823" y="32610"/>
                </a:lnTo>
                <a:lnTo>
                  <a:pt x="760343" y="32323"/>
                </a:lnTo>
                <a:lnTo>
                  <a:pt x="759853" y="32047"/>
                </a:lnTo>
                <a:lnTo>
                  <a:pt x="759356" y="31783"/>
                </a:lnTo>
                <a:lnTo>
                  <a:pt x="758850" y="31530"/>
                </a:lnTo>
                <a:lnTo>
                  <a:pt x="758337" y="31288"/>
                </a:lnTo>
                <a:lnTo>
                  <a:pt x="757817" y="31057"/>
                </a:lnTo>
                <a:lnTo>
                  <a:pt x="757288" y="30837"/>
                </a:lnTo>
                <a:lnTo>
                  <a:pt x="756752" y="30629"/>
                </a:lnTo>
                <a:lnTo>
                  <a:pt x="756209" y="30432"/>
                </a:lnTo>
                <a:lnTo>
                  <a:pt x="755657" y="30247"/>
                </a:lnTo>
                <a:lnTo>
                  <a:pt x="755099" y="30072"/>
                </a:lnTo>
                <a:lnTo>
                  <a:pt x="754532" y="29909"/>
                </a:lnTo>
                <a:lnTo>
                  <a:pt x="753958" y="29757"/>
                </a:lnTo>
                <a:lnTo>
                  <a:pt x="753376" y="29616"/>
                </a:lnTo>
                <a:lnTo>
                  <a:pt x="752786" y="29487"/>
                </a:lnTo>
                <a:lnTo>
                  <a:pt x="752189" y="29369"/>
                </a:lnTo>
                <a:lnTo>
                  <a:pt x="751584" y="29262"/>
                </a:lnTo>
                <a:lnTo>
                  <a:pt x="750972" y="29166"/>
                </a:lnTo>
                <a:lnTo>
                  <a:pt x="750352" y="29082"/>
                </a:lnTo>
                <a:lnTo>
                  <a:pt x="749724" y="29009"/>
                </a:lnTo>
                <a:lnTo>
                  <a:pt x="749088" y="28947"/>
                </a:lnTo>
                <a:lnTo>
                  <a:pt x="748445" y="28896"/>
                </a:lnTo>
                <a:lnTo>
                  <a:pt x="747794" y="28857"/>
                </a:lnTo>
                <a:lnTo>
                  <a:pt x="747136" y="28829"/>
                </a:lnTo>
                <a:lnTo>
                  <a:pt x="746470" y="28812"/>
                </a:lnTo>
                <a:lnTo>
                  <a:pt x="745796" y="28806"/>
                </a:lnTo>
                <a:lnTo>
                  <a:pt x="745144" y="28813"/>
                </a:lnTo>
                <a:lnTo>
                  <a:pt x="744499" y="28832"/>
                </a:lnTo>
                <a:lnTo>
                  <a:pt x="743859" y="28863"/>
                </a:lnTo>
                <a:lnTo>
                  <a:pt x="743225" y="28908"/>
                </a:lnTo>
                <a:lnTo>
                  <a:pt x="742597" y="28965"/>
                </a:lnTo>
                <a:lnTo>
                  <a:pt x="741975" y="29035"/>
                </a:lnTo>
                <a:lnTo>
                  <a:pt x="741359" y="29117"/>
                </a:lnTo>
                <a:lnTo>
                  <a:pt x="740749" y="29212"/>
                </a:lnTo>
                <a:lnTo>
                  <a:pt x="740146" y="29320"/>
                </a:lnTo>
                <a:lnTo>
                  <a:pt x="739548" y="29440"/>
                </a:lnTo>
                <a:lnTo>
                  <a:pt x="738956" y="29574"/>
                </a:lnTo>
                <a:lnTo>
                  <a:pt x="738370" y="29720"/>
                </a:lnTo>
                <a:lnTo>
                  <a:pt x="737790" y="29878"/>
                </a:lnTo>
                <a:lnTo>
                  <a:pt x="737216" y="30049"/>
                </a:lnTo>
                <a:lnTo>
                  <a:pt x="736648" y="30233"/>
                </a:lnTo>
                <a:lnTo>
                  <a:pt x="736085" y="30430"/>
                </a:lnTo>
                <a:lnTo>
                  <a:pt x="735529" y="30639"/>
                </a:lnTo>
                <a:lnTo>
                  <a:pt x="734979" y="30861"/>
                </a:lnTo>
                <a:lnTo>
                  <a:pt x="734435" y="31096"/>
                </a:lnTo>
                <a:lnTo>
                  <a:pt x="733897" y="31343"/>
                </a:lnTo>
                <a:lnTo>
                  <a:pt x="733365" y="31603"/>
                </a:lnTo>
                <a:lnTo>
                  <a:pt x="732839" y="31876"/>
                </a:lnTo>
                <a:lnTo>
                  <a:pt x="732318" y="32161"/>
                </a:lnTo>
                <a:lnTo>
                  <a:pt x="731804" y="32459"/>
                </a:lnTo>
                <a:lnTo>
                  <a:pt x="731298" y="32769"/>
                </a:lnTo>
                <a:lnTo>
                  <a:pt x="730802" y="33088"/>
                </a:lnTo>
                <a:lnTo>
                  <a:pt x="730315" y="33417"/>
                </a:lnTo>
                <a:lnTo>
                  <a:pt x="729838" y="33756"/>
                </a:lnTo>
                <a:lnTo>
                  <a:pt x="729372" y="34104"/>
                </a:lnTo>
                <a:lnTo>
                  <a:pt x="728914" y="34462"/>
                </a:lnTo>
                <a:lnTo>
                  <a:pt x="728467" y="34831"/>
                </a:lnTo>
                <a:lnTo>
                  <a:pt x="728030" y="35209"/>
                </a:lnTo>
                <a:lnTo>
                  <a:pt x="727602" y="35596"/>
                </a:lnTo>
                <a:lnTo>
                  <a:pt x="727184" y="35994"/>
                </a:lnTo>
                <a:lnTo>
                  <a:pt x="726776" y="36401"/>
                </a:lnTo>
                <a:lnTo>
                  <a:pt x="726378" y="36819"/>
                </a:lnTo>
                <a:lnTo>
                  <a:pt x="725989" y="37246"/>
                </a:lnTo>
                <a:lnTo>
                  <a:pt x="725611" y="37682"/>
                </a:lnTo>
                <a:lnTo>
                  <a:pt x="725242" y="38129"/>
                </a:lnTo>
                <a:lnTo>
                  <a:pt x="724883" y="38585"/>
                </a:lnTo>
                <a:lnTo>
                  <a:pt x="724533" y="39052"/>
                </a:lnTo>
                <a:lnTo>
                  <a:pt x="724194" y="39528"/>
                </a:lnTo>
                <a:lnTo>
                  <a:pt x="723864" y="40014"/>
                </a:lnTo>
                <a:lnTo>
                  <a:pt x="723545" y="40509"/>
                </a:lnTo>
                <a:lnTo>
                  <a:pt x="723235" y="41015"/>
                </a:lnTo>
                <a:lnTo>
                  <a:pt x="722934" y="41530"/>
                </a:lnTo>
                <a:lnTo>
                  <a:pt x="722644" y="42055"/>
                </a:lnTo>
                <a:lnTo>
                  <a:pt x="722363" y="42590"/>
                </a:lnTo>
                <a:lnTo>
                  <a:pt x="721812" y="30461"/>
                </a:lnTo>
                <a:lnTo>
                  <a:pt x="711339" y="30461"/>
                </a:lnTo>
                <a:lnTo>
                  <a:pt x="711339" y="99927"/>
                </a:lnTo>
                <a:lnTo>
                  <a:pt x="722917" y="99927"/>
                </a:lnTo>
                <a:lnTo>
                  <a:pt x="722917" y="62851"/>
                </a:lnTo>
                <a:lnTo>
                  <a:pt x="722921" y="62201"/>
                </a:lnTo>
                <a:lnTo>
                  <a:pt x="722935" y="61560"/>
                </a:lnTo>
                <a:close/>
                <a:moveTo>
                  <a:pt x="970890" y="61560"/>
                </a:moveTo>
                <a:lnTo>
                  <a:pt x="970914" y="60927"/>
                </a:lnTo>
                <a:lnTo>
                  <a:pt x="970946" y="60303"/>
                </a:lnTo>
                <a:lnTo>
                  <a:pt x="970988" y="59688"/>
                </a:lnTo>
                <a:lnTo>
                  <a:pt x="971040" y="59082"/>
                </a:lnTo>
                <a:lnTo>
                  <a:pt x="971100" y="58485"/>
                </a:lnTo>
                <a:lnTo>
                  <a:pt x="971170" y="57897"/>
                </a:lnTo>
                <a:lnTo>
                  <a:pt x="971249" y="57317"/>
                </a:lnTo>
                <a:lnTo>
                  <a:pt x="971338" y="56747"/>
                </a:lnTo>
                <a:lnTo>
                  <a:pt x="971436" y="56185"/>
                </a:lnTo>
                <a:lnTo>
                  <a:pt x="971543" y="55632"/>
                </a:lnTo>
                <a:lnTo>
                  <a:pt x="971660" y="55088"/>
                </a:lnTo>
                <a:lnTo>
                  <a:pt x="971786" y="54553"/>
                </a:lnTo>
                <a:lnTo>
                  <a:pt x="971921" y="54026"/>
                </a:lnTo>
                <a:lnTo>
                  <a:pt x="972065" y="53509"/>
                </a:lnTo>
                <a:lnTo>
                  <a:pt x="972219" y="53000"/>
                </a:lnTo>
                <a:lnTo>
                  <a:pt x="972382" y="52501"/>
                </a:lnTo>
                <a:lnTo>
                  <a:pt x="972555" y="52010"/>
                </a:lnTo>
                <a:lnTo>
                  <a:pt x="972737" y="51528"/>
                </a:lnTo>
                <a:lnTo>
                  <a:pt x="972928" y="51054"/>
                </a:lnTo>
                <a:lnTo>
                  <a:pt x="973129" y="50590"/>
                </a:lnTo>
                <a:lnTo>
                  <a:pt x="973338" y="50135"/>
                </a:lnTo>
                <a:lnTo>
                  <a:pt x="973557" y="49688"/>
                </a:lnTo>
                <a:lnTo>
                  <a:pt x="973785" y="49250"/>
                </a:lnTo>
                <a:lnTo>
                  <a:pt x="974018" y="48821"/>
                </a:lnTo>
                <a:lnTo>
                  <a:pt x="974258" y="48400"/>
                </a:lnTo>
                <a:lnTo>
                  <a:pt x="974505" y="47988"/>
                </a:lnTo>
                <a:lnTo>
                  <a:pt x="974758" y="47585"/>
                </a:lnTo>
                <a:lnTo>
                  <a:pt x="975018" y="47190"/>
                </a:lnTo>
                <a:lnTo>
                  <a:pt x="975284" y="46804"/>
                </a:lnTo>
                <a:lnTo>
                  <a:pt x="975556" y="46426"/>
                </a:lnTo>
                <a:lnTo>
                  <a:pt x="975835" y="46057"/>
                </a:lnTo>
                <a:lnTo>
                  <a:pt x="976120" y="45697"/>
                </a:lnTo>
                <a:lnTo>
                  <a:pt x="976412" y="45345"/>
                </a:lnTo>
                <a:lnTo>
                  <a:pt x="976711" y="45002"/>
                </a:lnTo>
                <a:lnTo>
                  <a:pt x="977015" y="44668"/>
                </a:lnTo>
                <a:lnTo>
                  <a:pt x="977327" y="44342"/>
                </a:lnTo>
                <a:lnTo>
                  <a:pt x="977644" y="44025"/>
                </a:lnTo>
                <a:lnTo>
                  <a:pt x="977968" y="43716"/>
                </a:lnTo>
                <a:lnTo>
                  <a:pt x="978299" y="43416"/>
                </a:lnTo>
                <a:lnTo>
                  <a:pt x="978636" y="43125"/>
                </a:lnTo>
                <a:lnTo>
                  <a:pt x="978980" y="42842"/>
                </a:lnTo>
                <a:lnTo>
                  <a:pt x="979330" y="42568"/>
                </a:lnTo>
                <a:lnTo>
                  <a:pt x="979686" y="42302"/>
                </a:lnTo>
                <a:lnTo>
                  <a:pt x="980049" y="42045"/>
                </a:lnTo>
                <a:lnTo>
                  <a:pt x="980418" y="41797"/>
                </a:lnTo>
                <a:lnTo>
                  <a:pt x="980794" y="41557"/>
                </a:lnTo>
                <a:lnTo>
                  <a:pt x="981175" y="41327"/>
                </a:lnTo>
                <a:lnTo>
                  <a:pt x="981561" y="41106"/>
                </a:lnTo>
                <a:lnTo>
                  <a:pt x="981951" y="40895"/>
                </a:lnTo>
                <a:lnTo>
                  <a:pt x="982345" y="40694"/>
                </a:lnTo>
                <a:lnTo>
                  <a:pt x="982743" y="40502"/>
                </a:lnTo>
                <a:lnTo>
                  <a:pt x="983146" y="40321"/>
                </a:lnTo>
                <a:lnTo>
                  <a:pt x="983553" y="40149"/>
                </a:lnTo>
                <a:lnTo>
                  <a:pt x="983965" y="39987"/>
                </a:lnTo>
                <a:lnTo>
                  <a:pt x="984380" y="39835"/>
                </a:lnTo>
                <a:lnTo>
                  <a:pt x="984800" y="39693"/>
                </a:lnTo>
                <a:lnTo>
                  <a:pt x="985224" y="39560"/>
                </a:lnTo>
                <a:lnTo>
                  <a:pt x="985653" y="39437"/>
                </a:lnTo>
                <a:lnTo>
                  <a:pt x="986086" y="39325"/>
                </a:lnTo>
                <a:lnTo>
                  <a:pt x="986523" y="39222"/>
                </a:lnTo>
                <a:lnTo>
                  <a:pt x="986964" y="39128"/>
                </a:lnTo>
                <a:lnTo>
                  <a:pt x="987410" y="39045"/>
                </a:lnTo>
                <a:lnTo>
                  <a:pt x="987860" y="38971"/>
                </a:lnTo>
                <a:lnTo>
                  <a:pt x="988315" y="38907"/>
                </a:lnTo>
                <a:lnTo>
                  <a:pt x="988773" y="38854"/>
                </a:lnTo>
                <a:lnTo>
                  <a:pt x="989236" y="38809"/>
                </a:lnTo>
                <a:lnTo>
                  <a:pt x="989703" y="38775"/>
                </a:lnTo>
                <a:lnTo>
                  <a:pt x="990175" y="38750"/>
                </a:lnTo>
                <a:lnTo>
                  <a:pt x="990651" y="38736"/>
                </a:lnTo>
                <a:lnTo>
                  <a:pt x="991131" y="38731"/>
                </a:lnTo>
                <a:lnTo>
                  <a:pt x="991825" y="38740"/>
                </a:lnTo>
                <a:lnTo>
                  <a:pt x="992506" y="38767"/>
                </a:lnTo>
                <a:lnTo>
                  <a:pt x="993174" y="38813"/>
                </a:lnTo>
                <a:lnTo>
                  <a:pt x="993828" y="38876"/>
                </a:lnTo>
                <a:lnTo>
                  <a:pt x="994470" y="38958"/>
                </a:lnTo>
                <a:lnTo>
                  <a:pt x="995098" y="39058"/>
                </a:lnTo>
                <a:lnTo>
                  <a:pt x="995713" y="39176"/>
                </a:lnTo>
                <a:lnTo>
                  <a:pt x="996315" y="39313"/>
                </a:lnTo>
                <a:lnTo>
                  <a:pt x="996904" y="39468"/>
                </a:lnTo>
                <a:lnTo>
                  <a:pt x="997480" y="39640"/>
                </a:lnTo>
                <a:lnTo>
                  <a:pt x="998042" y="39831"/>
                </a:lnTo>
                <a:lnTo>
                  <a:pt x="998591" y="40041"/>
                </a:lnTo>
                <a:lnTo>
                  <a:pt x="999127" y="40268"/>
                </a:lnTo>
                <a:lnTo>
                  <a:pt x="999650" y="40513"/>
                </a:lnTo>
                <a:lnTo>
                  <a:pt x="1000160" y="40777"/>
                </a:lnTo>
                <a:lnTo>
                  <a:pt x="1000657" y="41059"/>
                </a:lnTo>
                <a:lnTo>
                  <a:pt x="1001140" y="41359"/>
                </a:lnTo>
                <a:lnTo>
                  <a:pt x="1001610" y="41678"/>
                </a:lnTo>
                <a:lnTo>
                  <a:pt x="1002068" y="42014"/>
                </a:lnTo>
                <a:lnTo>
                  <a:pt x="1002511" y="42369"/>
                </a:lnTo>
                <a:lnTo>
                  <a:pt x="1002942" y="42742"/>
                </a:lnTo>
                <a:lnTo>
                  <a:pt x="1003360" y="43133"/>
                </a:lnTo>
                <a:lnTo>
                  <a:pt x="1003764" y="43542"/>
                </a:lnTo>
                <a:lnTo>
                  <a:pt x="1004156" y="43970"/>
                </a:lnTo>
                <a:lnTo>
                  <a:pt x="1004532" y="44415"/>
                </a:lnTo>
                <a:lnTo>
                  <a:pt x="1004893" y="44879"/>
                </a:lnTo>
                <a:lnTo>
                  <a:pt x="1005238" y="45361"/>
                </a:lnTo>
                <a:lnTo>
                  <a:pt x="1005567" y="45861"/>
                </a:lnTo>
                <a:lnTo>
                  <a:pt x="1005879" y="46379"/>
                </a:lnTo>
                <a:lnTo>
                  <a:pt x="1006176" y="46915"/>
                </a:lnTo>
                <a:lnTo>
                  <a:pt x="1006457" y="47470"/>
                </a:lnTo>
                <a:lnTo>
                  <a:pt x="1006721" y="48043"/>
                </a:lnTo>
                <a:lnTo>
                  <a:pt x="1006970" y="48634"/>
                </a:lnTo>
                <a:lnTo>
                  <a:pt x="1007202" y="49243"/>
                </a:lnTo>
                <a:lnTo>
                  <a:pt x="1007419" y="49870"/>
                </a:lnTo>
                <a:lnTo>
                  <a:pt x="1007619" y="50516"/>
                </a:lnTo>
                <a:lnTo>
                  <a:pt x="1007804" y="51179"/>
                </a:lnTo>
                <a:lnTo>
                  <a:pt x="1007972" y="51861"/>
                </a:lnTo>
                <a:lnTo>
                  <a:pt x="1008125" y="52561"/>
                </a:lnTo>
                <a:lnTo>
                  <a:pt x="1008261" y="53279"/>
                </a:lnTo>
                <a:lnTo>
                  <a:pt x="1008381" y="54016"/>
                </a:lnTo>
                <a:lnTo>
                  <a:pt x="1008485" y="54770"/>
                </a:lnTo>
                <a:lnTo>
                  <a:pt x="1008574" y="55543"/>
                </a:lnTo>
                <a:lnTo>
                  <a:pt x="1008646" y="56334"/>
                </a:lnTo>
                <a:lnTo>
                  <a:pt x="1008702" y="57143"/>
                </a:lnTo>
                <a:lnTo>
                  <a:pt x="1008742" y="57971"/>
                </a:lnTo>
                <a:lnTo>
                  <a:pt x="1008766" y="58816"/>
                </a:lnTo>
                <a:lnTo>
                  <a:pt x="1008774" y="59680"/>
                </a:lnTo>
                <a:lnTo>
                  <a:pt x="1008774" y="99927"/>
                </a:lnTo>
                <a:lnTo>
                  <a:pt x="1020352" y="99927"/>
                </a:lnTo>
                <a:lnTo>
                  <a:pt x="1020352" y="58441"/>
                </a:lnTo>
                <a:lnTo>
                  <a:pt x="1020346" y="57609"/>
                </a:lnTo>
                <a:lnTo>
                  <a:pt x="1020329" y="56789"/>
                </a:lnTo>
                <a:lnTo>
                  <a:pt x="1020300" y="55981"/>
                </a:lnTo>
                <a:lnTo>
                  <a:pt x="1020260" y="55185"/>
                </a:lnTo>
                <a:lnTo>
                  <a:pt x="1020208" y="54401"/>
                </a:lnTo>
                <a:lnTo>
                  <a:pt x="1020145" y="53630"/>
                </a:lnTo>
                <a:lnTo>
                  <a:pt x="1020070" y="52871"/>
                </a:lnTo>
                <a:lnTo>
                  <a:pt x="1019984" y="52124"/>
                </a:lnTo>
                <a:lnTo>
                  <a:pt x="1019886" y="51389"/>
                </a:lnTo>
                <a:lnTo>
                  <a:pt x="1019777" y="50667"/>
                </a:lnTo>
                <a:lnTo>
                  <a:pt x="1019657" y="49957"/>
                </a:lnTo>
                <a:lnTo>
                  <a:pt x="1019525" y="49258"/>
                </a:lnTo>
                <a:lnTo>
                  <a:pt x="1019381" y="48573"/>
                </a:lnTo>
                <a:lnTo>
                  <a:pt x="1019226" y="47899"/>
                </a:lnTo>
                <a:lnTo>
                  <a:pt x="1019059" y="47237"/>
                </a:lnTo>
                <a:lnTo>
                  <a:pt x="1018881" y="46588"/>
                </a:lnTo>
                <a:lnTo>
                  <a:pt x="1018692" y="45951"/>
                </a:lnTo>
                <a:lnTo>
                  <a:pt x="1018491" y="45326"/>
                </a:lnTo>
                <a:lnTo>
                  <a:pt x="1018278" y="44713"/>
                </a:lnTo>
                <a:lnTo>
                  <a:pt x="1018054" y="44113"/>
                </a:lnTo>
                <a:lnTo>
                  <a:pt x="1017819" y="43525"/>
                </a:lnTo>
                <a:lnTo>
                  <a:pt x="1017572" y="42948"/>
                </a:lnTo>
                <a:lnTo>
                  <a:pt x="1017313" y="42385"/>
                </a:lnTo>
                <a:lnTo>
                  <a:pt x="1017043" y="41833"/>
                </a:lnTo>
                <a:lnTo>
                  <a:pt x="1016763" y="41293"/>
                </a:lnTo>
                <a:lnTo>
                  <a:pt x="1016474" y="40765"/>
                </a:lnTo>
                <a:lnTo>
                  <a:pt x="1016175" y="40248"/>
                </a:lnTo>
                <a:lnTo>
                  <a:pt x="1015868" y="39742"/>
                </a:lnTo>
                <a:lnTo>
                  <a:pt x="1015551" y="39249"/>
                </a:lnTo>
                <a:lnTo>
                  <a:pt x="1015226" y="38766"/>
                </a:lnTo>
                <a:lnTo>
                  <a:pt x="1014891" y="38295"/>
                </a:lnTo>
                <a:lnTo>
                  <a:pt x="1014547" y="37836"/>
                </a:lnTo>
                <a:lnTo>
                  <a:pt x="1014194" y="37388"/>
                </a:lnTo>
                <a:lnTo>
                  <a:pt x="1013832" y="36951"/>
                </a:lnTo>
                <a:lnTo>
                  <a:pt x="1013461" y="36526"/>
                </a:lnTo>
                <a:lnTo>
                  <a:pt x="1013081" y="36113"/>
                </a:lnTo>
                <a:lnTo>
                  <a:pt x="1012691" y="35711"/>
                </a:lnTo>
                <a:lnTo>
                  <a:pt x="1012293" y="35320"/>
                </a:lnTo>
                <a:lnTo>
                  <a:pt x="1011885" y="34941"/>
                </a:lnTo>
                <a:lnTo>
                  <a:pt x="1011469" y="34574"/>
                </a:lnTo>
                <a:lnTo>
                  <a:pt x="1011043" y="34218"/>
                </a:lnTo>
                <a:lnTo>
                  <a:pt x="1010608" y="33873"/>
                </a:lnTo>
                <a:lnTo>
                  <a:pt x="1010164" y="33540"/>
                </a:lnTo>
                <a:lnTo>
                  <a:pt x="1009711" y="33219"/>
                </a:lnTo>
                <a:lnTo>
                  <a:pt x="1009249" y="32909"/>
                </a:lnTo>
                <a:lnTo>
                  <a:pt x="1008778" y="32610"/>
                </a:lnTo>
                <a:lnTo>
                  <a:pt x="1008298" y="32323"/>
                </a:lnTo>
                <a:lnTo>
                  <a:pt x="1007809" y="32047"/>
                </a:lnTo>
                <a:lnTo>
                  <a:pt x="1007311" y="31783"/>
                </a:lnTo>
                <a:lnTo>
                  <a:pt x="1006806" y="31530"/>
                </a:lnTo>
                <a:lnTo>
                  <a:pt x="1006293" y="31288"/>
                </a:lnTo>
                <a:lnTo>
                  <a:pt x="1005772" y="31057"/>
                </a:lnTo>
                <a:lnTo>
                  <a:pt x="1005244" y="30837"/>
                </a:lnTo>
                <a:lnTo>
                  <a:pt x="1004708" y="30629"/>
                </a:lnTo>
                <a:lnTo>
                  <a:pt x="1004164" y="30432"/>
                </a:lnTo>
                <a:lnTo>
                  <a:pt x="1003613" y="30247"/>
                </a:lnTo>
                <a:lnTo>
                  <a:pt x="1003054" y="30072"/>
                </a:lnTo>
                <a:lnTo>
                  <a:pt x="1002487" y="29909"/>
                </a:lnTo>
                <a:lnTo>
                  <a:pt x="1001913" y="29757"/>
                </a:lnTo>
                <a:lnTo>
                  <a:pt x="1001331" y="29616"/>
                </a:lnTo>
                <a:lnTo>
                  <a:pt x="1000742" y="29487"/>
                </a:lnTo>
                <a:lnTo>
                  <a:pt x="1000144" y="29369"/>
                </a:lnTo>
                <a:lnTo>
                  <a:pt x="999540" y="29262"/>
                </a:lnTo>
                <a:lnTo>
                  <a:pt x="998927" y="29166"/>
                </a:lnTo>
                <a:lnTo>
                  <a:pt x="998307" y="29082"/>
                </a:lnTo>
                <a:lnTo>
                  <a:pt x="997679" y="29009"/>
                </a:lnTo>
                <a:lnTo>
                  <a:pt x="997044" y="28947"/>
                </a:lnTo>
                <a:lnTo>
                  <a:pt x="996400" y="28896"/>
                </a:lnTo>
                <a:lnTo>
                  <a:pt x="995750" y="28857"/>
                </a:lnTo>
                <a:lnTo>
                  <a:pt x="995091" y="28829"/>
                </a:lnTo>
                <a:lnTo>
                  <a:pt x="994425" y="28812"/>
                </a:lnTo>
                <a:lnTo>
                  <a:pt x="993752" y="28806"/>
                </a:lnTo>
                <a:lnTo>
                  <a:pt x="993100" y="28813"/>
                </a:lnTo>
                <a:lnTo>
                  <a:pt x="992454" y="28832"/>
                </a:lnTo>
                <a:lnTo>
                  <a:pt x="991814" y="28863"/>
                </a:lnTo>
                <a:lnTo>
                  <a:pt x="991180" y="28908"/>
                </a:lnTo>
                <a:lnTo>
                  <a:pt x="990552" y="28965"/>
                </a:lnTo>
                <a:lnTo>
                  <a:pt x="989931" y="29035"/>
                </a:lnTo>
                <a:lnTo>
                  <a:pt x="989315" y="29117"/>
                </a:lnTo>
                <a:lnTo>
                  <a:pt x="988705" y="29212"/>
                </a:lnTo>
                <a:lnTo>
                  <a:pt x="988101" y="29320"/>
                </a:lnTo>
                <a:lnTo>
                  <a:pt x="987503" y="29440"/>
                </a:lnTo>
                <a:lnTo>
                  <a:pt x="986911" y="29574"/>
                </a:lnTo>
                <a:lnTo>
                  <a:pt x="986325" y="29720"/>
                </a:lnTo>
                <a:lnTo>
                  <a:pt x="985745" y="29878"/>
                </a:lnTo>
                <a:lnTo>
                  <a:pt x="985171" y="30049"/>
                </a:lnTo>
                <a:lnTo>
                  <a:pt x="984603" y="30233"/>
                </a:lnTo>
                <a:lnTo>
                  <a:pt x="984041" y="30430"/>
                </a:lnTo>
                <a:lnTo>
                  <a:pt x="983485" y="30639"/>
                </a:lnTo>
                <a:lnTo>
                  <a:pt x="982935" y="30861"/>
                </a:lnTo>
                <a:lnTo>
                  <a:pt x="982390" y="31096"/>
                </a:lnTo>
                <a:lnTo>
                  <a:pt x="981852" y="31343"/>
                </a:lnTo>
                <a:lnTo>
                  <a:pt x="981320" y="31603"/>
                </a:lnTo>
                <a:lnTo>
                  <a:pt x="980794" y="31876"/>
                </a:lnTo>
                <a:lnTo>
                  <a:pt x="980274" y="32161"/>
                </a:lnTo>
                <a:lnTo>
                  <a:pt x="979760" y="32459"/>
                </a:lnTo>
                <a:lnTo>
                  <a:pt x="979253" y="32769"/>
                </a:lnTo>
                <a:lnTo>
                  <a:pt x="978757" y="33088"/>
                </a:lnTo>
                <a:lnTo>
                  <a:pt x="978271" y="33417"/>
                </a:lnTo>
                <a:lnTo>
                  <a:pt x="977794" y="33756"/>
                </a:lnTo>
                <a:lnTo>
                  <a:pt x="977327" y="34104"/>
                </a:lnTo>
                <a:lnTo>
                  <a:pt x="976870" y="34462"/>
                </a:lnTo>
                <a:lnTo>
                  <a:pt x="976422" y="34831"/>
                </a:lnTo>
                <a:lnTo>
                  <a:pt x="975985" y="35209"/>
                </a:lnTo>
                <a:lnTo>
                  <a:pt x="975557" y="35596"/>
                </a:lnTo>
                <a:lnTo>
                  <a:pt x="975139" y="35994"/>
                </a:lnTo>
                <a:lnTo>
                  <a:pt x="974731" y="36401"/>
                </a:lnTo>
                <a:lnTo>
                  <a:pt x="974333" y="36819"/>
                </a:lnTo>
                <a:lnTo>
                  <a:pt x="973945" y="37246"/>
                </a:lnTo>
                <a:lnTo>
                  <a:pt x="973566" y="37682"/>
                </a:lnTo>
                <a:lnTo>
                  <a:pt x="973197" y="38129"/>
                </a:lnTo>
                <a:lnTo>
                  <a:pt x="972838" y="38585"/>
                </a:lnTo>
                <a:lnTo>
                  <a:pt x="972489" y="39052"/>
                </a:lnTo>
                <a:lnTo>
                  <a:pt x="972149" y="39528"/>
                </a:lnTo>
                <a:lnTo>
                  <a:pt x="971820" y="40014"/>
                </a:lnTo>
                <a:lnTo>
                  <a:pt x="971500" y="40509"/>
                </a:lnTo>
                <a:lnTo>
                  <a:pt x="971190" y="41015"/>
                </a:lnTo>
                <a:lnTo>
                  <a:pt x="970890" y="41530"/>
                </a:lnTo>
                <a:lnTo>
                  <a:pt x="970599" y="42055"/>
                </a:lnTo>
                <a:lnTo>
                  <a:pt x="970319" y="42590"/>
                </a:lnTo>
                <a:lnTo>
                  <a:pt x="969768" y="30461"/>
                </a:lnTo>
                <a:lnTo>
                  <a:pt x="959294" y="30461"/>
                </a:lnTo>
                <a:lnTo>
                  <a:pt x="959294" y="99927"/>
                </a:lnTo>
                <a:lnTo>
                  <a:pt x="970872" y="99927"/>
                </a:lnTo>
                <a:lnTo>
                  <a:pt x="970872" y="62851"/>
                </a:lnTo>
                <a:lnTo>
                  <a:pt x="970876" y="62201"/>
                </a:lnTo>
                <a:lnTo>
                  <a:pt x="970890" y="61560"/>
                </a:lnTo>
                <a:close/>
                <a:moveTo>
                  <a:pt x="695657" y="67337"/>
                </a:moveTo>
                <a:lnTo>
                  <a:pt x="695667" y="67181"/>
                </a:lnTo>
                <a:lnTo>
                  <a:pt x="695676" y="67027"/>
                </a:lnTo>
                <a:lnTo>
                  <a:pt x="695685" y="66874"/>
                </a:lnTo>
                <a:lnTo>
                  <a:pt x="695694" y="66723"/>
                </a:lnTo>
                <a:lnTo>
                  <a:pt x="695701" y="66573"/>
                </a:lnTo>
                <a:lnTo>
                  <a:pt x="695709" y="66424"/>
                </a:lnTo>
                <a:lnTo>
                  <a:pt x="695716" y="66277"/>
                </a:lnTo>
                <a:lnTo>
                  <a:pt x="695722" y="66131"/>
                </a:lnTo>
                <a:lnTo>
                  <a:pt x="695728" y="65987"/>
                </a:lnTo>
                <a:lnTo>
                  <a:pt x="695733" y="65844"/>
                </a:lnTo>
                <a:lnTo>
                  <a:pt x="695738" y="65703"/>
                </a:lnTo>
                <a:lnTo>
                  <a:pt x="695743" y="65563"/>
                </a:lnTo>
                <a:lnTo>
                  <a:pt x="695747" y="65424"/>
                </a:lnTo>
                <a:lnTo>
                  <a:pt x="695751" y="65287"/>
                </a:lnTo>
                <a:lnTo>
                  <a:pt x="695754" y="65152"/>
                </a:lnTo>
                <a:lnTo>
                  <a:pt x="695756" y="65017"/>
                </a:lnTo>
                <a:lnTo>
                  <a:pt x="695758" y="64885"/>
                </a:lnTo>
                <a:lnTo>
                  <a:pt x="695760" y="64753"/>
                </a:lnTo>
                <a:lnTo>
                  <a:pt x="695761" y="64623"/>
                </a:lnTo>
                <a:lnTo>
                  <a:pt x="695762" y="64495"/>
                </a:lnTo>
                <a:lnTo>
                  <a:pt x="695762" y="64368"/>
                </a:lnTo>
                <a:lnTo>
                  <a:pt x="695762" y="64242"/>
                </a:lnTo>
                <a:lnTo>
                  <a:pt x="695762" y="64116"/>
                </a:lnTo>
                <a:lnTo>
                  <a:pt x="695762" y="63991"/>
                </a:lnTo>
                <a:lnTo>
                  <a:pt x="695762" y="63866"/>
                </a:lnTo>
                <a:lnTo>
                  <a:pt x="695762" y="63742"/>
                </a:lnTo>
                <a:lnTo>
                  <a:pt x="695762" y="63618"/>
                </a:lnTo>
                <a:lnTo>
                  <a:pt x="695762" y="63495"/>
                </a:lnTo>
                <a:lnTo>
                  <a:pt x="695762" y="63372"/>
                </a:lnTo>
                <a:lnTo>
                  <a:pt x="695762" y="63250"/>
                </a:lnTo>
                <a:lnTo>
                  <a:pt x="695762" y="63128"/>
                </a:lnTo>
                <a:lnTo>
                  <a:pt x="695762" y="63006"/>
                </a:lnTo>
                <a:lnTo>
                  <a:pt x="695762" y="62886"/>
                </a:lnTo>
                <a:lnTo>
                  <a:pt x="695762" y="62765"/>
                </a:lnTo>
                <a:lnTo>
                  <a:pt x="695762" y="62645"/>
                </a:lnTo>
                <a:lnTo>
                  <a:pt x="695762" y="62526"/>
                </a:lnTo>
                <a:lnTo>
                  <a:pt x="695762" y="62407"/>
                </a:lnTo>
                <a:lnTo>
                  <a:pt x="695762" y="62288"/>
                </a:lnTo>
                <a:lnTo>
                  <a:pt x="695762" y="62170"/>
                </a:lnTo>
                <a:lnTo>
                  <a:pt x="695762" y="62052"/>
                </a:lnTo>
                <a:lnTo>
                  <a:pt x="695762" y="61935"/>
                </a:lnTo>
                <a:lnTo>
                  <a:pt x="695762" y="61819"/>
                </a:lnTo>
                <a:lnTo>
                  <a:pt x="695762" y="61703"/>
                </a:lnTo>
                <a:lnTo>
                  <a:pt x="695762" y="61587"/>
                </a:lnTo>
                <a:lnTo>
                  <a:pt x="695762" y="61472"/>
                </a:lnTo>
                <a:lnTo>
                  <a:pt x="695756" y="60739"/>
                </a:lnTo>
                <a:lnTo>
                  <a:pt x="695736" y="60012"/>
                </a:lnTo>
                <a:lnTo>
                  <a:pt x="695703" y="59289"/>
                </a:lnTo>
                <a:lnTo>
                  <a:pt x="695657" y="58572"/>
                </a:lnTo>
                <a:lnTo>
                  <a:pt x="695598" y="57859"/>
                </a:lnTo>
                <a:lnTo>
                  <a:pt x="695525" y="57152"/>
                </a:lnTo>
                <a:lnTo>
                  <a:pt x="695440" y="56450"/>
                </a:lnTo>
                <a:lnTo>
                  <a:pt x="695341" y="55752"/>
                </a:lnTo>
                <a:lnTo>
                  <a:pt x="695229" y="55060"/>
                </a:lnTo>
                <a:lnTo>
                  <a:pt x="695104" y="54373"/>
                </a:lnTo>
                <a:lnTo>
                  <a:pt x="694966" y="53690"/>
                </a:lnTo>
                <a:lnTo>
                  <a:pt x="694815" y="53013"/>
                </a:lnTo>
                <a:lnTo>
                  <a:pt x="694650" y="52341"/>
                </a:lnTo>
                <a:lnTo>
                  <a:pt x="694473" y="51674"/>
                </a:lnTo>
                <a:lnTo>
                  <a:pt x="694282" y="51011"/>
                </a:lnTo>
                <a:lnTo>
                  <a:pt x="694078" y="50354"/>
                </a:lnTo>
                <a:lnTo>
                  <a:pt x="693861" y="49702"/>
                </a:lnTo>
                <a:lnTo>
                  <a:pt x="693630" y="49055"/>
                </a:lnTo>
                <a:lnTo>
                  <a:pt x="693387" y="48413"/>
                </a:lnTo>
                <a:lnTo>
                  <a:pt x="693130" y="47776"/>
                </a:lnTo>
                <a:lnTo>
                  <a:pt x="692861" y="47144"/>
                </a:lnTo>
                <a:lnTo>
                  <a:pt x="692578" y="46517"/>
                </a:lnTo>
                <a:lnTo>
                  <a:pt x="692282" y="45895"/>
                </a:lnTo>
                <a:lnTo>
                  <a:pt x="691972" y="45278"/>
                </a:lnTo>
                <a:lnTo>
                  <a:pt x="691651" y="44668"/>
                </a:lnTo>
                <a:lnTo>
                  <a:pt x="691318" y="44068"/>
                </a:lnTo>
                <a:lnTo>
                  <a:pt x="690973" y="43479"/>
                </a:lnTo>
                <a:lnTo>
                  <a:pt x="690617" y="42898"/>
                </a:lnTo>
                <a:lnTo>
                  <a:pt x="690250" y="42328"/>
                </a:lnTo>
                <a:lnTo>
                  <a:pt x="689871" y="41768"/>
                </a:lnTo>
                <a:lnTo>
                  <a:pt x="689480" y="41217"/>
                </a:lnTo>
                <a:lnTo>
                  <a:pt x="689078" y="40676"/>
                </a:lnTo>
                <a:lnTo>
                  <a:pt x="688665" y="40145"/>
                </a:lnTo>
                <a:lnTo>
                  <a:pt x="688240" y="39624"/>
                </a:lnTo>
                <a:lnTo>
                  <a:pt x="687803" y="39112"/>
                </a:lnTo>
                <a:lnTo>
                  <a:pt x="687356" y="38610"/>
                </a:lnTo>
                <a:lnTo>
                  <a:pt x="686896" y="38119"/>
                </a:lnTo>
                <a:lnTo>
                  <a:pt x="686425" y="37636"/>
                </a:lnTo>
                <a:lnTo>
                  <a:pt x="685943" y="37164"/>
                </a:lnTo>
                <a:lnTo>
                  <a:pt x="685449" y="36702"/>
                </a:lnTo>
                <a:lnTo>
                  <a:pt x="684944" y="36249"/>
                </a:lnTo>
                <a:lnTo>
                  <a:pt x="684427" y="35806"/>
                </a:lnTo>
                <a:lnTo>
                  <a:pt x="683898" y="35373"/>
                </a:lnTo>
                <a:lnTo>
                  <a:pt x="683359" y="34950"/>
                </a:lnTo>
                <a:lnTo>
                  <a:pt x="682807" y="34537"/>
                </a:lnTo>
                <a:lnTo>
                  <a:pt x="682245" y="34133"/>
                </a:lnTo>
                <a:lnTo>
                  <a:pt x="681670" y="33739"/>
                </a:lnTo>
                <a:lnTo>
                  <a:pt x="681085" y="33355"/>
                </a:lnTo>
                <a:lnTo>
                  <a:pt x="680488" y="32984"/>
                </a:lnTo>
                <a:lnTo>
                  <a:pt x="679880" y="32629"/>
                </a:lnTo>
                <a:lnTo>
                  <a:pt x="679262" y="32289"/>
                </a:lnTo>
                <a:lnTo>
                  <a:pt x="678632" y="31965"/>
                </a:lnTo>
                <a:lnTo>
                  <a:pt x="677992" y="31657"/>
                </a:lnTo>
                <a:lnTo>
                  <a:pt x="677342" y="31365"/>
                </a:lnTo>
                <a:lnTo>
                  <a:pt x="676680" y="31089"/>
                </a:lnTo>
                <a:lnTo>
                  <a:pt x="676008" y="30828"/>
                </a:lnTo>
                <a:lnTo>
                  <a:pt x="675325" y="30583"/>
                </a:lnTo>
                <a:lnTo>
                  <a:pt x="674631" y="30354"/>
                </a:lnTo>
                <a:lnTo>
                  <a:pt x="673926" y="30141"/>
                </a:lnTo>
                <a:lnTo>
                  <a:pt x="673211" y="29944"/>
                </a:lnTo>
                <a:lnTo>
                  <a:pt x="672485" y="29762"/>
                </a:lnTo>
                <a:lnTo>
                  <a:pt x="671748" y="29596"/>
                </a:lnTo>
                <a:lnTo>
                  <a:pt x="671000" y="29446"/>
                </a:lnTo>
                <a:lnTo>
                  <a:pt x="670242" y="29312"/>
                </a:lnTo>
                <a:lnTo>
                  <a:pt x="669473" y="29193"/>
                </a:lnTo>
                <a:lnTo>
                  <a:pt x="668693" y="29091"/>
                </a:lnTo>
                <a:lnTo>
                  <a:pt x="667902" y="29004"/>
                </a:lnTo>
                <a:lnTo>
                  <a:pt x="667100" y="28933"/>
                </a:lnTo>
                <a:lnTo>
                  <a:pt x="666288" y="28877"/>
                </a:lnTo>
                <a:lnTo>
                  <a:pt x="665465" y="28838"/>
                </a:lnTo>
                <a:lnTo>
                  <a:pt x="664631" y="28814"/>
                </a:lnTo>
                <a:lnTo>
                  <a:pt x="663787" y="28806"/>
                </a:lnTo>
                <a:lnTo>
                  <a:pt x="662963" y="28814"/>
                </a:lnTo>
                <a:lnTo>
                  <a:pt x="662148" y="28838"/>
                </a:lnTo>
                <a:lnTo>
                  <a:pt x="661341" y="28877"/>
                </a:lnTo>
                <a:lnTo>
                  <a:pt x="660542" y="28933"/>
                </a:lnTo>
                <a:lnTo>
                  <a:pt x="659750" y="29004"/>
                </a:lnTo>
                <a:lnTo>
                  <a:pt x="658966" y="29091"/>
                </a:lnTo>
                <a:lnTo>
                  <a:pt x="658191" y="29193"/>
                </a:lnTo>
                <a:lnTo>
                  <a:pt x="657423" y="29312"/>
                </a:lnTo>
                <a:lnTo>
                  <a:pt x="656663" y="29446"/>
                </a:lnTo>
                <a:lnTo>
                  <a:pt x="655911" y="29596"/>
                </a:lnTo>
                <a:lnTo>
                  <a:pt x="655167" y="29762"/>
                </a:lnTo>
                <a:lnTo>
                  <a:pt x="654431" y="29944"/>
                </a:lnTo>
                <a:lnTo>
                  <a:pt x="653703" y="30141"/>
                </a:lnTo>
                <a:lnTo>
                  <a:pt x="652982" y="30354"/>
                </a:lnTo>
                <a:lnTo>
                  <a:pt x="652270" y="30583"/>
                </a:lnTo>
                <a:lnTo>
                  <a:pt x="651565" y="30828"/>
                </a:lnTo>
                <a:lnTo>
                  <a:pt x="650868" y="31089"/>
                </a:lnTo>
                <a:lnTo>
                  <a:pt x="650180" y="31365"/>
                </a:lnTo>
                <a:lnTo>
                  <a:pt x="649499" y="31657"/>
                </a:lnTo>
                <a:lnTo>
                  <a:pt x="648826" y="31965"/>
                </a:lnTo>
                <a:lnTo>
                  <a:pt x="648161" y="32289"/>
                </a:lnTo>
                <a:lnTo>
                  <a:pt x="647504" y="32629"/>
                </a:lnTo>
                <a:lnTo>
                  <a:pt x="646854" y="32984"/>
                </a:lnTo>
                <a:lnTo>
                  <a:pt x="646213" y="33355"/>
                </a:lnTo>
                <a:lnTo>
                  <a:pt x="645582" y="33741"/>
                </a:lnTo>
                <a:lnTo>
                  <a:pt x="644962" y="34138"/>
                </a:lnTo>
                <a:lnTo>
                  <a:pt x="644355" y="34549"/>
                </a:lnTo>
                <a:lnTo>
                  <a:pt x="643759" y="34971"/>
                </a:lnTo>
                <a:lnTo>
                  <a:pt x="643175" y="35406"/>
                </a:lnTo>
                <a:lnTo>
                  <a:pt x="642604" y="35854"/>
                </a:lnTo>
                <a:lnTo>
                  <a:pt x="642044" y="36314"/>
                </a:lnTo>
                <a:lnTo>
                  <a:pt x="641496" y="36786"/>
                </a:lnTo>
                <a:lnTo>
                  <a:pt x="640961" y="37271"/>
                </a:lnTo>
                <a:lnTo>
                  <a:pt x="640437" y="37768"/>
                </a:lnTo>
                <a:lnTo>
                  <a:pt x="639925" y="38278"/>
                </a:lnTo>
                <a:lnTo>
                  <a:pt x="639425" y="38800"/>
                </a:lnTo>
                <a:lnTo>
                  <a:pt x="638937" y="39335"/>
                </a:lnTo>
                <a:lnTo>
                  <a:pt x="638461" y="39882"/>
                </a:lnTo>
                <a:lnTo>
                  <a:pt x="637997" y="40441"/>
                </a:lnTo>
                <a:lnTo>
                  <a:pt x="637545" y="41013"/>
                </a:lnTo>
                <a:lnTo>
                  <a:pt x="637105" y="41598"/>
                </a:lnTo>
                <a:lnTo>
                  <a:pt x="636677" y="42195"/>
                </a:lnTo>
                <a:lnTo>
                  <a:pt x="636261" y="42804"/>
                </a:lnTo>
                <a:lnTo>
                  <a:pt x="635857" y="43426"/>
                </a:lnTo>
                <a:lnTo>
                  <a:pt x="635465" y="44060"/>
                </a:lnTo>
                <a:lnTo>
                  <a:pt x="635084" y="44706"/>
                </a:lnTo>
                <a:lnTo>
                  <a:pt x="634716" y="45366"/>
                </a:lnTo>
                <a:lnTo>
                  <a:pt x="634360" y="46037"/>
                </a:lnTo>
                <a:lnTo>
                  <a:pt x="634017" y="46720"/>
                </a:lnTo>
                <a:lnTo>
                  <a:pt x="633688" y="47412"/>
                </a:lnTo>
                <a:lnTo>
                  <a:pt x="633375" y="48115"/>
                </a:lnTo>
                <a:lnTo>
                  <a:pt x="633075" y="48828"/>
                </a:lnTo>
                <a:lnTo>
                  <a:pt x="632791" y="49550"/>
                </a:lnTo>
                <a:lnTo>
                  <a:pt x="632521" y="50283"/>
                </a:lnTo>
                <a:lnTo>
                  <a:pt x="632265" y="51026"/>
                </a:lnTo>
                <a:lnTo>
                  <a:pt x="632024" y="51779"/>
                </a:lnTo>
                <a:lnTo>
                  <a:pt x="631798" y="52542"/>
                </a:lnTo>
                <a:lnTo>
                  <a:pt x="631586" y="53315"/>
                </a:lnTo>
                <a:lnTo>
                  <a:pt x="631389" y="54098"/>
                </a:lnTo>
                <a:lnTo>
                  <a:pt x="631207" y="54892"/>
                </a:lnTo>
                <a:lnTo>
                  <a:pt x="631039" y="55695"/>
                </a:lnTo>
                <a:lnTo>
                  <a:pt x="630886" y="56508"/>
                </a:lnTo>
                <a:lnTo>
                  <a:pt x="630747" y="57332"/>
                </a:lnTo>
                <a:lnTo>
                  <a:pt x="630623" y="58165"/>
                </a:lnTo>
                <a:lnTo>
                  <a:pt x="630513" y="59008"/>
                </a:lnTo>
                <a:lnTo>
                  <a:pt x="630418" y="59862"/>
                </a:lnTo>
                <a:lnTo>
                  <a:pt x="630338" y="60725"/>
                </a:lnTo>
                <a:lnTo>
                  <a:pt x="630273" y="61599"/>
                </a:lnTo>
                <a:lnTo>
                  <a:pt x="630221" y="62483"/>
                </a:lnTo>
                <a:lnTo>
                  <a:pt x="630185" y="63377"/>
                </a:lnTo>
                <a:lnTo>
                  <a:pt x="630163" y="64280"/>
                </a:lnTo>
                <a:lnTo>
                  <a:pt x="630156" y="65194"/>
                </a:lnTo>
                <a:lnTo>
                  <a:pt x="630163" y="66097"/>
                </a:lnTo>
                <a:lnTo>
                  <a:pt x="630185" y="66990"/>
                </a:lnTo>
                <a:lnTo>
                  <a:pt x="630222" y="67874"/>
                </a:lnTo>
                <a:lnTo>
                  <a:pt x="630274" y="68749"/>
                </a:lnTo>
                <a:lnTo>
                  <a:pt x="630341" y="69614"/>
                </a:lnTo>
                <a:lnTo>
                  <a:pt x="630423" y="70470"/>
                </a:lnTo>
                <a:lnTo>
                  <a:pt x="630519" y="71317"/>
                </a:lnTo>
                <a:lnTo>
                  <a:pt x="630630" y="72154"/>
                </a:lnTo>
                <a:lnTo>
                  <a:pt x="630756" y="72982"/>
                </a:lnTo>
                <a:lnTo>
                  <a:pt x="630897" y="73801"/>
                </a:lnTo>
                <a:lnTo>
                  <a:pt x="631053" y="74611"/>
                </a:lnTo>
                <a:lnTo>
                  <a:pt x="631224" y="75411"/>
                </a:lnTo>
                <a:lnTo>
                  <a:pt x="631409" y="76201"/>
                </a:lnTo>
                <a:lnTo>
                  <a:pt x="631609" y="76983"/>
                </a:lnTo>
                <a:lnTo>
                  <a:pt x="631824" y="77755"/>
                </a:lnTo>
                <a:lnTo>
                  <a:pt x="632054" y="78518"/>
                </a:lnTo>
                <a:lnTo>
                  <a:pt x="632299" y="79271"/>
                </a:lnTo>
                <a:lnTo>
                  <a:pt x="632558" y="80015"/>
                </a:lnTo>
                <a:lnTo>
                  <a:pt x="632833" y="80750"/>
                </a:lnTo>
                <a:lnTo>
                  <a:pt x="633122" y="81475"/>
                </a:lnTo>
                <a:lnTo>
                  <a:pt x="633426" y="82192"/>
                </a:lnTo>
                <a:lnTo>
                  <a:pt x="633745" y="82898"/>
                </a:lnTo>
                <a:lnTo>
                  <a:pt x="634079" y="83596"/>
                </a:lnTo>
                <a:lnTo>
                  <a:pt x="634427" y="84284"/>
                </a:lnTo>
                <a:lnTo>
                  <a:pt x="634789" y="84961"/>
                </a:lnTo>
                <a:lnTo>
                  <a:pt x="635162" y="85625"/>
                </a:lnTo>
                <a:lnTo>
                  <a:pt x="635546" y="86277"/>
                </a:lnTo>
                <a:lnTo>
                  <a:pt x="635942" y="86916"/>
                </a:lnTo>
                <a:lnTo>
                  <a:pt x="636348" y="87542"/>
                </a:lnTo>
                <a:lnTo>
                  <a:pt x="636766" y="88156"/>
                </a:lnTo>
                <a:lnTo>
                  <a:pt x="637196" y="88757"/>
                </a:lnTo>
                <a:lnTo>
                  <a:pt x="637636" y="89345"/>
                </a:lnTo>
                <a:lnTo>
                  <a:pt x="638088" y="89921"/>
                </a:lnTo>
                <a:lnTo>
                  <a:pt x="638551" y="90484"/>
                </a:lnTo>
                <a:lnTo>
                  <a:pt x="639025" y="91034"/>
                </a:lnTo>
                <a:lnTo>
                  <a:pt x="639510" y="91571"/>
                </a:lnTo>
                <a:lnTo>
                  <a:pt x="640007" y="92096"/>
                </a:lnTo>
                <a:lnTo>
                  <a:pt x="640515" y="92608"/>
                </a:lnTo>
                <a:lnTo>
                  <a:pt x="641034" y="93108"/>
                </a:lnTo>
                <a:lnTo>
                  <a:pt x="641565" y="93595"/>
                </a:lnTo>
                <a:lnTo>
                  <a:pt x="642106" y="94069"/>
                </a:lnTo>
                <a:lnTo>
                  <a:pt x="642659" y="94530"/>
                </a:lnTo>
                <a:lnTo>
                  <a:pt x="643223" y="94979"/>
                </a:lnTo>
                <a:lnTo>
                  <a:pt x="643799" y="95415"/>
                </a:lnTo>
                <a:lnTo>
                  <a:pt x="644385" y="95839"/>
                </a:lnTo>
                <a:lnTo>
                  <a:pt x="644983" y="96250"/>
                </a:lnTo>
                <a:lnTo>
                  <a:pt x="645593" y="96648"/>
                </a:lnTo>
                <a:lnTo>
                  <a:pt x="646213" y="97033"/>
                </a:lnTo>
                <a:lnTo>
                  <a:pt x="646843" y="97404"/>
                </a:lnTo>
                <a:lnTo>
                  <a:pt x="647481" y="97759"/>
                </a:lnTo>
                <a:lnTo>
                  <a:pt x="648127" y="98099"/>
                </a:lnTo>
                <a:lnTo>
                  <a:pt x="648780" y="98422"/>
                </a:lnTo>
                <a:lnTo>
                  <a:pt x="649442" y="98730"/>
                </a:lnTo>
                <a:lnTo>
                  <a:pt x="650111" y="99022"/>
                </a:lnTo>
                <a:lnTo>
                  <a:pt x="650789" y="99299"/>
                </a:lnTo>
                <a:lnTo>
                  <a:pt x="651474" y="99559"/>
                </a:lnTo>
                <a:lnTo>
                  <a:pt x="652167" y="99804"/>
                </a:lnTo>
                <a:lnTo>
                  <a:pt x="652868" y="100033"/>
                </a:lnTo>
                <a:lnTo>
                  <a:pt x="653577" y="100246"/>
                </a:lnTo>
                <a:lnTo>
                  <a:pt x="654294" y="100443"/>
                </a:lnTo>
                <a:lnTo>
                  <a:pt x="655018" y="100625"/>
                </a:lnTo>
                <a:lnTo>
                  <a:pt x="655751" y="100791"/>
                </a:lnTo>
                <a:lnTo>
                  <a:pt x="656491" y="100941"/>
                </a:lnTo>
                <a:lnTo>
                  <a:pt x="657240" y="101075"/>
                </a:lnTo>
                <a:lnTo>
                  <a:pt x="657996" y="101193"/>
                </a:lnTo>
                <a:lnTo>
                  <a:pt x="658760" y="101296"/>
                </a:lnTo>
                <a:lnTo>
                  <a:pt x="659532" y="101383"/>
                </a:lnTo>
                <a:lnTo>
                  <a:pt x="660312" y="101454"/>
                </a:lnTo>
                <a:lnTo>
                  <a:pt x="661100" y="101509"/>
                </a:lnTo>
                <a:lnTo>
                  <a:pt x="661896" y="101548"/>
                </a:lnTo>
                <a:lnTo>
                  <a:pt x="662699" y="101572"/>
                </a:lnTo>
                <a:lnTo>
                  <a:pt x="663511" y="101580"/>
                </a:lnTo>
                <a:lnTo>
                  <a:pt x="664185" y="101575"/>
                </a:lnTo>
                <a:lnTo>
                  <a:pt x="664853" y="101560"/>
                </a:lnTo>
                <a:lnTo>
                  <a:pt x="665513" y="101536"/>
                </a:lnTo>
                <a:lnTo>
                  <a:pt x="666166" y="101502"/>
                </a:lnTo>
                <a:lnTo>
                  <a:pt x="666813" y="101457"/>
                </a:lnTo>
                <a:lnTo>
                  <a:pt x="667452" y="101404"/>
                </a:lnTo>
                <a:lnTo>
                  <a:pt x="668085" y="101340"/>
                </a:lnTo>
                <a:lnTo>
                  <a:pt x="668711" y="101266"/>
                </a:lnTo>
                <a:lnTo>
                  <a:pt x="669329" y="101183"/>
                </a:lnTo>
                <a:lnTo>
                  <a:pt x="669941" y="101090"/>
                </a:lnTo>
                <a:lnTo>
                  <a:pt x="670546" y="100987"/>
                </a:lnTo>
                <a:lnTo>
                  <a:pt x="671144" y="100874"/>
                </a:lnTo>
                <a:lnTo>
                  <a:pt x="671735" y="100751"/>
                </a:lnTo>
                <a:lnTo>
                  <a:pt x="672319" y="100619"/>
                </a:lnTo>
                <a:lnTo>
                  <a:pt x="672896" y="100477"/>
                </a:lnTo>
                <a:lnTo>
                  <a:pt x="673466" y="100325"/>
                </a:lnTo>
                <a:lnTo>
                  <a:pt x="674029" y="100163"/>
                </a:lnTo>
                <a:lnTo>
                  <a:pt x="674585" y="99991"/>
                </a:lnTo>
                <a:lnTo>
                  <a:pt x="675134" y="99810"/>
                </a:lnTo>
                <a:lnTo>
                  <a:pt x="675677" y="99619"/>
                </a:lnTo>
                <a:lnTo>
                  <a:pt x="676212" y="99418"/>
                </a:lnTo>
                <a:lnTo>
                  <a:pt x="676740" y="99207"/>
                </a:lnTo>
                <a:lnTo>
                  <a:pt x="677262" y="98986"/>
                </a:lnTo>
                <a:lnTo>
                  <a:pt x="677776" y="98756"/>
                </a:lnTo>
                <a:lnTo>
                  <a:pt x="678284" y="98516"/>
                </a:lnTo>
                <a:lnTo>
                  <a:pt x="678785" y="98270"/>
                </a:lnTo>
                <a:lnTo>
                  <a:pt x="679278" y="98016"/>
                </a:lnTo>
                <a:lnTo>
                  <a:pt x="679765" y="97754"/>
                </a:lnTo>
                <a:lnTo>
                  <a:pt x="680245" y="97485"/>
                </a:lnTo>
                <a:lnTo>
                  <a:pt x="680718" y="97209"/>
                </a:lnTo>
                <a:lnTo>
                  <a:pt x="681184" y="96925"/>
                </a:lnTo>
                <a:lnTo>
                  <a:pt x="681643" y="96634"/>
                </a:lnTo>
                <a:lnTo>
                  <a:pt x="682095" y="96335"/>
                </a:lnTo>
                <a:lnTo>
                  <a:pt x="682540" y="96030"/>
                </a:lnTo>
                <a:lnTo>
                  <a:pt x="682978" y="95716"/>
                </a:lnTo>
                <a:lnTo>
                  <a:pt x="683410" y="95395"/>
                </a:lnTo>
                <a:lnTo>
                  <a:pt x="683834" y="95067"/>
                </a:lnTo>
                <a:lnTo>
                  <a:pt x="684251" y="94732"/>
                </a:lnTo>
                <a:lnTo>
                  <a:pt x="684662" y="94389"/>
                </a:lnTo>
                <a:lnTo>
                  <a:pt x="685065" y="94038"/>
                </a:lnTo>
                <a:lnTo>
                  <a:pt x="685462" y="93680"/>
                </a:lnTo>
                <a:lnTo>
                  <a:pt x="685852" y="93315"/>
                </a:lnTo>
                <a:lnTo>
                  <a:pt x="686234" y="92942"/>
                </a:lnTo>
                <a:lnTo>
                  <a:pt x="686610" y="92562"/>
                </a:lnTo>
                <a:lnTo>
                  <a:pt x="686979" y="92175"/>
                </a:lnTo>
                <a:lnTo>
                  <a:pt x="687341" y="91780"/>
                </a:lnTo>
                <a:lnTo>
                  <a:pt x="687696" y="91378"/>
                </a:lnTo>
                <a:lnTo>
                  <a:pt x="688044" y="90968"/>
                </a:lnTo>
                <a:lnTo>
                  <a:pt x="688384" y="90552"/>
                </a:lnTo>
                <a:lnTo>
                  <a:pt x="688716" y="90132"/>
                </a:lnTo>
                <a:lnTo>
                  <a:pt x="689039" y="89708"/>
                </a:lnTo>
                <a:lnTo>
                  <a:pt x="689353" y="89280"/>
                </a:lnTo>
                <a:lnTo>
                  <a:pt x="689659" y="88847"/>
                </a:lnTo>
                <a:lnTo>
                  <a:pt x="689956" y="88410"/>
                </a:lnTo>
                <a:lnTo>
                  <a:pt x="690245" y="87968"/>
                </a:lnTo>
                <a:lnTo>
                  <a:pt x="690525" y="87522"/>
                </a:lnTo>
                <a:lnTo>
                  <a:pt x="690796" y="87072"/>
                </a:lnTo>
                <a:lnTo>
                  <a:pt x="691059" y="86618"/>
                </a:lnTo>
                <a:lnTo>
                  <a:pt x="691313" y="86159"/>
                </a:lnTo>
                <a:lnTo>
                  <a:pt x="691559" y="85696"/>
                </a:lnTo>
                <a:lnTo>
                  <a:pt x="691796" y="85229"/>
                </a:lnTo>
                <a:lnTo>
                  <a:pt x="692024" y="84757"/>
                </a:lnTo>
                <a:lnTo>
                  <a:pt x="692244" y="84282"/>
                </a:lnTo>
                <a:lnTo>
                  <a:pt x="692455" y="83801"/>
                </a:lnTo>
                <a:lnTo>
                  <a:pt x="692657" y="83317"/>
                </a:lnTo>
                <a:lnTo>
                  <a:pt x="692851" y="82828"/>
                </a:lnTo>
                <a:lnTo>
                  <a:pt x="693036" y="82335"/>
                </a:lnTo>
                <a:lnTo>
                  <a:pt x="693213" y="81837"/>
                </a:lnTo>
                <a:lnTo>
                  <a:pt x="693381" y="81336"/>
                </a:lnTo>
                <a:lnTo>
                  <a:pt x="693541" y="80830"/>
                </a:lnTo>
                <a:lnTo>
                  <a:pt x="693691" y="80319"/>
                </a:lnTo>
                <a:lnTo>
                  <a:pt x="693834" y="79805"/>
                </a:lnTo>
                <a:lnTo>
                  <a:pt x="682393" y="79805"/>
                </a:lnTo>
                <a:lnTo>
                  <a:pt x="682216" y="80260"/>
                </a:lnTo>
                <a:lnTo>
                  <a:pt x="682029" y="80707"/>
                </a:lnTo>
                <a:lnTo>
                  <a:pt x="681834" y="81147"/>
                </a:lnTo>
                <a:lnTo>
                  <a:pt x="681629" y="81579"/>
                </a:lnTo>
                <a:lnTo>
                  <a:pt x="681415" y="82003"/>
                </a:lnTo>
                <a:lnTo>
                  <a:pt x="681191" y="82419"/>
                </a:lnTo>
                <a:lnTo>
                  <a:pt x="680958" y="82827"/>
                </a:lnTo>
                <a:lnTo>
                  <a:pt x="680716" y="83227"/>
                </a:lnTo>
                <a:lnTo>
                  <a:pt x="680464" y="83619"/>
                </a:lnTo>
                <a:lnTo>
                  <a:pt x="680203" y="84003"/>
                </a:lnTo>
                <a:lnTo>
                  <a:pt x="679933" y="84380"/>
                </a:lnTo>
                <a:lnTo>
                  <a:pt x="679653" y="84748"/>
                </a:lnTo>
                <a:lnTo>
                  <a:pt x="679364" y="85109"/>
                </a:lnTo>
                <a:lnTo>
                  <a:pt x="679066" y="85462"/>
                </a:lnTo>
                <a:lnTo>
                  <a:pt x="678759" y="85807"/>
                </a:lnTo>
                <a:lnTo>
                  <a:pt x="678442" y="86144"/>
                </a:lnTo>
                <a:lnTo>
                  <a:pt x="678115" y="86473"/>
                </a:lnTo>
                <a:lnTo>
                  <a:pt x="677780" y="86794"/>
                </a:lnTo>
                <a:lnTo>
                  <a:pt x="677435" y="87107"/>
                </a:lnTo>
                <a:lnTo>
                  <a:pt x="677081" y="87413"/>
                </a:lnTo>
                <a:lnTo>
                  <a:pt x="676717" y="87710"/>
                </a:lnTo>
                <a:lnTo>
                  <a:pt x="676344" y="88000"/>
                </a:lnTo>
                <a:lnTo>
                  <a:pt x="675962" y="88282"/>
                </a:lnTo>
                <a:lnTo>
                  <a:pt x="675570" y="88556"/>
                </a:lnTo>
                <a:lnTo>
                  <a:pt x="675170" y="88820"/>
                </a:lnTo>
                <a:lnTo>
                  <a:pt x="674760" y="89073"/>
                </a:lnTo>
                <a:lnTo>
                  <a:pt x="674342" y="89315"/>
                </a:lnTo>
                <a:lnTo>
                  <a:pt x="673914" y="89545"/>
                </a:lnTo>
                <a:lnTo>
                  <a:pt x="673478" y="89764"/>
                </a:lnTo>
                <a:lnTo>
                  <a:pt x="673033" y="89972"/>
                </a:lnTo>
                <a:lnTo>
                  <a:pt x="672580" y="90169"/>
                </a:lnTo>
                <a:lnTo>
                  <a:pt x="672117" y="90355"/>
                </a:lnTo>
                <a:lnTo>
                  <a:pt x="671645" y="90529"/>
                </a:lnTo>
                <a:lnTo>
                  <a:pt x="671165" y="90692"/>
                </a:lnTo>
                <a:lnTo>
                  <a:pt x="670676" y="90844"/>
                </a:lnTo>
                <a:lnTo>
                  <a:pt x="670178" y="90985"/>
                </a:lnTo>
                <a:lnTo>
                  <a:pt x="669671" y="91114"/>
                </a:lnTo>
                <a:lnTo>
                  <a:pt x="669155" y="91232"/>
                </a:lnTo>
                <a:lnTo>
                  <a:pt x="668631" y="91339"/>
                </a:lnTo>
                <a:lnTo>
                  <a:pt x="668097" y="91434"/>
                </a:lnTo>
                <a:lnTo>
                  <a:pt x="667555" y="91519"/>
                </a:lnTo>
                <a:lnTo>
                  <a:pt x="667004" y="91592"/>
                </a:lnTo>
                <a:lnTo>
                  <a:pt x="666444" y="91654"/>
                </a:lnTo>
                <a:lnTo>
                  <a:pt x="665875" y="91704"/>
                </a:lnTo>
                <a:lnTo>
                  <a:pt x="665297" y="91744"/>
                </a:lnTo>
                <a:lnTo>
                  <a:pt x="664711" y="91772"/>
                </a:lnTo>
                <a:lnTo>
                  <a:pt x="664115" y="91789"/>
                </a:lnTo>
                <a:lnTo>
                  <a:pt x="663511" y="91794"/>
                </a:lnTo>
                <a:lnTo>
                  <a:pt x="663030" y="91789"/>
                </a:lnTo>
                <a:lnTo>
                  <a:pt x="662551" y="91774"/>
                </a:lnTo>
                <a:lnTo>
                  <a:pt x="662075" y="91749"/>
                </a:lnTo>
                <a:lnTo>
                  <a:pt x="661602" y="91714"/>
                </a:lnTo>
                <a:lnTo>
                  <a:pt x="661132" y="91669"/>
                </a:lnTo>
                <a:lnTo>
                  <a:pt x="660664" y="91613"/>
                </a:lnTo>
                <a:lnTo>
                  <a:pt x="660198" y="91548"/>
                </a:lnTo>
                <a:lnTo>
                  <a:pt x="659735" y="91473"/>
                </a:lnTo>
                <a:lnTo>
                  <a:pt x="659275" y="91387"/>
                </a:lnTo>
                <a:lnTo>
                  <a:pt x="658818" y="91292"/>
                </a:lnTo>
                <a:lnTo>
                  <a:pt x="658363" y="91186"/>
                </a:lnTo>
                <a:lnTo>
                  <a:pt x="657911" y="91071"/>
                </a:lnTo>
                <a:lnTo>
                  <a:pt x="657461" y="90945"/>
                </a:lnTo>
                <a:lnTo>
                  <a:pt x="657015" y="90810"/>
                </a:lnTo>
                <a:lnTo>
                  <a:pt x="656570" y="90664"/>
                </a:lnTo>
                <a:lnTo>
                  <a:pt x="656129" y="90508"/>
                </a:lnTo>
                <a:lnTo>
                  <a:pt x="655690" y="90342"/>
                </a:lnTo>
                <a:lnTo>
                  <a:pt x="655253" y="90167"/>
                </a:lnTo>
                <a:lnTo>
                  <a:pt x="654820" y="89981"/>
                </a:lnTo>
                <a:lnTo>
                  <a:pt x="654388" y="89785"/>
                </a:lnTo>
                <a:lnTo>
                  <a:pt x="653960" y="89579"/>
                </a:lnTo>
                <a:lnTo>
                  <a:pt x="653534" y="89363"/>
                </a:lnTo>
                <a:lnTo>
                  <a:pt x="653111" y="89137"/>
                </a:lnTo>
                <a:lnTo>
                  <a:pt x="652691" y="88900"/>
                </a:lnTo>
                <a:lnTo>
                  <a:pt x="652275" y="88654"/>
                </a:lnTo>
                <a:lnTo>
                  <a:pt x="651865" y="88398"/>
                </a:lnTo>
                <a:lnTo>
                  <a:pt x="651463" y="88132"/>
                </a:lnTo>
                <a:lnTo>
                  <a:pt x="651067" y="87855"/>
                </a:lnTo>
                <a:lnTo>
                  <a:pt x="650678" y="87569"/>
                </a:lnTo>
                <a:lnTo>
                  <a:pt x="650296" y="87273"/>
                </a:lnTo>
                <a:lnTo>
                  <a:pt x="649920" y="86966"/>
                </a:lnTo>
                <a:lnTo>
                  <a:pt x="649551" y="86650"/>
                </a:lnTo>
                <a:lnTo>
                  <a:pt x="649189" y="86323"/>
                </a:lnTo>
                <a:lnTo>
                  <a:pt x="648833" y="85986"/>
                </a:lnTo>
                <a:lnTo>
                  <a:pt x="648484" y="85640"/>
                </a:lnTo>
                <a:lnTo>
                  <a:pt x="648142" y="85283"/>
                </a:lnTo>
                <a:lnTo>
                  <a:pt x="647807" y="84916"/>
                </a:lnTo>
                <a:lnTo>
                  <a:pt x="647478" y="84540"/>
                </a:lnTo>
                <a:lnTo>
                  <a:pt x="647156" y="84153"/>
                </a:lnTo>
                <a:lnTo>
                  <a:pt x="646840" y="83756"/>
                </a:lnTo>
                <a:lnTo>
                  <a:pt x="646531" y="83349"/>
                </a:lnTo>
                <a:lnTo>
                  <a:pt x="646229" y="82932"/>
                </a:lnTo>
                <a:lnTo>
                  <a:pt x="645934" y="82505"/>
                </a:lnTo>
                <a:lnTo>
                  <a:pt x="645645" y="82068"/>
                </a:lnTo>
                <a:lnTo>
                  <a:pt x="645363" y="81621"/>
                </a:lnTo>
                <a:lnTo>
                  <a:pt x="645088" y="81163"/>
                </a:lnTo>
                <a:lnTo>
                  <a:pt x="644820" y="80696"/>
                </a:lnTo>
                <a:lnTo>
                  <a:pt x="644558" y="80219"/>
                </a:lnTo>
                <a:lnTo>
                  <a:pt x="644305" y="79732"/>
                </a:lnTo>
                <a:lnTo>
                  <a:pt x="644063" y="79235"/>
                </a:lnTo>
                <a:lnTo>
                  <a:pt x="643831" y="78728"/>
                </a:lnTo>
                <a:lnTo>
                  <a:pt x="643611" y="78212"/>
                </a:lnTo>
                <a:lnTo>
                  <a:pt x="643401" y="77687"/>
                </a:lnTo>
                <a:lnTo>
                  <a:pt x="643202" y="77152"/>
                </a:lnTo>
                <a:lnTo>
                  <a:pt x="643013" y="76607"/>
                </a:lnTo>
                <a:lnTo>
                  <a:pt x="642836" y="76053"/>
                </a:lnTo>
                <a:lnTo>
                  <a:pt x="642669" y="75489"/>
                </a:lnTo>
                <a:lnTo>
                  <a:pt x="642513" y="74916"/>
                </a:lnTo>
                <a:lnTo>
                  <a:pt x="642367" y="74333"/>
                </a:lnTo>
                <a:lnTo>
                  <a:pt x="642233" y="73740"/>
                </a:lnTo>
                <a:lnTo>
                  <a:pt x="642109" y="73138"/>
                </a:lnTo>
                <a:lnTo>
                  <a:pt x="641996" y="72526"/>
                </a:lnTo>
                <a:lnTo>
                  <a:pt x="641894" y="71905"/>
                </a:lnTo>
                <a:lnTo>
                  <a:pt x="641802" y="71275"/>
                </a:lnTo>
                <a:lnTo>
                  <a:pt x="641722" y="70634"/>
                </a:lnTo>
                <a:lnTo>
                  <a:pt x="641652" y="69984"/>
                </a:lnTo>
                <a:lnTo>
                  <a:pt x="641592" y="69325"/>
                </a:lnTo>
                <a:lnTo>
                  <a:pt x="641544" y="68656"/>
                </a:lnTo>
                <a:lnTo>
                  <a:pt x="641506" y="67977"/>
                </a:lnTo>
                <a:lnTo>
                  <a:pt x="641500" y="67813"/>
                </a:lnTo>
                <a:lnTo>
                  <a:pt x="695625" y="67813"/>
                </a:lnTo>
                <a:lnTo>
                  <a:pt x="695637" y="67653"/>
                </a:lnTo>
                <a:lnTo>
                  <a:pt x="695647" y="67494"/>
                </a:lnTo>
                <a:lnTo>
                  <a:pt x="695657" y="67337"/>
                </a:lnTo>
                <a:close/>
                <a:moveTo>
                  <a:pt x="641795" y="57162"/>
                </a:moveTo>
                <a:lnTo>
                  <a:pt x="641884" y="56594"/>
                </a:lnTo>
                <a:lnTo>
                  <a:pt x="641984" y="56035"/>
                </a:lnTo>
                <a:lnTo>
                  <a:pt x="642095" y="55485"/>
                </a:lnTo>
                <a:lnTo>
                  <a:pt x="642216" y="54944"/>
                </a:lnTo>
                <a:lnTo>
                  <a:pt x="642348" y="54411"/>
                </a:lnTo>
                <a:lnTo>
                  <a:pt x="642490" y="53887"/>
                </a:lnTo>
                <a:lnTo>
                  <a:pt x="642642" y="53373"/>
                </a:lnTo>
                <a:lnTo>
                  <a:pt x="642806" y="52867"/>
                </a:lnTo>
                <a:lnTo>
                  <a:pt x="642979" y="52369"/>
                </a:lnTo>
                <a:lnTo>
                  <a:pt x="643164" y="51881"/>
                </a:lnTo>
                <a:lnTo>
                  <a:pt x="643359" y="51402"/>
                </a:lnTo>
                <a:lnTo>
                  <a:pt x="643564" y="50931"/>
                </a:lnTo>
                <a:lnTo>
                  <a:pt x="643780" y="50469"/>
                </a:lnTo>
                <a:lnTo>
                  <a:pt x="644006" y="50016"/>
                </a:lnTo>
                <a:lnTo>
                  <a:pt x="644243" y="49572"/>
                </a:lnTo>
                <a:lnTo>
                  <a:pt x="644491" y="49137"/>
                </a:lnTo>
                <a:lnTo>
                  <a:pt x="644747" y="48711"/>
                </a:lnTo>
                <a:lnTo>
                  <a:pt x="645010" y="48293"/>
                </a:lnTo>
                <a:lnTo>
                  <a:pt x="645280" y="47883"/>
                </a:lnTo>
                <a:lnTo>
                  <a:pt x="645557" y="47483"/>
                </a:lnTo>
                <a:lnTo>
                  <a:pt x="645841" y="47091"/>
                </a:lnTo>
                <a:lnTo>
                  <a:pt x="646132" y="46707"/>
                </a:lnTo>
                <a:lnTo>
                  <a:pt x="646430" y="46333"/>
                </a:lnTo>
                <a:lnTo>
                  <a:pt x="646734" y="45966"/>
                </a:lnTo>
                <a:lnTo>
                  <a:pt x="647046" y="45609"/>
                </a:lnTo>
                <a:lnTo>
                  <a:pt x="647365" y="45260"/>
                </a:lnTo>
                <a:lnTo>
                  <a:pt x="647690" y="44920"/>
                </a:lnTo>
                <a:lnTo>
                  <a:pt x="648023" y="44588"/>
                </a:lnTo>
                <a:lnTo>
                  <a:pt x="648362" y="44265"/>
                </a:lnTo>
                <a:lnTo>
                  <a:pt x="648708" y="43950"/>
                </a:lnTo>
                <a:lnTo>
                  <a:pt x="649062" y="43645"/>
                </a:lnTo>
                <a:lnTo>
                  <a:pt x="649422" y="43347"/>
                </a:lnTo>
                <a:lnTo>
                  <a:pt x="649789" y="43059"/>
                </a:lnTo>
                <a:lnTo>
                  <a:pt x="650163" y="42779"/>
                </a:lnTo>
                <a:lnTo>
                  <a:pt x="650544" y="42507"/>
                </a:lnTo>
                <a:lnTo>
                  <a:pt x="650932" y="42245"/>
                </a:lnTo>
                <a:lnTo>
                  <a:pt x="651327" y="41991"/>
                </a:lnTo>
                <a:lnTo>
                  <a:pt x="651729" y="41745"/>
                </a:lnTo>
                <a:lnTo>
                  <a:pt x="652138" y="41508"/>
                </a:lnTo>
                <a:lnTo>
                  <a:pt x="652554" y="41280"/>
                </a:lnTo>
                <a:lnTo>
                  <a:pt x="652975" y="41060"/>
                </a:lnTo>
                <a:lnTo>
                  <a:pt x="653398" y="40850"/>
                </a:lnTo>
                <a:lnTo>
                  <a:pt x="653825" y="40650"/>
                </a:lnTo>
                <a:lnTo>
                  <a:pt x="654256" y="40459"/>
                </a:lnTo>
                <a:lnTo>
                  <a:pt x="654689" y="40277"/>
                </a:lnTo>
                <a:lnTo>
                  <a:pt x="655125" y="40104"/>
                </a:lnTo>
                <a:lnTo>
                  <a:pt x="655565" y="39941"/>
                </a:lnTo>
                <a:lnTo>
                  <a:pt x="656007" y="39787"/>
                </a:lnTo>
                <a:lnTo>
                  <a:pt x="656453" y="39642"/>
                </a:lnTo>
                <a:lnTo>
                  <a:pt x="656902" y="39507"/>
                </a:lnTo>
                <a:lnTo>
                  <a:pt x="657353" y="39381"/>
                </a:lnTo>
                <a:lnTo>
                  <a:pt x="657808" y="39264"/>
                </a:lnTo>
                <a:lnTo>
                  <a:pt x="658267" y="39157"/>
                </a:lnTo>
                <a:lnTo>
                  <a:pt x="658728" y="39059"/>
                </a:lnTo>
                <a:lnTo>
                  <a:pt x="659192" y="38970"/>
                </a:lnTo>
                <a:lnTo>
                  <a:pt x="659660" y="38891"/>
                </a:lnTo>
                <a:lnTo>
                  <a:pt x="660130" y="38821"/>
                </a:lnTo>
                <a:lnTo>
                  <a:pt x="660604" y="38760"/>
                </a:lnTo>
                <a:lnTo>
                  <a:pt x="661080" y="38709"/>
                </a:lnTo>
                <a:lnTo>
                  <a:pt x="661560" y="38667"/>
                </a:lnTo>
                <a:lnTo>
                  <a:pt x="662043" y="38634"/>
                </a:lnTo>
                <a:lnTo>
                  <a:pt x="662529" y="38611"/>
                </a:lnTo>
                <a:lnTo>
                  <a:pt x="663019" y="38597"/>
                </a:lnTo>
                <a:lnTo>
                  <a:pt x="663511" y="38592"/>
                </a:lnTo>
                <a:lnTo>
                  <a:pt x="664241" y="38601"/>
                </a:lnTo>
                <a:lnTo>
                  <a:pt x="664961" y="38629"/>
                </a:lnTo>
                <a:lnTo>
                  <a:pt x="665670" y="38676"/>
                </a:lnTo>
                <a:lnTo>
                  <a:pt x="666369" y="38741"/>
                </a:lnTo>
                <a:lnTo>
                  <a:pt x="667058" y="38825"/>
                </a:lnTo>
                <a:lnTo>
                  <a:pt x="667736" y="38928"/>
                </a:lnTo>
                <a:lnTo>
                  <a:pt x="668404" y="39049"/>
                </a:lnTo>
                <a:lnTo>
                  <a:pt x="669062" y="39189"/>
                </a:lnTo>
                <a:lnTo>
                  <a:pt x="669710" y="39348"/>
                </a:lnTo>
                <a:lnTo>
                  <a:pt x="670347" y="39525"/>
                </a:lnTo>
                <a:lnTo>
                  <a:pt x="670974" y="39721"/>
                </a:lnTo>
                <a:lnTo>
                  <a:pt x="671591" y="39936"/>
                </a:lnTo>
                <a:lnTo>
                  <a:pt x="672197" y="40169"/>
                </a:lnTo>
                <a:lnTo>
                  <a:pt x="672793" y="40421"/>
                </a:lnTo>
                <a:lnTo>
                  <a:pt x="673379" y="40692"/>
                </a:lnTo>
                <a:lnTo>
                  <a:pt x="673955" y="40981"/>
                </a:lnTo>
                <a:lnTo>
                  <a:pt x="674520" y="41289"/>
                </a:lnTo>
                <a:lnTo>
                  <a:pt x="675075" y="41616"/>
                </a:lnTo>
                <a:lnTo>
                  <a:pt x="675619" y="41961"/>
                </a:lnTo>
                <a:lnTo>
                  <a:pt x="676154" y="42325"/>
                </a:lnTo>
                <a:lnTo>
                  <a:pt x="676678" y="42708"/>
                </a:lnTo>
                <a:lnTo>
                  <a:pt x="677192" y="43109"/>
                </a:lnTo>
                <a:lnTo>
                  <a:pt x="677695" y="43529"/>
                </a:lnTo>
                <a:lnTo>
                  <a:pt x="678189" y="43968"/>
                </a:lnTo>
                <a:lnTo>
                  <a:pt x="678667" y="44423"/>
                </a:lnTo>
                <a:lnTo>
                  <a:pt x="679127" y="44892"/>
                </a:lnTo>
                <a:lnTo>
                  <a:pt x="679568" y="45376"/>
                </a:lnTo>
                <a:lnTo>
                  <a:pt x="679990" y="45874"/>
                </a:lnTo>
                <a:lnTo>
                  <a:pt x="680394" y="46387"/>
                </a:lnTo>
                <a:lnTo>
                  <a:pt x="680778" y="46914"/>
                </a:lnTo>
                <a:lnTo>
                  <a:pt x="681143" y="47455"/>
                </a:lnTo>
                <a:lnTo>
                  <a:pt x="681490" y="48011"/>
                </a:lnTo>
                <a:lnTo>
                  <a:pt x="681817" y="48581"/>
                </a:lnTo>
                <a:lnTo>
                  <a:pt x="682126" y="49165"/>
                </a:lnTo>
                <a:lnTo>
                  <a:pt x="682415" y="49764"/>
                </a:lnTo>
                <a:lnTo>
                  <a:pt x="682686" y="50377"/>
                </a:lnTo>
                <a:lnTo>
                  <a:pt x="682938" y="51004"/>
                </a:lnTo>
                <a:lnTo>
                  <a:pt x="683171" y="51646"/>
                </a:lnTo>
                <a:lnTo>
                  <a:pt x="683385" y="52302"/>
                </a:lnTo>
                <a:lnTo>
                  <a:pt x="683580" y="52973"/>
                </a:lnTo>
                <a:lnTo>
                  <a:pt x="683756" y="53657"/>
                </a:lnTo>
                <a:lnTo>
                  <a:pt x="683914" y="54357"/>
                </a:lnTo>
                <a:lnTo>
                  <a:pt x="684052" y="55070"/>
                </a:lnTo>
                <a:lnTo>
                  <a:pt x="684171" y="55798"/>
                </a:lnTo>
                <a:lnTo>
                  <a:pt x="684272" y="56540"/>
                </a:lnTo>
                <a:lnTo>
                  <a:pt x="684354" y="57297"/>
                </a:lnTo>
                <a:lnTo>
                  <a:pt x="684416" y="58068"/>
                </a:lnTo>
                <a:lnTo>
                  <a:pt x="684460" y="58853"/>
                </a:lnTo>
                <a:lnTo>
                  <a:pt x="641596" y="58853"/>
                </a:lnTo>
                <a:lnTo>
                  <a:pt x="641647" y="58325"/>
                </a:lnTo>
                <a:lnTo>
                  <a:pt x="641716" y="57739"/>
                </a:lnTo>
                <a:lnTo>
                  <a:pt x="641795" y="57162"/>
                </a:lnTo>
                <a:close/>
                <a:moveTo>
                  <a:pt x="912611" y="101386"/>
                </a:moveTo>
                <a:lnTo>
                  <a:pt x="913396" y="101300"/>
                </a:lnTo>
                <a:lnTo>
                  <a:pt x="914173" y="101199"/>
                </a:lnTo>
                <a:lnTo>
                  <a:pt x="914943" y="101083"/>
                </a:lnTo>
                <a:lnTo>
                  <a:pt x="915705" y="100950"/>
                </a:lnTo>
                <a:lnTo>
                  <a:pt x="916459" y="100803"/>
                </a:lnTo>
                <a:lnTo>
                  <a:pt x="917206" y="100639"/>
                </a:lnTo>
                <a:lnTo>
                  <a:pt x="917945" y="100461"/>
                </a:lnTo>
                <a:lnTo>
                  <a:pt x="918676" y="100266"/>
                </a:lnTo>
                <a:lnTo>
                  <a:pt x="919400" y="100056"/>
                </a:lnTo>
                <a:lnTo>
                  <a:pt x="920116" y="99831"/>
                </a:lnTo>
                <a:lnTo>
                  <a:pt x="920824" y="99590"/>
                </a:lnTo>
                <a:lnTo>
                  <a:pt x="921525" y="99334"/>
                </a:lnTo>
                <a:lnTo>
                  <a:pt x="922218" y="99061"/>
                </a:lnTo>
                <a:lnTo>
                  <a:pt x="922903" y="98774"/>
                </a:lnTo>
                <a:lnTo>
                  <a:pt x="923581" y="98471"/>
                </a:lnTo>
                <a:lnTo>
                  <a:pt x="924251" y="98152"/>
                </a:lnTo>
                <a:lnTo>
                  <a:pt x="924913" y="97818"/>
                </a:lnTo>
                <a:lnTo>
                  <a:pt x="925568" y="97468"/>
                </a:lnTo>
                <a:lnTo>
                  <a:pt x="926215" y="97103"/>
                </a:lnTo>
                <a:lnTo>
                  <a:pt x="926852" y="96723"/>
                </a:lnTo>
                <a:lnTo>
                  <a:pt x="927479" y="96330"/>
                </a:lnTo>
                <a:lnTo>
                  <a:pt x="928095" y="95925"/>
                </a:lnTo>
                <a:lnTo>
                  <a:pt x="928699" y="95506"/>
                </a:lnTo>
                <a:lnTo>
                  <a:pt x="929293" y="95075"/>
                </a:lnTo>
                <a:lnTo>
                  <a:pt x="929876" y="94630"/>
                </a:lnTo>
                <a:lnTo>
                  <a:pt x="930447" y="94173"/>
                </a:lnTo>
                <a:lnTo>
                  <a:pt x="931008" y="93703"/>
                </a:lnTo>
                <a:lnTo>
                  <a:pt x="931558" y="93220"/>
                </a:lnTo>
                <a:lnTo>
                  <a:pt x="932096" y="92724"/>
                </a:lnTo>
                <a:lnTo>
                  <a:pt x="932624" y="92215"/>
                </a:lnTo>
                <a:lnTo>
                  <a:pt x="933140" y="91693"/>
                </a:lnTo>
                <a:lnTo>
                  <a:pt x="933646" y="91158"/>
                </a:lnTo>
                <a:lnTo>
                  <a:pt x="934140" y="90610"/>
                </a:lnTo>
                <a:lnTo>
                  <a:pt x="934624" y="90050"/>
                </a:lnTo>
                <a:lnTo>
                  <a:pt x="935096" y="89476"/>
                </a:lnTo>
                <a:lnTo>
                  <a:pt x="935558" y="88890"/>
                </a:lnTo>
                <a:lnTo>
                  <a:pt x="936008" y="88290"/>
                </a:lnTo>
                <a:lnTo>
                  <a:pt x="936448" y="87678"/>
                </a:lnTo>
                <a:lnTo>
                  <a:pt x="936876" y="87053"/>
                </a:lnTo>
                <a:lnTo>
                  <a:pt x="937294" y="86415"/>
                </a:lnTo>
                <a:lnTo>
                  <a:pt x="937700" y="85764"/>
                </a:lnTo>
                <a:lnTo>
                  <a:pt x="938096" y="85100"/>
                </a:lnTo>
                <a:lnTo>
                  <a:pt x="938480" y="84423"/>
                </a:lnTo>
                <a:lnTo>
                  <a:pt x="938851" y="83735"/>
                </a:lnTo>
                <a:lnTo>
                  <a:pt x="939207" y="83036"/>
                </a:lnTo>
                <a:lnTo>
                  <a:pt x="939546" y="82328"/>
                </a:lnTo>
                <a:lnTo>
                  <a:pt x="939870" y="81610"/>
                </a:lnTo>
                <a:lnTo>
                  <a:pt x="940178" y="80883"/>
                </a:lnTo>
                <a:lnTo>
                  <a:pt x="940470" y="80145"/>
                </a:lnTo>
                <a:lnTo>
                  <a:pt x="940747" y="79398"/>
                </a:lnTo>
                <a:lnTo>
                  <a:pt x="941007" y="78641"/>
                </a:lnTo>
                <a:lnTo>
                  <a:pt x="941252" y="77874"/>
                </a:lnTo>
                <a:lnTo>
                  <a:pt x="941481" y="77097"/>
                </a:lnTo>
                <a:lnTo>
                  <a:pt x="941694" y="76311"/>
                </a:lnTo>
                <a:lnTo>
                  <a:pt x="941892" y="75515"/>
                </a:lnTo>
                <a:lnTo>
                  <a:pt x="942073" y="74709"/>
                </a:lnTo>
                <a:lnTo>
                  <a:pt x="942239" y="73893"/>
                </a:lnTo>
                <a:lnTo>
                  <a:pt x="942389" y="73067"/>
                </a:lnTo>
                <a:lnTo>
                  <a:pt x="942524" y="72231"/>
                </a:lnTo>
                <a:lnTo>
                  <a:pt x="942642" y="71386"/>
                </a:lnTo>
                <a:lnTo>
                  <a:pt x="942745" y="70531"/>
                </a:lnTo>
                <a:lnTo>
                  <a:pt x="942832" y="69666"/>
                </a:lnTo>
                <a:lnTo>
                  <a:pt x="942903" y="68791"/>
                </a:lnTo>
                <a:lnTo>
                  <a:pt x="942958" y="67907"/>
                </a:lnTo>
                <a:lnTo>
                  <a:pt x="942997" y="67012"/>
                </a:lnTo>
                <a:lnTo>
                  <a:pt x="943021" y="66108"/>
                </a:lnTo>
                <a:lnTo>
                  <a:pt x="943029" y="65194"/>
                </a:lnTo>
                <a:lnTo>
                  <a:pt x="943021" y="64280"/>
                </a:lnTo>
                <a:lnTo>
                  <a:pt x="942998" y="63376"/>
                </a:lnTo>
                <a:lnTo>
                  <a:pt x="942959" y="62482"/>
                </a:lnTo>
                <a:lnTo>
                  <a:pt x="942905" y="61597"/>
                </a:lnTo>
                <a:lnTo>
                  <a:pt x="942835" y="60722"/>
                </a:lnTo>
                <a:lnTo>
                  <a:pt x="942749" y="59858"/>
                </a:lnTo>
                <a:lnTo>
                  <a:pt x="942648" y="59002"/>
                </a:lnTo>
                <a:lnTo>
                  <a:pt x="942531" y="58157"/>
                </a:lnTo>
                <a:lnTo>
                  <a:pt x="942399" y="57322"/>
                </a:lnTo>
                <a:lnTo>
                  <a:pt x="942251" y="56496"/>
                </a:lnTo>
                <a:lnTo>
                  <a:pt x="942088" y="55680"/>
                </a:lnTo>
                <a:lnTo>
                  <a:pt x="941909" y="54874"/>
                </a:lnTo>
                <a:lnTo>
                  <a:pt x="941715" y="54078"/>
                </a:lnTo>
                <a:lnTo>
                  <a:pt x="941505" y="53292"/>
                </a:lnTo>
                <a:lnTo>
                  <a:pt x="941279" y="52515"/>
                </a:lnTo>
                <a:lnTo>
                  <a:pt x="941038" y="51748"/>
                </a:lnTo>
                <a:lnTo>
                  <a:pt x="940781" y="50991"/>
                </a:lnTo>
                <a:lnTo>
                  <a:pt x="940509" y="50244"/>
                </a:lnTo>
                <a:lnTo>
                  <a:pt x="940221" y="49507"/>
                </a:lnTo>
                <a:lnTo>
                  <a:pt x="939918" y="48779"/>
                </a:lnTo>
                <a:lnTo>
                  <a:pt x="939599" y="48062"/>
                </a:lnTo>
                <a:lnTo>
                  <a:pt x="939265" y="47354"/>
                </a:lnTo>
                <a:lnTo>
                  <a:pt x="938915" y="46656"/>
                </a:lnTo>
                <a:lnTo>
                  <a:pt x="938549" y="45968"/>
                </a:lnTo>
                <a:lnTo>
                  <a:pt x="938171" y="45291"/>
                </a:lnTo>
                <a:lnTo>
                  <a:pt x="937781" y="44626"/>
                </a:lnTo>
                <a:lnTo>
                  <a:pt x="937380" y="43975"/>
                </a:lnTo>
                <a:lnTo>
                  <a:pt x="936968" y="43337"/>
                </a:lnTo>
                <a:lnTo>
                  <a:pt x="936545" y="42712"/>
                </a:lnTo>
                <a:lnTo>
                  <a:pt x="936112" y="42099"/>
                </a:lnTo>
                <a:lnTo>
                  <a:pt x="935667" y="41500"/>
                </a:lnTo>
                <a:lnTo>
                  <a:pt x="935211" y="40913"/>
                </a:lnTo>
                <a:lnTo>
                  <a:pt x="934744" y="40339"/>
                </a:lnTo>
                <a:lnTo>
                  <a:pt x="934266" y="39779"/>
                </a:lnTo>
                <a:lnTo>
                  <a:pt x="933777" y="39231"/>
                </a:lnTo>
                <a:lnTo>
                  <a:pt x="933277" y="38696"/>
                </a:lnTo>
                <a:lnTo>
                  <a:pt x="932767" y="38174"/>
                </a:lnTo>
                <a:lnTo>
                  <a:pt x="932245" y="37665"/>
                </a:lnTo>
                <a:lnTo>
                  <a:pt x="931712" y="37169"/>
                </a:lnTo>
                <a:lnTo>
                  <a:pt x="931168" y="36686"/>
                </a:lnTo>
                <a:lnTo>
                  <a:pt x="930613" y="36216"/>
                </a:lnTo>
                <a:lnTo>
                  <a:pt x="930047" y="35758"/>
                </a:lnTo>
                <a:lnTo>
                  <a:pt x="929470" y="35314"/>
                </a:lnTo>
                <a:lnTo>
                  <a:pt x="928882" y="34882"/>
                </a:lnTo>
                <a:lnTo>
                  <a:pt x="928284" y="34464"/>
                </a:lnTo>
                <a:lnTo>
                  <a:pt x="927674" y="34058"/>
                </a:lnTo>
                <a:lnTo>
                  <a:pt x="927053" y="33666"/>
                </a:lnTo>
                <a:lnTo>
                  <a:pt x="926421" y="33286"/>
                </a:lnTo>
                <a:lnTo>
                  <a:pt x="925779" y="32920"/>
                </a:lnTo>
                <a:lnTo>
                  <a:pt x="925130" y="32570"/>
                </a:lnTo>
                <a:lnTo>
                  <a:pt x="924473" y="32236"/>
                </a:lnTo>
                <a:lnTo>
                  <a:pt x="923808" y="31917"/>
                </a:lnTo>
                <a:lnTo>
                  <a:pt x="923135" y="31614"/>
                </a:lnTo>
                <a:lnTo>
                  <a:pt x="922454" y="31326"/>
                </a:lnTo>
                <a:lnTo>
                  <a:pt x="921765" y="31054"/>
                </a:lnTo>
                <a:lnTo>
                  <a:pt x="921069" y="30797"/>
                </a:lnTo>
                <a:lnTo>
                  <a:pt x="920364" y="30556"/>
                </a:lnTo>
                <a:lnTo>
                  <a:pt x="919652" y="30331"/>
                </a:lnTo>
                <a:lnTo>
                  <a:pt x="918931" y="30121"/>
                </a:lnTo>
                <a:lnTo>
                  <a:pt x="918203" y="29926"/>
                </a:lnTo>
                <a:lnTo>
                  <a:pt x="917467" y="29747"/>
                </a:lnTo>
                <a:lnTo>
                  <a:pt x="916723" y="29584"/>
                </a:lnTo>
                <a:lnTo>
                  <a:pt x="915971" y="29436"/>
                </a:lnTo>
                <a:lnTo>
                  <a:pt x="915211" y="29304"/>
                </a:lnTo>
                <a:lnTo>
                  <a:pt x="914443" y="29187"/>
                </a:lnTo>
                <a:lnTo>
                  <a:pt x="913667" y="29086"/>
                </a:lnTo>
                <a:lnTo>
                  <a:pt x="912884" y="29001"/>
                </a:lnTo>
                <a:lnTo>
                  <a:pt x="912092" y="28931"/>
                </a:lnTo>
                <a:lnTo>
                  <a:pt x="911293" y="28876"/>
                </a:lnTo>
                <a:lnTo>
                  <a:pt x="910486" y="28837"/>
                </a:lnTo>
                <a:lnTo>
                  <a:pt x="909670" y="28814"/>
                </a:lnTo>
                <a:lnTo>
                  <a:pt x="908847" y="28806"/>
                </a:lnTo>
                <a:lnTo>
                  <a:pt x="908047" y="28814"/>
                </a:lnTo>
                <a:lnTo>
                  <a:pt x="907252" y="28837"/>
                </a:lnTo>
                <a:lnTo>
                  <a:pt x="906465" y="28876"/>
                </a:lnTo>
                <a:lnTo>
                  <a:pt x="905683" y="28931"/>
                </a:lnTo>
                <a:lnTo>
                  <a:pt x="904908" y="29001"/>
                </a:lnTo>
                <a:lnTo>
                  <a:pt x="904140" y="29086"/>
                </a:lnTo>
                <a:lnTo>
                  <a:pt x="903378" y="29187"/>
                </a:lnTo>
                <a:lnTo>
                  <a:pt x="902623" y="29304"/>
                </a:lnTo>
                <a:lnTo>
                  <a:pt x="901873" y="29436"/>
                </a:lnTo>
                <a:lnTo>
                  <a:pt x="901131" y="29584"/>
                </a:lnTo>
                <a:lnTo>
                  <a:pt x="900395" y="29747"/>
                </a:lnTo>
                <a:lnTo>
                  <a:pt x="899665" y="29926"/>
                </a:lnTo>
                <a:lnTo>
                  <a:pt x="898942" y="30121"/>
                </a:lnTo>
                <a:lnTo>
                  <a:pt x="898225" y="30331"/>
                </a:lnTo>
                <a:lnTo>
                  <a:pt x="897515" y="30556"/>
                </a:lnTo>
                <a:lnTo>
                  <a:pt x="896811" y="30797"/>
                </a:lnTo>
                <a:lnTo>
                  <a:pt x="896114" y="31054"/>
                </a:lnTo>
                <a:lnTo>
                  <a:pt x="895423" y="31326"/>
                </a:lnTo>
                <a:lnTo>
                  <a:pt x="894738" y="31614"/>
                </a:lnTo>
                <a:lnTo>
                  <a:pt x="894060" y="31917"/>
                </a:lnTo>
                <a:lnTo>
                  <a:pt x="893388" y="32236"/>
                </a:lnTo>
                <a:lnTo>
                  <a:pt x="892723" y="32570"/>
                </a:lnTo>
                <a:lnTo>
                  <a:pt x="892065" y="32920"/>
                </a:lnTo>
                <a:lnTo>
                  <a:pt x="891412" y="33286"/>
                </a:lnTo>
                <a:lnTo>
                  <a:pt x="890769" y="33666"/>
                </a:lnTo>
                <a:lnTo>
                  <a:pt x="890137" y="34058"/>
                </a:lnTo>
                <a:lnTo>
                  <a:pt x="889517" y="34464"/>
                </a:lnTo>
                <a:lnTo>
                  <a:pt x="888908" y="34882"/>
                </a:lnTo>
                <a:lnTo>
                  <a:pt x="888311" y="35314"/>
                </a:lnTo>
                <a:lnTo>
                  <a:pt x="887725" y="35758"/>
                </a:lnTo>
                <a:lnTo>
                  <a:pt x="887151" y="36216"/>
                </a:lnTo>
                <a:lnTo>
                  <a:pt x="886588" y="36686"/>
                </a:lnTo>
                <a:lnTo>
                  <a:pt x="886037" y="37169"/>
                </a:lnTo>
                <a:lnTo>
                  <a:pt x="885497" y="37665"/>
                </a:lnTo>
                <a:lnTo>
                  <a:pt x="884969" y="38174"/>
                </a:lnTo>
                <a:lnTo>
                  <a:pt x="884452" y="38696"/>
                </a:lnTo>
                <a:lnTo>
                  <a:pt x="883946" y="39231"/>
                </a:lnTo>
                <a:lnTo>
                  <a:pt x="883452" y="39779"/>
                </a:lnTo>
                <a:lnTo>
                  <a:pt x="882970" y="40339"/>
                </a:lnTo>
                <a:lnTo>
                  <a:pt x="882499" y="40913"/>
                </a:lnTo>
                <a:lnTo>
                  <a:pt x="882040" y="41500"/>
                </a:lnTo>
                <a:lnTo>
                  <a:pt x="881592" y="42099"/>
                </a:lnTo>
                <a:lnTo>
                  <a:pt x="881155" y="42712"/>
                </a:lnTo>
                <a:lnTo>
                  <a:pt x="880730" y="43337"/>
                </a:lnTo>
                <a:lnTo>
                  <a:pt x="880317" y="43975"/>
                </a:lnTo>
                <a:lnTo>
                  <a:pt x="879915" y="44626"/>
                </a:lnTo>
                <a:lnTo>
                  <a:pt x="879524" y="45291"/>
                </a:lnTo>
                <a:lnTo>
                  <a:pt x="879145" y="45968"/>
                </a:lnTo>
                <a:lnTo>
                  <a:pt x="878780" y="46656"/>
                </a:lnTo>
                <a:lnTo>
                  <a:pt x="878430" y="47355"/>
                </a:lnTo>
                <a:lnTo>
                  <a:pt x="878095" y="48064"/>
                </a:lnTo>
                <a:lnTo>
                  <a:pt x="877776" y="48783"/>
                </a:lnTo>
                <a:lnTo>
                  <a:pt x="877473" y="49513"/>
                </a:lnTo>
                <a:lnTo>
                  <a:pt x="877185" y="50253"/>
                </a:lnTo>
                <a:lnTo>
                  <a:pt x="876913" y="51003"/>
                </a:lnTo>
                <a:lnTo>
                  <a:pt x="876656" y="51764"/>
                </a:lnTo>
                <a:lnTo>
                  <a:pt x="876415" y="52534"/>
                </a:lnTo>
                <a:lnTo>
                  <a:pt x="876190" y="53315"/>
                </a:lnTo>
                <a:lnTo>
                  <a:pt x="875980" y="54107"/>
                </a:lnTo>
                <a:lnTo>
                  <a:pt x="875785" y="54908"/>
                </a:lnTo>
                <a:lnTo>
                  <a:pt x="875606" y="55720"/>
                </a:lnTo>
                <a:lnTo>
                  <a:pt x="875443" y="56543"/>
                </a:lnTo>
                <a:lnTo>
                  <a:pt x="875295" y="57375"/>
                </a:lnTo>
                <a:lnTo>
                  <a:pt x="875163" y="58218"/>
                </a:lnTo>
                <a:lnTo>
                  <a:pt x="875047" y="59071"/>
                </a:lnTo>
                <a:lnTo>
                  <a:pt x="874945" y="59934"/>
                </a:lnTo>
                <a:lnTo>
                  <a:pt x="874860" y="60808"/>
                </a:lnTo>
                <a:lnTo>
                  <a:pt x="874790" y="61692"/>
                </a:lnTo>
                <a:lnTo>
                  <a:pt x="874735" y="62586"/>
                </a:lnTo>
                <a:lnTo>
                  <a:pt x="874697" y="63491"/>
                </a:lnTo>
                <a:lnTo>
                  <a:pt x="874673" y="64406"/>
                </a:lnTo>
                <a:lnTo>
                  <a:pt x="874665" y="65331"/>
                </a:lnTo>
                <a:lnTo>
                  <a:pt x="874673" y="66234"/>
                </a:lnTo>
                <a:lnTo>
                  <a:pt x="874696" y="67127"/>
                </a:lnTo>
                <a:lnTo>
                  <a:pt x="874734" y="68011"/>
                </a:lnTo>
                <a:lnTo>
                  <a:pt x="874788" y="68886"/>
                </a:lnTo>
                <a:lnTo>
                  <a:pt x="874857" y="69752"/>
                </a:lnTo>
                <a:lnTo>
                  <a:pt x="874941" y="70608"/>
                </a:lnTo>
                <a:lnTo>
                  <a:pt x="875041" y="71455"/>
                </a:lnTo>
                <a:lnTo>
                  <a:pt x="875155" y="72292"/>
                </a:lnTo>
                <a:lnTo>
                  <a:pt x="875286" y="73120"/>
                </a:lnTo>
                <a:lnTo>
                  <a:pt x="875431" y="73939"/>
                </a:lnTo>
                <a:lnTo>
                  <a:pt x="875592" y="74749"/>
                </a:lnTo>
                <a:lnTo>
                  <a:pt x="875768" y="75549"/>
                </a:lnTo>
                <a:lnTo>
                  <a:pt x="875959" y="76340"/>
                </a:lnTo>
                <a:lnTo>
                  <a:pt x="876166" y="77121"/>
                </a:lnTo>
                <a:lnTo>
                  <a:pt x="876388" y="77893"/>
                </a:lnTo>
                <a:lnTo>
                  <a:pt x="876626" y="78656"/>
                </a:lnTo>
                <a:lnTo>
                  <a:pt x="876878" y="79410"/>
                </a:lnTo>
                <a:lnTo>
                  <a:pt x="877146" y="80154"/>
                </a:lnTo>
                <a:lnTo>
                  <a:pt x="877429" y="80889"/>
                </a:lnTo>
                <a:lnTo>
                  <a:pt x="877728" y="81614"/>
                </a:lnTo>
                <a:lnTo>
                  <a:pt x="878042" y="82330"/>
                </a:lnTo>
                <a:lnTo>
                  <a:pt x="878371" y="83037"/>
                </a:lnTo>
                <a:lnTo>
                  <a:pt x="878716" y="83735"/>
                </a:lnTo>
                <a:lnTo>
                  <a:pt x="879076" y="84423"/>
                </a:lnTo>
                <a:lnTo>
                  <a:pt x="879449" y="85100"/>
                </a:lnTo>
                <a:lnTo>
                  <a:pt x="879834" y="85764"/>
                </a:lnTo>
                <a:lnTo>
                  <a:pt x="880230" y="86415"/>
                </a:lnTo>
                <a:lnTo>
                  <a:pt x="880638" y="87053"/>
                </a:lnTo>
                <a:lnTo>
                  <a:pt x="881058" y="87678"/>
                </a:lnTo>
                <a:lnTo>
                  <a:pt x="881488" y="88290"/>
                </a:lnTo>
                <a:lnTo>
                  <a:pt x="881931" y="88890"/>
                </a:lnTo>
                <a:lnTo>
                  <a:pt x="882385" y="89476"/>
                </a:lnTo>
                <a:lnTo>
                  <a:pt x="882850" y="90050"/>
                </a:lnTo>
                <a:lnTo>
                  <a:pt x="883327" y="90610"/>
                </a:lnTo>
                <a:lnTo>
                  <a:pt x="883815" y="91158"/>
                </a:lnTo>
                <a:lnTo>
                  <a:pt x="884314" y="91693"/>
                </a:lnTo>
                <a:lnTo>
                  <a:pt x="884826" y="92215"/>
                </a:lnTo>
                <a:lnTo>
                  <a:pt x="885348" y="92724"/>
                </a:lnTo>
                <a:lnTo>
                  <a:pt x="885882" y="93220"/>
                </a:lnTo>
                <a:lnTo>
                  <a:pt x="886428" y="93703"/>
                </a:lnTo>
                <a:lnTo>
                  <a:pt x="886985" y="94173"/>
                </a:lnTo>
                <a:lnTo>
                  <a:pt x="887554" y="94630"/>
                </a:lnTo>
                <a:lnTo>
                  <a:pt x="888134" y="95075"/>
                </a:lnTo>
                <a:lnTo>
                  <a:pt x="888725" y="95506"/>
                </a:lnTo>
                <a:lnTo>
                  <a:pt x="889328" y="95925"/>
                </a:lnTo>
                <a:lnTo>
                  <a:pt x="889943" y="96330"/>
                </a:lnTo>
                <a:lnTo>
                  <a:pt x="890569" y="96723"/>
                </a:lnTo>
                <a:lnTo>
                  <a:pt x="891206" y="97103"/>
                </a:lnTo>
                <a:lnTo>
                  <a:pt x="891853" y="97468"/>
                </a:lnTo>
                <a:lnTo>
                  <a:pt x="892506" y="97818"/>
                </a:lnTo>
                <a:lnTo>
                  <a:pt x="893166" y="98152"/>
                </a:lnTo>
                <a:lnTo>
                  <a:pt x="893833" y="98471"/>
                </a:lnTo>
                <a:lnTo>
                  <a:pt x="894506" y="98774"/>
                </a:lnTo>
                <a:lnTo>
                  <a:pt x="895186" y="99061"/>
                </a:lnTo>
                <a:lnTo>
                  <a:pt x="895873" y="99334"/>
                </a:lnTo>
                <a:lnTo>
                  <a:pt x="896566" y="99590"/>
                </a:lnTo>
                <a:lnTo>
                  <a:pt x="897266" y="99831"/>
                </a:lnTo>
                <a:lnTo>
                  <a:pt x="897973" y="100056"/>
                </a:lnTo>
                <a:lnTo>
                  <a:pt x="898687" y="100266"/>
                </a:lnTo>
                <a:lnTo>
                  <a:pt x="899407" y="100461"/>
                </a:lnTo>
                <a:lnTo>
                  <a:pt x="900134" y="100639"/>
                </a:lnTo>
                <a:lnTo>
                  <a:pt x="900867" y="100803"/>
                </a:lnTo>
                <a:lnTo>
                  <a:pt x="901608" y="100950"/>
                </a:lnTo>
                <a:lnTo>
                  <a:pt x="902355" y="101083"/>
                </a:lnTo>
                <a:lnTo>
                  <a:pt x="903108" y="101199"/>
                </a:lnTo>
                <a:lnTo>
                  <a:pt x="903869" y="101300"/>
                </a:lnTo>
                <a:lnTo>
                  <a:pt x="904636" y="101386"/>
                </a:lnTo>
                <a:lnTo>
                  <a:pt x="905410" y="101456"/>
                </a:lnTo>
                <a:lnTo>
                  <a:pt x="906190" y="101510"/>
                </a:lnTo>
                <a:lnTo>
                  <a:pt x="906977" y="101549"/>
                </a:lnTo>
                <a:lnTo>
                  <a:pt x="907771" y="101572"/>
                </a:lnTo>
                <a:lnTo>
                  <a:pt x="908572" y="101580"/>
                </a:lnTo>
                <a:lnTo>
                  <a:pt x="909395" y="101572"/>
                </a:lnTo>
                <a:lnTo>
                  <a:pt x="910211" y="101549"/>
                </a:lnTo>
                <a:lnTo>
                  <a:pt x="911018" y="101510"/>
                </a:lnTo>
                <a:lnTo>
                  <a:pt x="911819" y="101456"/>
                </a:lnTo>
                <a:lnTo>
                  <a:pt x="912611" y="101386"/>
                </a:lnTo>
                <a:close/>
                <a:moveTo>
                  <a:pt x="906280" y="91529"/>
                </a:moveTo>
                <a:lnTo>
                  <a:pt x="905803" y="91472"/>
                </a:lnTo>
                <a:lnTo>
                  <a:pt x="905329" y="91406"/>
                </a:lnTo>
                <a:lnTo>
                  <a:pt x="904859" y="91328"/>
                </a:lnTo>
                <a:lnTo>
                  <a:pt x="904391" y="91241"/>
                </a:lnTo>
                <a:lnTo>
                  <a:pt x="903927" y="91143"/>
                </a:lnTo>
                <a:lnTo>
                  <a:pt x="903466" y="91035"/>
                </a:lnTo>
                <a:lnTo>
                  <a:pt x="903007" y="90917"/>
                </a:lnTo>
                <a:lnTo>
                  <a:pt x="902552" y="90788"/>
                </a:lnTo>
                <a:lnTo>
                  <a:pt x="902100" y="90649"/>
                </a:lnTo>
                <a:lnTo>
                  <a:pt x="901651" y="90500"/>
                </a:lnTo>
                <a:lnTo>
                  <a:pt x="901206" y="90341"/>
                </a:lnTo>
                <a:lnTo>
                  <a:pt x="900763" y="90171"/>
                </a:lnTo>
                <a:lnTo>
                  <a:pt x="900323" y="89991"/>
                </a:lnTo>
                <a:lnTo>
                  <a:pt x="899887" y="89800"/>
                </a:lnTo>
                <a:lnTo>
                  <a:pt x="899454" y="89600"/>
                </a:lnTo>
                <a:lnTo>
                  <a:pt x="899023" y="89389"/>
                </a:lnTo>
                <a:lnTo>
                  <a:pt x="898596" y="89168"/>
                </a:lnTo>
                <a:lnTo>
                  <a:pt x="898172" y="88936"/>
                </a:lnTo>
                <a:lnTo>
                  <a:pt x="897751" y="88694"/>
                </a:lnTo>
                <a:lnTo>
                  <a:pt x="897335" y="88442"/>
                </a:lnTo>
                <a:lnTo>
                  <a:pt x="896926" y="88180"/>
                </a:lnTo>
                <a:lnTo>
                  <a:pt x="896524" y="87907"/>
                </a:lnTo>
                <a:lnTo>
                  <a:pt x="896128" y="87624"/>
                </a:lnTo>
                <a:lnTo>
                  <a:pt x="895739" y="87331"/>
                </a:lnTo>
                <a:lnTo>
                  <a:pt x="895356" y="87027"/>
                </a:lnTo>
                <a:lnTo>
                  <a:pt x="894981" y="86714"/>
                </a:lnTo>
                <a:lnTo>
                  <a:pt x="894612" y="86390"/>
                </a:lnTo>
                <a:lnTo>
                  <a:pt x="894249" y="86055"/>
                </a:lnTo>
                <a:lnTo>
                  <a:pt x="893894" y="85710"/>
                </a:lnTo>
                <a:lnTo>
                  <a:pt x="893545" y="85356"/>
                </a:lnTo>
                <a:lnTo>
                  <a:pt x="893203" y="84990"/>
                </a:lnTo>
                <a:lnTo>
                  <a:pt x="892867" y="84615"/>
                </a:lnTo>
                <a:lnTo>
                  <a:pt x="892538" y="84229"/>
                </a:lnTo>
                <a:lnTo>
                  <a:pt x="892216" y="83833"/>
                </a:lnTo>
                <a:lnTo>
                  <a:pt x="891901" y="83426"/>
                </a:lnTo>
                <a:lnTo>
                  <a:pt x="891592" y="83010"/>
                </a:lnTo>
                <a:lnTo>
                  <a:pt x="891290" y="82583"/>
                </a:lnTo>
                <a:lnTo>
                  <a:pt x="890995" y="82145"/>
                </a:lnTo>
                <a:lnTo>
                  <a:pt x="890706" y="81698"/>
                </a:lnTo>
                <a:lnTo>
                  <a:pt x="890424" y="81240"/>
                </a:lnTo>
                <a:lnTo>
                  <a:pt x="890149" y="80772"/>
                </a:lnTo>
                <a:lnTo>
                  <a:pt x="889880" y="80293"/>
                </a:lnTo>
                <a:lnTo>
                  <a:pt x="889619" y="79805"/>
                </a:lnTo>
                <a:lnTo>
                  <a:pt x="889366" y="79306"/>
                </a:lnTo>
                <a:lnTo>
                  <a:pt x="889123" y="78798"/>
                </a:lnTo>
                <a:lnTo>
                  <a:pt x="888892" y="78280"/>
                </a:lnTo>
                <a:lnTo>
                  <a:pt x="888671" y="77752"/>
                </a:lnTo>
                <a:lnTo>
                  <a:pt x="888461" y="77215"/>
                </a:lnTo>
                <a:lnTo>
                  <a:pt x="888262" y="76669"/>
                </a:lnTo>
                <a:lnTo>
                  <a:pt x="888074" y="76113"/>
                </a:lnTo>
                <a:lnTo>
                  <a:pt x="887896" y="75547"/>
                </a:lnTo>
                <a:lnTo>
                  <a:pt x="887729" y="74972"/>
                </a:lnTo>
                <a:lnTo>
                  <a:pt x="887573" y="74387"/>
                </a:lnTo>
                <a:lnTo>
                  <a:pt x="887428" y="73793"/>
                </a:lnTo>
                <a:lnTo>
                  <a:pt x="887294" y="73189"/>
                </a:lnTo>
                <a:lnTo>
                  <a:pt x="887170" y="72575"/>
                </a:lnTo>
                <a:lnTo>
                  <a:pt x="887057" y="71952"/>
                </a:lnTo>
                <a:lnTo>
                  <a:pt x="886954" y="71319"/>
                </a:lnTo>
                <a:lnTo>
                  <a:pt x="886863" y="70677"/>
                </a:lnTo>
                <a:lnTo>
                  <a:pt x="886782" y="70025"/>
                </a:lnTo>
                <a:lnTo>
                  <a:pt x="886712" y="69364"/>
                </a:lnTo>
                <a:lnTo>
                  <a:pt x="886653" y="68693"/>
                </a:lnTo>
                <a:lnTo>
                  <a:pt x="886605" y="68012"/>
                </a:lnTo>
                <a:lnTo>
                  <a:pt x="886567" y="67322"/>
                </a:lnTo>
                <a:lnTo>
                  <a:pt x="886540" y="66622"/>
                </a:lnTo>
                <a:lnTo>
                  <a:pt x="886524" y="65913"/>
                </a:lnTo>
                <a:lnTo>
                  <a:pt x="886519" y="65194"/>
                </a:lnTo>
                <a:lnTo>
                  <a:pt x="886524" y="64464"/>
                </a:lnTo>
                <a:lnTo>
                  <a:pt x="886540" y="63745"/>
                </a:lnTo>
                <a:lnTo>
                  <a:pt x="886567" y="63035"/>
                </a:lnTo>
                <a:lnTo>
                  <a:pt x="886605" y="62336"/>
                </a:lnTo>
                <a:lnTo>
                  <a:pt x="886653" y="61648"/>
                </a:lnTo>
                <a:lnTo>
                  <a:pt x="886712" y="60969"/>
                </a:lnTo>
                <a:lnTo>
                  <a:pt x="886782" y="60301"/>
                </a:lnTo>
                <a:lnTo>
                  <a:pt x="886863" y="59643"/>
                </a:lnTo>
                <a:lnTo>
                  <a:pt x="886954" y="58996"/>
                </a:lnTo>
                <a:lnTo>
                  <a:pt x="887057" y="58358"/>
                </a:lnTo>
                <a:lnTo>
                  <a:pt x="887170" y="57731"/>
                </a:lnTo>
                <a:lnTo>
                  <a:pt x="887294" y="57115"/>
                </a:lnTo>
                <a:lnTo>
                  <a:pt x="887428" y="56508"/>
                </a:lnTo>
                <a:lnTo>
                  <a:pt x="887573" y="55912"/>
                </a:lnTo>
                <a:lnTo>
                  <a:pt x="887729" y="55326"/>
                </a:lnTo>
                <a:lnTo>
                  <a:pt x="887896" y="54751"/>
                </a:lnTo>
                <a:lnTo>
                  <a:pt x="888074" y="54185"/>
                </a:lnTo>
                <a:lnTo>
                  <a:pt x="888262" y="53630"/>
                </a:lnTo>
                <a:lnTo>
                  <a:pt x="888461" y="53086"/>
                </a:lnTo>
                <a:lnTo>
                  <a:pt x="888671" y="52551"/>
                </a:lnTo>
                <a:lnTo>
                  <a:pt x="888892" y="52027"/>
                </a:lnTo>
                <a:lnTo>
                  <a:pt x="889123" y="51513"/>
                </a:lnTo>
                <a:lnTo>
                  <a:pt x="889366" y="51010"/>
                </a:lnTo>
                <a:lnTo>
                  <a:pt x="889619" y="50517"/>
                </a:lnTo>
                <a:lnTo>
                  <a:pt x="889881" y="50033"/>
                </a:lnTo>
                <a:lnTo>
                  <a:pt x="890150" y="49560"/>
                </a:lnTo>
                <a:lnTo>
                  <a:pt x="890426" y="49097"/>
                </a:lnTo>
                <a:lnTo>
                  <a:pt x="890710" y="48644"/>
                </a:lnTo>
                <a:lnTo>
                  <a:pt x="891001" y="48201"/>
                </a:lnTo>
                <a:lnTo>
                  <a:pt x="891299" y="47768"/>
                </a:lnTo>
                <a:lnTo>
                  <a:pt x="891604" y="47345"/>
                </a:lnTo>
                <a:lnTo>
                  <a:pt x="891916" y="46932"/>
                </a:lnTo>
                <a:lnTo>
                  <a:pt x="892236" y="46529"/>
                </a:lnTo>
                <a:lnTo>
                  <a:pt x="892563" y="46137"/>
                </a:lnTo>
                <a:lnTo>
                  <a:pt x="892896" y="45754"/>
                </a:lnTo>
                <a:lnTo>
                  <a:pt x="893237" y="45381"/>
                </a:lnTo>
                <a:lnTo>
                  <a:pt x="893586" y="45019"/>
                </a:lnTo>
                <a:lnTo>
                  <a:pt x="893941" y="44666"/>
                </a:lnTo>
                <a:lnTo>
                  <a:pt x="894304" y="44324"/>
                </a:lnTo>
                <a:lnTo>
                  <a:pt x="894673" y="43991"/>
                </a:lnTo>
                <a:lnTo>
                  <a:pt x="895050" y="43669"/>
                </a:lnTo>
                <a:lnTo>
                  <a:pt x="895435" y="43357"/>
                </a:lnTo>
                <a:lnTo>
                  <a:pt x="895826" y="43054"/>
                </a:lnTo>
                <a:lnTo>
                  <a:pt x="896224" y="42762"/>
                </a:lnTo>
                <a:lnTo>
                  <a:pt x="896630" y="42480"/>
                </a:lnTo>
                <a:lnTo>
                  <a:pt x="897043" y="42208"/>
                </a:lnTo>
                <a:lnTo>
                  <a:pt x="897463" y="41946"/>
                </a:lnTo>
                <a:lnTo>
                  <a:pt x="897890" y="41694"/>
                </a:lnTo>
                <a:lnTo>
                  <a:pt x="898322" y="41452"/>
                </a:lnTo>
                <a:lnTo>
                  <a:pt x="898756" y="41221"/>
                </a:lnTo>
                <a:lnTo>
                  <a:pt x="899192" y="41000"/>
                </a:lnTo>
                <a:lnTo>
                  <a:pt x="899630" y="40789"/>
                </a:lnTo>
                <a:lnTo>
                  <a:pt x="900071" y="40588"/>
                </a:lnTo>
                <a:lnTo>
                  <a:pt x="900513" y="40398"/>
                </a:lnTo>
                <a:lnTo>
                  <a:pt x="900958" y="40218"/>
                </a:lnTo>
                <a:lnTo>
                  <a:pt x="901405" y="40048"/>
                </a:lnTo>
                <a:lnTo>
                  <a:pt x="901854" y="39888"/>
                </a:lnTo>
                <a:lnTo>
                  <a:pt x="902305" y="39739"/>
                </a:lnTo>
                <a:lnTo>
                  <a:pt x="902759" y="39600"/>
                </a:lnTo>
                <a:lnTo>
                  <a:pt x="903214" y="39472"/>
                </a:lnTo>
                <a:lnTo>
                  <a:pt x="903672" y="39353"/>
                </a:lnTo>
                <a:lnTo>
                  <a:pt x="904131" y="39245"/>
                </a:lnTo>
                <a:lnTo>
                  <a:pt x="904593" y="39148"/>
                </a:lnTo>
                <a:lnTo>
                  <a:pt x="905057" y="39060"/>
                </a:lnTo>
                <a:lnTo>
                  <a:pt x="905524" y="38983"/>
                </a:lnTo>
                <a:lnTo>
                  <a:pt x="905992" y="38916"/>
                </a:lnTo>
                <a:lnTo>
                  <a:pt x="906463" y="38859"/>
                </a:lnTo>
                <a:lnTo>
                  <a:pt x="906935" y="38813"/>
                </a:lnTo>
                <a:lnTo>
                  <a:pt x="907410" y="38777"/>
                </a:lnTo>
                <a:lnTo>
                  <a:pt x="907887" y="38751"/>
                </a:lnTo>
                <a:lnTo>
                  <a:pt x="908366" y="38736"/>
                </a:lnTo>
                <a:lnTo>
                  <a:pt x="908847" y="38731"/>
                </a:lnTo>
                <a:lnTo>
                  <a:pt x="909351" y="38736"/>
                </a:lnTo>
                <a:lnTo>
                  <a:pt x="909851" y="38751"/>
                </a:lnTo>
                <a:lnTo>
                  <a:pt x="910347" y="38777"/>
                </a:lnTo>
                <a:lnTo>
                  <a:pt x="910840" y="38813"/>
                </a:lnTo>
                <a:lnTo>
                  <a:pt x="911330" y="38859"/>
                </a:lnTo>
                <a:lnTo>
                  <a:pt x="911815" y="38916"/>
                </a:lnTo>
                <a:lnTo>
                  <a:pt x="912297" y="38983"/>
                </a:lnTo>
                <a:lnTo>
                  <a:pt x="912776" y="39060"/>
                </a:lnTo>
                <a:lnTo>
                  <a:pt x="913251" y="39148"/>
                </a:lnTo>
                <a:lnTo>
                  <a:pt x="913722" y="39245"/>
                </a:lnTo>
                <a:lnTo>
                  <a:pt x="914190" y="39353"/>
                </a:lnTo>
                <a:lnTo>
                  <a:pt x="914654" y="39472"/>
                </a:lnTo>
                <a:lnTo>
                  <a:pt x="915114" y="39600"/>
                </a:lnTo>
                <a:lnTo>
                  <a:pt x="915571" y="39739"/>
                </a:lnTo>
                <a:lnTo>
                  <a:pt x="916025" y="39888"/>
                </a:lnTo>
                <a:lnTo>
                  <a:pt x="916475" y="40048"/>
                </a:lnTo>
                <a:lnTo>
                  <a:pt x="916921" y="40218"/>
                </a:lnTo>
                <a:lnTo>
                  <a:pt x="917363" y="40398"/>
                </a:lnTo>
                <a:lnTo>
                  <a:pt x="917802" y="40588"/>
                </a:lnTo>
                <a:lnTo>
                  <a:pt x="918238" y="40789"/>
                </a:lnTo>
                <a:lnTo>
                  <a:pt x="918669" y="41000"/>
                </a:lnTo>
                <a:lnTo>
                  <a:pt x="919098" y="41221"/>
                </a:lnTo>
                <a:lnTo>
                  <a:pt x="919522" y="41452"/>
                </a:lnTo>
                <a:lnTo>
                  <a:pt x="919943" y="41694"/>
                </a:lnTo>
                <a:lnTo>
                  <a:pt x="920359" y="41946"/>
                </a:lnTo>
                <a:lnTo>
                  <a:pt x="920768" y="42208"/>
                </a:lnTo>
                <a:lnTo>
                  <a:pt x="921171" y="42480"/>
                </a:lnTo>
                <a:lnTo>
                  <a:pt x="921566" y="42762"/>
                </a:lnTo>
                <a:lnTo>
                  <a:pt x="921956" y="43054"/>
                </a:lnTo>
                <a:lnTo>
                  <a:pt x="922338" y="43357"/>
                </a:lnTo>
                <a:lnTo>
                  <a:pt x="922714" y="43669"/>
                </a:lnTo>
                <a:lnTo>
                  <a:pt x="923082" y="43991"/>
                </a:lnTo>
                <a:lnTo>
                  <a:pt x="923445" y="44324"/>
                </a:lnTo>
                <a:lnTo>
                  <a:pt x="923800" y="44666"/>
                </a:lnTo>
                <a:lnTo>
                  <a:pt x="924149" y="45019"/>
                </a:lnTo>
                <a:lnTo>
                  <a:pt x="924491" y="45381"/>
                </a:lnTo>
                <a:lnTo>
                  <a:pt x="924827" y="45754"/>
                </a:lnTo>
                <a:lnTo>
                  <a:pt x="925155" y="46137"/>
                </a:lnTo>
                <a:lnTo>
                  <a:pt x="925477" y="46529"/>
                </a:lnTo>
                <a:lnTo>
                  <a:pt x="925793" y="46932"/>
                </a:lnTo>
                <a:lnTo>
                  <a:pt x="926101" y="47345"/>
                </a:lnTo>
                <a:lnTo>
                  <a:pt x="926403" y="47768"/>
                </a:lnTo>
                <a:lnTo>
                  <a:pt x="926698" y="48201"/>
                </a:lnTo>
                <a:lnTo>
                  <a:pt x="926987" y="48644"/>
                </a:lnTo>
                <a:lnTo>
                  <a:pt x="927269" y="49097"/>
                </a:lnTo>
                <a:lnTo>
                  <a:pt x="927544" y="49560"/>
                </a:lnTo>
                <a:lnTo>
                  <a:pt x="927812" y="50033"/>
                </a:lnTo>
                <a:lnTo>
                  <a:pt x="928074" y="50517"/>
                </a:lnTo>
                <a:lnTo>
                  <a:pt x="928327" y="51010"/>
                </a:lnTo>
                <a:lnTo>
                  <a:pt x="928569" y="51513"/>
                </a:lnTo>
                <a:lnTo>
                  <a:pt x="928801" y="52027"/>
                </a:lnTo>
                <a:lnTo>
                  <a:pt x="929022" y="52551"/>
                </a:lnTo>
                <a:lnTo>
                  <a:pt x="929232" y="53086"/>
                </a:lnTo>
                <a:lnTo>
                  <a:pt x="929431" y="53630"/>
                </a:lnTo>
                <a:lnTo>
                  <a:pt x="929619" y="54185"/>
                </a:lnTo>
                <a:lnTo>
                  <a:pt x="929797" y="54751"/>
                </a:lnTo>
                <a:lnTo>
                  <a:pt x="929964" y="55326"/>
                </a:lnTo>
                <a:lnTo>
                  <a:pt x="930120" y="55912"/>
                </a:lnTo>
                <a:lnTo>
                  <a:pt x="930266" y="56508"/>
                </a:lnTo>
                <a:lnTo>
                  <a:pt x="930400" y="57115"/>
                </a:lnTo>
                <a:lnTo>
                  <a:pt x="930524" y="57731"/>
                </a:lnTo>
                <a:lnTo>
                  <a:pt x="930637" y="58358"/>
                </a:lnTo>
                <a:lnTo>
                  <a:pt x="930740" y="58996"/>
                </a:lnTo>
                <a:lnTo>
                  <a:pt x="930831" y="59643"/>
                </a:lnTo>
                <a:lnTo>
                  <a:pt x="930912" y="60301"/>
                </a:lnTo>
                <a:lnTo>
                  <a:pt x="930982" y="60969"/>
                </a:lnTo>
                <a:lnTo>
                  <a:pt x="931041" y="61648"/>
                </a:lnTo>
                <a:lnTo>
                  <a:pt x="931090" y="62336"/>
                </a:lnTo>
                <a:lnTo>
                  <a:pt x="931127" y="63035"/>
                </a:lnTo>
                <a:lnTo>
                  <a:pt x="931154" y="63745"/>
                </a:lnTo>
                <a:lnTo>
                  <a:pt x="931171" y="64464"/>
                </a:lnTo>
                <a:lnTo>
                  <a:pt x="931176" y="65194"/>
                </a:lnTo>
                <a:lnTo>
                  <a:pt x="931170" y="65913"/>
                </a:lnTo>
                <a:lnTo>
                  <a:pt x="931154" y="66622"/>
                </a:lnTo>
                <a:lnTo>
                  <a:pt x="931126" y="67322"/>
                </a:lnTo>
                <a:lnTo>
                  <a:pt x="931088" y="68012"/>
                </a:lnTo>
                <a:lnTo>
                  <a:pt x="931038" y="68693"/>
                </a:lnTo>
                <a:lnTo>
                  <a:pt x="930978" y="69364"/>
                </a:lnTo>
                <a:lnTo>
                  <a:pt x="930906" y="70025"/>
                </a:lnTo>
                <a:lnTo>
                  <a:pt x="930824" y="70677"/>
                </a:lnTo>
                <a:lnTo>
                  <a:pt x="930730" y="71319"/>
                </a:lnTo>
                <a:lnTo>
                  <a:pt x="930625" y="71952"/>
                </a:lnTo>
                <a:lnTo>
                  <a:pt x="930510" y="72575"/>
                </a:lnTo>
                <a:lnTo>
                  <a:pt x="930383" y="73189"/>
                </a:lnTo>
                <a:lnTo>
                  <a:pt x="930245" y="73793"/>
                </a:lnTo>
                <a:lnTo>
                  <a:pt x="930097" y="74387"/>
                </a:lnTo>
                <a:lnTo>
                  <a:pt x="929937" y="74972"/>
                </a:lnTo>
                <a:lnTo>
                  <a:pt x="929766" y="75547"/>
                </a:lnTo>
                <a:lnTo>
                  <a:pt x="929585" y="76113"/>
                </a:lnTo>
                <a:lnTo>
                  <a:pt x="929392" y="76669"/>
                </a:lnTo>
                <a:lnTo>
                  <a:pt x="929188" y="77215"/>
                </a:lnTo>
                <a:lnTo>
                  <a:pt x="928974" y="77752"/>
                </a:lnTo>
                <a:lnTo>
                  <a:pt x="928748" y="78280"/>
                </a:lnTo>
                <a:lnTo>
                  <a:pt x="928511" y="78798"/>
                </a:lnTo>
                <a:lnTo>
                  <a:pt x="928263" y="79306"/>
                </a:lnTo>
                <a:lnTo>
                  <a:pt x="928004" y="79805"/>
                </a:lnTo>
                <a:lnTo>
                  <a:pt x="927737" y="80293"/>
                </a:lnTo>
                <a:lnTo>
                  <a:pt x="927463" y="80772"/>
                </a:lnTo>
                <a:lnTo>
                  <a:pt x="927182" y="81240"/>
                </a:lnTo>
                <a:lnTo>
                  <a:pt x="926894" y="81698"/>
                </a:lnTo>
                <a:lnTo>
                  <a:pt x="926600" y="82145"/>
                </a:lnTo>
                <a:lnTo>
                  <a:pt x="926299" y="82583"/>
                </a:lnTo>
                <a:lnTo>
                  <a:pt x="925991" y="83010"/>
                </a:lnTo>
                <a:lnTo>
                  <a:pt x="925677" y="83426"/>
                </a:lnTo>
                <a:lnTo>
                  <a:pt x="925356" y="83833"/>
                </a:lnTo>
                <a:lnTo>
                  <a:pt x="925028" y="84229"/>
                </a:lnTo>
                <a:lnTo>
                  <a:pt x="924694" y="84615"/>
                </a:lnTo>
                <a:lnTo>
                  <a:pt x="924352" y="84990"/>
                </a:lnTo>
                <a:lnTo>
                  <a:pt x="924004" y="85356"/>
                </a:lnTo>
                <a:lnTo>
                  <a:pt x="923650" y="85710"/>
                </a:lnTo>
                <a:lnTo>
                  <a:pt x="923289" y="86055"/>
                </a:lnTo>
                <a:lnTo>
                  <a:pt x="922921" y="86390"/>
                </a:lnTo>
                <a:lnTo>
                  <a:pt x="922546" y="86714"/>
                </a:lnTo>
                <a:lnTo>
                  <a:pt x="922164" y="87027"/>
                </a:lnTo>
                <a:lnTo>
                  <a:pt x="921776" y="87331"/>
                </a:lnTo>
                <a:lnTo>
                  <a:pt x="921381" y="87624"/>
                </a:lnTo>
                <a:lnTo>
                  <a:pt x="920980" y="87907"/>
                </a:lnTo>
                <a:lnTo>
                  <a:pt x="920572" y="88180"/>
                </a:lnTo>
                <a:lnTo>
                  <a:pt x="920157" y="88442"/>
                </a:lnTo>
                <a:lnTo>
                  <a:pt x="919735" y="88694"/>
                </a:lnTo>
                <a:lnTo>
                  <a:pt x="919309" y="88936"/>
                </a:lnTo>
                <a:lnTo>
                  <a:pt x="918880" y="89168"/>
                </a:lnTo>
                <a:lnTo>
                  <a:pt x="918448" y="89389"/>
                </a:lnTo>
                <a:lnTo>
                  <a:pt x="918013" y="89600"/>
                </a:lnTo>
                <a:lnTo>
                  <a:pt x="917575" y="89800"/>
                </a:lnTo>
                <a:lnTo>
                  <a:pt x="917134" y="89991"/>
                </a:lnTo>
                <a:lnTo>
                  <a:pt x="916691" y="90171"/>
                </a:lnTo>
                <a:lnTo>
                  <a:pt x="916244" y="90341"/>
                </a:lnTo>
                <a:lnTo>
                  <a:pt x="915795" y="90500"/>
                </a:lnTo>
                <a:lnTo>
                  <a:pt x="915343" y="90649"/>
                </a:lnTo>
                <a:lnTo>
                  <a:pt x="914888" y="90788"/>
                </a:lnTo>
                <a:lnTo>
                  <a:pt x="914430" y="90917"/>
                </a:lnTo>
                <a:lnTo>
                  <a:pt x="913969" y="91035"/>
                </a:lnTo>
                <a:lnTo>
                  <a:pt x="913505" y="91143"/>
                </a:lnTo>
                <a:lnTo>
                  <a:pt x="913039" y="91241"/>
                </a:lnTo>
                <a:lnTo>
                  <a:pt x="912569" y="91328"/>
                </a:lnTo>
                <a:lnTo>
                  <a:pt x="912097" y="91406"/>
                </a:lnTo>
                <a:lnTo>
                  <a:pt x="911622" y="91472"/>
                </a:lnTo>
                <a:lnTo>
                  <a:pt x="911144" y="91529"/>
                </a:lnTo>
                <a:lnTo>
                  <a:pt x="910663" y="91575"/>
                </a:lnTo>
                <a:lnTo>
                  <a:pt x="910179" y="91611"/>
                </a:lnTo>
                <a:lnTo>
                  <a:pt x="909693" y="91637"/>
                </a:lnTo>
                <a:lnTo>
                  <a:pt x="909203" y="91652"/>
                </a:lnTo>
                <a:lnTo>
                  <a:pt x="908711" y="91658"/>
                </a:lnTo>
                <a:lnTo>
                  <a:pt x="908218" y="91652"/>
                </a:lnTo>
                <a:lnTo>
                  <a:pt x="907729" y="91637"/>
                </a:lnTo>
                <a:lnTo>
                  <a:pt x="907243" y="91611"/>
                </a:lnTo>
                <a:lnTo>
                  <a:pt x="906760" y="91575"/>
                </a:lnTo>
                <a:lnTo>
                  <a:pt x="906280" y="91529"/>
                </a:lnTo>
                <a:close/>
                <a:moveTo>
                  <a:pt x="857162" y="99927"/>
                </a:moveTo>
                <a:lnTo>
                  <a:pt x="857162" y="30461"/>
                </a:lnTo>
                <a:lnTo>
                  <a:pt x="845584" y="30461"/>
                </a:lnTo>
                <a:lnTo>
                  <a:pt x="845584" y="99927"/>
                </a:lnTo>
                <a:lnTo>
                  <a:pt x="857162" y="99927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898F4-A209-42DE-AAC8-7517173F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31" y="3115503"/>
            <a:ext cx="1059986" cy="249313"/>
          </a:xfrm>
          <a:custGeom xmlns:a="http://schemas.openxmlformats.org/drawingml/2006/main">
            <a:pathLst>
              <a:path w="1059986" h="249313">
                <a:moveTo>
                  <a:pt x="0" y="41565"/>
                </a:moveTo>
                <a:lnTo>
                  <a:pt x="0" y="41565"/>
                </a:lnTo>
                <a:cubicBezTo>
                  <a:pt x="0" y="18607"/>
                  <a:pt x="18607" y="0"/>
                  <a:pt x="41546" y="0"/>
                </a:cubicBezTo>
                <a:lnTo>
                  <a:pt x="1018440" y="0"/>
                </a:lnTo>
                <a:cubicBezTo>
                  <a:pt x="1029466" y="0"/>
                  <a:pt x="1040040" y="4391"/>
                  <a:pt x="1047817" y="12168"/>
                </a:cubicBezTo>
                <a:cubicBezTo>
                  <a:pt x="1055614" y="19985"/>
                  <a:pt x="1059986" y="30539"/>
                  <a:pt x="1059986" y="41565"/>
                </a:cubicBezTo>
                <a:lnTo>
                  <a:pt x="1059986" y="207768"/>
                </a:lnTo>
                <a:cubicBezTo>
                  <a:pt x="1059986" y="230706"/>
                  <a:pt x="1041379" y="249313"/>
                  <a:pt x="1018440" y="249313"/>
                </a:cubicBezTo>
                <a:lnTo>
                  <a:pt x="41546" y="249313"/>
                </a:lnTo>
                <a:cubicBezTo>
                  <a:pt x="18607" y="249313"/>
                  <a:pt x="0" y="230706"/>
                  <a:pt x="0" y="207768"/>
                </a:cubicBez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E8A94-2A9D-4D51-98E1-4C50A489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31" y="3115503"/>
            <a:ext cx="1059986" cy="249313"/>
          </a:xfrm>
          <a:custGeom xmlns:a="http://schemas.openxmlformats.org/drawingml/2006/main">
            <a:pathLst>
              <a:path w="1059986" h="249313" fill="none">
                <a:moveTo>
                  <a:pt x="0" y="41565"/>
                </a:moveTo>
                <a:lnTo>
                  <a:pt x="0" y="41565"/>
                </a:lnTo>
                <a:cubicBezTo>
                  <a:pt x="0" y="18607"/>
                  <a:pt x="18607" y="0"/>
                  <a:pt x="41546" y="0"/>
                </a:cubicBezTo>
                <a:lnTo>
                  <a:pt x="1018440" y="0"/>
                </a:lnTo>
                <a:cubicBezTo>
                  <a:pt x="1029466" y="0"/>
                  <a:pt x="1040020" y="4391"/>
                  <a:pt x="1047817" y="12168"/>
                </a:cubicBezTo>
                <a:cubicBezTo>
                  <a:pt x="1055614" y="19966"/>
                  <a:pt x="1059986" y="30539"/>
                  <a:pt x="1059986" y="41565"/>
                </a:cubicBezTo>
                <a:lnTo>
                  <a:pt x="1059986" y="207768"/>
                </a:lnTo>
                <a:cubicBezTo>
                  <a:pt x="1059986" y="230706"/>
                  <a:pt x="1041379" y="249313"/>
                  <a:pt x="1018440" y="249313"/>
                </a:cubicBezTo>
                <a:lnTo>
                  <a:pt x="41546" y="249313"/>
                </a:lnTo>
                <a:cubicBezTo>
                  <a:pt x="18607" y="249313"/>
                  <a:pt x="0" y="230706"/>
                  <a:pt x="0" y="207768"/>
                </a:cubicBezTo>
                <a:lnTo>
                  <a:pt x="0" y="415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58" name="Text MLP">
            <a:extLst xmlns:a="http://schemas.openxmlformats.org/drawingml/2006/main">
              <a:ext uri="{FF2B5EF4-FFF2-40B4-BE49-F238E27FC236}">
                <a16:creationId xmlns:a16="http://schemas.microsoft.com/office/drawing/2014/main" id="{9B6546E6-429E-4A17-85A4-B2AC3D31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94" y="3194775"/>
            <a:ext cx="253195" cy="96480"/>
          </a:xfrm>
          <a:custGeom xmlns:a="http://schemas.openxmlformats.org/drawingml/2006/main">
            <a:pathLst>
              <a:path w="253195" h="96480">
                <a:moveTo>
                  <a:pt x="0" y="96480"/>
                </a:moveTo>
                <a:lnTo>
                  <a:pt x="0" y="0"/>
                </a:lnTo>
                <a:lnTo>
                  <a:pt x="13508" y="0"/>
                </a:lnTo>
                <a:lnTo>
                  <a:pt x="47551" y="67398"/>
                </a:lnTo>
                <a:lnTo>
                  <a:pt x="81733" y="0"/>
                </a:lnTo>
                <a:lnTo>
                  <a:pt x="95378" y="0"/>
                </a:lnTo>
                <a:lnTo>
                  <a:pt x="95378" y="96480"/>
                </a:lnTo>
                <a:lnTo>
                  <a:pt x="83800" y="96480"/>
                </a:lnTo>
                <a:lnTo>
                  <a:pt x="83800" y="20674"/>
                </a:lnTo>
                <a:lnTo>
                  <a:pt x="51961" y="82972"/>
                </a:lnTo>
                <a:lnTo>
                  <a:pt x="43280" y="82972"/>
                </a:lnTo>
                <a:lnTo>
                  <a:pt x="11578" y="20949"/>
                </a:lnTo>
                <a:lnTo>
                  <a:pt x="11578" y="96480"/>
                </a:lnTo>
                <a:lnTo>
                  <a:pt x="0" y="96480"/>
                </a:lnTo>
                <a:close/>
                <a:moveTo>
                  <a:pt x="115916" y="96480"/>
                </a:moveTo>
                <a:lnTo>
                  <a:pt x="115916" y="0"/>
                </a:lnTo>
                <a:lnTo>
                  <a:pt x="127493" y="0"/>
                </a:lnTo>
                <a:lnTo>
                  <a:pt x="127493" y="87245"/>
                </a:lnTo>
                <a:lnTo>
                  <a:pt x="172426" y="87245"/>
                </a:lnTo>
                <a:lnTo>
                  <a:pt x="172426" y="96480"/>
                </a:lnTo>
                <a:lnTo>
                  <a:pt x="115916" y="96480"/>
                </a:lnTo>
                <a:close/>
                <a:moveTo>
                  <a:pt x="188552" y="96480"/>
                </a:moveTo>
                <a:lnTo>
                  <a:pt x="188552" y="0"/>
                </a:lnTo>
                <a:lnTo>
                  <a:pt x="219977" y="0"/>
                </a:lnTo>
                <a:cubicBezTo>
                  <a:pt x="227604" y="0"/>
                  <a:pt x="233875" y="1263"/>
                  <a:pt x="238791" y="3790"/>
                </a:cubicBezTo>
                <a:cubicBezTo>
                  <a:pt x="243707" y="6316"/>
                  <a:pt x="247336" y="9693"/>
                  <a:pt x="249679" y="13920"/>
                </a:cubicBezTo>
                <a:cubicBezTo>
                  <a:pt x="252023" y="18148"/>
                  <a:pt x="253195" y="22972"/>
                  <a:pt x="253195" y="28392"/>
                </a:cubicBezTo>
                <a:cubicBezTo>
                  <a:pt x="253195" y="33630"/>
                  <a:pt x="252023" y="38386"/>
                  <a:pt x="249679" y="42659"/>
                </a:cubicBezTo>
                <a:cubicBezTo>
                  <a:pt x="247336" y="46932"/>
                  <a:pt x="243729" y="50354"/>
                  <a:pt x="238858" y="52927"/>
                </a:cubicBezTo>
                <a:cubicBezTo>
                  <a:pt x="233989" y="55500"/>
                  <a:pt x="227695" y="56786"/>
                  <a:pt x="219977" y="56786"/>
                </a:cubicBezTo>
                <a:lnTo>
                  <a:pt x="200130" y="56786"/>
                </a:lnTo>
                <a:lnTo>
                  <a:pt x="200130" y="96480"/>
                </a:lnTo>
                <a:lnTo>
                  <a:pt x="188552" y="96480"/>
                </a:lnTo>
                <a:moveTo>
                  <a:pt x="200130" y="47000"/>
                </a:moveTo>
                <a:lnTo>
                  <a:pt x="219840" y="47000"/>
                </a:lnTo>
                <a:cubicBezTo>
                  <a:pt x="227558" y="47000"/>
                  <a:pt x="233071" y="45300"/>
                  <a:pt x="236379" y="41900"/>
                </a:cubicBezTo>
                <a:cubicBezTo>
                  <a:pt x="239686" y="38500"/>
                  <a:pt x="241340" y="33997"/>
                  <a:pt x="241340" y="28392"/>
                </a:cubicBezTo>
                <a:cubicBezTo>
                  <a:pt x="241340" y="22419"/>
                  <a:pt x="239686" y="17802"/>
                  <a:pt x="236379" y="14541"/>
                </a:cubicBezTo>
                <a:cubicBezTo>
                  <a:pt x="233071" y="11278"/>
                  <a:pt x="227558" y="9647"/>
                  <a:pt x="219840" y="9647"/>
                </a:cubicBezTo>
                <a:lnTo>
                  <a:pt x="200130" y="9647"/>
                </a:lnTo>
                <a:lnTo>
                  <a:pt x="200130" y="4700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CB556-9C7B-43FE-A88B-12588BE3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793" y="3240199"/>
            <a:ext cx="1006527" cy="10"/>
          </a:xfrm>
          <a:custGeom xmlns:a="http://schemas.openxmlformats.org/drawingml/2006/main">
            <a:pathLst>
              <a:path w="1006527" h="1">
                <a:moveTo>
                  <a:pt x="0" y="0"/>
                </a:moveTo>
                <a:lnTo>
                  <a:pt x="1006527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13591-FC8B-4082-86CD-FD806A1B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793" y="3240199"/>
            <a:ext cx="917923" cy="10"/>
          </a:xfrm>
          <a:custGeom xmlns:a="http://schemas.openxmlformats.org/drawingml/2006/main">
            <a:pathLst>
              <a:path w="917923" h="1" fill="none">
                <a:moveTo>
                  <a:pt x="0" y="0"/>
                </a:moveTo>
                <a:lnTo>
                  <a:pt x="9179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D2D78-D0D7-4C0F-BA33-A6371342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716" y="3215804"/>
            <a:ext cx="67005" cy="48792"/>
          </a:xfrm>
          <a:custGeom xmlns:a="http://schemas.openxmlformats.org/drawingml/2006/main">
            <a:pathLst>
              <a:path w="67005" h="48792">
                <a:moveTo>
                  <a:pt x="0" y="48792"/>
                </a:moveTo>
                <a:lnTo>
                  <a:pt x="0" y="0"/>
                </a:lnTo>
                <a:lnTo>
                  <a:pt x="67005" y="24396"/>
                </a:lnTo>
                <a:lnTo>
                  <a:pt x="0" y="48792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26574-B1C7-4F9B-9559-6C8F530C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716" y="3215804"/>
            <a:ext cx="67005" cy="48792"/>
          </a:xfrm>
          <a:custGeom xmlns:a="http://schemas.openxmlformats.org/drawingml/2006/main">
            <a:pathLst>
              <a:path w="67005" h="48792" fill="none">
                <a:moveTo>
                  <a:pt x="0" y="48792"/>
                </a:moveTo>
                <a:lnTo>
                  <a:pt x="67005" y="24396"/>
                </a:lnTo>
                <a:lnTo>
                  <a:pt x="0" y="0"/>
                </a:lnTo>
                <a:lnTo>
                  <a:pt x="0" y="487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77914-7D63-4E55-A913-1653CFEC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724" y="1362316"/>
            <a:ext cx="859995" cy="456746"/>
          </a:xfrm>
          <a:custGeom xmlns:a="http://schemas.openxmlformats.org/drawingml/2006/main">
            <a:pathLst>
              <a:path w="859995" h="456746">
                <a:moveTo>
                  <a:pt x="0" y="456746"/>
                </a:moveTo>
                <a:lnTo>
                  <a:pt x="0" y="0"/>
                </a:lnTo>
                <a:lnTo>
                  <a:pt x="859995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82E71-A046-458B-98AF-059E4A79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724" y="1362316"/>
            <a:ext cx="809392" cy="456746"/>
          </a:xfrm>
          <a:custGeom xmlns:a="http://schemas.openxmlformats.org/drawingml/2006/main">
            <a:pathLst>
              <a:path w="809392" h="456746" fill="none">
                <a:moveTo>
                  <a:pt x="0" y="456746"/>
                </a:moveTo>
                <a:lnTo>
                  <a:pt x="0" y="0"/>
                </a:lnTo>
                <a:lnTo>
                  <a:pt x="8093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E7ABB-AF6A-411E-B6B1-E5EA5606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498" y="1345697"/>
            <a:ext cx="45641" cy="33217"/>
          </a:xfrm>
          <a:custGeom xmlns:a="http://schemas.openxmlformats.org/drawingml/2006/main">
            <a:pathLst>
              <a:path w="45641" h="33217">
                <a:moveTo>
                  <a:pt x="16618" y="16618"/>
                </a:moveTo>
                <a:lnTo>
                  <a:pt x="0" y="0"/>
                </a:lnTo>
                <a:lnTo>
                  <a:pt x="45641" y="16618"/>
                </a:lnTo>
                <a:lnTo>
                  <a:pt x="0" y="33217"/>
                </a:lnTo>
                <a:lnTo>
                  <a:pt x="16618" y="16618"/>
                </a:lnTo>
                <a:close/>
              </a:path>
            </a:pathLst>
          </a:custGeom>
          <a:solidFill xmlns:a="http://schemas.openxmlformats.org/drawingml/2006/main">
            <a:srgbClr val="695D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2215E-4EA6-46F4-9543-913052BB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498" y="1345697"/>
            <a:ext cx="45641" cy="33217"/>
          </a:xfrm>
          <a:custGeom xmlns:a="http://schemas.openxmlformats.org/drawingml/2006/main">
            <a:pathLst>
              <a:path w="45641" h="33217" fill="none">
                <a:moveTo>
                  <a:pt x="16618" y="16618"/>
                </a:moveTo>
                <a:lnTo>
                  <a:pt x="0" y="33217"/>
                </a:lnTo>
                <a:lnTo>
                  <a:pt x="45641" y="16618"/>
                </a:lnTo>
                <a:lnTo>
                  <a:pt x="0" y="0"/>
                </a:lnTo>
                <a:lnTo>
                  <a:pt x="16618" y="166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6CA29-FE24-454C-8D5A-CD9242E4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455" y="1157088"/>
            <a:ext cx="1006508" cy="746503"/>
          </a:xfrm>
          <a:custGeom xmlns:a="http://schemas.openxmlformats.org/drawingml/2006/main">
            <a:pathLst>
              <a:path w="1006508" h="746503">
                <a:moveTo>
                  <a:pt x="0" y="124420"/>
                </a:moveTo>
                <a:lnTo>
                  <a:pt x="0" y="124420"/>
                </a:lnTo>
                <a:cubicBezTo>
                  <a:pt x="0" y="55703"/>
                  <a:pt x="55703" y="0"/>
                  <a:pt x="124420" y="0"/>
                </a:cubicBezTo>
                <a:lnTo>
                  <a:pt x="882087" y="0"/>
                </a:lnTo>
                <a:cubicBezTo>
                  <a:pt x="915088" y="0"/>
                  <a:pt x="946729" y="13113"/>
                  <a:pt x="970081" y="36446"/>
                </a:cubicBezTo>
                <a:cubicBezTo>
                  <a:pt x="993394" y="59779"/>
                  <a:pt x="1006508" y="91420"/>
                  <a:pt x="1006508" y="124420"/>
                </a:cubicBezTo>
                <a:lnTo>
                  <a:pt x="1006508" y="622082"/>
                </a:lnTo>
                <a:cubicBezTo>
                  <a:pt x="1006508" y="690820"/>
                  <a:pt x="950805" y="746503"/>
                  <a:pt x="882087" y="746503"/>
                </a:cubicBezTo>
                <a:lnTo>
                  <a:pt x="124420" y="746503"/>
                </a:lnTo>
                <a:cubicBezTo>
                  <a:pt x="55703" y="746503"/>
                  <a:pt x="0" y="690820"/>
                  <a:pt x="0" y="622082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f5587de4e4a24"/>
          <a:stretch xmlns:a="http://schemas.openxmlformats.org/drawingml/2006/main"/>
        </p:blipFill>
        <p:spPr>
          <a:xfrm xmlns:a="http://schemas.openxmlformats.org/drawingml/2006/main">
            <a:off x="3509440" y="1157099"/>
            <a:ext cx="1004538" cy="746491"/>
          </a:xfrm>
          <a:prstGeom xmlns:a="http://schemas.openxmlformats.org/drawingml/2006/main" prst="rect">
            <a:avLst/>
          </a:prstGeom>
        </p:spPr>
      </p:pic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34643-0CF7-4E64-8D07-1374F114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048" y="1162266"/>
            <a:ext cx="999998" cy="741383"/>
          </a:xfrm>
          <a:custGeom xmlns:a="http://schemas.openxmlformats.org/drawingml/2006/main">
            <a:pathLst>
              <a:path w="999998" h="741383">
                <a:moveTo>
                  <a:pt x="0" y="123554"/>
                </a:moveTo>
                <a:lnTo>
                  <a:pt x="0" y="123554"/>
                </a:lnTo>
                <a:cubicBezTo>
                  <a:pt x="0" y="55309"/>
                  <a:pt x="55325" y="0"/>
                  <a:pt x="123570" y="0"/>
                </a:cubicBezTo>
                <a:lnTo>
                  <a:pt x="876425" y="0"/>
                </a:lnTo>
                <a:cubicBezTo>
                  <a:pt x="909208" y="0"/>
                  <a:pt x="940633" y="13015"/>
                  <a:pt x="963808" y="36190"/>
                </a:cubicBezTo>
                <a:cubicBezTo>
                  <a:pt x="986983" y="59365"/>
                  <a:pt x="999998" y="90790"/>
                  <a:pt x="999998" y="123554"/>
                </a:cubicBezTo>
                <a:lnTo>
                  <a:pt x="999998" y="617810"/>
                </a:lnTo>
                <a:cubicBezTo>
                  <a:pt x="999998" y="686055"/>
                  <a:pt x="944670" y="741383"/>
                  <a:pt x="876425" y="741383"/>
                </a:cubicBezTo>
                <a:lnTo>
                  <a:pt x="123570" y="741383"/>
                </a:lnTo>
                <a:cubicBezTo>
                  <a:pt x="55325" y="741383"/>
                  <a:pt x="0" y="686055"/>
                  <a:pt x="0" y="61781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8392a373e486b"/>
          <a:stretch xmlns:a="http://schemas.openxmlformats.org/drawingml/2006/main"/>
        </p:blipFill>
        <p:spPr>
          <a:xfrm xmlns:a="http://schemas.openxmlformats.org/drawingml/2006/main">
            <a:off x="1375052" y="1162590"/>
            <a:ext cx="999994" cy="740737"/>
          </a:xfrm>
          <a:prstGeom xmlns:a="http://schemas.openxmlformats.org/drawingml/2006/main" prst="rect">
            <a:avLst/>
          </a:prstGeom>
        </p:spPr>
      </p:pic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CEA1F-4B63-464B-835B-015CFE84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507" y="1152382"/>
            <a:ext cx="1006508" cy="756269"/>
          </a:xfrm>
          <a:custGeom xmlns:a="http://schemas.openxmlformats.org/drawingml/2006/main">
            <a:pathLst>
              <a:path w="1006508" h="756269">
                <a:moveTo>
                  <a:pt x="1006508" y="651243"/>
                </a:moveTo>
                <a:cubicBezTo>
                  <a:pt x="1006508" y="709250"/>
                  <a:pt x="959469" y="756269"/>
                  <a:pt x="901482" y="756269"/>
                </a:cubicBezTo>
                <a:lnTo>
                  <a:pt x="105006" y="756269"/>
                </a:lnTo>
                <a:cubicBezTo>
                  <a:pt x="47019" y="756269"/>
                  <a:pt x="0" y="709250"/>
                  <a:pt x="0" y="651243"/>
                </a:cubicBezTo>
                <a:lnTo>
                  <a:pt x="0" y="105006"/>
                </a:lnTo>
                <a:cubicBezTo>
                  <a:pt x="0" y="77165"/>
                  <a:pt x="11066" y="50445"/>
                  <a:pt x="30756" y="30756"/>
                </a:cubicBezTo>
                <a:cubicBezTo>
                  <a:pt x="50445" y="11046"/>
                  <a:pt x="77165" y="0"/>
                  <a:pt x="105006" y="0"/>
                </a:cubicBezTo>
                <a:lnTo>
                  <a:pt x="901482" y="0"/>
                </a:lnTo>
                <a:cubicBezTo>
                  <a:pt x="959469" y="0"/>
                  <a:pt x="1006508" y="47019"/>
                  <a:pt x="1006508" y="105006"/>
                </a:cubicBezTo>
                <a:lnTo>
                  <a:pt x="1006508" y="10500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69950d5084e9d"/>
          <a:stretch xmlns:a="http://schemas.openxmlformats.org/drawingml/2006/main"/>
        </p:blipFill>
        <p:spPr>
          <a:xfrm xmlns:a="http://schemas.openxmlformats.org/drawingml/2006/main">
            <a:off x="2438507" y="1153640"/>
            <a:ext cx="1006508" cy="753752"/>
          </a:xfrm>
          <a:prstGeom xmlns:a="http://schemas.openxmlformats.org/drawingml/2006/main" prst="rect">
            <a:avLst/>
          </a:prstGeom>
        </p:spPr>
      </p:pic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C9EB5-6E6D-4AF9-A09B-BFD26646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95" y="1157265"/>
            <a:ext cx="1006508" cy="746503"/>
          </a:xfrm>
          <a:custGeom xmlns:a="http://schemas.openxmlformats.org/drawingml/2006/main">
            <a:pathLst>
              <a:path w="1006508" h="746503">
                <a:moveTo>
                  <a:pt x="0" y="124420"/>
                </a:moveTo>
                <a:lnTo>
                  <a:pt x="0" y="124420"/>
                </a:lnTo>
                <a:cubicBezTo>
                  <a:pt x="0" y="55703"/>
                  <a:pt x="55701" y="0"/>
                  <a:pt x="124416" y="0"/>
                </a:cubicBezTo>
                <a:lnTo>
                  <a:pt x="882083" y="0"/>
                </a:lnTo>
                <a:cubicBezTo>
                  <a:pt x="915080" y="0"/>
                  <a:pt x="946729" y="13113"/>
                  <a:pt x="970066" y="36446"/>
                </a:cubicBezTo>
                <a:cubicBezTo>
                  <a:pt x="993402" y="59779"/>
                  <a:pt x="1006508" y="91420"/>
                  <a:pt x="1006508" y="124420"/>
                </a:cubicBezTo>
                <a:lnTo>
                  <a:pt x="1006508" y="622082"/>
                </a:lnTo>
                <a:cubicBezTo>
                  <a:pt x="1006508" y="690800"/>
                  <a:pt x="950799" y="746503"/>
                  <a:pt x="882083" y="746503"/>
                </a:cubicBezTo>
                <a:lnTo>
                  <a:pt x="124416" y="746503"/>
                </a:lnTo>
                <a:cubicBezTo>
                  <a:pt x="55701" y="746503"/>
                  <a:pt x="0" y="690800"/>
                  <a:pt x="0" y="622082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1680d891d4e6e"/>
          <a:stretch xmlns:a="http://schemas.openxmlformats.org/drawingml/2006/main"/>
        </p:blipFill>
        <p:spPr>
          <a:xfrm xmlns:a="http://schemas.openxmlformats.org/drawingml/2006/main">
            <a:off x="305834" y="1157265"/>
            <a:ext cx="1005031" cy="746502"/>
          </a:xfrm>
          <a:prstGeom xmlns:a="http://schemas.openxmlformats.org/drawingml/2006/main" prst="rect">
            <a:avLst/>
          </a:prstGeom>
        </p:spPr>
      </p:pic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3BB63-153D-4E04-8727-DD0CE23A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27" y="2477551"/>
            <a:ext cx="1006508" cy="347448"/>
          </a:xfrm>
          <a:custGeom xmlns:a="http://schemas.openxmlformats.org/drawingml/2006/main">
            <a:pathLst>
              <a:path w="1006508" h="347448">
                <a:moveTo>
                  <a:pt x="0" y="57908"/>
                </a:moveTo>
                <a:lnTo>
                  <a:pt x="0" y="57908"/>
                </a:lnTo>
                <a:cubicBezTo>
                  <a:pt x="0" y="25932"/>
                  <a:pt x="25928" y="0"/>
                  <a:pt x="57908" y="0"/>
                </a:cubicBezTo>
                <a:lnTo>
                  <a:pt x="948600" y="0"/>
                </a:lnTo>
                <a:cubicBezTo>
                  <a:pt x="963958" y="0"/>
                  <a:pt x="978688" y="6104"/>
                  <a:pt x="989547" y="16973"/>
                </a:cubicBezTo>
                <a:cubicBezTo>
                  <a:pt x="1000408" y="27822"/>
                  <a:pt x="1006508" y="42550"/>
                  <a:pt x="1006508" y="57908"/>
                </a:cubicBezTo>
                <a:lnTo>
                  <a:pt x="1006508" y="289540"/>
                </a:lnTo>
                <a:cubicBezTo>
                  <a:pt x="1006508" y="321516"/>
                  <a:pt x="980588" y="347448"/>
                  <a:pt x="948600" y="347448"/>
                </a:cubicBezTo>
                <a:lnTo>
                  <a:pt x="57908" y="347448"/>
                </a:lnTo>
                <a:cubicBezTo>
                  <a:pt x="25928" y="347448"/>
                  <a:pt x="0" y="321516"/>
                  <a:pt x="0" y="28954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B2599-AAFD-4B69-8E48-3DAB041F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80" y="2357315"/>
            <a:ext cx="1070230" cy="572552"/>
          </a:xfrm>
          <a:custGeom xmlns:a="http://schemas.openxmlformats.org/drawingml/2006/main">
            <a:pathLst>
              <a:path w="1070230" h="572552">
                <a:moveTo>
                  <a:pt x="0" y="572552"/>
                </a:moveTo>
                <a:lnTo>
                  <a:pt x="0" y="0"/>
                </a:lnTo>
                <a:lnTo>
                  <a:pt x="1070230" y="0"/>
                </a:lnTo>
                <a:lnTo>
                  <a:pt x="1070230" y="572552"/>
                </a:lnTo>
                <a:lnTo>
                  <a:pt x="0" y="57255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(u,v)">
            <a:extLst xmlns:a="http://schemas.openxmlformats.org/drawingml/2006/main">
              <a:ext uri="{FF2B5EF4-FFF2-40B4-BE49-F238E27FC236}">
                <a16:creationId xmlns:a16="http://schemas.microsoft.com/office/drawing/2014/main" id="{D0188157-E495-4C8E-B8D1-CD6805F3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39" y="2572133"/>
            <a:ext cx="528250" cy="187199"/>
          </a:xfrm>
          <a:custGeom xmlns:a="http://schemas.openxmlformats.org/drawingml/2006/main">
            <a:pathLst>
              <a:path w="528250" h="187199">
                <a:moveTo>
                  <a:pt x="0" y="87393"/>
                </a:moveTo>
                <a:cubicBezTo>
                  <a:pt x="0" y="78543"/>
                  <a:pt x="1154" y="69154"/>
                  <a:pt x="3461" y="59225"/>
                </a:cubicBezTo>
                <a:cubicBezTo>
                  <a:pt x="5769" y="49296"/>
                  <a:pt x="10191" y="37828"/>
                  <a:pt x="16729" y="24823"/>
                </a:cubicBezTo>
                <a:cubicBezTo>
                  <a:pt x="23266" y="11815"/>
                  <a:pt x="28035" y="3963"/>
                  <a:pt x="31035" y="1269"/>
                </a:cubicBezTo>
                <a:cubicBezTo>
                  <a:pt x="31958" y="423"/>
                  <a:pt x="32957" y="0"/>
                  <a:pt x="34034" y="0"/>
                </a:cubicBezTo>
                <a:cubicBezTo>
                  <a:pt x="35419" y="0"/>
                  <a:pt x="36592" y="461"/>
                  <a:pt x="37553" y="1384"/>
                </a:cubicBezTo>
                <a:cubicBezTo>
                  <a:pt x="38514" y="2307"/>
                  <a:pt x="38995" y="3424"/>
                  <a:pt x="38995" y="4734"/>
                </a:cubicBezTo>
                <a:cubicBezTo>
                  <a:pt x="38995" y="5503"/>
                  <a:pt x="38726" y="6349"/>
                  <a:pt x="38188" y="7272"/>
                </a:cubicBezTo>
                <a:cubicBezTo>
                  <a:pt x="29727" y="22821"/>
                  <a:pt x="23689" y="36907"/>
                  <a:pt x="20074" y="49530"/>
                </a:cubicBezTo>
                <a:cubicBezTo>
                  <a:pt x="16460" y="62151"/>
                  <a:pt x="14652" y="74772"/>
                  <a:pt x="14652" y="87393"/>
                </a:cubicBezTo>
                <a:cubicBezTo>
                  <a:pt x="14652" y="100093"/>
                  <a:pt x="16460" y="112754"/>
                  <a:pt x="20074" y="125375"/>
                </a:cubicBezTo>
                <a:cubicBezTo>
                  <a:pt x="23689" y="137996"/>
                  <a:pt x="29727" y="152043"/>
                  <a:pt x="38188" y="167514"/>
                </a:cubicBezTo>
                <a:cubicBezTo>
                  <a:pt x="38726" y="168437"/>
                  <a:pt x="38995" y="169283"/>
                  <a:pt x="38995" y="170052"/>
                </a:cubicBezTo>
                <a:cubicBezTo>
                  <a:pt x="38995" y="171362"/>
                  <a:pt x="38514" y="172498"/>
                  <a:pt x="37553" y="173459"/>
                </a:cubicBezTo>
                <a:cubicBezTo>
                  <a:pt x="36592" y="174421"/>
                  <a:pt x="35419" y="174902"/>
                  <a:pt x="34034" y="174902"/>
                </a:cubicBezTo>
                <a:cubicBezTo>
                  <a:pt x="32957" y="174902"/>
                  <a:pt x="31958" y="174479"/>
                  <a:pt x="31035" y="173633"/>
                </a:cubicBezTo>
                <a:cubicBezTo>
                  <a:pt x="28189" y="171015"/>
                  <a:pt x="23536" y="163356"/>
                  <a:pt x="17075" y="150656"/>
                </a:cubicBezTo>
                <a:cubicBezTo>
                  <a:pt x="10614" y="137958"/>
                  <a:pt x="6153" y="126722"/>
                  <a:pt x="3692" y="116950"/>
                </a:cubicBezTo>
                <a:cubicBezTo>
                  <a:pt x="1231" y="107174"/>
                  <a:pt x="0" y="97322"/>
                  <a:pt x="0" y="87393"/>
                </a:cubicBezTo>
                <a:close/>
                <a:moveTo>
                  <a:pt x="121135" y="147505"/>
                </a:moveTo>
                <a:cubicBezTo>
                  <a:pt x="114836" y="147505"/>
                  <a:pt x="109795" y="146088"/>
                  <a:pt x="106015" y="143254"/>
                </a:cubicBezTo>
                <a:cubicBezTo>
                  <a:pt x="102234" y="140418"/>
                  <a:pt x="99517" y="136637"/>
                  <a:pt x="97863" y="131912"/>
                </a:cubicBezTo>
                <a:cubicBezTo>
                  <a:pt x="96209" y="127184"/>
                  <a:pt x="95382" y="122142"/>
                  <a:pt x="95382" y="116787"/>
                </a:cubicBezTo>
                <a:cubicBezTo>
                  <a:pt x="95382" y="107966"/>
                  <a:pt x="96012" y="99067"/>
                  <a:pt x="97272" y="90090"/>
                </a:cubicBezTo>
                <a:cubicBezTo>
                  <a:pt x="98534" y="81110"/>
                  <a:pt x="99794" y="72801"/>
                  <a:pt x="101054" y="65163"/>
                </a:cubicBezTo>
                <a:cubicBezTo>
                  <a:pt x="102313" y="57522"/>
                  <a:pt x="102943" y="51496"/>
                  <a:pt x="102943" y="47086"/>
                </a:cubicBezTo>
                <a:cubicBezTo>
                  <a:pt x="102943" y="44093"/>
                  <a:pt x="102588" y="41495"/>
                  <a:pt x="101879" y="39291"/>
                </a:cubicBezTo>
                <a:cubicBezTo>
                  <a:pt x="101170" y="37084"/>
                  <a:pt x="99399" y="35981"/>
                  <a:pt x="96565" y="35981"/>
                </a:cubicBezTo>
                <a:cubicBezTo>
                  <a:pt x="94044" y="35981"/>
                  <a:pt x="91247" y="37714"/>
                  <a:pt x="88175" y="41180"/>
                </a:cubicBezTo>
                <a:cubicBezTo>
                  <a:pt x="85104" y="44644"/>
                  <a:pt x="82386" y="50550"/>
                  <a:pt x="80024" y="58900"/>
                </a:cubicBezTo>
                <a:lnTo>
                  <a:pt x="73408" y="57483"/>
                </a:lnTo>
                <a:cubicBezTo>
                  <a:pt x="73881" y="54647"/>
                  <a:pt x="74826" y="51378"/>
                  <a:pt x="76242" y="47677"/>
                </a:cubicBezTo>
                <a:cubicBezTo>
                  <a:pt x="77660" y="43975"/>
                  <a:pt x="79590" y="40314"/>
                  <a:pt x="82032" y="36691"/>
                </a:cubicBezTo>
                <a:cubicBezTo>
                  <a:pt x="84474" y="33067"/>
                  <a:pt x="87466" y="30073"/>
                  <a:pt x="91009" y="27711"/>
                </a:cubicBezTo>
                <a:cubicBezTo>
                  <a:pt x="94554" y="25348"/>
                  <a:pt x="98690" y="24167"/>
                  <a:pt x="103415" y="24167"/>
                </a:cubicBezTo>
                <a:cubicBezTo>
                  <a:pt x="109717" y="24167"/>
                  <a:pt x="114482" y="26136"/>
                  <a:pt x="117710" y="30076"/>
                </a:cubicBezTo>
                <a:cubicBezTo>
                  <a:pt x="120941" y="34013"/>
                  <a:pt x="122556" y="39683"/>
                  <a:pt x="122556" y="47086"/>
                </a:cubicBezTo>
                <a:cubicBezTo>
                  <a:pt x="122556" y="51496"/>
                  <a:pt x="122162" y="56931"/>
                  <a:pt x="121373" y="63389"/>
                </a:cubicBezTo>
                <a:cubicBezTo>
                  <a:pt x="120585" y="69847"/>
                  <a:pt x="119679" y="76582"/>
                  <a:pt x="118655" y="83593"/>
                </a:cubicBezTo>
                <a:cubicBezTo>
                  <a:pt x="117631" y="90602"/>
                  <a:pt x="116725" y="97415"/>
                  <a:pt x="115936" y="104032"/>
                </a:cubicBezTo>
                <a:cubicBezTo>
                  <a:pt x="115150" y="110646"/>
                  <a:pt x="114757" y="116474"/>
                  <a:pt x="114757" y="121514"/>
                </a:cubicBezTo>
                <a:cubicBezTo>
                  <a:pt x="114757" y="123247"/>
                  <a:pt x="115033" y="125295"/>
                  <a:pt x="115583" y="127657"/>
                </a:cubicBezTo>
                <a:cubicBezTo>
                  <a:pt x="116136" y="130020"/>
                  <a:pt x="117239" y="132068"/>
                  <a:pt x="118893" y="133801"/>
                </a:cubicBezTo>
                <a:cubicBezTo>
                  <a:pt x="120546" y="135534"/>
                  <a:pt x="122869" y="136400"/>
                  <a:pt x="125862" y="136400"/>
                </a:cubicBezTo>
                <a:cubicBezTo>
                  <a:pt x="130272" y="136400"/>
                  <a:pt x="134604" y="134353"/>
                  <a:pt x="138855" y="130257"/>
                </a:cubicBezTo>
                <a:cubicBezTo>
                  <a:pt x="143110" y="126161"/>
                  <a:pt x="147127" y="120649"/>
                  <a:pt x="150908" y="113719"/>
                </a:cubicBezTo>
                <a:cubicBezTo>
                  <a:pt x="154689" y="106787"/>
                  <a:pt x="158075" y="99108"/>
                  <a:pt x="161068" y="90681"/>
                </a:cubicBezTo>
                <a:cubicBezTo>
                  <a:pt x="164060" y="82252"/>
                  <a:pt x="166383" y="73588"/>
                  <a:pt x="168037" y="64690"/>
                </a:cubicBezTo>
                <a:cubicBezTo>
                  <a:pt x="169693" y="55790"/>
                  <a:pt x="170521" y="47322"/>
                  <a:pt x="170521" y="39287"/>
                </a:cubicBezTo>
                <a:cubicBezTo>
                  <a:pt x="170521" y="36925"/>
                  <a:pt x="170481" y="34759"/>
                  <a:pt x="170402" y="32790"/>
                </a:cubicBezTo>
                <a:cubicBezTo>
                  <a:pt x="170323" y="30822"/>
                  <a:pt x="170204" y="28814"/>
                  <a:pt x="170045" y="26766"/>
                </a:cubicBezTo>
                <a:lnTo>
                  <a:pt x="189893" y="26766"/>
                </a:lnTo>
                <a:cubicBezTo>
                  <a:pt x="190051" y="27869"/>
                  <a:pt x="190130" y="28855"/>
                  <a:pt x="190130" y="29722"/>
                </a:cubicBezTo>
                <a:cubicBezTo>
                  <a:pt x="190130" y="30588"/>
                  <a:pt x="190130" y="31650"/>
                  <a:pt x="190130" y="32909"/>
                </a:cubicBezTo>
                <a:cubicBezTo>
                  <a:pt x="190130" y="35587"/>
                  <a:pt x="189973" y="38776"/>
                  <a:pt x="189658" y="42478"/>
                </a:cubicBezTo>
                <a:cubicBezTo>
                  <a:pt x="189343" y="46179"/>
                  <a:pt x="188871" y="51063"/>
                  <a:pt x="188241" y="57130"/>
                </a:cubicBezTo>
                <a:cubicBezTo>
                  <a:pt x="187612" y="63194"/>
                  <a:pt x="186666" y="71187"/>
                  <a:pt x="185404" y="81109"/>
                </a:cubicBezTo>
                <a:cubicBezTo>
                  <a:pt x="184303" y="90245"/>
                  <a:pt x="183476" y="97412"/>
                  <a:pt x="182923" y="102611"/>
                </a:cubicBezTo>
                <a:cubicBezTo>
                  <a:pt x="182373" y="107810"/>
                  <a:pt x="181940" y="111709"/>
                  <a:pt x="181625" y="114307"/>
                </a:cubicBezTo>
                <a:cubicBezTo>
                  <a:pt x="181311" y="116905"/>
                  <a:pt x="181114" y="118913"/>
                  <a:pt x="181034" y="120331"/>
                </a:cubicBezTo>
                <a:cubicBezTo>
                  <a:pt x="180955" y="121749"/>
                  <a:pt x="180915" y="123325"/>
                  <a:pt x="180915" y="125058"/>
                </a:cubicBezTo>
                <a:cubicBezTo>
                  <a:pt x="180915" y="127894"/>
                  <a:pt x="181348" y="130336"/>
                  <a:pt x="182213" y="132384"/>
                </a:cubicBezTo>
                <a:cubicBezTo>
                  <a:pt x="183081" y="134432"/>
                  <a:pt x="184775" y="135456"/>
                  <a:pt x="187297" y="135456"/>
                </a:cubicBezTo>
                <a:cubicBezTo>
                  <a:pt x="189974" y="135456"/>
                  <a:pt x="192927" y="133762"/>
                  <a:pt x="196155" y="130376"/>
                </a:cubicBezTo>
                <a:cubicBezTo>
                  <a:pt x="199385" y="126989"/>
                  <a:pt x="202182" y="121121"/>
                  <a:pt x="204545" y="112771"/>
                </a:cubicBezTo>
                <a:lnTo>
                  <a:pt x="211160" y="114188"/>
                </a:lnTo>
                <a:cubicBezTo>
                  <a:pt x="210687" y="117024"/>
                  <a:pt x="209701" y="120293"/>
                  <a:pt x="208204" y="123994"/>
                </a:cubicBezTo>
                <a:cubicBezTo>
                  <a:pt x="206709" y="127696"/>
                  <a:pt x="204701" y="131359"/>
                  <a:pt x="202179" y="134983"/>
                </a:cubicBezTo>
                <a:cubicBezTo>
                  <a:pt x="199661" y="138606"/>
                  <a:pt x="196589" y="141598"/>
                  <a:pt x="192964" y="143961"/>
                </a:cubicBezTo>
                <a:cubicBezTo>
                  <a:pt x="189342" y="146323"/>
                  <a:pt x="185168" y="147505"/>
                  <a:pt x="180443" y="147505"/>
                </a:cubicBezTo>
                <a:cubicBezTo>
                  <a:pt x="174143" y="147505"/>
                  <a:pt x="169536" y="145536"/>
                  <a:pt x="166620" y="141599"/>
                </a:cubicBezTo>
                <a:cubicBezTo>
                  <a:pt x="163707" y="137660"/>
                  <a:pt x="162250" y="132540"/>
                  <a:pt x="162250" y="126241"/>
                </a:cubicBezTo>
                <a:cubicBezTo>
                  <a:pt x="162250" y="121671"/>
                  <a:pt x="162683" y="116709"/>
                  <a:pt x="163548" y="111354"/>
                </a:cubicBezTo>
                <a:cubicBezTo>
                  <a:pt x="164416" y="105999"/>
                  <a:pt x="165400" y="100407"/>
                  <a:pt x="166501" y="94579"/>
                </a:cubicBezTo>
                <a:lnTo>
                  <a:pt x="165795" y="94579"/>
                </a:lnTo>
                <a:cubicBezTo>
                  <a:pt x="160439" y="108913"/>
                  <a:pt x="155320" y="119901"/>
                  <a:pt x="150436" y="127542"/>
                </a:cubicBezTo>
                <a:cubicBezTo>
                  <a:pt x="145552" y="135181"/>
                  <a:pt x="140747" y="140418"/>
                  <a:pt x="136022" y="143254"/>
                </a:cubicBezTo>
                <a:cubicBezTo>
                  <a:pt x="131296" y="146088"/>
                  <a:pt x="126334" y="147505"/>
                  <a:pt x="121135" y="147505"/>
                </a:cubicBezTo>
                <a:close/>
                <a:moveTo>
                  <a:pt x="235496" y="121748"/>
                </a:moveTo>
                <a:cubicBezTo>
                  <a:pt x="240221" y="121748"/>
                  <a:pt x="243923" y="123481"/>
                  <a:pt x="246600" y="126947"/>
                </a:cubicBezTo>
                <a:cubicBezTo>
                  <a:pt x="249278" y="130413"/>
                  <a:pt x="250617" y="134824"/>
                  <a:pt x="250617" y="140179"/>
                </a:cubicBezTo>
                <a:cubicBezTo>
                  <a:pt x="250617" y="144118"/>
                  <a:pt x="249907" y="148805"/>
                  <a:pt x="248489" y="154239"/>
                </a:cubicBezTo>
                <a:cubicBezTo>
                  <a:pt x="247074" y="159674"/>
                  <a:pt x="244948" y="165304"/>
                  <a:pt x="242112" y="171130"/>
                </a:cubicBezTo>
                <a:cubicBezTo>
                  <a:pt x="239275" y="176959"/>
                  <a:pt x="235652" y="182315"/>
                  <a:pt x="231241" y="187199"/>
                </a:cubicBezTo>
                <a:lnTo>
                  <a:pt x="225336" y="182473"/>
                </a:lnTo>
                <a:cubicBezTo>
                  <a:pt x="228014" y="179324"/>
                  <a:pt x="230337" y="175623"/>
                  <a:pt x="232305" y="171368"/>
                </a:cubicBezTo>
                <a:cubicBezTo>
                  <a:pt x="234276" y="167117"/>
                  <a:pt x="235812" y="162666"/>
                  <a:pt x="236913" y="158018"/>
                </a:cubicBezTo>
                <a:cubicBezTo>
                  <a:pt x="238016" y="153372"/>
                  <a:pt x="238568" y="149001"/>
                  <a:pt x="238568" y="144905"/>
                </a:cubicBezTo>
                <a:cubicBezTo>
                  <a:pt x="237779" y="145064"/>
                  <a:pt x="236913" y="145261"/>
                  <a:pt x="235968" y="145497"/>
                </a:cubicBezTo>
                <a:cubicBezTo>
                  <a:pt x="235023" y="145732"/>
                  <a:pt x="233921" y="145850"/>
                  <a:pt x="232662" y="145850"/>
                </a:cubicBezTo>
                <a:cubicBezTo>
                  <a:pt x="229667" y="145850"/>
                  <a:pt x="227185" y="144748"/>
                  <a:pt x="225217" y="142544"/>
                </a:cubicBezTo>
                <a:cubicBezTo>
                  <a:pt x="223248" y="140337"/>
                  <a:pt x="222264" y="137816"/>
                  <a:pt x="222264" y="134980"/>
                </a:cubicBezTo>
                <a:cubicBezTo>
                  <a:pt x="222264" y="130728"/>
                  <a:pt x="223563" y="127460"/>
                  <a:pt x="226162" y="125177"/>
                </a:cubicBezTo>
                <a:cubicBezTo>
                  <a:pt x="228762" y="122891"/>
                  <a:pt x="231874" y="121748"/>
                  <a:pt x="235496" y="121748"/>
                </a:cubicBezTo>
                <a:close/>
                <a:moveTo>
                  <a:pt x="416015" y="24167"/>
                </a:moveTo>
                <a:cubicBezTo>
                  <a:pt x="423103" y="24167"/>
                  <a:pt x="428890" y="26411"/>
                  <a:pt x="433378" y="30901"/>
                </a:cubicBezTo>
                <a:cubicBezTo>
                  <a:pt x="437868" y="35391"/>
                  <a:pt x="441019" y="41299"/>
                  <a:pt x="442831" y="48625"/>
                </a:cubicBezTo>
                <a:cubicBezTo>
                  <a:pt x="444643" y="55949"/>
                  <a:pt x="445233" y="63864"/>
                  <a:pt x="444601" y="72370"/>
                </a:cubicBezTo>
                <a:cubicBezTo>
                  <a:pt x="443971" y="80873"/>
                  <a:pt x="442082" y="89221"/>
                  <a:pt x="438934" y="97412"/>
                </a:cubicBezTo>
                <a:cubicBezTo>
                  <a:pt x="436571" y="103714"/>
                  <a:pt x="433460" y="109819"/>
                  <a:pt x="429599" y="115727"/>
                </a:cubicBezTo>
                <a:cubicBezTo>
                  <a:pt x="425739" y="121633"/>
                  <a:pt x="421328" y="126988"/>
                  <a:pt x="416364" y="131793"/>
                </a:cubicBezTo>
                <a:cubicBezTo>
                  <a:pt x="411403" y="136597"/>
                  <a:pt x="406088" y="140418"/>
                  <a:pt x="400418" y="143254"/>
                </a:cubicBezTo>
                <a:cubicBezTo>
                  <a:pt x="394748" y="146088"/>
                  <a:pt x="388841" y="147505"/>
                  <a:pt x="382698" y="147505"/>
                </a:cubicBezTo>
                <a:cubicBezTo>
                  <a:pt x="376239" y="147505"/>
                  <a:pt x="371041" y="146126"/>
                  <a:pt x="367101" y="143369"/>
                </a:cubicBezTo>
                <a:cubicBezTo>
                  <a:pt x="363164" y="140613"/>
                  <a:pt x="360329" y="136911"/>
                  <a:pt x="358596" y="132265"/>
                </a:cubicBezTo>
                <a:cubicBezTo>
                  <a:pt x="356863" y="127619"/>
                  <a:pt x="355919" y="122617"/>
                  <a:pt x="355762" y="117260"/>
                </a:cubicBezTo>
                <a:cubicBezTo>
                  <a:pt x="355604" y="110645"/>
                  <a:pt x="355761" y="103951"/>
                  <a:pt x="356235" y="97178"/>
                </a:cubicBezTo>
                <a:cubicBezTo>
                  <a:pt x="356708" y="90405"/>
                  <a:pt x="357260" y="83829"/>
                  <a:pt x="357889" y="77450"/>
                </a:cubicBezTo>
                <a:cubicBezTo>
                  <a:pt x="358519" y="71068"/>
                  <a:pt x="359109" y="65240"/>
                  <a:pt x="359660" y="59964"/>
                </a:cubicBezTo>
                <a:cubicBezTo>
                  <a:pt x="360213" y="54686"/>
                  <a:pt x="360489" y="50315"/>
                  <a:pt x="360489" y="46851"/>
                </a:cubicBezTo>
                <a:cubicBezTo>
                  <a:pt x="360489" y="44015"/>
                  <a:pt x="360095" y="41533"/>
                  <a:pt x="359306" y="39406"/>
                </a:cubicBezTo>
                <a:cubicBezTo>
                  <a:pt x="358518" y="37279"/>
                  <a:pt x="356707" y="36216"/>
                  <a:pt x="353873" y="36216"/>
                </a:cubicBezTo>
                <a:cubicBezTo>
                  <a:pt x="351352" y="36216"/>
                  <a:pt x="348595" y="37948"/>
                  <a:pt x="345603" y="41414"/>
                </a:cubicBezTo>
                <a:cubicBezTo>
                  <a:pt x="342610" y="44880"/>
                  <a:pt x="340011" y="50866"/>
                  <a:pt x="337804" y="59373"/>
                </a:cubicBezTo>
                <a:lnTo>
                  <a:pt x="331188" y="57718"/>
                </a:lnTo>
                <a:cubicBezTo>
                  <a:pt x="331662" y="54884"/>
                  <a:pt x="332568" y="51616"/>
                  <a:pt x="333907" y="47915"/>
                </a:cubicBezTo>
                <a:cubicBezTo>
                  <a:pt x="335246" y="44211"/>
                  <a:pt x="337096" y="40548"/>
                  <a:pt x="339459" y="36926"/>
                </a:cubicBezTo>
                <a:cubicBezTo>
                  <a:pt x="341822" y="33304"/>
                  <a:pt x="344736" y="30311"/>
                  <a:pt x="348202" y="27948"/>
                </a:cubicBezTo>
                <a:cubicBezTo>
                  <a:pt x="351668" y="25586"/>
                  <a:pt x="355764" y="24325"/>
                  <a:pt x="360489" y="24167"/>
                </a:cubicBezTo>
                <a:cubicBezTo>
                  <a:pt x="364741" y="24010"/>
                  <a:pt x="368284" y="24799"/>
                  <a:pt x="371117" y="26532"/>
                </a:cubicBezTo>
                <a:cubicBezTo>
                  <a:pt x="373954" y="28262"/>
                  <a:pt x="376120" y="30821"/>
                  <a:pt x="377618" y="34207"/>
                </a:cubicBezTo>
                <a:cubicBezTo>
                  <a:pt x="379115" y="37594"/>
                  <a:pt x="379942" y="41729"/>
                  <a:pt x="380098" y="46613"/>
                </a:cubicBezTo>
                <a:cubicBezTo>
                  <a:pt x="380098" y="51339"/>
                  <a:pt x="379901" y="56892"/>
                  <a:pt x="379507" y="63273"/>
                </a:cubicBezTo>
                <a:cubicBezTo>
                  <a:pt x="379113" y="69653"/>
                  <a:pt x="378641" y="76189"/>
                  <a:pt x="378090" y="82883"/>
                </a:cubicBezTo>
                <a:cubicBezTo>
                  <a:pt x="377540" y="89577"/>
                  <a:pt x="377028" y="95878"/>
                  <a:pt x="376554" y="101786"/>
                </a:cubicBezTo>
                <a:cubicBezTo>
                  <a:pt x="376081" y="107691"/>
                  <a:pt x="375766" y="112692"/>
                  <a:pt x="375610" y="116787"/>
                </a:cubicBezTo>
                <a:cubicBezTo>
                  <a:pt x="375610" y="119309"/>
                  <a:pt x="375767" y="121987"/>
                  <a:pt x="376082" y="124824"/>
                </a:cubicBezTo>
                <a:cubicBezTo>
                  <a:pt x="376397" y="127657"/>
                  <a:pt x="377341" y="130020"/>
                  <a:pt x="378916" y="131912"/>
                </a:cubicBezTo>
                <a:cubicBezTo>
                  <a:pt x="380492" y="133801"/>
                  <a:pt x="383171" y="134745"/>
                  <a:pt x="386952" y="134745"/>
                </a:cubicBezTo>
                <a:cubicBezTo>
                  <a:pt x="390889" y="134745"/>
                  <a:pt x="394983" y="133564"/>
                  <a:pt x="399235" y="131201"/>
                </a:cubicBezTo>
                <a:cubicBezTo>
                  <a:pt x="403490" y="128839"/>
                  <a:pt x="407625" y="125689"/>
                  <a:pt x="411641" y="121752"/>
                </a:cubicBezTo>
                <a:cubicBezTo>
                  <a:pt x="415658" y="117812"/>
                  <a:pt x="419280" y="113283"/>
                  <a:pt x="422508" y="108163"/>
                </a:cubicBezTo>
                <a:cubicBezTo>
                  <a:pt x="425738" y="103044"/>
                  <a:pt x="428220" y="97649"/>
                  <a:pt x="429953" y="91979"/>
                </a:cubicBezTo>
                <a:cubicBezTo>
                  <a:pt x="430897" y="88828"/>
                  <a:pt x="431764" y="84693"/>
                  <a:pt x="432552" y="79573"/>
                </a:cubicBezTo>
                <a:cubicBezTo>
                  <a:pt x="433341" y="74454"/>
                  <a:pt x="433616" y="69177"/>
                  <a:pt x="433378" y="63742"/>
                </a:cubicBezTo>
                <a:cubicBezTo>
                  <a:pt x="433142" y="58308"/>
                  <a:pt x="432158" y="53385"/>
                  <a:pt x="430425" y="48975"/>
                </a:cubicBezTo>
                <a:cubicBezTo>
                  <a:pt x="428692" y="44564"/>
                  <a:pt x="425857" y="41572"/>
                  <a:pt x="421920" y="39997"/>
                </a:cubicBezTo>
                <a:cubicBezTo>
                  <a:pt x="420975" y="42045"/>
                  <a:pt x="419675" y="43542"/>
                  <a:pt x="418019" y="44486"/>
                </a:cubicBezTo>
                <a:cubicBezTo>
                  <a:pt x="416365" y="45431"/>
                  <a:pt x="414516" y="45903"/>
                  <a:pt x="412471" y="45903"/>
                </a:cubicBezTo>
                <a:cubicBezTo>
                  <a:pt x="410423" y="45903"/>
                  <a:pt x="408296" y="45116"/>
                  <a:pt x="406089" y="43542"/>
                </a:cubicBezTo>
                <a:cubicBezTo>
                  <a:pt x="403885" y="41967"/>
                  <a:pt x="402704" y="39447"/>
                  <a:pt x="402545" y="35981"/>
                </a:cubicBezTo>
                <a:cubicBezTo>
                  <a:pt x="402545" y="34407"/>
                  <a:pt x="402978" y="32714"/>
                  <a:pt x="403843" y="30901"/>
                </a:cubicBezTo>
                <a:cubicBezTo>
                  <a:pt x="404711" y="29089"/>
                  <a:pt x="406129" y="27513"/>
                  <a:pt x="408097" y="26175"/>
                </a:cubicBezTo>
                <a:cubicBezTo>
                  <a:pt x="410066" y="24836"/>
                  <a:pt x="412705" y="24167"/>
                  <a:pt x="416015" y="24167"/>
                </a:cubicBezTo>
                <a:close/>
                <a:moveTo>
                  <a:pt x="528250" y="87508"/>
                </a:moveTo>
                <a:cubicBezTo>
                  <a:pt x="528250" y="96358"/>
                  <a:pt x="527096" y="105729"/>
                  <a:pt x="524789" y="115619"/>
                </a:cubicBezTo>
                <a:cubicBezTo>
                  <a:pt x="522481" y="125510"/>
                  <a:pt x="518059" y="136977"/>
                  <a:pt x="511521" y="150021"/>
                </a:cubicBezTo>
                <a:cubicBezTo>
                  <a:pt x="504984" y="163068"/>
                  <a:pt x="500215" y="170900"/>
                  <a:pt x="497215" y="173517"/>
                </a:cubicBezTo>
                <a:cubicBezTo>
                  <a:pt x="496292" y="174440"/>
                  <a:pt x="495293" y="174902"/>
                  <a:pt x="494216" y="174902"/>
                </a:cubicBezTo>
                <a:cubicBezTo>
                  <a:pt x="492831" y="174902"/>
                  <a:pt x="491658" y="174420"/>
                  <a:pt x="490697" y="173456"/>
                </a:cubicBezTo>
                <a:cubicBezTo>
                  <a:pt x="489736" y="172494"/>
                  <a:pt x="489255" y="171360"/>
                  <a:pt x="489255" y="170052"/>
                </a:cubicBezTo>
                <a:cubicBezTo>
                  <a:pt x="489255" y="169283"/>
                  <a:pt x="489524" y="168437"/>
                  <a:pt x="490062" y="167514"/>
                </a:cubicBezTo>
                <a:cubicBezTo>
                  <a:pt x="498523" y="152043"/>
                  <a:pt x="504561" y="137996"/>
                  <a:pt x="508176" y="125375"/>
                </a:cubicBezTo>
                <a:cubicBezTo>
                  <a:pt x="511790" y="112752"/>
                  <a:pt x="513598" y="100130"/>
                  <a:pt x="513598" y="87508"/>
                </a:cubicBezTo>
                <a:cubicBezTo>
                  <a:pt x="513598" y="74808"/>
                  <a:pt x="511790" y="62147"/>
                  <a:pt x="508176" y="49526"/>
                </a:cubicBezTo>
                <a:cubicBezTo>
                  <a:pt x="504561" y="36905"/>
                  <a:pt x="498523" y="22821"/>
                  <a:pt x="490062" y="7272"/>
                </a:cubicBezTo>
                <a:cubicBezTo>
                  <a:pt x="489524" y="6349"/>
                  <a:pt x="489255" y="5503"/>
                  <a:pt x="489255" y="4734"/>
                </a:cubicBezTo>
                <a:cubicBezTo>
                  <a:pt x="489255" y="3424"/>
                  <a:pt x="489736" y="2307"/>
                  <a:pt x="490697" y="1384"/>
                </a:cubicBezTo>
                <a:cubicBezTo>
                  <a:pt x="491658" y="461"/>
                  <a:pt x="492831" y="0"/>
                  <a:pt x="494216" y="0"/>
                </a:cubicBezTo>
                <a:cubicBezTo>
                  <a:pt x="495293" y="0"/>
                  <a:pt x="496292" y="423"/>
                  <a:pt x="497215" y="1269"/>
                </a:cubicBezTo>
                <a:cubicBezTo>
                  <a:pt x="500061" y="3887"/>
                  <a:pt x="504714" y="11545"/>
                  <a:pt x="511175" y="24246"/>
                </a:cubicBezTo>
                <a:cubicBezTo>
                  <a:pt x="517636" y="36944"/>
                  <a:pt x="522097" y="48180"/>
                  <a:pt x="524558" y="57956"/>
                </a:cubicBezTo>
                <a:cubicBezTo>
                  <a:pt x="527019" y="67728"/>
                  <a:pt x="528250" y="77579"/>
                  <a:pt x="528250" y="875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440D9-13E8-41E4-B1F4-0418C920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81" y="3104142"/>
            <a:ext cx="285112" cy="293025"/>
          </a:xfrm>
          <a:custGeom xmlns:a="http://schemas.openxmlformats.org/drawingml/2006/main">
            <a:pathLst>
              <a:path w="285112" h="293025">
                <a:moveTo>
                  <a:pt x="0" y="47512"/>
                </a:moveTo>
                <a:lnTo>
                  <a:pt x="0" y="47512"/>
                </a:lnTo>
                <a:cubicBezTo>
                  <a:pt x="0" y="21285"/>
                  <a:pt x="21275" y="0"/>
                  <a:pt x="47518" y="0"/>
                </a:cubicBezTo>
                <a:lnTo>
                  <a:pt x="237594" y="0"/>
                </a:lnTo>
                <a:cubicBezTo>
                  <a:pt x="250201" y="0"/>
                  <a:pt x="262283" y="5001"/>
                  <a:pt x="271199" y="13921"/>
                </a:cubicBezTo>
                <a:cubicBezTo>
                  <a:pt x="280104" y="22821"/>
                  <a:pt x="285112" y="34930"/>
                  <a:pt x="285112" y="47512"/>
                </a:cubicBezTo>
                <a:lnTo>
                  <a:pt x="285112" y="245494"/>
                </a:lnTo>
                <a:cubicBezTo>
                  <a:pt x="285112" y="271740"/>
                  <a:pt x="263837" y="293025"/>
                  <a:pt x="237594" y="293025"/>
                </a:cubicBezTo>
                <a:lnTo>
                  <a:pt x="47518" y="293025"/>
                </a:lnTo>
                <a:cubicBezTo>
                  <a:pt x="21275" y="293025"/>
                  <a:pt x="0" y="271740"/>
                  <a:pt x="0" y="245494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98c1c61d644da"/>
          <a:stretch xmlns:a="http://schemas.openxmlformats.org/drawingml/2006/main"/>
        </p:blipFill>
        <p:spPr>
          <a:xfrm xmlns:a="http://schemas.openxmlformats.org/drawingml/2006/main">
            <a:off x="413281" y="3104247"/>
            <a:ext cx="285112" cy="292817"/>
          </a:xfrm>
          <a:prstGeom xmlns:a="http://schemas.openxmlformats.org/drawingml/2006/main" prst="rect">
            <a:avLst/>
          </a:prstGeom>
        </p:spPr>
      </p:pic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70319-3C45-4C6D-B508-08C08278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29" y="3242798"/>
            <a:ext cx="717673" cy="446508"/>
          </a:xfrm>
          <a:custGeom xmlns:a="http://schemas.openxmlformats.org/drawingml/2006/main">
            <a:pathLst>
              <a:path w="717673" h="446508">
                <a:moveTo>
                  <a:pt x="0" y="446508"/>
                </a:moveTo>
                <a:lnTo>
                  <a:pt x="0" y="0"/>
                </a:lnTo>
                <a:lnTo>
                  <a:pt x="717673" y="0"/>
                </a:lnTo>
                <a:lnTo>
                  <a:pt x="717673" y="446508"/>
                </a:lnTo>
                <a:lnTo>
                  <a:pt x="0" y="44650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Patch">
            <a:extLst xmlns:a="http://schemas.openxmlformats.org/drawingml/2006/main">
              <a:ext uri="{FF2B5EF4-FFF2-40B4-BE49-F238E27FC236}">
                <a16:creationId xmlns:a16="http://schemas.microsoft.com/office/drawing/2014/main" id="{D07BB4E1-3FDC-4D63-9C93-CC05CF50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51" y="3392478"/>
            <a:ext cx="381990" cy="121216"/>
          </a:xfrm>
          <a:custGeom xmlns:a="http://schemas.openxmlformats.org/drawingml/2006/main">
            <a:pathLst>
              <a:path w="381990" h="121216">
                <a:moveTo>
                  <a:pt x="29381" y="7230"/>
                </a:moveTo>
                <a:cubicBezTo>
                  <a:pt x="43892" y="7230"/>
                  <a:pt x="54493" y="10060"/>
                  <a:pt x="61185" y="15719"/>
                </a:cubicBezTo>
                <a:cubicBezTo>
                  <a:pt x="67876" y="21379"/>
                  <a:pt x="71222" y="29484"/>
                  <a:pt x="71222" y="40036"/>
                </a:cubicBezTo>
                <a:cubicBezTo>
                  <a:pt x="71222" y="44798"/>
                  <a:pt x="70440" y="49318"/>
                  <a:pt x="68876" y="53594"/>
                </a:cubicBezTo>
                <a:cubicBezTo>
                  <a:pt x="67312" y="57871"/>
                  <a:pt x="64787" y="61636"/>
                  <a:pt x="61300" y="64889"/>
                </a:cubicBezTo>
                <a:cubicBezTo>
                  <a:pt x="57813" y="68141"/>
                  <a:pt x="53237" y="70703"/>
                  <a:pt x="47571" y="72573"/>
                </a:cubicBezTo>
                <a:cubicBezTo>
                  <a:pt x="41905" y="74441"/>
                  <a:pt x="34970" y="75375"/>
                  <a:pt x="26766" y="75375"/>
                </a:cubicBezTo>
                <a:lnTo>
                  <a:pt x="13075" y="75375"/>
                </a:lnTo>
                <a:lnTo>
                  <a:pt x="13075" y="119678"/>
                </a:lnTo>
                <a:lnTo>
                  <a:pt x="0" y="119678"/>
                </a:lnTo>
                <a:lnTo>
                  <a:pt x="0" y="7230"/>
                </a:lnTo>
                <a:lnTo>
                  <a:pt x="29381" y="7230"/>
                </a:lnTo>
                <a:moveTo>
                  <a:pt x="28150" y="18382"/>
                </a:moveTo>
                <a:lnTo>
                  <a:pt x="13075" y="18382"/>
                </a:lnTo>
                <a:lnTo>
                  <a:pt x="13075" y="64146"/>
                </a:lnTo>
                <a:lnTo>
                  <a:pt x="25305" y="64146"/>
                </a:lnTo>
                <a:cubicBezTo>
                  <a:pt x="32483" y="64146"/>
                  <a:pt x="38470" y="63378"/>
                  <a:pt x="43264" y="61843"/>
                </a:cubicBezTo>
                <a:cubicBezTo>
                  <a:pt x="48058" y="60307"/>
                  <a:pt x="51660" y="57811"/>
                  <a:pt x="54070" y="54356"/>
                </a:cubicBezTo>
                <a:cubicBezTo>
                  <a:pt x="56480" y="50900"/>
                  <a:pt x="57685" y="46305"/>
                  <a:pt x="57685" y="40572"/>
                </a:cubicBezTo>
                <a:cubicBezTo>
                  <a:pt x="57685" y="33099"/>
                  <a:pt x="55301" y="27532"/>
                  <a:pt x="50532" y="23872"/>
                </a:cubicBezTo>
                <a:cubicBezTo>
                  <a:pt x="45764" y="20212"/>
                  <a:pt x="38303" y="18382"/>
                  <a:pt x="28150" y="18382"/>
                </a:cubicBezTo>
                <a:close/>
                <a:moveTo>
                  <a:pt x="124277" y="33842"/>
                </a:moveTo>
                <a:cubicBezTo>
                  <a:pt x="134327" y="33842"/>
                  <a:pt x="141788" y="36102"/>
                  <a:pt x="146659" y="40622"/>
                </a:cubicBezTo>
                <a:cubicBezTo>
                  <a:pt x="151530" y="45143"/>
                  <a:pt x="153966" y="52360"/>
                  <a:pt x="153966" y="62274"/>
                </a:cubicBezTo>
                <a:lnTo>
                  <a:pt x="153966" y="119678"/>
                </a:lnTo>
                <a:lnTo>
                  <a:pt x="144659" y="119678"/>
                </a:lnTo>
                <a:lnTo>
                  <a:pt x="142198" y="107218"/>
                </a:lnTo>
                <a:lnTo>
                  <a:pt x="141583" y="107218"/>
                </a:lnTo>
                <a:cubicBezTo>
                  <a:pt x="139224" y="110294"/>
                  <a:pt x="136763" y="112871"/>
                  <a:pt x="134199" y="114947"/>
                </a:cubicBezTo>
                <a:cubicBezTo>
                  <a:pt x="131635" y="117024"/>
                  <a:pt x="128674" y="118588"/>
                  <a:pt x="125315" y="119639"/>
                </a:cubicBezTo>
                <a:cubicBezTo>
                  <a:pt x="121957" y="120690"/>
                  <a:pt x="117842" y="121216"/>
                  <a:pt x="112971" y="121216"/>
                </a:cubicBezTo>
                <a:cubicBezTo>
                  <a:pt x="107843" y="121216"/>
                  <a:pt x="103292" y="120318"/>
                  <a:pt x="99319" y="118522"/>
                </a:cubicBezTo>
                <a:cubicBezTo>
                  <a:pt x="95345" y="116724"/>
                  <a:pt x="92217" y="114002"/>
                  <a:pt x="89935" y="110357"/>
                </a:cubicBezTo>
                <a:cubicBezTo>
                  <a:pt x="87653" y="106710"/>
                  <a:pt x="86512" y="102088"/>
                  <a:pt x="86512" y="96491"/>
                </a:cubicBezTo>
                <a:cubicBezTo>
                  <a:pt x="86512" y="88069"/>
                  <a:pt x="89845" y="81598"/>
                  <a:pt x="96511" y="77079"/>
                </a:cubicBezTo>
                <a:cubicBezTo>
                  <a:pt x="103177" y="72561"/>
                  <a:pt x="113330" y="70096"/>
                  <a:pt x="126969" y="69684"/>
                </a:cubicBezTo>
                <a:lnTo>
                  <a:pt x="141506" y="69068"/>
                </a:lnTo>
                <a:lnTo>
                  <a:pt x="141506" y="63898"/>
                </a:lnTo>
                <a:cubicBezTo>
                  <a:pt x="141506" y="56595"/>
                  <a:pt x="139942" y="51478"/>
                  <a:pt x="136814" y="48547"/>
                </a:cubicBezTo>
                <a:cubicBezTo>
                  <a:pt x="133686" y="45615"/>
                  <a:pt x="129276" y="44148"/>
                  <a:pt x="123585" y="44148"/>
                </a:cubicBezTo>
                <a:cubicBezTo>
                  <a:pt x="119175" y="44148"/>
                  <a:pt x="114970" y="44789"/>
                  <a:pt x="110971" y="46071"/>
                </a:cubicBezTo>
                <a:cubicBezTo>
                  <a:pt x="106971" y="47353"/>
                  <a:pt x="103177" y="48866"/>
                  <a:pt x="99588" y="50609"/>
                </a:cubicBezTo>
                <a:lnTo>
                  <a:pt x="95665" y="40918"/>
                </a:lnTo>
                <a:cubicBezTo>
                  <a:pt x="99460" y="38970"/>
                  <a:pt x="103818" y="37303"/>
                  <a:pt x="108740" y="35919"/>
                </a:cubicBezTo>
                <a:cubicBezTo>
                  <a:pt x="113663" y="34534"/>
                  <a:pt x="118842" y="33842"/>
                  <a:pt x="124277" y="33842"/>
                </a:cubicBezTo>
                <a:moveTo>
                  <a:pt x="141352" y="78067"/>
                </a:moveTo>
                <a:lnTo>
                  <a:pt x="128507" y="78608"/>
                </a:lnTo>
                <a:cubicBezTo>
                  <a:pt x="117996" y="79018"/>
                  <a:pt x="110586" y="80740"/>
                  <a:pt x="106279" y="83773"/>
                </a:cubicBezTo>
                <a:cubicBezTo>
                  <a:pt x="101972" y="86805"/>
                  <a:pt x="99818" y="91096"/>
                  <a:pt x="99818" y="96647"/>
                </a:cubicBezTo>
                <a:cubicBezTo>
                  <a:pt x="99818" y="101478"/>
                  <a:pt x="101280" y="105050"/>
                  <a:pt x="104203" y="107364"/>
                </a:cubicBezTo>
                <a:cubicBezTo>
                  <a:pt x="107125" y="109676"/>
                  <a:pt x="110997" y="110833"/>
                  <a:pt x="115817" y="110833"/>
                </a:cubicBezTo>
                <a:cubicBezTo>
                  <a:pt x="123303" y="110833"/>
                  <a:pt x="129430" y="108751"/>
                  <a:pt x="134199" y="104588"/>
                </a:cubicBezTo>
                <a:cubicBezTo>
                  <a:pt x="138968" y="100425"/>
                  <a:pt x="141352" y="94181"/>
                  <a:pt x="141352" y="85855"/>
                </a:cubicBezTo>
                <a:lnTo>
                  <a:pt x="141352" y="78067"/>
                </a:lnTo>
                <a:close/>
                <a:moveTo>
                  <a:pt x="207390" y="110756"/>
                </a:moveTo>
                <a:cubicBezTo>
                  <a:pt x="209492" y="110756"/>
                  <a:pt x="211646" y="110576"/>
                  <a:pt x="213851" y="110217"/>
                </a:cubicBezTo>
                <a:cubicBezTo>
                  <a:pt x="216055" y="109858"/>
                  <a:pt x="217850" y="109422"/>
                  <a:pt x="219235" y="108910"/>
                </a:cubicBezTo>
                <a:lnTo>
                  <a:pt x="219235" y="118832"/>
                </a:lnTo>
                <a:cubicBezTo>
                  <a:pt x="217748" y="119498"/>
                  <a:pt x="215684" y="120062"/>
                  <a:pt x="213043" y="120524"/>
                </a:cubicBezTo>
                <a:cubicBezTo>
                  <a:pt x="210402" y="120985"/>
                  <a:pt x="207826" y="121216"/>
                  <a:pt x="205313" y="121216"/>
                </a:cubicBezTo>
                <a:cubicBezTo>
                  <a:pt x="200852" y="121216"/>
                  <a:pt x="196801" y="120434"/>
                  <a:pt x="193161" y="118870"/>
                </a:cubicBezTo>
                <a:cubicBezTo>
                  <a:pt x="189520" y="117306"/>
                  <a:pt x="186610" y="114653"/>
                  <a:pt x="184431" y="110909"/>
                </a:cubicBezTo>
                <a:cubicBezTo>
                  <a:pt x="182252" y="107166"/>
                  <a:pt x="181162" y="101987"/>
                  <a:pt x="181162" y="95373"/>
                </a:cubicBezTo>
                <a:lnTo>
                  <a:pt x="181162" y="45379"/>
                </a:lnTo>
                <a:lnTo>
                  <a:pt x="169164" y="45379"/>
                </a:lnTo>
                <a:lnTo>
                  <a:pt x="169164" y="39149"/>
                </a:lnTo>
                <a:lnTo>
                  <a:pt x="181239" y="34150"/>
                </a:lnTo>
                <a:lnTo>
                  <a:pt x="186316" y="15844"/>
                </a:lnTo>
                <a:lnTo>
                  <a:pt x="194007" y="15844"/>
                </a:lnTo>
                <a:lnTo>
                  <a:pt x="194007" y="35380"/>
                </a:lnTo>
                <a:lnTo>
                  <a:pt x="218696" y="35380"/>
                </a:lnTo>
                <a:lnTo>
                  <a:pt x="218696" y="45379"/>
                </a:lnTo>
                <a:lnTo>
                  <a:pt x="194007" y="45379"/>
                </a:lnTo>
                <a:lnTo>
                  <a:pt x="194007" y="94988"/>
                </a:lnTo>
                <a:cubicBezTo>
                  <a:pt x="194007" y="100270"/>
                  <a:pt x="195225" y="104218"/>
                  <a:pt x="197660" y="106833"/>
                </a:cubicBezTo>
                <a:cubicBezTo>
                  <a:pt x="200096" y="109448"/>
                  <a:pt x="203339" y="110756"/>
                  <a:pt x="207390" y="110756"/>
                </a:cubicBezTo>
                <a:close/>
                <a:moveTo>
                  <a:pt x="270004" y="121216"/>
                </a:moveTo>
                <a:cubicBezTo>
                  <a:pt x="262416" y="121216"/>
                  <a:pt x="255724" y="119652"/>
                  <a:pt x="249930" y="116524"/>
                </a:cubicBezTo>
                <a:cubicBezTo>
                  <a:pt x="244136" y="113396"/>
                  <a:pt x="239623" y="108628"/>
                  <a:pt x="236393" y="102218"/>
                </a:cubicBezTo>
                <a:cubicBezTo>
                  <a:pt x="233163" y="95809"/>
                  <a:pt x="231548" y="87733"/>
                  <a:pt x="231548" y="77990"/>
                </a:cubicBezTo>
                <a:cubicBezTo>
                  <a:pt x="231548" y="67787"/>
                  <a:pt x="233252" y="59441"/>
                  <a:pt x="236662" y="52955"/>
                </a:cubicBezTo>
                <a:cubicBezTo>
                  <a:pt x="240072" y="46469"/>
                  <a:pt x="244777" y="41662"/>
                  <a:pt x="250776" y="38534"/>
                </a:cubicBezTo>
                <a:cubicBezTo>
                  <a:pt x="256775" y="35406"/>
                  <a:pt x="263595" y="33842"/>
                  <a:pt x="271235" y="33842"/>
                </a:cubicBezTo>
                <a:cubicBezTo>
                  <a:pt x="275440" y="33842"/>
                  <a:pt x="279503" y="34265"/>
                  <a:pt x="283426" y="35111"/>
                </a:cubicBezTo>
                <a:cubicBezTo>
                  <a:pt x="287348" y="35957"/>
                  <a:pt x="290566" y="37021"/>
                  <a:pt x="293078" y="38303"/>
                </a:cubicBezTo>
                <a:lnTo>
                  <a:pt x="289233" y="48994"/>
                </a:lnTo>
                <a:cubicBezTo>
                  <a:pt x="286669" y="47968"/>
                  <a:pt x="283708" y="47046"/>
                  <a:pt x="280349" y="46225"/>
                </a:cubicBezTo>
                <a:cubicBezTo>
                  <a:pt x="276991" y="45405"/>
                  <a:pt x="273850" y="44994"/>
                  <a:pt x="270927" y="44994"/>
                </a:cubicBezTo>
                <a:cubicBezTo>
                  <a:pt x="265082" y="44994"/>
                  <a:pt x="260223" y="46251"/>
                  <a:pt x="256352" y="48763"/>
                </a:cubicBezTo>
                <a:cubicBezTo>
                  <a:pt x="252481" y="51276"/>
                  <a:pt x="249584" y="54968"/>
                  <a:pt x="247661" y="59839"/>
                </a:cubicBezTo>
                <a:cubicBezTo>
                  <a:pt x="245738" y="64710"/>
                  <a:pt x="244777" y="70709"/>
                  <a:pt x="244777" y="77837"/>
                </a:cubicBezTo>
                <a:cubicBezTo>
                  <a:pt x="244777" y="84656"/>
                  <a:pt x="245712" y="90476"/>
                  <a:pt x="247584" y="95296"/>
                </a:cubicBezTo>
                <a:cubicBezTo>
                  <a:pt x="249456" y="100116"/>
                  <a:pt x="252250" y="103795"/>
                  <a:pt x="255968" y="106333"/>
                </a:cubicBezTo>
                <a:cubicBezTo>
                  <a:pt x="259685" y="108871"/>
                  <a:pt x="264338" y="110140"/>
                  <a:pt x="269927" y="110140"/>
                </a:cubicBezTo>
                <a:cubicBezTo>
                  <a:pt x="274388" y="110140"/>
                  <a:pt x="278414" y="109666"/>
                  <a:pt x="282003" y="108717"/>
                </a:cubicBezTo>
                <a:cubicBezTo>
                  <a:pt x="285592" y="107769"/>
                  <a:pt x="288848" y="106654"/>
                  <a:pt x="291771" y="105372"/>
                </a:cubicBezTo>
                <a:lnTo>
                  <a:pt x="291771" y="116755"/>
                </a:lnTo>
                <a:cubicBezTo>
                  <a:pt x="288951" y="118191"/>
                  <a:pt x="285810" y="119293"/>
                  <a:pt x="282349" y="120062"/>
                </a:cubicBezTo>
                <a:cubicBezTo>
                  <a:pt x="278888" y="120831"/>
                  <a:pt x="274773" y="121216"/>
                  <a:pt x="270004" y="121216"/>
                </a:cubicBezTo>
                <a:close/>
                <a:moveTo>
                  <a:pt x="324459" y="0"/>
                </a:moveTo>
                <a:lnTo>
                  <a:pt x="324459" y="35649"/>
                </a:lnTo>
                <a:cubicBezTo>
                  <a:pt x="324459" y="37694"/>
                  <a:pt x="324407" y="39752"/>
                  <a:pt x="324305" y="41822"/>
                </a:cubicBezTo>
                <a:cubicBezTo>
                  <a:pt x="324202" y="43892"/>
                  <a:pt x="324023" y="45796"/>
                  <a:pt x="323766" y="47533"/>
                </a:cubicBezTo>
                <a:lnTo>
                  <a:pt x="324612" y="47533"/>
                </a:lnTo>
                <a:cubicBezTo>
                  <a:pt x="326356" y="44559"/>
                  <a:pt x="328573" y="42059"/>
                  <a:pt x="331265" y="40034"/>
                </a:cubicBezTo>
                <a:cubicBezTo>
                  <a:pt x="333957" y="38008"/>
                  <a:pt x="337021" y="36470"/>
                  <a:pt x="340457" y="35419"/>
                </a:cubicBezTo>
                <a:cubicBezTo>
                  <a:pt x="343892" y="34368"/>
                  <a:pt x="347533" y="33842"/>
                  <a:pt x="351378" y="33842"/>
                </a:cubicBezTo>
                <a:cubicBezTo>
                  <a:pt x="358147" y="33842"/>
                  <a:pt x="363800" y="34921"/>
                  <a:pt x="368338" y="37080"/>
                </a:cubicBezTo>
                <a:cubicBezTo>
                  <a:pt x="372876" y="39236"/>
                  <a:pt x="376286" y="42575"/>
                  <a:pt x="378567" y="47095"/>
                </a:cubicBezTo>
                <a:cubicBezTo>
                  <a:pt x="380849" y="51615"/>
                  <a:pt x="381990" y="57471"/>
                  <a:pt x="381990" y="64663"/>
                </a:cubicBezTo>
                <a:lnTo>
                  <a:pt x="381990" y="119678"/>
                </a:lnTo>
                <a:lnTo>
                  <a:pt x="369376" y="119678"/>
                </a:lnTo>
                <a:lnTo>
                  <a:pt x="369376" y="65497"/>
                </a:lnTo>
                <a:cubicBezTo>
                  <a:pt x="369376" y="58458"/>
                  <a:pt x="367774" y="53191"/>
                  <a:pt x="364569" y="49698"/>
                </a:cubicBezTo>
                <a:cubicBezTo>
                  <a:pt x="361364" y="46203"/>
                  <a:pt x="356455" y="44456"/>
                  <a:pt x="349840" y="44456"/>
                </a:cubicBezTo>
                <a:cubicBezTo>
                  <a:pt x="343584" y="44456"/>
                  <a:pt x="338598" y="45651"/>
                  <a:pt x="334880" y="48040"/>
                </a:cubicBezTo>
                <a:cubicBezTo>
                  <a:pt x="331163" y="50429"/>
                  <a:pt x="328497" y="53936"/>
                  <a:pt x="326881" y="58560"/>
                </a:cubicBezTo>
                <a:cubicBezTo>
                  <a:pt x="325266" y="63185"/>
                  <a:pt x="324459" y="68836"/>
                  <a:pt x="324459" y="75515"/>
                </a:cubicBezTo>
                <a:lnTo>
                  <a:pt x="324459" y="119678"/>
                </a:lnTo>
                <a:lnTo>
                  <a:pt x="311691" y="119678"/>
                </a:lnTo>
                <a:lnTo>
                  <a:pt x="311691" y="0"/>
                </a:lnTo>
                <a:lnTo>
                  <a:pt x="324459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F2861-0738-404B-903D-295E3B39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498" y="2840436"/>
            <a:ext cx="2323" cy="273945"/>
          </a:xfrm>
          <a:custGeom xmlns:a="http://schemas.openxmlformats.org/drawingml/2006/main">
            <a:pathLst>
              <a:path w="2323" h="273945">
                <a:moveTo>
                  <a:pt x="0" y="0"/>
                </a:moveTo>
                <a:lnTo>
                  <a:pt x="2323" y="27394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D0821-A92A-4EBE-8E84-9A11598D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498" y="2840436"/>
            <a:ext cx="1890" cy="223342"/>
          </a:xfrm>
          <a:custGeom xmlns:a="http://schemas.openxmlformats.org/drawingml/2006/main">
            <a:pathLst>
              <a:path w="1890" h="223342" fill="none">
                <a:moveTo>
                  <a:pt x="0" y="0"/>
                </a:moveTo>
                <a:lnTo>
                  <a:pt x="1890" y="223342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10C41-AB46-4E9A-9587-D02DE89E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632" y="3047022"/>
            <a:ext cx="33237" cy="45779"/>
          </a:xfrm>
          <a:custGeom xmlns:a="http://schemas.openxmlformats.org/drawingml/2006/main">
            <a:pathLst>
              <a:path w="33237" h="45779">
                <a:moveTo>
                  <a:pt x="16756" y="16756"/>
                </a:moveTo>
                <a:lnTo>
                  <a:pt x="33237" y="0"/>
                </a:lnTo>
                <a:lnTo>
                  <a:pt x="17012" y="45779"/>
                </a:lnTo>
                <a:lnTo>
                  <a:pt x="0" y="295"/>
                </a:lnTo>
                <a:lnTo>
                  <a:pt x="16756" y="16756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76BC7-2982-4F99-80BD-2ABD25B3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632" y="3047022"/>
            <a:ext cx="33237" cy="45779"/>
          </a:xfrm>
          <a:custGeom xmlns:a="http://schemas.openxmlformats.org/drawingml/2006/main">
            <a:pathLst>
              <a:path w="33237" h="45779" fill="none">
                <a:moveTo>
                  <a:pt x="16756" y="16756"/>
                </a:moveTo>
                <a:lnTo>
                  <a:pt x="0" y="295"/>
                </a:lnTo>
                <a:lnTo>
                  <a:pt x="17012" y="45779"/>
                </a:lnTo>
                <a:lnTo>
                  <a:pt x="33237" y="0"/>
                </a:lnTo>
                <a:lnTo>
                  <a:pt x="16756" y="16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E8173-08EF-4B83-A5A3-17318B0F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46" y="2107460"/>
            <a:ext cx="4295334" cy="4647"/>
          </a:xfrm>
          <a:custGeom xmlns:a="http://schemas.openxmlformats.org/drawingml/2006/main">
            <a:pathLst>
              <a:path w="4295334" h="4647">
                <a:moveTo>
                  <a:pt x="0" y="4647"/>
                </a:moveTo>
                <a:lnTo>
                  <a:pt x="429533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EE854-098F-43F5-B823-AB012A97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46" y="2107558"/>
            <a:ext cx="4206729" cy="4548"/>
          </a:xfrm>
          <a:custGeom xmlns:a="http://schemas.openxmlformats.org/drawingml/2006/main">
            <a:pathLst>
              <a:path w="4206729" h="4548" fill="none">
                <a:moveTo>
                  <a:pt x="0" y="4548"/>
                </a:moveTo>
                <a:lnTo>
                  <a:pt x="42067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A1E8D9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812D9-22F6-47D5-AAFA-566A4519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555" y="2083162"/>
            <a:ext cx="67044" cy="48792"/>
          </a:xfrm>
          <a:custGeom xmlns:a="http://schemas.openxmlformats.org/drawingml/2006/main">
            <a:pathLst>
              <a:path w="67044" h="48792">
                <a:moveTo>
                  <a:pt x="59" y="48792"/>
                </a:moveTo>
                <a:lnTo>
                  <a:pt x="0" y="0"/>
                </a:lnTo>
                <a:lnTo>
                  <a:pt x="67044" y="24317"/>
                </a:lnTo>
                <a:lnTo>
                  <a:pt x="59" y="48792"/>
                </a:lnTo>
                <a:close/>
              </a:path>
            </a:pathLst>
          </a:custGeom>
          <a:solidFill xmlns:a="http://schemas.openxmlformats.org/drawingml/2006/main">
            <a:srgbClr val="A1E8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C1C5B-FB91-491B-B42A-20C4AA5F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555" y="2083162"/>
            <a:ext cx="67044" cy="48792"/>
          </a:xfrm>
          <a:custGeom xmlns:a="http://schemas.openxmlformats.org/drawingml/2006/main">
            <a:pathLst>
              <a:path w="67044" h="48792" fill="none">
                <a:moveTo>
                  <a:pt x="59" y="48792"/>
                </a:moveTo>
                <a:lnTo>
                  <a:pt x="67044" y="24317"/>
                </a:lnTo>
                <a:lnTo>
                  <a:pt x="0" y="0"/>
                </a:lnTo>
                <a:lnTo>
                  <a:pt x="59" y="487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A1E8D9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EC5D2-FB3B-44E8-9CF2-E0A0284C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567" y="2038210"/>
            <a:ext cx="162323" cy="162796"/>
          </a:xfrm>
          <a:custGeom xmlns:a="http://schemas.openxmlformats.org/drawingml/2006/main">
            <a:pathLst>
              <a:path w="162323" h="162796">
                <a:moveTo>
                  <a:pt x="0" y="81398"/>
                </a:moveTo>
                <a:lnTo>
                  <a:pt x="0" y="81398"/>
                </a:lnTo>
                <a:cubicBezTo>
                  <a:pt x="0" y="36446"/>
                  <a:pt x="36348" y="0"/>
                  <a:pt x="81162" y="0"/>
                </a:cubicBezTo>
                <a:cubicBezTo>
                  <a:pt x="102702" y="0"/>
                  <a:pt x="123337" y="8585"/>
                  <a:pt x="138558" y="23844"/>
                </a:cubicBezTo>
                <a:cubicBezTo>
                  <a:pt x="153778" y="39104"/>
                  <a:pt x="162323" y="59818"/>
                  <a:pt x="162323" y="81398"/>
                </a:cubicBezTo>
                <a:cubicBezTo>
                  <a:pt x="162323" y="126350"/>
                  <a:pt x="125996" y="162796"/>
                  <a:pt x="81162" y="162796"/>
                </a:cubicBezTo>
                <a:cubicBezTo>
                  <a:pt x="36348" y="162796"/>
                  <a:pt x="0" y="126350"/>
                  <a:pt x="0" y="81398"/>
                </a:cubicBezTo>
              </a:path>
            </a:pathLst>
          </a:custGeom>
          <a:solidFill xmlns:a="http://schemas.openxmlformats.org/drawingml/2006/main">
            <a:srgbClr val="FB67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DE0926-5000-44F3-BF35-1E529E03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567" y="2038210"/>
            <a:ext cx="162323" cy="162796"/>
          </a:xfrm>
          <a:custGeom xmlns:a="http://schemas.openxmlformats.org/drawingml/2006/main">
            <a:pathLst>
              <a:path w="162323" h="162796" fill="none">
                <a:moveTo>
                  <a:pt x="0" y="81398"/>
                </a:moveTo>
                <a:lnTo>
                  <a:pt x="0" y="81398"/>
                </a:lnTo>
                <a:cubicBezTo>
                  <a:pt x="0" y="36446"/>
                  <a:pt x="36348" y="0"/>
                  <a:pt x="81162" y="0"/>
                </a:cubicBezTo>
                <a:cubicBezTo>
                  <a:pt x="102702" y="0"/>
                  <a:pt x="123337" y="8585"/>
                  <a:pt x="138558" y="23844"/>
                </a:cubicBezTo>
                <a:cubicBezTo>
                  <a:pt x="153778" y="39104"/>
                  <a:pt x="162323" y="59818"/>
                  <a:pt x="162323" y="81398"/>
                </a:cubicBezTo>
                <a:cubicBezTo>
                  <a:pt x="162323" y="126350"/>
                  <a:pt x="125996" y="162796"/>
                  <a:pt x="81162" y="162796"/>
                </a:cubicBezTo>
                <a:cubicBezTo>
                  <a:pt x="36348" y="162796"/>
                  <a:pt x="0" y="126350"/>
                  <a:pt x="0" y="813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132" cap="flat">
            <a:solidFill>
              <a:srgbClr val="A1E8D9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EE293-495D-4D93-B92C-4FB3F20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82" y="2032264"/>
            <a:ext cx="162327" cy="162796"/>
          </a:xfrm>
          <a:custGeom xmlns:a="http://schemas.openxmlformats.org/drawingml/2006/main">
            <a:pathLst>
              <a:path w="162327" h="162796">
                <a:moveTo>
                  <a:pt x="0" y="81398"/>
                </a:moveTo>
                <a:lnTo>
                  <a:pt x="0" y="81398"/>
                </a:lnTo>
                <a:cubicBezTo>
                  <a:pt x="0" y="36446"/>
                  <a:pt x="36342" y="0"/>
                  <a:pt x="81168" y="0"/>
                </a:cubicBezTo>
                <a:cubicBezTo>
                  <a:pt x="102689" y="0"/>
                  <a:pt x="123332" y="8585"/>
                  <a:pt x="138552" y="23844"/>
                </a:cubicBezTo>
                <a:cubicBezTo>
                  <a:pt x="153774" y="39104"/>
                  <a:pt x="162327" y="59818"/>
                  <a:pt x="162327" y="81398"/>
                </a:cubicBezTo>
                <a:cubicBezTo>
                  <a:pt x="162327" y="126350"/>
                  <a:pt x="125994" y="162796"/>
                  <a:pt x="81168" y="162796"/>
                </a:cubicBezTo>
                <a:cubicBezTo>
                  <a:pt x="36342" y="162796"/>
                  <a:pt x="0" y="126350"/>
                  <a:pt x="0" y="81398"/>
                </a:cubicBezTo>
              </a:path>
            </a:pathLst>
          </a:custGeom>
          <a:solidFill xmlns:a="http://schemas.openxmlformats.org/drawingml/2006/main">
            <a:srgbClr val="9FC5E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9DE835-9681-41BE-AA97-9465A083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82" y="2032264"/>
            <a:ext cx="162327" cy="162796"/>
          </a:xfrm>
          <a:custGeom xmlns:a="http://schemas.openxmlformats.org/drawingml/2006/main">
            <a:pathLst>
              <a:path w="162327" h="162796" fill="none">
                <a:moveTo>
                  <a:pt x="0" y="81398"/>
                </a:moveTo>
                <a:lnTo>
                  <a:pt x="0" y="81398"/>
                </a:lnTo>
                <a:cubicBezTo>
                  <a:pt x="0" y="36446"/>
                  <a:pt x="36342" y="0"/>
                  <a:pt x="81168" y="0"/>
                </a:cubicBezTo>
                <a:cubicBezTo>
                  <a:pt x="102689" y="0"/>
                  <a:pt x="123332" y="8585"/>
                  <a:pt x="138552" y="23844"/>
                </a:cubicBezTo>
                <a:cubicBezTo>
                  <a:pt x="153774" y="39104"/>
                  <a:pt x="162327" y="59818"/>
                  <a:pt x="162327" y="81398"/>
                </a:cubicBezTo>
                <a:cubicBezTo>
                  <a:pt x="162327" y="126350"/>
                  <a:pt x="125994" y="162796"/>
                  <a:pt x="81168" y="162796"/>
                </a:cubicBezTo>
                <a:cubicBezTo>
                  <a:pt x="36342" y="162796"/>
                  <a:pt x="0" y="126350"/>
                  <a:pt x="0" y="813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132" cap="flat">
            <a:solidFill>
              <a:srgbClr val="A1E8D9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D1D4B-A00E-4646-A8C1-9F1B4688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05" y="2032244"/>
            <a:ext cx="162318" cy="162796"/>
          </a:xfrm>
          <a:custGeom xmlns:a="http://schemas.openxmlformats.org/drawingml/2006/main">
            <a:pathLst>
              <a:path w="162318" h="162796">
                <a:moveTo>
                  <a:pt x="0" y="81398"/>
                </a:moveTo>
                <a:lnTo>
                  <a:pt x="0" y="81398"/>
                </a:lnTo>
                <a:cubicBezTo>
                  <a:pt x="0" y="36426"/>
                  <a:pt x="36342" y="0"/>
                  <a:pt x="81168" y="0"/>
                </a:cubicBezTo>
                <a:cubicBezTo>
                  <a:pt x="102687" y="0"/>
                  <a:pt x="123332" y="8565"/>
                  <a:pt x="138552" y="23844"/>
                </a:cubicBezTo>
                <a:cubicBezTo>
                  <a:pt x="153774" y="39104"/>
                  <a:pt x="162318" y="59798"/>
                  <a:pt x="162318" y="81398"/>
                </a:cubicBezTo>
                <a:cubicBezTo>
                  <a:pt x="162318" y="126350"/>
                  <a:pt x="125992" y="162796"/>
                  <a:pt x="81168" y="162796"/>
                </a:cubicBezTo>
                <a:cubicBezTo>
                  <a:pt x="36342" y="162796"/>
                  <a:pt x="0" y="126350"/>
                  <a:pt x="0" y="81398"/>
                </a:cubicBezTo>
              </a:path>
            </a:pathLst>
          </a:custGeom>
          <a:solidFill xmlns:a="http://schemas.openxmlformats.org/drawingml/2006/main">
            <a:srgbClr val="F984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804EA-DEE1-4630-A8A4-27F99AC4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05" y="2032244"/>
            <a:ext cx="162318" cy="162776"/>
          </a:xfrm>
          <a:custGeom xmlns:a="http://schemas.openxmlformats.org/drawingml/2006/main">
            <a:pathLst>
              <a:path w="162318" h="162776" fill="none">
                <a:moveTo>
                  <a:pt x="0" y="81398"/>
                </a:moveTo>
                <a:lnTo>
                  <a:pt x="0" y="81398"/>
                </a:lnTo>
                <a:cubicBezTo>
                  <a:pt x="0" y="36426"/>
                  <a:pt x="36342" y="0"/>
                  <a:pt x="81168" y="0"/>
                </a:cubicBezTo>
                <a:cubicBezTo>
                  <a:pt x="102687" y="0"/>
                  <a:pt x="123332" y="8565"/>
                  <a:pt x="138552" y="23844"/>
                </a:cubicBezTo>
                <a:cubicBezTo>
                  <a:pt x="153774" y="39104"/>
                  <a:pt x="162318" y="59798"/>
                  <a:pt x="162318" y="81398"/>
                </a:cubicBezTo>
                <a:cubicBezTo>
                  <a:pt x="162318" y="126330"/>
                  <a:pt x="125992" y="162776"/>
                  <a:pt x="81168" y="162776"/>
                </a:cubicBezTo>
                <a:cubicBezTo>
                  <a:pt x="36342" y="162776"/>
                  <a:pt x="0" y="126330"/>
                  <a:pt x="0" y="813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132" cap="flat">
            <a:solidFill>
              <a:srgbClr val="A1E8D9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358C5-0FDD-432B-AFEA-0CD8DA49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149" y="1346229"/>
            <a:ext cx="162327" cy="162796"/>
          </a:xfrm>
          <a:custGeom xmlns:a="http://schemas.openxmlformats.org/drawingml/2006/main">
            <a:pathLst>
              <a:path w="162327" h="162796">
                <a:moveTo>
                  <a:pt x="0" y="81398"/>
                </a:moveTo>
                <a:lnTo>
                  <a:pt x="0" y="81398"/>
                </a:lnTo>
                <a:cubicBezTo>
                  <a:pt x="0" y="36446"/>
                  <a:pt x="36342" y="0"/>
                  <a:pt x="81168" y="0"/>
                </a:cubicBezTo>
                <a:cubicBezTo>
                  <a:pt x="102695" y="0"/>
                  <a:pt x="123339" y="8585"/>
                  <a:pt x="138560" y="23844"/>
                </a:cubicBezTo>
                <a:cubicBezTo>
                  <a:pt x="153782" y="39104"/>
                  <a:pt x="162327" y="59818"/>
                  <a:pt x="162327" y="81398"/>
                </a:cubicBezTo>
                <a:cubicBezTo>
                  <a:pt x="162327" y="126350"/>
                  <a:pt x="125992" y="162796"/>
                  <a:pt x="81168" y="162796"/>
                </a:cubicBezTo>
                <a:cubicBezTo>
                  <a:pt x="36342" y="162796"/>
                  <a:pt x="0" y="126350"/>
                  <a:pt x="0" y="81398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4FC25-DB0B-4601-B712-724E7E4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149" y="1346229"/>
            <a:ext cx="162327" cy="162796"/>
          </a:xfrm>
          <a:custGeom xmlns:a="http://schemas.openxmlformats.org/drawingml/2006/main">
            <a:pathLst>
              <a:path w="162327" h="162796" fill="none">
                <a:moveTo>
                  <a:pt x="0" y="81398"/>
                </a:moveTo>
                <a:lnTo>
                  <a:pt x="0" y="81398"/>
                </a:lnTo>
                <a:cubicBezTo>
                  <a:pt x="0" y="36446"/>
                  <a:pt x="36342" y="0"/>
                  <a:pt x="81168" y="0"/>
                </a:cubicBezTo>
                <a:cubicBezTo>
                  <a:pt x="102695" y="0"/>
                  <a:pt x="123339" y="8585"/>
                  <a:pt x="138560" y="23844"/>
                </a:cubicBezTo>
                <a:cubicBezTo>
                  <a:pt x="153782" y="39104"/>
                  <a:pt x="162327" y="59818"/>
                  <a:pt x="162327" y="81398"/>
                </a:cubicBezTo>
                <a:cubicBezTo>
                  <a:pt x="162327" y="126350"/>
                  <a:pt x="125992" y="162796"/>
                  <a:pt x="81168" y="162796"/>
                </a:cubicBezTo>
                <a:cubicBezTo>
                  <a:pt x="36342" y="162796"/>
                  <a:pt x="0" y="126350"/>
                  <a:pt x="0" y="813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132" cap="flat">
            <a:solidFill>
              <a:srgbClr val="A1E8D9"/>
            </a:solidFill>
            <a:round/>
          </a:ln>
        </p:spPr>
      </p:sp>
      <p:pic>
        <p:nvPicPr>
          <p:cNvPr id="3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72922d7ba478b"/>
          <a:stretch xmlns:a="http://schemas.openxmlformats.org/drawingml/2006/main"/>
        </p:blipFill>
        <p:spPr>
          <a:xfrm xmlns:a="http://schemas.openxmlformats.org/drawingml/2006/main">
            <a:off x="837772" y="2077247"/>
            <a:ext cx="1154532" cy="456900"/>
          </a:xfrm>
          <a:prstGeom xmlns:a="http://schemas.openxmlformats.org/drawingml/2006/main" prst="rect">
            <a:avLst/>
          </a:prstGeom>
        </p:spPr>
      </p:pic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205F8-9AAE-4D9D-8401-D7E6127D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54" y="2113721"/>
            <a:ext cx="1051164" cy="354418"/>
          </a:xfrm>
          <a:custGeom xmlns:a="http://schemas.openxmlformats.org/drawingml/2006/main">
            <a:pathLst>
              <a:path w="1051164" h="354418">
                <a:moveTo>
                  <a:pt x="0" y="0"/>
                </a:moveTo>
                <a:cubicBezTo>
                  <a:pt x="525582" y="0"/>
                  <a:pt x="1051164" y="177209"/>
                  <a:pt x="1051164" y="354418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9EE02-8079-47A3-85F4-4B22C67A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63" y="2114272"/>
            <a:ext cx="1000556" cy="353867"/>
          </a:xfrm>
          <a:custGeom xmlns:a="http://schemas.openxmlformats.org/drawingml/2006/main">
            <a:pathLst>
              <a:path w="1000556" h="353867" fill="none">
                <a:moveTo>
                  <a:pt x="1000556" y="353867"/>
                </a:moveTo>
                <a:cubicBezTo>
                  <a:pt x="1000556" y="265262"/>
                  <a:pt x="869163" y="176658"/>
                  <a:pt x="672073" y="110204"/>
                </a:cubicBezTo>
                <a:cubicBezTo>
                  <a:pt x="573523" y="76968"/>
                  <a:pt x="458552" y="49284"/>
                  <a:pt x="335368" y="29909"/>
                </a:cubicBezTo>
                <a:cubicBezTo>
                  <a:pt x="273774" y="20222"/>
                  <a:pt x="210129" y="12602"/>
                  <a:pt x="145459" y="7403"/>
                </a:cubicBezTo>
                <a:cubicBezTo>
                  <a:pt x="113126" y="4824"/>
                  <a:pt x="80538" y="2816"/>
                  <a:pt x="47811" y="1477"/>
                </a:cubicBezTo>
                <a:cubicBezTo>
                  <a:pt x="39634" y="1142"/>
                  <a:pt x="31443" y="847"/>
                  <a:pt x="23252" y="610"/>
                </a:cubicBezTo>
                <a:cubicBezTo>
                  <a:pt x="19152" y="473"/>
                  <a:pt x="15053" y="354"/>
                  <a:pt x="10953" y="256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9FC5E8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3224F-7558-4A0B-B1A9-7E611012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44" y="2097831"/>
            <a:ext cx="45803" cy="33217"/>
          </a:xfrm>
          <a:custGeom xmlns:a="http://schemas.openxmlformats.org/drawingml/2006/main">
            <a:pathLst>
              <a:path w="45803" h="33217">
                <a:moveTo>
                  <a:pt x="29019" y="16441"/>
                </a:moveTo>
                <a:lnTo>
                  <a:pt x="45448" y="33217"/>
                </a:lnTo>
                <a:lnTo>
                  <a:pt x="0" y="16126"/>
                </a:lnTo>
                <a:lnTo>
                  <a:pt x="45803" y="0"/>
                </a:lnTo>
                <a:lnTo>
                  <a:pt x="29019" y="16441"/>
                </a:lnTo>
                <a:close/>
              </a:path>
            </a:pathLst>
          </a:custGeom>
          <a:solidFill xmlns:a="http://schemas.openxmlformats.org/drawingml/2006/main">
            <a:srgbClr val="9FC5E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AC486-FF2F-4701-9C59-97348655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44" y="2097831"/>
            <a:ext cx="45803" cy="33217"/>
          </a:xfrm>
          <a:custGeom xmlns:a="http://schemas.openxmlformats.org/drawingml/2006/main">
            <a:pathLst>
              <a:path w="45803" h="33217" fill="none">
                <a:moveTo>
                  <a:pt x="29019" y="16441"/>
                </a:moveTo>
                <a:lnTo>
                  <a:pt x="45803" y="0"/>
                </a:lnTo>
                <a:lnTo>
                  <a:pt x="0" y="16126"/>
                </a:lnTo>
                <a:lnTo>
                  <a:pt x="45448" y="33217"/>
                </a:lnTo>
                <a:lnTo>
                  <a:pt x="29019" y="164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9FC5E8"/>
            </a:solidFill>
            <a:miter/>
          </a:ln>
        </p:spPr>
      </p:sp>
      <p:pic>
        <p:nvPicPr>
          <p:cNvPr id="3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ccba07f884403"/>
          <a:stretch xmlns:a="http://schemas.openxmlformats.org/drawingml/2006/main"/>
        </p:blipFill>
        <p:spPr>
          <a:xfrm xmlns:a="http://schemas.openxmlformats.org/drawingml/2006/main">
            <a:off x="417397" y="1473054"/>
            <a:ext cx="773604" cy="1033104"/>
          </a:xfrm>
          <a:prstGeom xmlns:a="http://schemas.openxmlformats.org/drawingml/2006/main" prst="rect">
            <a:avLst/>
          </a:prstGeom>
        </p:spPr>
      </p:pic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3B5E2-9D30-435C-B8D5-ECDCC5B2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3" y="1509025"/>
            <a:ext cx="670234" cy="931627"/>
          </a:xfrm>
          <a:custGeom xmlns:a="http://schemas.openxmlformats.org/drawingml/2006/main">
            <a:pathLst>
              <a:path w="670234" h="931627">
                <a:moveTo>
                  <a:pt x="0" y="931627"/>
                </a:moveTo>
                <a:cubicBezTo>
                  <a:pt x="0" y="698715"/>
                  <a:pt x="167557" y="582250"/>
                  <a:pt x="335114" y="465804"/>
                </a:cubicBezTo>
                <a:cubicBezTo>
                  <a:pt x="502677" y="349358"/>
                  <a:pt x="670234" y="232912"/>
                  <a:pt x="670234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132A2-A5A7-46C8-8BCB-810673BF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3" y="1559549"/>
            <a:ext cx="667466" cy="881103"/>
          </a:xfrm>
          <a:custGeom xmlns:a="http://schemas.openxmlformats.org/drawingml/2006/main">
            <a:pathLst>
              <a:path w="667466" h="881103" fill="none">
                <a:moveTo>
                  <a:pt x="0" y="881103"/>
                </a:moveTo>
                <a:cubicBezTo>
                  <a:pt x="0" y="648191"/>
                  <a:pt x="167557" y="531725"/>
                  <a:pt x="335114" y="415279"/>
                </a:cubicBezTo>
                <a:cubicBezTo>
                  <a:pt x="418895" y="357056"/>
                  <a:pt x="502677" y="298833"/>
                  <a:pt x="565507" y="226040"/>
                </a:cubicBezTo>
                <a:cubicBezTo>
                  <a:pt x="596927" y="189653"/>
                  <a:pt x="623108" y="149623"/>
                  <a:pt x="641438" y="104140"/>
                </a:cubicBezTo>
                <a:cubicBezTo>
                  <a:pt x="650597" y="81398"/>
                  <a:pt x="657796" y="57278"/>
                  <a:pt x="662705" y="31583"/>
                </a:cubicBezTo>
                <a:cubicBezTo>
                  <a:pt x="663935" y="25144"/>
                  <a:pt x="665018" y="18627"/>
                  <a:pt x="665949" y="11991"/>
                </a:cubicBezTo>
                <a:cubicBezTo>
                  <a:pt x="666418" y="8683"/>
                  <a:pt x="666849" y="5356"/>
                  <a:pt x="667241" y="1989"/>
                </a:cubicBezTo>
                <a:lnTo>
                  <a:pt x="6674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FFFE01"/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74AFF-615B-4E53-BF87-F533C4C5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58" y="1530585"/>
            <a:ext cx="33164" cy="46468"/>
          </a:xfrm>
          <a:custGeom xmlns:a="http://schemas.openxmlformats.org/drawingml/2006/main">
            <a:pathLst>
              <a:path w="33164" h="46468">
                <a:moveTo>
                  <a:pt x="17491" y="28964"/>
                </a:moveTo>
                <a:lnTo>
                  <a:pt x="0" y="44637"/>
                </a:lnTo>
                <a:lnTo>
                  <a:pt x="19074" y="0"/>
                </a:lnTo>
                <a:lnTo>
                  <a:pt x="33164" y="46468"/>
                </a:lnTo>
                <a:lnTo>
                  <a:pt x="17491" y="28964"/>
                </a:lnTo>
                <a:close/>
              </a:path>
            </a:pathLst>
          </a:custGeom>
          <a:solidFill xmlns:a="http://schemas.openxmlformats.org/drawingml/2006/main">
            <a:srgbClr val="FFFE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DBDB9-19FF-4374-B46B-8B82A00B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58" y="1530585"/>
            <a:ext cx="33164" cy="46468"/>
          </a:xfrm>
          <a:custGeom xmlns:a="http://schemas.openxmlformats.org/drawingml/2006/main">
            <a:pathLst>
              <a:path w="33164" h="46468" fill="none">
                <a:moveTo>
                  <a:pt x="17491" y="28964"/>
                </a:moveTo>
                <a:lnTo>
                  <a:pt x="33164" y="46468"/>
                </a:lnTo>
                <a:lnTo>
                  <a:pt x="19074" y="0"/>
                </a:lnTo>
                <a:lnTo>
                  <a:pt x="0" y="44637"/>
                </a:lnTo>
                <a:lnTo>
                  <a:pt x="17491" y="289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FFFE01"/>
            </a:solidFill>
            <a:miter/>
          </a:ln>
        </p:spPr>
      </p:sp>
      <p:pic>
        <p:nvPicPr>
          <p:cNvPr id="4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4e58bd1ba4db4"/>
          <a:stretch xmlns:a="http://schemas.openxmlformats.org/drawingml/2006/main"/>
        </p:blipFill>
        <p:spPr>
          <a:xfrm xmlns:a="http://schemas.openxmlformats.org/drawingml/2006/main">
            <a:off x="1905299" y="2076585"/>
            <a:ext cx="1145942" cy="465233"/>
          </a:xfrm>
          <a:prstGeom xmlns:a="http://schemas.openxmlformats.org/drawingml/2006/main" prst="rect">
            <a:avLst/>
          </a:prstGeom>
        </p:spPr>
      </p:pic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9194BD-8775-410D-A272-96F0008E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400" y="2113505"/>
            <a:ext cx="1043722" cy="361861"/>
          </a:xfrm>
          <a:custGeom xmlns:a="http://schemas.openxmlformats.org/drawingml/2006/main">
            <a:pathLst>
              <a:path w="1043722" h="361861">
                <a:moveTo>
                  <a:pt x="0" y="0"/>
                </a:moveTo>
                <a:cubicBezTo>
                  <a:pt x="521861" y="0"/>
                  <a:pt x="1043722" y="180930"/>
                  <a:pt x="1043722" y="361861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B2671-63F9-4A8D-9FC2-D607934C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22" y="2114076"/>
            <a:ext cx="993099" cy="361290"/>
          </a:xfrm>
          <a:custGeom xmlns:a="http://schemas.openxmlformats.org/drawingml/2006/main">
            <a:pathLst>
              <a:path w="993099" h="361290" fill="none">
                <a:moveTo>
                  <a:pt x="993099" y="361290"/>
                </a:moveTo>
                <a:cubicBezTo>
                  <a:pt x="993099" y="270834"/>
                  <a:pt x="862634" y="180359"/>
                  <a:pt x="666936" y="112508"/>
                </a:cubicBezTo>
                <a:cubicBezTo>
                  <a:pt x="569097" y="78582"/>
                  <a:pt x="454935" y="50327"/>
                  <a:pt x="332621" y="30539"/>
                </a:cubicBezTo>
                <a:cubicBezTo>
                  <a:pt x="271465" y="20635"/>
                  <a:pt x="208280" y="12857"/>
                  <a:pt x="144071" y="7561"/>
                </a:cubicBezTo>
                <a:cubicBezTo>
                  <a:pt x="111957" y="4922"/>
                  <a:pt x="79606" y="2875"/>
                  <a:pt x="47118" y="1496"/>
                </a:cubicBezTo>
                <a:cubicBezTo>
                  <a:pt x="38986" y="1162"/>
                  <a:pt x="30854" y="866"/>
                  <a:pt x="22722" y="610"/>
                </a:cubicBezTo>
                <a:cubicBezTo>
                  <a:pt x="18646" y="473"/>
                  <a:pt x="14590" y="354"/>
                  <a:pt x="10514" y="256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F9831B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D079F-A06F-44EC-9FB8-0E408CD2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000" y="2097654"/>
            <a:ext cx="45799" cy="33217"/>
          </a:xfrm>
          <a:custGeom xmlns:a="http://schemas.openxmlformats.org/drawingml/2006/main">
            <a:pathLst>
              <a:path w="45799" h="33217">
                <a:moveTo>
                  <a:pt x="29023" y="16421"/>
                </a:moveTo>
                <a:lnTo>
                  <a:pt x="45444" y="33217"/>
                </a:lnTo>
                <a:lnTo>
                  <a:pt x="0" y="16106"/>
                </a:lnTo>
                <a:lnTo>
                  <a:pt x="45799" y="0"/>
                </a:lnTo>
                <a:lnTo>
                  <a:pt x="29023" y="16421"/>
                </a:lnTo>
                <a:close/>
              </a:path>
            </a:pathLst>
          </a:custGeom>
          <a:solidFill xmlns:a="http://schemas.openxmlformats.org/drawingml/2006/main">
            <a:srgbClr val="F9831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DC262-A751-4272-9FE4-18956013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000" y="2097654"/>
            <a:ext cx="45799" cy="33217"/>
          </a:xfrm>
          <a:custGeom xmlns:a="http://schemas.openxmlformats.org/drawingml/2006/main">
            <a:pathLst>
              <a:path w="45799" h="33217" fill="none">
                <a:moveTo>
                  <a:pt x="29023" y="16421"/>
                </a:moveTo>
                <a:lnTo>
                  <a:pt x="45799" y="0"/>
                </a:lnTo>
                <a:lnTo>
                  <a:pt x="0" y="16106"/>
                </a:lnTo>
                <a:lnTo>
                  <a:pt x="45444" y="33217"/>
                </a:lnTo>
                <a:lnTo>
                  <a:pt x="29023" y="164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F9831B"/>
            </a:solidFill>
            <a:miter/>
          </a:ln>
        </p:spPr>
      </p:sp>
      <p:pic>
        <p:nvPicPr>
          <p:cNvPr id="4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4c3faf2de45d2"/>
          <a:stretch xmlns:a="http://schemas.openxmlformats.org/drawingml/2006/main"/>
        </p:blipFill>
        <p:spPr>
          <a:xfrm xmlns:a="http://schemas.openxmlformats.org/drawingml/2006/main">
            <a:off x="4018095" y="2098524"/>
            <a:ext cx="143431" cy="449418"/>
          </a:xfrm>
          <a:prstGeom xmlns:a="http://schemas.openxmlformats.org/drawingml/2006/main" prst="rect">
            <a:avLst/>
          </a:prstGeom>
        </p:spPr>
      </p:pic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6706A-EBCA-4C0A-A660-6BF102E4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578" y="2135439"/>
            <a:ext cx="40463" cy="346050"/>
          </a:xfrm>
          <a:custGeom xmlns:a="http://schemas.openxmlformats.org/drawingml/2006/main">
            <a:pathLst>
              <a:path w="40463" h="346050">
                <a:moveTo>
                  <a:pt x="0" y="0"/>
                </a:moveTo>
                <a:cubicBezTo>
                  <a:pt x="0" y="86498"/>
                  <a:pt x="10121" y="129756"/>
                  <a:pt x="20241" y="173015"/>
                </a:cubicBezTo>
                <a:cubicBezTo>
                  <a:pt x="30342" y="216274"/>
                  <a:pt x="40463" y="259532"/>
                  <a:pt x="40463" y="34605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4C67D-EC41-44FA-A63A-CCD46CAA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897" y="2186022"/>
            <a:ext cx="39144" cy="295466"/>
          </a:xfrm>
          <a:custGeom xmlns:a="http://schemas.openxmlformats.org/drawingml/2006/main">
            <a:pathLst>
              <a:path w="39144" h="295466" fill="none">
                <a:moveTo>
                  <a:pt x="39144" y="295466"/>
                </a:moveTo>
                <a:cubicBezTo>
                  <a:pt x="39144" y="208949"/>
                  <a:pt x="29023" y="165690"/>
                  <a:pt x="18902" y="122432"/>
                </a:cubicBezTo>
                <a:cubicBezTo>
                  <a:pt x="13862" y="100812"/>
                  <a:pt x="8801" y="79173"/>
                  <a:pt x="5001" y="52139"/>
                </a:cubicBezTo>
                <a:cubicBezTo>
                  <a:pt x="3111" y="38632"/>
                  <a:pt x="1536" y="23746"/>
                  <a:pt x="413" y="6852"/>
                </a:cubicBezTo>
                <a:cubicBezTo>
                  <a:pt x="276" y="4745"/>
                  <a:pt x="158" y="2599"/>
                  <a:pt x="20" y="433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FB67A6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3B2CD-92C8-4525-A525-0A25349A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732" y="2157019"/>
            <a:ext cx="33217" cy="46035"/>
          </a:xfrm>
          <a:custGeom xmlns:a="http://schemas.openxmlformats.org/drawingml/2006/main">
            <a:pathLst>
              <a:path w="33217" h="46035">
                <a:moveTo>
                  <a:pt x="16165" y="29003"/>
                </a:moveTo>
                <a:lnTo>
                  <a:pt x="0" y="46035"/>
                </a:lnTo>
                <a:lnTo>
                  <a:pt x="15417" y="0"/>
                </a:lnTo>
                <a:lnTo>
                  <a:pt x="33217" y="45169"/>
                </a:lnTo>
                <a:lnTo>
                  <a:pt x="16165" y="29003"/>
                </a:lnTo>
                <a:close/>
              </a:path>
            </a:pathLst>
          </a:custGeom>
          <a:solidFill xmlns:a="http://schemas.openxmlformats.org/drawingml/2006/main">
            <a:srgbClr val="FB67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1727F-62D0-445F-9AD2-5C119901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732" y="2157019"/>
            <a:ext cx="33217" cy="46035"/>
          </a:xfrm>
          <a:custGeom xmlns:a="http://schemas.openxmlformats.org/drawingml/2006/main">
            <a:pathLst>
              <a:path w="33217" h="46035" fill="none">
                <a:moveTo>
                  <a:pt x="16165" y="29003"/>
                </a:moveTo>
                <a:lnTo>
                  <a:pt x="33217" y="45169"/>
                </a:lnTo>
                <a:lnTo>
                  <a:pt x="15417" y="0"/>
                </a:lnTo>
                <a:lnTo>
                  <a:pt x="0" y="46035"/>
                </a:lnTo>
                <a:lnTo>
                  <a:pt x="16165" y="290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FB67A6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8A405-AF63-4F7D-8978-D53F8FB7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48" y="3204699"/>
            <a:ext cx="93948" cy="94413"/>
          </a:xfrm>
          <a:custGeom xmlns:a="http://schemas.openxmlformats.org/drawingml/2006/main">
            <a:pathLst>
              <a:path w="93948" h="94413">
                <a:moveTo>
                  <a:pt x="0" y="47216"/>
                </a:moveTo>
                <a:lnTo>
                  <a:pt x="0" y="47216"/>
                </a:lnTo>
                <a:cubicBezTo>
                  <a:pt x="0" y="21147"/>
                  <a:pt x="21027" y="0"/>
                  <a:pt x="46978" y="0"/>
                </a:cubicBezTo>
                <a:cubicBezTo>
                  <a:pt x="59438" y="0"/>
                  <a:pt x="71382" y="4982"/>
                  <a:pt x="80189" y="13822"/>
                </a:cubicBezTo>
                <a:cubicBezTo>
                  <a:pt x="89004" y="22683"/>
                  <a:pt x="93948" y="34694"/>
                  <a:pt x="93948" y="47216"/>
                </a:cubicBezTo>
                <a:cubicBezTo>
                  <a:pt x="93948" y="73286"/>
                  <a:pt x="72922" y="94413"/>
                  <a:pt x="46978" y="94413"/>
                </a:cubicBezTo>
                <a:cubicBezTo>
                  <a:pt x="21027" y="94413"/>
                  <a:pt x="0" y="73286"/>
                  <a:pt x="0" y="47216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6EFA4A-071C-435B-AC6B-3FB8B6B5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48" y="3204699"/>
            <a:ext cx="93948" cy="94413"/>
          </a:xfrm>
          <a:custGeom xmlns:a="http://schemas.openxmlformats.org/drawingml/2006/main">
            <a:pathLst>
              <a:path w="93948" h="94413" fill="none">
                <a:moveTo>
                  <a:pt x="0" y="47216"/>
                </a:moveTo>
                <a:lnTo>
                  <a:pt x="0" y="47216"/>
                </a:lnTo>
                <a:cubicBezTo>
                  <a:pt x="0" y="21147"/>
                  <a:pt x="21027" y="0"/>
                  <a:pt x="46978" y="0"/>
                </a:cubicBezTo>
                <a:cubicBezTo>
                  <a:pt x="59438" y="0"/>
                  <a:pt x="71382" y="4962"/>
                  <a:pt x="80189" y="13822"/>
                </a:cubicBezTo>
                <a:cubicBezTo>
                  <a:pt x="89004" y="22683"/>
                  <a:pt x="93948" y="34694"/>
                  <a:pt x="93948" y="47216"/>
                </a:cubicBezTo>
                <a:cubicBezTo>
                  <a:pt x="93948" y="73286"/>
                  <a:pt x="72922" y="94413"/>
                  <a:pt x="46978" y="94413"/>
                </a:cubicBezTo>
                <a:cubicBezTo>
                  <a:pt x="21027" y="94413"/>
                  <a:pt x="0" y="73286"/>
                  <a:pt x="0" y="472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132" cap="flat">
            <a:solidFill>
              <a:srgbClr val="A1E8D9"/>
            </a:solidFill>
            <a:round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8AD95-3826-423E-BA46-2461AFDD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82" y="2484364"/>
            <a:ext cx="1006516" cy="347448"/>
          </a:xfrm>
          <a:custGeom xmlns:a="http://schemas.openxmlformats.org/drawingml/2006/main">
            <a:pathLst>
              <a:path w="1006516" h="347448">
                <a:moveTo>
                  <a:pt x="0" y="57908"/>
                </a:moveTo>
                <a:lnTo>
                  <a:pt x="0" y="57908"/>
                </a:lnTo>
                <a:cubicBezTo>
                  <a:pt x="0" y="25932"/>
                  <a:pt x="25928" y="0"/>
                  <a:pt x="57908" y="0"/>
                </a:cubicBezTo>
                <a:lnTo>
                  <a:pt x="948608" y="0"/>
                </a:lnTo>
                <a:cubicBezTo>
                  <a:pt x="963966" y="0"/>
                  <a:pt x="978694" y="6104"/>
                  <a:pt x="989543" y="16953"/>
                </a:cubicBezTo>
                <a:cubicBezTo>
                  <a:pt x="1000412" y="27822"/>
                  <a:pt x="1006516" y="42550"/>
                  <a:pt x="1006516" y="57908"/>
                </a:cubicBezTo>
                <a:lnTo>
                  <a:pt x="1006516" y="289540"/>
                </a:lnTo>
                <a:cubicBezTo>
                  <a:pt x="1006516" y="321516"/>
                  <a:pt x="980584" y="347448"/>
                  <a:pt x="948608" y="347448"/>
                </a:cubicBezTo>
                <a:lnTo>
                  <a:pt x="57908" y="347448"/>
                </a:lnTo>
                <a:cubicBezTo>
                  <a:pt x="25928" y="347448"/>
                  <a:pt x="0" y="321516"/>
                  <a:pt x="0" y="28954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2DF8E-1A52-4A4C-BA03-903D5580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507" y="2490605"/>
            <a:ext cx="1006527" cy="347448"/>
          </a:xfrm>
          <a:custGeom xmlns:a="http://schemas.openxmlformats.org/drawingml/2006/main">
            <a:pathLst>
              <a:path w="1006527" h="347448">
                <a:moveTo>
                  <a:pt x="0" y="57908"/>
                </a:moveTo>
                <a:lnTo>
                  <a:pt x="0" y="57908"/>
                </a:lnTo>
                <a:cubicBezTo>
                  <a:pt x="0" y="25932"/>
                  <a:pt x="25932" y="0"/>
                  <a:pt x="57908" y="0"/>
                </a:cubicBezTo>
                <a:lnTo>
                  <a:pt x="948600" y="0"/>
                </a:lnTo>
                <a:cubicBezTo>
                  <a:pt x="963958" y="0"/>
                  <a:pt x="978686" y="6104"/>
                  <a:pt x="989555" y="16953"/>
                </a:cubicBezTo>
                <a:cubicBezTo>
                  <a:pt x="1000404" y="27822"/>
                  <a:pt x="1006527" y="42550"/>
                  <a:pt x="1006527" y="57908"/>
                </a:cubicBezTo>
                <a:lnTo>
                  <a:pt x="1006527" y="289540"/>
                </a:lnTo>
                <a:cubicBezTo>
                  <a:pt x="1006527" y="321516"/>
                  <a:pt x="980596" y="347448"/>
                  <a:pt x="948600" y="347448"/>
                </a:cubicBezTo>
                <a:lnTo>
                  <a:pt x="57908" y="347448"/>
                </a:lnTo>
                <a:cubicBezTo>
                  <a:pt x="25932" y="347448"/>
                  <a:pt x="0" y="321516"/>
                  <a:pt x="0" y="28954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0DCD5-A070-4882-B0AB-A51400E9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455" y="2492988"/>
            <a:ext cx="1006508" cy="347448"/>
          </a:xfrm>
          <a:custGeom xmlns:a="http://schemas.openxmlformats.org/drawingml/2006/main">
            <a:pathLst>
              <a:path w="1006508" h="347448">
                <a:moveTo>
                  <a:pt x="0" y="57908"/>
                </a:moveTo>
                <a:lnTo>
                  <a:pt x="0" y="57908"/>
                </a:lnTo>
                <a:cubicBezTo>
                  <a:pt x="0" y="25932"/>
                  <a:pt x="25912" y="0"/>
                  <a:pt x="57908" y="0"/>
                </a:cubicBezTo>
                <a:lnTo>
                  <a:pt x="948600" y="0"/>
                </a:lnTo>
                <a:cubicBezTo>
                  <a:pt x="963958" y="0"/>
                  <a:pt x="978686" y="6104"/>
                  <a:pt x="989555" y="16973"/>
                </a:cubicBezTo>
                <a:cubicBezTo>
                  <a:pt x="1000404" y="27822"/>
                  <a:pt x="1006508" y="42550"/>
                  <a:pt x="1006508" y="57908"/>
                </a:cubicBezTo>
                <a:lnTo>
                  <a:pt x="1006508" y="289540"/>
                </a:lnTo>
                <a:cubicBezTo>
                  <a:pt x="1006508" y="321516"/>
                  <a:pt x="980576" y="347448"/>
                  <a:pt x="948600" y="347448"/>
                </a:cubicBezTo>
                <a:lnTo>
                  <a:pt x="57908" y="347448"/>
                </a:lnTo>
                <a:cubicBezTo>
                  <a:pt x="25912" y="347448"/>
                  <a:pt x="0" y="321516"/>
                  <a:pt x="0" y="28954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9AE7B-7AB5-45DA-9908-C64F5868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274" y="2345296"/>
            <a:ext cx="589127" cy="572560"/>
          </a:xfrm>
          <a:custGeom xmlns:a="http://schemas.openxmlformats.org/drawingml/2006/main">
            <a:pathLst>
              <a:path w="589127" h="572560">
                <a:moveTo>
                  <a:pt x="0" y="572560"/>
                </a:moveTo>
                <a:lnTo>
                  <a:pt x="0" y="0"/>
                </a:lnTo>
                <a:lnTo>
                  <a:pt x="589127" y="0"/>
                </a:lnTo>
                <a:lnTo>
                  <a:pt x="589127" y="572560"/>
                </a:lnTo>
                <a:lnTo>
                  <a:pt x="0" y="57256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t">
            <a:extLst xmlns:a="http://schemas.openxmlformats.org/drawingml/2006/main">
              <a:ext uri="{FF2B5EF4-FFF2-40B4-BE49-F238E27FC236}">
                <a16:creationId xmlns:a16="http://schemas.microsoft.com/office/drawing/2014/main" id="{7346AF1D-74E3-4ED9-8E90-C2C74258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380" y="2553572"/>
            <a:ext cx="79389" cy="154056"/>
          </a:xfrm>
          <a:custGeom xmlns:a="http://schemas.openxmlformats.org/drawingml/2006/main">
            <a:pathLst>
              <a:path w="79389" h="154056">
                <a:moveTo>
                  <a:pt x="46072" y="0"/>
                </a:moveTo>
                <a:lnTo>
                  <a:pt x="41822" y="33317"/>
                </a:lnTo>
                <a:lnTo>
                  <a:pt x="79389" y="33317"/>
                </a:lnTo>
                <a:lnTo>
                  <a:pt x="78679" y="42294"/>
                </a:lnTo>
                <a:lnTo>
                  <a:pt x="40877" y="42766"/>
                </a:lnTo>
                <a:cubicBezTo>
                  <a:pt x="40245" y="49383"/>
                  <a:pt x="39495" y="56197"/>
                  <a:pt x="38627" y="63209"/>
                </a:cubicBezTo>
                <a:cubicBezTo>
                  <a:pt x="37762" y="70217"/>
                  <a:pt x="37015" y="77188"/>
                  <a:pt x="36385" y="84119"/>
                </a:cubicBezTo>
                <a:cubicBezTo>
                  <a:pt x="35755" y="91049"/>
                  <a:pt x="35204" y="97703"/>
                  <a:pt x="34730" y="104082"/>
                </a:cubicBezTo>
                <a:cubicBezTo>
                  <a:pt x="34259" y="110461"/>
                  <a:pt x="34023" y="116250"/>
                  <a:pt x="34023" y="121449"/>
                </a:cubicBezTo>
                <a:cubicBezTo>
                  <a:pt x="34023" y="124441"/>
                  <a:pt x="34221" y="127553"/>
                  <a:pt x="34615" y="130783"/>
                </a:cubicBezTo>
                <a:cubicBezTo>
                  <a:pt x="35009" y="134011"/>
                  <a:pt x="35993" y="136689"/>
                  <a:pt x="37568" y="138816"/>
                </a:cubicBezTo>
                <a:cubicBezTo>
                  <a:pt x="39142" y="140943"/>
                  <a:pt x="41662" y="142007"/>
                  <a:pt x="45128" y="142007"/>
                </a:cubicBezTo>
                <a:cubicBezTo>
                  <a:pt x="46705" y="142007"/>
                  <a:pt x="48635" y="141692"/>
                  <a:pt x="50918" y="141062"/>
                </a:cubicBezTo>
                <a:cubicBezTo>
                  <a:pt x="53201" y="140430"/>
                  <a:pt x="55760" y="138932"/>
                  <a:pt x="58594" y="136570"/>
                </a:cubicBezTo>
                <a:cubicBezTo>
                  <a:pt x="61430" y="134207"/>
                  <a:pt x="64345" y="130506"/>
                  <a:pt x="67340" y="125465"/>
                </a:cubicBezTo>
                <a:lnTo>
                  <a:pt x="73480" y="129482"/>
                </a:lnTo>
                <a:cubicBezTo>
                  <a:pt x="68913" y="137514"/>
                  <a:pt x="63991" y="143618"/>
                  <a:pt x="58713" y="147793"/>
                </a:cubicBezTo>
                <a:cubicBezTo>
                  <a:pt x="53437" y="151968"/>
                  <a:pt x="47018" y="154056"/>
                  <a:pt x="39457" y="154056"/>
                </a:cubicBezTo>
                <a:cubicBezTo>
                  <a:pt x="33313" y="154056"/>
                  <a:pt x="28469" y="152757"/>
                  <a:pt x="24924" y="150158"/>
                </a:cubicBezTo>
                <a:cubicBezTo>
                  <a:pt x="21381" y="147558"/>
                  <a:pt x="18822" y="144131"/>
                  <a:pt x="17248" y="139879"/>
                </a:cubicBezTo>
                <a:cubicBezTo>
                  <a:pt x="15674" y="135625"/>
                  <a:pt x="14886" y="131057"/>
                  <a:pt x="14886" y="126176"/>
                </a:cubicBezTo>
                <a:cubicBezTo>
                  <a:pt x="14886" y="120188"/>
                  <a:pt x="15122" y="112903"/>
                  <a:pt x="15593" y="104320"/>
                </a:cubicBezTo>
                <a:cubicBezTo>
                  <a:pt x="16067" y="95735"/>
                  <a:pt x="16776" y="86205"/>
                  <a:pt x="17720" y="75730"/>
                </a:cubicBezTo>
                <a:cubicBezTo>
                  <a:pt x="18665" y="65255"/>
                  <a:pt x="19767" y="54347"/>
                  <a:pt x="21026" y="43004"/>
                </a:cubicBezTo>
                <a:lnTo>
                  <a:pt x="0" y="43242"/>
                </a:lnTo>
                <a:lnTo>
                  <a:pt x="707" y="33317"/>
                </a:lnTo>
                <a:cubicBezTo>
                  <a:pt x="11576" y="33317"/>
                  <a:pt x="19609" y="30403"/>
                  <a:pt x="24808" y="24574"/>
                </a:cubicBezTo>
                <a:cubicBezTo>
                  <a:pt x="30007" y="18745"/>
                  <a:pt x="34103" y="10554"/>
                  <a:pt x="37095" y="0"/>
                </a:cubicBezTo>
                <a:lnTo>
                  <a:pt x="460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995E9-1444-4578-B555-DA78FB6A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374" y="2468147"/>
            <a:ext cx="532489" cy="453490"/>
          </a:xfrm>
          <a:custGeom xmlns:a="http://schemas.openxmlformats.org/drawingml/2006/main">
            <a:pathLst>
              <a:path w="532489" h="453490">
                <a:moveTo>
                  <a:pt x="0" y="453490"/>
                </a:moveTo>
                <a:lnTo>
                  <a:pt x="0" y="0"/>
                </a:lnTo>
                <a:lnTo>
                  <a:pt x="532489" y="0"/>
                </a:lnTo>
                <a:lnTo>
                  <a:pt x="532489" y="453490"/>
                </a:lnTo>
                <a:lnTo>
                  <a:pt x="0" y="45349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src">
            <a:extLst xmlns:a="http://schemas.openxmlformats.org/drawingml/2006/main">
              <a:ext uri="{FF2B5EF4-FFF2-40B4-BE49-F238E27FC236}">
                <a16:creationId xmlns:a16="http://schemas.microsoft.com/office/drawing/2014/main" id="{50F26041-5ADC-424B-832F-2F2B7767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970" y="2660863"/>
            <a:ext cx="187585" cy="74704"/>
          </a:xfrm>
          <a:custGeom xmlns:a="http://schemas.openxmlformats.org/drawingml/2006/main">
            <a:pathLst>
              <a:path w="187585" h="74704">
                <a:moveTo>
                  <a:pt x="28116" y="74704"/>
                </a:moveTo>
                <a:cubicBezTo>
                  <a:pt x="22971" y="74704"/>
                  <a:pt x="18468" y="73855"/>
                  <a:pt x="14608" y="72156"/>
                </a:cubicBezTo>
                <a:cubicBezTo>
                  <a:pt x="10750" y="70455"/>
                  <a:pt x="7603" y="68134"/>
                  <a:pt x="5167" y="65194"/>
                </a:cubicBezTo>
                <a:cubicBezTo>
                  <a:pt x="2733" y="62253"/>
                  <a:pt x="1011" y="58991"/>
                  <a:pt x="0" y="55408"/>
                </a:cubicBezTo>
                <a:lnTo>
                  <a:pt x="11163" y="50996"/>
                </a:lnTo>
                <a:cubicBezTo>
                  <a:pt x="11807" y="53845"/>
                  <a:pt x="13025" y="56281"/>
                  <a:pt x="14816" y="58302"/>
                </a:cubicBezTo>
                <a:cubicBezTo>
                  <a:pt x="16608" y="60324"/>
                  <a:pt x="18767" y="61840"/>
                  <a:pt x="21294" y="62851"/>
                </a:cubicBezTo>
                <a:cubicBezTo>
                  <a:pt x="23820" y="63861"/>
                  <a:pt x="26462" y="64366"/>
                  <a:pt x="29218" y="64366"/>
                </a:cubicBezTo>
                <a:cubicBezTo>
                  <a:pt x="33722" y="64366"/>
                  <a:pt x="37421" y="63309"/>
                  <a:pt x="40314" y="61196"/>
                </a:cubicBezTo>
                <a:cubicBezTo>
                  <a:pt x="43208" y="59083"/>
                  <a:pt x="44655" y="56419"/>
                  <a:pt x="44655" y="53202"/>
                </a:cubicBezTo>
                <a:cubicBezTo>
                  <a:pt x="44655" y="50262"/>
                  <a:pt x="43691" y="47873"/>
                  <a:pt x="41761" y="46035"/>
                </a:cubicBezTo>
                <a:cubicBezTo>
                  <a:pt x="39832" y="44197"/>
                  <a:pt x="36846" y="42772"/>
                  <a:pt x="32802" y="41761"/>
                </a:cubicBezTo>
                <a:lnTo>
                  <a:pt x="25774" y="39972"/>
                </a:lnTo>
                <a:cubicBezTo>
                  <a:pt x="22282" y="39052"/>
                  <a:pt x="19158" y="37765"/>
                  <a:pt x="16400" y="36112"/>
                </a:cubicBezTo>
                <a:cubicBezTo>
                  <a:pt x="13644" y="34458"/>
                  <a:pt x="11484" y="32391"/>
                  <a:pt x="9922" y="29910"/>
                </a:cubicBezTo>
                <a:cubicBezTo>
                  <a:pt x="8361" y="27429"/>
                  <a:pt x="7580" y="24534"/>
                  <a:pt x="7580" y="21227"/>
                </a:cubicBezTo>
                <a:cubicBezTo>
                  <a:pt x="7580" y="17183"/>
                  <a:pt x="8751" y="13576"/>
                  <a:pt x="11094" y="10406"/>
                </a:cubicBezTo>
                <a:cubicBezTo>
                  <a:pt x="13437" y="7236"/>
                  <a:pt x="16699" y="4710"/>
                  <a:pt x="20880" y="2827"/>
                </a:cubicBezTo>
                <a:cubicBezTo>
                  <a:pt x="25061" y="942"/>
                  <a:pt x="29816" y="0"/>
                  <a:pt x="35145" y="0"/>
                </a:cubicBezTo>
                <a:cubicBezTo>
                  <a:pt x="39372" y="0"/>
                  <a:pt x="43255" y="667"/>
                  <a:pt x="46792" y="2000"/>
                </a:cubicBezTo>
                <a:cubicBezTo>
                  <a:pt x="50329" y="3332"/>
                  <a:pt x="53338" y="5193"/>
                  <a:pt x="55819" y="7582"/>
                </a:cubicBezTo>
                <a:cubicBezTo>
                  <a:pt x="58300" y="9969"/>
                  <a:pt x="60047" y="12771"/>
                  <a:pt x="61057" y="15988"/>
                </a:cubicBezTo>
                <a:lnTo>
                  <a:pt x="49894" y="20261"/>
                </a:lnTo>
                <a:cubicBezTo>
                  <a:pt x="48791" y="17321"/>
                  <a:pt x="46906" y="14955"/>
                  <a:pt x="44241" y="13163"/>
                </a:cubicBezTo>
                <a:cubicBezTo>
                  <a:pt x="41577" y="11372"/>
                  <a:pt x="38316" y="10476"/>
                  <a:pt x="34457" y="10476"/>
                </a:cubicBezTo>
                <a:cubicBezTo>
                  <a:pt x="30046" y="10476"/>
                  <a:pt x="26485" y="11395"/>
                  <a:pt x="23774" y="13233"/>
                </a:cubicBezTo>
                <a:cubicBezTo>
                  <a:pt x="21063" y="15069"/>
                  <a:pt x="19708" y="17458"/>
                  <a:pt x="19708" y="20398"/>
                </a:cubicBezTo>
                <a:cubicBezTo>
                  <a:pt x="19708" y="21685"/>
                  <a:pt x="20099" y="22949"/>
                  <a:pt x="20880" y="24190"/>
                </a:cubicBezTo>
                <a:cubicBezTo>
                  <a:pt x="21661" y="25429"/>
                  <a:pt x="22809" y="26532"/>
                  <a:pt x="24325" y="27498"/>
                </a:cubicBezTo>
                <a:cubicBezTo>
                  <a:pt x="25842" y="28463"/>
                  <a:pt x="27703" y="29266"/>
                  <a:pt x="29908" y="29908"/>
                </a:cubicBezTo>
                <a:lnTo>
                  <a:pt x="39004" y="32251"/>
                </a:lnTo>
                <a:cubicBezTo>
                  <a:pt x="42680" y="33171"/>
                  <a:pt x="45827" y="34550"/>
                  <a:pt x="48445" y="36388"/>
                </a:cubicBezTo>
                <a:cubicBezTo>
                  <a:pt x="51064" y="38225"/>
                  <a:pt x="53109" y="40429"/>
                  <a:pt x="54580" y="43002"/>
                </a:cubicBezTo>
                <a:cubicBezTo>
                  <a:pt x="56051" y="45575"/>
                  <a:pt x="56786" y="48516"/>
                  <a:pt x="56786" y="51825"/>
                </a:cubicBezTo>
                <a:cubicBezTo>
                  <a:pt x="56786" y="56327"/>
                  <a:pt x="55660" y="60301"/>
                  <a:pt x="53408" y="63747"/>
                </a:cubicBezTo>
                <a:cubicBezTo>
                  <a:pt x="51157" y="67192"/>
                  <a:pt x="47894" y="69880"/>
                  <a:pt x="43621" y="71811"/>
                </a:cubicBezTo>
                <a:cubicBezTo>
                  <a:pt x="39348" y="73740"/>
                  <a:pt x="34180" y="74704"/>
                  <a:pt x="28116" y="74704"/>
                </a:cubicBezTo>
                <a:close/>
                <a:moveTo>
                  <a:pt x="66434" y="72498"/>
                </a:moveTo>
                <a:lnTo>
                  <a:pt x="78838" y="2206"/>
                </a:lnTo>
                <a:lnTo>
                  <a:pt x="89865" y="2206"/>
                </a:lnTo>
                <a:lnTo>
                  <a:pt x="88073" y="12680"/>
                </a:lnTo>
                <a:lnTo>
                  <a:pt x="88624" y="12680"/>
                </a:lnTo>
                <a:cubicBezTo>
                  <a:pt x="90553" y="8729"/>
                  <a:pt x="93677" y="5651"/>
                  <a:pt x="97995" y="3447"/>
                </a:cubicBezTo>
                <a:cubicBezTo>
                  <a:pt x="102315" y="1242"/>
                  <a:pt x="106726" y="139"/>
                  <a:pt x="111228" y="139"/>
                </a:cubicBezTo>
                <a:cubicBezTo>
                  <a:pt x="113341" y="139"/>
                  <a:pt x="114995" y="254"/>
                  <a:pt x="116189" y="484"/>
                </a:cubicBezTo>
                <a:cubicBezTo>
                  <a:pt x="117384" y="712"/>
                  <a:pt x="118440" y="1056"/>
                  <a:pt x="119359" y="1516"/>
                </a:cubicBezTo>
                <a:lnTo>
                  <a:pt x="117016" y="14335"/>
                </a:lnTo>
                <a:cubicBezTo>
                  <a:pt x="115730" y="13415"/>
                  <a:pt x="114214" y="12795"/>
                  <a:pt x="112467" y="12474"/>
                </a:cubicBezTo>
                <a:cubicBezTo>
                  <a:pt x="110721" y="12152"/>
                  <a:pt x="109067" y="11992"/>
                  <a:pt x="107505" y="11992"/>
                </a:cubicBezTo>
                <a:cubicBezTo>
                  <a:pt x="104107" y="11992"/>
                  <a:pt x="100822" y="12957"/>
                  <a:pt x="97652" y="14886"/>
                </a:cubicBezTo>
                <a:cubicBezTo>
                  <a:pt x="94482" y="16815"/>
                  <a:pt x="91748" y="19388"/>
                  <a:pt x="89450" y="22604"/>
                </a:cubicBezTo>
                <a:cubicBezTo>
                  <a:pt x="87154" y="25821"/>
                  <a:pt x="85684" y="29358"/>
                  <a:pt x="85040" y="33216"/>
                </a:cubicBezTo>
                <a:lnTo>
                  <a:pt x="78148" y="72498"/>
                </a:lnTo>
                <a:lnTo>
                  <a:pt x="66434" y="72498"/>
                </a:lnTo>
                <a:close/>
                <a:moveTo>
                  <a:pt x="149132" y="74704"/>
                </a:moveTo>
                <a:cubicBezTo>
                  <a:pt x="142975" y="74704"/>
                  <a:pt x="137600" y="73211"/>
                  <a:pt x="133005" y="70225"/>
                </a:cubicBezTo>
                <a:cubicBezTo>
                  <a:pt x="128410" y="67238"/>
                  <a:pt x="124850" y="63264"/>
                  <a:pt x="122323" y="58302"/>
                </a:cubicBezTo>
                <a:cubicBezTo>
                  <a:pt x="119797" y="53340"/>
                  <a:pt x="118534" y="48011"/>
                  <a:pt x="118534" y="42315"/>
                </a:cubicBezTo>
                <a:cubicBezTo>
                  <a:pt x="118534" y="36433"/>
                  <a:pt x="119544" y="30942"/>
                  <a:pt x="121564" y="25843"/>
                </a:cubicBezTo>
                <a:cubicBezTo>
                  <a:pt x="123586" y="20744"/>
                  <a:pt x="126412" y="16265"/>
                  <a:pt x="130042" y="12406"/>
                </a:cubicBezTo>
                <a:cubicBezTo>
                  <a:pt x="133672" y="8546"/>
                  <a:pt x="137990" y="5514"/>
                  <a:pt x="142997" y="3308"/>
                </a:cubicBezTo>
                <a:cubicBezTo>
                  <a:pt x="148005" y="1103"/>
                  <a:pt x="153541" y="0"/>
                  <a:pt x="159605" y="0"/>
                </a:cubicBezTo>
                <a:cubicBezTo>
                  <a:pt x="165027" y="0"/>
                  <a:pt x="169645" y="942"/>
                  <a:pt x="173458" y="2827"/>
                </a:cubicBezTo>
                <a:cubicBezTo>
                  <a:pt x="177272" y="4710"/>
                  <a:pt x="180350" y="7144"/>
                  <a:pt x="182693" y="10131"/>
                </a:cubicBezTo>
                <a:cubicBezTo>
                  <a:pt x="185036" y="13117"/>
                  <a:pt x="186666" y="16218"/>
                  <a:pt x="187585" y="19435"/>
                </a:cubicBezTo>
                <a:lnTo>
                  <a:pt x="176697" y="23706"/>
                </a:lnTo>
                <a:cubicBezTo>
                  <a:pt x="175870" y="21042"/>
                  <a:pt x="174629" y="18723"/>
                  <a:pt x="172975" y="16747"/>
                </a:cubicBezTo>
                <a:cubicBezTo>
                  <a:pt x="171322" y="14772"/>
                  <a:pt x="169254" y="13255"/>
                  <a:pt x="166773" y="12198"/>
                </a:cubicBezTo>
                <a:cubicBezTo>
                  <a:pt x="164292" y="11141"/>
                  <a:pt x="161444" y="10612"/>
                  <a:pt x="158228" y="10612"/>
                </a:cubicBezTo>
                <a:cubicBezTo>
                  <a:pt x="153175" y="10612"/>
                  <a:pt x="148534" y="11945"/>
                  <a:pt x="144307" y="14610"/>
                </a:cubicBezTo>
                <a:cubicBezTo>
                  <a:pt x="140080" y="17274"/>
                  <a:pt x="136725" y="20927"/>
                  <a:pt x="134244" y="25567"/>
                </a:cubicBezTo>
                <a:cubicBezTo>
                  <a:pt x="131763" y="30208"/>
                  <a:pt x="130523" y="35514"/>
                  <a:pt x="130523" y="41486"/>
                </a:cubicBezTo>
                <a:cubicBezTo>
                  <a:pt x="130523" y="45622"/>
                  <a:pt x="131351" y="49390"/>
                  <a:pt x="133005" y="52790"/>
                </a:cubicBezTo>
                <a:cubicBezTo>
                  <a:pt x="134659" y="56189"/>
                  <a:pt x="137002" y="58922"/>
                  <a:pt x="140034" y="60990"/>
                </a:cubicBezTo>
                <a:cubicBezTo>
                  <a:pt x="143066" y="63057"/>
                  <a:pt x="146650" y="64090"/>
                  <a:pt x="150785" y="64090"/>
                </a:cubicBezTo>
                <a:cubicBezTo>
                  <a:pt x="154092" y="64090"/>
                  <a:pt x="157101" y="63539"/>
                  <a:pt x="159811" y="62437"/>
                </a:cubicBezTo>
                <a:cubicBezTo>
                  <a:pt x="162523" y="61334"/>
                  <a:pt x="164981" y="59794"/>
                  <a:pt x="167187" y="57819"/>
                </a:cubicBezTo>
                <a:cubicBezTo>
                  <a:pt x="169392" y="55843"/>
                  <a:pt x="171230" y="53477"/>
                  <a:pt x="172699" y="50721"/>
                </a:cubicBezTo>
                <a:lnTo>
                  <a:pt x="182073" y="55270"/>
                </a:lnTo>
                <a:cubicBezTo>
                  <a:pt x="178396" y="61793"/>
                  <a:pt x="173939" y="66664"/>
                  <a:pt x="168701" y="69880"/>
                </a:cubicBezTo>
                <a:cubicBezTo>
                  <a:pt x="163464" y="73096"/>
                  <a:pt x="156941" y="74704"/>
                  <a:pt x="149132" y="747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C8A8E-FB53-4A57-BC23-FE7B0892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785" y="2352522"/>
            <a:ext cx="589127" cy="572560"/>
          </a:xfrm>
          <a:custGeom xmlns:a="http://schemas.openxmlformats.org/drawingml/2006/main">
            <a:pathLst>
              <a:path w="589127" h="572560">
                <a:moveTo>
                  <a:pt x="0" y="572560"/>
                </a:moveTo>
                <a:lnTo>
                  <a:pt x="0" y="0"/>
                </a:lnTo>
                <a:lnTo>
                  <a:pt x="589127" y="0"/>
                </a:lnTo>
                <a:lnTo>
                  <a:pt x="589127" y="572560"/>
                </a:lnTo>
                <a:lnTo>
                  <a:pt x="0" y="57256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t">
            <a:extLst xmlns:a="http://schemas.openxmlformats.org/drawingml/2006/main">
              <a:ext uri="{FF2B5EF4-FFF2-40B4-BE49-F238E27FC236}">
                <a16:creationId xmlns:a16="http://schemas.microsoft.com/office/drawing/2014/main" id="{104B4E15-BA3D-44B5-BE12-6C545790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891" y="2560798"/>
            <a:ext cx="79389" cy="154056"/>
          </a:xfrm>
          <a:custGeom xmlns:a="http://schemas.openxmlformats.org/drawingml/2006/main">
            <a:pathLst>
              <a:path w="79389" h="154056">
                <a:moveTo>
                  <a:pt x="46072" y="0"/>
                </a:moveTo>
                <a:lnTo>
                  <a:pt x="41822" y="33317"/>
                </a:lnTo>
                <a:lnTo>
                  <a:pt x="79389" y="33317"/>
                </a:lnTo>
                <a:lnTo>
                  <a:pt x="78679" y="42294"/>
                </a:lnTo>
                <a:lnTo>
                  <a:pt x="40877" y="42766"/>
                </a:lnTo>
                <a:cubicBezTo>
                  <a:pt x="40245" y="49383"/>
                  <a:pt x="39495" y="56197"/>
                  <a:pt x="38627" y="63209"/>
                </a:cubicBezTo>
                <a:cubicBezTo>
                  <a:pt x="37762" y="70217"/>
                  <a:pt x="37015" y="77188"/>
                  <a:pt x="36385" y="84119"/>
                </a:cubicBezTo>
                <a:cubicBezTo>
                  <a:pt x="35755" y="91049"/>
                  <a:pt x="35204" y="97703"/>
                  <a:pt x="34730" y="104082"/>
                </a:cubicBezTo>
                <a:cubicBezTo>
                  <a:pt x="34259" y="110461"/>
                  <a:pt x="34023" y="116250"/>
                  <a:pt x="34023" y="121449"/>
                </a:cubicBezTo>
                <a:cubicBezTo>
                  <a:pt x="34023" y="124441"/>
                  <a:pt x="34221" y="127553"/>
                  <a:pt x="34615" y="130783"/>
                </a:cubicBezTo>
                <a:cubicBezTo>
                  <a:pt x="35009" y="134011"/>
                  <a:pt x="35993" y="136689"/>
                  <a:pt x="37568" y="138816"/>
                </a:cubicBezTo>
                <a:cubicBezTo>
                  <a:pt x="39142" y="140943"/>
                  <a:pt x="41662" y="142007"/>
                  <a:pt x="45128" y="142007"/>
                </a:cubicBezTo>
                <a:cubicBezTo>
                  <a:pt x="46705" y="142007"/>
                  <a:pt x="48635" y="141692"/>
                  <a:pt x="50918" y="141062"/>
                </a:cubicBezTo>
                <a:cubicBezTo>
                  <a:pt x="53201" y="140430"/>
                  <a:pt x="55760" y="138932"/>
                  <a:pt x="58594" y="136570"/>
                </a:cubicBezTo>
                <a:cubicBezTo>
                  <a:pt x="61430" y="134207"/>
                  <a:pt x="64345" y="130506"/>
                  <a:pt x="67340" y="125465"/>
                </a:cubicBezTo>
                <a:lnTo>
                  <a:pt x="73480" y="129482"/>
                </a:lnTo>
                <a:cubicBezTo>
                  <a:pt x="68913" y="137514"/>
                  <a:pt x="63991" y="143618"/>
                  <a:pt x="58713" y="147793"/>
                </a:cubicBezTo>
                <a:cubicBezTo>
                  <a:pt x="53437" y="151968"/>
                  <a:pt x="47018" y="154056"/>
                  <a:pt x="39457" y="154056"/>
                </a:cubicBezTo>
                <a:cubicBezTo>
                  <a:pt x="33313" y="154056"/>
                  <a:pt x="28469" y="152757"/>
                  <a:pt x="24924" y="150158"/>
                </a:cubicBezTo>
                <a:cubicBezTo>
                  <a:pt x="21381" y="147558"/>
                  <a:pt x="18822" y="144131"/>
                  <a:pt x="17248" y="139879"/>
                </a:cubicBezTo>
                <a:cubicBezTo>
                  <a:pt x="15674" y="135625"/>
                  <a:pt x="14886" y="131057"/>
                  <a:pt x="14886" y="126176"/>
                </a:cubicBezTo>
                <a:cubicBezTo>
                  <a:pt x="14886" y="120188"/>
                  <a:pt x="15122" y="112903"/>
                  <a:pt x="15593" y="104320"/>
                </a:cubicBezTo>
                <a:cubicBezTo>
                  <a:pt x="16067" y="95735"/>
                  <a:pt x="16776" y="86205"/>
                  <a:pt x="17720" y="75730"/>
                </a:cubicBezTo>
                <a:cubicBezTo>
                  <a:pt x="18665" y="65255"/>
                  <a:pt x="19767" y="54347"/>
                  <a:pt x="21026" y="43004"/>
                </a:cubicBezTo>
                <a:lnTo>
                  <a:pt x="0" y="43242"/>
                </a:lnTo>
                <a:lnTo>
                  <a:pt x="707" y="33317"/>
                </a:lnTo>
                <a:cubicBezTo>
                  <a:pt x="11576" y="33317"/>
                  <a:pt x="19609" y="30403"/>
                  <a:pt x="24808" y="24574"/>
                </a:cubicBezTo>
                <a:cubicBezTo>
                  <a:pt x="30007" y="18745"/>
                  <a:pt x="34103" y="10554"/>
                  <a:pt x="37095" y="0"/>
                </a:cubicBezTo>
                <a:lnTo>
                  <a:pt x="460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B2F36-52BB-4328-BC75-EB019B50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894" y="2475373"/>
            <a:ext cx="532481" cy="453490"/>
          </a:xfrm>
          <a:custGeom xmlns:a="http://schemas.openxmlformats.org/drawingml/2006/main">
            <a:pathLst>
              <a:path w="532481" h="453490">
                <a:moveTo>
                  <a:pt x="0" y="453490"/>
                </a:moveTo>
                <a:lnTo>
                  <a:pt x="0" y="0"/>
                </a:lnTo>
                <a:lnTo>
                  <a:pt x="532481" y="0"/>
                </a:lnTo>
                <a:lnTo>
                  <a:pt x="532481" y="453490"/>
                </a:lnTo>
                <a:lnTo>
                  <a:pt x="0" y="45349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tgt">
            <a:extLst xmlns:a="http://schemas.openxmlformats.org/drawingml/2006/main">
              <a:ext uri="{FF2B5EF4-FFF2-40B4-BE49-F238E27FC236}">
                <a16:creationId xmlns:a16="http://schemas.microsoft.com/office/drawing/2014/main" id="{20F80420-1FE7-4837-9B0E-AD78CBF7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795" y="2650447"/>
            <a:ext cx="173386" cy="122117"/>
          </a:xfrm>
          <a:custGeom xmlns:a="http://schemas.openxmlformats.org/drawingml/2006/main">
            <a:pathLst>
              <a:path w="173386" h="122117">
                <a:moveTo>
                  <a:pt x="12340" y="30461"/>
                </a:moveTo>
                <a:lnTo>
                  <a:pt x="5376" y="69468"/>
                </a:lnTo>
                <a:lnTo>
                  <a:pt x="5277" y="70027"/>
                </a:lnTo>
                <a:lnTo>
                  <a:pt x="5188" y="70580"/>
                </a:lnTo>
                <a:lnTo>
                  <a:pt x="5109" y="71127"/>
                </a:lnTo>
                <a:lnTo>
                  <a:pt x="5040" y="71667"/>
                </a:lnTo>
                <a:lnTo>
                  <a:pt x="4981" y="72201"/>
                </a:lnTo>
                <a:lnTo>
                  <a:pt x="4932" y="72728"/>
                </a:lnTo>
                <a:lnTo>
                  <a:pt x="4892" y="73249"/>
                </a:lnTo>
                <a:lnTo>
                  <a:pt x="4862" y="73763"/>
                </a:lnTo>
                <a:lnTo>
                  <a:pt x="4842" y="74271"/>
                </a:lnTo>
                <a:lnTo>
                  <a:pt x="4832" y="74773"/>
                </a:lnTo>
                <a:lnTo>
                  <a:pt x="4831" y="75268"/>
                </a:lnTo>
                <a:lnTo>
                  <a:pt x="4841" y="75756"/>
                </a:lnTo>
                <a:lnTo>
                  <a:pt x="4860" y="76238"/>
                </a:lnTo>
                <a:lnTo>
                  <a:pt x="4889" y="76714"/>
                </a:lnTo>
                <a:lnTo>
                  <a:pt x="4928" y="77183"/>
                </a:lnTo>
                <a:lnTo>
                  <a:pt x="4976" y="77646"/>
                </a:lnTo>
                <a:lnTo>
                  <a:pt x="5035" y="78102"/>
                </a:lnTo>
                <a:lnTo>
                  <a:pt x="5103" y="78552"/>
                </a:lnTo>
                <a:lnTo>
                  <a:pt x="5181" y="78995"/>
                </a:lnTo>
                <a:lnTo>
                  <a:pt x="5269" y="79432"/>
                </a:lnTo>
                <a:lnTo>
                  <a:pt x="5367" y="79862"/>
                </a:lnTo>
                <a:lnTo>
                  <a:pt x="5474" y="80286"/>
                </a:lnTo>
                <a:lnTo>
                  <a:pt x="5591" y="80704"/>
                </a:lnTo>
                <a:lnTo>
                  <a:pt x="5718" y="81115"/>
                </a:lnTo>
                <a:lnTo>
                  <a:pt x="5855" y="81518"/>
                </a:lnTo>
                <a:lnTo>
                  <a:pt x="6000" y="81914"/>
                </a:lnTo>
                <a:lnTo>
                  <a:pt x="6155" y="82302"/>
                </a:lnTo>
                <a:lnTo>
                  <a:pt x="6318" y="82682"/>
                </a:lnTo>
                <a:lnTo>
                  <a:pt x="6490" y="83054"/>
                </a:lnTo>
                <a:lnTo>
                  <a:pt x="6671" y="83419"/>
                </a:lnTo>
                <a:lnTo>
                  <a:pt x="6860" y="83775"/>
                </a:lnTo>
                <a:lnTo>
                  <a:pt x="7059" y="84123"/>
                </a:lnTo>
                <a:lnTo>
                  <a:pt x="7266" y="84464"/>
                </a:lnTo>
                <a:lnTo>
                  <a:pt x="7482" y="84797"/>
                </a:lnTo>
                <a:lnTo>
                  <a:pt x="7707" y="85121"/>
                </a:lnTo>
                <a:lnTo>
                  <a:pt x="7941" y="85438"/>
                </a:lnTo>
                <a:lnTo>
                  <a:pt x="8184" y="85747"/>
                </a:lnTo>
                <a:lnTo>
                  <a:pt x="8436" y="86048"/>
                </a:lnTo>
                <a:lnTo>
                  <a:pt x="8696" y="86341"/>
                </a:lnTo>
                <a:lnTo>
                  <a:pt x="8966" y="86627"/>
                </a:lnTo>
                <a:lnTo>
                  <a:pt x="9244" y="86904"/>
                </a:lnTo>
                <a:lnTo>
                  <a:pt x="9531" y="87174"/>
                </a:lnTo>
                <a:lnTo>
                  <a:pt x="9827" y="87435"/>
                </a:lnTo>
                <a:lnTo>
                  <a:pt x="10131" y="87689"/>
                </a:lnTo>
                <a:lnTo>
                  <a:pt x="10445" y="87935"/>
                </a:lnTo>
                <a:lnTo>
                  <a:pt x="10767" y="88173"/>
                </a:lnTo>
                <a:lnTo>
                  <a:pt x="11099" y="88403"/>
                </a:lnTo>
                <a:lnTo>
                  <a:pt x="11439" y="88625"/>
                </a:lnTo>
                <a:lnTo>
                  <a:pt x="11787" y="88839"/>
                </a:lnTo>
                <a:lnTo>
                  <a:pt x="12143" y="89043"/>
                </a:lnTo>
                <a:lnTo>
                  <a:pt x="12507" y="89239"/>
                </a:lnTo>
                <a:lnTo>
                  <a:pt x="12878" y="89425"/>
                </a:lnTo>
                <a:lnTo>
                  <a:pt x="13257" y="89602"/>
                </a:lnTo>
                <a:lnTo>
                  <a:pt x="13644" y="89770"/>
                </a:lnTo>
                <a:lnTo>
                  <a:pt x="14038" y="89930"/>
                </a:lnTo>
                <a:lnTo>
                  <a:pt x="14440" y="90080"/>
                </a:lnTo>
                <a:lnTo>
                  <a:pt x="14850" y="90221"/>
                </a:lnTo>
                <a:lnTo>
                  <a:pt x="15267" y="90352"/>
                </a:lnTo>
                <a:lnTo>
                  <a:pt x="15692" y="90475"/>
                </a:lnTo>
                <a:lnTo>
                  <a:pt x="16125" y="90589"/>
                </a:lnTo>
                <a:lnTo>
                  <a:pt x="16565" y="90693"/>
                </a:lnTo>
                <a:lnTo>
                  <a:pt x="17013" y="90789"/>
                </a:lnTo>
                <a:lnTo>
                  <a:pt x="17469" y="90875"/>
                </a:lnTo>
                <a:lnTo>
                  <a:pt x="17932" y="90952"/>
                </a:lnTo>
                <a:lnTo>
                  <a:pt x="18403" y="91021"/>
                </a:lnTo>
                <a:lnTo>
                  <a:pt x="18882" y="91080"/>
                </a:lnTo>
                <a:lnTo>
                  <a:pt x="19368" y="91130"/>
                </a:lnTo>
                <a:lnTo>
                  <a:pt x="19862" y="91171"/>
                </a:lnTo>
                <a:lnTo>
                  <a:pt x="20364" y="91202"/>
                </a:lnTo>
                <a:lnTo>
                  <a:pt x="20873" y="91225"/>
                </a:lnTo>
                <a:lnTo>
                  <a:pt x="21390" y="91239"/>
                </a:lnTo>
                <a:lnTo>
                  <a:pt x="21914" y="91243"/>
                </a:lnTo>
                <a:lnTo>
                  <a:pt x="22121" y="91243"/>
                </a:lnTo>
                <a:lnTo>
                  <a:pt x="22327" y="91240"/>
                </a:lnTo>
                <a:lnTo>
                  <a:pt x="22532" y="91237"/>
                </a:lnTo>
                <a:lnTo>
                  <a:pt x="22736" y="91232"/>
                </a:lnTo>
                <a:lnTo>
                  <a:pt x="22939" y="91225"/>
                </a:lnTo>
                <a:lnTo>
                  <a:pt x="23142" y="91217"/>
                </a:lnTo>
                <a:lnTo>
                  <a:pt x="23344" y="91208"/>
                </a:lnTo>
                <a:lnTo>
                  <a:pt x="23546" y="91197"/>
                </a:lnTo>
                <a:lnTo>
                  <a:pt x="23746" y="91185"/>
                </a:lnTo>
                <a:lnTo>
                  <a:pt x="23946" y="91171"/>
                </a:lnTo>
                <a:lnTo>
                  <a:pt x="24145" y="91156"/>
                </a:lnTo>
                <a:lnTo>
                  <a:pt x="24344" y="91140"/>
                </a:lnTo>
                <a:lnTo>
                  <a:pt x="24542" y="91122"/>
                </a:lnTo>
                <a:lnTo>
                  <a:pt x="24739" y="91102"/>
                </a:lnTo>
                <a:lnTo>
                  <a:pt x="24935" y="91081"/>
                </a:lnTo>
                <a:lnTo>
                  <a:pt x="25131" y="91059"/>
                </a:lnTo>
                <a:lnTo>
                  <a:pt x="25326" y="91035"/>
                </a:lnTo>
                <a:lnTo>
                  <a:pt x="25520" y="91010"/>
                </a:lnTo>
                <a:lnTo>
                  <a:pt x="25713" y="90984"/>
                </a:lnTo>
                <a:lnTo>
                  <a:pt x="25906" y="90956"/>
                </a:lnTo>
                <a:lnTo>
                  <a:pt x="26098" y="90926"/>
                </a:lnTo>
                <a:lnTo>
                  <a:pt x="26289" y="90895"/>
                </a:lnTo>
                <a:lnTo>
                  <a:pt x="26480" y="90863"/>
                </a:lnTo>
                <a:lnTo>
                  <a:pt x="26670" y="90829"/>
                </a:lnTo>
                <a:lnTo>
                  <a:pt x="26859" y="90794"/>
                </a:lnTo>
                <a:lnTo>
                  <a:pt x="27048" y="90756"/>
                </a:lnTo>
                <a:lnTo>
                  <a:pt x="27237" y="90717"/>
                </a:lnTo>
                <a:lnTo>
                  <a:pt x="27425" y="90676"/>
                </a:lnTo>
                <a:lnTo>
                  <a:pt x="27614" y="90633"/>
                </a:lnTo>
                <a:lnTo>
                  <a:pt x="27802" y="90588"/>
                </a:lnTo>
                <a:lnTo>
                  <a:pt x="27990" y="90541"/>
                </a:lnTo>
                <a:lnTo>
                  <a:pt x="28178" y="90493"/>
                </a:lnTo>
                <a:lnTo>
                  <a:pt x="28365" y="90442"/>
                </a:lnTo>
                <a:lnTo>
                  <a:pt x="28552" y="90389"/>
                </a:lnTo>
                <a:lnTo>
                  <a:pt x="28739" y="90335"/>
                </a:lnTo>
                <a:lnTo>
                  <a:pt x="28926" y="90279"/>
                </a:lnTo>
                <a:lnTo>
                  <a:pt x="29113" y="90220"/>
                </a:lnTo>
                <a:lnTo>
                  <a:pt x="29299" y="90160"/>
                </a:lnTo>
                <a:lnTo>
                  <a:pt x="29485" y="90098"/>
                </a:lnTo>
                <a:lnTo>
                  <a:pt x="29671" y="90034"/>
                </a:lnTo>
                <a:lnTo>
                  <a:pt x="29856" y="89968"/>
                </a:lnTo>
                <a:lnTo>
                  <a:pt x="30042" y="89900"/>
                </a:lnTo>
                <a:lnTo>
                  <a:pt x="30227" y="89830"/>
                </a:lnTo>
                <a:lnTo>
                  <a:pt x="30412" y="89758"/>
                </a:lnTo>
                <a:lnTo>
                  <a:pt x="30597" y="89684"/>
                </a:lnTo>
                <a:lnTo>
                  <a:pt x="30781" y="89609"/>
                </a:lnTo>
                <a:lnTo>
                  <a:pt x="30965" y="89531"/>
                </a:lnTo>
                <a:lnTo>
                  <a:pt x="31149" y="89451"/>
                </a:lnTo>
                <a:lnTo>
                  <a:pt x="33078" y="78013"/>
                </a:lnTo>
                <a:lnTo>
                  <a:pt x="32906" y="78126"/>
                </a:lnTo>
                <a:lnTo>
                  <a:pt x="32736" y="78236"/>
                </a:lnTo>
                <a:lnTo>
                  <a:pt x="32566" y="78343"/>
                </a:lnTo>
                <a:lnTo>
                  <a:pt x="32398" y="78447"/>
                </a:lnTo>
                <a:lnTo>
                  <a:pt x="32231" y="78548"/>
                </a:lnTo>
                <a:lnTo>
                  <a:pt x="32066" y="78646"/>
                </a:lnTo>
                <a:lnTo>
                  <a:pt x="31901" y="78740"/>
                </a:lnTo>
                <a:lnTo>
                  <a:pt x="31738" y="78832"/>
                </a:lnTo>
                <a:lnTo>
                  <a:pt x="31576" y="78920"/>
                </a:lnTo>
                <a:lnTo>
                  <a:pt x="31415" y="79005"/>
                </a:lnTo>
                <a:lnTo>
                  <a:pt x="31255" y="79088"/>
                </a:lnTo>
                <a:lnTo>
                  <a:pt x="31097" y="79167"/>
                </a:lnTo>
                <a:lnTo>
                  <a:pt x="30939" y="79243"/>
                </a:lnTo>
                <a:lnTo>
                  <a:pt x="30783" y="79316"/>
                </a:lnTo>
                <a:lnTo>
                  <a:pt x="30628" y="79385"/>
                </a:lnTo>
                <a:lnTo>
                  <a:pt x="30474" y="79452"/>
                </a:lnTo>
                <a:lnTo>
                  <a:pt x="30322" y="79516"/>
                </a:lnTo>
                <a:lnTo>
                  <a:pt x="30171" y="79576"/>
                </a:lnTo>
                <a:lnTo>
                  <a:pt x="30021" y="79634"/>
                </a:lnTo>
                <a:lnTo>
                  <a:pt x="29872" y="79688"/>
                </a:lnTo>
                <a:lnTo>
                  <a:pt x="29724" y="79739"/>
                </a:lnTo>
                <a:lnTo>
                  <a:pt x="29577" y="79787"/>
                </a:lnTo>
                <a:lnTo>
                  <a:pt x="29432" y="79832"/>
                </a:lnTo>
                <a:lnTo>
                  <a:pt x="29288" y="79874"/>
                </a:lnTo>
                <a:lnTo>
                  <a:pt x="29144" y="79913"/>
                </a:lnTo>
                <a:lnTo>
                  <a:pt x="28998" y="79951"/>
                </a:lnTo>
                <a:lnTo>
                  <a:pt x="28852" y="79987"/>
                </a:lnTo>
                <a:lnTo>
                  <a:pt x="28704" y="80021"/>
                </a:lnTo>
                <a:lnTo>
                  <a:pt x="28555" y="80054"/>
                </a:lnTo>
                <a:lnTo>
                  <a:pt x="28405" y="80085"/>
                </a:lnTo>
                <a:lnTo>
                  <a:pt x="28254" y="80114"/>
                </a:lnTo>
                <a:lnTo>
                  <a:pt x="28101" y="80141"/>
                </a:lnTo>
                <a:lnTo>
                  <a:pt x="27948" y="80167"/>
                </a:lnTo>
                <a:lnTo>
                  <a:pt x="27793" y="80192"/>
                </a:lnTo>
                <a:lnTo>
                  <a:pt x="27637" y="80214"/>
                </a:lnTo>
                <a:lnTo>
                  <a:pt x="27479" y="80235"/>
                </a:lnTo>
                <a:lnTo>
                  <a:pt x="27321" y="80254"/>
                </a:lnTo>
                <a:lnTo>
                  <a:pt x="27161" y="80272"/>
                </a:lnTo>
                <a:lnTo>
                  <a:pt x="27000" y="80288"/>
                </a:lnTo>
                <a:lnTo>
                  <a:pt x="26838" y="80302"/>
                </a:lnTo>
                <a:lnTo>
                  <a:pt x="26675" y="80315"/>
                </a:lnTo>
                <a:lnTo>
                  <a:pt x="26510" y="80325"/>
                </a:lnTo>
                <a:lnTo>
                  <a:pt x="26344" y="80335"/>
                </a:lnTo>
                <a:lnTo>
                  <a:pt x="26178" y="80342"/>
                </a:lnTo>
                <a:lnTo>
                  <a:pt x="26010" y="80348"/>
                </a:lnTo>
                <a:lnTo>
                  <a:pt x="25840" y="80352"/>
                </a:lnTo>
                <a:lnTo>
                  <a:pt x="25670" y="80355"/>
                </a:lnTo>
                <a:lnTo>
                  <a:pt x="25498" y="80356"/>
                </a:lnTo>
                <a:lnTo>
                  <a:pt x="25056" y="80350"/>
                </a:lnTo>
                <a:lnTo>
                  <a:pt x="24626" y="80334"/>
                </a:lnTo>
                <a:lnTo>
                  <a:pt x="24208" y="80308"/>
                </a:lnTo>
                <a:lnTo>
                  <a:pt x="23802" y="80271"/>
                </a:lnTo>
                <a:lnTo>
                  <a:pt x="23408" y="80224"/>
                </a:lnTo>
                <a:lnTo>
                  <a:pt x="23026" y="80166"/>
                </a:lnTo>
                <a:lnTo>
                  <a:pt x="22655" y="80098"/>
                </a:lnTo>
                <a:lnTo>
                  <a:pt x="22297" y="80019"/>
                </a:lnTo>
                <a:lnTo>
                  <a:pt x="21951" y="79929"/>
                </a:lnTo>
                <a:lnTo>
                  <a:pt x="21617" y="79829"/>
                </a:lnTo>
                <a:lnTo>
                  <a:pt x="21294" y="79718"/>
                </a:lnTo>
                <a:lnTo>
                  <a:pt x="20984" y="79597"/>
                </a:lnTo>
                <a:lnTo>
                  <a:pt x="20685" y="79466"/>
                </a:lnTo>
                <a:lnTo>
                  <a:pt x="20399" y="79324"/>
                </a:lnTo>
                <a:lnTo>
                  <a:pt x="20124" y="79171"/>
                </a:lnTo>
                <a:lnTo>
                  <a:pt x="19862" y="79008"/>
                </a:lnTo>
                <a:lnTo>
                  <a:pt x="19611" y="78834"/>
                </a:lnTo>
                <a:lnTo>
                  <a:pt x="19373" y="78650"/>
                </a:lnTo>
                <a:lnTo>
                  <a:pt x="19146" y="78455"/>
                </a:lnTo>
                <a:lnTo>
                  <a:pt x="18931" y="78249"/>
                </a:lnTo>
                <a:lnTo>
                  <a:pt x="18728" y="78034"/>
                </a:lnTo>
                <a:lnTo>
                  <a:pt x="18538" y="77807"/>
                </a:lnTo>
                <a:lnTo>
                  <a:pt x="18359" y="77570"/>
                </a:lnTo>
                <a:lnTo>
                  <a:pt x="18192" y="77323"/>
                </a:lnTo>
                <a:lnTo>
                  <a:pt x="18036" y="77064"/>
                </a:lnTo>
                <a:lnTo>
                  <a:pt x="17891" y="76794"/>
                </a:lnTo>
                <a:lnTo>
                  <a:pt x="17757" y="76513"/>
                </a:lnTo>
                <a:lnTo>
                  <a:pt x="17633" y="76220"/>
                </a:lnTo>
                <a:lnTo>
                  <a:pt x="17520" y="75916"/>
                </a:lnTo>
                <a:lnTo>
                  <a:pt x="17417" y="75600"/>
                </a:lnTo>
                <a:lnTo>
                  <a:pt x="17325" y="75273"/>
                </a:lnTo>
                <a:lnTo>
                  <a:pt x="17243" y="74934"/>
                </a:lnTo>
                <a:lnTo>
                  <a:pt x="17172" y="74583"/>
                </a:lnTo>
                <a:lnTo>
                  <a:pt x="17111" y="74222"/>
                </a:lnTo>
                <a:lnTo>
                  <a:pt x="17061" y="73848"/>
                </a:lnTo>
                <a:lnTo>
                  <a:pt x="17021" y="73464"/>
                </a:lnTo>
                <a:lnTo>
                  <a:pt x="16992" y="73067"/>
                </a:lnTo>
                <a:lnTo>
                  <a:pt x="16973" y="72660"/>
                </a:lnTo>
                <a:lnTo>
                  <a:pt x="16965" y="72241"/>
                </a:lnTo>
                <a:lnTo>
                  <a:pt x="16967" y="71810"/>
                </a:lnTo>
                <a:lnTo>
                  <a:pt x="16980" y="71368"/>
                </a:lnTo>
                <a:lnTo>
                  <a:pt x="17004" y="70914"/>
                </a:lnTo>
                <a:lnTo>
                  <a:pt x="17038" y="70449"/>
                </a:lnTo>
                <a:lnTo>
                  <a:pt x="17082" y="69972"/>
                </a:lnTo>
                <a:lnTo>
                  <a:pt x="17137" y="69484"/>
                </a:lnTo>
                <a:lnTo>
                  <a:pt x="17203" y="68985"/>
                </a:lnTo>
                <a:lnTo>
                  <a:pt x="17279" y="68474"/>
                </a:lnTo>
                <a:lnTo>
                  <a:pt x="17365" y="67951"/>
                </a:lnTo>
                <a:lnTo>
                  <a:pt x="24057" y="30461"/>
                </a:lnTo>
                <a:lnTo>
                  <a:pt x="41349" y="30461"/>
                </a:lnTo>
                <a:lnTo>
                  <a:pt x="43278" y="19849"/>
                </a:lnTo>
                <a:lnTo>
                  <a:pt x="25951" y="19849"/>
                </a:lnTo>
                <a:lnTo>
                  <a:pt x="29494" y="0"/>
                </a:lnTo>
                <a:lnTo>
                  <a:pt x="17780" y="0"/>
                </a:lnTo>
                <a:lnTo>
                  <a:pt x="14235" y="19849"/>
                </a:lnTo>
                <a:lnTo>
                  <a:pt x="1931" y="19849"/>
                </a:lnTo>
                <a:lnTo>
                  <a:pt x="0" y="30461"/>
                </a:lnTo>
                <a:lnTo>
                  <a:pt x="12340" y="30461"/>
                </a:lnTo>
                <a:close/>
                <a:moveTo>
                  <a:pt x="70433" y="122061"/>
                </a:moveTo>
                <a:lnTo>
                  <a:pt x="71249" y="122017"/>
                </a:lnTo>
                <a:lnTo>
                  <a:pt x="72058" y="121961"/>
                </a:lnTo>
                <a:lnTo>
                  <a:pt x="72861" y="121893"/>
                </a:lnTo>
                <a:lnTo>
                  <a:pt x="73658" y="121812"/>
                </a:lnTo>
                <a:lnTo>
                  <a:pt x="74448" y="121719"/>
                </a:lnTo>
                <a:lnTo>
                  <a:pt x="75232" y="121613"/>
                </a:lnTo>
                <a:lnTo>
                  <a:pt x="76009" y="121495"/>
                </a:lnTo>
                <a:lnTo>
                  <a:pt x="76780" y="121364"/>
                </a:lnTo>
                <a:lnTo>
                  <a:pt x="77544" y="121221"/>
                </a:lnTo>
                <a:lnTo>
                  <a:pt x="78302" y="121065"/>
                </a:lnTo>
                <a:lnTo>
                  <a:pt x="79053" y="120897"/>
                </a:lnTo>
                <a:lnTo>
                  <a:pt x="79798" y="120717"/>
                </a:lnTo>
                <a:lnTo>
                  <a:pt x="80536" y="120524"/>
                </a:lnTo>
                <a:lnTo>
                  <a:pt x="81268" y="120319"/>
                </a:lnTo>
                <a:lnTo>
                  <a:pt x="81993" y="120101"/>
                </a:lnTo>
                <a:lnTo>
                  <a:pt x="82712" y="119871"/>
                </a:lnTo>
                <a:lnTo>
                  <a:pt x="83425" y="119628"/>
                </a:lnTo>
                <a:lnTo>
                  <a:pt x="84131" y="119373"/>
                </a:lnTo>
                <a:lnTo>
                  <a:pt x="84830" y="119106"/>
                </a:lnTo>
                <a:lnTo>
                  <a:pt x="85523" y="118826"/>
                </a:lnTo>
                <a:lnTo>
                  <a:pt x="86210" y="118533"/>
                </a:lnTo>
                <a:lnTo>
                  <a:pt x="86888" y="118228"/>
                </a:lnTo>
                <a:lnTo>
                  <a:pt x="87558" y="117909"/>
                </a:lnTo>
                <a:lnTo>
                  <a:pt x="88219" y="117576"/>
                </a:lnTo>
                <a:lnTo>
                  <a:pt x="88870" y="117230"/>
                </a:lnTo>
                <a:lnTo>
                  <a:pt x="89513" y="116870"/>
                </a:lnTo>
                <a:lnTo>
                  <a:pt x="90146" y="116496"/>
                </a:lnTo>
                <a:lnTo>
                  <a:pt x="90770" y="116109"/>
                </a:lnTo>
                <a:lnTo>
                  <a:pt x="91385" y="115708"/>
                </a:lnTo>
                <a:lnTo>
                  <a:pt x="91991" y="115293"/>
                </a:lnTo>
                <a:lnTo>
                  <a:pt x="92588" y="114865"/>
                </a:lnTo>
                <a:lnTo>
                  <a:pt x="93176" y="114423"/>
                </a:lnTo>
                <a:lnTo>
                  <a:pt x="93755" y="113967"/>
                </a:lnTo>
                <a:lnTo>
                  <a:pt x="94325" y="113498"/>
                </a:lnTo>
                <a:lnTo>
                  <a:pt x="94885" y="113015"/>
                </a:lnTo>
                <a:lnTo>
                  <a:pt x="95437" y="112519"/>
                </a:lnTo>
                <a:lnTo>
                  <a:pt x="95979" y="112009"/>
                </a:lnTo>
                <a:lnTo>
                  <a:pt x="96513" y="111485"/>
                </a:lnTo>
                <a:lnTo>
                  <a:pt x="97037" y="110948"/>
                </a:lnTo>
                <a:lnTo>
                  <a:pt x="97552" y="110397"/>
                </a:lnTo>
                <a:lnTo>
                  <a:pt x="98058" y="109832"/>
                </a:lnTo>
                <a:lnTo>
                  <a:pt x="98555" y="109254"/>
                </a:lnTo>
                <a:lnTo>
                  <a:pt x="99043" y="108662"/>
                </a:lnTo>
                <a:lnTo>
                  <a:pt x="99522" y="108056"/>
                </a:lnTo>
                <a:lnTo>
                  <a:pt x="99991" y="107437"/>
                </a:lnTo>
                <a:lnTo>
                  <a:pt x="100451" y="106804"/>
                </a:lnTo>
                <a:lnTo>
                  <a:pt x="100898" y="106154"/>
                </a:lnTo>
                <a:lnTo>
                  <a:pt x="101332" y="105490"/>
                </a:lnTo>
                <a:lnTo>
                  <a:pt x="101755" y="104809"/>
                </a:lnTo>
                <a:lnTo>
                  <a:pt x="102165" y="104113"/>
                </a:lnTo>
                <a:lnTo>
                  <a:pt x="102563" y="103402"/>
                </a:lnTo>
                <a:lnTo>
                  <a:pt x="102949" y="102675"/>
                </a:lnTo>
                <a:lnTo>
                  <a:pt x="103323" y="101932"/>
                </a:lnTo>
                <a:lnTo>
                  <a:pt x="103685" y="101174"/>
                </a:lnTo>
                <a:lnTo>
                  <a:pt x="104034" y="100401"/>
                </a:lnTo>
                <a:lnTo>
                  <a:pt x="104371" y="99611"/>
                </a:lnTo>
                <a:lnTo>
                  <a:pt x="104696" y="98807"/>
                </a:lnTo>
                <a:lnTo>
                  <a:pt x="105009" y="97986"/>
                </a:lnTo>
                <a:lnTo>
                  <a:pt x="105309" y="97150"/>
                </a:lnTo>
                <a:lnTo>
                  <a:pt x="105597" y="96299"/>
                </a:lnTo>
                <a:lnTo>
                  <a:pt x="105873" y="95432"/>
                </a:lnTo>
                <a:lnTo>
                  <a:pt x="106137" y="94549"/>
                </a:lnTo>
                <a:lnTo>
                  <a:pt x="106389" y="93651"/>
                </a:lnTo>
                <a:lnTo>
                  <a:pt x="106628" y="92737"/>
                </a:lnTo>
                <a:lnTo>
                  <a:pt x="106856" y="91808"/>
                </a:lnTo>
                <a:lnTo>
                  <a:pt x="107071" y="90863"/>
                </a:lnTo>
                <a:lnTo>
                  <a:pt x="107273" y="89903"/>
                </a:lnTo>
                <a:lnTo>
                  <a:pt x="107464" y="88927"/>
                </a:lnTo>
                <a:lnTo>
                  <a:pt x="107642" y="87935"/>
                </a:lnTo>
                <a:lnTo>
                  <a:pt x="119632" y="19849"/>
                </a:lnTo>
                <a:lnTo>
                  <a:pt x="108469" y="19849"/>
                </a:lnTo>
                <a:lnTo>
                  <a:pt x="106677" y="29910"/>
                </a:lnTo>
                <a:lnTo>
                  <a:pt x="106126" y="29910"/>
                </a:lnTo>
                <a:lnTo>
                  <a:pt x="105997" y="29624"/>
                </a:lnTo>
                <a:lnTo>
                  <a:pt x="105862" y="29341"/>
                </a:lnTo>
                <a:lnTo>
                  <a:pt x="105721" y="29059"/>
                </a:lnTo>
                <a:lnTo>
                  <a:pt x="105575" y="28781"/>
                </a:lnTo>
                <a:lnTo>
                  <a:pt x="105422" y="28504"/>
                </a:lnTo>
                <a:lnTo>
                  <a:pt x="105264" y="28230"/>
                </a:lnTo>
                <a:lnTo>
                  <a:pt x="105101" y="27959"/>
                </a:lnTo>
                <a:lnTo>
                  <a:pt x="104931" y="27689"/>
                </a:lnTo>
                <a:lnTo>
                  <a:pt x="104756" y="27422"/>
                </a:lnTo>
                <a:lnTo>
                  <a:pt x="104575" y="27158"/>
                </a:lnTo>
                <a:lnTo>
                  <a:pt x="104388" y="26896"/>
                </a:lnTo>
                <a:lnTo>
                  <a:pt x="104196" y="26636"/>
                </a:lnTo>
                <a:lnTo>
                  <a:pt x="103998" y="26379"/>
                </a:lnTo>
                <a:lnTo>
                  <a:pt x="103794" y="26124"/>
                </a:lnTo>
                <a:lnTo>
                  <a:pt x="103584" y="25872"/>
                </a:lnTo>
                <a:lnTo>
                  <a:pt x="103369" y="25622"/>
                </a:lnTo>
                <a:lnTo>
                  <a:pt x="103147" y="25374"/>
                </a:lnTo>
                <a:lnTo>
                  <a:pt x="102921" y="25129"/>
                </a:lnTo>
                <a:lnTo>
                  <a:pt x="102688" y="24886"/>
                </a:lnTo>
                <a:lnTo>
                  <a:pt x="102449" y="24646"/>
                </a:lnTo>
                <a:lnTo>
                  <a:pt x="102205" y="24408"/>
                </a:lnTo>
                <a:lnTo>
                  <a:pt x="101955" y="24172"/>
                </a:lnTo>
                <a:lnTo>
                  <a:pt x="101700" y="23939"/>
                </a:lnTo>
                <a:lnTo>
                  <a:pt x="101438" y="23708"/>
                </a:lnTo>
                <a:lnTo>
                  <a:pt x="101172" y="23480"/>
                </a:lnTo>
                <a:lnTo>
                  <a:pt x="100901" y="23256"/>
                </a:lnTo>
                <a:lnTo>
                  <a:pt x="100625" y="23036"/>
                </a:lnTo>
                <a:lnTo>
                  <a:pt x="100345" y="22820"/>
                </a:lnTo>
                <a:lnTo>
                  <a:pt x="100061" y="22607"/>
                </a:lnTo>
                <a:lnTo>
                  <a:pt x="99772" y="22399"/>
                </a:lnTo>
                <a:lnTo>
                  <a:pt x="99478" y="22194"/>
                </a:lnTo>
                <a:lnTo>
                  <a:pt x="99180" y="21993"/>
                </a:lnTo>
                <a:lnTo>
                  <a:pt x="98877" y="21796"/>
                </a:lnTo>
                <a:lnTo>
                  <a:pt x="98570" y="21602"/>
                </a:lnTo>
                <a:lnTo>
                  <a:pt x="98258" y="21413"/>
                </a:lnTo>
                <a:lnTo>
                  <a:pt x="97941" y="21227"/>
                </a:lnTo>
                <a:lnTo>
                  <a:pt x="97620" y="21045"/>
                </a:lnTo>
                <a:lnTo>
                  <a:pt x="97295" y="20867"/>
                </a:lnTo>
                <a:lnTo>
                  <a:pt x="96965" y="20693"/>
                </a:lnTo>
                <a:lnTo>
                  <a:pt x="96630" y="20523"/>
                </a:lnTo>
                <a:lnTo>
                  <a:pt x="96291" y="20356"/>
                </a:lnTo>
                <a:lnTo>
                  <a:pt x="95947" y="20194"/>
                </a:lnTo>
                <a:lnTo>
                  <a:pt x="95599" y="20035"/>
                </a:lnTo>
                <a:lnTo>
                  <a:pt x="95246" y="19880"/>
                </a:lnTo>
                <a:lnTo>
                  <a:pt x="94889" y="19729"/>
                </a:lnTo>
                <a:lnTo>
                  <a:pt x="94527" y="19581"/>
                </a:lnTo>
                <a:lnTo>
                  <a:pt x="94160" y="19438"/>
                </a:lnTo>
                <a:lnTo>
                  <a:pt x="93789" y="19298"/>
                </a:lnTo>
                <a:lnTo>
                  <a:pt x="93414" y="19163"/>
                </a:lnTo>
                <a:lnTo>
                  <a:pt x="93035" y="19034"/>
                </a:lnTo>
                <a:lnTo>
                  <a:pt x="92653" y="18910"/>
                </a:lnTo>
                <a:lnTo>
                  <a:pt x="92267" y="18792"/>
                </a:lnTo>
                <a:lnTo>
                  <a:pt x="91878" y="18680"/>
                </a:lnTo>
                <a:lnTo>
                  <a:pt x="91485" y="18574"/>
                </a:lnTo>
                <a:lnTo>
                  <a:pt x="91088" y="18473"/>
                </a:lnTo>
                <a:lnTo>
                  <a:pt x="90688" y="18379"/>
                </a:lnTo>
                <a:lnTo>
                  <a:pt x="90284" y="18290"/>
                </a:lnTo>
                <a:lnTo>
                  <a:pt x="89877" y="18206"/>
                </a:lnTo>
                <a:lnTo>
                  <a:pt x="89466" y="18129"/>
                </a:lnTo>
                <a:lnTo>
                  <a:pt x="89051" y="18057"/>
                </a:lnTo>
                <a:lnTo>
                  <a:pt x="88633" y="17991"/>
                </a:lnTo>
                <a:lnTo>
                  <a:pt x="88212" y="17930"/>
                </a:lnTo>
                <a:lnTo>
                  <a:pt x="87786" y="17876"/>
                </a:lnTo>
                <a:lnTo>
                  <a:pt x="87357" y="17827"/>
                </a:lnTo>
                <a:lnTo>
                  <a:pt x="86925" y="17784"/>
                </a:lnTo>
                <a:lnTo>
                  <a:pt x="86489" y="17746"/>
                </a:lnTo>
                <a:lnTo>
                  <a:pt x="86049" y="17715"/>
                </a:lnTo>
                <a:lnTo>
                  <a:pt x="85606" y="17689"/>
                </a:lnTo>
                <a:lnTo>
                  <a:pt x="85159" y="17669"/>
                </a:lnTo>
                <a:lnTo>
                  <a:pt x="84709" y="17654"/>
                </a:lnTo>
                <a:lnTo>
                  <a:pt x="84255" y="17646"/>
                </a:lnTo>
                <a:lnTo>
                  <a:pt x="83797" y="17643"/>
                </a:lnTo>
                <a:lnTo>
                  <a:pt x="83042" y="17649"/>
                </a:lnTo>
                <a:lnTo>
                  <a:pt x="82294" y="17667"/>
                </a:lnTo>
                <a:lnTo>
                  <a:pt x="81551" y="17697"/>
                </a:lnTo>
                <a:lnTo>
                  <a:pt x="80815" y="17739"/>
                </a:lnTo>
                <a:lnTo>
                  <a:pt x="80085" y="17793"/>
                </a:lnTo>
                <a:lnTo>
                  <a:pt x="79361" y="17858"/>
                </a:lnTo>
                <a:lnTo>
                  <a:pt x="78644" y="17936"/>
                </a:lnTo>
                <a:lnTo>
                  <a:pt x="77932" y="18026"/>
                </a:lnTo>
                <a:lnTo>
                  <a:pt x="77227" y="18128"/>
                </a:lnTo>
                <a:lnTo>
                  <a:pt x="76528" y="18241"/>
                </a:lnTo>
                <a:lnTo>
                  <a:pt x="75835" y="18367"/>
                </a:lnTo>
                <a:lnTo>
                  <a:pt x="75149" y="18505"/>
                </a:lnTo>
                <a:lnTo>
                  <a:pt x="74469" y="18654"/>
                </a:lnTo>
                <a:lnTo>
                  <a:pt x="73794" y="18816"/>
                </a:lnTo>
                <a:lnTo>
                  <a:pt x="73127" y="18989"/>
                </a:lnTo>
                <a:lnTo>
                  <a:pt x="72465" y="19175"/>
                </a:lnTo>
                <a:lnTo>
                  <a:pt x="71809" y="19372"/>
                </a:lnTo>
                <a:lnTo>
                  <a:pt x="71160" y="19582"/>
                </a:lnTo>
                <a:lnTo>
                  <a:pt x="70517" y="19803"/>
                </a:lnTo>
                <a:lnTo>
                  <a:pt x="69880" y="20037"/>
                </a:lnTo>
                <a:lnTo>
                  <a:pt x="69250" y="20282"/>
                </a:lnTo>
                <a:lnTo>
                  <a:pt x="68625" y="20539"/>
                </a:lnTo>
                <a:lnTo>
                  <a:pt x="68007" y="20809"/>
                </a:lnTo>
                <a:lnTo>
                  <a:pt x="67395" y="21090"/>
                </a:lnTo>
                <a:lnTo>
                  <a:pt x="66790" y="21381"/>
                </a:lnTo>
                <a:lnTo>
                  <a:pt x="66192" y="21682"/>
                </a:lnTo>
                <a:lnTo>
                  <a:pt x="65601" y="21991"/>
                </a:lnTo>
                <a:lnTo>
                  <a:pt x="65018" y="22309"/>
                </a:lnTo>
                <a:lnTo>
                  <a:pt x="64442" y="22636"/>
                </a:lnTo>
                <a:lnTo>
                  <a:pt x="63872" y="22972"/>
                </a:lnTo>
                <a:lnTo>
                  <a:pt x="63310" y="23316"/>
                </a:lnTo>
                <a:lnTo>
                  <a:pt x="62755" y="23670"/>
                </a:lnTo>
                <a:lnTo>
                  <a:pt x="62208" y="24032"/>
                </a:lnTo>
                <a:lnTo>
                  <a:pt x="61667" y="24404"/>
                </a:lnTo>
                <a:lnTo>
                  <a:pt x="61134" y="24784"/>
                </a:lnTo>
                <a:lnTo>
                  <a:pt x="60607" y="25173"/>
                </a:lnTo>
                <a:lnTo>
                  <a:pt x="60088" y="25570"/>
                </a:lnTo>
                <a:lnTo>
                  <a:pt x="59577" y="25977"/>
                </a:lnTo>
                <a:lnTo>
                  <a:pt x="59072" y="26393"/>
                </a:lnTo>
                <a:lnTo>
                  <a:pt x="58574" y="26817"/>
                </a:lnTo>
                <a:lnTo>
                  <a:pt x="58084" y="27250"/>
                </a:lnTo>
                <a:lnTo>
                  <a:pt x="57601" y="27692"/>
                </a:lnTo>
                <a:lnTo>
                  <a:pt x="57125" y="28143"/>
                </a:lnTo>
                <a:lnTo>
                  <a:pt x="56656" y="28603"/>
                </a:lnTo>
                <a:lnTo>
                  <a:pt x="56194" y="29072"/>
                </a:lnTo>
                <a:lnTo>
                  <a:pt x="55740" y="29549"/>
                </a:lnTo>
                <a:lnTo>
                  <a:pt x="55292" y="30036"/>
                </a:lnTo>
                <a:lnTo>
                  <a:pt x="54852" y="30531"/>
                </a:lnTo>
                <a:lnTo>
                  <a:pt x="54420" y="31033"/>
                </a:lnTo>
                <a:lnTo>
                  <a:pt x="53997" y="31541"/>
                </a:lnTo>
                <a:lnTo>
                  <a:pt x="53582" y="32054"/>
                </a:lnTo>
                <a:lnTo>
                  <a:pt x="53176" y="32573"/>
                </a:lnTo>
                <a:lnTo>
                  <a:pt x="52778" y="33097"/>
                </a:lnTo>
                <a:lnTo>
                  <a:pt x="52389" y="33627"/>
                </a:lnTo>
                <a:lnTo>
                  <a:pt x="52008" y="34162"/>
                </a:lnTo>
                <a:lnTo>
                  <a:pt x="51637" y="34703"/>
                </a:lnTo>
                <a:lnTo>
                  <a:pt x="51273" y="35249"/>
                </a:lnTo>
                <a:lnTo>
                  <a:pt x="50919" y="35801"/>
                </a:lnTo>
                <a:lnTo>
                  <a:pt x="50573" y="36359"/>
                </a:lnTo>
                <a:lnTo>
                  <a:pt x="50235" y="36922"/>
                </a:lnTo>
                <a:lnTo>
                  <a:pt x="49907" y="37490"/>
                </a:lnTo>
                <a:lnTo>
                  <a:pt x="49587" y="38064"/>
                </a:lnTo>
                <a:lnTo>
                  <a:pt x="49275" y="38643"/>
                </a:lnTo>
                <a:lnTo>
                  <a:pt x="48972" y="39228"/>
                </a:lnTo>
                <a:lnTo>
                  <a:pt x="48678" y="39819"/>
                </a:lnTo>
                <a:lnTo>
                  <a:pt x="48392" y="40415"/>
                </a:lnTo>
                <a:lnTo>
                  <a:pt x="48115" y="41016"/>
                </a:lnTo>
                <a:lnTo>
                  <a:pt x="47846" y="41623"/>
                </a:lnTo>
                <a:lnTo>
                  <a:pt x="47586" y="42236"/>
                </a:lnTo>
                <a:lnTo>
                  <a:pt x="47335" y="42854"/>
                </a:lnTo>
                <a:lnTo>
                  <a:pt x="47092" y="43477"/>
                </a:lnTo>
                <a:lnTo>
                  <a:pt x="46858" y="44106"/>
                </a:lnTo>
                <a:lnTo>
                  <a:pt x="46634" y="44739"/>
                </a:lnTo>
                <a:lnTo>
                  <a:pt x="46418" y="45374"/>
                </a:lnTo>
                <a:lnTo>
                  <a:pt x="46213" y="46012"/>
                </a:lnTo>
                <a:lnTo>
                  <a:pt x="46017" y="46652"/>
                </a:lnTo>
                <a:lnTo>
                  <a:pt x="45830" y="47295"/>
                </a:lnTo>
                <a:lnTo>
                  <a:pt x="45653" y="47939"/>
                </a:lnTo>
                <a:lnTo>
                  <a:pt x="45486" y="48587"/>
                </a:lnTo>
                <a:lnTo>
                  <a:pt x="45328" y="49236"/>
                </a:lnTo>
                <a:lnTo>
                  <a:pt x="45180" y="49888"/>
                </a:lnTo>
                <a:lnTo>
                  <a:pt x="45041" y="50543"/>
                </a:lnTo>
                <a:lnTo>
                  <a:pt x="44912" y="51200"/>
                </a:lnTo>
                <a:lnTo>
                  <a:pt x="44792" y="51859"/>
                </a:lnTo>
                <a:lnTo>
                  <a:pt x="44682" y="52521"/>
                </a:lnTo>
                <a:lnTo>
                  <a:pt x="44582" y="53185"/>
                </a:lnTo>
                <a:lnTo>
                  <a:pt x="44491" y="53851"/>
                </a:lnTo>
                <a:lnTo>
                  <a:pt x="44409" y="54520"/>
                </a:lnTo>
                <a:lnTo>
                  <a:pt x="44338" y="55191"/>
                </a:lnTo>
                <a:lnTo>
                  <a:pt x="44276" y="55865"/>
                </a:lnTo>
                <a:lnTo>
                  <a:pt x="44223" y="56541"/>
                </a:lnTo>
                <a:lnTo>
                  <a:pt x="44180" y="57220"/>
                </a:lnTo>
                <a:lnTo>
                  <a:pt x="44146" y="57900"/>
                </a:lnTo>
                <a:lnTo>
                  <a:pt x="44122" y="58584"/>
                </a:lnTo>
                <a:lnTo>
                  <a:pt x="44108" y="59269"/>
                </a:lnTo>
                <a:lnTo>
                  <a:pt x="44103" y="59957"/>
                </a:lnTo>
                <a:lnTo>
                  <a:pt x="44110" y="60746"/>
                </a:lnTo>
                <a:lnTo>
                  <a:pt x="44130" y="61526"/>
                </a:lnTo>
                <a:lnTo>
                  <a:pt x="44163" y="62297"/>
                </a:lnTo>
                <a:lnTo>
                  <a:pt x="44209" y="63061"/>
                </a:lnTo>
                <a:lnTo>
                  <a:pt x="44268" y="63815"/>
                </a:lnTo>
                <a:lnTo>
                  <a:pt x="44340" y="64562"/>
                </a:lnTo>
                <a:lnTo>
                  <a:pt x="44426" y="65300"/>
                </a:lnTo>
                <a:lnTo>
                  <a:pt x="44524" y="66030"/>
                </a:lnTo>
                <a:lnTo>
                  <a:pt x="44636" y="66751"/>
                </a:lnTo>
                <a:lnTo>
                  <a:pt x="44761" y="67464"/>
                </a:lnTo>
                <a:lnTo>
                  <a:pt x="44899" y="68168"/>
                </a:lnTo>
                <a:lnTo>
                  <a:pt x="45051" y="68865"/>
                </a:lnTo>
                <a:lnTo>
                  <a:pt x="45215" y="69552"/>
                </a:lnTo>
                <a:lnTo>
                  <a:pt x="45393" y="70232"/>
                </a:lnTo>
                <a:lnTo>
                  <a:pt x="45584" y="70903"/>
                </a:lnTo>
                <a:lnTo>
                  <a:pt x="45788" y="71566"/>
                </a:lnTo>
                <a:lnTo>
                  <a:pt x="46005" y="72220"/>
                </a:lnTo>
                <a:lnTo>
                  <a:pt x="46235" y="72866"/>
                </a:lnTo>
                <a:lnTo>
                  <a:pt x="46479" y="73504"/>
                </a:lnTo>
                <a:lnTo>
                  <a:pt x="46735" y="74133"/>
                </a:lnTo>
                <a:lnTo>
                  <a:pt x="47005" y="74754"/>
                </a:lnTo>
                <a:lnTo>
                  <a:pt x="47288" y="75366"/>
                </a:lnTo>
                <a:lnTo>
                  <a:pt x="47584" y="75970"/>
                </a:lnTo>
                <a:lnTo>
                  <a:pt x="47893" y="76566"/>
                </a:lnTo>
                <a:lnTo>
                  <a:pt x="48214" y="77152"/>
                </a:lnTo>
                <a:lnTo>
                  <a:pt x="48543" y="77727"/>
                </a:lnTo>
                <a:lnTo>
                  <a:pt x="48881" y="78291"/>
                </a:lnTo>
                <a:lnTo>
                  <a:pt x="49229" y="78844"/>
                </a:lnTo>
                <a:lnTo>
                  <a:pt x="49586" y="79386"/>
                </a:lnTo>
                <a:lnTo>
                  <a:pt x="49952" y="79917"/>
                </a:lnTo>
                <a:lnTo>
                  <a:pt x="50327" y="80437"/>
                </a:lnTo>
                <a:lnTo>
                  <a:pt x="50711" y="80946"/>
                </a:lnTo>
                <a:lnTo>
                  <a:pt x="51104" y="81444"/>
                </a:lnTo>
                <a:lnTo>
                  <a:pt x="51506" y="81930"/>
                </a:lnTo>
                <a:lnTo>
                  <a:pt x="51917" y="82406"/>
                </a:lnTo>
                <a:lnTo>
                  <a:pt x="52338" y="82871"/>
                </a:lnTo>
                <a:lnTo>
                  <a:pt x="52767" y="83325"/>
                </a:lnTo>
                <a:lnTo>
                  <a:pt x="53206" y="83768"/>
                </a:lnTo>
                <a:lnTo>
                  <a:pt x="53653" y="84200"/>
                </a:lnTo>
                <a:lnTo>
                  <a:pt x="54110" y="84621"/>
                </a:lnTo>
                <a:lnTo>
                  <a:pt x="54576" y="85031"/>
                </a:lnTo>
                <a:lnTo>
                  <a:pt x="55051" y="85430"/>
                </a:lnTo>
                <a:lnTo>
                  <a:pt x="55535" y="85818"/>
                </a:lnTo>
                <a:lnTo>
                  <a:pt x="56028" y="86195"/>
                </a:lnTo>
                <a:lnTo>
                  <a:pt x="56530" y="86561"/>
                </a:lnTo>
                <a:lnTo>
                  <a:pt x="57041" y="86916"/>
                </a:lnTo>
                <a:lnTo>
                  <a:pt x="57562" y="87259"/>
                </a:lnTo>
                <a:lnTo>
                  <a:pt x="58091" y="87592"/>
                </a:lnTo>
                <a:lnTo>
                  <a:pt x="58628" y="87913"/>
                </a:lnTo>
                <a:lnTo>
                  <a:pt x="59170" y="88219"/>
                </a:lnTo>
                <a:lnTo>
                  <a:pt x="59716" y="88513"/>
                </a:lnTo>
                <a:lnTo>
                  <a:pt x="60268" y="88792"/>
                </a:lnTo>
                <a:lnTo>
                  <a:pt x="60825" y="89058"/>
                </a:lnTo>
                <a:lnTo>
                  <a:pt x="61387" y="89310"/>
                </a:lnTo>
                <a:lnTo>
                  <a:pt x="61954" y="89549"/>
                </a:lnTo>
                <a:lnTo>
                  <a:pt x="62525" y="89774"/>
                </a:lnTo>
                <a:lnTo>
                  <a:pt x="63102" y="89985"/>
                </a:lnTo>
                <a:lnTo>
                  <a:pt x="63684" y="90183"/>
                </a:lnTo>
                <a:lnTo>
                  <a:pt x="64271" y="90367"/>
                </a:lnTo>
                <a:lnTo>
                  <a:pt x="64863" y="90537"/>
                </a:lnTo>
                <a:lnTo>
                  <a:pt x="65460" y="90694"/>
                </a:lnTo>
                <a:lnTo>
                  <a:pt x="66062" y="90837"/>
                </a:lnTo>
                <a:lnTo>
                  <a:pt x="66669" y="90967"/>
                </a:lnTo>
                <a:lnTo>
                  <a:pt x="67281" y="91083"/>
                </a:lnTo>
                <a:lnTo>
                  <a:pt x="67898" y="91185"/>
                </a:lnTo>
                <a:lnTo>
                  <a:pt x="68520" y="91273"/>
                </a:lnTo>
                <a:lnTo>
                  <a:pt x="69148" y="91348"/>
                </a:lnTo>
                <a:lnTo>
                  <a:pt x="69780" y="91410"/>
                </a:lnTo>
                <a:lnTo>
                  <a:pt x="70417" y="91457"/>
                </a:lnTo>
                <a:lnTo>
                  <a:pt x="71059" y="91492"/>
                </a:lnTo>
                <a:lnTo>
                  <a:pt x="71706" y="91512"/>
                </a:lnTo>
                <a:lnTo>
                  <a:pt x="72359" y="91519"/>
                </a:lnTo>
                <a:lnTo>
                  <a:pt x="73133" y="91513"/>
                </a:lnTo>
                <a:lnTo>
                  <a:pt x="73896" y="91496"/>
                </a:lnTo>
                <a:lnTo>
                  <a:pt x="74647" y="91468"/>
                </a:lnTo>
                <a:lnTo>
                  <a:pt x="75385" y="91429"/>
                </a:lnTo>
                <a:lnTo>
                  <a:pt x="76111" y="91378"/>
                </a:lnTo>
                <a:lnTo>
                  <a:pt x="76825" y="91316"/>
                </a:lnTo>
                <a:lnTo>
                  <a:pt x="77526" y="91243"/>
                </a:lnTo>
                <a:lnTo>
                  <a:pt x="78216" y="91159"/>
                </a:lnTo>
                <a:lnTo>
                  <a:pt x="78893" y="91063"/>
                </a:lnTo>
                <a:lnTo>
                  <a:pt x="79558" y="90957"/>
                </a:lnTo>
                <a:lnTo>
                  <a:pt x="80211" y="90838"/>
                </a:lnTo>
                <a:lnTo>
                  <a:pt x="80851" y="90709"/>
                </a:lnTo>
                <a:lnTo>
                  <a:pt x="81480" y="90569"/>
                </a:lnTo>
                <a:lnTo>
                  <a:pt x="82096" y="90417"/>
                </a:lnTo>
                <a:lnTo>
                  <a:pt x="82700" y="90254"/>
                </a:lnTo>
                <a:lnTo>
                  <a:pt x="83292" y="90079"/>
                </a:lnTo>
                <a:lnTo>
                  <a:pt x="83872" y="89894"/>
                </a:lnTo>
                <a:lnTo>
                  <a:pt x="84439" y="89697"/>
                </a:lnTo>
                <a:lnTo>
                  <a:pt x="84994" y="89489"/>
                </a:lnTo>
                <a:lnTo>
                  <a:pt x="85537" y="89270"/>
                </a:lnTo>
                <a:lnTo>
                  <a:pt x="86068" y="89039"/>
                </a:lnTo>
                <a:lnTo>
                  <a:pt x="86587" y="88797"/>
                </a:lnTo>
                <a:lnTo>
                  <a:pt x="87093" y="88544"/>
                </a:lnTo>
                <a:lnTo>
                  <a:pt x="87587" y="88280"/>
                </a:lnTo>
                <a:lnTo>
                  <a:pt x="88072" y="88006"/>
                </a:lnTo>
                <a:lnTo>
                  <a:pt x="88550" y="87724"/>
                </a:lnTo>
                <a:lnTo>
                  <a:pt x="89021" y="87435"/>
                </a:lnTo>
                <a:lnTo>
                  <a:pt x="89485" y="87137"/>
                </a:lnTo>
                <a:lnTo>
                  <a:pt x="89942" y="86832"/>
                </a:lnTo>
                <a:lnTo>
                  <a:pt x="90392" y="86519"/>
                </a:lnTo>
                <a:lnTo>
                  <a:pt x="90835" y="86197"/>
                </a:lnTo>
                <a:lnTo>
                  <a:pt x="91271" y="85868"/>
                </a:lnTo>
                <a:lnTo>
                  <a:pt x="91700" y="85531"/>
                </a:lnTo>
                <a:lnTo>
                  <a:pt x="92123" y="85186"/>
                </a:lnTo>
                <a:lnTo>
                  <a:pt x="92538" y="84834"/>
                </a:lnTo>
                <a:lnTo>
                  <a:pt x="92946" y="84473"/>
                </a:lnTo>
                <a:lnTo>
                  <a:pt x="93348" y="84104"/>
                </a:lnTo>
                <a:lnTo>
                  <a:pt x="93742" y="83728"/>
                </a:lnTo>
                <a:lnTo>
                  <a:pt x="94130" y="83343"/>
                </a:lnTo>
                <a:lnTo>
                  <a:pt x="94511" y="82951"/>
                </a:lnTo>
                <a:lnTo>
                  <a:pt x="94884" y="82551"/>
                </a:lnTo>
                <a:lnTo>
                  <a:pt x="95251" y="82143"/>
                </a:lnTo>
                <a:lnTo>
                  <a:pt x="95611" y="81727"/>
                </a:lnTo>
                <a:lnTo>
                  <a:pt x="95964" y="81303"/>
                </a:lnTo>
                <a:lnTo>
                  <a:pt x="96310" y="80872"/>
                </a:lnTo>
                <a:lnTo>
                  <a:pt x="96649" y="80432"/>
                </a:lnTo>
                <a:lnTo>
                  <a:pt x="96981" y="79984"/>
                </a:lnTo>
                <a:lnTo>
                  <a:pt x="97306" y="79529"/>
                </a:lnTo>
                <a:lnTo>
                  <a:pt x="97857" y="79529"/>
                </a:lnTo>
                <a:lnTo>
                  <a:pt x="96477" y="87247"/>
                </a:lnTo>
                <a:lnTo>
                  <a:pt x="96370" y="87864"/>
                </a:lnTo>
                <a:lnTo>
                  <a:pt x="96254" y="88474"/>
                </a:lnTo>
                <a:lnTo>
                  <a:pt x="96131" y="89077"/>
                </a:lnTo>
                <a:lnTo>
                  <a:pt x="95999" y="89673"/>
                </a:lnTo>
                <a:lnTo>
                  <a:pt x="95859" y="90262"/>
                </a:lnTo>
                <a:lnTo>
                  <a:pt x="95711" y="90844"/>
                </a:lnTo>
                <a:lnTo>
                  <a:pt x="95555" y="91419"/>
                </a:lnTo>
                <a:lnTo>
                  <a:pt x="95391" y="91987"/>
                </a:lnTo>
                <a:lnTo>
                  <a:pt x="95218" y="92548"/>
                </a:lnTo>
                <a:lnTo>
                  <a:pt x="95038" y="93103"/>
                </a:lnTo>
                <a:lnTo>
                  <a:pt x="94849" y="93650"/>
                </a:lnTo>
                <a:lnTo>
                  <a:pt x="94652" y="94190"/>
                </a:lnTo>
                <a:lnTo>
                  <a:pt x="94447" y="94724"/>
                </a:lnTo>
                <a:lnTo>
                  <a:pt x="94234" y="95250"/>
                </a:lnTo>
                <a:lnTo>
                  <a:pt x="94013" y="95770"/>
                </a:lnTo>
                <a:lnTo>
                  <a:pt x="93783" y="96282"/>
                </a:lnTo>
                <a:lnTo>
                  <a:pt x="93546" y="96788"/>
                </a:lnTo>
                <a:lnTo>
                  <a:pt x="93300" y="97287"/>
                </a:lnTo>
                <a:lnTo>
                  <a:pt x="93046" y="97778"/>
                </a:lnTo>
                <a:lnTo>
                  <a:pt x="92784" y="98263"/>
                </a:lnTo>
                <a:lnTo>
                  <a:pt x="92514" y="98741"/>
                </a:lnTo>
                <a:lnTo>
                  <a:pt x="92236" y="99212"/>
                </a:lnTo>
                <a:lnTo>
                  <a:pt x="91949" y="99676"/>
                </a:lnTo>
                <a:lnTo>
                  <a:pt x="91655" y="100133"/>
                </a:lnTo>
                <a:lnTo>
                  <a:pt x="91352" y="100583"/>
                </a:lnTo>
                <a:lnTo>
                  <a:pt x="91043" y="101023"/>
                </a:lnTo>
                <a:lnTo>
                  <a:pt x="90727" y="101456"/>
                </a:lnTo>
                <a:lnTo>
                  <a:pt x="90404" y="101879"/>
                </a:lnTo>
                <a:lnTo>
                  <a:pt x="90075" y="102294"/>
                </a:lnTo>
                <a:lnTo>
                  <a:pt x="89738" y="102701"/>
                </a:lnTo>
                <a:lnTo>
                  <a:pt x="89394" y="103098"/>
                </a:lnTo>
                <a:lnTo>
                  <a:pt x="89043" y="103487"/>
                </a:lnTo>
                <a:lnTo>
                  <a:pt x="88686" y="103868"/>
                </a:lnTo>
                <a:lnTo>
                  <a:pt x="88321" y="104240"/>
                </a:lnTo>
                <a:lnTo>
                  <a:pt x="87949" y="104603"/>
                </a:lnTo>
                <a:lnTo>
                  <a:pt x="87571" y="104958"/>
                </a:lnTo>
                <a:lnTo>
                  <a:pt x="87185" y="105304"/>
                </a:lnTo>
                <a:lnTo>
                  <a:pt x="86793" y="105641"/>
                </a:lnTo>
                <a:lnTo>
                  <a:pt x="86394" y="105970"/>
                </a:lnTo>
                <a:lnTo>
                  <a:pt x="85987" y="106290"/>
                </a:lnTo>
                <a:lnTo>
                  <a:pt x="85574" y="106602"/>
                </a:lnTo>
                <a:lnTo>
                  <a:pt x="85154" y="106905"/>
                </a:lnTo>
                <a:lnTo>
                  <a:pt x="84727" y="107199"/>
                </a:lnTo>
                <a:lnTo>
                  <a:pt x="84293" y="107485"/>
                </a:lnTo>
                <a:lnTo>
                  <a:pt x="83852" y="107762"/>
                </a:lnTo>
                <a:lnTo>
                  <a:pt x="83404" y="108030"/>
                </a:lnTo>
                <a:lnTo>
                  <a:pt x="82949" y="108290"/>
                </a:lnTo>
                <a:lnTo>
                  <a:pt x="82487" y="108541"/>
                </a:lnTo>
                <a:lnTo>
                  <a:pt x="82019" y="108783"/>
                </a:lnTo>
                <a:lnTo>
                  <a:pt x="81545" y="109015"/>
                </a:lnTo>
                <a:lnTo>
                  <a:pt x="81065" y="109236"/>
                </a:lnTo>
                <a:lnTo>
                  <a:pt x="80579" y="109447"/>
                </a:lnTo>
                <a:lnTo>
                  <a:pt x="80087" y="109647"/>
                </a:lnTo>
                <a:lnTo>
                  <a:pt x="79589" y="109838"/>
                </a:lnTo>
                <a:lnTo>
                  <a:pt x="79085" y="110018"/>
                </a:lnTo>
                <a:lnTo>
                  <a:pt x="78575" y="110188"/>
                </a:lnTo>
                <a:lnTo>
                  <a:pt x="78059" y="110347"/>
                </a:lnTo>
                <a:lnTo>
                  <a:pt x="77537" y="110496"/>
                </a:lnTo>
                <a:lnTo>
                  <a:pt x="77009" y="110635"/>
                </a:lnTo>
                <a:lnTo>
                  <a:pt x="76475" y="110764"/>
                </a:lnTo>
                <a:lnTo>
                  <a:pt x="75935" y="110882"/>
                </a:lnTo>
                <a:lnTo>
                  <a:pt x="75389" y="110990"/>
                </a:lnTo>
                <a:lnTo>
                  <a:pt x="74837" y="111088"/>
                </a:lnTo>
                <a:lnTo>
                  <a:pt x="74279" y="111175"/>
                </a:lnTo>
                <a:lnTo>
                  <a:pt x="73716" y="111253"/>
                </a:lnTo>
                <a:lnTo>
                  <a:pt x="73146" y="111319"/>
                </a:lnTo>
                <a:lnTo>
                  <a:pt x="72570" y="111376"/>
                </a:lnTo>
                <a:lnTo>
                  <a:pt x="71988" y="111422"/>
                </a:lnTo>
                <a:lnTo>
                  <a:pt x="71401" y="111458"/>
                </a:lnTo>
                <a:lnTo>
                  <a:pt x="70807" y="111484"/>
                </a:lnTo>
                <a:lnTo>
                  <a:pt x="70207" y="111499"/>
                </a:lnTo>
                <a:lnTo>
                  <a:pt x="69601" y="111505"/>
                </a:lnTo>
                <a:lnTo>
                  <a:pt x="69167" y="111501"/>
                </a:lnTo>
                <a:lnTo>
                  <a:pt x="68738" y="111492"/>
                </a:lnTo>
                <a:lnTo>
                  <a:pt x="68314" y="111476"/>
                </a:lnTo>
                <a:lnTo>
                  <a:pt x="67895" y="111453"/>
                </a:lnTo>
                <a:lnTo>
                  <a:pt x="67481" y="111424"/>
                </a:lnTo>
                <a:lnTo>
                  <a:pt x="67073" y="111388"/>
                </a:lnTo>
                <a:lnTo>
                  <a:pt x="66669" y="111346"/>
                </a:lnTo>
                <a:lnTo>
                  <a:pt x="66270" y="111298"/>
                </a:lnTo>
                <a:lnTo>
                  <a:pt x="65876" y="111243"/>
                </a:lnTo>
                <a:lnTo>
                  <a:pt x="65487" y="111182"/>
                </a:lnTo>
                <a:lnTo>
                  <a:pt x="65104" y="111114"/>
                </a:lnTo>
                <a:lnTo>
                  <a:pt x="64725" y="111039"/>
                </a:lnTo>
                <a:lnTo>
                  <a:pt x="64351" y="110959"/>
                </a:lnTo>
                <a:lnTo>
                  <a:pt x="63983" y="110871"/>
                </a:lnTo>
                <a:lnTo>
                  <a:pt x="63619" y="110778"/>
                </a:lnTo>
                <a:lnTo>
                  <a:pt x="63260" y="110677"/>
                </a:lnTo>
                <a:lnTo>
                  <a:pt x="62907" y="110571"/>
                </a:lnTo>
                <a:lnTo>
                  <a:pt x="62558" y="110458"/>
                </a:lnTo>
                <a:lnTo>
                  <a:pt x="62215" y="110338"/>
                </a:lnTo>
                <a:lnTo>
                  <a:pt x="61876" y="110212"/>
                </a:lnTo>
                <a:lnTo>
                  <a:pt x="61543" y="110080"/>
                </a:lnTo>
                <a:lnTo>
                  <a:pt x="61214" y="109941"/>
                </a:lnTo>
                <a:lnTo>
                  <a:pt x="60891" y="109795"/>
                </a:lnTo>
                <a:lnTo>
                  <a:pt x="60573" y="109643"/>
                </a:lnTo>
                <a:lnTo>
                  <a:pt x="60259" y="109486"/>
                </a:lnTo>
                <a:lnTo>
                  <a:pt x="59951" y="109325"/>
                </a:lnTo>
                <a:lnTo>
                  <a:pt x="59648" y="109159"/>
                </a:lnTo>
                <a:lnTo>
                  <a:pt x="59350" y="108989"/>
                </a:lnTo>
                <a:lnTo>
                  <a:pt x="59056" y="108815"/>
                </a:lnTo>
                <a:lnTo>
                  <a:pt x="58768" y="108636"/>
                </a:lnTo>
                <a:lnTo>
                  <a:pt x="58485" y="108453"/>
                </a:lnTo>
                <a:lnTo>
                  <a:pt x="58207" y="108266"/>
                </a:lnTo>
                <a:lnTo>
                  <a:pt x="57934" y="108074"/>
                </a:lnTo>
                <a:lnTo>
                  <a:pt x="57666" y="107878"/>
                </a:lnTo>
                <a:lnTo>
                  <a:pt x="57403" y="107678"/>
                </a:lnTo>
                <a:lnTo>
                  <a:pt x="57145" y="107474"/>
                </a:lnTo>
                <a:lnTo>
                  <a:pt x="56892" y="107265"/>
                </a:lnTo>
                <a:lnTo>
                  <a:pt x="56644" y="107051"/>
                </a:lnTo>
                <a:lnTo>
                  <a:pt x="56401" y="106834"/>
                </a:lnTo>
                <a:lnTo>
                  <a:pt x="56163" y="106612"/>
                </a:lnTo>
                <a:lnTo>
                  <a:pt x="55930" y="106386"/>
                </a:lnTo>
                <a:lnTo>
                  <a:pt x="55702" y="106156"/>
                </a:lnTo>
                <a:lnTo>
                  <a:pt x="55479" y="105921"/>
                </a:lnTo>
                <a:lnTo>
                  <a:pt x="55261" y="105682"/>
                </a:lnTo>
                <a:lnTo>
                  <a:pt x="55048" y="105438"/>
                </a:lnTo>
                <a:lnTo>
                  <a:pt x="54841" y="105191"/>
                </a:lnTo>
                <a:lnTo>
                  <a:pt x="54638" y="104939"/>
                </a:lnTo>
                <a:lnTo>
                  <a:pt x="54440" y="104682"/>
                </a:lnTo>
                <a:lnTo>
                  <a:pt x="54247" y="104423"/>
                </a:lnTo>
                <a:lnTo>
                  <a:pt x="54059" y="104161"/>
                </a:lnTo>
                <a:lnTo>
                  <a:pt x="53876" y="103897"/>
                </a:lnTo>
                <a:lnTo>
                  <a:pt x="53697" y="103631"/>
                </a:lnTo>
                <a:lnTo>
                  <a:pt x="53524" y="103363"/>
                </a:lnTo>
                <a:lnTo>
                  <a:pt x="53355" y="103092"/>
                </a:lnTo>
                <a:lnTo>
                  <a:pt x="53191" y="102820"/>
                </a:lnTo>
                <a:lnTo>
                  <a:pt x="53031" y="102545"/>
                </a:lnTo>
                <a:lnTo>
                  <a:pt x="52877" y="102269"/>
                </a:lnTo>
                <a:lnTo>
                  <a:pt x="52727" y="101990"/>
                </a:lnTo>
                <a:lnTo>
                  <a:pt x="52582" y="101709"/>
                </a:lnTo>
                <a:lnTo>
                  <a:pt x="52442" y="101425"/>
                </a:lnTo>
                <a:lnTo>
                  <a:pt x="52306" y="101140"/>
                </a:lnTo>
                <a:lnTo>
                  <a:pt x="52176" y="100853"/>
                </a:lnTo>
                <a:lnTo>
                  <a:pt x="52050" y="100563"/>
                </a:lnTo>
                <a:lnTo>
                  <a:pt x="51929" y="100271"/>
                </a:lnTo>
                <a:lnTo>
                  <a:pt x="51812" y="99977"/>
                </a:lnTo>
                <a:lnTo>
                  <a:pt x="51701" y="99681"/>
                </a:lnTo>
                <a:lnTo>
                  <a:pt x="51594" y="99383"/>
                </a:lnTo>
                <a:lnTo>
                  <a:pt x="51492" y="99083"/>
                </a:lnTo>
                <a:lnTo>
                  <a:pt x="51395" y="98780"/>
                </a:lnTo>
                <a:lnTo>
                  <a:pt x="51302" y="98475"/>
                </a:lnTo>
                <a:lnTo>
                  <a:pt x="51215" y="98169"/>
                </a:lnTo>
                <a:lnTo>
                  <a:pt x="51132" y="97860"/>
                </a:lnTo>
                <a:lnTo>
                  <a:pt x="39830" y="102409"/>
                </a:lnTo>
                <a:lnTo>
                  <a:pt x="39915" y="102788"/>
                </a:lnTo>
                <a:lnTo>
                  <a:pt x="40008" y="103167"/>
                </a:lnTo>
                <a:lnTo>
                  <a:pt x="40110" y="103545"/>
                </a:lnTo>
                <a:lnTo>
                  <a:pt x="40220" y="103924"/>
                </a:lnTo>
                <a:lnTo>
                  <a:pt x="40340" y="104303"/>
                </a:lnTo>
                <a:lnTo>
                  <a:pt x="40467" y="104682"/>
                </a:lnTo>
                <a:lnTo>
                  <a:pt x="40604" y="105061"/>
                </a:lnTo>
                <a:lnTo>
                  <a:pt x="40749" y="105440"/>
                </a:lnTo>
                <a:lnTo>
                  <a:pt x="40903" y="105819"/>
                </a:lnTo>
                <a:lnTo>
                  <a:pt x="41065" y="106198"/>
                </a:lnTo>
                <a:lnTo>
                  <a:pt x="41236" y="106577"/>
                </a:lnTo>
                <a:lnTo>
                  <a:pt x="41415" y="106956"/>
                </a:lnTo>
                <a:lnTo>
                  <a:pt x="41603" y="107335"/>
                </a:lnTo>
                <a:lnTo>
                  <a:pt x="41800" y="107714"/>
                </a:lnTo>
                <a:lnTo>
                  <a:pt x="42005" y="108093"/>
                </a:lnTo>
                <a:lnTo>
                  <a:pt x="42219" y="108472"/>
                </a:lnTo>
                <a:lnTo>
                  <a:pt x="42441" y="108851"/>
                </a:lnTo>
                <a:lnTo>
                  <a:pt x="42673" y="109230"/>
                </a:lnTo>
                <a:lnTo>
                  <a:pt x="42912" y="109609"/>
                </a:lnTo>
                <a:lnTo>
                  <a:pt x="43161" y="109988"/>
                </a:lnTo>
                <a:lnTo>
                  <a:pt x="43418" y="110367"/>
                </a:lnTo>
                <a:lnTo>
                  <a:pt x="43683" y="110746"/>
                </a:lnTo>
                <a:lnTo>
                  <a:pt x="43957" y="111126"/>
                </a:lnTo>
                <a:lnTo>
                  <a:pt x="44240" y="111505"/>
                </a:lnTo>
                <a:lnTo>
                  <a:pt x="44532" y="111881"/>
                </a:lnTo>
                <a:lnTo>
                  <a:pt x="44832" y="112252"/>
                </a:lnTo>
                <a:lnTo>
                  <a:pt x="45141" y="112618"/>
                </a:lnTo>
                <a:lnTo>
                  <a:pt x="45458" y="112979"/>
                </a:lnTo>
                <a:lnTo>
                  <a:pt x="45784" y="113334"/>
                </a:lnTo>
                <a:lnTo>
                  <a:pt x="46119" y="113684"/>
                </a:lnTo>
                <a:lnTo>
                  <a:pt x="46462" y="114029"/>
                </a:lnTo>
                <a:lnTo>
                  <a:pt x="46814" y="114369"/>
                </a:lnTo>
                <a:lnTo>
                  <a:pt x="47174" y="114703"/>
                </a:lnTo>
                <a:lnTo>
                  <a:pt x="47543" y="115032"/>
                </a:lnTo>
                <a:lnTo>
                  <a:pt x="47921" y="115356"/>
                </a:lnTo>
                <a:lnTo>
                  <a:pt x="48307" y="115674"/>
                </a:lnTo>
                <a:lnTo>
                  <a:pt x="48702" y="115987"/>
                </a:lnTo>
                <a:lnTo>
                  <a:pt x="49105" y="116295"/>
                </a:lnTo>
                <a:lnTo>
                  <a:pt x="49517" y="116598"/>
                </a:lnTo>
                <a:lnTo>
                  <a:pt x="49938" y="116895"/>
                </a:lnTo>
                <a:lnTo>
                  <a:pt x="50367" y="117187"/>
                </a:lnTo>
                <a:lnTo>
                  <a:pt x="50805" y="117474"/>
                </a:lnTo>
                <a:lnTo>
                  <a:pt x="51252" y="117756"/>
                </a:lnTo>
                <a:lnTo>
                  <a:pt x="51707" y="118032"/>
                </a:lnTo>
                <a:lnTo>
                  <a:pt x="52171" y="118303"/>
                </a:lnTo>
                <a:lnTo>
                  <a:pt x="52643" y="118569"/>
                </a:lnTo>
                <a:lnTo>
                  <a:pt x="53124" y="118829"/>
                </a:lnTo>
                <a:lnTo>
                  <a:pt x="53614" y="119084"/>
                </a:lnTo>
                <a:lnTo>
                  <a:pt x="54112" y="119332"/>
                </a:lnTo>
                <a:lnTo>
                  <a:pt x="54619" y="119569"/>
                </a:lnTo>
                <a:lnTo>
                  <a:pt x="55134" y="119795"/>
                </a:lnTo>
                <a:lnTo>
                  <a:pt x="55658" y="120011"/>
                </a:lnTo>
                <a:lnTo>
                  <a:pt x="56191" y="120216"/>
                </a:lnTo>
                <a:lnTo>
                  <a:pt x="56732" y="120411"/>
                </a:lnTo>
                <a:lnTo>
                  <a:pt x="57282" y="120595"/>
                </a:lnTo>
                <a:lnTo>
                  <a:pt x="57840" y="120769"/>
                </a:lnTo>
                <a:lnTo>
                  <a:pt x="58407" y="120932"/>
                </a:lnTo>
                <a:lnTo>
                  <a:pt x="58983" y="121085"/>
                </a:lnTo>
                <a:lnTo>
                  <a:pt x="59567" y="121227"/>
                </a:lnTo>
                <a:lnTo>
                  <a:pt x="60160" y="121359"/>
                </a:lnTo>
                <a:lnTo>
                  <a:pt x="60762" y="121480"/>
                </a:lnTo>
                <a:lnTo>
                  <a:pt x="61372" y="121590"/>
                </a:lnTo>
                <a:lnTo>
                  <a:pt x="61990" y="121690"/>
                </a:lnTo>
                <a:lnTo>
                  <a:pt x="62618" y="121780"/>
                </a:lnTo>
                <a:lnTo>
                  <a:pt x="63254" y="121859"/>
                </a:lnTo>
                <a:lnTo>
                  <a:pt x="63898" y="121927"/>
                </a:lnTo>
                <a:lnTo>
                  <a:pt x="64551" y="121985"/>
                </a:lnTo>
                <a:lnTo>
                  <a:pt x="65213" y="122033"/>
                </a:lnTo>
                <a:lnTo>
                  <a:pt x="65883" y="122070"/>
                </a:lnTo>
                <a:lnTo>
                  <a:pt x="66562" y="122096"/>
                </a:lnTo>
                <a:lnTo>
                  <a:pt x="67250" y="122112"/>
                </a:lnTo>
                <a:lnTo>
                  <a:pt x="67946" y="122117"/>
                </a:lnTo>
                <a:lnTo>
                  <a:pt x="68782" y="122111"/>
                </a:lnTo>
                <a:lnTo>
                  <a:pt x="69611" y="122092"/>
                </a:lnTo>
                <a:lnTo>
                  <a:pt x="70433" y="122061"/>
                </a:lnTo>
                <a:close/>
                <a:moveTo>
                  <a:pt x="72878" y="80819"/>
                </a:moveTo>
                <a:lnTo>
                  <a:pt x="72242" y="80751"/>
                </a:lnTo>
                <a:lnTo>
                  <a:pt x="71615" y="80664"/>
                </a:lnTo>
                <a:lnTo>
                  <a:pt x="70996" y="80558"/>
                </a:lnTo>
                <a:lnTo>
                  <a:pt x="70386" y="80432"/>
                </a:lnTo>
                <a:lnTo>
                  <a:pt x="69784" y="80286"/>
                </a:lnTo>
                <a:lnTo>
                  <a:pt x="69191" y="80122"/>
                </a:lnTo>
                <a:lnTo>
                  <a:pt x="68607" y="79937"/>
                </a:lnTo>
                <a:lnTo>
                  <a:pt x="68031" y="79734"/>
                </a:lnTo>
                <a:lnTo>
                  <a:pt x="67464" y="79511"/>
                </a:lnTo>
                <a:lnTo>
                  <a:pt x="66906" y="79269"/>
                </a:lnTo>
                <a:lnTo>
                  <a:pt x="66356" y="79007"/>
                </a:lnTo>
                <a:lnTo>
                  <a:pt x="65814" y="78726"/>
                </a:lnTo>
                <a:lnTo>
                  <a:pt x="65282" y="78426"/>
                </a:lnTo>
                <a:lnTo>
                  <a:pt x="64758" y="78106"/>
                </a:lnTo>
                <a:lnTo>
                  <a:pt x="64242" y="77767"/>
                </a:lnTo>
                <a:lnTo>
                  <a:pt x="63735" y="77408"/>
                </a:lnTo>
                <a:lnTo>
                  <a:pt x="63237" y="77030"/>
                </a:lnTo>
                <a:lnTo>
                  <a:pt x="62747" y="76633"/>
                </a:lnTo>
                <a:lnTo>
                  <a:pt x="62266" y="76216"/>
                </a:lnTo>
                <a:lnTo>
                  <a:pt x="61794" y="75780"/>
                </a:lnTo>
                <a:lnTo>
                  <a:pt x="61330" y="75325"/>
                </a:lnTo>
                <a:lnTo>
                  <a:pt x="60880" y="74851"/>
                </a:lnTo>
                <a:lnTo>
                  <a:pt x="60449" y="74362"/>
                </a:lnTo>
                <a:lnTo>
                  <a:pt x="60038" y="73855"/>
                </a:lnTo>
                <a:lnTo>
                  <a:pt x="59646" y="73332"/>
                </a:lnTo>
                <a:lnTo>
                  <a:pt x="59272" y="72793"/>
                </a:lnTo>
                <a:lnTo>
                  <a:pt x="58918" y="72237"/>
                </a:lnTo>
                <a:lnTo>
                  <a:pt x="58583" y="71664"/>
                </a:lnTo>
                <a:lnTo>
                  <a:pt x="58268" y="71075"/>
                </a:lnTo>
                <a:lnTo>
                  <a:pt x="57971" y="70470"/>
                </a:lnTo>
                <a:lnTo>
                  <a:pt x="57693" y="69848"/>
                </a:lnTo>
                <a:lnTo>
                  <a:pt x="57435" y="69209"/>
                </a:lnTo>
                <a:lnTo>
                  <a:pt x="57196" y="68554"/>
                </a:lnTo>
                <a:lnTo>
                  <a:pt x="56976" y="67882"/>
                </a:lnTo>
                <a:lnTo>
                  <a:pt x="56775" y="67194"/>
                </a:lnTo>
                <a:lnTo>
                  <a:pt x="56593" y="66490"/>
                </a:lnTo>
                <a:lnTo>
                  <a:pt x="56430" y="65768"/>
                </a:lnTo>
                <a:lnTo>
                  <a:pt x="56287" y="65031"/>
                </a:lnTo>
                <a:lnTo>
                  <a:pt x="56162" y="64276"/>
                </a:lnTo>
                <a:lnTo>
                  <a:pt x="56057" y="63506"/>
                </a:lnTo>
                <a:lnTo>
                  <a:pt x="55971" y="62719"/>
                </a:lnTo>
                <a:lnTo>
                  <a:pt x="55904" y="61915"/>
                </a:lnTo>
                <a:lnTo>
                  <a:pt x="55856" y="61094"/>
                </a:lnTo>
                <a:lnTo>
                  <a:pt x="55827" y="60258"/>
                </a:lnTo>
                <a:lnTo>
                  <a:pt x="55818" y="59404"/>
                </a:lnTo>
                <a:lnTo>
                  <a:pt x="55821" y="58866"/>
                </a:lnTo>
                <a:lnTo>
                  <a:pt x="55831" y="58331"/>
                </a:lnTo>
                <a:lnTo>
                  <a:pt x="55848" y="57798"/>
                </a:lnTo>
                <a:lnTo>
                  <a:pt x="55871" y="57268"/>
                </a:lnTo>
                <a:lnTo>
                  <a:pt x="55901" y="56741"/>
                </a:lnTo>
                <a:lnTo>
                  <a:pt x="55938" y="56217"/>
                </a:lnTo>
                <a:lnTo>
                  <a:pt x="55982" y="55696"/>
                </a:lnTo>
                <a:lnTo>
                  <a:pt x="56032" y="55178"/>
                </a:lnTo>
                <a:lnTo>
                  <a:pt x="56089" y="54662"/>
                </a:lnTo>
                <a:lnTo>
                  <a:pt x="56152" y="54150"/>
                </a:lnTo>
                <a:lnTo>
                  <a:pt x="56223" y="53640"/>
                </a:lnTo>
                <a:lnTo>
                  <a:pt x="56300" y="53133"/>
                </a:lnTo>
                <a:lnTo>
                  <a:pt x="56383" y="52630"/>
                </a:lnTo>
                <a:lnTo>
                  <a:pt x="56474" y="52128"/>
                </a:lnTo>
                <a:lnTo>
                  <a:pt x="56571" y="51630"/>
                </a:lnTo>
                <a:lnTo>
                  <a:pt x="56675" y="51135"/>
                </a:lnTo>
                <a:lnTo>
                  <a:pt x="56785" y="50643"/>
                </a:lnTo>
                <a:lnTo>
                  <a:pt x="56902" y="50153"/>
                </a:lnTo>
                <a:lnTo>
                  <a:pt x="57026" y="49666"/>
                </a:lnTo>
                <a:lnTo>
                  <a:pt x="57157" y="49182"/>
                </a:lnTo>
                <a:lnTo>
                  <a:pt x="57294" y="48701"/>
                </a:lnTo>
                <a:lnTo>
                  <a:pt x="57438" y="48223"/>
                </a:lnTo>
                <a:lnTo>
                  <a:pt x="57589" y="47748"/>
                </a:lnTo>
                <a:lnTo>
                  <a:pt x="57746" y="47276"/>
                </a:lnTo>
                <a:lnTo>
                  <a:pt x="57910" y="46807"/>
                </a:lnTo>
                <a:lnTo>
                  <a:pt x="58080" y="46343"/>
                </a:lnTo>
                <a:lnTo>
                  <a:pt x="58256" y="45885"/>
                </a:lnTo>
                <a:lnTo>
                  <a:pt x="58438" y="45430"/>
                </a:lnTo>
                <a:lnTo>
                  <a:pt x="58625" y="44981"/>
                </a:lnTo>
                <a:lnTo>
                  <a:pt x="58819" y="44536"/>
                </a:lnTo>
                <a:lnTo>
                  <a:pt x="59019" y="44097"/>
                </a:lnTo>
                <a:lnTo>
                  <a:pt x="59225" y="43662"/>
                </a:lnTo>
                <a:lnTo>
                  <a:pt x="59436" y="43231"/>
                </a:lnTo>
                <a:lnTo>
                  <a:pt x="59654" y="42806"/>
                </a:lnTo>
                <a:lnTo>
                  <a:pt x="59878" y="42385"/>
                </a:lnTo>
                <a:lnTo>
                  <a:pt x="60107" y="41970"/>
                </a:lnTo>
                <a:lnTo>
                  <a:pt x="60343" y="41559"/>
                </a:lnTo>
                <a:lnTo>
                  <a:pt x="60585" y="41152"/>
                </a:lnTo>
                <a:lnTo>
                  <a:pt x="60832" y="40751"/>
                </a:lnTo>
                <a:lnTo>
                  <a:pt x="61086" y="40354"/>
                </a:lnTo>
                <a:lnTo>
                  <a:pt x="61345" y="39962"/>
                </a:lnTo>
                <a:lnTo>
                  <a:pt x="61611" y="39575"/>
                </a:lnTo>
                <a:lnTo>
                  <a:pt x="61883" y="39193"/>
                </a:lnTo>
                <a:lnTo>
                  <a:pt x="62160" y="38815"/>
                </a:lnTo>
                <a:lnTo>
                  <a:pt x="62444" y="38443"/>
                </a:lnTo>
                <a:lnTo>
                  <a:pt x="62733" y="38075"/>
                </a:lnTo>
                <a:lnTo>
                  <a:pt x="63029" y="37712"/>
                </a:lnTo>
                <a:lnTo>
                  <a:pt x="63330" y="37353"/>
                </a:lnTo>
                <a:lnTo>
                  <a:pt x="63637" y="37000"/>
                </a:lnTo>
                <a:lnTo>
                  <a:pt x="63949" y="36654"/>
                </a:lnTo>
                <a:lnTo>
                  <a:pt x="64267" y="36314"/>
                </a:lnTo>
                <a:lnTo>
                  <a:pt x="64590" y="35980"/>
                </a:lnTo>
                <a:lnTo>
                  <a:pt x="64918" y="35653"/>
                </a:lnTo>
                <a:lnTo>
                  <a:pt x="65251" y="35333"/>
                </a:lnTo>
                <a:lnTo>
                  <a:pt x="65590" y="35019"/>
                </a:lnTo>
                <a:lnTo>
                  <a:pt x="65934" y="34711"/>
                </a:lnTo>
                <a:lnTo>
                  <a:pt x="66283" y="34410"/>
                </a:lnTo>
                <a:lnTo>
                  <a:pt x="66637" y="34115"/>
                </a:lnTo>
                <a:lnTo>
                  <a:pt x="66997" y="33827"/>
                </a:lnTo>
                <a:lnTo>
                  <a:pt x="67362" y="33545"/>
                </a:lnTo>
                <a:lnTo>
                  <a:pt x="67732" y="33270"/>
                </a:lnTo>
                <a:lnTo>
                  <a:pt x="68107" y="33001"/>
                </a:lnTo>
                <a:lnTo>
                  <a:pt x="68488" y="32738"/>
                </a:lnTo>
                <a:lnTo>
                  <a:pt x="68874" y="32482"/>
                </a:lnTo>
                <a:lnTo>
                  <a:pt x="69265" y="32233"/>
                </a:lnTo>
                <a:lnTo>
                  <a:pt x="69661" y="31990"/>
                </a:lnTo>
                <a:lnTo>
                  <a:pt x="70063" y="31753"/>
                </a:lnTo>
                <a:lnTo>
                  <a:pt x="70470" y="31523"/>
                </a:lnTo>
                <a:lnTo>
                  <a:pt x="70882" y="31300"/>
                </a:lnTo>
                <a:lnTo>
                  <a:pt x="71300" y="31082"/>
                </a:lnTo>
                <a:lnTo>
                  <a:pt x="71722" y="30872"/>
                </a:lnTo>
                <a:lnTo>
                  <a:pt x="72150" y="30668"/>
                </a:lnTo>
                <a:lnTo>
                  <a:pt x="72583" y="30471"/>
                </a:lnTo>
                <a:lnTo>
                  <a:pt x="73020" y="30282"/>
                </a:lnTo>
                <a:lnTo>
                  <a:pt x="73461" y="30102"/>
                </a:lnTo>
                <a:lnTo>
                  <a:pt x="73906" y="29930"/>
                </a:lnTo>
                <a:lnTo>
                  <a:pt x="74355" y="29767"/>
                </a:lnTo>
                <a:lnTo>
                  <a:pt x="74808" y="29612"/>
                </a:lnTo>
                <a:lnTo>
                  <a:pt x="75266" y="29466"/>
                </a:lnTo>
                <a:lnTo>
                  <a:pt x="75727" y="29327"/>
                </a:lnTo>
                <a:lnTo>
                  <a:pt x="76192" y="29198"/>
                </a:lnTo>
                <a:lnTo>
                  <a:pt x="76662" y="29076"/>
                </a:lnTo>
                <a:lnTo>
                  <a:pt x="77135" y="28963"/>
                </a:lnTo>
                <a:lnTo>
                  <a:pt x="77613" y="28858"/>
                </a:lnTo>
                <a:lnTo>
                  <a:pt x="78094" y="28762"/>
                </a:lnTo>
                <a:lnTo>
                  <a:pt x="78580" y="28674"/>
                </a:lnTo>
                <a:lnTo>
                  <a:pt x="79070" y="28594"/>
                </a:lnTo>
                <a:lnTo>
                  <a:pt x="79564" y="28523"/>
                </a:lnTo>
                <a:lnTo>
                  <a:pt x="80061" y="28460"/>
                </a:lnTo>
                <a:lnTo>
                  <a:pt x="80563" y="28406"/>
                </a:lnTo>
                <a:lnTo>
                  <a:pt x="81069" y="28360"/>
                </a:lnTo>
                <a:lnTo>
                  <a:pt x="81580" y="28322"/>
                </a:lnTo>
                <a:lnTo>
                  <a:pt x="82094" y="28293"/>
                </a:lnTo>
                <a:lnTo>
                  <a:pt x="82612" y="28272"/>
                </a:lnTo>
                <a:lnTo>
                  <a:pt x="83134" y="28259"/>
                </a:lnTo>
                <a:lnTo>
                  <a:pt x="83661" y="28255"/>
                </a:lnTo>
                <a:lnTo>
                  <a:pt x="84334" y="28265"/>
                </a:lnTo>
                <a:lnTo>
                  <a:pt x="84998" y="28295"/>
                </a:lnTo>
                <a:lnTo>
                  <a:pt x="85652" y="28346"/>
                </a:lnTo>
                <a:lnTo>
                  <a:pt x="86298" y="28416"/>
                </a:lnTo>
                <a:lnTo>
                  <a:pt x="86935" y="28507"/>
                </a:lnTo>
                <a:lnTo>
                  <a:pt x="87562" y="28617"/>
                </a:lnTo>
                <a:lnTo>
                  <a:pt x="88181" y="28748"/>
                </a:lnTo>
                <a:lnTo>
                  <a:pt x="88790" y="28899"/>
                </a:lnTo>
                <a:lnTo>
                  <a:pt x="89390" y="29069"/>
                </a:lnTo>
                <a:lnTo>
                  <a:pt x="89982" y="29260"/>
                </a:lnTo>
                <a:lnTo>
                  <a:pt x="90564" y="29472"/>
                </a:lnTo>
                <a:lnTo>
                  <a:pt x="91137" y="29703"/>
                </a:lnTo>
                <a:lnTo>
                  <a:pt x="91701" y="29954"/>
                </a:lnTo>
                <a:lnTo>
                  <a:pt x="92255" y="30225"/>
                </a:lnTo>
                <a:lnTo>
                  <a:pt x="92801" y="30517"/>
                </a:lnTo>
                <a:lnTo>
                  <a:pt x="93338" y="30829"/>
                </a:lnTo>
                <a:lnTo>
                  <a:pt x="93865" y="31160"/>
                </a:lnTo>
                <a:lnTo>
                  <a:pt x="94384" y="31512"/>
                </a:lnTo>
                <a:lnTo>
                  <a:pt x="94893" y="31884"/>
                </a:lnTo>
                <a:lnTo>
                  <a:pt x="95393" y="32276"/>
                </a:lnTo>
                <a:lnTo>
                  <a:pt x="95885" y="32688"/>
                </a:lnTo>
                <a:lnTo>
                  <a:pt x="96367" y="33120"/>
                </a:lnTo>
                <a:lnTo>
                  <a:pt x="96840" y="33573"/>
                </a:lnTo>
                <a:lnTo>
                  <a:pt x="97304" y="34045"/>
                </a:lnTo>
                <a:lnTo>
                  <a:pt x="97753" y="34535"/>
                </a:lnTo>
                <a:lnTo>
                  <a:pt x="98184" y="35040"/>
                </a:lnTo>
                <a:lnTo>
                  <a:pt x="98596" y="35561"/>
                </a:lnTo>
                <a:lnTo>
                  <a:pt x="98988" y="36097"/>
                </a:lnTo>
                <a:lnTo>
                  <a:pt x="99362" y="36648"/>
                </a:lnTo>
                <a:lnTo>
                  <a:pt x="99716" y="37215"/>
                </a:lnTo>
                <a:lnTo>
                  <a:pt x="100051" y="37797"/>
                </a:lnTo>
                <a:lnTo>
                  <a:pt x="100367" y="38394"/>
                </a:lnTo>
                <a:lnTo>
                  <a:pt x="100664" y="39006"/>
                </a:lnTo>
                <a:lnTo>
                  <a:pt x="100941" y="39634"/>
                </a:lnTo>
                <a:lnTo>
                  <a:pt x="101200" y="40277"/>
                </a:lnTo>
                <a:lnTo>
                  <a:pt x="101439" y="40936"/>
                </a:lnTo>
                <a:lnTo>
                  <a:pt x="101659" y="41610"/>
                </a:lnTo>
                <a:lnTo>
                  <a:pt x="101861" y="42299"/>
                </a:lnTo>
                <a:lnTo>
                  <a:pt x="102042" y="43003"/>
                </a:lnTo>
                <a:lnTo>
                  <a:pt x="102205" y="43723"/>
                </a:lnTo>
                <a:lnTo>
                  <a:pt x="102349" y="44458"/>
                </a:lnTo>
                <a:lnTo>
                  <a:pt x="102473" y="45209"/>
                </a:lnTo>
                <a:lnTo>
                  <a:pt x="102579" y="45974"/>
                </a:lnTo>
                <a:lnTo>
                  <a:pt x="102665" y="46755"/>
                </a:lnTo>
                <a:lnTo>
                  <a:pt x="102732" y="47552"/>
                </a:lnTo>
                <a:lnTo>
                  <a:pt x="102780" y="48364"/>
                </a:lnTo>
                <a:lnTo>
                  <a:pt x="102808" y="49191"/>
                </a:lnTo>
                <a:lnTo>
                  <a:pt x="102818" y="50033"/>
                </a:lnTo>
                <a:lnTo>
                  <a:pt x="102812" y="50698"/>
                </a:lnTo>
                <a:lnTo>
                  <a:pt x="102793" y="51359"/>
                </a:lnTo>
                <a:lnTo>
                  <a:pt x="102762" y="52017"/>
                </a:lnTo>
                <a:lnTo>
                  <a:pt x="102718" y="52673"/>
                </a:lnTo>
                <a:lnTo>
                  <a:pt x="102662" y="53325"/>
                </a:lnTo>
                <a:lnTo>
                  <a:pt x="102594" y="53974"/>
                </a:lnTo>
                <a:lnTo>
                  <a:pt x="102513" y="54620"/>
                </a:lnTo>
                <a:lnTo>
                  <a:pt x="102420" y="55263"/>
                </a:lnTo>
                <a:lnTo>
                  <a:pt x="102314" y="55902"/>
                </a:lnTo>
                <a:lnTo>
                  <a:pt x="102196" y="56539"/>
                </a:lnTo>
                <a:lnTo>
                  <a:pt x="102065" y="57172"/>
                </a:lnTo>
                <a:lnTo>
                  <a:pt x="101922" y="57803"/>
                </a:lnTo>
                <a:lnTo>
                  <a:pt x="101766" y="58430"/>
                </a:lnTo>
                <a:lnTo>
                  <a:pt x="101598" y="59054"/>
                </a:lnTo>
                <a:lnTo>
                  <a:pt x="101418" y="59675"/>
                </a:lnTo>
                <a:lnTo>
                  <a:pt x="101225" y="60293"/>
                </a:lnTo>
                <a:lnTo>
                  <a:pt x="101020" y="60908"/>
                </a:lnTo>
                <a:lnTo>
                  <a:pt x="100802" y="61520"/>
                </a:lnTo>
                <a:lnTo>
                  <a:pt x="100572" y="62128"/>
                </a:lnTo>
                <a:lnTo>
                  <a:pt x="100329" y="62734"/>
                </a:lnTo>
                <a:lnTo>
                  <a:pt x="100074" y="63336"/>
                </a:lnTo>
                <a:lnTo>
                  <a:pt x="99807" y="63936"/>
                </a:lnTo>
                <a:lnTo>
                  <a:pt x="99527" y="64532"/>
                </a:lnTo>
                <a:lnTo>
                  <a:pt x="99234" y="65125"/>
                </a:lnTo>
                <a:lnTo>
                  <a:pt x="98931" y="65712"/>
                </a:lnTo>
                <a:lnTo>
                  <a:pt x="98618" y="66289"/>
                </a:lnTo>
                <a:lnTo>
                  <a:pt x="98296" y="66856"/>
                </a:lnTo>
                <a:lnTo>
                  <a:pt x="97965" y="67414"/>
                </a:lnTo>
                <a:lnTo>
                  <a:pt x="97624" y="67963"/>
                </a:lnTo>
                <a:lnTo>
                  <a:pt x="97274" y="68502"/>
                </a:lnTo>
                <a:lnTo>
                  <a:pt x="96915" y="69031"/>
                </a:lnTo>
                <a:lnTo>
                  <a:pt x="96546" y="69551"/>
                </a:lnTo>
                <a:lnTo>
                  <a:pt x="96168" y="70061"/>
                </a:lnTo>
                <a:lnTo>
                  <a:pt x="95781" y="70561"/>
                </a:lnTo>
                <a:lnTo>
                  <a:pt x="95385" y="71053"/>
                </a:lnTo>
                <a:lnTo>
                  <a:pt x="94979" y="71534"/>
                </a:lnTo>
                <a:lnTo>
                  <a:pt x="94563" y="72006"/>
                </a:lnTo>
                <a:lnTo>
                  <a:pt x="94139" y="72468"/>
                </a:lnTo>
                <a:lnTo>
                  <a:pt x="93705" y="72921"/>
                </a:lnTo>
                <a:lnTo>
                  <a:pt x="93261" y="73364"/>
                </a:lnTo>
                <a:lnTo>
                  <a:pt x="92809" y="73798"/>
                </a:lnTo>
                <a:lnTo>
                  <a:pt x="92347" y="74222"/>
                </a:lnTo>
                <a:lnTo>
                  <a:pt x="91875" y="74637"/>
                </a:lnTo>
                <a:lnTo>
                  <a:pt x="91395" y="75042"/>
                </a:lnTo>
                <a:lnTo>
                  <a:pt x="90905" y="75437"/>
                </a:lnTo>
                <a:lnTo>
                  <a:pt x="90406" y="75823"/>
                </a:lnTo>
                <a:lnTo>
                  <a:pt x="89897" y="76199"/>
                </a:lnTo>
                <a:lnTo>
                  <a:pt x="89379" y="76566"/>
                </a:lnTo>
                <a:lnTo>
                  <a:pt x="88853" y="76920"/>
                </a:lnTo>
                <a:lnTo>
                  <a:pt x="88320" y="77259"/>
                </a:lnTo>
                <a:lnTo>
                  <a:pt x="87780" y="77583"/>
                </a:lnTo>
                <a:lnTo>
                  <a:pt x="87233" y="77892"/>
                </a:lnTo>
                <a:lnTo>
                  <a:pt x="86679" y="78186"/>
                </a:lnTo>
                <a:lnTo>
                  <a:pt x="86118" y="78465"/>
                </a:lnTo>
                <a:lnTo>
                  <a:pt x="85551" y="78729"/>
                </a:lnTo>
                <a:lnTo>
                  <a:pt x="84976" y="78977"/>
                </a:lnTo>
                <a:lnTo>
                  <a:pt x="84394" y="79211"/>
                </a:lnTo>
                <a:lnTo>
                  <a:pt x="83806" y="79429"/>
                </a:lnTo>
                <a:lnTo>
                  <a:pt x="83210" y="79633"/>
                </a:lnTo>
                <a:lnTo>
                  <a:pt x="82608" y="79821"/>
                </a:lnTo>
                <a:lnTo>
                  <a:pt x="81999" y="79995"/>
                </a:lnTo>
                <a:lnTo>
                  <a:pt x="81382" y="80153"/>
                </a:lnTo>
                <a:lnTo>
                  <a:pt x="80759" y="80296"/>
                </a:lnTo>
                <a:lnTo>
                  <a:pt x="80129" y="80424"/>
                </a:lnTo>
                <a:lnTo>
                  <a:pt x="79492" y="80537"/>
                </a:lnTo>
                <a:lnTo>
                  <a:pt x="78848" y="80635"/>
                </a:lnTo>
                <a:lnTo>
                  <a:pt x="78197" y="80718"/>
                </a:lnTo>
                <a:lnTo>
                  <a:pt x="77539" y="80786"/>
                </a:lnTo>
                <a:lnTo>
                  <a:pt x="76874" y="80839"/>
                </a:lnTo>
                <a:lnTo>
                  <a:pt x="76203" y="80876"/>
                </a:lnTo>
                <a:lnTo>
                  <a:pt x="75524" y="80899"/>
                </a:lnTo>
                <a:lnTo>
                  <a:pt x="74838" y="80907"/>
                </a:lnTo>
                <a:lnTo>
                  <a:pt x="74176" y="80897"/>
                </a:lnTo>
                <a:lnTo>
                  <a:pt x="73523" y="80868"/>
                </a:lnTo>
                <a:lnTo>
                  <a:pt x="72878" y="80819"/>
                </a:lnTo>
                <a:close/>
                <a:moveTo>
                  <a:pt x="135483" y="69468"/>
                </a:moveTo>
                <a:lnTo>
                  <a:pt x="135385" y="70027"/>
                </a:lnTo>
                <a:lnTo>
                  <a:pt x="135296" y="70580"/>
                </a:lnTo>
                <a:lnTo>
                  <a:pt x="135217" y="71127"/>
                </a:lnTo>
                <a:lnTo>
                  <a:pt x="135148" y="71667"/>
                </a:lnTo>
                <a:lnTo>
                  <a:pt x="135089" y="72201"/>
                </a:lnTo>
                <a:lnTo>
                  <a:pt x="135040" y="72728"/>
                </a:lnTo>
                <a:lnTo>
                  <a:pt x="135000" y="73249"/>
                </a:lnTo>
                <a:lnTo>
                  <a:pt x="134970" y="73763"/>
                </a:lnTo>
                <a:lnTo>
                  <a:pt x="134950" y="74271"/>
                </a:lnTo>
                <a:lnTo>
                  <a:pt x="134940" y="74773"/>
                </a:lnTo>
                <a:lnTo>
                  <a:pt x="134939" y="75268"/>
                </a:lnTo>
                <a:lnTo>
                  <a:pt x="134949" y="75756"/>
                </a:lnTo>
                <a:lnTo>
                  <a:pt x="134968" y="76238"/>
                </a:lnTo>
                <a:lnTo>
                  <a:pt x="134997" y="76714"/>
                </a:lnTo>
                <a:lnTo>
                  <a:pt x="135036" y="77183"/>
                </a:lnTo>
                <a:lnTo>
                  <a:pt x="135084" y="77646"/>
                </a:lnTo>
                <a:lnTo>
                  <a:pt x="135143" y="78102"/>
                </a:lnTo>
                <a:lnTo>
                  <a:pt x="135211" y="78552"/>
                </a:lnTo>
                <a:lnTo>
                  <a:pt x="135289" y="78995"/>
                </a:lnTo>
                <a:lnTo>
                  <a:pt x="135377" y="79432"/>
                </a:lnTo>
                <a:lnTo>
                  <a:pt x="135475" y="79862"/>
                </a:lnTo>
                <a:lnTo>
                  <a:pt x="135582" y="80286"/>
                </a:lnTo>
                <a:lnTo>
                  <a:pt x="135699" y="80704"/>
                </a:lnTo>
                <a:lnTo>
                  <a:pt x="135826" y="81115"/>
                </a:lnTo>
                <a:lnTo>
                  <a:pt x="135963" y="81518"/>
                </a:lnTo>
                <a:lnTo>
                  <a:pt x="136108" y="81914"/>
                </a:lnTo>
                <a:lnTo>
                  <a:pt x="136263" y="82302"/>
                </a:lnTo>
                <a:lnTo>
                  <a:pt x="136426" y="82682"/>
                </a:lnTo>
                <a:lnTo>
                  <a:pt x="136598" y="83054"/>
                </a:lnTo>
                <a:lnTo>
                  <a:pt x="136778" y="83419"/>
                </a:lnTo>
                <a:lnTo>
                  <a:pt x="136968" y="83775"/>
                </a:lnTo>
                <a:lnTo>
                  <a:pt x="137167" y="84123"/>
                </a:lnTo>
                <a:lnTo>
                  <a:pt x="137374" y="84464"/>
                </a:lnTo>
                <a:lnTo>
                  <a:pt x="137590" y="84797"/>
                </a:lnTo>
                <a:lnTo>
                  <a:pt x="137815" y="85121"/>
                </a:lnTo>
                <a:lnTo>
                  <a:pt x="138049" y="85438"/>
                </a:lnTo>
                <a:lnTo>
                  <a:pt x="138292" y="85747"/>
                </a:lnTo>
                <a:lnTo>
                  <a:pt x="138544" y="86048"/>
                </a:lnTo>
                <a:lnTo>
                  <a:pt x="138804" y="86341"/>
                </a:lnTo>
                <a:lnTo>
                  <a:pt x="139073" y="86627"/>
                </a:lnTo>
                <a:lnTo>
                  <a:pt x="139352" y="86904"/>
                </a:lnTo>
                <a:lnTo>
                  <a:pt x="139639" y="87174"/>
                </a:lnTo>
                <a:lnTo>
                  <a:pt x="139935" y="87435"/>
                </a:lnTo>
                <a:lnTo>
                  <a:pt x="140239" y="87689"/>
                </a:lnTo>
                <a:lnTo>
                  <a:pt x="140553" y="87935"/>
                </a:lnTo>
                <a:lnTo>
                  <a:pt x="140875" y="88173"/>
                </a:lnTo>
                <a:lnTo>
                  <a:pt x="141207" y="88403"/>
                </a:lnTo>
                <a:lnTo>
                  <a:pt x="141547" y="88625"/>
                </a:lnTo>
                <a:lnTo>
                  <a:pt x="141895" y="88839"/>
                </a:lnTo>
                <a:lnTo>
                  <a:pt x="142251" y="89043"/>
                </a:lnTo>
                <a:lnTo>
                  <a:pt x="142615" y="89239"/>
                </a:lnTo>
                <a:lnTo>
                  <a:pt x="142986" y="89425"/>
                </a:lnTo>
                <a:lnTo>
                  <a:pt x="143365" y="89602"/>
                </a:lnTo>
                <a:lnTo>
                  <a:pt x="143752" y="89770"/>
                </a:lnTo>
                <a:lnTo>
                  <a:pt x="144146" y="89930"/>
                </a:lnTo>
                <a:lnTo>
                  <a:pt x="144548" y="90080"/>
                </a:lnTo>
                <a:lnTo>
                  <a:pt x="144958" y="90221"/>
                </a:lnTo>
                <a:lnTo>
                  <a:pt x="145375" y="90352"/>
                </a:lnTo>
                <a:lnTo>
                  <a:pt x="145800" y="90475"/>
                </a:lnTo>
                <a:lnTo>
                  <a:pt x="146233" y="90589"/>
                </a:lnTo>
                <a:lnTo>
                  <a:pt x="146673" y="90693"/>
                </a:lnTo>
                <a:lnTo>
                  <a:pt x="147121" y="90789"/>
                </a:lnTo>
                <a:lnTo>
                  <a:pt x="147577" y="90875"/>
                </a:lnTo>
                <a:lnTo>
                  <a:pt x="148040" y="90952"/>
                </a:lnTo>
                <a:lnTo>
                  <a:pt x="148511" y="91021"/>
                </a:lnTo>
                <a:lnTo>
                  <a:pt x="148990" y="91080"/>
                </a:lnTo>
                <a:lnTo>
                  <a:pt x="149476" y="91130"/>
                </a:lnTo>
                <a:lnTo>
                  <a:pt x="149970" y="91171"/>
                </a:lnTo>
                <a:lnTo>
                  <a:pt x="150472" y="91202"/>
                </a:lnTo>
                <a:lnTo>
                  <a:pt x="150981" y="91225"/>
                </a:lnTo>
                <a:lnTo>
                  <a:pt x="151498" y="91239"/>
                </a:lnTo>
                <a:lnTo>
                  <a:pt x="152022" y="91243"/>
                </a:lnTo>
                <a:lnTo>
                  <a:pt x="152229" y="91243"/>
                </a:lnTo>
                <a:lnTo>
                  <a:pt x="152434" y="91240"/>
                </a:lnTo>
                <a:lnTo>
                  <a:pt x="152639" y="91237"/>
                </a:lnTo>
                <a:lnTo>
                  <a:pt x="152844" y="91232"/>
                </a:lnTo>
                <a:lnTo>
                  <a:pt x="153047" y="91225"/>
                </a:lnTo>
                <a:lnTo>
                  <a:pt x="153250" y="91217"/>
                </a:lnTo>
                <a:lnTo>
                  <a:pt x="153452" y="91208"/>
                </a:lnTo>
                <a:lnTo>
                  <a:pt x="153654" y="91197"/>
                </a:lnTo>
                <a:lnTo>
                  <a:pt x="153854" y="91185"/>
                </a:lnTo>
                <a:lnTo>
                  <a:pt x="154054" y="91171"/>
                </a:lnTo>
                <a:lnTo>
                  <a:pt x="154253" y="91156"/>
                </a:lnTo>
                <a:lnTo>
                  <a:pt x="154452" y="91140"/>
                </a:lnTo>
                <a:lnTo>
                  <a:pt x="154650" y="91122"/>
                </a:lnTo>
                <a:lnTo>
                  <a:pt x="154847" y="91102"/>
                </a:lnTo>
                <a:lnTo>
                  <a:pt x="155043" y="91081"/>
                </a:lnTo>
                <a:lnTo>
                  <a:pt x="155239" y="91059"/>
                </a:lnTo>
                <a:lnTo>
                  <a:pt x="155434" y="91035"/>
                </a:lnTo>
                <a:lnTo>
                  <a:pt x="155628" y="91010"/>
                </a:lnTo>
                <a:lnTo>
                  <a:pt x="155821" y="90984"/>
                </a:lnTo>
                <a:lnTo>
                  <a:pt x="156014" y="90956"/>
                </a:lnTo>
                <a:lnTo>
                  <a:pt x="156206" y="90926"/>
                </a:lnTo>
                <a:lnTo>
                  <a:pt x="156397" y="90895"/>
                </a:lnTo>
                <a:lnTo>
                  <a:pt x="156588" y="90863"/>
                </a:lnTo>
                <a:lnTo>
                  <a:pt x="156777" y="90829"/>
                </a:lnTo>
                <a:lnTo>
                  <a:pt x="156967" y="90794"/>
                </a:lnTo>
                <a:lnTo>
                  <a:pt x="157156" y="90756"/>
                </a:lnTo>
                <a:lnTo>
                  <a:pt x="157345" y="90717"/>
                </a:lnTo>
                <a:lnTo>
                  <a:pt x="157533" y="90676"/>
                </a:lnTo>
                <a:lnTo>
                  <a:pt x="157722" y="90633"/>
                </a:lnTo>
                <a:lnTo>
                  <a:pt x="157910" y="90588"/>
                </a:lnTo>
                <a:lnTo>
                  <a:pt x="158098" y="90541"/>
                </a:lnTo>
                <a:lnTo>
                  <a:pt x="158286" y="90493"/>
                </a:lnTo>
                <a:lnTo>
                  <a:pt x="158473" y="90442"/>
                </a:lnTo>
                <a:lnTo>
                  <a:pt x="158660" y="90389"/>
                </a:lnTo>
                <a:lnTo>
                  <a:pt x="158847" y="90335"/>
                </a:lnTo>
                <a:lnTo>
                  <a:pt x="159034" y="90279"/>
                </a:lnTo>
                <a:lnTo>
                  <a:pt x="159221" y="90220"/>
                </a:lnTo>
                <a:lnTo>
                  <a:pt x="159407" y="90160"/>
                </a:lnTo>
                <a:lnTo>
                  <a:pt x="159593" y="90098"/>
                </a:lnTo>
                <a:lnTo>
                  <a:pt x="159779" y="90034"/>
                </a:lnTo>
                <a:lnTo>
                  <a:pt x="159964" y="89968"/>
                </a:lnTo>
                <a:lnTo>
                  <a:pt x="160150" y="89900"/>
                </a:lnTo>
                <a:lnTo>
                  <a:pt x="160335" y="89830"/>
                </a:lnTo>
                <a:lnTo>
                  <a:pt x="160520" y="89758"/>
                </a:lnTo>
                <a:lnTo>
                  <a:pt x="160704" y="89684"/>
                </a:lnTo>
                <a:lnTo>
                  <a:pt x="160889" y="89609"/>
                </a:lnTo>
                <a:lnTo>
                  <a:pt x="161073" y="89531"/>
                </a:lnTo>
                <a:lnTo>
                  <a:pt x="161257" y="89451"/>
                </a:lnTo>
                <a:lnTo>
                  <a:pt x="163186" y="78013"/>
                </a:lnTo>
                <a:lnTo>
                  <a:pt x="163014" y="78126"/>
                </a:lnTo>
                <a:lnTo>
                  <a:pt x="162843" y="78236"/>
                </a:lnTo>
                <a:lnTo>
                  <a:pt x="162674" y="78343"/>
                </a:lnTo>
                <a:lnTo>
                  <a:pt x="162506" y="78447"/>
                </a:lnTo>
                <a:lnTo>
                  <a:pt x="162339" y="78548"/>
                </a:lnTo>
                <a:lnTo>
                  <a:pt x="162173" y="78646"/>
                </a:lnTo>
                <a:lnTo>
                  <a:pt x="162009" y="78740"/>
                </a:lnTo>
                <a:lnTo>
                  <a:pt x="161846" y="78832"/>
                </a:lnTo>
                <a:lnTo>
                  <a:pt x="161684" y="78920"/>
                </a:lnTo>
                <a:lnTo>
                  <a:pt x="161523" y="79005"/>
                </a:lnTo>
                <a:lnTo>
                  <a:pt x="161363" y="79088"/>
                </a:lnTo>
                <a:lnTo>
                  <a:pt x="161204" y="79167"/>
                </a:lnTo>
                <a:lnTo>
                  <a:pt x="161047" y="79243"/>
                </a:lnTo>
                <a:lnTo>
                  <a:pt x="160891" y="79316"/>
                </a:lnTo>
                <a:lnTo>
                  <a:pt x="160736" y="79385"/>
                </a:lnTo>
                <a:lnTo>
                  <a:pt x="160582" y="79452"/>
                </a:lnTo>
                <a:lnTo>
                  <a:pt x="160430" y="79516"/>
                </a:lnTo>
                <a:lnTo>
                  <a:pt x="160279" y="79576"/>
                </a:lnTo>
                <a:lnTo>
                  <a:pt x="160128" y="79634"/>
                </a:lnTo>
                <a:lnTo>
                  <a:pt x="159980" y="79688"/>
                </a:lnTo>
                <a:lnTo>
                  <a:pt x="159832" y="79739"/>
                </a:lnTo>
                <a:lnTo>
                  <a:pt x="159685" y="79787"/>
                </a:lnTo>
                <a:lnTo>
                  <a:pt x="159540" y="79832"/>
                </a:lnTo>
                <a:lnTo>
                  <a:pt x="159396" y="79874"/>
                </a:lnTo>
                <a:lnTo>
                  <a:pt x="159252" y="79913"/>
                </a:lnTo>
                <a:lnTo>
                  <a:pt x="159106" y="79951"/>
                </a:lnTo>
                <a:lnTo>
                  <a:pt x="158960" y="79987"/>
                </a:lnTo>
                <a:lnTo>
                  <a:pt x="158812" y="80021"/>
                </a:lnTo>
                <a:lnTo>
                  <a:pt x="158663" y="80054"/>
                </a:lnTo>
                <a:lnTo>
                  <a:pt x="158513" y="80085"/>
                </a:lnTo>
                <a:lnTo>
                  <a:pt x="158362" y="80114"/>
                </a:lnTo>
                <a:lnTo>
                  <a:pt x="158209" y="80141"/>
                </a:lnTo>
                <a:lnTo>
                  <a:pt x="158055" y="80167"/>
                </a:lnTo>
                <a:lnTo>
                  <a:pt x="157901" y="80192"/>
                </a:lnTo>
                <a:lnTo>
                  <a:pt x="157744" y="80214"/>
                </a:lnTo>
                <a:lnTo>
                  <a:pt x="157587" y="80235"/>
                </a:lnTo>
                <a:lnTo>
                  <a:pt x="157429" y="80254"/>
                </a:lnTo>
                <a:lnTo>
                  <a:pt x="157269" y="80272"/>
                </a:lnTo>
                <a:lnTo>
                  <a:pt x="157108" y="80288"/>
                </a:lnTo>
                <a:lnTo>
                  <a:pt x="156946" y="80302"/>
                </a:lnTo>
                <a:lnTo>
                  <a:pt x="156783" y="80315"/>
                </a:lnTo>
                <a:lnTo>
                  <a:pt x="156618" y="80325"/>
                </a:lnTo>
                <a:lnTo>
                  <a:pt x="156452" y="80335"/>
                </a:lnTo>
                <a:lnTo>
                  <a:pt x="156286" y="80342"/>
                </a:lnTo>
                <a:lnTo>
                  <a:pt x="156117" y="80348"/>
                </a:lnTo>
                <a:lnTo>
                  <a:pt x="155948" y="80352"/>
                </a:lnTo>
                <a:lnTo>
                  <a:pt x="155778" y="80355"/>
                </a:lnTo>
                <a:lnTo>
                  <a:pt x="155606" y="80356"/>
                </a:lnTo>
                <a:lnTo>
                  <a:pt x="155164" y="80350"/>
                </a:lnTo>
                <a:lnTo>
                  <a:pt x="154734" y="80334"/>
                </a:lnTo>
                <a:lnTo>
                  <a:pt x="154316" y="80308"/>
                </a:lnTo>
                <a:lnTo>
                  <a:pt x="153910" y="80271"/>
                </a:lnTo>
                <a:lnTo>
                  <a:pt x="153516" y="80224"/>
                </a:lnTo>
                <a:lnTo>
                  <a:pt x="153134" y="80166"/>
                </a:lnTo>
                <a:lnTo>
                  <a:pt x="152763" y="80098"/>
                </a:lnTo>
                <a:lnTo>
                  <a:pt x="152405" y="80019"/>
                </a:lnTo>
                <a:lnTo>
                  <a:pt x="152059" y="79929"/>
                </a:lnTo>
                <a:lnTo>
                  <a:pt x="151724" y="79829"/>
                </a:lnTo>
                <a:lnTo>
                  <a:pt x="151402" y="79718"/>
                </a:lnTo>
                <a:lnTo>
                  <a:pt x="151092" y="79597"/>
                </a:lnTo>
                <a:lnTo>
                  <a:pt x="150793" y="79466"/>
                </a:lnTo>
                <a:lnTo>
                  <a:pt x="150507" y="79324"/>
                </a:lnTo>
                <a:lnTo>
                  <a:pt x="150232" y="79171"/>
                </a:lnTo>
                <a:lnTo>
                  <a:pt x="149970" y="79008"/>
                </a:lnTo>
                <a:lnTo>
                  <a:pt x="149719" y="78834"/>
                </a:lnTo>
                <a:lnTo>
                  <a:pt x="149480" y="78650"/>
                </a:lnTo>
                <a:lnTo>
                  <a:pt x="149254" y="78455"/>
                </a:lnTo>
                <a:lnTo>
                  <a:pt x="149039" y="78249"/>
                </a:lnTo>
                <a:lnTo>
                  <a:pt x="148836" y="78034"/>
                </a:lnTo>
                <a:lnTo>
                  <a:pt x="148646" y="77807"/>
                </a:lnTo>
                <a:lnTo>
                  <a:pt x="148467" y="77570"/>
                </a:lnTo>
                <a:lnTo>
                  <a:pt x="148300" y="77323"/>
                </a:lnTo>
                <a:lnTo>
                  <a:pt x="148144" y="77064"/>
                </a:lnTo>
                <a:lnTo>
                  <a:pt x="147999" y="76794"/>
                </a:lnTo>
                <a:lnTo>
                  <a:pt x="147865" y="76513"/>
                </a:lnTo>
                <a:lnTo>
                  <a:pt x="147741" y="76220"/>
                </a:lnTo>
                <a:lnTo>
                  <a:pt x="147628" y="75916"/>
                </a:lnTo>
                <a:lnTo>
                  <a:pt x="147525" y="75600"/>
                </a:lnTo>
                <a:lnTo>
                  <a:pt x="147433" y="75273"/>
                </a:lnTo>
                <a:lnTo>
                  <a:pt x="147351" y="74934"/>
                </a:lnTo>
                <a:lnTo>
                  <a:pt x="147280" y="74583"/>
                </a:lnTo>
                <a:lnTo>
                  <a:pt x="147219" y="74222"/>
                </a:lnTo>
                <a:lnTo>
                  <a:pt x="147169" y="73848"/>
                </a:lnTo>
                <a:lnTo>
                  <a:pt x="147129" y="73464"/>
                </a:lnTo>
                <a:lnTo>
                  <a:pt x="147100" y="73067"/>
                </a:lnTo>
                <a:lnTo>
                  <a:pt x="147081" y="72660"/>
                </a:lnTo>
                <a:lnTo>
                  <a:pt x="147073" y="72241"/>
                </a:lnTo>
                <a:lnTo>
                  <a:pt x="147075" y="71810"/>
                </a:lnTo>
                <a:lnTo>
                  <a:pt x="147088" y="71368"/>
                </a:lnTo>
                <a:lnTo>
                  <a:pt x="147112" y="70914"/>
                </a:lnTo>
                <a:lnTo>
                  <a:pt x="147146" y="70449"/>
                </a:lnTo>
                <a:lnTo>
                  <a:pt x="147190" y="69972"/>
                </a:lnTo>
                <a:lnTo>
                  <a:pt x="147245" y="69484"/>
                </a:lnTo>
                <a:lnTo>
                  <a:pt x="147311" y="68985"/>
                </a:lnTo>
                <a:lnTo>
                  <a:pt x="147387" y="68474"/>
                </a:lnTo>
                <a:lnTo>
                  <a:pt x="147473" y="67951"/>
                </a:lnTo>
                <a:lnTo>
                  <a:pt x="154165" y="30461"/>
                </a:lnTo>
                <a:lnTo>
                  <a:pt x="171457" y="30461"/>
                </a:lnTo>
                <a:lnTo>
                  <a:pt x="173386" y="19849"/>
                </a:lnTo>
                <a:lnTo>
                  <a:pt x="156059" y="19849"/>
                </a:lnTo>
                <a:lnTo>
                  <a:pt x="159602" y="0"/>
                </a:lnTo>
                <a:lnTo>
                  <a:pt x="147888" y="0"/>
                </a:lnTo>
                <a:lnTo>
                  <a:pt x="144343" y="19849"/>
                </a:lnTo>
                <a:lnTo>
                  <a:pt x="132039" y="19849"/>
                </a:lnTo>
                <a:lnTo>
                  <a:pt x="130108" y="30461"/>
                </a:lnTo>
                <a:lnTo>
                  <a:pt x="142448" y="30461"/>
                </a:lnTo>
                <a:lnTo>
                  <a:pt x="135483" y="694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E1F31-8D80-426E-B898-B27708D2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189" y="2358634"/>
            <a:ext cx="589135" cy="572552"/>
          </a:xfrm>
          <a:custGeom xmlns:a="http://schemas.openxmlformats.org/drawingml/2006/main">
            <a:pathLst>
              <a:path w="589135" h="572552">
                <a:moveTo>
                  <a:pt x="0" y="572552"/>
                </a:moveTo>
                <a:lnTo>
                  <a:pt x="0" y="0"/>
                </a:lnTo>
                <a:lnTo>
                  <a:pt x="589135" y="0"/>
                </a:lnTo>
                <a:lnTo>
                  <a:pt x="589135" y="572552"/>
                </a:lnTo>
                <a:lnTo>
                  <a:pt x="0" y="57255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t">
            <a:extLst xmlns:a="http://schemas.openxmlformats.org/drawingml/2006/main">
              <a:ext uri="{FF2B5EF4-FFF2-40B4-BE49-F238E27FC236}">
                <a16:creationId xmlns:a16="http://schemas.microsoft.com/office/drawing/2014/main" id="{56A3298E-36CA-4250-A716-EB9CA7A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294" y="2566921"/>
            <a:ext cx="79389" cy="154056"/>
          </a:xfrm>
          <a:custGeom xmlns:a="http://schemas.openxmlformats.org/drawingml/2006/main">
            <a:pathLst>
              <a:path w="79389" h="154056">
                <a:moveTo>
                  <a:pt x="46072" y="0"/>
                </a:moveTo>
                <a:lnTo>
                  <a:pt x="41822" y="33317"/>
                </a:lnTo>
                <a:lnTo>
                  <a:pt x="79389" y="33317"/>
                </a:lnTo>
                <a:lnTo>
                  <a:pt x="78679" y="42294"/>
                </a:lnTo>
                <a:lnTo>
                  <a:pt x="40877" y="42766"/>
                </a:lnTo>
                <a:cubicBezTo>
                  <a:pt x="40245" y="49383"/>
                  <a:pt x="39495" y="56197"/>
                  <a:pt x="38627" y="63209"/>
                </a:cubicBezTo>
                <a:cubicBezTo>
                  <a:pt x="37762" y="70217"/>
                  <a:pt x="37015" y="77188"/>
                  <a:pt x="36385" y="84119"/>
                </a:cubicBezTo>
                <a:cubicBezTo>
                  <a:pt x="35755" y="91049"/>
                  <a:pt x="35204" y="97703"/>
                  <a:pt x="34730" y="104082"/>
                </a:cubicBezTo>
                <a:cubicBezTo>
                  <a:pt x="34259" y="110461"/>
                  <a:pt x="34023" y="116250"/>
                  <a:pt x="34023" y="121449"/>
                </a:cubicBezTo>
                <a:cubicBezTo>
                  <a:pt x="34023" y="124441"/>
                  <a:pt x="34221" y="127553"/>
                  <a:pt x="34615" y="130783"/>
                </a:cubicBezTo>
                <a:cubicBezTo>
                  <a:pt x="35009" y="134011"/>
                  <a:pt x="35993" y="136689"/>
                  <a:pt x="37568" y="138816"/>
                </a:cubicBezTo>
                <a:cubicBezTo>
                  <a:pt x="39142" y="140943"/>
                  <a:pt x="41662" y="142007"/>
                  <a:pt x="45128" y="142007"/>
                </a:cubicBezTo>
                <a:cubicBezTo>
                  <a:pt x="46705" y="142007"/>
                  <a:pt x="48635" y="141692"/>
                  <a:pt x="50918" y="141062"/>
                </a:cubicBezTo>
                <a:cubicBezTo>
                  <a:pt x="53201" y="140430"/>
                  <a:pt x="55760" y="138932"/>
                  <a:pt x="58594" y="136570"/>
                </a:cubicBezTo>
                <a:cubicBezTo>
                  <a:pt x="61430" y="134207"/>
                  <a:pt x="64345" y="130506"/>
                  <a:pt x="67340" y="125465"/>
                </a:cubicBezTo>
                <a:lnTo>
                  <a:pt x="73480" y="129482"/>
                </a:lnTo>
                <a:cubicBezTo>
                  <a:pt x="68913" y="137514"/>
                  <a:pt x="63991" y="143618"/>
                  <a:pt x="58713" y="147793"/>
                </a:cubicBezTo>
                <a:cubicBezTo>
                  <a:pt x="53437" y="151968"/>
                  <a:pt x="47018" y="154056"/>
                  <a:pt x="39457" y="154056"/>
                </a:cubicBezTo>
                <a:cubicBezTo>
                  <a:pt x="33313" y="154056"/>
                  <a:pt x="28469" y="152757"/>
                  <a:pt x="24924" y="150158"/>
                </a:cubicBezTo>
                <a:cubicBezTo>
                  <a:pt x="21381" y="147558"/>
                  <a:pt x="18822" y="144131"/>
                  <a:pt x="17248" y="139879"/>
                </a:cubicBezTo>
                <a:cubicBezTo>
                  <a:pt x="15674" y="135625"/>
                  <a:pt x="14886" y="131057"/>
                  <a:pt x="14886" y="126176"/>
                </a:cubicBezTo>
                <a:cubicBezTo>
                  <a:pt x="14886" y="120188"/>
                  <a:pt x="15122" y="112903"/>
                  <a:pt x="15593" y="104320"/>
                </a:cubicBezTo>
                <a:cubicBezTo>
                  <a:pt x="16067" y="95735"/>
                  <a:pt x="16776" y="86205"/>
                  <a:pt x="17720" y="75730"/>
                </a:cubicBezTo>
                <a:cubicBezTo>
                  <a:pt x="18665" y="65255"/>
                  <a:pt x="19767" y="54347"/>
                  <a:pt x="21026" y="43004"/>
                </a:cubicBezTo>
                <a:lnTo>
                  <a:pt x="0" y="43242"/>
                </a:lnTo>
                <a:lnTo>
                  <a:pt x="707" y="33317"/>
                </a:lnTo>
                <a:cubicBezTo>
                  <a:pt x="11576" y="33317"/>
                  <a:pt x="19609" y="30403"/>
                  <a:pt x="24808" y="24574"/>
                </a:cubicBezTo>
                <a:cubicBezTo>
                  <a:pt x="30007" y="18745"/>
                  <a:pt x="34103" y="10554"/>
                  <a:pt x="37095" y="0"/>
                </a:cubicBezTo>
                <a:lnTo>
                  <a:pt x="460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749FB-4E17-48B6-8B16-B1E404AD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318" y="2481483"/>
            <a:ext cx="657458" cy="453484"/>
          </a:xfrm>
          <a:custGeom xmlns:a="http://schemas.openxmlformats.org/drawingml/2006/main">
            <a:pathLst>
              <a:path w="657458" h="453484">
                <a:moveTo>
                  <a:pt x="0" y="453484"/>
                </a:moveTo>
                <a:lnTo>
                  <a:pt x="0" y="0"/>
                </a:lnTo>
                <a:lnTo>
                  <a:pt x="657458" y="0"/>
                </a:lnTo>
                <a:lnTo>
                  <a:pt x="657458" y="453484"/>
                </a:lnTo>
                <a:lnTo>
                  <a:pt x="0" y="45348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cam">
            <a:extLst xmlns:a="http://schemas.openxmlformats.org/drawingml/2006/main">
              <a:ext uri="{FF2B5EF4-FFF2-40B4-BE49-F238E27FC236}">
                <a16:creationId xmlns:a16="http://schemas.microsoft.com/office/drawing/2014/main" id="{A5730707-E142-43E3-9682-6B4D570E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774" y="2674076"/>
            <a:ext cx="259302" cy="74841"/>
          </a:xfrm>
          <a:custGeom xmlns:a="http://schemas.openxmlformats.org/drawingml/2006/main">
            <a:pathLst>
              <a:path w="259302" h="74841">
                <a:moveTo>
                  <a:pt x="30598" y="74841"/>
                </a:moveTo>
                <a:cubicBezTo>
                  <a:pt x="24442" y="74841"/>
                  <a:pt x="19066" y="73348"/>
                  <a:pt x="14471" y="70362"/>
                </a:cubicBezTo>
                <a:cubicBezTo>
                  <a:pt x="9877" y="67375"/>
                  <a:pt x="6316" y="63401"/>
                  <a:pt x="3790" y="58439"/>
                </a:cubicBezTo>
                <a:cubicBezTo>
                  <a:pt x="1263" y="53477"/>
                  <a:pt x="0" y="48148"/>
                  <a:pt x="0" y="42451"/>
                </a:cubicBezTo>
                <a:cubicBezTo>
                  <a:pt x="0" y="36570"/>
                  <a:pt x="1010" y="31079"/>
                  <a:pt x="3031" y="25980"/>
                </a:cubicBezTo>
                <a:cubicBezTo>
                  <a:pt x="5052" y="20880"/>
                  <a:pt x="7878" y="16401"/>
                  <a:pt x="11508" y="12543"/>
                </a:cubicBezTo>
                <a:cubicBezTo>
                  <a:pt x="15138" y="8683"/>
                  <a:pt x="19457" y="5650"/>
                  <a:pt x="24463" y="3445"/>
                </a:cubicBezTo>
                <a:cubicBezTo>
                  <a:pt x="29472" y="1239"/>
                  <a:pt x="35008" y="137"/>
                  <a:pt x="41072" y="137"/>
                </a:cubicBezTo>
                <a:cubicBezTo>
                  <a:pt x="46493" y="137"/>
                  <a:pt x="51111" y="1079"/>
                  <a:pt x="54925" y="2963"/>
                </a:cubicBezTo>
                <a:cubicBezTo>
                  <a:pt x="58738" y="4846"/>
                  <a:pt x="61817" y="7281"/>
                  <a:pt x="64159" y="10267"/>
                </a:cubicBezTo>
                <a:cubicBezTo>
                  <a:pt x="66502" y="13254"/>
                  <a:pt x="68133" y="16355"/>
                  <a:pt x="69051" y="19572"/>
                </a:cubicBezTo>
                <a:lnTo>
                  <a:pt x="58164" y="23843"/>
                </a:lnTo>
                <a:cubicBezTo>
                  <a:pt x="57336" y="21179"/>
                  <a:pt x="56095" y="18859"/>
                  <a:pt x="54441" y="16884"/>
                </a:cubicBezTo>
                <a:cubicBezTo>
                  <a:pt x="52788" y="14908"/>
                  <a:pt x="50721" y="13392"/>
                  <a:pt x="48239" y="12335"/>
                </a:cubicBezTo>
                <a:cubicBezTo>
                  <a:pt x="45759" y="11278"/>
                  <a:pt x="42910" y="10749"/>
                  <a:pt x="39694" y="10749"/>
                </a:cubicBezTo>
                <a:cubicBezTo>
                  <a:pt x="34641" y="10749"/>
                  <a:pt x="30001" y="12082"/>
                  <a:pt x="25774" y="14747"/>
                </a:cubicBezTo>
                <a:cubicBezTo>
                  <a:pt x="21546" y="17411"/>
                  <a:pt x="18192" y="21063"/>
                  <a:pt x="15710" y="25704"/>
                </a:cubicBezTo>
                <a:cubicBezTo>
                  <a:pt x="13230" y="30345"/>
                  <a:pt x="11990" y="35651"/>
                  <a:pt x="11990" y="41623"/>
                </a:cubicBezTo>
                <a:cubicBezTo>
                  <a:pt x="11990" y="45759"/>
                  <a:pt x="12817" y="49527"/>
                  <a:pt x="14471" y="52927"/>
                </a:cubicBezTo>
                <a:cubicBezTo>
                  <a:pt x="16126" y="56325"/>
                  <a:pt x="18469" y="59059"/>
                  <a:pt x="21500" y="61127"/>
                </a:cubicBezTo>
                <a:cubicBezTo>
                  <a:pt x="24533" y="63193"/>
                  <a:pt x="28116" y="64227"/>
                  <a:pt x="32251" y="64227"/>
                </a:cubicBezTo>
                <a:cubicBezTo>
                  <a:pt x="35559" y="64227"/>
                  <a:pt x="38567" y="63676"/>
                  <a:pt x="41278" y="62574"/>
                </a:cubicBezTo>
                <a:cubicBezTo>
                  <a:pt x="43989" y="61470"/>
                  <a:pt x="46448" y="59931"/>
                  <a:pt x="48653" y="57955"/>
                </a:cubicBezTo>
                <a:cubicBezTo>
                  <a:pt x="50859" y="55980"/>
                  <a:pt x="52696" y="53614"/>
                  <a:pt x="54166" y="50857"/>
                </a:cubicBezTo>
                <a:lnTo>
                  <a:pt x="63539" y="55406"/>
                </a:lnTo>
                <a:cubicBezTo>
                  <a:pt x="59863" y="61930"/>
                  <a:pt x="55406" y="66800"/>
                  <a:pt x="50168" y="70017"/>
                </a:cubicBezTo>
                <a:cubicBezTo>
                  <a:pt x="44931" y="73233"/>
                  <a:pt x="38408" y="74841"/>
                  <a:pt x="30598" y="74841"/>
                </a:cubicBezTo>
                <a:close/>
                <a:moveTo>
                  <a:pt x="96203" y="74702"/>
                </a:moveTo>
                <a:cubicBezTo>
                  <a:pt x="92069" y="74702"/>
                  <a:pt x="88255" y="73761"/>
                  <a:pt x="84762" y="71878"/>
                </a:cubicBezTo>
                <a:cubicBezTo>
                  <a:pt x="81271" y="69994"/>
                  <a:pt x="78469" y="67444"/>
                  <a:pt x="76356" y="64229"/>
                </a:cubicBezTo>
                <a:cubicBezTo>
                  <a:pt x="74243" y="61013"/>
                  <a:pt x="73187" y="57336"/>
                  <a:pt x="73187" y="53200"/>
                </a:cubicBezTo>
                <a:cubicBezTo>
                  <a:pt x="73187" y="48055"/>
                  <a:pt x="74473" y="43553"/>
                  <a:pt x="77046" y="39694"/>
                </a:cubicBezTo>
                <a:cubicBezTo>
                  <a:pt x="79619" y="35834"/>
                  <a:pt x="83317" y="32848"/>
                  <a:pt x="88140" y="30735"/>
                </a:cubicBezTo>
                <a:cubicBezTo>
                  <a:pt x="92965" y="28622"/>
                  <a:pt x="98731" y="27565"/>
                  <a:pt x="105438" y="27565"/>
                </a:cubicBezTo>
                <a:cubicBezTo>
                  <a:pt x="108011" y="27565"/>
                  <a:pt x="110515" y="27772"/>
                  <a:pt x="112950" y="28186"/>
                </a:cubicBezTo>
                <a:cubicBezTo>
                  <a:pt x="115386" y="28599"/>
                  <a:pt x="117683" y="29174"/>
                  <a:pt x="119842" y="29908"/>
                </a:cubicBezTo>
                <a:cubicBezTo>
                  <a:pt x="122001" y="30643"/>
                  <a:pt x="123954" y="31469"/>
                  <a:pt x="125699" y="32388"/>
                </a:cubicBezTo>
                <a:lnTo>
                  <a:pt x="126665" y="27565"/>
                </a:lnTo>
                <a:cubicBezTo>
                  <a:pt x="127399" y="24073"/>
                  <a:pt x="127055" y="21040"/>
                  <a:pt x="125630" y="18467"/>
                </a:cubicBezTo>
                <a:cubicBezTo>
                  <a:pt x="124206" y="15895"/>
                  <a:pt x="122138" y="13919"/>
                  <a:pt x="119428" y="12541"/>
                </a:cubicBezTo>
                <a:cubicBezTo>
                  <a:pt x="116718" y="11163"/>
                  <a:pt x="113663" y="10473"/>
                  <a:pt x="110263" y="10473"/>
                </a:cubicBezTo>
                <a:cubicBezTo>
                  <a:pt x="106312" y="10473"/>
                  <a:pt x="102728" y="11232"/>
                  <a:pt x="99512" y="12749"/>
                </a:cubicBezTo>
                <a:cubicBezTo>
                  <a:pt x="96295" y="14265"/>
                  <a:pt x="93401" y="16631"/>
                  <a:pt x="90828" y="19847"/>
                </a:cubicBezTo>
                <a:lnTo>
                  <a:pt x="81732" y="13369"/>
                </a:lnTo>
                <a:cubicBezTo>
                  <a:pt x="84948" y="9142"/>
                  <a:pt x="89129" y="5857"/>
                  <a:pt x="94275" y="3514"/>
                </a:cubicBezTo>
                <a:cubicBezTo>
                  <a:pt x="99420" y="1171"/>
                  <a:pt x="105209" y="0"/>
                  <a:pt x="111640" y="0"/>
                </a:cubicBezTo>
                <a:cubicBezTo>
                  <a:pt x="117797" y="0"/>
                  <a:pt x="122988" y="1171"/>
                  <a:pt x="127214" y="3514"/>
                </a:cubicBezTo>
                <a:cubicBezTo>
                  <a:pt x="131441" y="5857"/>
                  <a:pt x="134496" y="9142"/>
                  <a:pt x="136379" y="13369"/>
                </a:cubicBezTo>
                <a:cubicBezTo>
                  <a:pt x="138263" y="17595"/>
                  <a:pt x="138701" y="22557"/>
                  <a:pt x="137691" y="28253"/>
                </a:cubicBezTo>
                <a:lnTo>
                  <a:pt x="129695" y="72496"/>
                </a:lnTo>
                <a:lnTo>
                  <a:pt x="118532" y="72496"/>
                </a:lnTo>
                <a:lnTo>
                  <a:pt x="120324" y="62574"/>
                </a:lnTo>
                <a:lnTo>
                  <a:pt x="119773" y="62574"/>
                </a:lnTo>
                <a:cubicBezTo>
                  <a:pt x="118211" y="64870"/>
                  <a:pt x="116258" y="66938"/>
                  <a:pt x="113914" y="68776"/>
                </a:cubicBezTo>
                <a:cubicBezTo>
                  <a:pt x="111571" y="70614"/>
                  <a:pt x="108929" y="72061"/>
                  <a:pt x="105989" y="73117"/>
                </a:cubicBezTo>
                <a:cubicBezTo>
                  <a:pt x="103049" y="74174"/>
                  <a:pt x="99787" y="74702"/>
                  <a:pt x="96203" y="74702"/>
                </a:cubicBezTo>
                <a:moveTo>
                  <a:pt x="98822" y="64502"/>
                </a:moveTo>
                <a:cubicBezTo>
                  <a:pt x="103049" y="64502"/>
                  <a:pt x="106931" y="63538"/>
                  <a:pt x="110469" y="61608"/>
                </a:cubicBezTo>
                <a:cubicBezTo>
                  <a:pt x="114006" y="59679"/>
                  <a:pt x="116969" y="57015"/>
                  <a:pt x="119359" y="53615"/>
                </a:cubicBezTo>
                <a:cubicBezTo>
                  <a:pt x="121748" y="50214"/>
                  <a:pt x="123310" y="46355"/>
                  <a:pt x="124046" y="42037"/>
                </a:cubicBezTo>
                <a:cubicBezTo>
                  <a:pt x="122392" y="41026"/>
                  <a:pt x="120669" y="40153"/>
                  <a:pt x="118877" y="39419"/>
                </a:cubicBezTo>
                <a:cubicBezTo>
                  <a:pt x="117085" y="38684"/>
                  <a:pt x="115063" y="38110"/>
                  <a:pt x="112812" y="37696"/>
                </a:cubicBezTo>
                <a:cubicBezTo>
                  <a:pt x="110561" y="37282"/>
                  <a:pt x="107873" y="37076"/>
                  <a:pt x="104748" y="37076"/>
                </a:cubicBezTo>
                <a:cubicBezTo>
                  <a:pt x="99144" y="37076"/>
                  <a:pt x="94481" y="38408"/>
                  <a:pt x="90758" y="41074"/>
                </a:cubicBezTo>
                <a:cubicBezTo>
                  <a:pt x="87037" y="43738"/>
                  <a:pt x="85177" y="47551"/>
                  <a:pt x="85177" y="52512"/>
                </a:cubicBezTo>
                <a:cubicBezTo>
                  <a:pt x="85177" y="56280"/>
                  <a:pt x="86532" y="59220"/>
                  <a:pt x="89242" y="61333"/>
                </a:cubicBezTo>
                <a:cubicBezTo>
                  <a:pt x="91954" y="63446"/>
                  <a:pt x="95147" y="64502"/>
                  <a:pt x="98822" y="64502"/>
                </a:cubicBezTo>
                <a:close/>
                <a:moveTo>
                  <a:pt x="146375" y="72635"/>
                </a:moveTo>
                <a:lnTo>
                  <a:pt x="158779" y="2343"/>
                </a:lnTo>
                <a:lnTo>
                  <a:pt x="169805" y="2343"/>
                </a:lnTo>
                <a:lnTo>
                  <a:pt x="168013" y="12680"/>
                </a:lnTo>
                <a:lnTo>
                  <a:pt x="168565" y="12680"/>
                </a:lnTo>
                <a:cubicBezTo>
                  <a:pt x="170954" y="8912"/>
                  <a:pt x="174077" y="5880"/>
                  <a:pt x="177936" y="3584"/>
                </a:cubicBezTo>
                <a:cubicBezTo>
                  <a:pt x="181796" y="1286"/>
                  <a:pt x="186437" y="137"/>
                  <a:pt x="191859" y="137"/>
                </a:cubicBezTo>
                <a:cubicBezTo>
                  <a:pt x="197095" y="137"/>
                  <a:pt x="201391" y="1354"/>
                  <a:pt x="204744" y="3790"/>
                </a:cubicBezTo>
                <a:cubicBezTo>
                  <a:pt x="208098" y="6224"/>
                  <a:pt x="210372" y="9554"/>
                  <a:pt x="211567" y="13782"/>
                </a:cubicBezTo>
                <a:cubicBezTo>
                  <a:pt x="214048" y="9739"/>
                  <a:pt x="217517" y="6455"/>
                  <a:pt x="221973" y="3929"/>
                </a:cubicBezTo>
                <a:cubicBezTo>
                  <a:pt x="226430" y="1401"/>
                  <a:pt x="231553" y="137"/>
                  <a:pt x="237340" y="137"/>
                </a:cubicBezTo>
                <a:cubicBezTo>
                  <a:pt x="242578" y="137"/>
                  <a:pt x="246920" y="1194"/>
                  <a:pt x="250365" y="3308"/>
                </a:cubicBezTo>
                <a:cubicBezTo>
                  <a:pt x="253811" y="5421"/>
                  <a:pt x="256247" y="8430"/>
                  <a:pt x="257671" y="12335"/>
                </a:cubicBezTo>
                <a:cubicBezTo>
                  <a:pt x="259096" y="16239"/>
                  <a:pt x="259302" y="20903"/>
                  <a:pt x="258291" y="26325"/>
                </a:cubicBezTo>
                <a:lnTo>
                  <a:pt x="250159" y="72635"/>
                </a:lnTo>
                <a:lnTo>
                  <a:pt x="238581" y="72635"/>
                </a:lnTo>
                <a:lnTo>
                  <a:pt x="246575" y="27014"/>
                </a:lnTo>
                <a:cubicBezTo>
                  <a:pt x="247219" y="23614"/>
                  <a:pt x="247081" y="20697"/>
                  <a:pt x="246161" y="18261"/>
                </a:cubicBezTo>
                <a:cubicBezTo>
                  <a:pt x="245242" y="15826"/>
                  <a:pt x="243704" y="13965"/>
                  <a:pt x="241544" y="12680"/>
                </a:cubicBezTo>
                <a:cubicBezTo>
                  <a:pt x="239385" y="11393"/>
                  <a:pt x="236652" y="10749"/>
                  <a:pt x="233344" y="10749"/>
                </a:cubicBezTo>
                <a:cubicBezTo>
                  <a:pt x="229577" y="10749"/>
                  <a:pt x="226154" y="11783"/>
                  <a:pt x="223075" y="13851"/>
                </a:cubicBezTo>
                <a:cubicBezTo>
                  <a:pt x="219997" y="15918"/>
                  <a:pt x="217425" y="18720"/>
                  <a:pt x="215357" y="22259"/>
                </a:cubicBezTo>
                <a:cubicBezTo>
                  <a:pt x="213290" y="25797"/>
                  <a:pt x="211843" y="29725"/>
                  <a:pt x="211016" y="34043"/>
                </a:cubicBezTo>
                <a:lnTo>
                  <a:pt x="204124" y="72635"/>
                </a:lnTo>
                <a:lnTo>
                  <a:pt x="192410" y="72635"/>
                </a:lnTo>
                <a:lnTo>
                  <a:pt x="200403" y="26876"/>
                </a:lnTo>
                <a:cubicBezTo>
                  <a:pt x="201047" y="23384"/>
                  <a:pt x="200863" y="20444"/>
                  <a:pt x="199852" y="18055"/>
                </a:cubicBezTo>
                <a:cubicBezTo>
                  <a:pt x="198842" y="15666"/>
                  <a:pt x="197256" y="13851"/>
                  <a:pt x="195097" y="12610"/>
                </a:cubicBezTo>
                <a:cubicBezTo>
                  <a:pt x="192938" y="11369"/>
                  <a:pt x="190342" y="10749"/>
                  <a:pt x="187310" y="10749"/>
                </a:cubicBezTo>
                <a:cubicBezTo>
                  <a:pt x="183542" y="10749"/>
                  <a:pt x="180096" y="11829"/>
                  <a:pt x="176971" y="13990"/>
                </a:cubicBezTo>
                <a:cubicBezTo>
                  <a:pt x="173847" y="16149"/>
                  <a:pt x="171228" y="18997"/>
                  <a:pt x="169116" y="22535"/>
                </a:cubicBezTo>
                <a:cubicBezTo>
                  <a:pt x="167003" y="26072"/>
                  <a:pt x="165578" y="30000"/>
                  <a:pt x="164842" y="34319"/>
                </a:cubicBezTo>
                <a:lnTo>
                  <a:pt x="158089" y="72635"/>
                </a:lnTo>
                <a:lnTo>
                  <a:pt x="146375" y="726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E70B2-1410-499C-8796-5CEADDB5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105" y="2840436"/>
            <a:ext cx="2323" cy="273945"/>
          </a:xfrm>
          <a:custGeom xmlns:a="http://schemas.openxmlformats.org/drawingml/2006/main">
            <a:pathLst>
              <a:path w="2323" h="273945">
                <a:moveTo>
                  <a:pt x="0" y="0"/>
                </a:moveTo>
                <a:lnTo>
                  <a:pt x="2323" y="27394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F87A0-8255-46E5-A49A-4E9237A8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105" y="2840436"/>
            <a:ext cx="1890" cy="223342"/>
          </a:xfrm>
          <a:custGeom xmlns:a="http://schemas.openxmlformats.org/drawingml/2006/main">
            <a:pathLst>
              <a:path w="1890" h="223342" fill="none">
                <a:moveTo>
                  <a:pt x="0" y="0"/>
                </a:moveTo>
                <a:lnTo>
                  <a:pt x="1890" y="223342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7AEE5-5ABA-49BE-9FA4-815B1303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239" y="3047022"/>
            <a:ext cx="33217" cy="45779"/>
          </a:xfrm>
          <a:custGeom xmlns:a="http://schemas.openxmlformats.org/drawingml/2006/main">
            <a:pathLst>
              <a:path w="33217" h="45779">
                <a:moveTo>
                  <a:pt x="16756" y="16756"/>
                </a:moveTo>
                <a:lnTo>
                  <a:pt x="33217" y="0"/>
                </a:lnTo>
                <a:lnTo>
                  <a:pt x="17012" y="45779"/>
                </a:lnTo>
                <a:lnTo>
                  <a:pt x="0" y="295"/>
                </a:lnTo>
                <a:lnTo>
                  <a:pt x="16756" y="16756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B5A24-B50D-4D7B-95D0-DE37D398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239" y="3047022"/>
            <a:ext cx="33217" cy="45779"/>
          </a:xfrm>
          <a:custGeom xmlns:a="http://schemas.openxmlformats.org/drawingml/2006/main">
            <a:pathLst>
              <a:path w="33217" h="45779" fill="none">
                <a:moveTo>
                  <a:pt x="16756" y="16756"/>
                </a:moveTo>
                <a:lnTo>
                  <a:pt x="0" y="295"/>
                </a:lnTo>
                <a:lnTo>
                  <a:pt x="17012" y="45779"/>
                </a:lnTo>
                <a:lnTo>
                  <a:pt x="33217" y="0"/>
                </a:lnTo>
                <a:lnTo>
                  <a:pt x="16756" y="16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35423-71DB-4314-BDC6-52CF2576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819" y="2840436"/>
            <a:ext cx="2323" cy="273945"/>
          </a:xfrm>
          <a:custGeom xmlns:a="http://schemas.openxmlformats.org/drawingml/2006/main">
            <a:pathLst>
              <a:path w="2323" h="273945">
                <a:moveTo>
                  <a:pt x="0" y="0"/>
                </a:moveTo>
                <a:lnTo>
                  <a:pt x="2323" y="27394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2840F4-C924-483C-8D21-BBDFFBBB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819" y="2840436"/>
            <a:ext cx="1892" cy="223342"/>
          </a:xfrm>
          <a:custGeom xmlns:a="http://schemas.openxmlformats.org/drawingml/2006/main">
            <a:pathLst>
              <a:path w="1892" h="223342" fill="none">
                <a:moveTo>
                  <a:pt x="0" y="0"/>
                </a:moveTo>
                <a:lnTo>
                  <a:pt x="1892" y="223342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9A3FA-158F-4DAF-AA54-1AF7CB87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967" y="3047022"/>
            <a:ext cx="33211" cy="45779"/>
          </a:xfrm>
          <a:custGeom xmlns:a="http://schemas.openxmlformats.org/drawingml/2006/main">
            <a:pathLst>
              <a:path w="33211" h="45779">
                <a:moveTo>
                  <a:pt x="16744" y="16756"/>
                </a:moveTo>
                <a:lnTo>
                  <a:pt x="33211" y="0"/>
                </a:lnTo>
                <a:lnTo>
                  <a:pt x="16990" y="45779"/>
                </a:lnTo>
                <a:lnTo>
                  <a:pt x="0" y="295"/>
                </a:lnTo>
                <a:lnTo>
                  <a:pt x="16744" y="16756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D35F8-89A7-499D-86D7-29B10AC8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967" y="3047022"/>
            <a:ext cx="33211" cy="45779"/>
          </a:xfrm>
          <a:custGeom xmlns:a="http://schemas.openxmlformats.org/drawingml/2006/main">
            <a:pathLst>
              <a:path w="33211" h="45779" fill="none">
                <a:moveTo>
                  <a:pt x="16744" y="16756"/>
                </a:moveTo>
                <a:lnTo>
                  <a:pt x="0" y="295"/>
                </a:lnTo>
                <a:lnTo>
                  <a:pt x="16990" y="45779"/>
                </a:lnTo>
                <a:lnTo>
                  <a:pt x="33211" y="0"/>
                </a:lnTo>
                <a:lnTo>
                  <a:pt x="16744" y="16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656F0-D599-424C-A35B-B5938818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922" y="3118319"/>
            <a:ext cx="285112" cy="293025"/>
          </a:xfrm>
          <a:custGeom xmlns:a="http://schemas.openxmlformats.org/drawingml/2006/main">
            <a:pathLst>
              <a:path w="285112" h="293025">
                <a:moveTo>
                  <a:pt x="0" y="146512"/>
                </a:moveTo>
                <a:lnTo>
                  <a:pt x="142559" y="0"/>
                </a:lnTo>
                <a:lnTo>
                  <a:pt x="285112" y="146512"/>
                </a:lnTo>
                <a:lnTo>
                  <a:pt x="142559" y="293025"/>
                </a:lnTo>
                <a:lnTo>
                  <a:pt x="0" y="146512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72E48-D306-4764-B641-E2BDAD98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922" y="3118319"/>
            <a:ext cx="285112" cy="293025"/>
          </a:xfrm>
          <a:custGeom xmlns:a="http://schemas.openxmlformats.org/drawingml/2006/main">
            <a:pathLst>
              <a:path w="285112" h="293025" fill="none">
                <a:moveTo>
                  <a:pt x="0" y="146512"/>
                </a:moveTo>
                <a:lnTo>
                  <a:pt x="142559" y="0"/>
                </a:lnTo>
                <a:lnTo>
                  <a:pt x="285112" y="146512"/>
                </a:lnTo>
                <a:lnTo>
                  <a:pt x="142559" y="293025"/>
                </a:lnTo>
                <a:lnTo>
                  <a:pt x="0" y="1465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5F096-96C1-40D0-ACDD-0C18F29F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186" y="3118319"/>
            <a:ext cx="285110" cy="293025"/>
          </a:xfrm>
          <a:custGeom xmlns:a="http://schemas.openxmlformats.org/drawingml/2006/main">
            <a:pathLst>
              <a:path w="285110" h="293025">
                <a:moveTo>
                  <a:pt x="0" y="146512"/>
                </a:moveTo>
                <a:lnTo>
                  <a:pt x="142555" y="0"/>
                </a:lnTo>
                <a:lnTo>
                  <a:pt x="285110" y="146512"/>
                </a:lnTo>
                <a:lnTo>
                  <a:pt x="142555" y="293025"/>
                </a:lnTo>
                <a:lnTo>
                  <a:pt x="0" y="146512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E943E-0264-4E33-8148-648A6AF0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186" y="3118319"/>
            <a:ext cx="285110" cy="293025"/>
          </a:xfrm>
          <a:custGeom xmlns:a="http://schemas.openxmlformats.org/drawingml/2006/main">
            <a:pathLst>
              <a:path w="285110" h="293025" fill="none">
                <a:moveTo>
                  <a:pt x="0" y="146512"/>
                </a:moveTo>
                <a:lnTo>
                  <a:pt x="142555" y="0"/>
                </a:lnTo>
                <a:lnTo>
                  <a:pt x="285110" y="146512"/>
                </a:lnTo>
                <a:lnTo>
                  <a:pt x="142555" y="293025"/>
                </a:lnTo>
                <a:lnTo>
                  <a:pt x="0" y="1465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63A77-5ADF-4B64-8DF5-F9BD4A1D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814" y="3119737"/>
            <a:ext cx="285129" cy="293025"/>
          </a:xfrm>
          <a:custGeom xmlns:a="http://schemas.openxmlformats.org/drawingml/2006/main">
            <a:pathLst>
              <a:path w="285129" h="293025">
                <a:moveTo>
                  <a:pt x="0" y="146512"/>
                </a:moveTo>
                <a:lnTo>
                  <a:pt x="142574" y="0"/>
                </a:lnTo>
                <a:lnTo>
                  <a:pt x="285129" y="146512"/>
                </a:lnTo>
                <a:lnTo>
                  <a:pt x="142574" y="293025"/>
                </a:lnTo>
                <a:lnTo>
                  <a:pt x="0" y="146512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18254-00F9-47E7-9183-8B4A1229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814" y="3119737"/>
            <a:ext cx="285129" cy="293025"/>
          </a:xfrm>
          <a:custGeom xmlns:a="http://schemas.openxmlformats.org/drawingml/2006/main">
            <a:pathLst>
              <a:path w="285129" h="293025" fill="none">
                <a:moveTo>
                  <a:pt x="0" y="146512"/>
                </a:moveTo>
                <a:lnTo>
                  <a:pt x="142574" y="0"/>
                </a:lnTo>
                <a:lnTo>
                  <a:pt x="285129" y="146512"/>
                </a:lnTo>
                <a:lnTo>
                  <a:pt x="142574" y="293025"/>
                </a:lnTo>
                <a:lnTo>
                  <a:pt x="0" y="1465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9EA6C-4EAC-4FAA-8309-D1A7C6D6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57" y="2840436"/>
            <a:ext cx="2331" cy="273945"/>
          </a:xfrm>
          <a:custGeom xmlns:a="http://schemas.openxmlformats.org/drawingml/2006/main">
            <a:pathLst>
              <a:path w="2331" h="273945">
                <a:moveTo>
                  <a:pt x="0" y="0"/>
                </a:moveTo>
                <a:lnTo>
                  <a:pt x="2331" y="27394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FC9931-417E-48F6-8502-CF240585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57" y="2840436"/>
            <a:ext cx="1900" cy="223342"/>
          </a:xfrm>
          <a:custGeom xmlns:a="http://schemas.openxmlformats.org/drawingml/2006/main">
            <a:pathLst>
              <a:path w="1900" h="223342" fill="none">
                <a:moveTo>
                  <a:pt x="0" y="0"/>
                </a:moveTo>
                <a:lnTo>
                  <a:pt x="1900" y="223342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B5646-9E68-4092-8CE9-9093111F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05" y="3047022"/>
            <a:ext cx="33211" cy="45779"/>
          </a:xfrm>
          <a:custGeom xmlns:a="http://schemas.openxmlformats.org/drawingml/2006/main">
            <a:pathLst>
              <a:path w="33211" h="45779">
                <a:moveTo>
                  <a:pt x="16752" y="16756"/>
                </a:moveTo>
                <a:lnTo>
                  <a:pt x="33211" y="0"/>
                </a:lnTo>
                <a:lnTo>
                  <a:pt x="16998" y="45779"/>
                </a:lnTo>
                <a:lnTo>
                  <a:pt x="0" y="295"/>
                </a:lnTo>
                <a:lnTo>
                  <a:pt x="16752" y="16756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1ABE7-5AE2-4BC1-B76D-94DFDB06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05" y="3047022"/>
            <a:ext cx="33211" cy="45779"/>
          </a:xfrm>
          <a:custGeom xmlns:a="http://schemas.openxmlformats.org/drawingml/2006/main">
            <a:pathLst>
              <a:path w="33211" h="45779" fill="none">
                <a:moveTo>
                  <a:pt x="16752" y="16756"/>
                </a:moveTo>
                <a:lnTo>
                  <a:pt x="0" y="295"/>
                </a:lnTo>
                <a:lnTo>
                  <a:pt x="16998" y="45779"/>
                </a:lnTo>
                <a:lnTo>
                  <a:pt x="33211" y="0"/>
                </a:lnTo>
                <a:lnTo>
                  <a:pt x="16752" y="16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23274-E667-4B4C-8916-39E64329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44" y="2840416"/>
            <a:ext cx="2331" cy="273945"/>
          </a:xfrm>
          <a:custGeom xmlns:a="http://schemas.openxmlformats.org/drawingml/2006/main">
            <a:pathLst>
              <a:path w="2331" h="273945">
                <a:moveTo>
                  <a:pt x="0" y="0"/>
                </a:moveTo>
                <a:lnTo>
                  <a:pt x="2331" y="27394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0C5BC-E162-4449-8DA1-D17E3773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44" y="2840416"/>
            <a:ext cx="1900" cy="223342"/>
          </a:xfrm>
          <a:custGeom xmlns:a="http://schemas.openxmlformats.org/drawingml/2006/main">
            <a:pathLst>
              <a:path w="1900" h="223342" fill="none">
                <a:moveTo>
                  <a:pt x="0" y="0"/>
                </a:moveTo>
                <a:lnTo>
                  <a:pt x="1900" y="223342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FE0A6-2456-4BDA-A4CB-E0A4BE7B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92" y="3047002"/>
            <a:ext cx="33219" cy="45779"/>
          </a:xfrm>
          <a:custGeom xmlns:a="http://schemas.openxmlformats.org/drawingml/2006/main">
            <a:pathLst>
              <a:path w="33219" h="45779">
                <a:moveTo>
                  <a:pt x="16752" y="16756"/>
                </a:moveTo>
                <a:lnTo>
                  <a:pt x="33219" y="0"/>
                </a:lnTo>
                <a:lnTo>
                  <a:pt x="16998" y="45779"/>
                </a:lnTo>
                <a:lnTo>
                  <a:pt x="0" y="295"/>
                </a:lnTo>
                <a:lnTo>
                  <a:pt x="16752" y="16756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4AD12-071A-4399-9594-712BA82A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92" y="3047002"/>
            <a:ext cx="33219" cy="45779"/>
          </a:xfrm>
          <a:custGeom xmlns:a="http://schemas.openxmlformats.org/drawingml/2006/main">
            <a:pathLst>
              <a:path w="33219" h="45779" fill="none">
                <a:moveTo>
                  <a:pt x="16752" y="16756"/>
                </a:moveTo>
                <a:lnTo>
                  <a:pt x="0" y="295"/>
                </a:lnTo>
                <a:lnTo>
                  <a:pt x="16998" y="45779"/>
                </a:lnTo>
                <a:lnTo>
                  <a:pt x="33219" y="0"/>
                </a:lnTo>
                <a:lnTo>
                  <a:pt x="16752" y="16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FD943-6AE7-4DFF-976D-C0779589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27" y="3545806"/>
            <a:ext cx="2329" cy="273965"/>
          </a:xfrm>
          <a:custGeom xmlns:a="http://schemas.openxmlformats.org/drawingml/2006/main">
            <a:pathLst>
              <a:path w="2329" h="273965">
                <a:moveTo>
                  <a:pt x="0" y="0"/>
                </a:moveTo>
                <a:lnTo>
                  <a:pt x="2329" y="27396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E7AD9-6A61-4075-B672-62A1E950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27" y="3545806"/>
            <a:ext cx="1898" cy="223342"/>
          </a:xfrm>
          <a:custGeom xmlns:a="http://schemas.openxmlformats.org/drawingml/2006/main">
            <a:pathLst>
              <a:path w="1898" h="223342" fill="none">
                <a:moveTo>
                  <a:pt x="0" y="0"/>
                </a:moveTo>
                <a:lnTo>
                  <a:pt x="1898" y="223342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012B5-9A0D-47B1-B9FC-F0105BEA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75" y="3752412"/>
            <a:ext cx="33219" cy="45759"/>
          </a:xfrm>
          <a:custGeom xmlns:a="http://schemas.openxmlformats.org/drawingml/2006/main">
            <a:pathLst>
              <a:path w="33219" h="45759">
                <a:moveTo>
                  <a:pt x="16750" y="16736"/>
                </a:moveTo>
                <a:lnTo>
                  <a:pt x="33219" y="0"/>
                </a:lnTo>
                <a:lnTo>
                  <a:pt x="16996" y="45759"/>
                </a:lnTo>
                <a:lnTo>
                  <a:pt x="0" y="276"/>
                </a:lnTo>
                <a:lnTo>
                  <a:pt x="16750" y="16736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59A8D-E81D-4FB4-9AD4-F1CF140C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75" y="3752412"/>
            <a:ext cx="33219" cy="45759"/>
          </a:xfrm>
          <a:custGeom xmlns:a="http://schemas.openxmlformats.org/drawingml/2006/main">
            <a:pathLst>
              <a:path w="33219" h="45759" fill="none">
                <a:moveTo>
                  <a:pt x="16750" y="16736"/>
                </a:moveTo>
                <a:lnTo>
                  <a:pt x="0" y="276"/>
                </a:lnTo>
                <a:lnTo>
                  <a:pt x="16996" y="45759"/>
                </a:lnTo>
                <a:lnTo>
                  <a:pt x="33219" y="0"/>
                </a:lnTo>
                <a:lnTo>
                  <a:pt x="16750" y="167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658DD-1617-4AB9-909A-BA2B85CC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93" y="758125"/>
            <a:ext cx="4215802" cy="453484"/>
          </a:xfrm>
          <a:custGeom xmlns:a="http://schemas.openxmlformats.org/drawingml/2006/main">
            <a:pathLst>
              <a:path w="4215802" h="453484">
                <a:moveTo>
                  <a:pt x="0" y="453484"/>
                </a:moveTo>
                <a:lnTo>
                  <a:pt x="0" y="0"/>
                </a:lnTo>
                <a:lnTo>
                  <a:pt x="4215802" y="0"/>
                </a:lnTo>
                <a:lnTo>
                  <a:pt x="4215802" y="453484"/>
                </a:lnTo>
                <a:lnTo>
                  <a:pt x="0" y="45348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Videoframes">
            <a:extLst xmlns:a="http://schemas.openxmlformats.org/drawingml/2006/main">
              <a:ext uri="{FF2B5EF4-FFF2-40B4-BE49-F238E27FC236}">
                <a16:creationId xmlns:a16="http://schemas.microsoft.com/office/drawing/2014/main" id="{CA6B3FE6-62B2-41F4-BF83-AF2B0909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308" y="923427"/>
            <a:ext cx="841447" cy="101580"/>
          </a:xfrm>
          <a:custGeom xmlns:a="http://schemas.openxmlformats.org/drawingml/2006/main">
            <a:pathLst>
              <a:path w="841447" h="101580">
                <a:moveTo>
                  <a:pt x="106790" y="15651"/>
                </a:moveTo>
                <a:lnTo>
                  <a:pt x="107050" y="15616"/>
                </a:lnTo>
                <a:lnTo>
                  <a:pt x="107308" y="15572"/>
                </a:lnTo>
                <a:lnTo>
                  <a:pt x="107562" y="15521"/>
                </a:lnTo>
                <a:lnTo>
                  <a:pt x="107812" y="15462"/>
                </a:lnTo>
                <a:lnTo>
                  <a:pt x="108059" y="15395"/>
                </a:lnTo>
                <a:lnTo>
                  <a:pt x="108303" y="15320"/>
                </a:lnTo>
                <a:lnTo>
                  <a:pt x="108544" y="15237"/>
                </a:lnTo>
                <a:lnTo>
                  <a:pt x="108781" y="15146"/>
                </a:lnTo>
                <a:lnTo>
                  <a:pt x="109015" y="15047"/>
                </a:lnTo>
                <a:lnTo>
                  <a:pt x="109245" y="14941"/>
                </a:lnTo>
                <a:lnTo>
                  <a:pt x="109472" y="14826"/>
                </a:lnTo>
                <a:lnTo>
                  <a:pt x="109696" y="14704"/>
                </a:lnTo>
                <a:lnTo>
                  <a:pt x="109916" y="14574"/>
                </a:lnTo>
                <a:lnTo>
                  <a:pt x="110133" y="14436"/>
                </a:lnTo>
                <a:lnTo>
                  <a:pt x="110347" y="14290"/>
                </a:lnTo>
                <a:lnTo>
                  <a:pt x="110557" y="14136"/>
                </a:lnTo>
                <a:lnTo>
                  <a:pt x="110764" y="13974"/>
                </a:lnTo>
                <a:lnTo>
                  <a:pt x="110968" y="13804"/>
                </a:lnTo>
                <a:lnTo>
                  <a:pt x="111168" y="13626"/>
                </a:lnTo>
                <a:lnTo>
                  <a:pt x="111365" y="13441"/>
                </a:lnTo>
                <a:lnTo>
                  <a:pt x="111556" y="13249"/>
                </a:lnTo>
                <a:lnTo>
                  <a:pt x="111739" y="13054"/>
                </a:lnTo>
                <a:lnTo>
                  <a:pt x="111914" y="12854"/>
                </a:lnTo>
                <a:lnTo>
                  <a:pt x="112081" y="12650"/>
                </a:lnTo>
                <a:lnTo>
                  <a:pt x="112240" y="12442"/>
                </a:lnTo>
                <a:lnTo>
                  <a:pt x="112390" y="12230"/>
                </a:lnTo>
                <a:lnTo>
                  <a:pt x="112532" y="12014"/>
                </a:lnTo>
                <a:lnTo>
                  <a:pt x="112667" y="11794"/>
                </a:lnTo>
                <a:lnTo>
                  <a:pt x="112793" y="11570"/>
                </a:lnTo>
                <a:lnTo>
                  <a:pt x="112911" y="11341"/>
                </a:lnTo>
                <a:lnTo>
                  <a:pt x="113020" y="11109"/>
                </a:lnTo>
                <a:lnTo>
                  <a:pt x="113122" y="10873"/>
                </a:lnTo>
                <a:lnTo>
                  <a:pt x="113216" y="10632"/>
                </a:lnTo>
                <a:lnTo>
                  <a:pt x="113301" y="10388"/>
                </a:lnTo>
                <a:lnTo>
                  <a:pt x="113378" y="10139"/>
                </a:lnTo>
                <a:lnTo>
                  <a:pt x="113448" y="9886"/>
                </a:lnTo>
                <a:lnTo>
                  <a:pt x="113509" y="9629"/>
                </a:lnTo>
                <a:lnTo>
                  <a:pt x="113561" y="9369"/>
                </a:lnTo>
                <a:lnTo>
                  <a:pt x="113606" y="9104"/>
                </a:lnTo>
                <a:lnTo>
                  <a:pt x="113643" y="8835"/>
                </a:lnTo>
                <a:lnTo>
                  <a:pt x="113671" y="8562"/>
                </a:lnTo>
                <a:lnTo>
                  <a:pt x="113692" y="8285"/>
                </a:lnTo>
                <a:lnTo>
                  <a:pt x="113704" y="8004"/>
                </a:lnTo>
                <a:lnTo>
                  <a:pt x="113708" y="7718"/>
                </a:lnTo>
                <a:lnTo>
                  <a:pt x="113704" y="7434"/>
                </a:lnTo>
                <a:lnTo>
                  <a:pt x="113692" y="7153"/>
                </a:lnTo>
                <a:lnTo>
                  <a:pt x="113671" y="6878"/>
                </a:lnTo>
                <a:lnTo>
                  <a:pt x="113643" y="6606"/>
                </a:lnTo>
                <a:lnTo>
                  <a:pt x="113606" y="6340"/>
                </a:lnTo>
                <a:lnTo>
                  <a:pt x="113561" y="6078"/>
                </a:lnTo>
                <a:lnTo>
                  <a:pt x="113509" y="5820"/>
                </a:lnTo>
                <a:lnTo>
                  <a:pt x="113448" y="5567"/>
                </a:lnTo>
                <a:lnTo>
                  <a:pt x="113378" y="5319"/>
                </a:lnTo>
                <a:lnTo>
                  <a:pt x="113301" y="5075"/>
                </a:lnTo>
                <a:lnTo>
                  <a:pt x="113216" y="4835"/>
                </a:lnTo>
                <a:lnTo>
                  <a:pt x="113122" y="4601"/>
                </a:lnTo>
                <a:lnTo>
                  <a:pt x="113020" y="4370"/>
                </a:lnTo>
                <a:lnTo>
                  <a:pt x="112911" y="4144"/>
                </a:lnTo>
                <a:lnTo>
                  <a:pt x="112793" y="3923"/>
                </a:lnTo>
                <a:lnTo>
                  <a:pt x="112667" y="3707"/>
                </a:lnTo>
                <a:lnTo>
                  <a:pt x="112532" y="3494"/>
                </a:lnTo>
                <a:lnTo>
                  <a:pt x="112390" y="3287"/>
                </a:lnTo>
                <a:lnTo>
                  <a:pt x="112240" y="3084"/>
                </a:lnTo>
                <a:lnTo>
                  <a:pt x="112081" y="2885"/>
                </a:lnTo>
                <a:lnTo>
                  <a:pt x="111914" y="2691"/>
                </a:lnTo>
                <a:lnTo>
                  <a:pt x="111739" y="2502"/>
                </a:lnTo>
                <a:lnTo>
                  <a:pt x="111556" y="2317"/>
                </a:lnTo>
                <a:lnTo>
                  <a:pt x="111365" y="2137"/>
                </a:lnTo>
                <a:lnTo>
                  <a:pt x="111168" y="1962"/>
                </a:lnTo>
                <a:lnTo>
                  <a:pt x="110968" y="1795"/>
                </a:lnTo>
                <a:lnTo>
                  <a:pt x="110764" y="1636"/>
                </a:lnTo>
                <a:lnTo>
                  <a:pt x="110557" y="1484"/>
                </a:lnTo>
                <a:lnTo>
                  <a:pt x="110347" y="1339"/>
                </a:lnTo>
                <a:lnTo>
                  <a:pt x="110133" y="1202"/>
                </a:lnTo>
                <a:lnTo>
                  <a:pt x="109916" y="1072"/>
                </a:lnTo>
                <a:lnTo>
                  <a:pt x="109696" y="950"/>
                </a:lnTo>
                <a:lnTo>
                  <a:pt x="109472" y="835"/>
                </a:lnTo>
                <a:lnTo>
                  <a:pt x="109245" y="727"/>
                </a:lnTo>
                <a:lnTo>
                  <a:pt x="109015" y="627"/>
                </a:lnTo>
                <a:lnTo>
                  <a:pt x="108781" y="534"/>
                </a:lnTo>
                <a:lnTo>
                  <a:pt x="108544" y="449"/>
                </a:lnTo>
                <a:lnTo>
                  <a:pt x="108303" y="371"/>
                </a:lnTo>
                <a:lnTo>
                  <a:pt x="108059" y="300"/>
                </a:lnTo>
                <a:lnTo>
                  <a:pt x="107812" y="237"/>
                </a:lnTo>
                <a:lnTo>
                  <a:pt x="107562" y="182"/>
                </a:lnTo>
                <a:lnTo>
                  <a:pt x="107308" y="134"/>
                </a:lnTo>
                <a:lnTo>
                  <a:pt x="107050" y="93"/>
                </a:lnTo>
                <a:lnTo>
                  <a:pt x="106790" y="59"/>
                </a:lnTo>
                <a:lnTo>
                  <a:pt x="106526" y="33"/>
                </a:lnTo>
                <a:lnTo>
                  <a:pt x="106259" y="15"/>
                </a:lnTo>
                <a:lnTo>
                  <a:pt x="105988" y="4"/>
                </a:lnTo>
                <a:lnTo>
                  <a:pt x="105714" y="0"/>
                </a:lnTo>
                <a:lnTo>
                  <a:pt x="105429" y="4"/>
                </a:lnTo>
                <a:lnTo>
                  <a:pt x="105148" y="15"/>
                </a:lnTo>
                <a:lnTo>
                  <a:pt x="104871" y="33"/>
                </a:lnTo>
                <a:lnTo>
                  <a:pt x="104598" y="59"/>
                </a:lnTo>
                <a:lnTo>
                  <a:pt x="104329" y="93"/>
                </a:lnTo>
                <a:lnTo>
                  <a:pt x="104065" y="134"/>
                </a:lnTo>
                <a:lnTo>
                  <a:pt x="103804" y="182"/>
                </a:lnTo>
                <a:lnTo>
                  <a:pt x="103547" y="237"/>
                </a:lnTo>
                <a:lnTo>
                  <a:pt x="103295" y="300"/>
                </a:lnTo>
                <a:lnTo>
                  <a:pt x="103046" y="371"/>
                </a:lnTo>
                <a:lnTo>
                  <a:pt x="102802" y="449"/>
                </a:lnTo>
                <a:lnTo>
                  <a:pt x="102561" y="534"/>
                </a:lnTo>
                <a:lnTo>
                  <a:pt x="102325" y="627"/>
                </a:lnTo>
                <a:lnTo>
                  <a:pt x="102093" y="727"/>
                </a:lnTo>
                <a:lnTo>
                  <a:pt x="101865" y="835"/>
                </a:lnTo>
                <a:lnTo>
                  <a:pt x="101640" y="950"/>
                </a:lnTo>
                <a:lnTo>
                  <a:pt x="101420" y="1072"/>
                </a:lnTo>
                <a:lnTo>
                  <a:pt x="101204" y="1202"/>
                </a:lnTo>
                <a:lnTo>
                  <a:pt x="100992" y="1339"/>
                </a:lnTo>
                <a:lnTo>
                  <a:pt x="100785" y="1484"/>
                </a:lnTo>
                <a:lnTo>
                  <a:pt x="100581" y="1636"/>
                </a:lnTo>
                <a:lnTo>
                  <a:pt x="100381" y="1795"/>
                </a:lnTo>
                <a:lnTo>
                  <a:pt x="100185" y="1962"/>
                </a:lnTo>
                <a:lnTo>
                  <a:pt x="99994" y="2137"/>
                </a:lnTo>
                <a:lnTo>
                  <a:pt x="99808" y="2317"/>
                </a:lnTo>
                <a:lnTo>
                  <a:pt x="99630" y="2502"/>
                </a:lnTo>
                <a:lnTo>
                  <a:pt x="99461" y="2691"/>
                </a:lnTo>
                <a:lnTo>
                  <a:pt x="99299" y="2885"/>
                </a:lnTo>
                <a:lnTo>
                  <a:pt x="99145" y="3084"/>
                </a:lnTo>
                <a:lnTo>
                  <a:pt x="98999" y="3287"/>
                </a:lnTo>
                <a:lnTo>
                  <a:pt x="98861" y="3494"/>
                </a:lnTo>
                <a:lnTo>
                  <a:pt x="98730" y="3707"/>
                </a:lnTo>
                <a:lnTo>
                  <a:pt x="98608" y="3923"/>
                </a:lnTo>
                <a:lnTo>
                  <a:pt x="98494" y="4144"/>
                </a:lnTo>
                <a:lnTo>
                  <a:pt x="98387" y="4370"/>
                </a:lnTo>
                <a:lnTo>
                  <a:pt x="98288" y="4601"/>
                </a:lnTo>
                <a:lnTo>
                  <a:pt x="98198" y="4835"/>
                </a:lnTo>
                <a:lnTo>
                  <a:pt x="98115" y="5075"/>
                </a:lnTo>
                <a:lnTo>
                  <a:pt x="98040" y="5319"/>
                </a:lnTo>
                <a:lnTo>
                  <a:pt x="97973" y="5567"/>
                </a:lnTo>
                <a:lnTo>
                  <a:pt x="97913" y="5820"/>
                </a:lnTo>
                <a:lnTo>
                  <a:pt x="97862" y="6078"/>
                </a:lnTo>
                <a:lnTo>
                  <a:pt x="97819" y="6340"/>
                </a:lnTo>
                <a:lnTo>
                  <a:pt x="97783" y="6606"/>
                </a:lnTo>
                <a:lnTo>
                  <a:pt x="97756" y="6878"/>
                </a:lnTo>
                <a:lnTo>
                  <a:pt x="97736" y="7153"/>
                </a:lnTo>
                <a:lnTo>
                  <a:pt x="97724" y="7434"/>
                </a:lnTo>
                <a:lnTo>
                  <a:pt x="97720" y="7718"/>
                </a:lnTo>
                <a:lnTo>
                  <a:pt x="97724" y="8004"/>
                </a:lnTo>
                <a:lnTo>
                  <a:pt x="97736" y="8285"/>
                </a:lnTo>
                <a:lnTo>
                  <a:pt x="97756" y="8562"/>
                </a:lnTo>
                <a:lnTo>
                  <a:pt x="97783" y="8835"/>
                </a:lnTo>
                <a:lnTo>
                  <a:pt x="97819" y="9104"/>
                </a:lnTo>
                <a:lnTo>
                  <a:pt x="97862" y="9369"/>
                </a:lnTo>
                <a:lnTo>
                  <a:pt x="97913" y="9629"/>
                </a:lnTo>
                <a:lnTo>
                  <a:pt x="97973" y="9886"/>
                </a:lnTo>
                <a:lnTo>
                  <a:pt x="98040" y="10139"/>
                </a:lnTo>
                <a:lnTo>
                  <a:pt x="98115" y="10388"/>
                </a:lnTo>
                <a:lnTo>
                  <a:pt x="98198" y="10632"/>
                </a:lnTo>
                <a:lnTo>
                  <a:pt x="98288" y="10873"/>
                </a:lnTo>
                <a:lnTo>
                  <a:pt x="98387" y="11109"/>
                </a:lnTo>
                <a:lnTo>
                  <a:pt x="98494" y="11341"/>
                </a:lnTo>
                <a:lnTo>
                  <a:pt x="98608" y="11570"/>
                </a:lnTo>
                <a:lnTo>
                  <a:pt x="98730" y="11794"/>
                </a:lnTo>
                <a:lnTo>
                  <a:pt x="98861" y="12014"/>
                </a:lnTo>
                <a:lnTo>
                  <a:pt x="98999" y="12230"/>
                </a:lnTo>
                <a:lnTo>
                  <a:pt x="99145" y="12442"/>
                </a:lnTo>
                <a:lnTo>
                  <a:pt x="99299" y="12650"/>
                </a:lnTo>
                <a:lnTo>
                  <a:pt x="99461" y="12854"/>
                </a:lnTo>
                <a:lnTo>
                  <a:pt x="99630" y="13054"/>
                </a:lnTo>
                <a:lnTo>
                  <a:pt x="99808" y="13249"/>
                </a:lnTo>
                <a:lnTo>
                  <a:pt x="99994" y="13441"/>
                </a:lnTo>
                <a:lnTo>
                  <a:pt x="100185" y="13626"/>
                </a:lnTo>
                <a:lnTo>
                  <a:pt x="100381" y="13804"/>
                </a:lnTo>
                <a:lnTo>
                  <a:pt x="100581" y="13974"/>
                </a:lnTo>
                <a:lnTo>
                  <a:pt x="100785" y="14136"/>
                </a:lnTo>
                <a:lnTo>
                  <a:pt x="100992" y="14290"/>
                </a:lnTo>
                <a:lnTo>
                  <a:pt x="101204" y="14436"/>
                </a:lnTo>
                <a:lnTo>
                  <a:pt x="101420" y="14574"/>
                </a:lnTo>
                <a:lnTo>
                  <a:pt x="101640" y="14704"/>
                </a:lnTo>
                <a:lnTo>
                  <a:pt x="101865" y="14826"/>
                </a:lnTo>
                <a:lnTo>
                  <a:pt x="102093" y="14941"/>
                </a:lnTo>
                <a:lnTo>
                  <a:pt x="102325" y="15047"/>
                </a:lnTo>
                <a:lnTo>
                  <a:pt x="102561" y="15146"/>
                </a:lnTo>
                <a:lnTo>
                  <a:pt x="102802" y="15237"/>
                </a:lnTo>
                <a:lnTo>
                  <a:pt x="103046" y="15320"/>
                </a:lnTo>
                <a:lnTo>
                  <a:pt x="103295" y="15395"/>
                </a:lnTo>
                <a:lnTo>
                  <a:pt x="103547" y="15462"/>
                </a:lnTo>
                <a:lnTo>
                  <a:pt x="103804" y="15521"/>
                </a:lnTo>
                <a:lnTo>
                  <a:pt x="104065" y="15572"/>
                </a:lnTo>
                <a:lnTo>
                  <a:pt x="104329" y="15616"/>
                </a:lnTo>
                <a:lnTo>
                  <a:pt x="104598" y="15651"/>
                </a:lnTo>
                <a:lnTo>
                  <a:pt x="104871" y="15679"/>
                </a:lnTo>
                <a:lnTo>
                  <a:pt x="105148" y="15699"/>
                </a:lnTo>
                <a:lnTo>
                  <a:pt x="105429" y="15710"/>
                </a:lnTo>
                <a:lnTo>
                  <a:pt x="105714" y="15714"/>
                </a:lnTo>
                <a:lnTo>
                  <a:pt x="105988" y="15710"/>
                </a:lnTo>
                <a:lnTo>
                  <a:pt x="106259" y="15699"/>
                </a:lnTo>
                <a:lnTo>
                  <a:pt x="106526" y="15679"/>
                </a:lnTo>
                <a:lnTo>
                  <a:pt x="106790" y="15651"/>
                </a:lnTo>
                <a:close/>
                <a:moveTo>
                  <a:pt x="418863" y="40247"/>
                </a:moveTo>
                <a:lnTo>
                  <a:pt x="418863" y="99927"/>
                </a:lnTo>
                <a:lnTo>
                  <a:pt x="430441" y="99927"/>
                </a:lnTo>
                <a:lnTo>
                  <a:pt x="430441" y="40247"/>
                </a:lnTo>
                <a:lnTo>
                  <a:pt x="447945" y="40247"/>
                </a:lnTo>
                <a:lnTo>
                  <a:pt x="447945" y="30461"/>
                </a:lnTo>
                <a:lnTo>
                  <a:pt x="430441" y="30461"/>
                </a:lnTo>
                <a:lnTo>
                  <a:pt x="430441" y="19986"/>
                </a:lnTo>
                <a:lnTo>
                  <a:pt x="430445" y="19555"/>
                </a:lnTo>
                <a:lnTo>
                  <a:pt x="430457" y="19135"/>
                </a:lnTo>
                <a:lnTo>
                  <a:pt x="430477" y="18726"/>
                </a:lnTo>
                <a:lnTo>
                  <a:pt x="430504" y="18328"/>
                </a:lnTo>
                <a:lnTo>
                  <a:pt x="430540" y="17941"/>
                </a:lnTo>
                <a:lnTo>
                  <a:pt x="430583" y="17566"/>
                </a:lnTo>
                <a:lnTo>
                  <a:pt x="430634" y="17201"/>
                </a:lnTo>
                <a:lnTo>
                  <a:pt x="430694" y="16847"/>
                </a:lnTo>
                <a:lnTo>
                  <a:pt x="430761" y="16504"/>
                </a:lnTo>
                <a:lnTo>
                  <a:pt x="430836" y="16172"/>
                </a:lnTo>
                <a:lnTo>
                  <a:pt x="430919" y="15851"/>
                </a:lnTo>
                <a:lnTo>
                  <a:pt x="431009" y="15541"/>
                </a:lnTo>
                <a:lnTo>
                  <a:pt x="431108" y="15243"/>
                </a:lnTo>
                <a:lnTo>
                  <a:pt x="431215" y="14955"/>
                </a:lnTo>
                <a:lnTo>
                  <a:pt x="431329" y="14678"/>
                </a:lnTo>
                <a:lnTo>
                  <a:pt x="431452" y="14412"/>
                </a:lnTo>
                <a:lnTo>
                  <a:pt x="431582" y="14157"/>
                </a:lnTo>
                <a:lnTo>
                  <a:pt x="431720" y="13913"/>
                </a:lnTo>
                <a:lnTo>
                  <a:pt x="431866" y="13681"/>
                </a:lnTo>
                <a:lnTo>
                  <a:pt x="432020" y="13459"/>
                </a:lnTo>
                <a:lnTo>
                  <a:pt x="432182" y="13248"/>
                </a:lnTo>
                <a:lnTo>
                  <a:pt x="432351" y="13048"/>
                </a:lnTo>
                <a:lnTo>
                  <a:pt x="432529" y="12860"/>
                </a:lnTo>
                <a:lnTo>
                  <a:pt x="432715" y="12682"/>
                </a:lnTo>
                <a:lnTo>
                  <a:pt x="432909" y="12513"/>
                </a:lnTo>
                <a:lnTo>
                  <a:pt x="433113" y="12352"/>
                </a:lnTo>
                <a:lnTo>
                  <a:pt x="433327" y="12197"/>
                </a:lnTo>
                <a:lnTo>
                  <a:pt x="433551" y="12050"/>
                </a:lnTo>
                <a:lnTo>
                  <a:pt x="433784" y="11910"/>
                </a:lnTo>
                <a:lnTo>
                  <a:pt x="434028" y="11777"/>
                </a:lnTo>
                <a:lnTo>
                  <a:pt x="434281" y="11652"/>
                </a:lnTo>
                <a:lnTo>
                  <a:pt x="434544" y="11533"/>
                </a:lnTo>
                <a:lnTo>
                  <a:pt x="434817" y="11422"/>
                </a:lnTo>
                <a:lnTo>
                  <a:pt x="435100" y="11318"/>
                </a:lnTo>
                <a:lnTo>
                  <a:pt x="435392" y="11221"/>
                </a:lnTo>
                <a:lnTo>
                  <a:pt x="435695" y="11131"/>
                </a:lnTo>
                <a:lnTo>
                  <a:pt x="436007" y="11049"/>
                </a:lnTo>
                <a:lnTo>
                  <a:pt x="436329" y="10973"/>
                </a:lnTo>
                <a:lnTo>
                  <a:pt x="436660" y="10905"/>
                </a:lnTo>
                <a:lnTo>
                  <a:pt x="437002" y="10844"/>
                </a:lnTo>
                <a:lnTo>
                  <a:pt x="437353" y="10790"/>
                </a:lnTo>
                <a:lnTo>
                  <a:pt x="437715" y="10744"/>
                </a:lnTo>
                <a:lnTo>
                  <a:pt x="438086" y="10704"/>
                </a:lnTo>
                <a:lnTo>
                  <a:pt x="438467" y="10672"/>
                </a:lnTo>
                <a:lnTo>
                  <a:pt x="438857" y="10647"/>
                </a:lnTo>
                <a:lnTo>
                  <a:pt x="439258" y="10629"/>
                </a:lnTo>
                <a:lnTo>
                  <a:pt x="439668" y="10618"/>
                </a:lnTo>
                <a:lnTo>
                  <a:pt x="440088" y="10614"/>
                </a:lnTo>
                <a:lnTo>
                  <a:pt x="446153" y="10614"/>
                </a:lnTo>
                <a:lnTo>
                  <a:pt x="446153" y="690"/>
                </a:lnTo>
                <a:lnTo>
                  <a:pt x="438296" y="690"/>
                </a:lnTo>
                <a:lnTo>
                  <a:pt x="437771" y="693"/>
                </a:lnTo>
                <a:lnTo>
                  <a:pt x="437253" y="704"/>
                </a:lnTo>
                <a:lnTo>
                  <a:pt x="436742" y="721"/>
                </a:lnTo>
                <a:lnTo>
                  <a:pt x="436238" y="745"/>
                </a:lnTo>
                <a:lnTo>
                  <a:pt x="435741" y="777"/>
                </a:lnTo>
                <a:lnTo>
                  <a:pt x="435251" y="815"/>
                </a:lnTo>
                <a:lnTo>
                  <a:pt x="434767" y="860"/>
                </a:lnTo>
                <a:lnTo>
                  <a:pt x="434291" y="912"/>
                </a:lnTo>
                <a:lnTo>
                  <a:pt x="433822" y="971"/>
                </a:lnTo>
                <a:lnTo>
                  <a:pt x="433359" y="1037"/>
                </a:lnTo>
                <a:lnTo>
                  <a:pt x="432904" y="1110"/>
                </a:lnTo>
                <a:lnTo>
                  <a:pt x="432455" y="1190"/>
                </a:lnTo>
                <a:lnTo>
                  <a:pt x="432014" y="1277"/>
                </a:lnTo>
                <a:lnTo>
                  <a:pt x="431579" y="1370"/>
                </a:lnTo>
                <a:lnTo>
                  <a:pt x="431151" y="1471"/>
                </a:lnTo>
                <a:lnTo>
                  <a:pt x="430731" y="1579"/>
                </a:lnTo>
                <a:lnTo>
                  <a:pt x="430317" y="1693"/>
                </a:lnTo>
                <a:lnTo>
                  <a:pt x="429910" y="1815"/>
                </a:lnTo>
                <a:lnTo>
                  <a:pt x="429510" y="1943"/>
                </a:lnTo>
                <a:lnTo>
                  <a:pt x="429117" y="2079"/>
                </a:lnTo>
                <a:lnTo>
                  <a:pt x="428731" y="2221"/>
                </a:lnTo>
                <a:lnTo>
                  <a:pt x="428352" y="2370"/>
                </a:lnTo>
                <a:lnTo>
                  <a:pt x="427980" y="2527"/>
                </a:lnTo>
                <a:lnTo>
                  <a:pt x="427615" y="2690"/>
                </a:lnTo>
                <a:lnTo>
                  <a:pt x="427256" y="2860"/>
                </a:lnTo>
                <a:lnTo>
                  <a:pt x="426906" y="3038"/>
                </a:lnTo>
                <a:lnTo>
                  <a:pt x="426563" y="3224"/>
                </a:lnTo>
                <a:lnTo>
                  <a:pt x="426227" y="3417"/>
                </a:lnTo>
                <a:lnTo>
                  <a:pt x="425898" y="3618"/>
                </a:lnTo>
                <a:lnTo>
                  <a:pt x="425578" y="3827"/>
                </a:lnTo>
                <a:lnTo>
                  <a:pt x="425264" y="4043"/>
                </a:lnTo>
                <a:lnTo>
                  <a:pt x="424958" y="4267"/>
                </a:lnTo>
                <a:lnTo>
                  <a:pt x="424659" y="4499"/>
                </a:lnTo>
                <a:lnTo>
                  <a:pt x="424368" y="4738"/>
                </a:lnTo>
                <a:lnTo>
                  <a:pt x="424084" y="4985"/>
                </a:lnTo>
                <a:lnTo>
                  <a:pt x="423807" y="5239"/>
                </a:lnTo>
                <a:lnTo>
                  <a:pt x="423538" y="5502"/>
                </a:lnTo>
                <a:lnTo>
                  <a:pt x="423277" y="5772"/>
                </a:lnTo>
                <a:lnTo>
                  <a:pt x="423022" y="6049"/>
                </a:lnTo>
                <a:lnTo>
                  <a:pt x="422775" y="6334"/>
                </a:lnTo>
                <a:lnTo>
                  <a:pt x="422536" y="6627"/>
                </a:lnTo>
                <a:lnTo>
                  <a:pt x="422304" y="6928"/>
                </a:lnTo>
                <a:lnTo>
                  <a:pt x="422079" y="7236"/>
                </a:lnTo>
                <a:lnTo>
                  <a:pt x="421862" y="7552"/>
                </a:lnTo>
                <a:lnTo>
                  <a:pt x="421652" y="7875"/>
                </a:lnTo>
                <a:lnTo>
                  <a:pt x="421450" y="8207"/>
                </a:lnTo>
                <a:lnTo>
                  <a:pt x="421255" y="8545"/>
                </a:lnTo>
                <a:lnTo>
                  <a:pt x="421068" y="8892"/>
                </a:lnTo>
                <a:lnTo>
                  <a:pt x="420888" y="9246"/>
                </a:lnTo>
                <a:lnTo>
                  <a:pt x="420715" y="9609"/>
                </a:lnTo>
                <a:lnTo>
                  <a:pt x="420551" y="9980"/>
                </a:lnTo>
                <a:lnTo>
                  <a:pt x="420394" y="10360"/>
                </a:lnTo>
                <a:lnTo>
                  <a:pt x="420245" y="10748"/>
                </a:lnTo>
                <a:lnTo>
                  <a:pt x="420103" y="11144"/>
                </a:lnTo>
                <a:lnTo>
                  <a:pt x="419969" y="11548"/>
                </a:lnTo>
                <a:lnTo>
                  <a:pt x="419843" y="11962"/>
                </a:lnTo>
                <a:lnTo>
                  <a:pt x="419724" y="12383"/>
                </a:lnTo>
                <a:lnTo>
                  <a:pt x="419613" y="12813"/>
                </a:lnTo>
                <a:lnTo>
                  <a:pt x="419510" y="13251"/>
                </a:lnTo>
                <a:lnTo>
                  <a:pt x="419414" y="13698"/>
                </a:lnTo>
                <a:lnTo>
                  <a:pt x="419326" y="14152"/>
                </a:lnTo>
                <a:lnTo>
                  <a:pt x="419246" y="14616"/>
                </a:lnTo>
                <a:lnTo>
                  <a:pt x="419173" y="15088"/>
                </a:lnTo>
                <a:lnTo>
                  <a:pt x="419108" y="15568"/>
                </a:lnTo>
                <a:lnTo>
                  <a:pt x="419051" y="16056"/>
                </a:lnTo>
                <a:lnTo>
                  <a:pt x="419001" y="16553"/>
                </a:lnTo>
                <a:lnTo>
                  <a:pt x="418959" y="17058"/>
                </a:lnTo>
                <a:lnTo>
                  <a:pt x="418925" y="17572"/>
                </a:lnTo>
                <a:lnTo>
                  <a:pt x="418898" y="18094"/>
                </a:lnTo>
                <a:lnTo>
                  <a:pt x="418879" y="18624"/>
                </a:lnTo>
                <a:lnTo>
                  <a:pt x="418867" y="19163"/>
                </a:lnTo>
                <a:lnTo>
                  <a:pt x="418863" y="19710"/>
                </a:lnTo>
                <a:lnTo>
                  <a:pt x="418863" y="30461"/>
                </a:lnTo>
                <a:lnTo>
                  <a:pt x="408249" y="30461"/>
                </a:lnTo>
                <a:lnTo>
                  <a:pt x="408249" y="40247"/>
                </a:lnTo>
                <a:lnTo>
                  <a:pt x="418863" y="40247"/>
                </a:lnTo>
                <a:close/>
                <a:moveTo>
                  <a:pt x="164572" y="101528"/>
                </a:moveTo>
                <a:lnTo>
                  <a:pt x="165077" y="101499"/>
                </a:lnTo>
                <a:lnTo>
                  <a:pt x="165576" y="101464"/>
                </a:lnTo>
                <a:lnTo>
                  <a:pt x="166070" y="101422"/>
                </a:lnTo>
                <a:lnTo>
                  <a:pt x="166559" y="101374"/>
                </a:lnTo>
                <a:lnTo>
                  <a:pt x="167042" y="101319"/>
                </a:lnTo>
                <a:lnTo>
                  <a:pt x="167521" y="101257"/>
                </a:lnTo>
                <a:lnTo>
                  <a:pt x="167994" y="101190"/>
                </a:lnTo>
                <a:lnTo>
                  <a:pt x="168461" y="101115"/>
                </a:lnTo>
                <a:lnTo>
                  <a:pt x="168924" y="101035"/>
                </a:lnTo>
                <a:lnTo>
                  <a:pt x="169381" y="100947"/>
                </a:lnTo>
                <a:lnTo>
                  <a:pt x="169833" y="100854"/>
                </a:lnTo>
                <a:lnTo>
                  <a:pt x="170280" y="100754"/>
                </a:lnTo>
                <a:lnTo>
                  <a:pt x="170721" y="100647"/>
                </a:lnTo>
                <a:lnTo>
                  <a:pt x="171158" y="100534"/>
                </a:lnTo>
                <a:lnTo>
                  <a:pt x="171589" y="100415"/>
                </a:lnTo>
                <a:lnTo>
                  <a:pt x="172014" y="100289"/>
                </a:lnTo>
                <a:lnTo>
                  <a:pt x="172435" y="100157"/>
                </a:lnTo>
                <a:lnTo>
                  <a:pt x="172850" y="100018"/>
                </a:lnTo>
                <a:lnTo>
                  <a:pt x="173260" y="99873"/>
                </a:lnTo>
                <a:lnTo>
                  <a:pt x="173665" y="99721"/>
                </a:lnTo>
                <a:lnTo>
                  <a:pt x="174064" y="99564"/>
                </a:lnTo>
                <a:lnTo>
                  <a:pt x="174459" y="99403"/>
                </a:lnTo>
                <a:lnTo>
                  <a:pt x="174849" y="99238"/>
                </a:lnTo>
                <a:lnTo>
                  <a:pt x="175234" y="99070"/>
                </a:lnTo>
                <a:lnTo>
                  <a:pt x="175615" y="98898"/>
                </a:lnTo>
                <a:lnTo>
                  <a:pt x="175991" y="98721"/>
                </a:lnTo>
                <a:lnTo>
                  <a:pt x="176362" y="98541"/>
                </a:lnTo>
                <a:lnTo>
                  <a:pt x="176728" y="98358"/>
                </a:lnTo>
                <a:lnTo>
                  <a:pt x="177089" y="98170"/>
                </a:lnTo>
                <a:lnTo>
                  <a:pt x="177445" y="97979"/>
                </a:lnTo>
                <a:lnTo>
                  <a:pt x="177797" y="97783"/>
                </a:lnTo>
                <a:lnTo>
                  <a:pt x="178144" y="97584"/>
                </a:lnTo>
                <a:lnTo>
                  <a:pt x="178486" y="97381"/>
                </a:lnTo>
                <a:lnTo>
                  <a:pt x="178824" y="97174"/>
                </a:lnTo>
                <a:lnTo>
                  <a:pt x="179156" y="96964"/>
                </a:lnTo>
                <a:lnTo>
                  <a:pt x="179484" y="96749"/>
                </a:lnTo>
                <a:lnTo>
                  <a:pt x="179807" y="96531"/>
                </a:lnTo>
                <a:lnTo>
                  <a:pt x="180125" y="96309"/>
                </a:lnTo>
                <a:lnTo>
                  <a:pt x="180439" y="96083"/>
                </a:lnTo>
                <a:lnTo>
                  <a:pt x="180747" y="95854"/>
                </a:lnTo>
                <a:lnTo>
                  <a:pt x="181051" y="95620"/>
                </a:lnTo>
                <a:lnTo>
                  <a:pt x="181350" y="95383"/>
                </a:lnTo>
                <a:lnTo>
                  <a:pt x="181645" y="95141"/>
                </a:lnTo>
                <a:lnTo>
                  <a:pt x="181934" y="94896"/>
                </a:lnTo>
                <a:lnTo>
                  <a:pt x="182219" y="94649"/>
                </a:lnTo>
                <a:lnTo>
                  <a:pt x="182500" y="94399"/>
                </a:lnTo>
                <a:lnTo>
                  <a:pt x="182776" y="94148"/>
                </a:lnTo>
                <a:lnTo>
                  <a:pt x="183048" y="93895"/>
                </a:lnTo>
                <a:lnTo>
                  <a:pt x="183316" y="93641"/>
                </a:lnTo>
                <a:lnTo>
                  <a:pt x="183579" y="93385"/>
                </a:lnTo>
                <a:lnTo>
                  <a:pt x="183838" y="93127"/>
                </a:lnTo>
                <a:lnTo>
                  <a:pt x="184093" y="92867"/>
                </a:lnTo>
                <a:lnTo>
                  <a:pt x="184343" y="92606"/>
                </a:lnTo>
                <a:lnTo>
                  <a:pt x="184590" y="92343"/>
                </a:lnTo>
                <a:lnTo>
                  <a:pt x="184832" y="92079"/>
                </a:lnTo>
                <a:lnTo>
                  <a:pt x="185069" y="91813"/>
                </a:lnTo>
                <a:lnTo>
                  <a:pt x="185303" y="91545"/>
                </a:lnTo>
                <a:lnTo>
                  <a:pt x="185532" y="91275"/>
                </a:lnTo>
                <a:lnTo>
                  <a:pt x="185756" y="91004"/>
                </a:lnTo>
                <a:lnTo>
                  <a:pt x="185977" y="90731"/>
                </a:lnTo>
                <a:lnTo>
                  <a:pt x="186193" y="90457"/>
                </a:lnTo>
                <a:lnTo>
                  <a:pt x="186405" y="90181"/>
                </a:lnTo>
                <a:lnTo>
                  <a:pt x="186612" y="89903"/>
                </a:lnTo>
                <a:lnTo>
                  <a:pt x="186815" y="89623"/>
                </a:lnTo>
                <a:lnTo>
                  <a:pt x="187014" y="89342"/>
                </a:lnTo>
                <a:lnTo>
                  <a:pt x="187209" y="89059"/>
                </a:lnTo>
                <a:lnTo>
                  <a:pt x="187399" y="88774"/>
                </a:lnTo>
                <a:lnTo>
                  <a:pt x="187585" y="88488"/>
                </a:lnTo>
                <a:lnTo>
                  <a:pt x="188550" y="99927"/>
                </a:lnTo>
                <a:lnTo>
                  <a:pt x="199026" y="99927"/>
                </a:lnTo>
                <a:lnTo>
                  <a:pt x="199026" y="690"/>
                </a:lnTo>
                <a:lnTo>
                  <a:pt x="187448" y="690"/>
                </a:lnTo>
                <a:lnTo>
                  <a:pt x="187448" y="41900"/>
                </a:lnTo>
                <a:lnTo>
                  <a:pt x="187156" y="41388"/>
                </a:lnTo>
                <a:lnTo>
                  <a:pt x="186853" y="40886"/>
                </a:lnTo>
                <a:lnTo>
                  <a:pt x="186540" y="40393"/>
                </a:lnTo>
                <a:lnTo>
                  <a:pt x="186217" y="39909"/>
                </a:lnTo>
                <a:lnTo>
                  <a:pt x="185883" y="39436"/>
                </a:lnTo>
                <a:lnTo>
                  <a:pt x="185540" y="38971"/>
                </a:lnTo>
                <a:lnTo>
                  <a:pt x="185186" y="38517"/>
                </a:lnTo>
                <a:lnTo>
                  <a:pt x="184821" y="38072"/>
                </a:lnTo>
                <a:lnTo>
                  <a:pt x="184446" y="37636"/>
                </a:lnTo>
                <a:lnTo>
                  <a:pt x="184061" y="37210"/>
                </a:lnTo>
                <a:lnTo>
                  <a:pt x="183666" y="36794"/>
                </a:lnTo>
                <a:lnTo>
                  <a:pt x="183261" y="36387"/>
                </a:lnTo>
                <a:lnTo>
                  <a:pt x="182845" y="35990"/>
                </a:lnTo>
                <a:lnTo>
                  <a:pt x="182419" y="35603"/>
                </a:lnTo>
                <a:lnTo>
                  <a:pt x="181982" y="35225"/>
                </a:lnTo>
                <a:lnTo>
                  <a:pt x="181535" y="34856"/>
                </a:lnTo>
                <a:lnTo>
                  <a:pt x="181078" y="34497"/>
                </a:lnTo>
                <a:lnTo>
                  <a:pt x="180611" y="34148"/>
                </a:lnTo>
                <a:lnTo>
                  <a:pt x="180133" y="33808"/>
                </a:lnTo>
                <a:lnTo>
                  <a:pt x="179646" y="33478"/>
                </a:lnTo>
                <a:lnTo>
                  <a:pt x="179147" y="33158"/>
                </a:lnTo>
                <a:lnTo>
                  <a:pt x="178639" y="32847"/>
                </a:lnTo>
                <a:lnTo>
                  <a:pt x="178120" y="32545"/>
                </a:lnTo>
                <a:lnTo>
                  <a:pt x="177591" y="32253"/>
                </a:lnTo>
                <a:lnTo>
                  <a:pt x="177053" y="31972"/>
                </a:lnTo>
                <a:lnTo>
                  <a:pt x="176508" y="31703"/>
                </a:lnTo>
                <a:lnTo>
                  <a:pt x="175956" y="31445"/>
                </a:lnTo>
                <a:lnTo>
                  <a:pt x="175396" y="31200"/>
                </a:lnTo>
                <a:lnTo>
                  <a:pt x="174828" y="30967"/>
                </a:lnTo>
                <a:lnTo>
                  <a:pt x="174253" y="30745"/>
                </a:lnTo>
                <a:lnTo>
                  <a:pt x="173671" y="30536"/>
                </a:lnTo>
                <a:lnTo>
                  <a:pt x="173082" y="30338"/>
                </a:lnTo>
                <a:lnTo>
                  <a:pt x="172484" y="30153"/>
                </a:lnTo>
                <a:lnTo>
                  <a:pt x="171880" y="29979"/>
                </a:lnTo>
                <a:lnTo>
                  <a:pt x="171268" y="29818"/>
                </a:lnTo>
                <a:lnTo>
                  <a:pt x="170649" y="29668"/>
                </a:lnTo>
                <a:lnTo>
                  <a:pt x="170022" y="29530"/>
                </a:lnTo>
                <a:lnTo>
                  <a:pt x="169388" y="29405"/>
                </a:lnTo>
                <a:lnTo>
                  <a:pt x="168746" y="29291"/>
                </a:lnTo>
                <a:lnTo>
                  <a:pt x="168097" y="29189"/>
                </a:lnTo>
                <a:lnTo>
                  <a:pt x="167441" y="29099"/>
                </a:lnTo>
                <a:lnTo>
                  <a:pt x="166777" y="29022"/>
                </a:lnTo>
                <a:lnTo>
                  <a:pt x="166106" y="28956"/>
                </a:lnTo>
                <a:lnTo>
                  <a:pt x="165427" y="28902"/>
                </a:lnTo>
                <a:lnTo>
                  <a:pt x="164741" y="28860"/>
                </a:lnTo>
                <a:lnTo>
                  <a:pt x="164047" y="28830"/>
                </a:lnTo>
                <a:lnTo>
                  <a:pt x="163346" y="28812"/>
                </a:lnTo>
                <a:lnTo>
                  <a:pt x="162638" y="28806"/>
                </a:lnTo>
                <a:lnTo>
                  <a:pt x="161804" y="28814"/>
                </a:lnTo>
                <a:lnTo>
                  <a:pt x="160978" y="28839"/>
                </a:lnTo>
                <a:lnTo>
                  <a:pt x="160160" y="28880"/>
                </a:lnTo>
                <a:lnTo>
                  <a:pt x="159351" y="28936"/>
                </a:lnTo>
                <a:lnTo>
                  <a:pt x="158550" y="29010"/>
                </a:lnTo>
                <a:lnTo>
                  <a:pt x="157758" y="29099"/>
                </a:lnTo>
                <a:lnTo>
                  <a:pt x="156974" y="29205"/>
                </a:lnTo>
                <a:lnTo>
                  <a:pt x="156198" y="29327"/>
                </a:lnTo>
                <a:lnTo>
                  <a:pt x="155431" y="29465"/>
                </a:lnTo>
                <a:lnTo>
                  <a:pt x="154672" y="29620"/>
                </a:lnTo>
                <a:lnTo>
                  <a:pt x="153921" y="29791"/>
                </a:lnTo>
                <a:lnTo>
                  <a:pt x="153179" y="29978"/>
                </a:lnTo>
                <a:lnTo>
                  <a:pt x="152445" y="30182"/>
                </a:lnTo>
                <a:lnTo>
                  <a:pt x="151720" y="30401"/>
                </a:lnTo>
                <a:lnTo>
                  <a:pt x="151003" y="30637"/>
                </a:lnTo>
                <a:lnTo>
                  <a:pt x="150294" y="30890"/>
                </a:lnTo>
                <a:lnTo>
                  <a:pt x="149594" y="31158"/>
                </a:lnTo>
                <a:lnTo>
                  <a:pt x="148902" y="31443"/>
                </a:lnTo>
                <a:lnTo>
                  <a:pt x="148218" y="31744"/>
                </a:lnTo>
                <a:lnTo>
                  <a:pt x="147543" y="32062"/>
                </a:lnTo>
                <a:lnTo>
                  <a:pt x="146876" y="32395"/>
                </a:lnTo>
                <a:lnTo>
                  <a:pt x="146218" y="32745"/>
                </a:lnTo>
                <a:lnTo>
                  <a:pt x="145567" y="33112"/>
                </a:lnTo>
                <a:lnTo>
                  <a:pt x="144926" y="33494"/>
                </a:lnTo>
                <a:lnTo>
                  <a:pt x="144294" y="33891"/>
                </a:lnTo>
                <a:lnTo>
                  <a:pt x="143675" y="34299"/>
                </a:lnTo>
                <a:lnTo>
                  <a:pt x="143068" y="34720"/>
                </a:lnTo>
                <a:lnTo>
                  <a:pt x="142474" y="35154"/>
                </a:lnTo>
                <a:lnTo>
                  <a:pt x="141891" y="35599"/>
                </a:lnTo>
                <a:lnTo>
                  <a:pt x="141321" y="36057"/>
                </a:lnTo>
                <a:lnTo>
                  <a:pt x="140763" y="36527"/>
                </a:lnTo>
                <a:lnTo>
                  <a:pt x="140217" y="37009"/>
                </a:lnTo>
                <a:lnTo>
                  <a:pt x="139683" y="37503"/>
                </a:lnTo>
                <a:lnTo>
                  <a:pt x="139162" y="38009"/>
                </a:lnTo>
                <a:lnTo>
                  <a:pt x="138652" y="38528"/>
                </a:lnTo>
                <a:lnTo>
                  <a:pt x="138155" y="39059"/>
                </a:lnTo>
                <a:lnTo>
                  <a:pt x="137670" y="39602"/>
                </a:lnTo>
                <a:lnTo>
                  <a:pt x="137198" y="40157"/>
                </a:lnTo>
                <a:lnTo>
                  <a:pt x="136737" y="40725"/>
                </a:lnTo>
                <a:lnTo>
                  <a:pt x="136289" y="41305"/>
                </a:lnTo>
                <a:lnTo>
                  <a:pt x="135853" y="41896"/>
                </a:lnTo>
                <a:lnTo>
                  <a:pt x="135429" y="42501"/>
                </a:lnTo>
                <a:lnTo>
                  <a:pt x="135017" y="43117"/>
                </a:lnTo>
                <a:lnTo>
                  <a:pt x="134618" y="43746"/>
                </a:lnTo>
                <a:lnTo>
                  <a:pt x="134230" y="44386"/>
                </a:lnTo>
                <a:lnTo>
                  <a:pt x="133855" y="45039"/>
                </a:lnTo>
                <a:lnTo>
                  <a:pt x="133493" y="45705"/>
                </a:lnTo>
                <a:lnTo>
                  <a:pt x="133142" y="46382"/>
                </a:lnTo>
                <a:lnTo>
                  <a:pt x="132805" y="47069"/>
                </a:lnTo>
                <a:lnTo>
                  <a:pt x="132482" y="47764"/>
                </a:lnTo>
                <a:lnTo>
                  <a:pt x="132173" y="48467"/>
                </a:lnTo>
                <a:lnTo>
                  <a:pt x="131879" y="49178"/>
                </a:lnTo>
                <a:lnTo>
                  <a:pt x="131599" y="49897"/>
                </a:lnTo>
                <a:lnTo>
                  <a:pt x="131333" y="50624"/>
                </a:lnTo>
                <a:lnTo>
                  <a:pt x="131082" y="51359"/>
                </a:lnTo>
                <a:lnTo>
                  <a:pt x="130845" y="52101"/>
                </a:lnTo>
                <a:lnTo>
                  <a:pt x="130622" y="52852"/>
                </a:lnTo>
                <a:lnTo>
                  <a:pt x="130414" y="53610"/>
                </a:lnTo>
                <a:lnTo>
                  <a:pt x="130220" y="54376"/>
                </a:lnTo>
                <a:lnTo>
                  <a:pt x="130041" y="55150"/>
                </a:lnTo>
                <a:lnTo>
                  <a:pt x="129876" y="55932"/>
                </a:lnTo>
                <a:lnTo>
                  <a:pt x="129725" y="56722"/>
                </a:lnTo>
                <a:lnTo>
                  <a:pt x="129589" y="57520"/>
                </a:lnTo>
                <a:lnTo>
                  <a:pt x="129467" y="58326"/>
                </a:lnTo>
                <a:lnTo>
                  <a:pt x="129359" y="59139"/>
                </a:lnTo>
                <a:lnTo>
                  <a:pt x="129266" y="59961"/>
                </a:lnTo>
                <a:lnTo>
                  <a:pt x="129187" y="60790"/>
                </a:lnTo>
                <a:lnTo>
                  <a:pt x="129122" y="61627"/>
                </a:lnTo>
                <a:lnTo>
                  <a:pt x="129072" y="62473"/>
                </a:lnTo>
                <a:lnTo>
                  <a:pt x="129036" y="63326"/>
                </a:lnTo>
                <a:lnTo>
                  <a:pt x="129014" y="64187"/>
                </a:lnTo>
                <a:lnTo>
                  <a:pt x="129007" y="65055"/>
                </a:lnTo>
                <a:lnTo>
                  <a:pt x="129014" y="65925"/>
                </a:lnTo>
                <a:lnTo>
                  <a:pt x="129036" y="66786"/>
                </a:lnTo>
                <a:lnTo>
                  <a:pt x="129072" y="67640"/>
                </a:lnTo>
                <a:lnTo>
                  <a:pt x="129122" y="68486"/>
                </a:lnTo>
                <a:lnTo>
                  <a:pt x="129187" y="69324"/>
                </a:lnTo>
                <a:lnTo>
                  <a:pt x="129266" y="70155"/>
                </a:lnTo>
                <a:lnTo>
                  <a:pt x="129359" y="70978"/>
                </a:lnTo>
                <a:lnTo>
                  <a:pt x="129467" y="71794"/>
                </a:lnTo>
                <a:lnTo>
                  <a:pt x="129589" y="72602"/>
                </a:lnTo>
                <a:lnTo>
                  <a:pt x="129725" y="73402"/>
                </a:lnTo>
                <a:lnTo>
                  <a:pt x="129876" y="74195"/>
                </a:lnTo>
                <a:lnTo>
                  <a:pt x="130041" y="74979"/>
                </a:lnTo>
                <a:lnTo>
                  <a:pt x="130220" y="75757"/>
                </a:lnTo>
                <a:lnTo>
                  <a:pt x="130414" y="76526"/>
                </a:lnTo>
                <a:lnTo>
                  <a:pt x="130622" y="77288"/>
                </a:lnTo>
                <a:lnTo>
                  <a:pt x="130845" y="78042"/>
                </a:lnTo>
                <a:lnTo>
                  <a:pt x="131082" y="78789"/>
                </a:lnTo>
                <a:lnTo>
                  <a:pt x="131333" y="79528"/>
                </a:lnTo>
                <a:lnTo>
                  <a:pt x="131599" y="80259"/>
                </a:lnTo>
                <a:lnTo>
                  <a:pt x="131879" y="80983"/>
                </a:lnTo>
                <a:lnTo>
                  <a:pt x="132173" y="81699"/>
                </a:lnTo>
                <a:lnTo>
                  <a:pt x="132482" y="82407"/>
                </a:lnTo>
                <a:lnTo>
                  <a:pt x="132805" y="83107"/>
                </a:lnTo>
                <a:lnTo>
                  <a:pt x="133142" y="83800"/>
                </a:lnTo>
                <a:lnTo>
                  <a:pt x="133492" y="84483"/>
                </a:lnTo>
                <a:lnTo>
                  <a:pt x="133855" y="85154"/>
                </a:lnTo>
                <a:lnTo>
                  <a:pt x="134229" y="85813"/>
                </a:lnTo>
                <a:lnTo>
                  <a:pt x="134616" y="86459"/>
                </a:lnTo>
                <a:lnTo>
                  <a:pt x="135014" y="87093"/>
                </a:lnTo>
                <a:lnTo>
                  <a:pt x="135425" y="87715"/>
                </a:lnTo>
                <a:lnTo>
                  <a:pt x="135847" y="88325"/>
                </a:lnTo>
                <a:lnTo>
                  <a:pt x="136281" y="88923"/>
                </a:lnTo>
                <a:lnTo>
                  <a:pt x="136727" y="89508"/>
                </a:lnTo>
                <a:lnTo>
                  <a:pt x="137186" y="90081"/>
                </a:lnTo>
                <a:lnTo>
                  <a:pt x="137656" y="90642"/>
                </a:lnTo>
                <a:lnTo>
                  <a:pt x="138138" y="91191"/>
                </a:lnTo>
                <a:lnTo>
                  <a:pt x="138632" y="91728"/>
                </a:lnTo>
                <a:lnTo>
                  <a:pt x="139138" y="92252"/>
                </a:lnTo>
                <a:lnTo>
                  <a:pt x="139656" y="92764"/>
                </a:lnTo>
                <a:lnTo>
                  <a:pt x="140186" y="93264"/>
                </a:lnTo>
                <a:lnTo>
                  <a:pt x="140728" y="93752"/>
                </a:lnTo>
                <a:lnTo>
                  <a:pt x="141282" y="94228"/>
                </a:lnTo>
                <a:lnTo>
                  <a:pt x="141848" y="94691"/>
                </a:lnTo>
                <a:lnTo>
                  <a:pt x="142425" y="95142"/>
                </a:lnTo>
                <a:lnTo>
                  <a:pt x="143015" y="95581"/>
                </a:lnTo>
                <a:lnTo>
                  <a:pt x="143617" y="96008"/>
                </a:lnTo>
                <a:lnTo>
                  <a:pt x="144231" y="96423"/>
                </a:lnTo>
                <a:lnTo>
                  <a:pt x="144856" y="96825"/>
                </a:lnTo>
                <a:lnTo>
                  <a:pt x="145492" y="97213"/>
                </a:lnTo>
                <a:lnTo>
                  <a:pt x="146137" y="97584"/>
                </a:lnTo>
                <a:lnTo>
                  <a:pt x="146790" y="97939"/>
                </a:lnTo>
                <a:lnTo>
                  <a:pt x="147452" y="98278"/>
                </a:lnTo>
                <a:lnTo>
                  <a:pt x="148123" y="98600"/>
                </a:lnTo>
                <a:lnTo>
                  <a:pt x="148802" y="98905"/>
                </a:lnTo>
                <a:lnTo>
                  <a:pt x="149490" y="99194"/>
                </a:lnTo>
                <a:lnTo>
                  <a:pt x="150186" y="99467"/>
                </a:lnTo>
                <a:lnTo>
                  <a:pt x="150891" y="99723"/>
                </a:lnTo>
                <a:lnTo>
                  <a:pt x="151605" y="99962"/>
                </a:lnTo>
                <a:lnTo>
                  <a:pt x="152327" y="100185"/>
                </a:lnTo>
                <a:lnTo>
                  <a:pt x="153058" y="100391"/>
                </a:lnTo>
                <a:lnTo>
                  <a:pt x="153798" y="100581"/>
                </a:lnTo>
                <a:lnTo>
                  <a:pt x="154546" y="100755"/>
                </a:lnTo>
                <a:lnTo>
                  <a:pt x="155303" y="100911"/>
                </a:lnTo>
                <a:lnTo>
                  <a:pt x="156068" y="101052"/>
                </a:lnTo>
                <a:lnTo>
                  <a:pt x="156842" y="101176"/>
                </a:lnTo>
                <a:lnTo>
                  <a:pt x="157625" y="101283"/>
                </a:lnTo>
                <a:lnTo>
                  <a:pt x="158416" y="101374"/>
                </a:lnTo>
                <a:lnTo>
                  <a:pt x="159216" y="101448"/>
                </a:lnTo>
                <a:lnTo>
                  <a:pt x="160024" y="101506"/>
                </a:lnTo>
                <a:lnTo>
                  <a:pt x="160841" y="101547"/>
                </a:lnTo>
                <a:lnTo>
                  <a:pt x="161667" y="101572"/>
                </a:lnTo>
                <a:lnTo>
                  <a:pt x="162501" y="101580"/>
                </a:lnTo>
                <a:lnTo>
                  <a:pt x="163027" y="101577"/>
                </a:lnTo>
                <a:lnTo>
                  <a:pt x="163547" y="101567"/>
                </a:lnTo>
                <a:lnTo>
                  <a:pt x="164062" y="101551"/>
                </a:lnTo>
                <a:lnTo>
                  <a:pt x="164572" y="101528"/>
                </a:lnTo>
                <a:close/>
                <a:moveTo>
                  <a:pt x="161670" y="91427"/>
                </a:moveTo>
                <a:lnTo>
                  <a:pt x="161131" y="91375"/>
                </a:lnTo>
                <a:lnTo>
                  <a:pt x="160597" y="91312"/>
                </a:lnTo>
                <a:lnTo>
                  <a:pt x="160068" y="91238"/>
                </a:lnTo>
                <a:lnTo>
                  <a:pt x="159545" y="91151"/>
                </a:lnTo>
                <a:lnTo>
                  <a:pt x="159027" y="91054"/>
                </a:lnTo>
                <a:lnTo>
                  <a:pt x="158514" y="90945"/>
                </a:lnTo>
                <a:lnTo>
                  <a:pt x="158007" y="90824"/>
                </a:lnTo>
                <a:lnTo>
                  <a:pt x="157504" y="90692"/>
                </a:lnTo>
                <a:lnTo>
                  <a:pt x="157007" y="90549"/>
                </a:lnTo>
                <a:lnTo>
                  <a:pt x="156515" y="90394"/>
                </a:lnTo>
                <a:lnTo>
                  <a:pt x="156029" y="90227"/>
                </a:lnTo>
                <a:lnTo>
                  <a:pt x="155548" y="90049"/>
                </a:lnTo>
                <a:lnTo>
                  <a:pt x="155072" y="89860"/>
                </a:lnTo>
                <a:lnTo>
                  <a:pt x="154601" y="89659"/>
                </a:lnTo>
                <a:lnTo>
                  <a:pt x="154135" y="89447"/>
                </a:lnTo>
                <a:lnTo>
                  <a:pt x="153675" y="89223"/>
                </a:lnTo>
                <a:lnTo>
                  <a:pt x="153220" y="88988"/>
                </a:lnTo>
                <a:lnTo>
                  <a:pt x="152771" y="88741"/>
                </a:lnTo>
                <a:lnTo>
                  <a:pt x="152326" y="88482"/>
                </a:lnTo>
                <a:lnTo>
                  <a:pt x="151887" y="88213"/>
                </a:lnTo>
                <a:lnTo>
                  <a:pt x="151455" y="87933"/>
                </a:lnTo>
                <a:lnTo>
                  <a:pt x="151030" y="87644"/>
                </a:lnTo>
                <a:lnTo>
                  <a:pt x="150614" y="87346"/>
                </a:lnTo>
                <a:lnTo>
                  <a:pt x="150206" y="87039"/>
                </a:lnTo>
                <a:lnTo>
                  <a:pt x="149807" y="86724"/>
                </a:lnTo>
                <a:lnTo>
                  <a:pt x="149415" y="86399"/>
                </a:lnTo>
                <a:lnTo>
                  <a:pt x="149031" y="86066"/>
                </a:lnTo>
                <a:lnTo>
                  <a:pt x="148656" y="85724"/>
                </a:lnTo>
                <a:lnTo>
                  <a:pt x="148289" y="85373"/>
                </a:lnTo>
                <a:lnTo>
                  <a:pt x="147929" y="85013"/>
                </a:lnTo>
                <a:lnTo>
                  <a:pt x="147578" y="84645"/>
                </a:lnTo>
                <a:lnTo>
                  <a:pt x="147235" y="84267"/>
                </a:lnTo>
                <a:lnTo>
                  <a:pt x="146901" y="83881"/>
                </a:lnTo>
                <a:lnTo>
                  <a:pt x="146574" y="83486"/>
                </a:lnTo>
                <a:lnTo>
                  <a:pt x="146255" y="83082"/>
                </a:lnTo>
                <a:lnTo>
                  <a:pt x="145945" y="82669"/>
                </a:lnTo>
                <a:lnTo>
                  <a:pt x="145643" y="82247"/>
                </a:lnTo>
                <a:lnTo>
                  <a:pt x="145348" y="81817"/>
                </a:lnTo>
                <a:lnTo>
                  <a:pt x="145062" y="81377"/>
                </a:lnTo>
                <a:lnTo>
                  <a:pt x="144785" y="80929"/>
                </a:lnTo>
                <a:lnTo>
                  <a:pt x="144515" y="80472"/>
                </a:lnTo>
                <a:lnTo>
                  <a:pt x="144253" y="80006"/>
                </a:lnTo>
                <a:lnTo>
                  <a:pt x="144000" y="79531"/>
                </a:lnTo>
                <a:lnTo>
                  <a:pt x="143754" y="79047"/>
                </a:lnTo>
                <a:lnTo>
                  <a:pt x="143518" y="78555"/>
                </a:lnTo>
                <a:lnTo>
                  <a:pt x="143292" y="78056"/>
                </a:lnTo>
                <a:lnTo>
                  <a:pt x="143076" y="77549"/>
                </a:lnTo>
                <a:lnTo>
                  <a:pt x="142870" y="77035"/>
                </a:lnTo>
                <a:lnTo>
                  <a:pt x="142674" y="76513"/>
                </a:lnTo>
                <a:lnTo>
                  <a:pt x="142488" y="75984"/>
                </a:lnTo>
                <a:lnTo>
                  <a:pt x="142312" y="75448"/>
                </a:lnTo>
                <a:lnTo>
                  <a:pt x="142146" y="74904"/>
                </a:lnTo>
                <a:lnTo>
                  <a:pt x="141991" y="74353"/>
                </a:lnTo>
                <a:lnTo>
                  <a:pt x="141845" y="73794"/>
                </a:lnTo>
                <a:lnTo>
                  <a:pt x="141709" y="73228"/>
                </a:lnTo>
                <a:lnTo>
                  <a:pt x="141584" y="72654"/>
                </a:lnTo>
                <a:lnTo>
                  <a:pt x="141468" y="72074"/>
                </a:lnTo>
                <a:lnTo>
                  <a:pt x="141363" y="71485"/>
                </a:lnTo>
                <a:lnTo>
                  <a:pt x="141267" y="70889"/>
                </a:lnTo>
                <a:lnTo>
                  <a:pt x="141182" y="70286"/>
                </a:lnTo>
                <a:lnTo>
                  <a:pt x="141106" y="69676"/>
                </a:lnTo>
                <a:lnTo>
                  <a:pt x="141041" y="69058"/>
                </a:lnTo>
                <a:lnTo>
                  <a:pt x="140986" y="68432"/>
                </a:lnTo>
                <a:lnTo>
                  <a:pt x="140941" y="67800"/>
                </a:lnTo>
                <a:lnTo>
                  <a:pt x="140906" y="67159"/>
                </a:lnTo>
                <a:lnTo>
                  <a:pt x="140880" y="66512"/>
                </a:lnTo>
                <a:lnTo>
                  <a:pt x="140865" y="65857"/>
                </a:lnTo>
                <a:lnTo>
                  <a:pt x="140860" y="65194"/>
                </a:lnTo>
                <a:lnTo>
                  <a:pt x="140865" y="64543"/>
                </a:lnTo>
                <a:lnTo>
                  <a:pt x="140880" y="63898"/>
                </a:lnTo>
                <a:lnTo>
                  <a:pt x="140906" y="63260"/>
                </a:lnTo>
                <a:lnTo>
                  <a:pt x="140941" y="62629"/>
                </a:lnTo>
                <a:lnTo>
                  <a:pt x="140986" y="62004"/>
                </a:lnTo>
                <a:lnTo>
                  <a:pt x="141041" y="61386"/>
                </a:lnTo>
                <a:lnTo>
                  <a:pt x="141106" y="60775"/>
                </a:lnTo>
                <a:lnTo>
                  <a:pt x="141182" y="60171"/>
                </a:lnTo>
                <a:lnTo>
                  <a:pt x="141267" y="59573"/>
                </a:lnTo>
                <a:lnTo>
                  <a:pt x="141363" y="58982"/>
                </a:lnTo>
                <a:lnTo>
                  <a:pt x="141468" y="58397"/>
                </a:lnTo>
                <a:lnTo>
                  <a:pt x="141584" y="57820"/>
                </a:lnTo>
                <a:lnTo>
                  <a:pt x="141709" y="57249"/>
                </a:lnTo>
                <a:lnTo>
                  <a:pt x="141845" y="56684"/>
                </a:lnTo>
                <a:lnTo>
                  <a:pt x="141991" y="56127"/>
                </a:lnTo>
                <a:lnTo>
                  <a:pt x="142146" y="55576"/>
                </a:lnTo>
                <a:lnTo>
                  <a:pt x="142312" y="55032"/>
                </a:lnTo>
                <a:lnTo>
                  <a:pt x="142488" y="54494"/>
                </a:lnTo>
                <a:lnTo>
                  <a:pt x="142674" y="53964"/>
                </a:lnTo>
                <a:lnTo>
                  <a:pt x="142870" y="53440"/>
                </a:lnTo>
                <a:lnTo>
                  <a:pt x="143076" y="52922"/>
                </a:lnTo>
                <a:lnTo>
                  <a:pt x="143292" y="52412"/>
                </a:lnTo>
                <a:lnTo>
                  <a:pt x="143518" y="51908"/>
                </a:lnTo>
                <a:lnTo>
                  <a:pt x="143754" y="51410"/>
                </a:lnTo>
                <a:lnTo>
                  <a:pt x="144000" y="50921"/>
                </a:lnTo>
                <a:lnTo>
                  <a:pt x="144253" y="50441"/>
                </a:lnTo>
                <a:lnTo>
                  <a:pt x="144515" y="49970"/>
                </a:lnTo>
                <a:lnTo>
                  <a:pt x="144785" y="49508"/>
                </a:lnTo>
                <a:lnTo>
                  <a:pt x="145062" y="49055"/>
                </a:lnTo>
                <a:lnTo>
                  <a:pt x="145348" y="48611"/>
                </a:lnTo>
                <a:lnTo>
                  <a:pt x="145643" y="48176"/>
                </a:lnTo>
                <a:lnTo>
                  <a:pt x="145945" y="47751"/>
                </a:lnTo>
                <a:lnTo>
                  <a:pt x="146255" y="47334"/>
                </a:lnTo>
                <a:lnTo>
                  <a:pt x="146574" y="46927"/>
                </a:lnTo>
                <a:lnTo>
                  <a:pt x="146901" y="46528"/>
                </a:lnTo>
                <a:lnTo>
                  <a:pt x="147235" y="46139"/>
                </a:lnTo>
                <a:lnTo>
                  <a:pt x="147578" y="45759"/>
                </a:lnTo>
                <a:lnTo>
                  <a:pt x="147929" y="45388"/>
                </a:lnTo>
                <a:lnTo>
                  <a:pt x="148289" y="45026"/>
                </a:lnTo>
                <a:lnTo>
                  <a:pt x="148656" y="44673"/>
                </a:lnTo>
                <a:lnTo>
                  <a:pt x="149031" y="44329"/>
                </a:lnTo>
                <a:lnTo>
                  <a:pt x="149415" y="43995"/>
                </a:lnTo>
                <a:lnTo>
                  <a:pt x="149807" y="43669"/>
                </a:lnTo>
                <a:lnTo>
                  <a:pt x="150206" y="43353"/>
                </a:lnTo>
                <a:lnTo>
                  <a:pt x="150614" y="43045"/>
                </a:lnTo>
                <a:lnTo>
                  <a:pt x="151030" y="42747"/>
                </a:lnTo>
                <a:lnTo>
                  <a:pt x="151455" y="42458"/>
                </a:lnTo>
                <a:lnTo>
                  <a:pt x="151887" y="42178"/>
                </a:lnTo>
                <a:lnTo>
                  <a:pt x="152326" y="41908"/>
                </a:lnTo>
                <a:lnTo>
                  <a:pt x="152771" y="41649"/>
                </a:lnTo>
                <a:lnTo>
                  <a:pt x="153220" y="41402"/>
                </a:lnTo>
                <a:lnTo>
                  <a:pt x="153675" y="41167"/>
                </a:lnTo>
                <a:lnTo>
                  <a:pt x="154135" y="40943"/>
                </a:lnTo>
                <a:lnTo>
                  <a:pt x="154601" y="40730"/>
                </a:lnTo>
                <a:lnTo>
                  <a:pt x="155072" y="40529"/>
                </a:lnTo>
                <a:lnTo>
                  <a:pt x="155548" y="40340"/>
                </a:lnTo>
                <a:lnTo>
                  <a:pt x="156029" y="40162"/>
                </a:lnTo>
                <a:lnTo>
                  <a:pt x="156515" y="39995"/>
                </a:lnTo>
                <a:lnTo>
                  <a:pt x="157007" y="39840"/>
                </a:lnTo>
                <a:lnTo>
                  <a:pt x="157504" y="39697"/>
                </a:lnTo>
                <a:lnTo>
                  <a:pt x="158007" y="39565"/>
                </a:lnTo>
                <a:lnTo>
                  <a:pt x="158514" y="39444"/>
                </a:lnTo>
                <a:lnTo>
                  <a:pt x="159027" y="39335"/>
                </a:lnTo>
                <a:lnTo>
                  <a:pt x="159545" y="39237"/>
                </a:lnTo>
                <a:lnTo>
                  <a:pt x="160068" y="39151"/>
                </a:lnTo>
                <a:lnTo>
                  <a:pt x="160597" y="39076"/>
                </a:lnTo>
                <a:lnTo>
                  <a:pt x="161131" y="39013"/>
                </a:lnTo>
                <a:lnTo>
                  <a:pt x="161670" y="38962"/>
                </a:lnTo>
                <a:lnTo>
                  <a:pt x="162214" y="38921"/>
                </a:lnTo>
                <a:lnTo>
                  <a:pt x="162764" y="38893"/>
                </a:lnTo>
                <a:lnTo>
                  <a:pt x="163319" y="38875"/>
                </a:lnTo>
                <a:lnTo>
                  <a:pt x="163879" y="38870"/>
                </a:lnTo>
                <a:lnTo>
                  <a:pt x="164450" y="38875"/>
                </a:lnTo>
                <a:lnTo>
                  <a:pt x="165016" y="38893"/>
                </a:lnTo>
                <a:lnTo>
                  <a:pt x="165576" y="38921"/>
                </a:lnTo>
                <a:lnTo>
                  <a:pt x="166130" y="38962"/>
                </a:lnTo>
                <a:lnTo>
                  <a:pt x="166679" y="39013"/>
                </a:lnTo>
                <a:lnTo>
                  <a:pt x="167221" y="39076"/>
                </a:lnTo>
                <a:lnTo>
                  <a:pt x="167758" y="39151"/>
                </a:lnTo>
                <a:lnTo>
                  <a:pt x="168289" y="39237"/>
                </a:lnTo>
                <a:lnTo>
                  <a:pt x="168815" y="39335"/>
                </a:lnTo>
                <a:lnTo>
                  <a:pt x="169335" y="39444"/>
                </a:lnTo>
                <a:lnTo>
                  <a:pt x="169849" y="39565"/>
                </a:lnTo>
                <a:lnTo>
                  <a:pt x="170357" y="39697"/>
                </a:lnTo>
                <a:lnTo>
                  <a:pt x="170859" y="39840"/>
                </a:lnTo>
                <a:lnTo>
                  <a:pt x="171356" y="39995"/>
                </a:lnTo>
                <a:lnTo>
                  <a:pt x="171847" y="40162"/>
                </a:lnTo>
                <a:lnTo>
                  <a:pt x="172332" y="40340"/>
                </a:lnTo>
                <a:lnTo>
                  <a:pt x="172812" y="40529"/>
                </a:lnTo>
                <a:lnTo>
                  <a:pt x="173286" y="40730"/>
                </a:lnTo>
                <a:lnTo>
                  <a:pt x="173754" y="40943"/>
                </a:lnTo>
                <a:lnTo>
                  <a:pt x="174216" y="41167"/>
                </a:lnTo>
                <a:lnTo>
                  <a:pt x="174672" y="41402"/>
                </a:lnTo>
                <a:lnTo>
                  <a:pt x="175123" y="41649"/>
                </a:lnTo>
                <a:lnTo>
                  <a:pt x="175568" y="41908"/>
                </a:lnTo>
                <a:lnTo>
                  <a:pt x="176007" y="42178"/>
                </a:lnTo>
                <a:lnTo>
                  <a:pt x="176440" y="42458"/>
                </a:lnTo>
                <a:lnTo>
                  <a:pt x="176864" y="42747"/>
                </a:lnTo>
                <a:lnTo>
                  <a:pt x="177280" y="43045"/>
                </a:lnTo>
                <a:lnTo>
                  <a:pt x="177688" y="43353"/>
                </a:lnTo>
                <a:lnTo>
                  <a:pt x="178088" y="43669"/>
                </a:lnTo>
                <a:lnTo>
                  <a:pt x="178479" y="43995"/>
                </a:lnTo>
                <a:lnTo>
                  <a:pt x="178863" y="44329"/>
                </a:lnTo>
                <a:lnTo>
                  <a:pt x="179238" y="44673"/>
                </a:lnTo>
                <a:lnTo>
                  <a:pt x="179606" y="45026"/>
                </a:lnTo>
                <a:lnTo>
                  <a:pt x="179965" y="45388"/>
                </a:lnTo>
                <a:lnTo>
                  <a:pt x="180316" y="45759"/>
                </a:lnTo>
                <a:lnTo>
                  <a:pt x="180658" y="46139"/>
                </a:lnTo>
                <a:lnTo>
                  <a:pt x="180993" y="46528"/>
                </a:lnTo>
                <a:lnTo>
                  <a:pt x="181320" y="46927"/>
                </a:lnTo>
                <a:lnTo>
                  <a:pt x="181638" y="47334"/>
                </a:lnTo>
                <a:lnTo>
                  <a:pt x="181948" y="47751"/>
                </a:lnTo>
                <a:lnTo>
                  <a:pt x="182251" y="48176"/>
                </a:lnTo>
                <a:lnTo>
                  <a:pt x="182545" y="48611"/>
                </a:lnTo>
                <a:lnTo>
                  <a:pt x="182831" y="49055"/>
                </a:lnTo>
                <a:lnTo>
                  <a:pt x="183108" y="49508"/>
                </a:lnTo>
                <a:lnTo>
                  <a:pt x="183378" y="49970"/>
                </a:lnTo>
                <a:lnTo>
                  <a:pt x="183639" y="50441"/>
                </a:lnTo>
                <a:lnTo>
                  <a:pt x="183893" y="50921"/>
                </a:lnTo>
                <a:lnTo>
                  <a:pt x="184138" y="51410"/>
                </a:lnTo>
                <a:lnTo>
                  <a:pt x="184374" y="51908"/>
                </a:lnTo>
                <a:lnTo>
                  <a:pt x="184601" y="52412"/>
                </a:lnTo>
                <a:lnTo>
                  <a:pt x="184817" y="52922"/>
                </a:lnTo>
                <a:lnTo>
                  <a:pt x="185023" y="53440"/>
                </a:lnTo>
                <a:lnTo>
                  <a:pt x="185219" y="53964"/>
                </a:lnTo>
                <a:lnTo>
                  <a:pt x="185405" y="54494"/>
                </a:lnTo>
                <a:lnTo>
                  <a:pt x="185581" y="55032"/>
                </a:lnTo>
                <a:lnTo>
                  <a:pt x="185747" y="55576"/>
                </a:lnTo>
                <a:lnTo>
                  <a:pt x="185903" y="56127"/>
                </a:lnTo>
                <a:lnTo>
                  <a:pt x="186049" y="56684"/>
                </a:lnTo>
                <a:lnTo>
                  <a:pt x="186184" y="57249"/>
                </a:lnTo>
                <a:lnTo>
                  <a:pt x="186310" y="57820"/>
                </a:lnTo>
                <a:lnTo>
                  <a:pt x="186426" y="58397"/>
                </a:lnTo>
                <a:lnTo>
                  <a:pt x="186531" y="58982"/>
                </a:lnTo>
                <a:lnTo>
                  <a:pt x="186627" y="59573"/>
                </a:lnTo>
                <a:lnTo>
                  <a:pt x="186712" y="60171"/>
                </a:lnTo>
                <a:lnTo>
                  <a:pt x="186788" y="60775"/>
                </a:lnTo>
                <a:lnTo>
                  <a:pt x="186853" y="61386"/>
                </a:lnTo>
                <a:lnTo>
                  <a:pt x="186908" y="62004"/>
                </a:lnTo>
                <a:lnTo>
                  <a:pt x="186954" y="62629"/>
                </a:lnTo>
                <a:lnTo>
                  <a:pt x="186989" y="63260"/>
                </a:lnTo>
                <a:lnTo>
                  <a:pt x="187014" y="63898"/>
                </a:lnTo>
                <a:lnTo>
                  <a:pt x="187029" y="64543"/>
                </a:lnTo>
                <a:lnTo>
                  <a:pt x="187034" y="65194"/>
                </a:lnTo>
                <a:lnTo>
                  <a:pt x="187029" y="65857"/>
                </a:lnTo>
                <a:lnTo>
                  <a:pt x="187014" y="66512"/>
                </a:lnTo>
                <a:lnTo>
                  <a:pt x="186989" y="67159"/>
                </a:lnTo>
                <a:lnTo>
                  <a:pt x="186954" y="67800"/>
                </a:lnTo>
                <a:lnTo>
                  <a:pt x="186908" y="68432"/>
                </a:lnTo>
                <a:lnTo>
                  <a:pt x="186853" y="69058"/>
                </a:lnTo>
                <a:lnTo>
                  <a:pt x="186788" y="69676"/>
                </a:lnTo>
                <a:lnTo>
                  <a:pt x="186712" y="70286"/>
                </a:lnTo>
                <a:lnTo>
                  <a:pt x="186627" y="70889"/>
                </a:lnTo>
                <a:lnTo>
                  <a:pt x="186531" y="71485"/>
                </a:lnTo>
                <a:lnTo>
                  <a:pt x="186426" y="72074"/>
                </a:lnTo>
                <a:lnTo>
                  <a:pt x="186310" y="72654"/>
                </a:lnTo>
                <a:lnTo>
                  <a:pt x="186184" y="73228"/>
                </a:lnTo>
                <a:lnTo>
                  <a:pt x="186049" y="73794"/>
                </a:lnTo>
                <a:lnTo>
                  <a:pt x="185903" y="74353"/>
                </a:lnTo>
                <a:lnTo>
                  <a:pt x="185747" y="74904"/>
                </a:lnTo>
                <a:lnTo>
                  <a:pt x="185581" y="75448"/>
                </a:lnTo>
                <a:lnTo>
                  <a:pt x="185405" y="75984"/>
                </a:lnTo>
                <a:lnTo>
                  <a:pt x="185219" y="76513"/>
                </a:lnTo>
                <a:lnTo>
                  <a:pt x="185023" y="77035"/>
                </a:lnTo>
                <a:lnTo>
                  <a:pt x="184817" y="77549"/>
                </a:lnTo>
                <a:lnTo>
                  <a:pt x="184601" y="78056"/>
                </a:lnTo>
                <a:lnTo>
                  <a:pt x="184374" y="78555"/>
                </a:lnTo>
                <a:lnTo>
                  <a:pt x="184138" y="79047"/>
                </a:lnTo>
                <a:lnTo>
                  <a:pt x="183893" y="79531"/>
                </a:lnTo>
                <a:lnTo>
                  <a:pt x="183639" y="80006"/>
                </a:lnTo>
                <a:lnTo>
                  <a:pt x="183378" y="80472"/>
                </a:lnTo>
                <a:lnTo>
                  <a:pt x="183108" y="80929"/>
                </a:lnTo>
                <a:lnTo>
                  <a:pt x="182831" y="81377"/>
                </a:lnTo>
                <a:lnTo>
                  <a:pt x="182545" y="81817"/>
                </a:lnTo>
                <a:lnTo>
                  <a:pt x="182251" y="82247"/>
                </a:lnTo>
                <a:lnTo>
                  <a:pt x="181948" y="82669"/>
                </a:lnTo>
                <a:lnTo>
                  <a:pt x="181638" y="83082"/>
                </a:lnTo>
                <a:lnTo>
                  <a:pt x="181320" y="83486"/>
                </a:lnTo>
                <a:lnTo>
                  <a:pt x="180993" y="83881"/>
                </a:lnTo>
                <a:lnTo>
                  <a:pt x="180658" y="84267"/>
                </a:lnTo>
                <a:lnTo>
                  <a:pt x="180316" y="84645"/>
                </a:lnTo>
                <a:lnTo>
                  <a:pt x="179965" y="85013"/>
                </a:lnTo>
                <a:lnTo>
                  <a:pt x="179606" y="85373"/>
                </a:lnTo>
                <a:lnTo>
                  <a:pt x="179238" y="85724"/>
                </a:lnTo>
                <a:lnTo>
                  <a:pt x="178863" y="86066"/>
                </a:lnTo>
                <a:lnTo>
                  <a:pt x="178479" y="86399"/>
                </a:lnTo>
                <a:lnTo>
                  <a:pt x="178088" y="86724"/>
                </a:lnTo>
                <a:lnTo>
                  <a:pt x="177688" y="87039"/>
                </a:lnTo>
                <a:lnTo>
                  <a:pt x="177280" y="87346"/>
                </a:lnTo>
                <a:lnTo>
                  <a:pt x="176864" y="87644"/>
                </a:lnTo>
                <a:lnTo>
                  <a:pt x="176440" y="87933"/>
                </a:lnTo>
                <a:lnTo>
                  <a:pt x="176007" y="88213"/>
                </a:lnTo>
                <a:lnTo>
                  <a:pt x="175568" y="88482"/>
                </a:lnTo>
                <a:lnTo>
                  <a:pt x="175123" y="88741"/>
                </a:lnTo>
                <a:lnTo>
                  <a:pt x="174672" y="88988"/>
                </a:lnTo>
                <a:lnTo>
                  <a:pt x="174216" y="89223"/>
                </a:lnTo>
                <a:lnTo>
                  <a:pt x="173754" y="89447"/>
                </a:lnTo>
                <a:lnTo>
                  <a:pt x="173286" y="89659"/>
                </a:lnTo>
                <a:lnTo>
                  <a:pt x="172812" y="89860"/>
                </a:lnTo>
                <a:lnTo>
                  <a:pt x="172332" y="90049"/>
                </a:lnTo>
                <a:lnTo>
                  <a:pt x="171847" y="90227"/>
                </a:lnTo>
                <a:lnTo>
                  <a:pt x="171356" y="90394"/>
                </a:lnTo>
                <a:lnTo>
                  <a:pt x="170859" y="90549"/>
                </a:lnTo>
                <a:lnTo>
                  <a:pt x="170357" y="90692"/>
                </a:lnTo>
                <a:lnTo>
                  <a:pt x="169849" y="90824"/>
                </a:lnTo>
                <a:lnTo>
                  <a:pt x="169335" y="90945"/>
                </a:lnTo>
                <a:lnTo>
                  <a:pt x="168815" y="91054"/>
                </a:lnTo>
                <a:lnTo>
                  <a:pt x="168289" y="91151"/>
                </a:lnTo>
                <a:lnTo>
                  <a:pt x="167758" y="91238"/>
                </a:lnTo>
                <a:lnTo>
                  <a:pt x="167221" y="91312"/>
                </a:lnTo>
                <a:lnTo>
                  <a:pt x="166679" y="91375"/>
                </a:lnTo>
                <a:lnTo>
                  <a:pt x="166130" y="91427"/>
                </a:lnTo>
                <a:lnTo>
                  <a:pt x="165576" y="91467"/>
                </a:lnTo>
                <a:lnTo>
                  <a:pt x="165016" y="91496"/>
                </a:lnTo>
                <a:lnTo>
                  <a:pt x="164450" y="91513"/>
                </a:lnTo>
                <a:lnTo>
                  <a:pt x="163879" y="91519"/>
                </a:lnTo>
                <a:lnTo>
                  <a:pt x="163319" y="91513"/>
                </a:lnTo>
                <a:lnTo>
                  <a:pt x="162764" y="91496"/>
                </a:lnTo>
                <a:lnTo>
                  <a:pt x="162214" y="91467"/>
                </a:lnTo>
                <a:lnTo>
                  <a:pt x="161670" y="91427"/>
                </a:lnTo>
                <a:close/>
                <a:moveTo>
                  <a:pt x="43002" y="87660"/>
                </a:moveTo>
                <a:lnTo>
                  <a:pt x="12543" y="3447"/>
                </a:lnTo>
                <a:lnTo>
                  <a:pt x="0" y="3447"/>
                </a:lnTo>
                <a:lnTo>
                  <a:pt x="36249" y="99927"/>
                </a:lnTo>
                <a:lnTo>
                  <a:pt x="49755" y="99927"/>
                </a:lnTo>
                <a:lnTo>
                  <a:pt x="86004" y="3447"/>
                </a:lnTo>
                <a:lnTo>
                  <a:pt x="73739" y="3447"/>
                </a:lnTo>
                <a:lnTo>
                  <a:pt x="43002" y="87660"/>
                </a:lnTo>
                <a:close/>
                <a:moveTo>
                  <a:pt x="280928" y="67337"/>
                </a:moveTo>
                <a:lnTo>
                  <a:pt x="280938" y="67181"/>
                </a:lnTo>
                <a:lnTo>
                  <a:pt x="280947" y="67027"/>
                </a:lnTo>
                <a:lnTo>
                  <a:pt x="280956" y="66874"/>
                </a:lnTo>
                <a:lnTo>
                  <a:pt x="280964" y="66723"/>
                </a:lnTo>
                <a:lnTo>
                  <a:pt x="280972" y="66573"/>
                </a:lnTo>
                <a:lnTo>
                  <a:pt x="280979" y="66424"/>
                </a:lnTo>
                <a:lnTo>
                  <a:pt x="280986" y="66277"/>
                </a:lnTo>
                <a:lnTo>
                  <a:pt x="280993" y="66131"/>
                </a:lnTo>
                <a:lnTo>
                  <a:pt x="280998" y="65987"/>
                </a:lnTo>
                <a:lnTo>
                  <a:pt x="281004" y="65844"/>
                </a:lnTo>
                <a:lnTo>
                  <a:pt x="281009" y="65703"/>
                </a:lnTo>
                <a:lnTo>
                  <a:pt x="281013" y="65563"/>
                </a:lnTo>
                <a:lnTo>
                  <a:pt x="281017" y="65424"/>
                </a:lnTo>
                <a:lnTo>
                  <a:pt x="281021" y="65287"/>
                </a:lnTo>
                <a:lnTo>
                  <a:pt x="281024" y="65152"/>
                </a:lnTo>
                <a:lnTo>
                  <a:pt x="281027" y="65017"/>
                </a:lnTo>
                <a:lnTo>
                  <a:pt x="281029" y="64885"/>
                </a:lnTo>
                <a:lnTo>
                  <a:pt x="281031" y="64753"/>
                </a:lnTo>
                <a:lnTo>
                  <a:pt x="281032" y="64623"/>
                </a:lnTo>
                <a:lnTo>
                  <a:pt x="281032" y="64495"/>
                </a:lnTo>
                <a:lnTo>
                  <a:pt x="281033" y="64368"/>
                </a:lnTo>
                <a:lnTo>
                  <a:pt x="281033" y="64242"/>
                </a:lnTo>
                <a:lnTo>
                  <a:pt x="281033" y="64116"/>
                </a:lnTo>
                <a:lnTo>
                  <a:pt x="281033" y="63991"/>
                </a:lnTo>
                <a:lnTo>
                  <a:pt x="281033" y="63866"/>
                </a:lnTo>
                <a:lnTo>
                  <a:pt x="281033" y="63742"/>
                </a:lnTo>
                <a:lnTo>
                  <a:pt x="281033" y="63618"/>
                </a:lnTo>
                <a:lnTo>
                  <a:pt x="281033" y="63495"/>
                </a:lnTo>
                <a:lnTo>
                  <a:pt x="281033" y="63372"/>
                </a:lnTo>
                <a:lnTo>
                  <a:pt x="281033" y="63250"/>
                </a:lnTo>
                <a:lnTo>
                  <a:pt x="281033" y="63128"/>
                </a:lnTo>
                <a:lnTo>
                  <a:pt x="281033" y="63006"/>
                </a:lnTo>
                <a:lnTo>
                  <a:pt x="281033" y="62886"/>
                </a:lnTo>
                <a:lnTo>
                  <a:pt x="281033" y="62765"/>
                </a:lnTo>
                <a:lnTo>
                  <a:pt x="281033" y="62645"/>
                </a:lnTo>
                <a:lnTo>
                  <a:pt x="281033" y="62526"/>
                </a:lnTo>
                <a:lnTo>
                  <a:pt x="281033" y="62407"/>
                </a:lnTo>
                <a:lnTo>
                  <a:pt x="281033" y="62288"/>
                </a:lnTo>
                <a:lnTo>
                  <a:pt x="281033" y="62170"/>
                </a:lnTo>
                <a:lnTo>
                  <a:pt x="281033" y="62052"/>
                </a:lnTo>
                <a:lnTo>
                  <a:pt x="281033" y="61935"/>
                </a:lnTo>
                <a:lnTo>
                  <a:pt x="281033" y="61819"/>
                </a:lnTo>
                <a:lnTo>
                  <a:pt x="281033" y="61703"/>
                </a:lnTo>
                <a:lnTo>
                  <a:pt x="281033" y="61587"/>
                </a:lnTo>
                <a:lnTo>
                  <a:pt x="281033" y="61472"/>
                </a:lnTo>
                <a:lnTo>
                  <a:pt x="281026" y="60739"/>
                </a:lnTo>
                <a:lnTo>
                  <a:pt x="281006" y="60012"/>
                </a:lnTo>
                <a:lnTo>
                  <a:pt x="280973" y="59289"/>
                </a:lnTo>
                <a:lnTo>
                  <a:pt x="280927" y="58572"/>
                </a:lnTo>
                <a:lnTo>
                  <a:pt x="280868" y="57859"/>
                </a:lnTo>
                <a:lnTo>
                  <a:pt x="280796" y="57152"/>
                </a:lnTo>
                <a:lnTo>
                  <a:pt x="280710" y="56450"/>
                </a:lnTo>
                <a:lnTo>
                  <a:pt x="280612" y="55752"/>
                </a:lnTo>
                <a:lnTo>
                  <a:pt x="280500" y="55060"/>
                </a:lnTo>
                <a:lnTo>
                  <a:pt x="280375" y="54373"/>
                </a:lnTo>
                <a:lnTo>
                  <a:pt x="280237" y="53690"/>
                </a:lnTo>
                <a:lnTo>
                  <a:pt x="280085" y="53013"/>
                </a:lnTo>
                <a:lnTo>
                  <a:pt x="279921" y="52341"/>
                </a:lnTo>
                <a:lnTo>
                  <a:pt x="279743" y="51674"/>
                </a:lnTo>
                <a:lnTo>
                  <a:pt x="279552" y="51011"/>
                </a:lnTo>
                <a:lnTo>
                  <a:pt x="279348" y="50354"/>
                </a:lnTo>
                <a:lnTo>
                  <a:pt x="279131" y="49702"/>
                </a:lnTo>
                <a:lnTo>
                  <a:pt x="278901" y="49055"/>
                </a:lnTo>
                <a:lnTo>
                  <a:pt x="278657" y="48413"/>
                </a:lnTo>
                <a:lnTo>
                  <a:pt x="278401" y="47776"/>
                </a:lnTo>
                <a:lnTo>
                  <a:pt x="278131" y="47144"/>
                </a:lnTo>
                <a:lnTo>
                  <a:pt x="277848" y="46517"/>
                </a:lnTo>
                <a:lnTo>
                  <a:pt x="277552" y="45895"/>
                </a:lnTo>
                <a:lnTo>
                  <a:pt x="277243" y="45278"/>
                </a:lnTo>
                <a:lnTo>
                  <a:pt x="276921" y="44668"/>
                </a:lnTo>
                <a:lnTo>
                  <a:pt x="276588" y="44068"/>
                </a:lnTo>
                <a:lnTo>
                  <a:pt x="276244" y="43479"/>
                </a:lnTo>
                <a:lnTo>
                  <a:pt x="275888" y="42898"/>
                </a:lnTo>
                <a:lnTo>
                  <a:pt x="275520" y="42328"/>
                </a:lnTo>
                <a:lnTo>
                  <a:pt x="275141" y="41768"/>
                </a:lnTo>
                <a:lnTo>
                  <a:pt x="274751" y="41217"/>
                </a:lnTo>
                <a:lnTo>
                  <a:pt x="274349" y="40676"/>
                </a:lnTo>
                <a:lnTo>
                  <a:pt x="273935" y="40145"/>
                </a:lnTo>
                <a:lnTo>
                  <a:pt x="273510" y="39624"/>
                </a:lnTo>
                <a:lnTo>
                  <a:pt x="273074" y="39112"/>
                </a:lnTo>
                <a:lnTo>
                  <a:pt x="272626" y="38610"/>
                </a:lnTo>
                <a:lnTo>
                  <a:pt x="272167" y="38119"/>
                </a:lnTo>
                <a:lnTo>
                  <a:pt x="271696" y="37636"/>
                </a:lnTo>
                <a:lnTo>
                  <a:pt x="271213" y="37164"/>
                </a:lnTo>
                <a:lnTo>
                  <a:pt x="270719" y="36702"/>
                </a:lnTo>
                <a:lnTo>
                  <a:pt x="270214" y="36249"/>
                </a:lnTo>
                <a:lnTo>
                  <a:pt x="269697" y="35806"/>
                </a:lnTo>
                <a:lnTo>
                  <a:pt x="269169" y="35373"/>
                </a:lnTo>
                <a:lnTo>
                  <a:pt x="268629" y="34950"/>
                </a:lnTo>
                <a:lnTo>
                  <a:pt x="268078" y="34537"/>
                </a:lnTo>
                <a:lnTo>
                  <a:pt x="267515" y="34133"/>
                </a:lnTo>
                <a:lnTo>
                  <a:pt x="266941" y="33739"/>
                </a:lnTo>
                <a:lnTo>
                  <a:pt x="266355" y="33355"/>
                </a:lnTo>
                <a:lnTo>
                  <a:pt x="265758" y="32984"/>
                </a:lnTo>
                <a:lnTo>
                  <a:pt x="265151" y="32629"/>
                </a:lnTo>
                <a:lnTo>
                  <a:pt x="264532" y="32289"/>
                </a:lnTo>
                <a:lnTo>
                  <a:pt x="263903" y="31965"/>
                </a:lnTo>
                <a:lnTo>
                  <a:pt x="263263" y="31657"/>
                </a:lnTo>
                <a:lnTo>
                  <a:pt x="262612" y="31365"/>
                </a:lnTo>
                <a:lnTo>
                  <a:pt x="261951" y="31089"/>
                </a:lnTo>
                <a:lnTo>
                  <a:pt x="261278" y="30828"/>
                </a:lnTo>
                <a:lnTo>
                  <a:pt x="260595" y="30583"/>
                </a:lnTo>
                <a:lnTo>
                  <a:pt x="259902" y="30354"/>
                </a:lnTo>
                <a:lnTo>
                  <a:pt x="259197" y="30141"/>
                </a:lnTo>
                <a:lnTo>
                  <a:pt x="258482" y="29944"/>
                </a:lnTo>
                <a:lnTo>
                  <a:pt x="257755" y="29762"/>
                </a:lnTo>
                <a:lnTo>
                  <a:pt x="257019" y="29596"/>
                </a:lnTo>
                <a:lnTo>
                  <a:pt x="256271" y="29446"/>
                </a:lnTo>
                <a:lnTo>
                  <a:pt x="255512" y="29312"/>
                </a:lnTo>
                <a:lnTo>
                  <a:pt x="254743" y="29193"/>
                </a:lnTo>
                <a:lnTo>
                  <a:pt x="253963" y="29091"/>
                </a:lnTo>
                <a:lnTo>
                  <a:pt x="253172" y="29004"/>
                </a:lnTo>
                <a:lnTo>
                  <a:pt x="252371" y="28933"/>
                </a:lnTo>
                <a:lnTo>
                  <a:pt x="251559" y="28877"/>
                </a:lnTo>
                <a:lnTo>
                  <a:pt x="250735" y="28838"/>
                </a:lnTo>
                <a:lnTo>
                  <a:pt x="249902" y="28814"/>
                </a:lnTo>
                <a:lnTo>
                  <a:pt x="249057" y="28806"/>
                </a:lnTo>
                <a:lnTo>
                  <a:pt x="248234" y="28814"/>
                </a:lnTo>
                <a:lnTo>
                  <a:pt x="247419" y="28838"/>
                </a:lnTo>
                <a:lnTo>
                  <a:pt x="246611" y="28877"/>
                </a:lnTo>
                <a:lnTo>
                  <a:pt x="245812" y="28933"/>
                </a:lnTo>
                <a:lnTo>
                  <a:pt x="245021" y="29004"/>
                </a:lnTo>
                <a:lnTo>
                  <a:pt x="244237" y="29091"/>
                </a:lnTo>
                <a:lnTo>
                  <a:pt x="243461" y="29193"/>
                </a:lnTo>
                <a:lnTo>
                  <a:pt x="242693" y="29312"/>
                </a:lnTo>
                <a:lnTo>
                  <a:pt x="241934" y="29446"/>
                </a:lnTo>
                <a:lnTo>
                  <a:pt x="241182" y="29596"/>
                </a:lnTo>
                <a:lnTo>
                  <a:pt x="240438" y="29762"/>
                </a:lnTo>
                <a:lnTo>
                  <a:pt x="239701" y="29944"/>
                </a:lnTo>
                <a:lnTo>
                  <a:pt x="238973" y="30141"/>
                </a:lnTo>
                <a:lnTo>
                  <a:pt x="238253" y="30354"/>
                </a:lnTo>
                <a:lnTo>
                  <a:pt x="237540" y="30583"/>
                </a:lnTo>
                <a:lnTo>
                  <a:pt x="236836" y="30828"/>
                </a:lnTo>
                <a:lnTo>
                  <a:pt x="236139" y="31089"/>
                </a:lnTo>
                <a:lnTo>
                  <a:pt x="235450" y="31365"/>
                </a:lnTo>
                <a:lnTo>
                  <a:pt x="234769" y="31657"/>
                </a:lnTo>
                <a:lnTo>
                  <a:pt x="234096" y="31965"/>
                </a:lnTo>
                <a:lnTo>
                  <a:pt x="233431" y="32289"/>
                </a:lnTo>
                <a:lnTo>
                  <a:pt x="232774" y="32629"/>
                </a:lnTo>
                <a:lnTo>
                  <a:pt x="232125" y="32984"/>
                </a:lnTo>
                <a:lnTo>
                  <a:pt x="231483" y="33355"/>
                </a:lnTo>
                <a:lnTo>
                  <a:pt x="230852" y="33741"/>
                </a:lnTo>
                <a:lnTo>
                  <a:pt x="230233" y="34138"/>
                </a:lnTo>
                <a:lnTo>
                  <a:pt x="229625" y="34549"/>
                </a:lnTo>
                <a:lnTo>
                  <a:pt x="229029" y="34971"/>
                </a:lnTo>
                <a:lnTo>
                  <a:pt x="228446" y="35406"/>
                </a:lnTo>
                <a:lnTo>
                  <a:pt x="227874" y="35854"/>
                </a:lnTo>
                <a:lnTo>
                  <a:pt x="227315" y="36314"/>
                </a:lnTo>
                <a:lnTo>
                  <a:pt x="226767" y="36786"/>
                </a:lnTo>
                <a:lnTo>
                  <a:pt x="226231" y="37271"/>
                </a:lnTo>
                <a:lnTo>
                  <a:pt x="225707" y="37768"/>
                </a:lnTo>
                <a:lnTo>
                  <a:pt x="225196" y="38278"/>
                </a:lnTo>
                <a:lnTo>
                  <a:pt x="224696" y="38800"/>
                </a:lnTo>
                <a:lnTo>
                  <a:pt x="224208" y="39335"/>
                </a:lnTo>
                <a:lnTo>
                  <a:pt x="223732" y="39882"/>
                </a:lnTo>
                <a:lnTo>
                  <a:pt x="223268" y="40441"/>
                </a:lnTo>
                <a:lnTo>
                  <a:pt x="222816" y="41013"/>
                </a:lnTo>
                <a:lnTo>
                  <a:pt x="222376" y="41598"/>
                </a:lnTo>
                <a:lnTo>
                  <a:pt x="221948" y="42195"/>
                </a:lnTo>
                <a:lnTo>
                  <a:pt x="221532" y="42804"/>
                </a:lnTo>
                <a:lnTo>
                  <a:pt x="221127" y="43426"/>
                </a:lnTo>
                <a:lnTo>
                  <a:pt x="220735" y="44060"/>
                </a:lnTo>
                <a:lnTo>
                  <a:pt x="220355" y="44706"/>
                </a:lnTo>
                <a:lnTo>
                  <a:pt x="219987" y="45366"/>
                </a:lnTo>
                <a:lnTo>
                  <a:pt x="219630" y="46037"/>
                </a:lnTo>
                <a:lnTo>
                  <a:pt x="219287" y="46720"/>
                </a:lnTo>
                <a:lnTo>
                  <a:pt x="218959" y="47412"/>
                </a:lnTo>
                <a:lnTo>
                  <a:pt x="218645" y="48115"/>
                </a:lnTo>
                <a:lnTo>
                  <a:pt x="218346" y="48828"/>
                </a:lnTo>
                <a:lnTo>
                  <a:pt x="218061" y="49550"/>
                </a:lnTo>
                <a:lnTo>
                  <a:pt x="217791" y="50283"/>
                </a:lnTo>
                <a:lnTo>
                  <a:pt x="217536" y="51026"/>
                </a:lnTo>
                <a:lnTo>
                  <a:pt x="217295" y="51779"/>
                </a:lnTo>
                <a:lnTo>
                  <a:pt x="217068" y="52542"/>
                </a:lnTo>
                <a:lnTo>
                  <a:pt x="216857" y="53315"/>
                </a:lnTo>
                <a:lnTo>
                  <a:pt x="216660" y="54098"/>
                </a:lnTo>
                <a:lnTo>
                  <a:pt x="216477" y="54892"/>
                </a:lnTo>
                <a:lnTo>
                  <a:pt x="216309" y="55695"/>
                </a:lnTo>
                <a:lnTo>
                  <a:pt x="216156" y="56508"/>
                </a:lnTo>
                <a:lnTo>
                  <a:pt x="216017" y="57332"/>
                </a:lnTo>
                <a:lnTo>
                  <a:pt x="215893" y="58165"/>
                </a:lnTo>
                <a:lnTo>
                  <a:pt x="215784" y="59008"/>
                </a:lnTo>
                <a:lnTo>
                  <a:pt x="215689" y="59862"/>
                </a:lnTo>
                <a:lnTo>
                  <a:pt x="215609" y="60725"/>
                </a:lnTo>
                <a:lnTo>
                  <a:pt x="215543" y="61599"/>
                </a:lnTo>
                <a:lnTo>
                  <a:pt x="215492" y="62483"/>
                </a:lnTo>
                <a:lnTo>
                  <a:pt x="215455" y="63377"/>
                </a:lnTo>
                <a:lnTo>
                  <a:pt x="215434" y="64280"/>
                </a:lnTo>
                <a:lnTo>
                  <a:pt x="215426" y="65194"/>
                </a:lnTo>
                <a:lnTo>
                  <a:pt x="215434" y="66097"/>
                </a:lnTo>
                <a:lnTo>
                  <a:pt x="215456" y="66990"/>
                </a:lnTo>
                <a:lnTo>
                  <a:pt x="215493" y="67874"/>
                </a:lnTo>
                <a:lnTo>
                  <a:pt x="215545" y="68749"/>
                </a:lnTo>
                <a:lnTo>
                  <a:pt x="215612" y="69614"/>
                </a:lnTo>
                <a:lnTo>
                  <a:pt x="215693" y="70470"/>
                </a:lnTo>
                <a:lnTo>
                  <a:pt x="215790" y="71317"/>
                </a:lnTo>
                <a:lnTo>
                  <a:pt x="215901" y="72154"/>
                </a:lnTo>
                <a:lnTo>
                  <a:pt x="216027" y="72982"/>
                </a:lnTo>
                <a:lnTo>
                  <a:pt x="216168" y="73801"/>
                </a:lnTo>
                <a:lnTo>
                  <a:pt x="216324" y="74611"/>
                </a:lnTo>
                <a:lnTo>
                  <a:pt x="216494" y="75411"/>
                </a:lnTo>
                <a:lnTo>
                  <a:pt x="216679" y="76201"/>
                </a:lnTo>
                <a:lnTo>
                  <a:pt x="216880" y="76983"/>
                </a:lnTo>
                <a:lnTo>
                  <a:pt x="217095" y="77755"/>
                </a:lnTo>
                <a:lnTo>
                  <a:pt x="217325" y="78518"/>
                </a:lnTo>
                <a:lnTo>
                  <a:pt x="217569" y="79271"/>
                </a:lnTo>
                <a:lnTo>
                  <a:pt x="217829" y="80015"/>
                </a:lnTo>
                <a:lnTo>
                  <a:pt x="218103" y="80750"/>
                </a:lnTo>
                <a:lnTo>
                  <a:pt x="218392" y="81475"/>
                </a:lnTo>
                <a:lnTo>
                  <a:pt x="218697" y="82192"/>
                </a:lnTo>
                <a:lnTo>
                  <a:pt x="219015" y="82898"/>
                </a:lnTo>
                <a:lnTo>
                  <a:pt x="219349" y="83596"/>
                </a:lnTo>
                <a:lnTo>
                  <a:pt x="219698" y="84284"/>
                </a:lnTo>
                <a:lnTo>
                  <a:pt x="220059" y="84961"/>
                </a:lnTo>
                <a:lnTo>
                  <a:pt x="220432" y="85625"/>
                </a:lnTo>
                <a:lnTo>
                  <a:pt x="220817" y="86277"/>
                </a:lnTo>
                <a:lnTo>
                  <a:pt x="221212" y="86916"/>
                </a:lnTo>
                <a:lnTo>
                  <a:pt x="221619" y="87542"/>
                </a:lnTo>
                <a:lnTo>
                  <a:pt x="222037" y="88156"/>
                </a:lnTo>
                <a:lnTo>
                  <a:pt x="222466" y="88757"/>
                </a:lnTo>
                <a:lnTo>
                  <a:pt x="222907" y="89345"/>
                </a:lnTo>
                <a:lnTo>
                  <a:pt x="223358" y="89921"/>
                </a:lnTo>
                <a:lnTo>
                  <a:pt x="223821" y="90484"/>
                </a:lnTo>
                <a:lnTo>
                  <a:pt x="224295" y="91034"/>
                </a:lnTo>
                <a:lnTo>
                  <a:pt x="224781" y="91571"/>
                </a:lnTo>
                <a:lnTo>
                  <a:pt x="225278" y="92096"/>
                </a:lnTo>
                <a:lnTo>
                  <a:pt x="225785" y="92608"/>
                </a:lnTo>
                <a:lnTo>
                  <a:pt x="226305" y="93108"/>
                </a:lnTo>
                <a:lnTo>
                  <a:pt x="226835" y="93595"/>
                </a:lnTo>
                <a:lnTo>
                  <a:pt x="227377" y="94069"/>
                </a:lnTo>
                <a:lnTo>
                  <a:pt x="227930" y="94530"/>
                </a:lnTo>
                <a:lnTo>
                  <a:pt x="228494" y="94979"/>
                </a:lnTo>
                <a:lnTo>
                  <a:pt x="229069" y="95415"/>
                </a:lnTo>
                <a:lnTo>
                  <a:pt x="229656" y="95839"/>
                </a:lnTo>
                <a:lnTo>
                  <a:pt x="230254" y="96250"/>
                </a:lnTo>
                <a:lnTo>
                  <a:pt x="230863" y="96648"/>
                </a:lnTo>
                <a:lnTo>
                  <a:pt x="231483" y="97033"/>
                </a:lnTo>
                <a:lnTo>
                  <a:pt x="232113" y="97404"/>
                </a:lnTo>
                <a:lnTo>
                  <a:pt x="232751" y="97759"/>
                </a:lnTo>
                <a:lnTo>
                  <a:pt x="233397" y="98099"/>
                </a:lnTo>
                <a:lnTo>
                  <a:pt x="234051" y="98422"/>
                </a:lnTo>
                <a:lnTo>
                  <a:pt x="234712" y="98730"/>
                </a:lnTo>
                <a:lnTo>
                  <a:pt x="235382" y="99022"/>
                </a:lnTo>
                <a:lnTo>
                  <a:pt x="236059" y="99299"/>
                </a:lnTo>
                <a:lnTo>
                  <a:pt x="236744" y="99559"/>
                </a:lnTo>
                <a:lnTo>
                  <a:pt x="237437" y="99804"/>
                </a:lnTo>
                <a:lnTo>
                  <a:pt x="238138" y="100033"/>
                </a:lnTo>
                <a:lnTo>
                  <a:pt x="238847" y="100246"/>
                </a:lnTo>
                <a:lnTo>
                  <a:pt x="239564" y="100443"/>
                </a:lnTo>
                <a:lnTo>
                  <a:pt x="240289" y="100625"/>
                </a:lnTo>
                <a:lnTo>
                  <a:pt x="241021" y="100791"/>
                </a:lnTo>
                <a:lnTo>
                  <a:pt x="241762" y="100941"/>
                </a:lnTo>
                <a:lnTo>
                  <a:pt x="242510" y="101075"/>
                </a:lnTo>
                <a:lnTo>
                  <a:pt x="243267" y="101193"/>
                </a:lnTo>
                <a:lnTo>
                  <a:pt x="244031" y="101296"/>
                </a:lnTo>
                <a:lnTo>
                  <a:pt x="244803" y="101383"/>
                </a:lnTo>
                <a:lnTo>
                  <a:pt x="245583" y="101454"/>
                </a:lnTo>
                <a:lnTo>
                  <a:pt x="246371" y="101509"/>
                </a:lnTo>
                <a:lnTo>
                  <a:pt x="247166" y="101548"/>
                </a:lnTo>
                <a:lnTo>
                  <a:pt x="247970" y="101572"/>
                </a:lnTo>
                <a:lnTo>
                  <a:pt x="248782" y="101580"/>
                </a:lnTo>
                <a:lnTo>
                  <a:pt x="249456" y="101575"/>
                </a:lnTo>
                <a:lnTo>
                  <a:pt x="250123" y="101560"/>
                </a:lnTo>
                <a:lnTo>
                  <a:pt x="250783" y="101536"/>
                </a:lnTo>
                <a:lnTo>
                  <a:pt x="251437" y="101502"/>
                </a:lnTo>
                <a:lnTo>
                  <a:pt x="252083" y="101457"/>
                </a:lnTo>
                <a:lnTo>
                  <a:pt x="252723" y="101404"/>
                </a:lnTo>
                <a:lnTo>
                  <a:pt x="253355" y="101340"/>
                </a:lnTo>
                <a:lnTo>
                  <a:pt x="253981" y="101266"/>
                </a:lnTo>
                <a:lnTo>
                  <a:pt x="254600" y="101183"/>
                </a:lnTo>
                <a:lnTo>
                  <a:pt x="255212" y="101090"/>
                </a:lnTo>
                <a:lnTo>
                  <a:pt x="255816" y="100987"/>
                </a:lnTo>
                <a:lnTo>
                  <a:pt x="256414" y="100874"/>
                </a:lnTo>
                <a:lnTo>
                  <a:pt x="257005" y="100751"/>
                </a:lnTo>
                <a:lnTo>
                  <a:pt x="257589" y="100619"/>
                </a:lnTo>
                <a:lnTo>
                  <a:pt x="258166" y="100477"/>
                </a:lnTo>
                <a:lnTo>
                  <a:pt x="258736" y="100325"/>
                </a:lnTo>
                <a:lnTo>
                  <a:pt x="259299" y="100163"/>
                </a:lnTo>
                <a:lnTo>
                  <a:pt x="259856" y="99991"/>
                </a:lnTo>
                <a:lnTo>
                  <a:pt x="260405" y="99810"/>
                </a:lnTo>
                <a:lnTo>
                  <a:pt x="260947" y="99619"/>
                </a:lnTo>
                <a:lnTo>
                  <a:pt x="261482" y="99418"/>
                </a:lnTo>
                <a:lnTo>
                  <a:pt x="262011" y="99207"/>
                </a:lnTo>
                <a:lnTo>
                  <a:pt x="262532" y="98986"/>
                </a:lnTo>
                <a:lnTo>
                  <a:pt x="263047" y="98756"/>
                </a:lnTo>
                <a:lnTo>
                  <a:pt x="263554" y="98516"/>
                </a:lnTo>
                <a:lnTo>
                  <a:pt x="264055" y="98270"/>
                </a:lnTo>
                <a:lnTo>
                  <a:pt x="264549" y="98016"/>
                </a:lnTo>
                <a:lnTo>
                  <a:pt x="265036" y="97754"/>
                </a:lnTo>
                <a:lnTo>
                  <a:pt x="265515" y="97485"/>
                </a:lnTo>
                <a:lnTo>
                  <a:pt x="265988" y="97209"/>
                </a:lnTo>
                <a:lnTo>
                  <a:pt x="266454" y="96925"/>
                </a:lnTo>
                <a:lnTo>
                  <a:pt x="266913" y="96634"/>
                </a:lnTo>
                <a:lnTo>
                  <a:pt x="267365" y="96335"/>
                </a:lnTo>
                <a:lnTo>
                  <a:pt x="267811" y="96030"/>
                </a:lnTo>
                <a:lnTo>
                  <a:pt x="268249" y="95716"/>
                </a:lnTo>
                <a:lnTo>
                  <a:pt x="268680" y="95395"/>
                </a:lnTo>
                <a:lnTo>
                  <a:pt x="269104" y="95067"/>
                </a:lnTo>
                <a:lnTo>
                  <a:pt x="269522" y="94732"/>
                </a:lnTo>
                <a:lnTo>
                  <a:pt x="269932" y="94389"/>
                </a:lnTo>
                <a:lnTo>
                  <a:pt x="270336" y="94038"/>
                </a:lnTo>
                <a:lnTo>
                  <a:pt x="270732" y="93680"/>
                </a:lnTo>
                <a:lnTo>
                  <a:pt x="271122" y="93315"/>
                </a:lnTo>
                <a:lnTo>
                  <a:pt x="271505" y="92942"/>
                </a:lnTo>
                <a:lnTo>
                  <a:pt x="271881" y="92562"/>
                </a:lnTo>
                <a:lnTo>
                  <a:pt x="272249" y="92175"/>
                </a:lnTo>
                <a:lnTo>
                  <a:pt x="272611" y="91780"/>
                </a:lnTo>
                <a:lnTo>
                  <a:pt x="272966" y="91378"/>
                </a:lnTo>
                <a:lnTo>
                  <a:pt x="273314" y="90968"/>
                </a:lnTo>
                <a:lnTo>
                  <a:pt x="273655" y="90552"/>
                </a:lnTo>
                <a:lnTo>
                  <a:pt x="273986" y="90132"/>
                </a:lnTo>
                <a:lnTo>
                  <a:pt x="274309" y="89708"/>
                </a:lnTo>
                <a:lnTo>
                  <a:pt x="274624" y="89280"/>
                </a:lnTo>
                <a:lnTo>
                  <a:pt x="274929" y="88847"/>
                </a:lnTo>
                <a:lnTo>
                  <a:pt x="275227" y="88410"/>
                </a:lnTo>
                <a:lnTo>
                  <a:pt x="275515" y="87968"/>
                </a:lnTo>
                <a:lnTo>
                  <a:pt x="275795" y="87522"/>
                </a:lnTo>
                <a:lnTo>
                  <a:pt x="276067" y="87072"/>
                </a:lnTo>
                <a:lnTo>
                  <a:pt x="276329" y="86618"/>
                </a:lnTo>
                <a:lnTo>
                  <a:pt x="276584" y="86159"/>
                </a:lnTo>
                <a:lnTo>
                  <a:pt x="276829" y="85696"/>
                </a:lnTo>
                <a:lnTo>
                  <a:pt x="277066" y="85229"/>
                </a:lnTo>
                <a:lnTo>
                  <a:pt x="277294" y="84757"/>
                </a:lnTo>
                <a:lnTo>
                  <a:pt x="277514" y="84282"/>
                </a:lnTo>
                <a:lnTo>
                  <a:pt x="277725" y="83801"/>
                </a:lnTo>
                <a:lnTo>
                  <a:pt x="277928" y="83317"/>
                </a:lnTo>
                <a:lnTo>
                  <a:pt x="278122" y="82828"/>
                </a:lnTo>
                <a:lnTo>
                  <a:pt x="278307" y="82335"/>
                </a:lnTo>
                <a:lnTo>
                  <a:pt x="278484" y="81837"/>
                </a:lnTo>
                <a:lnTo>
                  <a:pt x="278652" y="81336"/>
                </a:lnTo>
                <a:lnTo>
                  <a:pt x="278811" y="80830"/>
                </a:lnTo>
                <a:lnTo>
                  <a:pt x="278962" y="80319"/>
                </a:lnTo>
                <a:lnTo>
                  <a:pt x="279104" y="79805"/>
                </a:lnTo>
                <a:lnTo>
                  <a:pt x="267663" y="79805"/>
                </a:lnTo>
                <a:lnTo>
                  <a:pt x="267486" y="80260"/>
                </a:lnTo>
                <a:lnTo>
                  <a:pt x="267300" y="80707"/>
                </a:lnTo>
                <a:lnTo>
                  <a:pt x="267104" y="81147"/>
                </a:lnTo>
                <a:lnTo>
                  <a:pt x="266899" y="81579"/>
                </a:lnTo>
                <a:lnTo>
                  <a:pt x="266685" y="82003"/>
                </a:lnTo>
                <a:lnTo>
                  <a:pt x="266462" y="82419"/>
                </a:lnTo>
                <a:lnTo>
                  <a:pt x="266229" y="82827"/>
                </a:lnTo>
                <a:lnTo>
                  <a:pt x="265986" y="83227"/>
                </a:lnTo>
                <a:lnTo>
                  <a:pt x="265735" y="83619"/>
                </a:lnTo>
                <a:lnTo>
                  <a:pt x="265474" y="84003"/>
                </a:lnTo>
                <a:lnTo>
                  <a:pt x="265204" y="84380"/>
                </a:lnTo>
                <a:lnTo>
                  <a:pt x="264924" y="84748"/>
                </a:lnTo>
                <a:lnTo>
                  <a:pt x="264635" y="85109"/>
                </a:lnTo>
                <a:lnTo>
                  <a:pt x="264337" y="85462"/>
                </a:lnTo>
                <a:lnTo>
                  <a:pt x="264029" y="85807"/>
                </a:lnTo>
                <a:lnTo>
                  <a:pt x="263712" y="86144"/>
                </a:lnTo>
                <a:lnTo>
                  <a:pt x="263386" y="86473"/>
                </a:lnTo>
                <a:lnTo>
                  <a:pt x="263050" y="86794"/>
                </a:lnTo>
                <a:lnTo>
                  <a:pt x="262705" y="87107"/>
                </a:lnTo>
                <a:lnTo>
                  <a:pt x="262351" y="87413"/>
                </a:lnTo>
                <a:lnTo>
                  <a:pt x="261988" y="87710"/>
                </a:lnTo>
                <a:lnTo>
                  <a:pt x="261615" y="88000"/>
                </a:lnTo>
                <a:lnTo>
                  <a:pt x="261232" y="88282"/>
                </a:lnTo>
                <a:lnTo>
                  <a:pt x="260841" y="88556"/>
                </a:lnTo>
                <a:lnTo>
                  <a:pt x="260440" y="88820"/>
                </a:lnTo>
                <a:lnTo>
                  <a:pt x="260031" y="89073"/>
                </a:lnTo>
                <a:lnTo>
                  <a:pt x="259612" y="89315"/>
                </a:lnTo>
                <a:lnTo>
                  <a:pt x="259185" y="89545"/>
                </a:lnTo>
                <a:lnTo>
                  <a:pt x="258749" y="89764"/>
                </a:lnTo>
                <a:lnTo>
                  <a:pt x="258304" y="89972"/>
                </a:lnTo>
                <a:lnTo>
                  <a:pt x="257850" y="90169"/>
                </a:lnTo>
                <a:lnTo>
                  <a:pt x="257387" y="90355"/>
                </a:lnTo>
                <a:lnTo>
                  <a:pt x="256916" y="90529"/>
                </a:lnTo>
                <a:lnTo>
                  <a:pt x="256436" y="90692"/>
                </a:lnTo>
                <a:lnTo>
                  <a:pt x="255946" y="90844"/>
                </a:lnTo>
                <a:lnTo>
                  <a:pt x="255448" y="90985"/>
                </a:lnTo>
                <a:lnTo>
                  <a:pt x="254941" y="91114"/>
                </a:lnTo>
                <a:lnTo>
                  <a:pt x="254426" y="91232"/>
                </a:lnTo>
                <a:lnTo>
                  <a:pt x="253901" y="91339"/>
                </a:lnTo>
                <a:lnTo>
                  <a:pt x="253368" y="91434"/>
                </a:lnTo>
                <a:lnTo>
                  <a:pt x="252825" y="91519"/>
                </a:lnTo>
                <a:lnTo>
                  <a:pt x="252274" y="91592"/>
                </a:lnTo>
                <a:lnTo>
                  <a:pt x="251714" y="91654"/>
                </a:lnTo>
                <a:lnTo>
                  <a:pt x="251145" y="91704"/>
                </a:lnTo>
                <a:lnTo>
                  <a:pt x="250568" y="91744"/>
                </a:lnTo>
                <a:lnTo>
                  <a:pt x="249981" y="91772"/>
                </a:lnTo>
                <a:lnTo>
                  <a:pt x="249386" y="91789"/>
                </a:lnTo>
                <a:lnTo>
                  <a:pt x="248782" y="91794"/>
                </a:lnTo>
                <a:lnTo>
                  <a:pt x="248300" y="91789"/>
                </a:lnTo>
                <a:lnTo>
                  <a:pt x="247822" y="91774"/>
                </a:lnTo>
                <a:lnTo>
                  <a:pt x="247346" y="91749"/>
                </a:lnTo>
                <a:lnTo>
                  <a:pt x="246873" y="91714"/>
                </a:lnTo>
                <a:lnTo>
                  <a:pt x="246402" y="91669"/>
                </a:lnTo>
                <a:lnTo>
                  <a:pt x="245934" y="91613"/>
                </a:lnTo>
                <a:lnTo>
                  <a:pt x="245469" y="91548"/>
                </a:lnTo>
                <a:lnTo>
                  <a:pt x="245006" y="91473"/>
                </a:lnTo>
                <a:lnTo>
                  <a:pt x="244546" y="91387"/>
                </a:lnTo>
                <a:lnTo>
                  <a:pt x="244088" y="91292"/>
                </a:lnTo>
                <a:lnTo>
                  <a:pt x="243634" y="91186"/>
                </a:lnTo>
                <a:lnTo>
                  <a:pt x="243181" y="91071"/>
                </a:lnTo>
                <a:lnTo>
                  <a:pt x="242732" y="90945"/>
                </a:lnTo>
                <a:lnTo>
                  <a:pt x="242285" y="90810"/>
                </a:lnTo>
                <a:lnTo>
                  <a:pt x="241841" y="90664"/>
                </a:lnTo>
                <a:lnTo>
                  <a:pt x="241399" y="90508"/>
                </a:lnTo>
                <a:lnTo>
                  <a:pt x="240960" y="90342"/>
                </a:lnTo>
                <a:lnTo>
                  <a:pt x="240524" y="90167"/>
                </a:lnTo>
                <a:lnTo>
                  <a:pt x="240090" y="89981"/>
                </a:lnTo>
                <a:lnTo>
                  <a:pt x="239659" y="89785"/>
                </a:lnTo>
                <a:lnTo>
                  <a:pt x="239231" y="89579"/>
                </a:lnTo>
                <a:lnTo>
                  <a:pt x="238805" y="89363"/>
                </a:lnTo>
                <a:lnTo>
                  <a:pt x="238382" y="89137"/>
                </a:lnTo>
                <a:lnTo>
                  <a:pt x="237961" y="88900"/>
                </a:lnTo>
                <a:lnTo>
                  <a:pt x="237545" y="88654"/>
                </a:lnTo>
                <a:lnTo>
                  <a:pt x="237136" y="88398"/>
                </a:lnTo>
                <a:lnTo>
                  <a:pt x="236733" y="88132"/>
                </a:lnTo>
                <a:lnTo>
                  <a:pt x="236338" y="87855"/>
                </a:lnTo>
                <a:lnTo>
                  <a:pt x="235949" y="87569"/>
                </a:lnTo>
                <a:lnTo>
                  <a:pt x="235566" y="87273"/>
                </a:lnTo>
                <a:lnTo>
                  <a:pt x="235191" y="86966"/>
                </a:lnTo>
                <a:lnTo>
                  <a:pt x="234822" y="86650"/>
                </a:lnTo>
                <a:lnTo>
                  <a:pt x="234459" y="86323"/>
                </a:lnTo>
                <a:lnTo>
                  <a:pt x="234104" y="85986"/>
                </a:lnTo>
                <a:lnTo>
                  <a:pt x="233755" y="85640"/>
                </a:lnTo>
                <a:lnTo>
                  <a:pt x="233413" y="85283"/>
                </a:lnTo>
                <a:lnTo>
                  <a:pt x="233077" y="84916"/>
                </a:lnTo>
                <a:lnTo>
                  <a:pt x="232748" y="84540"/>
                </a:lnTo>
                <a:lnTo>
                  <a:pt x="232426" y="84153"/>
                </a:lnTo>
                <a:lnTo>
                  <a:pt x="232111" y="83756"/>
                </a:lnTo>
                <a:lnTo>
                  <a:pt x="231802" y="83349"/>
                </a:lnTo>
                <a:lnTo>
                  <a:pt x="231500" y="82932"/>
                </a:lnTo>
                <a:lnTo>
                  <a:pt x="231205" y="82505"/>
                </a:lnTo>
                <a:lnTo>
                  <a:pt x="230916" y="82068"/>
                </a:lnTo>
                <a:lnTo>
                  <a:pt x="230634" y="81621"/>
                </a:lnTo>
                <a:lnTo>
                  <a:pt x="230359" y="81163"/>
                </a:lnTo>
                <a:lnTo>
                  <a:pt x="230090" y="80696"/>
                </a:lnTo>
                <a:lnTo>
                  <a:pt x="229828" y="80219"/>
                </a:lnTo>
                <a:lnTo>
                  <a:pt x="229575" y="79732"/>
                </a:lnTo>
                <a:lnTo>
                  <a:pt x="229333" y="79235"/>
                </a:lnTo>
                <a:lnTo>
                  <a:pt x="229102" y="78728"/>
                </a:lnTo>
                <a:lnTo>
                  <a:pt x="228881" y="78212"/>
                </a:lnTo>
                <a:lnTo>
                  <a:pt x="228671" y="77687"/>
                </a:lnTo>
                <a:lnTo>
                  <a:pt x="228472" y="77152"/>
                </a:lnTo>
                <a:lnTo>
                  <a:pt x="228284" y="76607"/>
                </a:lnTo>
                <a:lnTo>
                  <a:pt x="228106" y="76053"/>
                </a:lnTo>
                <a:lnTo>
                  <a:pt x="227939" y="75489"/>
                </a:lnTo>
                <a:lnTo>
                  <a:pt x="227783" y="74916"/>
                </a:lnTo>
                <a:lnTo>
                  <a:pt x="227638" y="74333"/>
                </a:lnTo>
                <a:lnTo>
                  <a:pt x="227503" y="73740"/>
                </a:lnTo>
                <a:lnTo>
                  <a:pt x="227380" y="73138"/>
                </a:lnTo>
                <a:lnTo>
                  <a:pt x="227267" y="72526"/>
                </a:lnTo>
                <a:lnTo>
                  <a:pt x="227164" y="71905"/>
                </a:lnTo>
                <a:lnTo>
                  <a:pt x="227073" y="71275"/>
                </a:lnTo>
                <a:lnTo>
                  <a:pt x="226992" y="70634"/>
                </a:lnTo>
                <a:lnTo>
                  <a:pt x="226922" y="69984"/>
                </a:lnTo>
                <a:lnTo>
                  <a:pt x="226863" y="69325"/>
                </a:lnTo>
                <a:lnTo>
                  <a:pt x="226814" y="68656"/>
                </a:lnTo>
                <a:lnTo>
                  <a:pt x="226777" y="67977"/>
                </a:lnTo>
                <a:lnTo>
                  <a:pt x="226770" y="67813"/>
                </a:lnTo>
                <a:lnTo>
                  <a:pt x="280896" y="67813"/>
                </a:lnTo>
                <a:lnTo>
                  <a:pt x="280907" y="67653"/>
                </a:lnTo>
                <a:lnTo>
                  <a:pt x="280918" y="67494"/>
                </a:lnTo>
                <a:lnTo>
                  <a:pt x="280928" y="67337"/>
                </a:lnTo>
                <a:close/>
                <a:moveTo>
                  <a:pt x="227155" y="56594"/>
                </a:moveTo>
                <a:lnTo>
                  <a:pt x="227255" y="56035"/>
                </a:lnTo>
                <a:lnTo>
                  <a:pt x="227365" y="55485"/>
                </a:lnTo>
                <a:lnTo>
                  <a:pt x="227486" y="54944"/>
                </a:lnTo>
                <a:lnTo>
                  <a:pt x="227618" y="54411"/>
                </a:lnTo>
                <a:lnTo>
                  <a:pt x="227760" y="53887"/>
                </a:lnTo>
                <a:lnTo>
                  <a:pt x="227913" y="53373"/>
                </a:lnTo>
                <a:lnTo>
                  <a:pt x="228076" y="52867"/>
                </a:lnTo>
                <a:lnTo>
                  <a:pt x="228250" y="52369"/>
                </a:lnTo>
                <a:lnTo>
                  <a:pt x="228434" y="51881"/>
                </a:lnTo>
                <a:lnTo>
                  <a:pt x="228629" y="51402"/>
                </a:lnTo>
                <a:lnTo>
                  <a:pt x="228834" y="50931"/>
                </a:lnTo>
                <a:lnTo>
                  <a:pt x="229050" y="50469"/>
                </a:lnTo>
                <a:lnTo>
                  <a:pt x="229277" y="50016"/>
                </a:lnTo>
                <a:lnTo>
                  <a:pt x="229514" y="49572"/>
                </a:lnTo>
                <a:lnTo>
                  <a:pt x="229761" y="49137"/>
                </a:lnTo>
                <a:lnTo>
                  <a:pt x="230017" y="48711"/>
                </a:lnTo>
                <a:lnTo>
                  <a:pt x="230280" y="48293"/>
                </a:lnTo>
                <a:lnTo>
                  <a:pt x="230550" y="47883"/>
                </a:lnTo>
                <a:lnTo>
                  <a:pt x="230827" y="47483"/>
                </a:lnTo>
                <a:lnTo>
                  <a:pt x="231111" y="47091"/>
                </a:lnTo>
                <a:lnTo>
                  <a:pt x="231402" y="46707"/>
                </a:lnTo>
                <a:lnTo>
                  <a:pt x="231700" y="46333"/>
                </a:lnTo>
                <a:lnTo>
                  <a:pt x="232005" y="45966"/>
                </a:lnTo>
                <a:lnTo>
                  <a:pt x="232316" y="45609"/>
                </a:lnTo>
                <a:lnTo>
                  <a:pt x="232635" y="45260"/>
                </a:lnTo>
                <a:lnTo>
                  <a:pt x="232961" y="44920"/>
                </a:lnTo>
                <a:lnTo>
                  <a:pt x="233293" y="44588"/>
                </a:lnTo>
                <a:lnTo>
                  <a:pt x="233633" y="44265"/>
                </a:lnTo>
                <a:lnTo>
                  <a:pt x="233979" y="43950"/>
                </a:lnTo>
                <a:lnTo>
                  <a:pt x="234332" y="43645"/>
                </a:lnTo>
                <a:lnTo>
                  <a:pt x="234693" y="43347"/>
                </a:lnTo>
                <a:lnTo>
                  <a:pt x="235060" y="43059"/>
                </a:lnTo>
                <a:lnTo>
                  <a:pt x="235434" y="42779"/>
                </a:lnTo>
                <a:lnTo>
                  <a:pt x="235815" y="42507"/>
                </a:lnTo>
                <a:lnTo>
                  <a:pt x="236203" y="42245"/>
                </a:lnTo>
                <a:lnTo>
                  <a:pt x="236598" y="41991"/>
                </a:lnTo>
                <a:lnTo>
                  <a:pt x="237000" y="41745"/>
                </a:lnTo>
                <a:lnTo>
                  <a:pt x="237409" y="41508"/>
                </a:lnTo>
                <a:lnTo>
                  <a:pt x="237824" y="41280"/>
                </a:lnTo>
                <a:lnTo>
                  <a:pt x="238245" y="41060"/>
                </a:lnTo>
                <a:lnTo>
                  <a:pt x="238669" y="40850"/>
                </a:lnTo>
                <a:lnTo>
                  <a:pt x="239096" y="40650"/>
                </a:lnTo>
                <a:lnTo>
                  <a:pt x="239526" y="40459"/>
                </a:lnTo>
                <a:lnTo>
                  <a:pt x="239959" y="40277"/>
                </a:lnTo>
                <a:lnTo>
                  <a:pt x="240396" y="40104"/>
                </a:lnTo>
                <a:lnTo>
                  <a:pt x="240835" y="39941"/>
                </a:lnTo>
                <a:lnTo>
                  <a:pt x="241278" y="39787"/>
                </a:lnTo>
                <a:lnTo>
                  <a:pt x="241723" y="39642"/>
                </a:lnTo>
                <a:lnTo>
                  <a:pt x="242172" y="39507"/>
                </a:lnTo>
                <a:lnTo>
                  <a:pt x="242624" y="39381"/>
                </a:lnTo>
                <a:lnTo>
                  <a:pt x="243079" y="39264"/>
                </a:lnTo>
                <a:lnTo>
                  <a:pt x="243537" y="39157"/>
                </a:lnTo>
                <a:lnTo>
                  <a:pt x="243998" y="39059"/>
                </a:lnTo>
                <a:lnTo>
                  <a:pt x="244463" y="38970"/>
                </a:lnTo>
                <a:lnTo>
                  <a:pt x="244930" y="38891"/>
                </a:lnTo>
                <a:lnTo>
                  <a:pt x="245401" y="38821"/>
                </a:lnTo>
                <a:lnTo>
                  <a:pt x="245874" y="38760"/>
                </a:lnTo>
                <a:lnTo>
                  <a:pt x="246351" y="38709"/>
                </a:lnTo>
                <a:lnTo>
                  <a:pt x="246831" y="38667"/>
                </a:lnTo>
                <a:lnTo>
                  <a:pt x="247314" y="38634"/>
                </a:lnTo>
                <a:lnTo>
                  <a:pt x="247800" y="38611"/>
                </a:lnTo>
                <a:lnTo>
                  <a:pt x="248289" y="38597"/>
                </a:lnTo>
                <a:lnTo>
                  <a:pt x="248782" y="38592"/>
                </a:lnTo>
                <a:lnTo>
                  <a:pt x="249511" y="38601"/>
                </a:lnTo>
                <a:lnTo>
                  <a:pt x="250231" y="38629"/>
                </a:lnTo>
                <a:lnTo>
                  <a:pt x="250940" y="38676"/>
                </a:lnTo>
                <a:lnTo>
                  <a:pt x="251639" y="38741"/>
                </a:lnTo>
                <a:lnTo>
                  <a:pt x="252328" y="38825"/>
                </a:lnTo>
                <a:lnTo>
                  <a:pt x="253007" y="38928"/>
                </a:lnTo>
                <a:lnTo>
                  <a:pt x="253675" y="39049"/>
                </a:lnTo>
                <a:lnTo>
                  <a:pt x="254333" y="39189"/>
                </a:lnTo>
                <a:lnTo>
                  <a:pt x="254980" y="39348"/>
                </a:lnTo>
                <a:lnTo>
                  <a:pt x="255617" y="39525"/>
                </a:lnTo>
                <a:lnTo>
                  <a:pt x="256244" y="39721"/>
                </a:lnTo>
                <a:lnTo>
                  <a:pt x="256861" y="39936"/>
                </a:lnTo>
                <a:lnTo>
                  <a:pt x="257468" y="40169"/>
                </a:lnTo>
                <a:lnTo>
                  <a:pt x="258064" y="40421"/>
                </a:lnTo>
                <a:lnTo>
                  <a:pt x="258650" y="40692"/>
                </a:lnTo>
                <a:lnTo>
                  <a:pt x="259225" y="40981"/>
                </a:lnTo>
                <a:lnTo>
                  <a:pt x="259790" y="41289"/>
                </a:lnTo>
                <a:lnTo>
                  <a:pt x="260345" y="41616"/>
                </a:lnTo>
                <a:lnTo>
                  <a:pt x="260890" y="41961"/>
                </a:lnTo>
                <a:lnTo>
                  <a:pt x="261424" y="42325"/>
                </a:lnTo>
                <a:lnTo>
                  <a:pt x="261949" y="42708"/>
                </a:lnTo>
                <a:lnTo>
                  <a:pt x="262462" y="43109"/>
                </a:lnTo>
                <a:lnTo>
                  <a:pt x="262966" y="43529"/>
                </a:lnTo>
                <a:lnTo>
                  <a:pt x="263459" y="43968"/>
                </a:lnTo>
                <a:lnTo>
                  <a:pt x="263938" y="44423"/>
                </a:lnTo>
                <a:lnTo>
                  <a:pt x="264398" y="44892"/>
                </a:lnTo>
                <a:lnTo>
                  <a:pt x="264839" y="45376"/>
                </a:lnTo>
                <a:lnTo>
                  <a:pt x="265261" y="45874"/>
                </a:lnTo>
                <a:lnTo>
                  <a:pt x="265664" y="46387"/>
                </a:lnTo>
                <a:lnTo>
                  <a:pt x="266048" y="46914"/>
                </a:lnTo>
                <a:lnTo>
                  <a:pt x="266414" y="47455"/>
                </a:lnTo>
                <a:lnTo>
                  <a:pt x="266760" y="48011"/>
                </a:lnTo>
                <a:lnTo>
                  <a:pt x="267088" y="48581"/>
                </a:lnTo>
                <a:lnTo>
                  <a:pt x="267396" y="49165"/>
                </a:lnTo>
                <a:lnTo>
                  <a:pt x="267686" y="49764"/>
                </a:lnTo>
                <a:lnTo>
                  <a:pt x="267957" y="50377"/>
                </a:lnTo>
                <a:lnTo>
                  <a:pt x="268208" y="51004"/>
                </a:lnTo>
                <a:lnTo>
                  <a:pt x="268441" y="51646"/>
                </a:lnTo>
                <a:lnTo>
                  <a:pt x="268655" y="52302"/>
                </a:lnTo>
                <a:lnTo>
                  <a:pt x="268851" y="52973"/>
                </a:lnTo>
                <a:lnTo>
                  <a:pt x="269027" y="53657"/>
                </a:lnTo>
                <a:lnTo>
                  <a:pt x="269184" y="54357"/>
                </a:lnTo>
                <a:lnTo>
                  <a:pt x="269322" y="55070"/>
                </a:lnTo>
                <a:lnTo>
                  <a:pt x="269442" y="55798"/>
                </a:lnTo>
                <a:lnTo>
                  <a:pt x="269542" y="56540"/>
                </a:lnTo>
                <a:lnTo>
                  <a:pt x="269624" y="57297"/>
                </a:lnTo>
                <a:lnTo>
                  <a:pt x="269687" y="58068"/>
                </a:lnTo>
                <a:lnTo>
                  <a:pt x="269731" y="58853"/>
                </a:lnTo>
                <a:lnTo>
                  <a:pt x="226866" y="58853"/>
                </a:lnTo>
                <a:lnTo>
                  <a:pt x="226918" y="58325"/>
                </a:lnTo>
                <a:lnTo>
                  <a:pt x="226986" y="57739"/>
                </a:lnTo>
                <a:lnTo>
                  <a:pt x="227065" y="57162"/>
                </a:lnTo>
                <a:lnTo>
                  <a:pt x="227155" y="56594"/>
                </a:lnTo>
                <a:close/>
                <a:moveTo>
                  <a:pt x="330866" y="101456"/>
                </a:moveTo>
                <a:lnTo>
                  <a:pt x="331659" y="101386"/>
                </a:lnTo>
                <a:lnTo>
                  <a:pt x="332444" y="101300"/>
                </a:lnTo>
                <a:lnTo>
                  <a:pt x="333221" y="101199"/>
                </a:lnTo>
                <a:lnTo>
                  <a:pt x="333991" y="101083"/>
                </a:lnTo>
                <a:lnTo>
                  <a:pt x="334753" y="100950"/>
                </a:lnTo>
                <a:lnTo>
                  <a:pt x="335507" y="100803"/>
                </a:lnTo>
                <a:lnTo>
                  <a:pt x="336254" y="100639"/>
                </a:lnTo>
                <a:lnTo>
                  <a:pt x="336992" y="100461"/>
                </a:lnTo>
                <a:lnTo>
                  <a:pt x="337724" y="100266"/>
                </a:lnTo>
                <a:lnTo>
                  <a:pt x="338447" y="100056"/>
                </a:lnTo>
                <a:lnTo>
                  <a:pt x="339163" y="99831"/>
                </a:lnTo>
                <a:lnTo>
                  <a:pt x="339872" y="99590"/>
                </a:lnTo>
                <a:lnTo>
                  <a:pt x="340572" y="99334"/>
                </a:lnTo>
                <a:lnTo>
                  <a:pt x="341265" y="99061"/>
                </a:lnTo>
                <a:lnTo>
                  <a:pt x="341951" y="98774"/>
                </a:lnTo>
                <a:lnTo>
                  <a:pt x="342628" y="98471"/>
                </a:lnTo>
                <a:lnTo>
                  <a:pt x="343298" y="98152"/>
                </a:lnTo>
                <a:lnTo>
                  <a:pt x="343961" y="97818"/>
                </a:lnTo>
                <a:lnTo>
                  <a:pt x="344615" y="97468"/>
                </a:lnTo>
                <a:lnTo>
                  <a:pt x="345262" y="97103"/>
                </a:lnTo>
                <a:lnTo>
                  <a:pt x="345900" y="96723"/>
                </a:lnTo>
                <a:lnTo>
                  <a:pt x="346527" y="96330"/>
                </a:lnTo>
                <a:lnTo>
                  <a:pt x="347142" y="95925"/>
                </a:lnTo>
                <a:lnTo>
                  <a:pt x="347747" y="95506"/>
                </a:lnTo>
                <a:lnTo>
                  <a:pt x="348341" y="95075"/>
                </a:lnTo>
                <a:lnTo>
                  <a:pt x="348923" y="94630"/>
                </a:lnTo>
                <a:lnTo>
                  <a:pt x="349495" y="94173"/>
                </a:lnTo>
                <a:lnTo>
                  <a:pt x="350056" y="93703"/>
                </a:lnTo>
                <a:lnTo>
                  <a:pt x="350605" y="93220"/>
                </a:lnTo>
                <a:lnTo>
                  <a:pt x="351144" y="92724"/>
                </a:lnTo>
                <a:lnTo>
                  <a:pt x="351671" y="92215"/>
                </a:lnTo>
                <a:lnTo>
                  <a:pt x="352188" y="91693"/>
                </a:lnTo>
                <a:lnTo>
                  <a:pt x="352693" y="91158"/>
                </a:lnTo>
                <a:lnTo>
                  <a:pt x="353188" y="90610"/>
                </a:lnTo>
                <a:lnTo>
                  <a:pt x="353672" y="90050"/>
                </a:lnTo>
                <a:lnTo>
                  <a:pt x="354144" y="89476"/>
                </a:lnTo>
                <a:lnTo>
                  <a:pt x="354606" y="88890"/>
                </a:lnTo>
                <a:lnTo>
                  <a:pt x="355056" y="88290"/>
                </a:lnTo>
                <a:lnTo>
                  <a:pt x="355496" y="87678"/>
                </a:lnTo>
                <a:lnTo>
                  <a:pt x="355924" y="87053"/>
                </a:lnTo>
                <a:lnTo>
                  <a:pt x="356341" y="86415"/>
                </a:lnTo>
                <a:lnTo>
                  <a:pt x="356748" y="85764"/>
                </a:lnTo>
                <a:lnTo>
                  <a:pt x="357143" y="85100"/>
                </a:lnTo>
                <a:lnTo>
                  <a:pt x="357528" y="84423"/>
                </a:lnTo>
                <a:lnTo>
                  <a:pt x="357899" y="83735"/>
                </a:lnTo>
                <a:lnTo>
                  <a:pt x="358254" y="83036"/>
                </a:lnTo>
                <a:lnTo>
                  <a:pt x="358594" y="82328"/>
                </a:lnTo>
                <a:lnTo>
                  <a:pt x="358918" y="81610"/>
                </a:lnTo>
                <a:lnTo>
                  <a:pt x="359226" y="80883"/>
                </a:lnTo>
                <a:lnTo>
                  <a:pt x="359518" y="80145"/>
                </a:lnTo>
                <a:lnTo>
                  <a:pt x="359794" y="79398"/>
                </a:lnTo>
                <a:lnTo>
                  <a:pt x="360055" y="78641"/>
                </a:lnTo>
                <a:lnTo>
                  <a:pt x="360300" y="77874"/>
                </a:lnTo>
                <a:lnTo>
                  <a:pt x="360529" y="77097"/>
                </a:lnTo>
                <a:lnTo>
                  <a:pt x="360742" y="76311"/>
                </a:lnTo>
                <a:lnTo>
                  <a:pt x="360940" y="75515"/>
                </a:lnTo>
                <a:lnTo>
                  <a:pt x="361121" y="74709"/>
                </a:lnTo>
                <a:lnTo>
                  <a:pt x="361287" y="73893"/>
                </a:lnTo>
                <a:lnTo>
                  <a:pt x="361437" y="73067"/>
                </a:lnTo>
                <a:lnTo>
                  <a:pt x="361571" y="72231"/>
                </a:lnTo>
                <a:lnTo>
                  <a:pt x="361690" y="71386"/>
                </a:lnTo>
                <a:lnTo>
                  <a:pt x="361792" y="70531"/>
                </a:lnTo>
                <a:lnTo>
                  <a:pt x="361879" y="69666"/>
                </a:lnTo>
                <a:lnTo>
                  <a:pt x="361950" y="68791"/>
                </a:lnTo>
                <a:lnTo>
                  <a:pt x="362006" y="67907"/>
                </a:lnTo>
                <a:lnTo>
                  <a:pt x="362045" y="67012"/>
                </a:lnTo>
                <a:lnTo>
                  <a:pt x="362069" y="66108"/>
                </a:lnTo>
                <a:lnTo>
                  <a:pt x="362077" y="65194"/>
                </a:lnTo>
                <a:lnTo>
                  <a:pt x="362069" y="64280"/>
                </a:lnTo>
                <a:lnTo>
                  <a:pt x="362046" y="63376"/>
                </a:lnTo>
                <a:lnTo>
                  <a:pt x="362007" y="62482"/>
                </a:lnTo>
                <a:lnTo>
                  <a:pt x="361952" y="61597"/>
                </a:lnTo>
                <a:lnTo>
                  <a:pt x="361882" y="60722"/>
                </a:lnTo>
                <a:lnTo>
                  <a:pt x="361797" y="59858"/>
                </a:lnTo>
                <a:lnTo>
                  <a:pt x="361696" y="59002"/>
                </a:lnTo>
                <a:lnTo>
                  <a:pt x="361579" y="58157"/>
                </a:lnTo>
                <a:lnTo>
                  <a:pt x="361447" y="57322"/>
                </a:lnTo>
                <a:lnTo>
                  <a:pt x="361299" y="56496"/>
                </a:lnTo>
                <a:lnTo>
                  <a:pt x="361136" y="55680"/>
                </a:lnTo>
                <a:lnTo>
                  <a:pt x="360957" y="54874"/>
                </a:lnTo>
                <a:lnTo>
                  <a:pt x="360762" y="54078"/>
                </a:lnTo>
                <a:lnTo>
                  <a:pt x="360552" y="53292"/>
                </a:lnTo>
                <a:lnTo>
                  <a:pt x="360327" y="52515"/>
                </a:lnTo>
                <a:lnTo>
                  <a:pt x="360086" y="51748"/>
                </a:lnTo>
                <a:lnTo>
                  <a:pt x="359829" y="50991"/>
                </a:lnTo>
                <a:lnTo>
                  <a:pt x="359557" y="50244"/>
                </a:lnTo>
                <a:lnTo>
                  <a:pt x="359269" y="49507"/>
                </a:lnTo>
                <a:lnTo>
                  <a:pt x="358966" y="48779"/>
                </a:lnTo>
                <a:lnTo>
                  <a:pt x="358647" y="48062"/>
                </a:lnTo>
                <a:lnTo>
                  <a:pt x="358313" y="47354"/>
                </a:lnTo>
                <a:lnTo>
                  <a:pt x="357963" y="46656"/>
                </a:lnTo>
                <a:lnTo>
                  <a:pt x="357597" y="45968"/>
                </a:lnTo>
                <a:lnTo>
                  <a:pt x="357218" y="45291"/>
                </a:lnTo>
                <a:lnTo>
                  <a:pt x="356829" y="44626"/>
                </a:lnTo>
                <a:lnTo>
                  <a:pt x="356428" y="43975"/>
                </a:lnTo>
                <a:lnTo>
                  <a:pt x="356016" y="43337"/>
                </a:lnTo>
                <a:lnTo>
                  <a:pt x="355593" y="42712"/>
                </a:lnTo>
                <a:lnTo>
                  <a:pt x="355159" y="42099"/>
                </a:lnTo>
                <a:lnTo>
                  <a:pt x="354714" y="41500"/>
                </a:lnTo>
                <a:lnTo>
                  <a:pt x="354259" y="40913"/>
                </a:lnTo>
                <a:lnTo>
                  <a:pt x="353792" y="40339"/>
                </a:lnTo>
                <a:lnTo>
                  <a:pt x="353314" y="39779"/>
                </a:lnTo>
                <a:lnTo>
                  <a:pt x="352825" y="39231"/>
                </a:lnTo>
                <a:lnTo>
                  <a:pt x="352325" y="38696"/>
                </a:lnTo>
                <a:lnTo>
                  <a:pt x="351814" y="38174"/>
                </a:lnTo>
                <a:lnTo>
                  <a:pt x="351292" y="37665"/>
                </a:lnTo>
                <a:lnTo>
                  <a:pt x="350760" y="37169"/>
                </a:lnTo>
                <a:lnTo>
                  <a:pt x="350216" y="36686"/>
                </a:lnTo>
                <a:lnTo>
                  <a:pt x="349661" y="36216"/>
                </a:lnTo>
                <a:lnTo>
                  <a:pt x="349095" y="35758"/>
                </a:lnTo>
                <a:lnTo>
                  <a:pt x="348518" y="35314"/>
                </a:lnTo>
                <a:lnTo>
                  <a:pt x="347930" y="34882"/>
                </a:lnTo>
                <a:lnTo>
                  <a:pt x="347331" y="34464"/>
                </a:lnTo>
                <a:lnTo>
                  <a:pt x="346721" y="34058"/>
                </a:lnTo>
                <a:lnTo>
                  <a:pt x="346100" y="33666"/>
                </a:lnTo>
                <a:lnTo>
                  <a:pt x="345469" y="33286"/>
                </a:lnTo>
                <a:lnTo>
                  <a:pt x="344827" y="32920"/>
                </a:lnTo>
                <a:lnTo>
                  <a:pt x="344178" y="32570"/>
                </a:lnTo>
                <a:lnTo>
                  <a:pt x="343521" y="32236"/>
                </a:lnTo>
                <a:lnTo>
                  <a:pt x="342856" y="31917"/>
                </a:lnTo>
                <a:lnTo>
                  <a:pt x="342183" y="31614"/>
                </a:lnTo>
                <a:lnTo>
                  <a:pt x="341502" y="31326"/>
                </a:lnTo>
                <a:lnTo>
                  <a:pt x="340813" y="31054"/>
                </a:lnTo>
                <a:lnTo>
                  <a:pt x="340116" y="30797"/>
                </a:lnTo>
                <a:lnTo>
                  <a:pt x="339412" y="30556"/>
                </a:lnTo>
                <a:lnTo>
                  <a:pt x="338699" y="30331"/>
                </a:lnTo>
                <a:lnTo>
                  <a:pt x="337979" y="30121"/>
                </a:lnTo>
                <a:lnTo>
                  <a:pt x="337251" y="29926"/>
                </a:lnTo>
                <a:lnTo>
                  <a:pt x="336514" y="29747"/>
                </a:lnTo>
                <a:lnTo>
                  <a:pt x="335770" y="29584"/>
                </a:lnTo>
                <a:lnTo>
                  <a:pt x="335018" y="29436"/>
                </a:lnTo>
                <a:lnTo>
                  <a:pt x="334258" y="29304"/>
                </a:lnTo>
                <a:lnTo>
                  <a:pt x="333491" y="29187"/>
                </a:lnTo>
                <a:lnTo>
                  <a:pt x="332715" y="29086"/>
                </a:lnTo>
                <a:lnTo>
                  <a:pt x="331931" y="29001"/>
                </a:lnTo>
                <a:lnTo>
                  <a:pt x="331140" y="28931"/>
                </a:lnTo>
                <a:lnTo>
                  <a:pt x="330341" y="28876"/>
                </a:lnTo>
                <a:lnTo>
                  <a:pt x="329533" y="28837"/>
                </a:lnTo>
                <a:lnTo>
                  <a:pt x="328718" y="28814"/>
                </a:lnTo>
                <a:lnTo>
                  <a:pt x="327895" y="28806"/>
                </a:lnTo>
                <a:lnTo>
                  <a:pt x="327094" y="28814"/>
                </a:lnTo>
                <a:lnTo>
                  <a:pt x="326300" y="28837"/>
                </a:lnTo>
                <a:lnTo>
                  <a:pt x="325512" y="28876"/>
                </a:lnTo>
                <a:lnTo>
                  <a:pt x="324731" y="28931"/>
                </a:lnTo>
                <a:lnTo>
                  <a:pt x="323956" y="29001"/>
                </a:lnTo>
                <a:lnTo>
                  <a:pt x="323188" y="29086"/>
                </a:lnTo>
                <a:lnTo>
                  <a:pt x="322426" y="29187"/>
                </a:lnTo>
                <a:lnTo>
                  <a:pt x="321670" y="29304"/>
                </a:lnTo>
                <a:lnTo>
                  <a:pt x="320921" y="29436"/>
                </a:lnTo>
                <a:lnTo>
                  <a:pt x="320179" y="29584"/>
                </a:lnTo>
                <a:lnTo>
                  <a:pt x="319442" y="29747"/>
                </a:lnTo>
                <a:lnTo>
                  <a:pt x="318713" y="29926"/>
                </a:lnTo>
                <a:lnTo>
                  <a:pt x="317990" y="30121"/>
                </a:lnTo>
                <a:lnTo>
                  <a:pt x="317273" y="30331"/>
                </a:lnTo>
                <a:lnTo>
                  <a:pt x="316562" y="30556"/>
                </a:lnTo>
                <a:lnTo>
                  <a:pt x="315859" y="30797"/>
                </a:lnTo>
                <a:lnTo>
                  <a:pt x="315161" y="31054"/>
                </a:lnTo>
                <a:lnTo>
                  <a:pt x="314470" y="31326"/>
                </a:lnTo>
                <a:lnTo>
                  <a:pt x="313786" y="31614"/>
                </a:lnTo>
                <a:lnTo>
                  <a:pt x="313108" y="31917"/>
                </a:lnTo>
                <a:lnTo>
                  <a:pt x="312436" y="32236"/>
                </a:lnTo>
                <a:lnTo>
                  <a:pt x="311771" y="32570"/>
                </a:lnTo>
                <a:lnTo>
                  <a:pt x="311112" y="32920"/>
                </a:lnTo>
                <a:lnTo>
                  <a:pt x="310460" y="33286"/>
                </a:lnTo>
                <a:lnTo>
                  <a:pt x="309817" y="33666"/>
                </a:lnTo>
                <a:lnTo>
                  <a:pt x="309185" y="34058"/>
                </a:lnTo>
                <a:lnTo>
                  <a:pt x="308565" y="34464"/>
                </a:lnTo>
                <a:lnTo>
                  <a:pt x="307956" y="34882"/>
                </a:lnTo>
                <a:lnTo>
                  <a:pt x="307359" y="35314"/>
                </a:lnTo>
                <a:lnTo>
                  <a:pt x="306773" y="35758"/>
                </a:lnTo>
                <a:lnTo>
                  <a:pt x="306199" y="36216"/>
                </a:lnTo>
                <a:lnTo>
                  <a:pt x="305636" y="36686"/>
                </a:lnTo>
                <a:lnTo>
                  <a:pt x="305085" y="37169"/>
                </a:lnTo>
                <a:lnTo>
                  <a:pt x="304545" y="37665"/>
                </a:lnTo>
                <a:lnTo>
                  <a:pt x="304016" y="38174"/>
                </a:lnTo>
                <a:lnTo>
                  <a:pt x="303499" y="38696"/>
                </a:lnTo>
                <a:lnTo>
                  <a:pt x="302994" y="39231"/>
                </a:lnTo>
                <a:lnTo>
                  <a:pt x="302500" y="39779"/>
                </a:lnTo>
                <a:lnTo>
                  <a:pt x="302018" y="40339"/>
                </a:lnTo>
                <a:lnTo>
                  <a:pt x="301547" y="40913"/>
                </a:lnTo>
                <a:lnTo>
                  <a:pt x="301087" y="41500"/>
                </a:lnTo>
                <a:lnTo>
                  <a:pt x="300639" y="42099"/>
                </a:lnTo>
                <a:lnTo>
                  <a:pt x="300203" y="42712"/>
                </a:lnTo>
                <a:lnTo>
                  <a:pt x="299778" y="43337"/>
                </a:lnTo>
                <a:lnTo>
                  <a:pt x="299364" y="43975"/>
                </a:lnTo>
                <a:lnTo>
                  <a:pt x="298962" y="44626"/>
                </a:lnTo>
                <a:lnTo>
                  <a:pt x="298572" y="45291"/>
                </a:lnTo>
                <a:lnTo>
                  <a:pt x="298193" y="45968"/>
                </a:lnTo>
                <a:lnTo>
                  <a:pt x="297827" y="46656"/>
                </a:lnTo>
                <a:lnTo>
                  <a:pt x="297477" y="47355"/>
                </a:lnTo>
                <a:lnTo>
                  <a:pt x="297143" y="48064"/>
                </a:lnTo>
                <a:lnTo>
                  <a:pt x="296824" y="48783"/>
                </a:lnTo>
                <a:lnTo>
                  <a:pt x="296521" y="49513"/>
                </a:lnTo>
                <a:lnTo>
                  <a:pt x="296233" y="50253"/>
                </a:lnTo>
                <a:lnTo>
                  <a:pt x="295961" y="51003"/>
                </a:lnTo>
                <a:lnTo>
                  <a:pt x="295704" y="51764"/>
                </a:lnTo>
                <a:lnTo>
                  <a:pt x="295463" y="52534"/>
                </a:lnTo>
                <a:lnTo>
                  <a:pt x="295237" y="53315"/>
                </a:lnTo>
                <a:lnTo>
                  <a:pt x="295027" y="54107"/>
                </a:lnTo>
                <a:lnTo>
                  <a:pt x="294833" y="54908"/>
                </a:lnTo>
                <a:lnTo>
                  <a:pt x="294654" y="55720"/>
                </a:lnTo>
                <a:lnTo>
                  <a:pt x="294491" y="56543"/>
                </a:lnTo>
                <a:lnTo>
                  <a:pt x="294343" y="57375"/>
                </a:lnTo>
                <a:lnTo>
                  <a:pt x="294211" y="58218"/>
                </a:lnTo>
                <a:lnTo>
                  <a:pt x="294094" y="59071"/>
                </a:lnTo>
                <a:lnTo>
                  <a:pt x="293993" y="59934"/>
                </a:lnTo>
                <a:lnTo>
                  <a:pt x="293908" y="60808"/>
                </a:lnTo>
                <a:lnTo>
                  <a:pt x="293838" y="61692"/>
                </a:lnTo>
                <a:lnTo>
                  <a:pt x="293783" y="62586"/>
                </a:lnTo>
                <a:lnTo>
                  <a:pt x="293744" y="63491"/>
                </a:lnTo>
                <a:lnTo>
                  <a:pt x="293721" y="64406"/>
                </a:lnTo>
                <a:lnTo>
                  <a:pt x="293713" y="65331"/>
                </a:lnTo>
                <a:lnTo>
                  <a:pt x="293721" y="66234"/>
                </a:lnTo>
                <a:lnTo>
                  <a:pt x="293744" y="67127"/>
                </a:lnTo>
                <a:lnTo>
                  <a:pt x="293782" y="68011"/>
                </a:lnTo>
                <a:lnTo>
                  <a:pt x="293836" y="68886"/>
                </a:lnTo>
                <a:lnTo>
                  <a:pt x="293905" y="69752"/>
                </a:lnTo>
                <a:lnTo>
                  <a:pt x="293989" y="70608"/>
                </a:lnTo>
                <a:lnTo>
                  <a:pt x="294088" y="71455"/>
                </a:lnTo>
                <a:lnTo>
                  <a:pt x="294203" y="72292"/>
                </a:lnTo>
                <a:lnTo>
                  <a:pt x="294333" y="73120"/>
                </a:lnTo>
                <a:lnTo>
                  <a:pt x="294479" y="73939"/>
                </a:lnTo>
                <a:lnTo>
                  <a:pt x="294640" y="74749"/>
                </a:lnTo>
                <a:lnTo>
                  <a:pt x="294816" y="75549"/>
                </a:lnTo>
                <a:lnTo>
                  <a:pt x="295007" y="76340"/>
                </a:lnTo>
                <a:lnTo>
                  <a:pt x="295214" y="77121"/>
                </a:lnTo>
                <a:lnTo>
                  <a:pt x="295436" y="77893"/>
                </a:lnTo>
                <a:lnTo>
                  <a:pt x="295673" y="78656"/>
                </a:lnTo>
                <a:lnTo>
                  <a:pt x="295926" y="79410"/>
                </a:lnTo>
                <a:lnTo>
                  <a:pt x="296194" y="80154"/>
                </a:lnTo>
                <a:lnTo>
                  <a:pt x="296477" y="80889"/>
                </a:lnTo>
                <a:lnTo>
                  <a:pt x="296776" y="81614"/>
                </a:lnTo>
                <a:lnTo>
                  <a:pt x="297090" y="82330"/>
                </a:lnTo>
                <a:lnTo>
                  <a:pt x="297419" y="83037"/>
                </a:lnTo>
                <a:lnTo>
                  <a:pt x="297764" y="83735"/>
                </a:lnTo>
                <a:lnTo>
                  <a:pt x="298123" y="84423"/>
                </a:lnTo>
                <a:lnTo>
                  <a:pt x="298497" y="85100"/>
                </a:lnTo>
                <a:lnTo>
                  <a:pt x="298882" y="85764"/>
                </a:lnTo>
                <a:lnTo>
                  <a:pt x="299278" y="86415"/>
                </a:lnTo>
                <a:lnTo>
                  <a:pt x="299686" y="87053"/>
                </a:lnTo>
                <a:lnTo>
                  <a:pt x="300105" y="87678"/>
                </a:lnTo>
                <a:lnTo>
                  <a:pt x="300536" y="88290"/>
                </a:lnTo>
                <a:lnTo>
                  <a:pt x="300978" y="88890"/>
                </a:lnTo>
                <a:lnTo>
                  <a:pt x="301432" y="89476"/>
                </a:lnTo>
                <a:lnTo>
                  <a:pt x="301898" y="90050"/>
                </a:lnTo>
                <a:lnTo>
                  <a:pt x="302374" y="90610"/>
                </a:lnTo>
                <a:lnTo>
                  <a:pt x="302863" y="91158"/>
                </a:lnTo>
                <a:lnTo>
                  <a:pt x="303362" y="91693"/>
                </a:lnTo>
                <a:lnTo>
                  <a:pt x="303873" y="92215"/>
                </a:lnTo>
                <a:lnTo>
                  <a:pt x="304396" y="92724"/>
                </a:lnTo>
                <a:lnTo>
                  <a:pt x="304930" y="93220"/>
                </a:lnTo>
                <a:lnTo>
                  <a:pt x="305476" y="93703"/>
                </a:lnTo>
                <a:lnTo>
                  <a:pt x="306033" y="94173"/>
                </a:lnTo>
                <a:lnTo>
                  <a:pt x="306602" y="94630"/>
                </a:lnTo>
                <a:lnTo>
                  <a:pt x="307182" y="95075"/>
                </a:lnTo>
                <a:lnTo>
                  <a:pt x="307773" y="95506"/>
                </a:lnTo>
                <a:lnTo>
                  <a:pt x="308376" y="95925"/>
                </a:lnTo>
                <a:lnTo>
                  <a:pt x="308991" y="96330"/>
                </a:lnTo>
                <a:lnTo>
                  <a:pt x="309617" y="96723"/>
                </a:lnTo>
                <a:lnTo>
                  <a:pt x="310254" y="97103"/>
                </a:lnTo>
                <a:lnTo>
                  <a:pt x="310901" y="97468"/>
                </a:lnTo>
                <a:lnTo>
                  <a:pt x="311554" y="97818"/>
                </a:lnTo>
                <a:lnTo>
                  <a:pt x="312214" y="98152"/>
                </a:lnTo>
                <a:lnTo>
                  <a:pt x="312880" y="98471"/>
                </a:lnTo>
                <a:lnTo>
                  <a:pt x="313554" y="98774"/>
                </a:lnTo>
                <a:lnTo>
                  <a:pt x="314234" y="99061"/>
                </a:lnTo>
                <a:lnTo>
                  <a:pt x="314921" y="99334"/>
                </a:lnTo>
                <a:lnTo>
                  <a:pt x="315614" y="99590"/>
                </a:lnTo>
                <a:lnTo>
                  <a:pt x="316314" y="99831"/>
                </a:lnTo>
                <a:lnTo>
                  <a:pt x="317021" y="100056"/>
                </a:lnTo>
                <a:lnTo>
                  <a:pt x="317734" y="100266"/>
                </a:lnTo>
                <a:lnTo>
                  <a:pt x="318455" y="100461"/>
                </a:lnTo>
                <a:lnTo>
                  <a:pt x="319182" y="100639"/>
                </a:lnTo>
                <a:lnTo>
                  <a:pt x="319915" y="100803"/>
                </a:lnTo>
                <a:lnTo>
                  <a:pt x="320655" y="100950"/>
                </a:lnTo>
                <a:lnTo>
                  <a:pt x="321402" y="101083"/>
                </a:lnTo>
                <a:lnTo>
                  <a:pt x="322156" y="101199"/>
                </a:lnTo>
                <a:lnTo>
                  <a:pt x="322917" y="101300"/>
                </a:lnTo>
                <a:lnTo>
                  <a:pt x="323684" y="101386"/>
                </a:lnTo>
                <a:lnTo>
                  <a:pt x="324457" y="101456"/>
                </a:lnTo>
                <a:lnTo>
                  <a:pt x="325238" y="101510"/>
                </a:lnTo>
                <a:lnTo>
                  <a:pt x="326025" y="101549"/>
                </a:lnTo>
                <a:lnTo>
                  <a:pt x="326819" y="101572"/>
                </a:lnTo>
                <a:lnTo>
                  <a:pt x="327619" y="101580"/>
                </a:lnTo>
                <a:lnTo>
                  <a:pt x="328443" y="101572"/>
                </a:lnTo>
                <a:lnTo>
                  <a:pt x="329258" y="101549"/>
                </a:lnTo>
                <a:lnTo>
                  <a:pt x="330066" y="101510"/>
                </a:lnTo>
                <a:lnTo>
                  <a:pt x="330866" y="101456"/>
                </a:lnTo>
                <a:close/>
                <a:moveTo>
                  <a:pt x="325808" y="91575"/>
                </a:moveTo>
                <a:lnTo>
                  <a:pt x="325328" y="91529"/>
                </a:lnTo>
                <a:lnTo>
                  <a:pt x="324851" y="91472"/>
                </a:lnTo>
                <a:lnTo>
                  <a:pt x="324377" y="91406"/>
                </a:lnTo>
                <a:lnTo>
                  <a:pt x="323907" y="91328"/>
                </a:lnTo>
                <a:lnTo>
                  <a:pt x="323439" y="91241"/>
                </a:lnTo>
                <a:lnTo>
                  <a:pt x="322975" y="91143"/>
                </a:lnTo>
                <a:lnTo>
                  <a:pt x="322513" y="91035"/>
                </a:lnTo>
                <a:lnTo>
                  <a:pt x="322055" y="90917"/>
                </a:lnTo>
                <a:lnTo>
                  <a:pt x="321600" y="90788"/>
                </a:lnTo>
                <a:lnTo>
                  <a:pt x="321148" y="90649"/>
                </a:lnTo>
                <a:lnTo>
                  <a:pt x="320699" y="90500"/>
                </a:lnTo>
                <a:lnTo>
                  <a:pt x="320253" y="90341"/>
                </a:lnTo>
                <a:lnTo>
                  <a:pt x="319811" y="90171"/>
                </a:lnTo>
                <a:lnTo>
                  <a:pt x="319371" y="89991"/>
                </a:lnTo>
                <a:lnTo>
                  <a:pt x="318935" y="89800"/>
                </a:lnTo>
                <a:lnTo>
                  <a:pt x="318501" y="89600"/>
                </a:lnTo>
                <a:lnTo>
                  <a:pt x="318071" y="89389"/>
                </a:lnTo>
                <a:lnTo>
                  <a:pt x="317644" y="89168"/>
                </a:lnTo>
                <a:lnTo>
                  <a:pt x="317220" y="88936"/>
                </a:lnTo>
                <a:lnTo>
                  <a:pt x="316799" y="88694"/>
                </a:lnTo>
                <a:lnTo>
                  <a:pt x="316383" y="88442"/>
                </a:lnTo>
                <a:lnTo>
                  <a:pt x="315974" y="88180"/>
                </a:lnTo>
                <a:lnTo>
                  <a:pt x="315571" y="87907"/>
                </a:lnTo>
                <a:lnTo>
                  <a:pt x="315176" y="87624"/>
                </a:lnTo>
                <a:lnTo>
                  <a:pt x="314787" y="87331"/>
                </a:lnTo>
                <a:lnTo>
                  <a:pt x="314404" y="87027"/>
                </a:lnTo>
                <a:lnTo>
                  <a:pt x="314028" y="86714"/>
                </a:lnTo>
                <a:lnTo>
                  <a:pt x="313659" y="86390"/>
                </a:lnTo>
                <a:lnTo>
                  <a:pt x="313297" y="86055"/>
                </a:lnTo>
                <a:lnTo>
                  <a:pt x="312942" y="85710"/>
                </a:lnTo>
                <a:lnTo>
                  <a:pt x="312593" y="85356"/>
                </a:lnTo>
                <a:lnTo>
                  <a:pt x="312250" y="84990"/>
                </a:lnTo>
                <a:lnTo>
                  <a:pt x="311915" y="84615"/>
                </a:lnTo>
                <a:lnTo>
                  <a:pt x="311586" y="84229"/>
                </a:lnTo>
                <a:lnTo>
                  <a:pt x="311264" y="83833"/>
                </a:lnTo>
                <a:lnTo>
                  <a:pt x="310949" y="83426"/>
                </a:lnTo>
                <a:lnTo>
                  <a:pt x="310640" y="83010"/>
                </a:lnTo>
                <a:lnTo>
                  <a:pt x="310338" y="82583"/>
                </a:lnTo>
                <a:lnTo>
                  <a:pt x="310042" y="82145"/>
                </a:lnTo>
                <a:lnTo>
                  <a:pt x="309754" y="81698"/>
                </a:lnTo>
                <a:lnTo>
                  <a:pt x="309472" y="81240"/>
                </a:lnTo>
                <a:lnTo>
                  <a:pt x="309197" y="80772"/>
                </a:lnTo>
                <a:lnTo>
                  <a:pt x="308928" y="80293"/>
                </a:lnTo>
                <a:lnTo>
                  <a:pt x="308666" y="79805"/>
                </a:lnTo>
                <a:lnTo>
                  <a:pt x="308413" y="79306"/>
                </a:lnTo>
                <a:lnTo>
                  <a:pt x="308171" y="78798"/>
                </a:lnTo>
                <a:lnTo>
                  <a:pt x="307940" y="78280"/>
                </a:lnTo>
                <a:lnTo>
                  <a:pt x="307719" y="77752"/>
                </a:lnTo>
                <a:lnTo>
                  <a:pt x="307509" y="77215"/>
                </a:lnTo>
                <a:lnTo>
                  <a:pt x="307310" y="76669"/>
                </a:lnTo>
                <a:lnTo>
                  <a:pt x="307122" y="76113"/>
                </a:lnTo>
                <a:lnTo>
                  <a:pt x="306944" y="75547"/>
                </a:lnTo>
                <a:lnTo>
                  <a:pt x="306777" y="74972"/>
                </a:lnTo>
                <a:lnTo>
                  <a:pt x="306621" y="74387"/>
                </a:lnTo>
                <a:lnTo>
                  <a:pt x="306476" y="73793"/>
                </a:lnTo>
                <a:lnTo>
                  <a:pt x="306341" y="73189"/>
                </a:lnTo>
                <a:lnTo>
                  <a:pt x="306217" y="72575"/>
                </a:lnTo>
                <a:lnTo>
                  <a:pt x="306104" y="71952"/>
                </a:lnTo>
                <a:lnTo>
                  <a:pt x="306002" y="71319"/>
                </a:lnTo>
                <a:lnTo>
                  <a:pt x="305911" y="70677"/>
                </a:lnTo>
                <a:lnTo>
                  <a:pt x="305830" y="70025"/>
                </a:lnTo>
                <a:lnTo>
                  <a:pt x="305760" y="69364"/>
                </a:lnTo>
                <a:lnTo>
                  <a:pt x="305701" y="68693"/>
                </a:lnTo>
                <a:lnTo>
                  <a:pt x="305652" y="68012"/>
                </a:lnTo>
                <a:lnTo>
                  <a:pt x="305615" y="67322"/>
                </a:lnTo>
                <a:lnTo>
                  <a:pt x="305588" y="66622"/>
                </a:lnTo>
                <a:lnTo>
                  <a:pt x="305572" y="65913"/>
                </a:lnTo>
                <a:lnTo>
                  <a:pt x="305566" y="65194"/>
                </a:lnTo>
                <a:lnTo>
                  <a:pt x="305572" y="64464"/>
                </a:lnTo>
                <a:lnTo>
                  <a:pt x="305588" y="63745"/>
                </a:lnTo>
                <a:lnTo>
                  <a:pt x="305615" y="63035"/>
                </a:lnTo>
                <a:lnTo>
                  <a:pt x="305652" y="62336"/>
                </a:lnTo>
                <a:lnTo>
                  <a:pt x="305701" y="61648"/>
                </a:lnTo>
                <a:lnTo>
                  <a:pt x="305760" y="60969"/>
                </a:lnTo>
                <a:lnTo>
                  <a:pt x="305830" y="60301"/>
                </a:lnTo>
                <a:lnTo>
                  <a:pt x="305911" y="59643"/>
                </a:lnTo>
                <a:lnTo>
                  <a:pt x="306002" y="58996"/>
                </a:lnTo>
                <a:lnTo>
                  <a:pt x="306104" y="58358"/>
                </a:lnTo>
                <a:lnTo>
                  <a:pt x="306217" y="57731"/>
                </a:lnTo>
                <a:lnTo>
                  <a:pt x="306341" y="57115"/>
                </a:lnTo>
                <a:lnTo>
                  <a:pt x="306476" y="56508"/>
                </a:lnTo>
                <a:lnTo>
                  <a:pt x="306621" y="55912"/>
                </a:lnTo>
                <a:lnTo>
                  <a:pt x="306777" y="55326"/>
                </a:lnTo>
                <a:lnTo>
                  <a:pt x="306944" y="54751"/>
                </a:lnTo>
                <a:lnTo>
                  <a:pt x="307122" y="54185"/>
                </a:lnTo>
                <a:lnTo>
                  <a:pt x="307310" y="53630"/>
                </a:lnTo>
                <a:lnTo>
                  <a:pt x="307509" y="53086"/>
                </a:lnTo>
                <a:lnTo>
                  <a:pt x="307719" y="52551"/>
                </a:lnTo>
                <a:lnTo>
                  <a:pt x="307940" y="52027"/>
                </a:lnTo>
                <a:lnTo>
                  <a:pt x="308171" y="51513"/>
                </a:lnTo>
                <a:lnTo>
                  <a:pt x="308413" y="51010"/>
                </a:lnTo>
                <a:lnTo>
                  <a:pt x="308666" y="50517"/>
                </a:lnTo>
                <a:lnTo>
                  <a:pt x="308928" y="50033"/>
                </a:lnTo>
                <a:lnTo>
                  <a:pt x="309198" y="49560"/>
                </a:lnTo>
                <a:lnTo>
                  <a:pt x="309474" y="49097"/>
                </a:lnTo>
                <a:lnTo>
                  <a:pt x="309758" y="48644"/>
                </a:lnTo>
                <a:lnTo>
                  <a:pt x="310049" y="48201"/>
                </a:lnTo>
                <a:lnTo>
                  <a:pt x="310346" y="47768"/>
                </a:lnTo>
                <a:lnTo>
                  <a:pt x="310652" y="47345"/>
                </a:lnTo>
                <a:lnTo>
                  <a:pt x="310964" y="46932"/>
                </a:lnTo>
                <a:lnTo>
                  <a:pt x="311284" y="46529"/>
                </a:lnTo>
                <a:lnTo>
                  <a:pt x="311610" y="46137"/>
                </a:lnTo>
                <a:lnTo>
                  <a:pt x="311944" y="45754"/>
                </a:lnTo>
                <a:lnTo>
                  <a:pt x="312285" y="45381"/>
                </a:lnTo>
                <a:lnTo>
                  <a:pt x="312633" y="45019"/>
                </a:lnTo>
                <a:lnTo>
                  <a:pt x="312989" y="44666"/>
                </a:lnTo>
                <a:lnTo>
                  <a:pt x="313351" y="44324"/>
                </a:lnTo>
                <a:lnTo>
                  <a:pt x="313721" y="43991"/>
                </a:lnTo>
                <a:lnTo>
                  <a:pt x="314098" y="43669"/>
                </a:lnTo>
                <a:lnTo>
                  <a:pt x="314482" y="43357"/>
                </a:lnTo>
                <a:lnTo>
                  <a:pt x="314874" y="43054"/>
                </a:lnTo>
                <a:lnTo>
                  <a:pt x="315272" y="42762"/>
                </a:lnTo>
                <a:lnTo>
                  <a:pt x="315678" y="42480"/>
                </a:lnTo>
                <a:lnTo>
                  <a:pt x="316091" y="42208"/>
                </a:lnTo>
                <a:lnTo>
                  <a:pt x="316511" y="41946"/>
                </a:lnTo>
                <a:lnTo>
                  <a:pt x="316938" y="41694"/>
                </a:lnTo>
                <a:lnTo>
                  <a:pt x="317370" y="41452"/>
                </a:lnTo>
                <a:lnTo>
                  <a:pt x="317804" y="41221"/>
                </a:lnTo>
                <a:lnTo>
                  <a:pt x="318240" y="41000"/>
                </a:lnTo>
                <a:lnTo>
                  <a:pt x="318678" y="40789"/>
                </a:lnTo>
                <a:lnTo>
                  <a:pt x="319119" y="40588"/>
                </a:lnTo>
                <a:lnTo>
                  <a:pt x="319561" y="40398"/>
                </a:lnTo>
                <a:lnTo>
                  <a:pt x="320006" y="40218"/>
                </a:lnTo>
                <a:lnTo>
                  <a:pt x="320453" y="40048"/>
                </a:lnTo>
                <a:lnTo>
                  <a:pt x="320902" y="39888"/>
                </a:lnTo>
                <a:lnTo>
                  <a:pt x="321353" y="39739"/>
                </a:lnTo>
                <a:lnTo>
                  <a:pt x="321806" y="39600"/>
                </a:lnTo>
                <a:lnTo>
                  <a:pt x="322262" y="39472"/>
                </a:lnTo>
                <a:lnTo>
                  <a:pt x="322719" y="39353"/>
                </a:lnTo>
                <a:lnTo>
                  <a:pt x="323179" y="39245"/>
                </a:lnTo>
                <a:lnTo>
                  <a:pt x="323641" y="39148"/>
                </a:lnTo>
                <a:lnTo>
                  <a:pt x="324105" y="39060"/>
                </a:lnTo>
                <a:lnTo>
                  <a:pt x="324571" y="38983"/>
                </a:lnTo>
                <a:lnTo>
                  <a:pt x="325040" y="38916"/>
                </a:lnTo>
                <a:lnTo>
                  <a:pt x="325510" y="38859"/>
                </a:lnTo>
                <a:lnTo>
                  <a:pt x="325983" y="38813"/>
                </a:lnTo>
                <a:lnTo>
                  <a:pt x="326458" y="38777"/>
                </a:lnTo>
                <a:lnTo>
                  <a:pt x="326935" y="38751"/>
                </a:lnTo>
                <a:lnTo>
                  <a:pt x="327414" y="38736"/>
                </a:lnTo>
                <a:lnTo>
                  <a:pt x="327895" y="38731"/>
                </a:lnTo>
                <a:lnTo>
                  <a:pt x="328399" y="38736"/>
                </a:lnTo>
                <a:lnTo>
                  <a:pt x="328899" y="38751"/>
                </a:lnTo>
                <a:lnTo>
                  <a:pt x="329395" y="38777"/>
                </a:lnTo>
                <a:lnTo>
                  <a:pt x="329888" y="38813"/>
                </a:lnTo>
                <a:lnTo>
                  <a:pt x="330377" y="38859"/>
                </a:lnTo>
                <a:lnTo>
                  <a:pt x="330863" y="38916"/>
                </a:lnTo>
                <a:lnTo>
                  <a:pt x="331345" y="38983"/>
                </a:lnTo>
                <a:lnTo>
                  <a:pt x="331824" y="39060"/>
                </a:lnTo>
                <a:lnTo>
                  <a:pt x="332298" y="39148"/>
                </a:lnTo>
                <a:lnTo>
                  <a:pt x="332770" y="39245"/>
                </a:lnTo>
                <a:lnTo>
                  <a:pt x="333238" y="39353"/>
                </a:lnTo>
                <a:lnTo>
                  <a:pt x="333702" y="39472"/>
                </a:lnTo>
                <a:lnTo>
                  <a:pt x="334162" y="39600"/>
                </a:lnTo>
                <a:lnTo>
                  <a:pt x="334619" y="39739"/>
                </a:lnTo>
                <a:lnTo>
                  <a:pt x="335072" y="39888"/>
                </a:lnTo>
                <a:lnTo>
                  <a:pt x="335522" y="40048"/>
                </a:lnTo>
                <a:lnTo>
                  <a:pt x="335968" y="40218"/>
                </a:lnTo>
                <a:lnTo>
                  <a:pt x="336411" y="40398"/>
                </a:lnTo>
                <a:lnTo>
                  <a:pt x="336850" y="40588"/>
                </a:lnTo>
                <a:lnTo>
                  <a:pt x="337285" y="40789"/>
                </a:lnTo>
                <a:lnTo>
                  <a:pt x="337717" y="41000"/>
                </a:lnTo>
                <a:lnTo>
                  <a:pt x="338145" y="41221"/>
                </a:lnTo>
                <a:lnTo>
                  <a:pt x="338570" y="41452"/>
                </a:lnTo>
                <a:lnTo>
                  <a:pt x="338991" y="41694"/>
                </a:lnTo>
                <a:lnTo>
                  <a:pt x="339407" y="41946"/>
                </a:lnTo>
                <a:lnTo>
                  <a:pt x="339816" y="42208"/>
                </a:lnTo>
                <a:lnTo>
                  <a:pt x="340218" y="42480"/>
                </a:lnTo>
                <a:lnTo>
                  <a:pt x="340614" y="42762"/>
                </a:lnTo>
                <a:lnTo>
                  <a:pt x="341003" y="43054"/>
                </a:lnTo>
                <a:lnTo>
                  <a:pt x="341386" y="43357"/>
                </a:lnTo>
                <a:lnTo>
                  <a:pt x="341761" y="43669"/>
                </a:lnTo>
                <a:lnTo>
                  <a:pt x="342130" y="43991"/>
                </a:lnTo>
                <a:lnTo>
                  <a:pt x="342492" y="44324"/>
                </a:lnTo>
                <a:lnTo>
                  <a:pt x="342848" y="44666"/>
                </a:lnTo>
                <a:lnTo>
                  <a:pt x="343197" y="45019"/>
                </a:lnTo>
                <a:lnTo>
                  <a:pt x="343539" y="45381"/>
                </a:lnTo>
                <a:lnTo>
                  <a:pt x="343874" y="45754"/>
                </a:lnTo>
                <a:lnTo>
                  <a:pt x="344203" y="46137"/>
                </a:lnTo>
                <a:lnTo>
                  <a:pt x="344525" y="46529"/>
                </a:lnTo>
                <a:lnTo>
                  <a:pt x="344840" y="46932"/>
                </a:lnTo>
                <a:lnTo>
                  <a:pt x="345149" y="47345"/>
                </a:lnTo>
                <a:lnTo>
                  <a:pt x="345451" y="47768"/>
                </a:lnTo>
                <a:lnTo>
                  <a:pt x="345746" y="48201"/>
                </a:lnTo>
                <a:lnTo>
                  <a:pt x="346035" y="48644"/>
                </a:lnTo>
                <a:lnTo>
                  <a:pt x="346316" y="49097"/>
                </a:lnTo>
                <a:lnTo>
                  <a:pt x="346591" y="49560"/>
                </a:lnTo>
                <a:lnTo>
                  <a:pt x="346860" y="50033"/>
                </a:lnTo>
                <a:lnTo>
                  <a:pt x="347122" y="50517"/>
                </a:lnTo>
                <a:lnTo>
                  <a:pt x="347375" y="51010"/>
                </a:lnTo>
                <a:lnTo>
                  <a:pt x="347617" y="51513"/>
                </a:lnTo>
                <a:lnTo>
                  <a:pt x="347849" y="52027"/>
                </a:lnTo>
                <a:lnTo>
                  <a:pt x="348069" y="52551"/>
                </a:lnTo>
                <a:lnTo>
                  <a:pt x="348279" y="53086"/>
                </a:lnTo>
                <a:lnTo>
                  <a:pt x="348479" y="53630"/>
                </a:lnTo>
                <a:lnTo>
                  <a:pt x="348667" y="54185"/>
                </a:lnTo>
                <a:lnTo>
                  <a:pt x="348845" y="54751"/>
                </a:lnTo>
                <a:lnTo>
                  <a:pt x="349012" y="55326"/>
                </a:lnTo>
                <a:lnTo>
                  <a:pt x="349168" y="55912"/>
                </a:lnTo>
                <a:lnTo>
                  <a:pt x="349313" y="56508"/>
                </a:lnTo>
                <a:lnTo>
                  <a:pt x="349448" y="57115"/>
                </a:lnTo>
                <a:lnTo>
                  <a:pt x="349572" y="57731"/>
                </a:lnTo>
                <a:lnTo>
                  <a:pt x="349685" y="58358"/>
                </a:lnTo>
                <a:lnTo>
                  <a:pt x="349787" y="58996"/>
                </a:lnTo>
                <a:lnTo>
                  <a:pt x="349879" y="59643"/>
                </a:lnTo>
                <a:lnTo>
                  <a:pt x="349960" y="60301"/>
                </a:lnTo>
                <a:lnTo>
                  <a:pt x="350030" y="60969"/>
                </a:lnTo>
                <a:lnTo>
                  <a:pt x="350089" y="61648"/>
                </a:lnTo>
                <a:lnTo>
                  <a:pt x="350137" y="62336"/>
                </a:lnTo>
                <a:lnTo>
                  <a:pt x="350175" y="63035"/>
                </a:lnTo>
                <a:lnTo>
                  <a:pt x="350202" y="63745"/>
                </a:lnTo>
                <a:lnTo>
                  <a:pt x="350218" y="64464"/>
                </a:lnTo>
                <a:lnTo>
                  <a:pt x="350224" y="65194"/>
                </a:lnTo>
                <a:lnTo>
                  <a:pt x="350218" y="65913"/>
                </a:lnTo>
                <a:lnTo>
                  <a:pt x="350202" y="66622"/>
                </a:lnTo>
                <a:lnTo>
                  <a:pt x="350174" y="67322"/>
                </a:lnTo>
                <a:lnTo>
                  <a:pt x="350136" y="68012"/>
                </a:lnTo>
                <a:lnTo>
                  <a:pt x="350086" y="68693"/>
                </a:lnTo>
                <a:lnTo>
                  <a:pt x="350025" y="69364"/>
                </a:lnTo>
                <a:lnTo>
                  <a:pt x="349954" y="70025"/>
                </a:lnTo>
                <a:lnTo>
                  <a:pt x="349871" y="70677"/>
                </a:lnTo>
                <a:lnTo>
                  <a:pt x="349778" y="71319"/>
                </a:lnTo>
                <a:lnTo>
                  <a:pt x="349673" y="71952"/>
                </a:lnTo>
                <a:lnTo>
                  <a:pt x="349557" y="72575"/>
                </a:lnTo>
                <a:lnTo>
                  <a:pt x="349431" y="73189"/>
                </a:lnTo>
                <a:lnTo>
                  <a:pt x="349293" y="73793"/>
                </a:lnTo>
                <a:lnTo>
                  <a:pt x="349144" y="74387"/>
                </a:lnTo>
                <a:lnTo>
                  <a:pt x="348985" y="74972"/>
                </a:lnTo>
                <a:lnTo>
                  <a:pt x="348814" y="75547"/>
                </a:lnTo>
                <a:lnTo>
                  <a:pt x="348632" y="76113"/>
                </a:lnTo>
                <a:lnTo>
                  <a:pt x="348440" y="76669"/>
                </a:lnTo>
                <a:lnTo>
                  <a:pt x="348236" y="77215"/>
                </a:lnTo>
                <a:lnTo>
                  <a:pt x="348021" y="77752"/>
                </a:lnTo>
                <a:lnTo>
                  <a:pt x="347795" y="78280"/>
                </a:lnTo>
                <a:lnTo>
                  <a:pt x="347559" y="78798"/>
                </a:lnTo>
                <a:lnTo>
                  <a:pt x="347311" y="79306"/>
                </a:lnTo>
                <a:lnTo>
                  <a:pt x="347052" y="79805"/>
                </a:lnTo>
                <a:lnTo>
                  <a:pt x="346785" y="80293"/>
                </a:lnTo>
                <a:lnTo>
                  <a:pt x="346511" y="80772"/>
                </a:lnTo>
                <a:lnTo>
                  <a:pt x="346230" y="81240"/>
                </a:lnTo>
                <a:lnTo>
                  <a:pt x="345942" y="81698"/>
                </a:lnTo>
                <a:lnTo>
                  <a:pt x="345648" y="82145"/>
                </a:lnTo>
                <a:lnTo>
                  <a:pt x="345347" y="82583"/>
                </a:lnTo>
                <a:lnTo>
                  <a:pt x="345039" y="83010"/>
                </a:lnTo>
                <a:lnTo>
                  <a:pt x="344725" y="83426"/>
                </a:lnTo>
                <a:lnTo>
                  <a:pt x="344404" y="83833"/>
                </a:lnTo>
                <a:lnTo>
                  <a:pt x="344076" y="84229"/>
                </a:lnTo>
                <a:lnTo>
                  <a:pt x="343741" y="84615"/>
                </a:lnTo>
                <a:lnTo>
                  <a:pt x="343400" y="84990"/>
                </a:lnTo>
                <a:lnTo>
                  <a:pt x="343052" y="85356"/>
                </a:lnTo>
                <a:lnTo>
                  <a:pt x="342698" y="85710"/>
                </a:lnTo>
                <a:lnTo>
                  <a:pt x="342336" y="86055"/>
                </a:lnTo>
                <a:lnTo>
                  <a:pt x="341968" y="86390"/>
                </a:lnTo>
                <a:lnTo>
                  <a:pt x="341594" y="86714"/>
                </a:lnTo>
                <a:lnTo>
                  <a:pt x="341212" y="87027"/>
                </a:lnTo>
                <a:lnTo>
                  <a:pt x="340824" y="87331"/>
                </a:lnTo>
                <a:lnTo>
                  <a:pt x="340429" y="87624"/>
                </a:lnTo>
                <a:lnTo>
                  <a:pt x="340028" y="87907"/>
                </a:lnTo>
                <a:lnTo>
                  <a:pt x="339619" y="88180"/>
                </a:lnTo>
                <a:lnTo>
                  <a:pt x="339204" y="88442"/>
                </a:lnTo>
                <a:lnTo>
                  <a:pt x="338783" y="88694"/>
                </a:lnTo>
                <a:lnTo>
                  <a:pt x="338356" y="88936"/>
                </a:lnTo>
                <a:lnTo>
                  <a:pt x="337927" y="89168"/>
                </a:lnTo>
                <a:lnTo>
                  <a:pt x="337495" y="89389"/>
                </a:lnTo>
                <a:lnTo>
                  <a:pt x="337060" y="89600"/>
                </a:lnTo>
                <a:lnTo>
                  <a:pt x="336623" y="89800"/>
                </a:lnTo>
                <a:lnTo>
                  <a:pt x="336182" y="89991"/>
                </a:lnTo>
                <a:lnTo>
                  <a:pt x="335738" y="90171"/>
                </a:lnTo>
                <a:lnTo>
                  <a:pt x="335292" y="90341"/>
                </a:lnTo>
                <a:lnTo>
                  <a:pt x="334843" y="90500"/>
                </a:lnTo>
                <a:lnTo>
                  <a:pt x="334391" y="90649"/>
                </a:lnTo>
                <a:lnTo>
                  <a:pt x="333936" y="90788"/>
                </a:lnTo>
                <a:lnTo>
                  <a:pt x="333478" y="90917"/>
                </a:lnTo>
                <a:lnTo>
                  <a:pt x="333017" y="91035"/>
                </a:lnTo>
                <a:lnTo>
                  <a:pt x="332553" y="91143"/>
                </a:lnTo>
                <a:lnTo>
                  <a:pt x="332087" y="91241"/>
                </a:lnTo>
                <a:lnTo>
                  <a:pt x="331617" y="91328"/>
                </a:lnTo>
                <a:lnTo>
                  <a:pt x="331145" y="91406"/>
                </a:lnTo>
                <a:lnTo>
                  <a:pt x="330670" y="91472"/>
                </a:lnTo>
                <a:lnTo>
                  <a:pt x="330192" y="91529"/>
                </a:lnTo>
                <a:lnTo>
                  <a:pt x="329711" y="91575"/>
                </a:lnTo>
                <a:lnTo>
                  <a:pt x="329227" y="91611"/>
                </a:lnTo>
                <a:lnTo>
                  <a:pt x="328740" y="91637"/>
                </a:lnTo>
                <a:lnTo>
                  <a:pt x="328251" y="91652"/>
                </a:lnTo>
                <a:lnTo>
                  <a:pt x="327758" y="91658"/>
                </a:lnTo>
                <a:lnTo>
                  <a:pt x="327266" y="91652"/>
                </a:lnTo>
                <a:lnTo>
                  <a:pt x="326777" y="91637"/>
                </a:lnTo>
                <a:lnTo>
                  <a:pt x="326291" y="91611"/>
                </a:lnTo>
                <a:lnTo>
                  <a:pt x="325808" y="91575"/>
                </a:lnTo>
                <a:close/>
                <a:moveTo>
                  <a:pt x="111504" y="99927"/>
                </a:moveTo>
                <a:lnTo>
                  <a:pt x="111504" y="30461"/>
                </a:lnTo>
                <a:lnTo>
                  <a:pt x="99926" y="30461"/>
                </a:lnTo>
                <a:lnTo>
                  <a:pt x="99926" y="99927"/>
                </a:lnTo>
                <a:lnTo>
                  <a:pt x="111504" y="99927"/>
                </a:lnTo>
                <a:close/>
                <a:moveTo>
                  <a:pt x="473456" y="63004"/>
                </a:moveTo>
                <a:lnTo>
                  <a:pt x="473471" y="62471"/>
                </a:lnTo>
                <a:lnTo>
                  <a:pt x="473492" y="61946"/>
                </a:lnTo>
                <a:lnTo>
                  <a:pt x="473519" y="61428"/>
                </a:lnTo>
                <a:lnTo>
                  <a:pt x="473552" y="60918"/>
                </a:lnTo>
                <a:lnTo>
                  <a:pt x="473590" y="60414"/>
                </a:lnTo>
                <a:lnTo>
                  <a:pt x="473635" y="59919"/>
                </a:lnTo>
                <a:lnTo>
                  <a:pt x="473686" y="59430"/>
                </a:lnTo>
                <a:lnTo>
                  <a:pt x="473743" y="58950"/>
                </a:lnTo>
                <a:lnTo>
                  <a:pt x="473806" y="58476"/>
                </a:lnTo>
                <a:lnTo>
                  <a:pt x="473875" y="58010"/>
                </a:lnTo>
                <a:lnTo>
                  <a:pt x="473949" y="57551"/>
                </a:lnTo>
                <a:lnTo>
                  <a:pt x="474030" y="57100"/>
                </a:lnTo>
                <a:lnTo>
                  <a:pt x="474117" y="56656"/>
                </a:lnTo>
                <a:lnTo>
                  <a:pt x="474209" y="56220"/>
                </a:lnTo>
                <a:lnTo>
                  <a:pt x="474308" y="55791"/>
                </a:lnTo>
                <a:lnTo>
                  <a:pt x="474413" y="55370"/>
                </a:lnTo>
                <a:lnTo>
                  <a:pt x="474523" y="54955"/>
                </a:lnTo>
                <a:lnTo>
                  <a:pt x="474640" y="54549"/>
                </a:lnTo>
                <a:lnTo>
                  <a:pt x="474763" y="54149"/>
                </a:lnTo>
                <a:lnTo>
                  <a:pt x="474891" y="53758"/>
                </a:lnTo>
                <a:lnTo>
                  <a:pt x="475026" y="53373"/>
                </a:lnTo>
                <a:lnTo>
                  <a:pt x="475166" y="52996"/>
                </a:lnTo>
                <a:lnTo>
                  <a:pt x="475312" y="52626"/>
                </a:lnTo>
                <a:lnTo>
                  <a:pt x="475463" y="52263"/>
                </a:lnTo>
                <a:lnTo>
                  <a:pt x="475619" y="51905"/>
                </a:lnTo>
                <a:lnTo>
                  <a:pt x="475779" y="51555"/>
                </a:lnTo>
                <a:lnTo>
                  <a:pt x="475944" y="51210"/>
                </a:lnTo>
                <a:lnTo>
                  <a:pt x="476114" y="50873"/>
                </a:lnTo>
                <a:lnTo>
                  <a:pt x="476288" y="50541"/>
                </a:lnTo>
                <a:lnTo>
                  <a:pt x="476468" y="50217"/>
                </a:lnTo>
                <a:lnTo>
                  <a:pt x="476652" y="49898"/>
                </a:lnTo>
                <a:lnTo>
                  <a:pt x="476841" y="49586"/>
                </a:lnTo>
                <a:lnTo>
                  <a:pt x="477035" y="49281"/>
                </a:lnTo>
                <a:lnTo>
                  <a:pt x="477233" y="48982"/>
                </a:lnTo>
                <a:lnTo>
                  <a:pt x="477437" y="48689"/>
                </a:lnTo>
                <a:lnTo>
                  <a:pt x="477645" y="48403"/>
                </a:lnTo>
                <a:lnTo>
                  <a:pt x="477858" y="48124"/>
                </a:lnTo>
                <a:lnTo>
                  <a:pt x="478075" y="47851"/>
                </a:lnTo>
                <a:lnTo>
                  <a:pt x="478298" y="47584"/>
                </a:lnTo>
                <a:lnTo>
                  <a:pt x="478525" y="47324"/>
                </a:lnTo>
                <a:lnTo>
                  <a:pt x="478757" y="47070"/>
                </a:lnTo>
                <a:lnTo>
                  <a:pt x="478994" y="46823"/>
                </a:lnTo>
                <a:lnTo>
                  <a:pt x="479235" y="46582"/>
                </a:lnTo>
                <a:lnTo>
                  <a:pt x="479482" y="46348"/>
                </a:lnTo>
                <a:lnTo>
                  <a:pt x="479733" y="46120"/>
                </a:lnTo>
                <a:lnTo>
                  <a:pt x="479989" y="45898"/>
                </a:lnTo>
                <a:lnTo>
                  <a:pt x="480249" y="45683"/>
                </a:lnTo>
                <a:lnTo>
                  <a:pt x="480512" y="45472"/>
                </a:lnTo>
                <a:lnTo>
                  <a:pt x="480778" y="45266"/>
                </a:lnTo>
                <a:lnTo>
                  <a:pt x="481048" y="45066"/>
                </a:lnTo>
                <a:lnTo>
                  <a:pt x="481320" y="44870"/>
                </a:lnTo>
                <a:lnTo>
                  <a:pt x="481596" y="44679"/>
                </a:lnTo>
                <a:lnTo>
                  <a:pt x="481874" y="44494"/>
                </a:lnTo>
                <a:lnTo>
                  <a:pt x="482156" y="44313"/>
                </a:lnTo>
                <a:lnTo>
                  <a:pt x="482441" y="44138"/>
                </a:lnTo>
                <a:lnTo>
                  <a:pt x="482729" y="43967"/>
                </a:lnTo>
                <a:lnTo>
                  <a:pt x="483020" y="43802"/>
                </a:lnTo>
                <a:lnTo>
                  <a:pt x="483314" y="43642"/>
                </a:lnTo>
                <a:lnTo>
                  <a:pt x="483612" y="43486"/>
                </a:lnTo>
                <a:lnTo>
                  <a:pt x="483912" y="43336"/>
                </a:lnTo>
                <a:lnTo>
                  <a:pt x="484216" y="43190"/>
                </a:lnTo>
                <a:lnTo>
                  <a:pt x="484522" y="43050"/>
                </a:lnTo>
                <a:lnTo>
                  <a:pt x="484832" y="42915"/>
                </a:lnTo>
                <a:lnTo>
                  <a:pt x="485145" y="42785"/>
                </a:lnTo>
                <a:lnTo>
                  <a:pt x="485461" y="42659"/>
                </a:lnTo>
                <a:lnTo>
                  <a:pt x="485780" y="42539"/>
                </a:lnTo>
                <a:lnTo>
                  <a:pt x="486102" y="42424"/>
                </a:lnTo>
                <a:lnTo>
                  <a:pt x="486427" y="42314"/>
                </a:lnTo>
                <a:lnTo>
                  <a:pt x="486755" y="42209"/>
                </a:lnTo>
                <a:lnTo>
                  <a:pt x="487087" y="42108"/>
                </a:lnTo>
                <a:lnTo>
                  <a:pt x="487421" y="42013"/>
                </a:lnTo>
                <a:lnTo>
                  <a:pt x="487756" y="41921"/>
                </a:lnTo>
                <a:lnTo>
                  <a:pt x="488093" y="41834"/>
                </a:lnTo>
                <a:lnTo>
                  <a:pt x="488431" y="41750"/>
                </a:lnTo>
                <a:lnTo>
                  <a:pt x="488771" y="41671"/>
                </a:lnTo>
                <a:lnTo>
                  <a:pt x="489112" y="41596"/>
                </a:lnTo>
                <a:lnTo>
                  <a:pt x="489454" y="41525"/>
                </a:lnTo>
                <a:lnTo>
                  <a:pt x="489798" y="41458"/>
                </a:lnTo>
                <a:lnTo>
                  <a:pt x="490143" y="41395"/>
                </a:lnTo>
                <a:lnTo>
                  <a:pt x="490490" y="41336"/>
                </a:lnTo>
                <a:lnTo>
                  <a:pt x="490838" y="41281"/>
                </a:lnTo>
                <a:lnTo>
                  <a:pt x="491188" y="41230"/>
                </a:lnTo>
                <a:lnTo>
                  <a:pt x="491539" y="41183"/>
                </a:lnTo>
                <a:lnTo>
                  <a:pt x="491891" y="41140"/>
                </a:lnTo>
                <a:lnTo>
                  <a:pt x="492245" y="41102"/>
                </a:lnTo>
                <a:lnTo>
                  <a:pt x="492601" y="41067"/>
                </a:lnTo>
                <a:lnTo>
                  <a:pt x="492957" y="41037"/>
                </a:lnTo>
                <a:lnTo>
                  <a:pt x="493316" y="41010"/>
                </a:lnTo>
                <a:lnTo>
                  <a:pt x="493675" y="40988"/>
                </a:lnTo>
                <a:lnTo>
                  <a:pt x="494036" y="40970"/>
                </a:lnTo>
                <a:lnTo>
                  <a:pt x="494399" y="40955"/>
                </a:lnTo>
                <a:lnTo>
                  <a:pt x="494763" y="40945"/>
                </a:lnTo>
                <a:lnTo>
                  <a:pt x="495128" y="40939"/>
                </a:lnTo>
                <a:lnTo>
                  <a:pt x="495495" y="40937"/>
                </a:lnTo>
                <a:lnTo>
                  <a:pt x="499769" y="40937"/>
                </a:lnTo>
                <a:lnTo>
                  <a:pt x="499769" y="28806"/>
                </a:lnTo>
                <a:lnTo>
                  <a:pt x="499220" y="28809"/>
                </a:lnTo>
                <a:lnTo>
                  <a:pt x="498676" y="28819"/>
                </a:lnTo>
                <a:lnTo>
                  <a:pt x="498137" y="28834"/>
                </a:lnTo>
                <a:lnTo>
                  <a:pt x="497603" y="28856"/>
                </a:lnTo>
                <a:lnTo>
                  <a:pt x="497075" y="28884"/>
                </a:lnTo>
                <a:lnTo>
                  <a:pt x="496551" y="28918"/>
                </a:lnTo>
                <a:lnTo>
                  <a:pt x="496032" y="28959"/>
                </a:lnTo>
                <a:lnTo>
                  <a:pt x="495518" y="29005"/>
                </a:lnTo>
                <a:lnTo>
                  <a:pt x="495010" y="29058"/>
                </a:lnTo>
                <a:lnTo>
                  <a:pt x="494506" y="29117"/>
                </a:lnTo>
                <a:lnTo>
                  <a:pt x="494007" y="29183"/>
                </a:lnTo>
                <a:lnTo>
                  <a:pt x="493514" y="29254"/>
                </a:lnTo>
                <a:lnTo>
                  <a:pt x="493025" y="29332"/>
                </a:lnTo>
                <a:lnTo>
                  <a:pt x="492542" y="29416"/>
                </a:lnTo>
                <a:lnTo>
                  <a:pt x="492063" y="29506"/>
                </a:lnTo>
                <a:lnTo>
                  <a:pt x="491590" y="29603"/>
                </a:lnTo>
                <a:lnTo>
                  <a:pt x="491121" y="29705"/>
                </a:lnTo>
                <a:lnTo>
                  <a:pt x="490658" y="29814"/>
                </a:lnTo>
                <a:lnTo>
                  <a:pt x="490199" y="29929"/>
                </a:lnTo>
                <a:lnTo>
                  <a:pt x="489746" y="30051"/>
                </a:lnTo>
                <a:lnTo>
                  <a:pt x="489298" y="30178"/>
                </a:lnTo>
                <a:lnTo>
                  <a:pt x="488854" y="30312"/>
                </a:lnTo>
                <a:lnTo>
                  <a:pt x="488416" y="30452"/>
                </a:lnTo>
                <a:lnTo>
                  <a:pt x="487983" y="30598"/>
                </a:lnTo>
                <a:lnTo>
                  <a:pt x="487555" y="30750"/>
                </a:lnTo>
                <a:lnTo>
                  <a:pt x="487132" y="30907"/>
                </a:lnTo>
                <a:lnTo>
                  <a:pt x="486715" y="31070"/>
                </a:lnTo>
                <a:lnTo>
                  <a:pt x="486302" y="31238"/>
                </a:lnTo>
                <a:lnTo>
                  <a:pt x="485895" y="31411"/>
                </a:lnTo>
                <a:lnTo>
                  <a:pt x="485494" y="31589"/>
                </a:lnTo>
                <a:lnTo>
                  <a:pt x="485097" y="31772"/>
                </a:lnTo>
                <a:lnTo>
                  <a:pt x="484706" y="31961"/>
                </a:lnTo>
                <a:lnTo>
                  <a:pt x="484320" y="32155"/>
                </a:lnTo>
                <a:lnTo>
                  <a:pt x="483939" y="32355"/>
                </a:lnTo>
                <a:lnTo>
                  <a:pt x="483564" y="32559"/>
                </a:lnTo>
                <a:lnTo>
                  <a:pt x="483194" y="32769"/>
                </a:lnTo>
                <a:lnTo>
                  <a:pt x="482829" y="32984"/>
                </a:lnTo>
                <a:lnTo>
                  <a:pt x="482469" y="33205"/>
                </a:lnTo>
                <a:lnTo>
                  <a:pt x="482115" y="33430"/>
                </a:lnTo>
                <a:lnTo>
                  <a:pt x="481766" y="33661"/>
                </a:lnTo>
                <a:lnTo>
                  <a:pt x="481422" y="33897"/>
                </a:lnTo>
                <a:lnTo>
                  <a:pt x="481083" y="34139"/>
                </a:lnTo>
                <a:lnTo>
                  <a:pt x="480750" y="34386"/>
                </a:lnTo>
                <a:lnTo>
                  <a:pt x="480422" y="34638"/>
                </a:lnTo>
                <a:lnTo>
                  <a:pt x="480099" y="34895"/>
                </a:lnTo>
                <a:lnTo>
                  <a:pt x="479782" y="35157"/>
                </a:lnTo>
                <a:lnTo>
                  <a:pt x="479469" y="35425"/>
                </a:lnTo>
                <a:lnTo>
                  <a:pt x="479162" y="35698"/>
                </a:lnTo>
                <a:lnTo>
                  <a:pt x="478860" y="35976"/>
                </a:lnTo>
                <a:lnTo>
                  <a:pt x="478563" y="36259"/>
                </a:lnTo>
                <a:lnTo>
                  <a:pt x="478270" y="36547"/>
                </a:lnTo>
                <a:lnTo>
                  <a:pt x="477982" y="36839"/>
                </a:lnTo>
                <a:lnTo>
                  <a:pt x="477698" y="37136"/>
                </a:lnTo>
                <a:lnTo>
                  <a:pt x="477418" y="37438"/>
                </a:lnTo>
                <a:lnTo>
                  <a:pt x="477144" y="37745"/>
                </a:lnTo>
                <a:lnTo>
                  <a:pt x="476873" y="38057"/>
                </a:lnTo>
                <a:lnTo>
                  <a:pt x="476608" y="38373"/>
                </a:lnTo>
                <a:lnTo>
                  <a:pt x="476347" y="38694"/>
                </a:lnTo>
                <a:lnTo>
                  <a:pt x="476090" y="39020"/>
                </a:lnTo>
                <a:lnTo>
                  <a:pt x="475838" y="39351"/>
                </a:lnTo>
                <a:lnTo>
                  <a:pt x="475590" y="39686"/>
                </a:lnTo>
                <a:lnTo>
                  <a:pt x="475347" y="40026"/>
                </a:lnTo>
                <a:lnTo>
                  <a:pt x="475109" y="40371"/>
                </a:lnTo>
                <a:lnTo>
                  <a:pt x="474875" y="40721"/>
                </a:lnTo>
                <a:lnTo>
                  <a:pt x="474645" y="41076"/>
                </a:lnTo>
                <a:lnTo>
                  <a:pt x="474420" y="41435"/>
                </a:lnTo>
                <a:lnTo>
                  <a:pt x="474200" y="41799"/>
                </a:lnTo>
                <a:lnTo>
                  <a:pt x="473984" y="42168"/>
                </a:lnTo>
                <a:lnTo>
                  <a:pt x="473773" y="42542"/>
                </a:lnTo>
                <a:lnTo>
                  <a:pt x="473566" y="42921"/>
                </a:lnTo>
                <a:lnTo>
                  <a:pt x="473364" y="43304"/>
                </a:lnTo>
                <a:lnTo>
                  <a:pt x="473166" y="43692"/>
                </a:lnTo>
                <a:lnTo>
                  <a:pt x="472340" y="30461"/>
                </a:lnTo>
                <a:lnTo>
                  <a:pt x="461866" y="30461"/>
                </a:lnTo>
                <a:lnTo>
                  <a:pt x="461866" y="99927"/>
                </a:lnTo>
                <a:lnTo>
                  <a:pt x="473444" y="99927"/>
                </a:lnTo>
                <a:lnTo>
                  <a:pt x="473444" y="64092"/>
                </a:lnTo>
                <a:lnTo>
                  <a:pt x="473447" y="63545"/>
                </a:lnTo>
                <a:lnTo>
                  <a:pt x="473456" y="63004"/>
                </a:lnTo>
                <a:close/>
                <a:moveTo>
                  <a:pt x="599437" y="61696"/>
                </a:moveTo>
                <a:lnTo>
                  <a:pt x="599458" y="61063"/>
                </a:lnTo>
                <a:lnTo>
                  <a:pt x="599489" y="60439"/>
                </a:lnTo>
                <a:lnTo>
                  <a:pt x="599527" y="59823"/>
                </a:lnTo>
                <a:lnTo>
                  <a:pt x="599575" y="59215"/>
                </a:lnTo>
                <a:lnTo>
                  <a:pt x="599631" y="58617"/>
                </a:lnTo>
                <a:lnTo>
                  <a:pt x="599695" y="58027"/>
                </a:lnTo>
                <a:lnTo>
                  <a:pt x="599768" y="57445"/>
                </a:lnTo>
                <a:lnTo>
                  <a:pt x="599850" y="56873"/>
                </a:lnTo>
                <a:lnTo>
                  <a:pt x="599941" y="56308"/>
                </a:lnTo>
                <a:lnTo>
                  <a:pt x="600040" y="55753"/>
                </a:lnTo>
                <a:lnTo>
                  <a:pt x="600147" y="55206"/>
                </a:lnTo>
                <a:lnTo>
                  <a:pt x="600263" y="54668"/>
                </a:lnTo>
                <a:lnTo>
                  <a:pt x="600388" y="54138"/>
                </a:lnTo>
                <a:lnTo>
                  <a:pt x="600522" y="53617"/>
                </a:lnTo>
                <a:lnTo>
                  <a:pt x="600664" y="53104"/>
                </a:lnTo>
                <a:lnTo>
                  <a:pt x="600814" y="52600"/>
                </a:lnTo>
                <a:lnTo>
                  <a:pt x="600974" y="52105"/>
                </a:lnTo>
                <a:lnTo>
                  <a:pt x="601142" y="51618"/>
                </a:lnTo>
                <a:lnTo>
                  <a:pt x="601318" y="51140"/>
                </a:lnTo>
                <a:lnTo>
                  <a:pt x="601503" y="50671"/>
                </a:lnTo>
                <a:lnTo>
                  <a:pt x="601697" y="50210"/>
                </a:lnTo>
                <a:lnTo>
                  <a:pt x="601899" y="49757"/>
                </a:lnTo>
                <a:lnTo>
                  <a:pt x="602109" y="49314"/>
                </a:lnTo>
                <a:lnTo>
                  <a:pt x="602325" y="48879"/>
                </a:lnTo>
                <a:lnTo>
                  <a:pt x="602547" y="48453"/>
                </a:lnTo>
                <a:lnTo>
                  <a:pt x="602774" y="48036"/>
                </a:lnTo>
                <a:lnTo>
                  <a:pt x="603008" y="47628"/>
                </a:lnTo>
                <a:lnTo>
                  <a:pt x="603248" y="47229"/>
                </a:lnTo>
                <a:lnTo>
                  <a:pt x="603493" y="46839"/>
                </a:lnTo>
                <a:lnTo>
                  <a:pt x="603745" y="46457"/>
                </a:lnTo>
                <a:lnTo>
                  <a:pt x="604003" y="46084"/>
                </a:lnTo>
                <a:lnTo>
                  <a:pt x="604266" y="45721"/>
                </a:lnTo>
                <a:lnTo>
                  <a:pt x="604536" y="45366"/>
                </a:lnTo>
                <a:lnTo>
                  <a:pt x="604812" y="45020"/>
                </a:lnTo>
                <a:lnTo>
                  <a:pt x="605093" y="44682"/>
                </a:lnTo>
                <a:lnTo>
                  <a:pt x="605381" y="44354"/>
                </a:lnTo>
                <a:lnTo>
                  <a:pt x="605674" y="44034"/>
                </a:lnTo>
                <a:lnTo>
                  <a:pt x="605974" y="43724"/>
                </a:lnTo>
                <a:lnTo>
                  <a:pt x="606279" y="43422"/>
                </a:lnTo>
                <a:lnTo>
                  <a:pt x="606591" y="43129"/>
                </a:lnTo>
                <a:lnTo>
                  <a:pt x="606908" y="42845"/>
                </a:lnTo>
                <a:lnTo>
                  <a:pt x="607231" y="42570"/>
                </a:lnTo>
                <a:lnTo>
                  <a:pt x="607561" y="42303"/>
                </a:lnTo>
                <a:lnTo>
                  <a:pt x="607896" y="42046"/>
                </a:lnTo>
                <a:lnTo>
                  <a:pt x="608238" y="41797"/>
                </a:lnTo>
                <a:lnTo>
                  <a:pt x="608585" y="41557"/>
                </a:lnTo>
                <a:lnTo>
                  <a:pt x="608937" y="41327"/>
                </a:lnTo>
                <a:lnTo>
                  <a:pt x="609293" y="41106"/>
                </a:lnTo>
                <a:lnTo>
                  <a:pt x="609652" y="40895"/>
                </a:lnTo>
                <a:lnTo>
                  <a:pt x="610015" y="40694"/>
                </a:lnTo>
                <a:lnTo>
                  <a:pt x="610382" y="40502"/>
                </a:lnTo>
                <a:lnTo>
                  <a:pt x="610752" y="40321"/>
                </a:lnTo>
                <a:lnTo>
                  <a:pt x="611125" y="40149"/>
                </a:lnTo>
                <a:lnTo>
                  <a:pt x="611502" y="39987"/>
                </a:lnTo>
                <a:lnTo>
                  <a:pt x="611883" y="39835"/>
                </a:lnTo>
                <a:lnTo>
                  <a:pt x="612268" y="39693"/>
                </a:lnTo>
                <a:lnTo>
                  <a:pt x="612656" y="39560"/>
                </a:lnTo>
                <a:lnTo>
                  <a:pt x="613047" y="39437"/>
                </a:lnTo>
                <a:lnTo>
                  <a:pt x="613442" y="39325"/>
                </a:lnTo>
                <a:lnTo>
                  <a:pt x="613841" y="39222"/>
                </a:lnTo>
                <a:lnTo>
                  <a:pt x="614244" y="39128"/>
                </a:lnTo>
                <a:lnTo>
                  <a:pt x="614649" y="39045"/>
                </a:lnTo>
                <a:lnTo>
                  <a:pt x="615059" y="38971"/>
                </a:lnTo>
                <a:lnTo>
                  <a:pt x="615472" y="38907"/>
                </a:lnTo>
                <a:lnTo>
                  <a:pt x="615889" y="38854"/>
                </a:lnTo>
                <a:lnTo>
                  <a:pt x="616309" y="38809"/>
                </a:lnTo>
                <a:lnTo>
                  <a:pt x="616733" y="38775"/>
                </a:lnTo>
                <a:lnTo>
                  <a:pt x="617160" y="38750"/>
                </a:lnTo>
                <a:lnTo>
                  <a:pt x="617591" y="38736"/>
                </a:lnTo>
                <a:lnTo>
                  <a:pt x="618026" y="38731"/>
                </a:lnTo>
                <a:lnTo>
                  <a:pt x="618674" y="38740"/>
                </a:lnTo>
                <a:lnTo>
                  <a:pt x="619310" y="38767"/>
                </a:lnTo>
                <a:lnTo>
                  <a:pt x="619934" y="38813"/>
                </a:lnTo>
                <a:lnTo>
                  <a:pt x="620545" y="38876"/>
                </a:lnTo>
                <a:lnTo>
                  <a:pt x="621143" y="38958"/>
                </a:lnTo>
                <a:lnTo>
                  <a:pt x="621730" y="39058"/>
                </a:lnTo>
                <a:lnTo>
                  <a:pt x="622303" y="39176"/>
                </a:lnTo>
                <a:lnTo>
                  <a:pt x="622865" y="39313"/>
                </a:lnTo>
                <a:lnTo>
                  <a:pt x="623414" y="39468"/>
                </a:lnTo>
                <a:lnTo>
                  <a:pt x="623950" y="39640"/>
                </a:lnTo>
                <a:lnTo>
                  <a:pt x="624474" y="39831"/>
                </a:lnTo>
                <a:lnTo>
                  <a:pt x="624986" y="40041"/>
                </a:lnTo>
                <a:lnTo>
                  <a:pt x="625485" y="40268"/>
                </a:lnTo>
                <a:lnTo>
                  <a:pt x="625971" y="40513"/>
                </a:lnTo>
                <a:lnTo>
                  <a:pt x="626446" y="40777"/>
                </a:lnTo>
                <a:lnTo>
                  <a:pt x="626908" y="41059"/>
                </a:lnTo>
                <a:lnTo>
                  <a:pt x="627357" y="41359"/>
                </a:lnTo>
                <a:lnTo>
                  <a:pt x="627794" y="41678"/>
                </a:lnTo>
                <a:lnTo>
                  <a:pt x="628218" y="42014"/>
                </a:lnTo>
                <a:lnTo>
                  <a:pt x="628630" y="42369"/>
                </a:lnTo>
                <a:lnTo>
                  <a:pt x="629030" y="42742"/>
                </a:lnTo>
                <a:lnTo>
                  <a:pt x="629417" y="43133"/>
                </a:lnTo>
                <a:lnTo>
                  <a:pt x="629792" y="43542"/>
                </a:lnTo>
                <a:lnTo>
                  <a:pt x="630154" y="43970"/>
                </a:lnTo>
                <a:lnTo>
                  <a:pt x="630503" y="44415"/>
                </a:lnTo>
                <a:lnTo>
                  <a:pt x="630837" y="44879"/>
                </a:lnTo>
                <a:lnTo>
                  <a:pt x="631156" y="45361"/>
                </a:lnTo>
                <a:lnTo>
                  <a:pt x="631460" y="45861"/>
                </a:lnTo>
                <a:lnTo>
                  <a:pt x="631750" y="46379"/>
                </a:lnTo>
                <a:lnTo>
                  <a:pt x="632024" y="46915"/>
                </a:lnTo>
                <a:lnTo>
                  <a:pt x="632284" y="47470"/>
                </a:lnTo>
                <a:lnTo>
                  <a:pt x="632529" y="48043"/>
                </a:lnTo>
                <a:lnTo>
                  <a:pt x="632759" y="48634"/>
                </a:lnTo>
                <a:lnTo>
                  <a:pt x="632974" y="49243"/>
                </a:lnTo>
                <a:lnTo>
                  <a:pt x="633174" y="49870"/>
                </a:lnTo>
                <a:lnTo>
                  <a:pt x="633360" y="50516"/>
                </a:lnTo>
                <a:lnTo>
                  <a:pt x="633530" y="51179"/>
                </a:lnTo>
                <a:lnTo>
                  <a:pt x="633686" y="51861"/>
                </a:lnTo>
                <a:lnTo>
                  <a:pt x="633827" y="52561"/>
                </a:lnTo>
                <a:lnTo>
                  <a:pt x="633953" y="53279"/>
                </a:lnTo>
                <a:lnTo>
                  <a:pt x="634064" y="54016"/>
                </a:lnTo>
                <a:lnTo>
                  <a:pt x="634161" y="54770"/>
                </a:lnTo>
                <a:lnTo>
                  <a:pt x="634243" y="55543"/>
                </a:lnTo>
                <a:lnTo>
                  <a:pt x="634309" y="56334"/>
                </a:lnTo>
                <a:lnTo>
                  <a:pt x="634361" y="57143"/>
                </a:lnTo>
                <a:lnTo>
                  <a:pt x="634398" y="57971"/>
                </a:lnTo>
                <a:lnTo>
                  <a:pt x="634421" y="58816"/>
                </a:lnTo>
                <a:lnTo>
                  <a:pt x="634428" y="59680"/>
                </a:lnTo>
                <a:lnTo>
                  <a:pt x="634428" y="99927"/>
                </a:lnTo>
                <a:lnTo>
                  <a:pt x="646006" y="99927"/>
                </a:lnTo>
                <a:lnTo>
                  <a:pt x="646006" y="62988"/>
                </a:lnTo>
                <a:lnTo>
                  <a:pt x="646010" y="62338"/>
                </a:lnTo>
                <a:lnTo>
                  <a:pt x="646023" y="61696"/>
                </a:lnTo>
                <a:lnTo>
                  <a:pt x="646044" y="61063"/>
                </a:lnTo>
                <a:lnTo>
                  <a:pt x="646074" y="60439"/>
                </a:lnTo>
                <a:lnTo>
                  <a:pt x="646113" y="59823"/>
                </a:lnTo>
                <a:lnTo>
                  <a:pt x="646161" y="59215"/>
                </a:lnTo>
                <a:lnTo>
                  <a:pt x="646217" y="58617"/>
                </a:lnTo>
                <a:lnTo>
                  <a:pt x="646281" y="58027"/>
                </a:lnTo>
                <a:lnTo>
                  <a:pt x="646354" y="57445"/>
                </a:lnTo>
                <a:lnTo>
                  <a:pt x="646436" y="56873"/>
                </a:lnTo>
                <a:lnTo>
                  <a:pt x="646526" y="56308"/>
                </a:lnTo>
                <a:lnTo>
                  <a:pt x="646625" y="55753"/>
                </a:lnTo>
                <a:lnTo>
                  <a:pt x="646733" y="55206"/>
                </a:lnTo>
                <a:lnTo>
                  <a:pt x="646849" y="54668"/>
                </a:lnTo>
                <a:lnTo>
                  <a:pt x="646974" y="54138"/>
                </a:lnTo>
                <a:lnTo>
                  <a:pt x="647108" y="53617"/>
                </a:lnTo>
                <a:lnTo>
                  <a:pt x="647250" y="53104"/>
                </a:lnTo>
                <a:lnTo>
                  <a:pt x="647400" y="52600"/>
                </a:lnTo>
                <a:lnTo>
                  <a:pt x="647560" y="52105"/>
                </a:lnTo>
                <a:lnTo>
                  <a:pt x="647728" y="51618"/>
                </a:lnTo>
                <a:lnTo>
                  <a:pt x="647904" y="51140"/>
                </a:lnTo>
                <a:lnTo>
                  <a:pt x="648089" y="50671"/>
                </a:lnTo>
                <a:lnTo>
                  <a:pt x="648283" y="50210"/>
                </a:lnTo>
                <a:lnTo>
                  <a:pt x="648485" y="49757"/>
                </a:lnTo>
                <a:lnTo>
                  <a:pt x="648695" y="49314"/>
                </a:lnTo>
                <a:lnTo>
                  <a:pt x="648911" y="48879"/>
                </a:lnTo>
                <a:lnTo>
                  <a:pt x="649134" y="48453"/>
                </a:lnTo>
                <a:lnTo>
                  <a:pt x="649362" y="48036"/>
                </a:lnTo>
                <a:lnTo>
                  <a:pt x="649597" y="47628"/>
                </a:lnTo>
                <a:lnTo>
                  <a:pt x="649838" y="47229"/>
                </a:lnTo>
                <a:lnTo>
                  <a:pt x="650085" y="46839"/>
                </a:lnTo>
                <a:lnTo>
                  <a:pt x="650338" y="46457"/>
                </a:lnTo>
                <a:lnTo>
                  <a:pt x="650598" y="46084"/>
                </a:lnTo>
                <a:lnTo>
                  <a:pt x="650864" y="45721"/>
                </a:lnTo>
                <a:lnTo>
                  <a:pt x="651136" y="45366"/>
                </a:lnTo>
                <a:lnTo>
                  <a:pt x="651414" y="45020"/>
                </a:lnTo>
                <a:lnTo>
                  <a:pt x="651699" y="44682"/>
                </a:lnTo>
                <a:lnTo>
                  <a:pt x="651989" y="44354"/>
                </a:lnTo>
                <a:lnTo>
                  <a:pt x="652286" y="44034"/>
                </a:lnTo>
                <a:lnTo>
                  <a:pt x="652590" y="43724"/>
                </a:lnTo>
                <a:lnTo>
                  <a:pt x="652899" y="43422"/>
                </a:lnTo>
                <a:lnTo>
                  <a:pt x="653214" y="43129"/>
                </a:lnTo>
                <a:lnTo>
                  <a:pt x="653536" y="42845"/>
                </a:lnTo>
                <a:lnTo>
                  <a:pt x="653864" y="42570"/>
                </a:lnTo>
                <a:lnTo>
                  <a:pt x="654198" y="42303"/>
                </a:lnTo>
                <a:lnTo>
                  <a:pt x="654539" y="42046"/>
                </a:lnTo>
                <a:lnTo>
                  <a:pt x="654885" y="41797"/>
                </a:lnTo>
                <a:lnTo>
                  <a:pt x="655238" y="41557"/>
                </a:lnTo>
                <a:lnTo>
                  <a:pt x="655596" y="41327"/>
                </a:lnTo>
                <a:lnTo>
                  <a:pt x="655958" y="41106"/>
                </a:lnTo>
                <a:lnTo>
                  <a:pt x="656324" y="40895"/>
                </a:lnTo>
                <a:lnTo>
                  <a:pt x="656693" y="40694"/>
                </a:lnTo>
                <a:lnTo>
                  <a:pt x="657067" y="40502"/>
                </a:lnTo>
                <a:lnTo>
                  <a:pt x="657444" y="40321"/>
                </a:lnTo>
                <a:lnTo>
                  <a:pt x="657825" y="40149"/>
                </a:lnTo>
                <a:lnTo>
                  <a:pt x="658210" y="39987"/>
                </a:lnTo>
                <a:lnTo>
                  <a:pt x="658598" y="39835"/>
                </a:lnTo>
                <a:lnTo>
                  <a:pt x="658991" y="39693"/>
                </a:lnTo>
                <a:lnTo>
                  <a:pt x="659387" y="39560"/>
                </a:lnTo>
                <a:lnTo>
                  <a:pt x="659787" y="39437"/>
                </a:lnTo>
                <a:lnTo>
                  <a:pt x="660191" y="39325"/>
                </a:lnTo>
                <a:lnTo>
                  <a:pt x="660599" y="39222"/>
                </a:lnTo>
                <a:lnTo>
                  <a:pt x="661011" y="39128"/>
                </a:lnTo>
                <a:lnTo>
                  <a:pt x="661426" y="39045"/>
                </a:lnTo>
                <a:lnTo>
                  <a:pt x="661845" y="38971"/>
                </a:lnTo>
                <a:lnTo>
                  <a:pt x="662268" y="38907"/>
                </a:lnTo>
                <a:lnTo>
                  <a:pt x="662695" y="38854"/>
                </a:lnTo>
                <a:lnTo>
                  <a:pt x="663126" y="38809"/>
                </a:lnTo>
                <a:lnTo>
                  <a:pt x="663561" y="38775"/>
                </a:lnTo>
                <a:lnTo>
                  <a:pt x="663999" y="38750"/>
                </a:lnTo>
                <a:lnTo>
                  <a:pt x="664441" y="38736"/>
                </a:lnTo>
                <a:lnTo>
                  <a:pt x="664887" y="38731"/>
                </a:lnTo>
                <a:lnTo>
                  <a:pt x="665525" y="38740"/>
                </a:lnTo>
                <a:lnTo>
                  <a:pt x="666150" y="38767"/>
                </a:lnTo>
                <a:lnTo>
                  <a:pt x="666763" y="38813"/>
                </a:lnTo>
                <a:lnTo>
                  <a:pt x="667364" y="38876"/>
                </a:lnTo>
                <a:lnTo>
                  <a:pt x="667954" y="38958"/>
                </a:lnTo>
                <a:lnTo>
                  <a:pt x="668531" y="39058"/>
                </a:lnTo>
                <a:lnTo>
                  <a:pt x="669096" y="39176"/>
                </a:lnTo>
                <a:lnTo>
                  <a:pt x="669650" y="39313"/>
                </a:lnTo>
                <a:lnTo>
                  <a:pt x="670191" y="39468"/>
                </a:lnTo>
                <a:lnTo>
                  <a:pt x="670721" y="39640"/>
                </a:lnTo>
                <a:lnTo>
                  <a:pt x="671238" y="39831"/>
                </a:lnTo>
                <a:lnTo>
                  <a:pt x="671744" y="40041"/>
                </a:lnTo>
                <a:lnTo>
                  <a:pt x="672238" y="40268"/>
                </a:lnTo>
                <a:lnTo>
                  <a:pt x="672719" y="40513"/>
                </a:lnTo>
                <a:lnTo>
                  <a:pt x="673189" y="40777"/>
                </a:lnTo>
                <a:lnTo>
                  <a:pt x="673647" y="41059"/>
                </a:lnTo>
                <a:lnTo>
                  <a:pt x="674092" y="41359"/>
                </a:lnTo>
                <a:lnTo>
                  <a:pt x="674526" y="41678"/>
                </a:lnTo>
                <a:lnTo>
                  <a:pt x="674948" y="42014"/>
                </a:lnTo>
                <a:lnTo>
                  <a:pt x="675358" y="42369"/>
                </a:lnTo>
                <a:lnTo>
                  <a:pt x="675755" y="42742"/>
                </a:lnTo>
                <a:lnTo>
                  <a:pt x="676141" y="43133"/>
                </a:lnTo>
                <a:lnTo>
                  <a:pt x="676515" y="43542"/>
                </a:lnTo>
                <a:lnTo>
                  <a:pt x="676877" y="43970"/>
                </a:lnTo>
                <a:lnTo>
                  <a:pt x="677226" y="44415"/>
                </a:lnTo>
                <a:lnTo>
                  <a:pt x="677560" y="44879"/>
                </a:lnTo>
                <a:lnTo>
                  <a:pt x="677879" y="45361"/>
                </a:lnTo>
                <a:lnTo>
                  <a:pt x="678183" y="45861"/>
                </a:lnTo>
                <a:lnTo>
                  <a:pt x="678472" y="46379"/>
                </a:lnTo>
                <a:lnTo>
                  <a:pt x="678747" y="46915"/>
                </a:lnTo>
                <a:lnTo>
                  <a:pt x="679006" y="47470"/>
                </a:lnTo>
                <a:lnTo>
                  <a:pt x="679251" y="48043"/>
                </a:lnTo>
                <a:lnTo>
                  <a:pt x="679481" y="48634"/>
                </a:lnTo>
                <a:lnTo>
                  <a:pt x="679696" y="49243"/>
                </a:lnTo>
                <a:lnTo>
                  <a:pt x="679897" y="49870"/>
                </a:lnTo>
                <a:lnTo>
                  <a:pt x="680082" y="50516"/>
                </a:lnTo>
                <a:lnTo>
                  <a:pt x="680253" y="51179"/>
                </a:lnTo>
                <a:lnTo>
                  <a:pt x="680409" y="51861"/>
                </a:lnTo>
                <a:lnTo>
                  <a:pt x="680550" y="52561"/>
                </a:lnTo>
                <a:lnTo>
                  <a:pt x="680676" y="53279"/>
                </a:lnTo>
                <a:lnTo>
                  <a:pt x="680787" y="54016"/>
                </a:lnTo>
                <a:lnTo>
                  <a:pt x="680884" y="54770"/>
                </a:lnTo>
                <a:lnTo>
                  <a:pt x="680965" y="55543"/>
                </a:lnTo>
                <a:lnTo>
                  <a:pt x="681032" y="56334"/>
                </a:lnTo>
                <a:lnTo>
                  <a:pt x="681084" y="57143"/>
                </a:lnTo>
                <a:lnTo>
                  <a:pt x="681121" y="57971"/>
                </a:lnTo>
                <a:lnTo>
                  <a:pt x="681143" y="58816"/>
                </a:lnTo>
                <a:lnTo>
                  <a:pt x="681151" y="59680"/>
                </a:lnTo>
                <a:lnTo>
                  <a:pt x="681151" y="99927"/>
                </a:lnTo>
                <a:lnTo>
                  <a:pt x="692592" y="99927"/>
                </a:lnTo>
                <a:lnTo>
                  <a:pt x="692592" y="58441"/>
                </a:lnTo>
                <a:lnTo>
                  <a:pt x="692586" y="57609"/>
                </a:lnTo>
                <a:lnTo>
                  <a:pt x="692569" y="56789"/>
                </a:lnTo>
                <a:lnTo>
                  <a:pt x="692541" y="55981"/>
                </a:lnTo>
                <a:lnTo>
                  <a:pt x="692502" y="55185"/>
                </a:lnTo>
                <a:lnTo>
                  <a:pt x="692451" y="54401"/>
                </a:lnTo>
                <a:lnTo>
                  <a:pt x="692389" y="53630"/>
                </a:lnTo>
                <a:lnTo>
                  <a:pt x="692316" y="52871"/>
                </a:lnTo>
                <a:lnTo>
                  <a:pt x="692232" y="52124"/>
                </a:lnTo>
                <a:lnTo>
                  <a:pt x="692136" y="51389"/>
                </a:lnTo>
                <a:lnTo>
                  <a:pt x="692029" y="50667"/>
                </a:lnTo>
                <a:lnTo>
                  <a:pt x="691911" y="49957"/>
                </a:lnTo>
                <a:lnTo>
                  <a:pt x="691782" y="49258"/>
                </a:lnTo>
                <a:lnTo>
                  <a:pt x="691641" y="48573"/>
                </a:lnTo>
                <a:lnTo>
                  <a:pt x="691489" y="47899"/>
                </a:lnTo>
                <a:lnTo>
                  <a:pt x="691326" y="47237"/>
                </a:lnTo>
                <a:lnTo>
                  <a:pt x="691152" y="46588"/>
                </a:lnTo>
                <a:lnTo>
                  <a:pt x="690967" y="45951"/>
                </a:lnTo>
                <a:lnTo>
                  <a:pt x="690770" y="45326"/>
                </a:lnTo>
                <a:lnTo>
                  <a:pt x="690562" y="44713"/>
                </a:lnTo>
                <a:lnTo>
                  <a:pt x="690342" y="44113"/>
                </a:lnTo>
                <a:lnTo>
                  <a:pt x="690112" y="43525"/>
                </a:lnTo>
                <a:lnTo>
                  <a:pt x="689870" y="42948"/>
                </a:lnTo>
                <a:lnTo>
                  <a:pt x="689617" y="42385"/>
                </a:lnTo>
                <a:lnTo>
                  <a:pt x="689353" y="41833"/>
                </a:lnTo>
                <a:lnTo>
                  <a:pt x="689078" y="41293"/>
                </a:lnTo>
                <a:lnTo>
                  <a:pt x="688794" y="40765"/>
                </a:lnTo>
                <a:lnTo>
                  <a:pt x="688500" y="40248"/>
                </a:lnTo>
                <a:lnTo>
                  <a:pt x="688197" y="39742"/>
                </a:lnTo>
                <a:lnTo>
                  <a:pt x="687884" y="39249"/>
                </a:lnTo>
                <a:lnTo>
                  <a:pt x="687561" y="38766"/>
                </a:lnTo>
                <a:lnTo>
                  <a:pt x="687229" y="38295"/>
                </a:lnTo>
                <a:lnTo>
                  <a:pt x="686887" y="37836"/>
                </a:lnTo>
                <a:lnTo>
                  <a:pt x="686536" y="37388"/>
                </a:lnTo>
                <a:lnTo>
                  <a:pt x="686175" y="36951"/>
                </a:lnTo>
                <a:lnTo>
                  <a:pt x="685805" y="36526"/>
                </a:lnTo>
                <a:lnTo>
                  <a:pt x="685425" y="36113"/>
                </a:lnTo>
                <a:lnTo>
                  <a:pt x="685035" y="35711"/>
                </a:lnTo>
                <a:lnTo>
                  <a:pt x="684636" y="35320"/>
                </a:lnTo>
                <a:lnTo>
                  <a:pt x="684227" y="34941"/>
                </a:lnTo>
                <a:lnTo>
                  <a:pt x="683809" y="34574"/>
                </a:lnTo>
                <a:lnTo>
                  <a:pt x="683381" y="34218"/>
                </a:lnTo>
                <a:lnTo>
                  <a:pt x="682944" y="33873"/>
                </a:lnTo>
                <a:lnTo>
                  <a:pt x="682497" y="33540"/>
                </a:lnTo>
                <a:lnTo>
                  <a:pt x="682040" y="33219"/>
                </a:lnTo>
                <a:lnTo>
                  <a:pt x="681574" y="32909"/>
                </a:lnTo>
                <a:lnTo>
                  <a:pt x="681098" y="32610"/>
                </a:lnTo>
                <a:lnTo>
                  <a:pt x="680613" y="32323"/>
                </a:lnTo>
                <a:lnTo>
                  <a:pt x="680118" y="32047"/>
                </a:lnTo>
                <a:lnTo>
                  <a:pt x="679615" y="31783"/>
                </a:lnTo>
                <a:lnTo>
                  <a:pt x="679105" y="31530"/>
                </a:lnTo>
                <a:lnTo>
                  <a:pt x="678588" y="31288"/>
                </a:lnTo>
                <a:lnTo>
                  <a:pt x="678064" y="31057"/>
                </a:lnTo>
                <a:lnTo>
                  <a:pt x="677533" y="30837"/>
                </a:lnTo>
                <a:lnTo>
                  <a:pt x="676995" y="30629"/>
                </a:lnTo>
                <a:lnTo>
                  <a:pt x="676450" y="30432"/>
                </a:lnTo>
                <a:lnTo>
                  <a:pt x="675899" y="30247"/>
                </a:lnTo>
                <a:lnTo>
                  <a:pt x="675340" y="30072"/>
                </a:lnTo>
                <a:lnTo>
                  <a:pt x="674775" y="29909"/>
                </a:lnTo>
                <a:lnTo>
                  <a:pt x="674202" y="29757"/>
                </a:lnTo>
                <a:lnTo>
                  <a:pt x="673623" y="29616"/>
                </a:lnTo>
                <a:lnTo>
                  <a:pt x="673036" y="29487"/>
                </a:lnTo>
                <a:lnTo>
                  <a:pt x="672443" y="29369"/>
                </a:lnTo>
                <a:lnTo>
                  <a:pt x="671843" y="29262"/>
                </a:lnTo>
                <a:lnTo>
                  <a:pt x="671235" y="29166"/>
                </a:lnTo>
                <a:lnTo>
                  <a:pt x="670621" y="29082"/>
                </a:lnTo>
                <a:lnTo>
                  <a:pt x="670000" y="29009"/>
                </a:lnTo>
                <a:lnTo>
                  <a:pt x="669372" y="28947"/>
                </a:lnTo>
                <a:lnTo>
                  <a:pt x="668737" y="28896"/>
                </a:lnTo>
                <a:lnTo>
                  <a:pt x="668095" y="28857"/>
                </a:lnTo>
                <a:lnTo>
                  <a:pt x="667447" y="28829"/>
                </a:lnTo>
                <a:lnTo>
                  <a:pt x="666791" y="28812"/>
                </a:lnTo>
                <a:lnTo>
                  <a:pt x="666128" y="28806"/>
                </a:lnTo>
                <a:lnTo>
                  <a:pt x="665532" y="28812"/>
                </a:lnTo>
                <a:lnTo>
                  <a:pt x="664940" y="28831"/>
                </a:lnTo>
                <a:lnTo>
                  <a:pt x="664350" y="28861"/>
                </a:lnTo>
                <a:lnTo>
                  <a:pt x="663764" y="28904"/>
                </a:lnTo>
                <a:lnTo>
                  <a:pt x="663181" y="28959"/>
                </a:lnTo>
                <a:lnTo>
                  <a:pt x="662600" y="29026"/>
                </a:lnTo>
                <a:lnTo>
                  <a:pt x="662023" y="29105"/>
                </a:lnTo>
                <a:lnTo>
                  <a:pt x="661449" y="29197"/>
                </a:lnTo>
                <a:lnTo>
                  <a:pt x="660879" y="29301"/>
                </a:lnTo>
                <a:lnTo>
                  <a:pt x="660311" y="29417"/>
                </a:lnTo>
                <a:lnTo>
                  <a:pt x="659746" y="29545"/>
                </a:lnTo>
                <a:lnTo>
                  <a:pt x="659185" y="29685"/>
                </a:lnTo>
                <a:lnTo>
                  <a:pt x="658626" y="29838"/>
                </a:lnTo>
                <a:lnTo>
                  <a:pt x="658071" y="30003"/>
                </a:lnTo>
                <a:lnTo>
                  <a:pt x="657519" y="30180"/>
                </a:lnTo>
                <a:lnTo>
                  <a:pt x="656970" y="30369"/>
                </a:lnTo>
                <a:lnTo>
                  <a:pt x="656424" y="30571"/>
                </a:lnTo>
                <a:lnTo>
                  <a:pt x="655881" y="30784"/>
                </a:lnTo>
                <a:lnTo>
                  <a:pt x="655341" y="31010"/>
                </a:lnTo>
                <a:lnTo>
                  <a:pt x="654805" y="31248"/>
                </a:lnTo>
                <a:lnTo>
                  <a:pt x="654271" y="31498"/>
                </a:lnTo>
                <a:lnTo>
                  <a:pt x="653741" y="31761"/>
                </a:lnTo>
                <a:lnTo>
                  <a:pt x="653213" y="32036"/>
                </a:lnTo>
                <a:lnTo>
                  <a:pt x="652689" y="32323"/>
                </a:lnTo>
                <a:lnTo>
                  <a:pt x="652171" y="32620"/>
                </a:lnTo>
                <a:lnTo>
                  <a:pt x="651663" y="32928"/>
                </a:lnTo>
                <a:lnTo>
                  <a:pt x="651163" y="33245"/>
                </a:lnTo>
                <a:lnTo>
                  <a:pt x="650673" y="33573"/>
                </a:lnTo>
                <a:lnTo>
                  <a:pt x="650193" y="33910"/>
                </a:lnTo>
                <a:lnTo>
                  <a:pt x="649722" y="34256"/>
                </a:lnTo>
                <a:lnTo>
                  <a:pt x="649260" y="34613"/>
                </a:lnTo>
                <a:lnTo>
                  <a:pt x="648807" y="34979"/>
                </a:lnTo>
                <a:lnTo>
                  <a:pt x="648364" y="35356"/>
                </a:lnTo>
                <a:lnTo>
                  <a:pt x="647930" y="35742"/>
                </a:lnTo>
                <a:lnTo>
                  <a:pt x="647505" y="36137"/>
                </a:lnTo>
                <a:lnTo>
                  <a:pt x="647090" y="36543"/>
                </a:lnTo>
                <a:lnTo>
                  <a:pt x="646684" y="36959"/>
                </a:lnTo>
                <a:lnTo>
                  <a:pt x="646287" y="37384"/>
                </a:lnTo>
                <a:lnTo>
                  <a:pt x="645900" y="37819"/>
                </a:lnTo>
                <a:lnTo>
                  <a:pt x="645522" y="38264"/>
                </a:lnTo>
                <a:lnTo>
                  <a:pt x="645153" y="38718"/>
                </a:lnTo>
                <a:lnTo>
                  <a:pt x="644794" y="39183"/>
                </a:lnTo>
                <a:lnTo>
                  <a:pt x="644444" y="39657"/>
                </a:lnTo>
                <a:lnTo>
                  <a:pt x="644103" y="40141"/>
                </a:lnTo>
                <a:lnTo>
                  <a:pt x="643772" y="40635"/>
                </a:lnTo>
                <a:lnTo>
                  <a:pt x="643450" y="41139"/>
                </a:lnTo>
                <a:lnTo>
                  <a:pt x="643137" y="41652"/>
                </a:lnTo>
                <a:lnTo>
                  <a:pt x="642834" y="42176"/>
                </a:lnTo>
                <a:lnTo>
                  <a:pt x="642660" y="41800"/>
                </a:lnTo>
                <a:lnTo>
                  <a:pt x="642481" y="41429"/>
                </a:lnTo>
                <a:lnTo>
                  <a:pt x="642298" y="41064"/>
                </a:lnTo>
                <a:lnTo>
                  <a:pt x="642111" y="40704"/>
                </a:lnTo>
                <a:lnTo>
                  <a:pt x="641919" y="40350"/>
                </a:lnTo>
                <a:lnTo>
                  <a:pt x="641723" y="40001"/>
                </a:lnTo>
                <a:lnTo>
                  <a:pt x="641523" y="39658"/>
                </a:lnTo>
                <a:lnTo>
                  <a:pt x="641318" y="39320"/>
                </a:lnTo>
                <a:lnTo>
                  <a:pt x="641109" y="38988"/>
                </a:lnTo>
                <a:lnTo>
                  <a:pt x="640896" y="38662"/>
                </a:lnTo>
                <a:lnTo>
                  <a:pt x="640678" y="38340"/>
                </a:lnTo>
                <a:lnTo>
                  <a:pt x="640457" y="38025"/>
                </a:lnTo>
                <a:lnTo>
                  <a:pt x="640230" y="37715"/>
                </a:lnTo>
                <a:lnTo>
                  <a:pt x="640000" y="37410"/>
                </a:lnTo>
                <a:lnTo>
                  <a:pt x="639765" y="37111"/>
                </a:lnTo>
                <a:lnTo>
                  <a:pt x="639526" y="36817"/>
                </a:lnTo>
                <a:lnTo>
                  <a:pt x="639283" y="36529"/>
                </a:lnTo>
                <a:lnTo>
                  <a:pt x="639035" y="36246"/>
                </a:lnTo>
                <a:lnTo>
                  <a:pt x="638783" y="35969"/>
                </a:lnTo>
                <a:lnTo>
                  <a:pt x="638527" y="35697"/>
                </a:lnTo>
                <a:lnTo>
                  <a:pt x="638266" y="35431"/>
                </a:lnTo>
                <a:lnTo>
                  <a:pt x="638001" y="35170"/>
                </a:lnTo>
                <a:lnTo>
                  <a:pt x="637732" y="34915"/>
                </a:lnTo>
                <a:lnTo>
                  <a:pt x="637459" y="34666"/>
                </a:lnTo>
                <a:lnTo>
                  <a:pt x="637181" y="34421"/>
                </a:lnTo>
                <a:lnTo>
                  <a:pt x="636900" y="34182"/>
                </a:lnTo>
                <a:lnTo>
                  <a:pt x="636616" y="33948"/>
                </a:lnTo>
                <a:lnTo>
                  <a:pt x="636328" y="33720"/>
                </a:lnTo>
                <a:lnTo>
                  <a:pt x="636036" y="33497"/>
                </a:lnTo>
                <a:lnTo>
                  <a:pt x="635741" y="33279"/>
                </a:lnTo>
                <a:lnTo>
                  <a:pt x="635442" y="33066"/>
                </a:lnTo>
                <a:lnTo>
                  <a:pt x="635139" y="32858"/>
                </a:lnTo>
                <a:lnTo>
                  <a:pt x="634833" y="32656"/>
                </a:lnTo>
                <a:lnTo>
                  <a:pt x="634524" y="32459"/>
                </a:lnTo>
                <a:lnTo>
                  <a:pt x="634210" y="32268"/>
                </a:lnTo>
                <a:lnTo>
                  <a:pt x="633893" y="32081"/>
                </a:lnTo>
                <a:lnTo>
                  <a:pt x="633573" y="31900"/>
                </a:lnTo>
                <a:lnTo>
                  <a:pt x="633249" y="31724"/>
                </a:lnTo>
                <a:lnTo>
                  <a:pt x="632921" y="31554"/>
                </a:lnTo>
                <a:lnTo>
                  <a:pt x="632590" y="31388"/>
                </a:lnTo>
                <a:lnTo>
                  <a:pt x="632255" y="31228"/>
                </a:lnTo>
                <a:lnTo>
                  <a:pt x="631916" y="31074"/>
                </a:lnTo>
                <a:lnTo>
                  <a:pt x="631574" y="30924"/>
                </a:lnTo>
                <a:lnTo>
                  <a:pt x="631228" y="30780"/>
                </a:lnTo>
                <a:lnTo>
                  <a:pt x="630879" y="30641"/>
                </a:lnTo>
                <a:lnTo>
                  <a:pt x="630526" y="30507"/>
                </a:lnTo>
                <a:lnTo>
                  <a:pt x="630170" y="30379"/>
                </a:lnTo>
                <a:lnTo>
                  <a:pt x="629810" y="30255"/>
                </a:lnTo>
                <a:lnTo>
                  <a:pt x="629446" y="30137"/>
                </a:lnTo>
                <a:lnTo>
                  <a:pt x="629079" y="30024"/>
                </a:lnTo>
                <a:lnTo>
                  <a:pt x="628708" y="29916"/>
                </a:lnTo>
                <a:lnTo>
                  <a:pt x="628334" y="29813"/>
                </a:lnTo>
                <a:lnTo>
                  <a:pt x="627956" y="29714"/>
                </a:lnTo>
                <a:lnTo>
                  <a:pt x="627575" y="29621"/>
                </a:lnTo>
                <a:lnTo>
                  <a:pt x="627189" y="29533"/>
                </a:lnTo>
                <a:lnTo>
                  <a:pt x="626801" y="29450"/>
                </a:lnTo>
                <a:lnTo>
                  <a:pt x="626408" y="29372"/>
                </a:lnTo>
                <a:lnTo>
                  <a:pt x="626013" y="29299"/>
                </a:lnTo>
                <a:lnTo>
                  <a:pt x="625613" y="29231"/>
                </a:lnTo>
                <a:lnTo>
                  <a:pt x="625210" y="29169"/>
                </a:lnTo>
                <a:lnTo>
                  <a:pt x="624803" y="29111"/>
                </a:lnTo>
                <a:lnTo>
                  <a:pt x="624393" y="29058"/>
                </a:lnTo>
                <a:lnTo>
                  <a:pt x="623979" y="29010"/>
                </a:lnTo>
                <a:lnTo>
                  <a:pt x="623562" y="28967"/>
                </a:lnTo>
                <a:lnTo>
                  <a:pt x="623141" y="28930"/>
                </a:lnTo>
                <a:lnTo>
                  <a:pt x="622716" y="28897"/>
                </a:lnTo>
                <a:lnTo>
                  <a:pt x="622288" y="28869"/>
                </a:lnTo>
                <a:lnTo>
                  <a:pt x="621856" y="28847"/>
                </a:lnTo>
                <a:lnTo>
                  <a:pt x="621421" y="28829"/>
                </a:lnTo>
                <a:lnTo>
                  <a:pt x="620982" y="28816"/>
                </a:lnTo>
                <a:lnTo>
                  <a:pt x="620539" y="28809"/>
                </a:lnTo>
                <a:lnTo>
                  <a:pt x="620093" y="28806"/>
                </a:lnTo>
                <a:lnTo>
                  <a:pt x="619544" y="28812"/>
                </a:lnTo>
                <a:lnTo>
                  <a:pt x="618998" y="28828"/>
                </a:lnTo>
                <a:lnTo>
                  <a:pt x="618455" y="28855"/>
                </a:lnTo>
                <a:lnTo>
                  <a:pt x="617917" y="28892"/>
                </a:lnTo>
                <a:lnTo>
                  <a:pt x="617381" y="28941"/>
                </a:lnTo>
                <a:lnTo>
                  <a:pt x="616850" y="29000"/>
                </a:lnTo>
                <a:lnTo>
                  <a:pt x="616322" y="29070"/>
                </a:lnTo>
                <a:lnTo>
                  <a:pt x="615797" y="29151"/>
                </a:lnTo>
                <a:lnTo>
                  <a:pt x="615276" y="29242"/>
                </a:lnTo>
                <a:lnTo>
                  <a:pt x="614759" y="29345"/>
                </a:lnTo>
                <a:lnTo>
                  <a:pt x="614246" y="29458"/>
                </a:lnTo>
                <a:lnTo>
                  <a:pt x="613736" y="29582"/>
                </a:lnTo>
                <a:lnTo>
                  <a:pt x="613229" y="29716"/>
                </a:lnTo>
                <a:lnTo>
                  <a:pt x="612726" y="29862"/>
                </a:lnTo>
                <a:lnTo>
                  <a:pt x="612227" y="30018"/>
                </a:lnTo>
                <a:lnTo>
                  <a:pt x="611731" y="30185"/>
                </a:lnTo>
                <a:lnTo>
                  <a:pt x="611239" y="30363"/>
                </a:lnTo>
                <a:lnTo>
                  <a:pt x="610751" y="30551"/>
                </a:lnTo>
                <a:lnTo>
                  <a:pt x="610266" y="30750"/>
                </a:lnTo>
                <a:lnTo>
                  <a:pt x="609784" y="30960"/>
                </a:lnTo>
                <a:lnTo>
                  <a:pt x="609307" y="31181"/>
                </a:lnTo>
                <a:lnTo>
                  <a:pt x="608833" y="31413"/>
                </a:lnTo>
                <a:lnTo>
                  <a:pt x="608362" y="31655"/>
                </a:lnTo>
                <a:lnTo>
                  <a:pt x="607895" y="31908"/>
                </a:lnTo>
                <a:lnTo>
                  <a:pt x="607434" y="32171"/>
                </a:lnTo>
                <a:lnTo>
                  <a:pt x="606981" y="32441"/>
                </a:lnTo>
                <a:lnTo>
                  <a:pt x="606535" y="32719"/>
                </a:lnTo>
                <a:lnTo>
                  <a:pt x="606098" y="33005"/>
                </a:lnTo>
                <a:lnTo>
                  <a:pt x="605668" y="33299"/>
                </a:lnTo>
                <a:lnTo>
                  <a:pt x="605246" y="33601"/>
                </a:lnTo>
                <a:lnTo>
                  <a:pt x="604833" y="33911"/>
                </a:lnTo>
                <a:lnTo>
                  <a:pt x="604427" y="34229"/>
                </a:lnTo>
                <a:lnTo>
                  <a:pt x="604029" y="34554"/>
                </a:lnTo>
                <a:lnTo>
                  <a:pt x="603639" y="34888"/>
                </a:lnTo>
                <a:lnTo>
                  <a:pt x="603256" y="35229"/>
                </a:lnTo>
                <a:lnTo>
                  <a:pt x="602882" y="35578"/>
                </a:lnTo>
                <a:lnTo>
                  <a:pt x="602515" y="35935"/>
                </a:lnTo>
                <a:lnTo>
                  <a:pt x="602157" y="36300"/>
                </a:lnTo>
                <a:lnTo>
                  <a:pt x="601806" y="36673"/>
                </a:lnTo>
                <a:lnTo>
                  <a:pt x="601463" y="37054"/>
                </a:lnTo>
                <a:lnTo>
                  <a:pt x="601129" y="37443"/>
                </a:lnTo>
                <a:lnTo>
                  <a:pt x="600802" y="37839"/>
                </a:lnTo>
                <a:lnTo>
                  <a:pt x="600482" y="38244"/>
                </a:lnTo>
                <a:lnTo>
                  <a:pt x="600171" y="38656"/>
                </a:lnTo>
                <a:lnTo>
                  <a:pt x="599868" y="39076"/>
                </a:lnTo>
                <a:lnTo>
                  <a:pt x="599573" y="39504"/>
                </a:lnTo>
                <a:lnTo>
                  <a:pt x="599285" y="39940"/>
                </a:lnTo>
                <a:lnTo>
                  <a:pt x="599005" y="40384"/>
                </a:lnTo>
                <a:lnTo>
                  <a:pt x="598316" y="30461"/>
                </a:lnTo>
                <a:lnTo>
                  <a:pt x="587842" y="30461"/>
                </a:lnTo>
                <a:lnTo>
                  <a:pt x="587842" y="99927"/>
                </a:lnTo>
                <a:lnTo>
                  <a:pt x="599420" y="99927"/>
                </a:lnTo>
                <a:lnTo>
                  <a:pt x="599420" y="62988"/>
                </a:lnTo>
                <a:lnTo>
                  <a:pt x="599424" y="62338"/>
                </a:lnTo>
                <a:lnTo>
                  <a:pt x="599437" y="61696"/>
                </a:lnTo>
                <a:close/>
                <a:moveTo>
                  <a:pt x="536999" y="101549"/>
                </a:moveTo>
                <a:lnTo>
                  <a:pt x="537373" y="101532"/>
                </a:lnTo>
                <a:lnTo>
                  <a:pt x="537744" y="101511"/>
                </a:lnTo>
                <a:lnTo>
                  <a:pt x="538111" y="101486"/>
                </a:lnTo>
                <a:lnTo>
                  <a:pt x="538475" y="101458"/>
                </a:lnTo>
                <a:lnTo>
                  <a:pt x="538835" y="101425"/>
                </a:lnTo>
                <a:lnTo>
                  <a:pt x="539192" y="101389"/>
                </a:lnTo>
                <a:lnTo>
                  <a:pt x="539544" y="101349"/>
                </a:lnTo>
                <a:lnTo>
                  <a:pt x="539894" y="101305"/>
                </a:lnTo>
                <a:lnTo>
                  <a:pt x="540239" y="101257"/>
                </a:lnTo>
                <a:lnTo>
                  <a:pt x="540581" y="101205"/>
                </a:lnTo>
                <a:lnTo>
                  <a:pt x="540920" y="101150"/>
                </a:lnTo>
                <a:lnTo>
                  <a:pt x="541255" y="101090"/>
                </a:lnTo>
                <a:lnTo>
                  <a:pt x="541586" y="101027"/>
                </a:lnTo>
                <a:lnTo>
                  <a:pt x="541914" y="100960"/>
                </a:lnTo>
                <a:lnTo>
                  <a:pt x="542238" y="100889"/>
                </a:lnTo>
                <a:lnTo>
                  <a:pt x="542558" y="100815"/>
                </a:lnTo>
                <a:lnTo>
                  <a:pt x="542875" y="100736"/>
                </a:lnTo>
                <a:lnTo>
                  <a:pt x="543188" y="100654"/>
                </a:lnTo>
                <a:lnTo>
                  <a:pt x="543498" y="100568"/>
                </a:lnTo>
                <a:lnTo>
                  <a:pt x="543804" y="100478"/>
                </a:lnTo>
                <a:lnTo>
                  <a:pt x="544107" y="100385"/>
                </a:lnTo>
                <a:lnTo>
                  <a:pt x="544408" y="100289"/>
                </a:lnTo>
                <a:lnTo>
                  <a:pt x="544705" y="100191"/>
                </a:lnTo>
                <a:lnTo>
                  <a:pt x="545001" y="100090"/>
                </a:lnTo>
                <a:lnTo>
                  <a:pt x="545293" y="99986"/>
                </a:lnTo>
                <a:lnTo>
                  <a:pt x="545583" y="99880"/>
                </a:lnTo>
                <a:lnTo>
                  <a:pt x="545870" y="99771"/>
                </a:lnTo>
                <a:lnTo>
                  <a:pt x="546155" y="99659"/>
                </a:lnTo>
                <a:lnTo>
                  <a:pt x="546437" y="99545"/>
                </a:lnTo>
                <a:lnTo>
                  <a:pt x="546716" y="99428"/>
                </a:lnTo>
                <a:lnTo>
                  <a:pt x="546993" y="99308"/>
                </a:lnTo>
                <a:lnTo>
                  <a:pt x="547267" y="99186"/>
                </a:lnTo>
                <a:lnTo>
                  <a:pt x="547539" y="99061"/>
                </a:lnTo>
                <a:lnTo>
                  <a:pt x="547808" y="98934"/>
                </a:lnTo>
                <a:lnTo>
                  <a:pt x="548074" y="98804"/>
                </a:lnTo>
                <a:lnTo>
                  <a:pt x="548337" y="98671"/>
                </a:lnTo>
                <a:lnTo>
                  <a:pt x="548598" y="98536"/>
                </a:lnTo>
                <a:lnTo>
                  <a:pt x="548857" y="98398"/>
                </a:lnTo>
                <a:lnTo>
                  <a:pt x="549112" y="98257"/>
                </a:lnTo>
                <a:lnTo>
                  <a:pt x="549365" y="98114"/>
                </a:lnTo>
                <a:lnTo>
                  <a:pt x="549616" y="97968"/>
                </a:lnTo>
                <a:lnTo>
                  <a:pt x="549863" y="97820"/>
                </a:lnTo>
                <a:lnTo>
                  <a:pt x="550108" y="97669"/>
                </a:lnTo>
                <a:lnTo>
                  <a:pt x="550351" y="97515"/>
                </a:lnTo>
                <a:lnTo>
                  <a:pt x="550591" y="97358"/>
                </a:lnTo>
                <a:lnTo>
                  <a:pt x="550828" y="97200"/>
                </a:lnTo>
                <a:lnTo>
                  <a:pt x="551063" y="97039"/>
                </a:lnTo>
                <a:lnTo>
                  <a:pt x="551295" y="96875"/>
                </a:lnTo>
                <a:lnTo>
                  <a:pt x="551525" y="96709"/>
                </a:lnTo>
                <a:lnTo>
                  <a:pt x="551751" y="96541"/>
                </a:lnTo>
                <a:lnTo>
                  <a:pt x="551975" y="96371"/>
                </a:lnTo>
                <a:lnTo>
                  <a:pt x="552197" y="96198"/>
                </a:lnTo>
                <a:lnTo>
                  <a:pt x="552416" y="96022"/>
                </a:lnTo>
                <a:lnTo>
                  <a:pt x="552632" y="95844"/>
                </a:lnTo>
                <a:lnTo>
                  <a:pt x="552846" y="95664"/>
                </a:lnTo>
                <a:lnTo>
                  <a:pt x="553057" y="95482"/>
                </a:lnTo>
                <a:lnTo>
                  <a:pt x="553265" y="95297"/>
                </a:lnTo>
                <a:lnTo>
                  <a:pt x="553470" y="95109"/>
                </a:lnTo>
                <a:lnTo>
                  <a:pt x="553673" y="94920"/>
                </a:lnTo>
                <a:lnTo>
                  <a:pt x="553874" y="94727"/>
                </a:lnTo>
                <a:lnTo>
                  <a:pt x="554072" y="94533"/>
                </a:lnTo>
                <a:lnTo>
                  <a:pt x="554267" y="94336"/>
                </a:lnTo>
                <a:lnTo>
                  <a:pt x="554459" y="94137"/>
                </a:lnTo>
                <a:lnTo>
                  <a:pt x="554649" y="93935"/>
                </a:lnTo>
                <a:lnTo>
                  <a:pt x="554836" y="93731"/>
                </a:lnTo>
                <a:lnTo>
                  <a:pt x="555020" y="93525"/>
                </a:lnTo>
                <a:lnTo>
                  <a:pt x="555202" y="93316"/>
                </a:lnTo>
                <a:lnTo>
                  <a:pt x="555382" y="93105"/>
                </a:lnTo>
                <a:lnTo>
                  <a:pt x="555558" y="92892"/>
                </a:lnTo>
                <a:lnTo>
                  <a:pt x="555732" y="92677"/>
                </a:lnTo>
                <a:lnTo>
                  <a:pt x="555904" y="92462"/>
                </a:lnTo>
                <a:lnTo>
                  <a:pt x="556073" y="92245"/>
                </a:lnTo>
                <a:lnTo>
                  <a:pt x="556239" y="92027"/>
                </a:lnTo>
                <a:lnTo>
                  <a:pt x="556403" y="91808"/>
                </a:lnTo>
                <a:lnTo>
                  <a:pt x="556564" y="91588"/>
                </a:lnTo>
                <a:lnTo>
                  <a:pt x="556722" y="91367"/>
                </a:lnTo>
                <a:lnTo>
                  <a:pt x="556878" y="91144"/>
                </a:lnTo>
                <a:lnTo>
                  <a:pt x="557031" y="90920"/>
                </a:lnTo>
                <a:lnTo>
                  <a:pt x="557181" y="90695"/>
                </a:lnTo>
                <a:lnTo>
                  <a:pt x="557329" y="90469"/>
                </a:lnTo>
                <a:lnTo>
                  <a:pt x="557474" y="90241"/>
                </a:lnTo>
                <a:lnTo>
                  <a:pt x="557617" y="90013"/>
                </a:lnTo>
                <a:lnTo>
                  <a:pt x="557757" y="89783"/>
                </a:lnTo>
                <a:lnTo>
                  <a:pt x="557894" y="89552"/>
                </a:lnTo>
                <a:lnTo>
                  <a:pt x="558029" y="89319"/>
                </a:lnTo>
                <a:lnTo>
                  <a:pt x="558161" y="89086"/>
                </a:lnTo>
                <a:lnTo>
                  <a:pt x="558290" y="88851"/>
                </a:lnTo>
                <a:lnTo>
                  <a:pt x="558417" y="88615"/>
                </a:lnTo>
                <a:lnTo>
                  <a:pt x="558541" y="88378"/>
                </a:lnTo>
                <a:lnTo>
                  <a:pt x="558663" y="88140"/>
                </a:lnTo>
                <a:lnTo>
                  <a:pt x="558782" y="87900"/>
                </a:lnTo>
                <a:lnTo>
                  <a:pt x="558898" y="87660"/>
                </a:lnTo>
                <a:lnTo>
                  <a:pt x="559586" y="99927"/>
                </a:lnTo>
                <a:lnTo>
                  <a:pt x="569922" y="99927"/>
                </a:lnTo>
                <a:lnTo>
                  <a:pt x="569922" y="56925"/>
                </a:lnTo>
                <a:lnTo>
                  <a:pt x="569917" y="56217"/>
                </a:lnTo>
                <a:lnTo>
                  <a:pt x="569900" y="55516"/>
                </a:lnTo>
                <a:lnTo>
                  <a:pt x="569873" y="54824"/>
                </a:lnTo>
                <a:lnTo>
                  <a:pt x="569834" y="54140"/>
                </a:lnTo>
                <a:lnTo>
                  <a:pt x="569785" y="53463"/>
                </a:lnTo>
                <a:lnTo>
                  <a:pt x="569724" y="52794"/>
                </a:lnTo>
                <a:lnTo>
                  <a:pt x="569653" y="52134"/>
                </a:lnTo>
                <a:lnTo>
                  <a:pt x="569570" y="51481"/>
                </a:lnTo>
                <a:lnTo>
                  <a:pt x="569477" y="50836"/>
                </a:lnTo>
                <a:lnTo>
                  <a:pt x="569372" y="50199"/>
                </a:lnTo>
                <a:lnTo>
                  <a:pt x="569257" y="49570"/>
                </a:lnTo>
                <a:lnTo>
                  <a:pt x="569130" y="48948"/>
                </a:lnTo>
                <a:lnTo>
                  <a:pt x="568993" y="48335"/>
                </a:lnTo>
                <a:lnTo>
                  <a:pt x="568844" y="47729"/>
                </a:lnTo>
                <a:lnTo>
                  <a:pt x="568684" y="47132"/>
                </a:lnTo>
                <a:lnTo>
                  <a:pt x="568514" y="46542"/>
                </a:lnTo>
                <a:lnTo>
                  <a:pt x="568332" y="45960"/>
                </a:lnTo>
                <a:lnTo>
                  <a:pt x="568140" y="45386"/>
                </a:lnTo>
                <a:lnTo>
                  <a:pt x="567936" y="44820"/>
                </a:lnTo>
                <a:lnTo>
                  <a:pt x="567721" y="44262"/>
                </a:lnTo>
                <a:lnTo>
                  <a:pt x="567496" y="43712"/>
                </a:lnTo>
                <a:lnTo>
                  <a:pt x="567259" y="43169"/>
                </a:lnTo>
                <a:lnTo>
                  <a:pt x="567012" y="42635"/>
                </a:lnTo>
                <a:lnTo>
                  <a:pt x="566753" y="42108"/>
                </a:lnTo>
                <a:lnTo>
                  <a:pt x="566483" y="41591"/>
                </a:lnTo>
                <a:lnTo>
                  <a:pt x="566202" y="41082"/>
                </a:lnTo>
                <a:lnTo>
                  <a:pt x="565910" y="40584"/>
                </a:lnTo>
                <a:lnTo>
                  <a:pt x="565607" y="40095"/>
                </a:lnTo>
                <a:lnTo>
                  <a:pt x="565292" y="39615"/>
                </a:lnTo>
                <a:lnTo>
                  <a:pt x="564966" y="39145"/>
                </a:lnTo>
                <a:lnTo>
                  <a:pt x="564629" y="38685"/>
                </a:lnTo>
                <a:lnTo>
                  <a:pt x="564280" y="38234"/>
                </a:lnTo>
                <a:lnTo>
                  <a:pt x="563920" y="37793"/>
                </a:lnTo>
                <a:lnTo>
                  <a:pt x="563549" y="37361"/>
                </a:lnTo>
                <a:lnTo>
                  <a:pt x="563167" y="36939"/>
                </a:lnTo>
                <a:lnTo>
                  <a:pt x="562773" y="36526"/>
                </a:lnTo>
                <a:lnTo>
                  <a:pt x="562369" y="36123"/>
                </a:lnTo>
                <a:lnTo>
                  <a:pt x="561953" y="35730"/>
                </a:lnTo>
                <a:lnTo>
                  <a:pt x="561525" y="35346"/>
                </a:lnTo>
                <a:lnTo>
                  <a:pt x="561087" y="34972"/>
                </a:lnTo>
                <a:lnTo>
                  <a:pt x="560637" y="34607"/>
                </a:lnTo>
                <a:lnTo>
                  <a:pt x="560176" y="34252"/>
                </a:lnTo>
                <a:lnTo>
                  <a:pt x="559704" y="33907"/>
                </a:lnTo>
                <a:lnTo>
                  <a:pt x="559220" y="33571"/>
                </a:lnTo>
                <a:lnTo>
                  <a:pt x="558725" y="33244"/>
                </a:lnTo>
                <a:lnTo>
                  <a:pt x="558219" y="32928"/>
                </a:lnTo>
                <a:lnTo>
                  <a:pt x="557702" y="32620"/>
                </a:lnTo>
                <a:lnTo>
                  <a:pt x="557173" y="32323"/>
                </a:lnTo>
                <a:lnTo>
                  <a:pt x="556634" y="32036"/>
                </a:lnTo>
                <a:lnTo>
                  <a:pt x="556083" y="31761"/>
                </a:lnTo>
                <a:lnTo>
                  <a:pt x="555521" y="31498"/>
                </a:lnTo>
                <a:lnTo>
                  <a:pt x="554947" y="31248"/>
                </a:lnTo>
                <a:lnTo>
                  <a:pt x="554363" y="31010"/>
                </a:lnTo>
                <a:lnTo>
                  <a:pt x="553767" y="30784"/>
                </a:lnTo>
                <a:lnTo>
                  <a:pt x="553160" y="30571"/>
                </a:lnTo>
                <a:lnTo>
                  <a:pt x="552541" y="30369"/>
                </a:lnTo>
                <a:lnTo>
                  <a:pt x="551912" y="30180"/>
                </a:lnTo>
                <a:lnTo>
                  <a:pt x="551271" y="30003"/>
                </a:lnTo>
                <a:lnTo>
                  <a:pt x="550618" y="29838"/>
                </a:lnTo>
                <a:lnTo>
                  <a:pt x="549955" y="29685"/>
                </a:lnTo>
                <a:lnTo>
                  <a:pt x="549280" y="29545"/>
                </a:lnTo>
                <a:lnTo>
                  <a:pt x="548594" y="29417"/>
                </a:lnTo>
                <a:lnTo>
                  <a:pt x="547897" y="29301"/>
                </a:lnTo>
                <a:lnTo>
                  <a:pt x="547189" y="29197"/>
                </a:lnTo>
                <a:lnTo>
                  <a:pt x="546469" y="29105"/>
                </a:lnTo>
                <a:lnTo>
                  <a:pt x="545738" y="29026"/>
                </a:lnTo>
                <a:lnTo>
                  <a:pt x="544996" y="28959"/>
                </a:lnTo>
                <a:lnTo>
                  <a:pt x="544242" y="28904"/>
                </a:lnTo>
                <a:lnTo>
                  <a:pt x="543478" y="28861"/>
                </a:lnTo>
                <a:lnTo>
                  <a:pt x="542702" y="28831"/>
                </a:lnTo>
                <a:lnTo>
                  <a:pt x="541915" y="28812"/>
                </a:lnTo>
                <a:lnTo>
                  <a:pt x="541116" y="28806"/>
                </a:lnTo>
                <a:lnTo>
                  <a:pt x="540531" y="28811"/>
                </a:lnTo>
                <a:lnTo>
                  <a:pt x="539949" y="28825"/>
                </a:lnTo>
                <a:lnTo>
                  <a:pt x="539368" y="28848"/>
                </a:lnTo>
                <a:lnTo>
                  <a:pt x="538789" y="28881"/>
                </a:lnTo>
                <a:lnTo>
                  <a:pt x="538211" y="28923"/>
                </a:lnTo>
                <a:lnTo>
                  <a:pt x="537636" y="28974"/>
                </a:lnTo>
                <a:lnTo>
                  <a:pt x="537063" y="29035"/>
                </a:lnTo>
                <a:lnTo>
                  <a:pt x="536492" y="29105"/>
                </a:lnTo>
                <a:lnTo>
                  <a:pt x="535922" y="29184"/>
                </a:lnTo>
                <a:lnTo>
                  <a:pt x="535355" y="29273"/>
                </a:lnTo>
                <a:lnTo>
                  <a:pt x="534789" y="29371"/>
                </a:lnTo>
                <a:lnTo>
                  <a:pt x="534225" y="29478"/>
                </a:lnTo>
                <a:lnTo>
                  <a:pt x="533664" y="29595"/>
                </a:lnTo>
                <a:lnTo>
                  <a:pt x="533104" y="29721"/>
                </a:lnTo>
                <a:lnTo>
                  <a:pt x="532546" y="29856"/>
                </a:lnTo>
                <a:lnTo>
                  <a:pt x="531990" y="30001"/>
                </a:lnTo>
                <a:lnTo>
                  <a:pt x="531435" y="30155"/>
                </a:lnTo>
                <a:lnTo>
                  <a:pt x="530883" y="30318"/>
                </a:lnTo>
                <a:lnTo>
                  <a:pt x="530333" y="30491"/>
                </a:lnTo>
                <a:lnTo>
                  <a:pt x="529785" y="30673"/>
                </a:lnTo>
                <a:lnTo>
                  <a:pt x="529238" y="30864"/>
                </a:lnTo>
                <a:lnTo>
                  <a:pt x="528693" y="31065"/>
                </a:lnTo>
                <a:lnTo>
                  <a:pt x="528151" y="31275"/>
                </a:lnTo>
                <a:lnTo>
                  <a:pt x="527610" y="31494"/>
                </a:lnTo>
                <a:lnTo>
                  <a:pt x="527074" y="31722"/>
                </a:lnTo>
                <a:lnTo>
                  <a:pt x="526546" y="31958"/>
                </a:lnTo>
                <a:lnTo>
                  <a:pt x="526026" y="32203"/>
                </a:lnTo>
                <a:lnTo>
                  <a:pt x="525514" y="32455"/>
                </a:lnTo>
                <a:lnTo>
                  <a:pt x="525010" y="32716"/>
                </a:lnTo>
                <a:lnTo>
                  <a:pt x="524513" y="32984"/>
                </a:lnTo>
                <a:lnTo>
                  <a:pt x="524025" y="33261"/>
                </a:lnTo>
                <a:lnTo>
                  <a:pt x="523544" y="33546"/>
                </a:lnTo>
                <a:lnTo>
                  <a:pt x="523072" y="33839"/>
                </a:lnTo>
                <a:lnTo>
                  <a:pt x="522607" y="34141"/>
                </a:lnTo>
                <a:lnTo>
                  <a:pt x="522150" y="34450"/>
                </a:lnTo>
                <a:lnTo>
                  <a:pt x="521701" y="34768"/>
                </a:lnTo>
                <a:lnTo>
                  <a:pt x="521260" y="35093"/>
                </a:lnTo>
                <a:lnTo>
                  <a:pt x="520826" y="35427"/>
                </a:lnTo>
                <a:lnTo>
                  <a:pt x="520401" y="35769"/>
                </a:lnTo>
                <a:lnTo>
                  <a:pt x="519984" y="36119"/>
                </a:lnTo>
                <a:lnTo>
                  <a:pt x="519574" y="36477"/>
                </a:lnTo>
                <a:lnTo>
                  <a:pt x="519172" y="36844"/>
                </a:lnTo>
                <a:lnTo>
                  <a:pt x="518779" y="37218"/>
                </a:lnTo>
                <a:lnTo>
                  <a:pt x="518393" y="37601"/>
                </a:lnTo>
                <a:lnTo>
                  <a:pt x="518015" y="37991"/>
                </a:lnTo>
                <a:lnTo>
                  <a:pt x="517645" y="38390"/>
                </a:lnTo>
                <a:lnTo>
                  <a:pt x="517283" y="38797"/>
                </a:lnTo>
                <a:lnTo>
                  <a:pt x="516928" y="39212"/>
                </a:lnTo>
                <a:lnTo>
                  <a:pt x="516584" y="39636"/>
                </a:lnTo>
                <a:lnTo>
                  <a:pt x="516251" y="40068"/>
                </a:lnTo>
                <a:lnTo>
                  <a:pt x="515930" y="40508"/>
                </a:lnTo>
                <a:lnTo>
                  <a:pt x="515621" y="40956"/>
                </a:lnTo>
                <a:lnTo>
                  <a:pt x="515323" y="41413"/>
                </a:lnTo>
                <a:lnTo>
                  <a:pt x="515037" y="41879"/>
                </a:lnTo>
                <a:lnTo>
                  <a:pt x="514763" y="42352"/>
                </a:lnTo>
                <a:lnTo>
                  <a:pt x="514501" y="42834"/>
                </a:lnTo>
                <a:lnTo>
                  <a:pt x="514250" y="43325"/>
                </a:lnTo>
                <a:lnTo>
                  <a:pt x="514011" y="43823"/>
                </a:lnTo>
                <a:lnTo>
                  <a:pt x="513784" y="44331"/>
                </a:lnTo>
                <a:lnTo>
                  <a:pt x="513569" y="44846"/>
                </a:lnTo>
                <a:lnTo>
                  <a:pt x="513365" y="45370"/>
                </a:lnTo>
                <a:lnTo>
                  <a:pt x="513173" y="45902"/>
                </a:lnTo>
                <a:lnTo>
                  <a:pt x="512993" y="46443"/>
                </a:lnTo>
                <a:lnTo>
                  <a:pt x="512824" y="46992"/>
                </a:lnTo>
                <a:lnTo>
                  <a:pt x="512667" y="47549"/>
                </a:lnTo>
                <a:lnTo>
                  <a:pt x="512522" y="48115"/>
                </a:lnTo>
                <a:lnTo>
                  <a:pt x="512389" y="48689"/>
                </a:lnTo>
                <a:lnTo>
                  <a:pt x="512267" y="49272"/>
                </a:lnTo>
                <a:lnTo>
                  <a:pt x="512157" y="49863"/>
                </a:lnTo>
                <a:lnTo>
                  <a:pt x="512059" y="50462"/>
                </a:lnTo>
                <a:lnTo>
                  <a:pt x="511972" y="51070"/>
                </a:lnTo>
                <a:lnTo>
                  <a:pt x="511898" y="51686"/>
                </a:lnTo>
                <a:lnTo>
                  <a:pt x="523751" y="51686"/>
                </a:lnTo>
                <a:lnTo>
                  <a:pt x="523849" y="51152"/>
                </a:lnTo>
                <a:lnTo>
                  <a:pt x="523960" y="50628"/>
                </a:lnTo>
                <a:lnTo>
                  <a:pt x="524084" y="50116"/>
                </a:lnTo>
                <a:lnTo>
                  <a:pt x="524222" y="49615"/>
                </a:lnTo>
                <a:lnTo>
                  <a:pt x="524372" y="49125"/>
                </a:lnTo>
                <a:lnTo>
                  <a:pt x="524534" y="48645"/>
                </a:lnTo>
                <a:lnTo>
                  <a:pt x="524710" y="48177"/>
                </a:lnTo>
                <a:lnTo>
                  <a:pt x="524899" y="47720"/>
                </a:lnTo>
                <a:lnTo>
                  <a:pt x="525101" y="47273"/>
                </a:lnTo>
                <a:lnTo>
                  <a:pt x="525315" y="46838"/>
                </a:lnTo>
                <a:lnTo>
                  <a:pt x="525543" y="46414"/>
                </a:lnTo>
                <a:lnTo>
                  <a:pt x="525783" y="46001"/>
                </a:lnTo>
                <a:lnTo>
                  <a:pt x="526037" y="45598"/>
                </a:lnTo>
                <a:lnTo>
                  <a:pt x="526303" y="45207"/>
                </a:lnTo>
                <a:lnTo>
                  <a:pt x="526582" y="44827"/>
                </a:lnTo>
                <a:lnTo>
                  <a:pt x="526875" y="44458"/>
                </a:lnTo>
                <a:lnTo>
                  <a:pt x="527180" y="44100"/>
                </a:lnTo>
                <a:lnTo>
                  <a:pt x="527498" y="43752"/>
                </a:lnTo>
                <a:lnTo>
                  <a:pt x="527829" y="43416"/>
                </a:lnTo>
                <a:lnTo>
                  <a:pt x="528173" y="43091"/>
                </a:lnTo>
                <a:lnTo>
                  <a:pt x="528529" y="42777"/>
                </a:lnTo>
                <a:lnTo>
                  <a:pt x="528899" y="42474"/>
                </a:lnTo>
                <a:lnTo>
                  <a:pt x="529282" y="42181"/>
                </a:lnTo>
                <a:lnTo>
                  <a:pt x="529677" y="41900"/>
                </a:lnTo>
                <a:lnTo>
                  <a:pt x="530083" y="41630"/>
                </a:lnTo>
                <a:lnTo>
                  <a:pt x="530494" y="41372"/>
                </a:lnTo>
                <a:lnTo>
                  <a:pt x="530911" y="41125"/>
                </a:lnTo>
                <a:lnTo>
                  <a:pt x="531335" y="40889"/>
                </a:lnTo>
                <a:lnTo>
                  <a:pt x="531765" y="40665"/>
                </a:lnTo>
                <a:lnTo>
                  <a:pt x="532201" y="40453"/>
                </a:lnTo>
                <a:lnTo>
                  <a:pt x="532644" y="40252"/>
                </a:lnTo>
                <a:lnTo>
                  <a:pt x="533093" y="40062"/>
                </a:lnTo>
                <a:lnTo>
                  <a:pt x="533547" y="39884"/>
                </a:lnTo>
                <a:lnTo>
                  <a:pt x="534009" y="39718"/>
                </a:lnTo>
                <a:lnTo>
                  <a:pt x="534476" y="39563"/>
                </a:lnTo>
                <a:lnTo>
                  <a:pt x="534949" y="39419"/>
                </a:lnTo>
                <a:lnTo>
                  <a:pt x="535429" y="39287"/>
                </a:lnTo>
                <a:lnTo>
                  <a:pt x="535915" y="39166"/>
                </a:lnTo>
                <a:lnTo>
                  <a:pt x="536407" y="39057"/>
                </a:lnTo>
                <a:lnTo>
                  <a:pt x="536906" y="38960"/>
                </a:lnTo>
                <a:lnTo>
                  <a:pt x="537410" y="38873"/>
                </a:lnTo>
                <a:lnTo>
                  <a:pt x="537921" y="38799"/>
                </a:lnTo>
                <a:lnTo>
                  <a:pt x="538438" y="38736"/>
                </a:lnTo>
                <a:lnTo>
                  <a:pt x="538961" y="38684"/>
                </a:lnTo>
                <a:lnTo>
                  <a:pt x="539491" y="38644"/>
                </a:lnTo>
                <a:lnTo>
                  <a:pt x="540026" y="38615"/>
                </a:lnTo>
                <a:lnTo>
                  <a:pt x="540568" y="38598"/>
                </a:lnTo>
                <a:lnTo>
                  <a:pt x="541116" y="38592"/>
                </a:lnTo>
                <a:lnTo>
                  <a:pt x="541584" y="38596"/>
                </a:lnTo>
                <a:lnTo>
                  <a:pt x="542045" y="38607"/>
                </a:lnTo>
                <a:lnTo>
                  <a:pt x="542500" y="38626"/>
                </a:lnTo>
                <a:lnTo>
                  <a:pt x="542948" y="38653"/>
                </a:lnTo>
                <a:lnTo>
                  <a:pt x="543390" y="38688"/>
                </a:lnTo>
                <a:lnTo>
                  <a:pt x="543825" y="38730"/>
                </a:lnTo>
                <a:lnTo>
                  <a:pt x="544254" y="38780"/>
                </a:lnTo>
                <a:lnTo>
                  <a:pt x="544677" y="38837"/>
                </a:lnTo>
                <a:lnTo>
                  <a:pt x="545093" y="38902"/>
                </a:lnTo>
                <a:lnTo>
                  <a:pt x="545502" y="38975"/>
                </a:lnTo>
                <a:lnTo>
                  <a:pt x="545905" y="39055"/>
                </a:lnTo>
                <a:lnTo>
                  <a:pt x="546302" y="39144"/>
                </a:lnTo>
                <a:lnTo>
                  <a:pt x="546692" y="39239"/>
                </a:lnTo>
                <a:lnTo>
                  <a:pt x="547076" y="39343"/>
                </a:lnTo>
                <a:lnTo>
                  <a:pt x="547453" y="39454"/>
                </a:lnTo>
                <a:lnTo>
                  <a:pt x="547824" y="39573"/>
                </a:lnTo>
                <a:lnTo>
                  <a:pt x="548188" y="39699"/>
                </a:lnTo>
                <a:lnTo>
                  <a:pt x="548546" y="39833"/>
                </a:lnTo>
                <a:lnTo>
                  <a:pt x="548897" y="39975"/>
                </a:lnTo>
                <a:lnTo>
                  <a:pt x="549242" y="40124"/>
                </a:lnTo>
                <a:lnTo>
                  <a:pt x="549580" y="40281"/>
                </a:lnTo>
                <a:lnTo>
                  <a:pt x="549912" y="40446"/>
                </a:lnTo>
                <a:lnTo>
                  <a:pt x="550238" y="40618"/>
                </a:lnTo>
                <a:lnTo>
                  <a:pt x="550557" y="40798"/>
                </a:lnTo>
                <a:lnTo>
                  <a:pt x="550870" y="40986"/>
                </a:lnTo>
                <a:lnTo>
                  <a:pt x="551177" y="41181"/>
                </a:lnTo>
                <a:lnTo>
                  <a:pt x="551477" y="41383"/>
                </a:lnTo>
                <a:lnTo>
                  <a:pt x="551771" y="41593"/>
                </a:lnTo>
                <a:lnTo>
                  <a:pt x="552059" y="41810"/>
                </a:lnTo>
                <a:lnTo>
                  <a:pt x="552341" y="42035"/>
                </a:lnTo>
                <a:lnTo>
                  <a:pt x="552616" y="42267"/>
                </a:lnTo>
                <a:lnTo>
                  <a:pt x="552886" y="42506"/>
                </a:lnTo>
                <a:lnTo>
                  <a:pt x="553149" y="42753"/>
                </a:lnTo>
                <a:lnTo>
                  <a:pt x="553405" y="43007"/>
                </a:lnTo>
                <a:lnTo>
                  <a:pt x="553656" y="43269"/>
                </a:lnTo>
                <a:lnTo>
                  <a:pt x="553900" y="43538"/>
                </a:lnTo>
                <a:lnTo>
                  <a:pt x="554139" y="43814"/>
                </a:lnTo>
                <a:lnTo>
                  <a:pt x="554370" y="44098"/>
                </a:lnTo>
                <a:lnTo>
                  <a:pt x="554596" y="44390"/>
                </a:lnTo>
                <a:lnTo>
                  <a:pt x="554816" y="44688"/>
                </a:lnTo>
                <a:lnTo>
                  <a:pt x="555029" y="44995"/>
                </a:lnTo>
                <a:lnTo>
                  <a:pt x="555236" y="45308"/>
                </a:lnTo>
                <a:lnTo>
                  <a:pt x="555437" y="45629"/>
                </a:lnTo>
                <a:lnTo>
                  <a:pt x="555631" y="45958"/>
                </a:lnTo>
                <a:lnTo>
                  <a:pt x="555819" y="46293"/>
                </a:lnTo>
                <a:lnTo>
                  <a:pt x="556001" y="46637"/>
                </a:lnTo>
                <a:lnTo>
                  <a:pt x="556177" y="46987"/>
                </a:lnTo>
                <a:lnTo>
                  <a:pt x="556347" y="47345"/>
                </a:lnTo>
                <a:lnTo>
                  <a:pt x="556510" y="47711"/>
                </a:lnTo>
                <a:lnTo>
                  <a:pt x="556666" y="48083"/>
                </a:lnTo>
                <a:lnTo>
                  <a:pt x="556815" y="48464"/>
                </a:lnTo>
                <a:lnTo>
                  <a:pt x="556957" y="48851"/>
                </a:lnTo>
                <a:lnTo>
                  <a:pt x="557093" y="49247"/>
                </a:lnTo>
                <a:lnTo>
                  <a:pt x="557221" y="49649"/>
                </a:lnTo>
                <a:lnTo>
                  <a:pt x="557342" y="50059"/>
                </a:lnTo>
                <a:lnTo>
                  <a:pt x="557457" y="50477"/>
                </a:lnTo>
                <a:lnTo>
                  <a:pt x="557564" y="50902"/>
                </a:lnTo>
                <a:lnTo>
                  <a:pt x="557665" y="51334"/>
                </a:lnTo>
                <a:lnTo>
                  <a:pt x="557759" y="51774"/>
                </a:lnTo>
                <a:lnTo>
                  <a:pt x="557845" y="52221"/>
                </a:lnTo>
                <a:lnTo>
                  <a:pt x="557925" y="52675"/>
                </a:lnTo>
                <a:lnTo>
                  <a:pt x="557998" y="53137"/>
                </a:lnTo>
                <a:lnTo>
                  <a:pt x="558064" y="53607"/>
                </a:lnTo>
                <a:lnTo>
                  <a:pt x="558123" y="54084"/>
                </a:lnTo>
                <a:lnTo>
                  <a:pt x="558175" y="54568"/>
                </a:lnTo>
                <a:lnTo>
                  <a:pt x="558220" y="55059"/>
                </a:lnTo>
                <a:lnTo>
                  <a:pt x="558258" y="55559"/>
                </a:lnTo>
                <a:lnTo>
                  <a:pt x="558289" y="56065"/>
                </a:lnTo>
                <a:lnTo>
                  <a:pt x="558314" y="56579"/>
                </a:lnTo>
                <a:lnTo>
                  <a:pt x="558331" y="57101"/>
                </a:lnTo>
                <a:lnTo>
                  <a:pt x="558341" y="57629"/>
                </a:lnTo>
                <a:lnTo>
                  <a:pt x="558345" y="58166"/>
                </a:lnTo>
                <a:lnTo>
                  <a:pt x="540014" y="58166"/>
                </a:lnTo>
                <a:lnTo>
                  <a:pt x="539260" y="58170"/>
                </a:lnTo>
                <a:lnTo>
                  <a:pt x="538515" y="58183"/>
                </a:lnTo>
                <a:lnTo>
                  <a:pt x="537778" y="58205"/>
                </a:lnTo>
                <a:lnTo>
                  <a:pt x="537049" y="58236"/>
                </a:lnTo>
                <a:lnTo>
                  <a:pt x="536329" y="58276"/>
                </a:lnTo>
                <a:lnTo>
                  <a:pt x="535617" y="58325"/>
                </a:lnTo>
                <a:lnTo>
                  <a:pt x="534913" y="58382"/>
                </a:lnTo>
                <a:lnTo>
                  <a:pt x="534218" y="58449"/>
                </a:lnTo>
                <a:lnTo>
                  <a:pt x="533531" y="58524"/>
                </a:lnTo>
                <a:lnTo>
                  <a:pt x="532853" y="58608"/>
                </a:lnTo>
                <a:lnTo>
                  <a:pt x="532182" y="58701"/>
                </a:lnTo>
                <a:lnTo>
                  <a:pt x="531521" y="58803"/>
                </a:lnTo>
                <a:lnTo>
                  <a:pt x="530867" y="58914"/>
                </a:lnTo>
                <a:lnTo>
                  <a:pt x="530222" y="59033"/>
                </a:lnTo>
                <a:lnTo>
                  <a:pt x="529586" y="59161"/>
                </a:lnTo>
                <a:lnTo>
                  <a:pt x="528957" y="59299"/>
                </a:lnTo>
                <a:lnTo>
                  <a:pt x="528337" y="59445"/>
                </a:lnTo>
                <a:lnTo>
                  <a:pt x="527726" y="59599"/>
                </a:lnTo>
                <a:lnTo>
                  <a:pt x="527123" y="59763"/>
                </a:lnTo>
                <a:lnTo>
                  <a:pt x="526528" y="59936"/>
                </a:lnTo>
                <a:lnTo>
                  <a:pt x="525942" y="60117"/>
                </a:lnTo>
                <a:lnTo>
                  <a:pt x="525363" y="60307"/>
                </a:lnTo>
                <a:lnTo>
                  <a:pt x="524794" y="60507"/>
                </a:lnTo>
                <a:lnTo>
                  <a:pt x="524232" y="60715"/>
                </a:lnTo>
                <a:lnTo>
                  <a:pt x="523681" y="60931"/>
                </a:lnTo>
                <a:lnTo>
                  <a:pt x="523140" y="61156"/>
                </a:lnTo>
                <a:lnTo>
                  <a:pt x="522609" y="61388"/>
                </a:lnTo>
                <a:lnTo>
                  <a:pt x="522089" y="61629"/>
                </a:lnTo>
                <a:lnTo>
                  <a:pt x="521579" y="61878"/>
                </a:lnTo>
                <a:lnTo>
                  <a:pt x="521080" y="62136"/>
                </a:lnTo>
                <a:lnTo>
                  <a:pt x="520591" y="62401"/>
                </a:lnTo>
                <a:lnTo>
                  <a:pt x="520113" y="62674"/>
                </a:lnTo>
                <a:lnTo>
                  <a:pt x="519646" y="62956"/>
                </a:lnTo>
                <a:lnTo>
                  <a:pt x="519189" y="63246"/>
                </a:lnTo>
                <a:lnTo>
                  <a:pt x="518742" y="63544"/>
                </a:lnTo>
                <a:lnTo>
                  <a:pt x="518306" y="63850"/>
                </a:lnTo>
                <a:lnTo>
                  <a:pt x="517881" y="64164"/>
                </a:lnTo>
                <a:lnTo>
                  <a:pt x="517466" y="64486"/>
                </a:lnTo>
                <a:lnTo>
                  <a:pt x="517062" y="64817"/>
                </a:lnTo>
                <a:lnTo>
                  <a:pt x="516668" y="65155"/>
                </a:lnTo>
                <a:lnTo>
                  <a:pt x="516284" y="65502"/>
                </a:lnTo>
                <a:lnTo>
                  <a:pt x="515912" y="65857"/>
                </a:lnTo>
                <a:lnTo>
                  <a:pt x="515549" y="66220"/>
                </a:lnTo>
                <a:lnTo>
                  <a:pt x="515198" y="66591"/>
                </a:lnTo>
                <a:lnTo>
                  <a:pt x="514856" y="66971"/>
                </a:lnTo>
                <a:lnTo>
                  <a:pt x="514526" y="67358"/>
                </a:lnTo>
                <a:lnTo>
                  <a:pt x="514205" y="67754"/>
                </a:lnTo>
                <a:lnTo>
                  <a:pt x="513896" y="68157"/>
                </a:lnTo>
                <a:lnTo>
                  <a:pt x="513598" y="68569"/>
                </a:lnTo>
                <a:lnTo>
                  <a:pt x="513312" y="68988"/>
                </a:lnTo>
                <a:lnTo>
                  <a:pt x="513039" y="69414"/>
                </a:lnTo>
                <a:lnTo>
                  <a:pt x="512779" y="69848"/>
                </a:lnTo>
                <a:lnTo>
                  <a:pt x="512532" y="70289"/>
                </a:lnTo>
                <a:lnTo>
                  <a:pt x="512297" y="70737"/>
                </a:lnTo>
                <a:lnTo>
                  <a:pt x="512075" y="71193"/>
                </a:lnTo>
                <a:lnTo>
                  <a:pt x="511866" y="71656"/>
                </a:lnTo>
                <a:lnTo>
                  <a:pt x="511670" y="72127"/>
                </a:lnTo>
                <a:lnTo>
                  <a:pt x="511486" y="72605"/>
                </a:lnTo>
                <a:lnTo>
                  <a:pt x="511314" y="73091"/>
                </a:lnTo>
                <a:lnTo>
                  <a:pt x="511156" y="73584"/>
                </a:lnTo>
                <a:lnTo>
                  <a:pt x="511010" y="74085"/>
                </a:lnTo>
                <a:lnTo>
                  <a:pt x="510877" y="74592"/>
                </a:lnTo>
                <a:lnTo>
                  <a:pt x="510756" y="75108"/>
                </a:lnTo>
                <a:lnTo>
                  <a:pt x="510648" y="75631"/>
                </a:lnTo>
                <a:lnTo>
                  <a:pt x="510553" y="76161"/>
                </a:lnTo>
                <a:lnTo>
                  <a:pt x="510471" y="76698"/>
                </a:lnTo>
                <a:lnTo>
                  <a:pt x="510401" y="77243"/>
                </a:lnTo>
                <a:lnTo>
                  <a:pt x="510344" y="77796"/>
                </a:lnTo>
                <a:lnTo>
                  <a:pt x="510300" y="78356"/>
                </a:lnTo>
                <a:lnTo>
                  <a:pt x="510268" y="78923"/>
                </a:lnTo>
                <a:lnTo>
                  <a:pt x="510249" y="79498"/>
                </a:lnTo>
                <a:lnTo>
                  <a:pt x="510243" y="80080"/>
                </a:lnTo>
                <a:lnTo>
                  <a:pt x="510247" y="80561"/>
                </a:lnTo>
                <a:lnTo>
                  <a:pt x="510262" y="81038"/>
                </a:lnTo>
                <a:lnTo>
                  <a:pt x="510286" y="81513"/>
                </a:lnTo>
                <a:lnTo>
                  <a:pt x="510319" y="81984"/>
                </a:lnTo>
                <a:lnTo>
                  <a:pt x="510362" y="82453"/>
                </a:lnTo>
                <a:lnTo>
                  <a:pt x="510415" y="82918"/>
                </a:lnTo>
                <a:lnTo>
                  <a:pt x="510477" y="83380"/>
                </a:lnTo>
                <a:lnTo>
                  <a:pt x="510549" y="83839"/>
                </a:lnTo>
                <a:lnTo>
                  <a:pt x="510630" y="84295"/>
                </a:lnTo>
                <a:lnTo>
                  <a:pt x="510721" y="84748"/>
                </a:lnTo>
                <a:lnTo>
                  <a:pt x="510822" y="85198"/>
                </a:lnTo>
                <a:lnTo>
                  <a:pt x="510932" y="85644"/>
                </a:lnTo>
                <a:lnTo>
                  <a:pt x="511052" y="86088"/>
                </a:lnTo>
                <a:lnTo>
                  <a:pt x="511181" y="86528"/>
                </a:lnTo>
                <a:lnTo>
                  <a:pt x="511320" y="86966"/>
                </a:lnTo>
                <a:lnTo>
                  <a:pt x="511468" y="87400"/>
                </a:lnTo>
                <a:lnTo>
                  <a:pt x="511626" y="87831"/>
                </a:lnTo>
                <a:lnTo>
                  <a:pt x="511793" y="88259"/>
                </a:lnTo>
                <a:lnTo>
                  <a:pt x="511971" y="88684"/>
                </a:lnTo>
                <a:lnTo>
                  <a:pt x="512157" y="89106"/>
                </a:lnTo>
                <a:lnTo>
                  <a:pt x="512354" y="89524"/>
                </a:lnTo>
                <a:lnTo>
                  <a:pt x="512559" y="89940"/>
                </a:lnTo>
                <a:lnTo>
                  <a:pt x="512775" y="90352"/>
                </a:lnTo>
                <a:lnTo>
                  <a:pt x="513000" y="90762"/>
                </a:lnTo>
                <a:lnTo>
                  <a:pt x="513235" y="91166"/>
                </a:lnTo>
                <a:lnTo>
                  <a:pt x="513479" y="91564"/>
                </a:lnTo>
                <a:lnTo>
                  <a:pt x="513734" y="91955"/>
                </a:lnTo>
                <a:lnTo>
                  <a:pt x="513999" y="92339"/>
                </a:lnTo>
                <a:lnTo>
                  <a:pt x="514274" y="92716"/>
                </a:lnTo>
                <a:lnTo>
                  <a:pt x="514559" y="93087"/>
                </a:lnTo>
                <a:lnTo>
                  <a:pt x="514854" y="93451"/>
                </a:lnTo>
                <a:lnTo>
                  <a:pt x="515159" y="93809"/>
                </a:lnTo>
                <a:lnTo>
                  <a:pt x="515475" y="94159"/>
                </a:lnTo>
                <a:lnTo>
                  <a:pt x="515800" y="94503"/>
                </a:lnTo>
                <a:lnTo>
                  <a:pt x="516135" y="94841"/>
                </a:lnTo>
                <a:lnTo>
                  <a:pt x="516480" y="95171"/>
                </a:lnTo>
                <a:lnTo>
                  <a:pt x="516836" y="95495"/>
                </a:lnTo>
                <a:lnTo>
                  <a:pt x="517201" y="95813"/>
                </a:lnTo>
                <a:lnTo>
                  <a:pt x="517577" y="96123"/>
                </a:lnTo>
                <a:lnTo>
                  <a:pt x="517962" y="96427"/>
                </a:lnTo>
                <a:lnTo>
                  <a:pt x="518358" y="96724"/>
                </a:lnTo>
                <a:lnTo>
                  <a:pt x="518763" y="97015"/>
                </a:lnTo>
                <a:lnTo>
                  <a:pt x="519179" y="97298"/>
                </a:lnTo>
                <a:lnTo>
                  <a:pt x="519605" y="97575"/>
                </a:lnTo>
                <a:lnTo>
                  <a:pt x="520040" y="97846"/>
                </a:lnTo>
                <a:lnTo>
                  <a:pt x="520486" y="98110"/>
                </a:lnTo>
                <a:lnTo>
                  <a:pt x="520942" y="98367"/>
                </a:lnTo>
                <a:lnTo>
                  <a:pt x="521408" y="98617"/>
                </a:lnTo>
                <a:lnTo>
                  <a:pt x="521884" y="98859"/>
                </a:lnTo>
                <a:lnTo>
                  <a:pt x="522369" y="99090"/>
                </a:lnTo>
                <a:lnTo>
                  <a:pt x="522864" y="99311"/>
                </a:lnTo>
                <a:lnTo>
                  <a:pt x="523368" y="99522"/>
                </a:lnTo>
                <a:lnTo>
                  <a:pt x="523882" y="99723"/>
                </a:lnTo>
                <a:lnTo>
                  <a:pt x="524406" y="99913"/>
                </a:lnTo>
                <a:lnTo>
                  <a:pt x="524939" y="100093"/>
                </a:lnTo>
                <a:lnTo>
                  <a:pt x="525481" y="100263"/>
                </a:lnTo>
                <a:lnTo>
                  <a:pt x="526034" y="100423"/>
                </a:lnTo>
                <a:lnTo>
                  <a:pt x="526595" y="100572"/>
                </a:lnTo>
                <a:lnTo>
                  <a:pt x="527167" y="100711"/>
                </a:lnTo>
                <a:lnTo>
                  <a:pt x="527748" y="100839"/>
                </a:lnTo>
                <a:lnTo>
                  <a:pt x="528338" y="100958"/>
                </a:lnTo>
                <a:lnTo>
                  <a:pt x="528938" y="101066"/>
                </a:lnTo>
                <a:lnTo>
                  <a:pt x="529548" y="101163"/>
                </a:lnTo>
                <a:lnTo>
                  <a:pt x="530167" y="101251"/>
                </a:lnTo>
                <a:lnTo>
                  <a:pt x="530796" y="101328"/>
                </a:lnTo>
                <a:lnTo>
                  <a:pt x="531434" y="101395"/>
                </a:lnTo>
                <a:lnTo>
                  <a:pt x="532082" y="101451"/>
                </a:lnTo>
                <a:lnTo>
                  <a:pt x="532740" y="101498"/>
                </a:lnTo>
                <a:lnTo>
                  <a:pt x="533407" y="101534"/>
                </a:lnTo>
                <a:lnTo>
                  <a:pt x="534083" y="101559"/>
                </a:lnTo>
                <a:lnTo>
                  <a:pt x="534769" y="101575"/>
                </a:lnTo>
                <a:lnTo>
                  <a:pt x="535465" y="101580"/>
                </a:lnTo>
                <a:lnTo>
                  <a:pt x="535854" y="101578"/>
                </a:lnTo>
                <a:lnTo>
                  <a:pt x="536239" y="101572"/>
                </a:lnTo>
                <a:lnTo>
                  <a:pt x="536621" y="101563"/>
                </a:lnTo>
                <a:lnTo>
                  <a:pt x="536999" y="101549"/>
                </a:lnTo>
                <a:close/>
                <a:moveTo>
                  <a:pt x="535731" y="91752"/>
                </a:moveTo>
                <a:lnTo>
                  <a:pt x="535361" y="91729"/>
                </a:lnTo>
                <a:lnTo>
                  <a:pt x="534996" y="91700"/>
                </a:lnTo>
                <a:lnTo>
                  <a:pt x="534635" y="91665"/>
                </a:lnTo>
                <a:lnTo>
                  <a:pt x="534278" y="91626"/>
                </a:lnTo>
                <a:lnTo>
                  <a:pt x="533927" y="91581"/>
                </a:lnTo>
                <a:lnTo>
                  <a:pt x="533579" y="91531"/>
                </a:lnTo>
                <a:lnTo>
                  <a:pt x="533237" y="91476"/>
                </a:lnTo>
                <a:lnTo>
                  <a:pt x="532898" y="91416"/>
                </a:lnTo>
                <a:lnTo>
                  <a:pt x="532565" y="91350"/>
                </a:lnTo>
                <a:lnTo>
                  <a:pt x="532235" y="91279"/>
                </a:lnTo>
                <a:lnTo>
                  <a:pt x="531911" y="91203"/>
                </a:lnTo>
                <a:lnTo>
                  <a:pt x="531591" y="91121"/>
                </a:lnTo>
                <a:lnTo>
                  <a:pt x="531275" y="91035"/>
                </a:lnTo>
                <a:lnTo>
                  <a:pt x="530964" y="90943"/>
                </a:lnTo>
                <a:lnTo>
                  <a:pt x="530658" y="90845"/>
                </a:lnTo>
                <a:lnTo>
                  <a:pt x="530356" y="90743"/>
                </a:lnTo>
                <a:lnTo>
                  <a:pt x="530058" y="90635"/>
                </a:lnTo>
                <a:lnTo>
                  <a:pt x="529766" y="90522"/>
                </a:lnTo>
                <a:lnTo>
                  <a:pt x="529477" y="90404"/>
                </a:lnTo>
                <a:lnTo>
                  <a:pt x="529194" y="90280"/>
                </a:lnTo>
                <a:lnTo>
                  <a:pt x="528915" y="90152"/>
                </a:lnTo>
                <a:lnTo>
                  <a:pt x="528643" y="90019"/>
                </a:lnTo>
                <a:lnTo>
                  <a:pt x="528376" y="89882"/>
                </a:lnTo>
                <a:lnTo>
                  <a:pt x="528114" y="89740"/>
                </a:lnTo>
                <a:lnTo>
                  <a:pt x="527859" y="89594"/>
                </a:lnTo>
                <a:lnTo>
                  <a:pt x="527609" y="89444"/>
                </a:lnTo>
                <a:lnTo>
                  <a:pt x="527365" y="89290"/>
                </a:lnTo>
                <a:lnTo>
                  <a:pt x="527127" y="89131"/>
                </a:lnTo>
                <a:lnTo>
                  <a:pt x="526894" y="88968"/>
                </a:lnTo>
                <a:lnTo>
                  <a:pt x="526668" y="88801"/>
                </a:lnTo>
                <a:lnTo>
                  <a:pt x="526447" y="88629"/>
                </a:lnTo>
                <a:lnTo>
                  <a:pt x="526231" y="88454"/>
                </a:lnTo>
                <a:lnTo>
                  <a:pt x="526022" y="88273"/>
                </a:lnTo>
                <a:lnTo>
                  <a:pt x="525818" y="88089"/>
                </a:lnTo>
                <a:lnTo>
                  <a:pt x="525620" y="87900"/>
                </a:lnTo>
                <a:lnTo>
                  <a:pt x="525428" y="87707"/>
                </a:lnTo>
                <a:lnTo>
                  <a:pt x="525241" y="87509"/>
                </a:lnTo>
                <a:lnTo>
                  <a:pt x="525060" y="87308"/>
                </a:lnTo>
                <a:lnTo>
                  <a:pt x="524885" y="87102"/>
                </a:lnTo>
                <a:lnTo>
                  <a:pt x="524716" y="86891"/>
                </a:lnTo>
                <a:lnTo>
                  <a:pt x="524552" y="86676"/>
                </a:lnTo>
                <a:lnTo>
                  <a:pt x="524394" y="86457"/>
                </a:lnTo>
                <a:lnTo>
                  <a:pt x="524242" y="86234"/>
                </a:lnTo>
                <a:lnTo>
                  <a:pt x="524096" y="86007"/>
                </a:lnTo>
                <a:lnTo>
                  <a:pt x="523955" y="85775"/>
                </a:lnTo>
                <a:lnTo>
                  <a:pt x="523821" y="85540"/>
                </a:lnTo>
                <a:lnTo>
                  <a:pt x="523692" y="85302"/>
                </a:lnTo>
                <a:lnTo>
                  <a:pt x="523569" y="85061"/>
                </a:lnTo>
                <a:lnTo>
                  <a:pt x="523453" y="84816"/>
                </a:lnTo>
                <a:lnTo>
                  <a:pt x="523342" y="84568"/>
                </a:lnTo>
                <a:lnTo>
                  <a:pt x="523237" y="84316"/>
                </a:lnTo>
                <a:lnTo>
                  <a:pt x="523139" y="84061"/>
                </a:lnTo>
                <a:lnTo>
                  <a:pt x="523046" y="83803"/>
                </a:lnTo>
                <a:lnTo>
                  <a:pt x="522959" y="83542"/>
                </a:lnTo>
                <a:lnTo>
                  <a:pt x="522879" y="83277"/>
                </a:lnTo>
                <a:lnTo>
                  <a:pt x="522804" y="83009"/>
                </a:lnTo>
                <a:lnTo>
                  <a:pt x="522735" y="82737"/>
                </a:lnTo>
                <a:lnTo>
                  <a:pt x="522672" y="82462"/>
                </a:lnTo>
                <a:lnTo>
                  <a:pt x="522615" y="82184"/>
                </a:lnTo>
                <a:lnTo>
                  <a:pt x="522565" y="81902"/>
                </a:lnTo>
                <a:lnTo>
                  <a:pt x="522520" y="81617"/>
                </a:lnTo>
                <a:lnTo>
                  <a:pt x="522481" y="81329"/>
                </a:lnTo>
                <a:lnTo>
                  <a:pt x="522448" y="81037"/>
                </a:lnTo>
                <a:lnTo>
                  <a:pt x="522421" y="80742"/>
                </a:lnTo>
                <a:lnTo>
                  <a:pt x="522400" y="80444"/>
                </a:lnTo>
                <a:lnTo>
                  <a:pt x="522385" y="80142"/>
                </a:lnTo>
                <a:lnTo>
                  <a:pt x="522376" y="79837"/>
                </a:lnTo>
                <a:lnTo>
                  <a:pt x="522373" y="79529"/>
                </a:lnTo>
                <a:lnTo>
                  <a:pt x="522376" y="79232"/>
                </a:lnTo>
                <a:lnTo>
                  <a:pt x="522386" y="78937"/>
                </a:lnTo>
                <a:lnTo>
                  <a:pt x="522401" y="78645"/>
                </a:lnTo>
                <a:lnTo>
                  <a:pt x="522423" y="78356"/>
                </a:lnTo>
                <a:lnTo>
                  <a:pt x="522451" y="78069"/>
                </a:lnTo>
                <a:lnTo>
                  <a:pt x="522485" y="77785"/>
                </a:lnTo>
                <a:lnTo>
                  <a:pt x="522526" y="77503"/>
                </a:lnTo>
                <a:lnTo>
                  <a:pt x="522572" y="77224"/>
                </a:lnTo>
                <a:lnTo>
                  <a:pt x="522625" y="76948"/>
                </a:lnTo>
                <a:lnTo>
                  <a:pt x="522684" y="76674"/>
                </a:lnTo>
                <a:lnTo>
                  <a:pt x="522749" y="76403"/>
                </a:lnTo>
                <a:lnTo>
                  <a:pt x="522821" y="76135"/>
                </a:lnTo>
                <a:lnTo>
                  <a:pt x="522898" y="75869"/>
                </a:lnTo>
                <a:lnTo>
                  <a:pt x="522982" y="75606"/>
                </a:lnTo>
                <a:lnTo>
                  <a:pt x="523072" y="75346"/>
                </a:lnTo>
                <a:lnTo>
                  <a:pt x="523169" y="75088"/>
                </a:lnTo>
                <a:lnTo>
                  <a:pt x="523271" y="74833"/>
                </a:lnTo>
                <a:lnTo>
                  <a:pt x="523380" y="74581"/>
                </a:lnTo>
                <a:lnTo>
                  <a:pt x="523495" y="74331"/>
                </a:lnTo>
                <a:lnTo>
                  <a:pt x="523616" y="74083"/>
                </a:lnTo>
                <a:lnTo>
                  <a:pt x="523744" y="73839"/>
                </a:lnTo>
                <a:lnTo>
                  <a:pt x="523877" y="73597"/>
                </a:lnTo>
                <a:lnTo>
                  <a:pt x="524017" y="73358"/>
                </a:lnTo>
                <a:lnTo>
                  <a:pt x="524163" y="73121"/>
                </a:lnTo>
                <a:lnTo>
                  <a:pt x="524316" y="72887"/>
                </a:lnTo>
                <a:lnTo>
                  <a:pt x="524478" y="72658"/>
                </a:lnTo>
                <a:lnTo>
                  <a:pt x="524648" y="72434"/>
                </a:lnTo>
                <a:lnTo>
                  <a:pt x="524825" y="72213"/>
                </a:lnTo>
                <a:lnTo>
                  <a:pt x="525011" y="71997"/>
                </a:lnTo>
                <a:lnTo>
                  <a:pt x="525205" y="71785"/>
                </a:lnTo>
                <a:lnTo>
                  <a:pt x="525408" y="71578"/>
                </a:lnTo>
                <a:lnTo>
                  <a:pt x="525618" y="71374"/>
                </a:lnTo>
                <a:lnTo>
                  <a:pt x="525836" y="71175"/>
                </a:lnTo>
                <a:lnTo>
                  <a:pt x="526063" y="70981"/>
                </a:lnTo>
                <a:lnTo>
                  <a:pt x="526298" y="70790"/>
                </a:lnTo>
                <a:lnTo>
                  <a:pt x="526541" y="70604"/>
                </a:lnTo>
                <a:lnTo>
                  <a:pt x="526792" y="70423"/>
                </a:lnTo>
                <a:lnTo>
                  <a:pt x="527051" y="70245"/>
                </a:lnTo>
                <a:lnTo>
                  <a:pt x="527318" y="70072"/>
                </a:lnTo>
                <a:lnTo>
                  <a:pt x="527593" y="69904"/>
                </a:lnTo>
                <a:lnTo>
                  <a:pt x="527877" y="69739"/>
                </a:lnTo>
                <a:lnTo>
                  <a:pt x="528169" y="69579"/>
                </a:lnTo>
                <a:lnTo>
                  <a:pt x="528468" y="69423"/>
                </a:lnTo>
                <a:lnTo>
                  <a:pt x="528776" y="69272"/>
                </a:lnTo>
                <a:lnTo>
                  <a:pt x="529092" y="69124"/>
                </a:lnTo>
                <a:lnTo>
                  <a:pt x="529417" y="68981"/>
                </a:lnTo>
                <a:lnTo>
                  <a:pt x="529749" y="68843"/>
                </a:lnTo>
                <a:lnTo>
                  <a:pt x="530090" y="68709"/>
                </a:lnTo>
                <a:lnTo>
                  <a:pt x="530439" y="68579"/>
                </a:lnTo>
                <a:lnTo>
                  <a:pt x="530797" y="68455"/>
                </a:lnTo>
                <a:lnTo>
                  <a:pt x="531165" y="68337"/>
                </a:lnTo>
                <a:lnTo>
                  <a:pt x="531541" y="68224"/>
                </a:lnTo>
                <a:lnTo>
                  <a:pt x="531927" y="68117"/>
                </a:lnTo>
                <a:lnTo>
                  <a:pt x="532321" y="68015"/>
                </a:lnTo>
                <a:lnTo>
                  <a:pt x="532725" y="67918"/>
                </a:lnTo>
                <a:lnTo>
                  <a:pt x="533138" y="67828"/>
                </a:lnTo>
                <a:lnTo>
                  <a:pt x="533560" y="67742"/>
                </a:lnTo>
                <a:lnTo>
                  <a:pt x="533991" y="67662"/>
                </a:lnTo>
                <a:lnTo>
                  <a:pt x="534431" y="67588"/>
                </a:lnTo>
                <a:lnTo>
                  <a:pt x="534880" y="67519"/>
                </a:lnTo>
                <a:lnTo>
                  <a:pt x="535339" y="67456"/>
                </a:lnTo>
                <a:lnTo>
                  <a:pt x="535806" y="67398"/>
                </a:lnTo>
                <a:lnTo>
                  <a:pt x="536283" y="67346"/>
                </a:lnTo>
                <a:lnTo>
                  <a:pt x="536768" y="67299"/>
                </a:lnTo>
                <a:lnTo>
                  <a:pt x="537263" y="67258"/>
                </a:lnTo>
                <a:lnTo>
                  <a:pt x="537766" y="67222"/>
                </a:lnTo>
                <a:lnTo>
                  <a:pt x="538279" y="67192"/>
                </a:lnTo>
                <a:lnTo>
                  <a:pt x="538801" y="67167"/>
                </a:lnTo>
                <a:lnTo>
                  <a:pt x="539332" y="67148"/>
                </a:lnTo>
                <a:lnTo>
                  <a:pt x="539872" y="67134"/>
                </a:lnTo>
                <a:lnTo>
                  <a:pt x="540421" y="67126"/>
                </a:lnTo>
                <a:lnTo>
                  <a:pt x="540979" y="67123"/>
                </a:lnTo>
                <a:lnTo>
                  <a:pt x="558345" y="67123"/>
                </a:lnTo>
                <a:lnTo>
                  <a:pt x="558345" y="67537"/>
                </a:lnTo>
                <a:lnTo>
                  <a:pt x="558342" y="67927"/>
                </a:lnTo>
                <a:lnTo>
                  <a:pt x="558335" y="68315"/>
                </a:lnTo>
                <a:lnTo>
                  <a:pt x="558322" y="68702"/>
                </a:lnTo>
                <a:lnTo>
                  <a:pt x="558305" y="69088"/>
                </a:lnTo>
                <a:lnTo>
                  <a:pt x="558282" y="69472"/>
                </a:lnTo>
                <a:lnTo>
                  <a:pt x="558254" y="69854"/>
                </a:lnTo>
                <a:lnTo>
                  <a:pt x="558222" y="70235"/>
                </a:lnTo>
                <a:lnTo>
                  <a:pt x="558184" y="70615"/>
                </a:lnTo>
                <a:lnTo>
                  <a:pt x="558141" y="70993"/>
                </a:lnTo>
                <a:lnTo>
                  <a:pt x="558094" y="71370"/>
                </a:lnTo>
                <a:lnTo>
                  <a:pt x="558041" y="71746"/>
                </a:lnTo>
                <a:lnTo>
                  <a:pt x="557983" y="72120"/>
                </a:lnTo>
                <a:lnTo>
                  <a:pt x="557920" y="72492"/>
                </a:lnTo>
                <a:lnTo>
                  <a:pt x="557852" y="72863"/>
                </a:lnTo>
                <a:lnTo>
                  <a:pt x="557780" y="73233"/>
                </a:lnTo>
                <a:lnTo>
                  <a:pt x="557702" y="73602"/>
                </a:lnTo>
                <a:lnTo>
                  <a:pt x="557619" y="73968"/>
                </a:lnTo>
                <a:lnTo>
                  <a:pt x="557531" y="74334"/>
                </a:lnTo>
                <a:lnTo>
                  <a:pt x="557438" y="74698"/>
                </a:lnTo>
                <a:lnTo>
                  <a:pt x="557340" y="75060"/>
                </a:lnTo>
                <a:lnTo>
                  <a:pt x="557237" y="75421"/>
                </a:lnTo>
                <a:lnTo>
                  <a:pt x="557129" y="75781"/>
                </a:lnTo>
                <a:lnTo>
                  <a:pt x="557016" y="76139"/>
                </a:lnTo>
                <a:lnTo>
                  <a:pt x="556898" y="76496"/>
                </a:lnTo>
                <a:lnTo>
                  <a:pt x="556775" y="76851"/>
                </a:lnTo>
                <a:lnTo>
                  <a:pt x="556648" y="77203"/>
                </a:lnTo>
                <a:lnTo>
                  <a:pt x="556516" y="77552"/>
                </a:lnTo>
                <a:lnTo>
                  <a:pt x="556379" y="77899"/>
                </a:lnTo>
                <a:lnTo>
                  <a:pt x="556238" y="78243"/>
                </a:lnTo>
                <a:lnTo>
                  <a:pt x="556093" y="78585"/>
                </a:lnTo>
                <a:lnTo>
                  <a:pt x="555942" y="78924"/>
                </a:lnTo>
                <a:lnTo>
                  <a:pt x="555788" y="79260"/>
                </a:lnTo>
                <a:lnTo>
                  <a:pt x="555628" y="79594"/>
                </a:lnTo>
                <a:lnTo>
                  <a:pt x="555465" y="79925"/>
                </a:lnTo>
                <a:lnTo>
                  <a:pt x="555296" y="80253"/>
                </a:lnTo>
                <a:lnTo>
                  <a:pt x="555123" y="80579"/>
                </a:lnTo>
                <a:lnTo>
                  <a:pt x="554946" y="80902"/>
                </a:lnTo>
                <a:lnTo>
                  <a:pt x="554764" y="81223"/>
                </a:lnTo>
                <a:lnTo>
                  <a:pt x="554577" y="81541"/>
                </a:lnTo>
                <a:lnTo>
                  <a:pt x="554386" y="81856"/>
                </a:lnTo>
                <a:lnTo>
                  <a:pt x="554191" y="82169"/>
                </a:lnTo>
                <a:lnTo>
                  <a:pt x="553990" y="82479"/>
                </a:lnTo>
                <a:lnTo>
                  <a:pt x="553786" y="82786"/>
                </a:lnTo>
                <a:lnTo>
                  <a:pt x="553576" y="83091"/>
                </a:lnTo>
                <a:lnTo>
                  <a:pt x="553363" y="83393"/>
                </a:lnTo>
                <a:lnTo>
                  <a:pt x="553144" y="83693"/>
                </a:lnTo>
                <a:lnTo>
                  <a:pt x="552921" y="83990"/>
                </a:lnTo>
                <a:lnTo>
                  <a:pt x="552694" y="84284"/>
                </a:lnTo>
                <a:lnTo>
                  <a:pt x="552462" y="84574"/>
                </a:lnTo>
                <a:lnTo>
                  <a:pt x="552226" y="84859"/>
                </a:lnTo>
                <a:lnTo>
                  <a:pt x="551987" y="85139"/>
                </a:lnTo>
                <a:lnTo>
                  <a:pt x="551743" y="85413"/>
                </a:lnTo>
                <a:lnTo>
                  <a:pt x="551495" y="85683"/>
                </a:lnTo>
                <a:lnTo>
                  <a:pt x="551243" y="85946"/>
                </a:lnTo>
                <a:lnTo>
                  <a:pt x="550987" y="86205"/>
                </a:lnTo>
                <a:lnTo>
                  <a:pt x="550727" y="86458"/>
                </a:lnTo>
                <a:lnTo>
                  <a:pt x="550462" y="86707"/>
                </a:lnTo>
                <a:lnTo>
                  <a:pt x="550194" y="86949"/>
                </a:lnTo>
                <a:lnTo>
                  <a:pt x="549922" y="87187"/>
                </a:lnTo>
                <a:lnTo>
                  <a:pt x="549645" y="87419"/>
                </a:lnTo>
                <a:lnTo>
                  <a:pt x="549365" y="87646"/>
                </a:lnTo>
                <a:lnTo>
                  <a:pt x="549080" y="87868"/>
                </a:lnTo>
                <a:lnTo>
                  <a:pt x="548792" y="88085"/>
                </a:lnTo>
                <a:lnTo>
                  <a:pt x="548499" y="88296"/>
                </a:lnTo>
                <a:lnTo>
                  <a:pt x="548202" y="88502"/>
                </a:lnTo>
                <a:lnTo>
                  <a:pt x="547901" y="88703"/>
                </a:lnTo>
                <a:lnTo>
                  <a:pt x="547596" y="88898"/>
                </a:lnTo>
                <a:lnTo>
                  <a:pt x="547287" y="89088"/>
                </a:lnTo>
                <a:lnTo>
                  <a:pt x="546974" y="89273"/>
                </a:lnTo>
                <a:lnTo>
                  <a:pt x="546657" y="89453"/>
                </a:lnTo>
                <a:lnTo>
                  <a:pt x="546335" y="89627"/>
                </a:lnTo>
                <a:lnTo>
                  <a:pt x="546010" y="89796"/>
                </a:lnTo>
                <a:lnTo>
                  <a:pt x="545681" y="89959"/>
                </a:lnTo>
                <a:lnTo>
                  <a:pt x="545349" y="90115"/>
                </a:lnTo>
                <a:lnTo>
                  <a:pt x="545014" y="90265"/>
                </a:lnTo>
                <a:lnTo>
                  <a:pt x="544676" y="90407"/>
                </a:lnTo>
                <a:lnTo>
                  <a:pt x="544334" y="90542"/>
                </a:lnTo>
                <a:lnTo>
                  <a:pt x="543990" y="90670"/>
                </a:lnTo>
                <a:lnTo>
                  <a:pt x="543642" y="90792"/>
                </a:lnTo>
                <a:lnTo>
                  <a:pt x="543291" y="90906"/>
                </a:lnTo>
                <a:lnTo>
                  <a:pt x="542938" y="91014"/>
                </a:lnTo>
                <a:lnTo>
                  <a:pt x="542581" y="91114"/>
                </a:lnTo>
                <a:lnTo>
                  <a:pt x="542221" y="91208"/>
                </a:lnTo>
                <a:lnTo>
                  <a:pt x="541858" y="91295"/>
                </a:lnTo>
                <a:lnTo>
                  <a:pt x="541491" y="91375"/>
                </a:lnTo>
                <a:lnTo>
                  <a:pt x="541122" y="91447"/>
                </a:lnTo>
                <a:lnTo>
                  <a:pt x="540749" y="91513"/>
                </a:lnTo>
                <a:lnTo>
                  <a:pt x="540374" y="91572"/>
                </a:lnTo>
                <a:lnTo>
                  <a:pt x="539995" y="91624"/>
                </a:lnTo>
                <a:lnTo>
                  <a:pt x="539613" y="91669"/>
                </a:lnTo>
                <a:lnTo>
                  <a:pt x="539228" y="91708"/>
                </a:lnTo>
                <a:lnTo>
                  <a:pt x="538840" y="91739"/>
                </a:lnTo>
                <a:lnTo>
                  <a:pt x="538449" y="91763"/>
                </a:lnTo>
                <a:lnTo>
                  <a:pt x="538055" y="91780"/>
                </a:lnTo>
                <a:lnTo>
                  <a:pt x="537657" y="91791"/>
                </a:lnTo>
                <a:lnTo>
                  <a:pt x="537257" y="91794"/>
                </a:lnTo>
                <a:lnTo>
                  <a:pt x="536869" y="91792"/>
                </a:lnTo>
                <a:lnTo>
                  <a:pt x="536485" y="91784"/>
                </a:lnTo>
                <a:lnTo>
                  <a:pt x="536106" y="91771"/>
                </a:lnTo>
                <a:lnTo>
                  <a:pt x="535731" y="91752"/>
                </a:lnTo>
                <a:close/>
                <a:moveTo>
                  <a:pt x="773263" y="67181"/>
                </a:moveTo>
                <a:lnTo>
                  <a:pt x="773273" y="67027"/>
                </a:lnTo>
                <a:lnTo>
                  <a:pt x="773281" y="66874"/>
                </a:lnTo>
                <a:lnTo>
                  <a:pt x="773290" y="66723"/>
                </a:lnTo>
                <a:lnTo>
                  <a:pt x="773297" y="66573"/>
                </a:lnTo>
                <a:lnTo>
                  <a:pt x="773305" y="66424"/>
                </a:lnTo>
                <a:lnTo>
                  <a:pt x="773312" y="66277"/>
                </a:lnTo>
                <a:lnTo>
                  <a:pt x="773318" y="66131"/>
                </a:lnTo>
                <a:lnTo>
                  <a:pt x="773324" y="65987"/>
                </a:lnTo>
                <a:lnTo>
                  <a:pt x="773330" y="65844"/>
                </a:lnTo>
                <a:lnTo>
                  <a:pt x="773335" y="65703"/>
                </a:lnTo>
                <a:lnTo>
                  <a:pt x="773339" y="65563"/>
                </a:lnTo>
                <a:lnTo>
                  <a:pt x="773343" y="65424"/>
                </a:lnTo>
                <a:lnTo>
                  <a:pt x="773347" y="65287"/>
                </a:lnTo>
                <a:lnTo>
                  <a:pt x="773350" y="65152"/>
                </a:lnTo>
                <a:lnTo>
                  <a:pt x="773352" y="65017"/>
                </a:lnTo>
                <a:lnTo>
                  <a:pt x="773354" y="64885"/>
                </a:lnTo>
                <a:lnTo>
                  <a:pt x="773356" y="64753"/>
                </a:lnTo>
                <a:lnTo>
                  <a:pt x="773357" y="64623"/>
                </a:lnTo>
                <a:lnTo>
                  <a:pt x="773358" y="64495"/>
                </a:lnTo>
                <a:lnTo>
                  <a:pt x="773358" y="64368"/>
                </a:lnTo>
                <a:lnTo>
                  <a:pt x="773358" y="64242"/>
                </a:lnTo>
                <a:lnTo>
                  <a:pt x="773358" y="64116"/>
                </a:lnTo>
                <a:lnTo>
                  <a:pt x="773358" y="63991"/>
                </a:lnTo>
                <a:lnTo>
                  <a:pt x="773358" y="63866"/>
                </a:lnTo>
                <a:lnTo>
                  <a:pt x="773358" y="63742"/>
                </a:lnTo>
                <a:lnTo>
                  <a:pt x="773358" y="63618"/>
                </a:lnTo>
                <a:lnTo>
                  <a:pt x="773358" y="63495"/>
                </a:lnTo>
                <a:lnTo>
                  <a:pt x="773358" y="63372"/>
                </a:lnTo>
                <a:lnTo>
                  <a:pt x="773358" y="63250"/>
                </a:lnTo>
                <a:lnTo>
                  <a:pt x="773358" y="63128"/>
                </a:lnTo>
                <a:lnTo>
                  <a:pt x="773358" y="63006"/>
                </a:lnTo>
                <a:lnTo>
                  <a:pt x="773358" y="62886"/>
                </a:lnTo>
                <a:lnTo>
                  <a:pt x="773358" y="62765"/>
                </a:lnTo>
                <a:lnTo>
                  <a:pt x="773358" y="62645"/>
                </a:lnTo>
                <a:lnTo>
                  <a:pt x="773358" y="62526"/>
                </a:lnTo>
                <a:lnTo>
                  <a:pt x="773358" y="62407"/>
                </a:lnTo>
                <a:lnTo>
                  <a:pt x="773358" y="62288"/>
                </a:lnTo>
                <a:lnTo>
                  <a:pt x="773358" y="62170"/>
                </a:lnTo>
                <a:lnTo>
                  <a:pt x="773358" y="62052"/>
                </a:lnTo>
                <a:lnTo>
                  <a:pt x="773358" y="61935"/>
                </a:lnTo>
                <a:lnTo>
                  <a:pt x="773358" y="61819"/>
                </a:lnTo>
                <a:lnTo>
                  <a:pt x="773358" y="61703"/>
                </a:lnTo>
                <a:lnTo>
                  <a:pt x="773358" y="61587"/>
                </a:lnTo>
                <a:lnTo>
                  <a:pt x="773358" y="61472"/>
                </a:lnTo>
                <a:lnTo>
                  <a:pt x="773352" y="60739"/>
                </a:lnTo>
                <a:lnTo>
                  <a:pt x="773332" y="60012"/>
                </a:lnTo>
                <a:lnTo>
                  <a:pt x="773299" y="59289"/>
                </a:lnTo>
                <a:lnTo>
                  <a:pt x="773253" y="58572"/>
                </a:lnTo>
                <a:lnTo>
                  <a:pt x="773194" y="57859"/>
                </a:lnTo>
                <a:lnTo>
                  <a:pt x="773121" y="57152"/>
                </a:lnTo>
                <a:lnTo>
                  <a:pt x="773036" y="56450"/>
                </a:lnTo>
                <a:lnTo>
                  <a:pt x="772937" y="55752"/>
                </a:lnTo>
                <a:lnTo>
                  <a:pt x="772825" y="55060"/>
                </a:lnTo>
                <a:lnTo>
                  <a:pt x="772700" y="54373"/>
                </a:lnTo>
                <a:lnTo>
                  <a:pt x="772562" y="53690"/>
                </a:lnTo>
                <a:lnTo>
                  <a:pt x="772411" y="53013"/>
                </a:lnTo>
                <a:lnTo>
                  <a:pt x="772246" y="52341"/>
                </a:lnTo>
                <a:lnTo>
                  <a:pt x="772069" y="51674"/>
                </a:lnTo>
                <a:lnTo>
                  <a:pt x="771878" y="51011"/>
                </a:lnTo>
                <a:lnTo>
                  <a:pt x="771674" y="50354"/>
                </a:lnTo>
                <a:lnTo>
                  <a:pt x="771457" y="49702"/>
                </a:lnTo>
                <a:lnTo>
                  <a:pt x="771226" y="49055"/>
                </a:lnTo>
                <a:lnTo>
                  <a:pt x="770983" y="48413"/>
                </a:lnTo>
                <a:lnTo>
                  <a:pt x="770726" y="47776"/>
                </a:lnTo>
                <a:lnTo>
                  <a:pt x="770457" y="47144"/>
                </a:lnTo>
                <a:lnTo>
                  <a:pt x="770174" y="46517"/>
                </a:lnTo>
                <a:lnTo>
                  <a:pt x="769878" y="45895"/>
                </a:lnTo>
                <a:lnTo>
                  <a:pt x="769568" y="45278"/>
                </a:lnTo>
                <a:lnTo>
                  <a:pt x="769247" y="44668"/>
                </a:lnTo>
                <a:lnTo>
                  <a:pt x="768914" y="44068"/>
                </a:lnTo>
                <a:lnTo>
                  <a:pt x="768569" y="43479"/>
                </a:lnTo>
                <a:lnTo>
                  <a:pt x="768213" y="42898"/>
                </a:lnTo>
                <a:lnTo>
                  <a:pt x="767846" y="42328"/>
                </a:lnTo>
                <a:lnTo>
                  <a:pt x="767467" y="41768"/>
                </a:lnTo>
                <a:lnTo>
                  <a:pt x="767076" y="41217"/>
                </a:lnTo>
                <a:lnTo>
                  <a:pt x="766674" y="40676"/>
                </a:lnTo>
                <a:lnTo>
                  <a:pt x="766261" y="40145"/>
                </a:lnTo>
                <a:lnTo>
                  <a:pt x="765836" y="39624"/>
                </a:lnTo>
                <a:lnTo>
                  <a:pt x="765400" y="39112"/>
                </a:lnTo>
                <a:lnTo>
                  <a:pt x="764952" y="38610"/>
                </a:lnTo>
                <a:lnTo>
                  <a:pt x="764492" y="38119"/>
                </a:lnTo>
                <a:lnTo>
                  <a:pt x="764021" y="37636"/>
                </a:lnTo>
                <a:lnTo>
                  <a:pt x="763539" y="37164"/>
                </a:lnTo>
                <a:lnTo>
                  <a:pt x="763045" y="36702"/>
                </a:lnTo>
                <a:lnTo>
                  <a:pt x="762540" y="36249"/>
                </a:lnTo>
                <a:lnTo>
                  <a:pt x="762023" y="35806"/>
                </a:lnTo>
                <a:lnTo>
                  <a:pt x="761495" y="35373"/>
                </a:lnTo>
                <a:lnTo>
                  <a:pt x="760955" y="34950"/>
                </a:lnTo>
                <a:lnTo>
                  <a:pt x="760403" y="34537"/>
                </a:lnTo>
                <a:lnTo>
                  <a:pt x="759841" y="34133"/>
                </a:lnTo>
                <a:lnTo>
                  <a:pt x="759266" y="33739"/>
                </a:lnTo>
                <a:lnTo>
                  <a:pt x="758681" y="33355"/>
                </a:lnTo>
                <a:lnTo>
                  <a:pt x="758084" y="32984"/>
                </a:lnTo>
                <a:lnTo>
                  <a:pt x="757476" y="32629"/>
                </a:lnTo>
                <a:lnTo>
                  <a:pt x="756858" y="32289"/>
                </a:lnTo>
                <a:lnTo>
                  <a:pt x="756228" y="31965"/>
                </a:lnTo>
                <a:lnTo>
                  <a:pt x="755589" y="31657"/>
                </a:lnTo>
                <a:lnTo>
                  <a:pt x="754938" y="31365"/>
                </a:lnTo>
                <a:lnTo>
                  <a:pt x="754276" y="31089"/>
                </a:lnTo>
                <a:lnTo>
                  <a:pt x="753604" y="30828"/>
                </a:lnTo>
                <a:lnTo>
                  <a:pt x="752921" y="30583"/>
                </a:lnTo>
                <a:lnTo>
                  <a:pt x="752227" y="30354"/>
                </a:lnTo>
                <a:lnTo>
                  <a:pt x="751523" y="30141"/>
                </a:lnTo>
                <a:lnTo>
                  <a:pt x="750807" y="29944"/>
                </a:lnTo>
                <a:lnTo>
                  <a:pt x="750081" y="29762"/>
                </a:lnTo>
                <a:lnTo>
                  <a:pt x="749344" y="29596"/>
                </a:lnTo>
                <a:lnTo>
                  <a:pt x="748596" y="29446"/>
                </a:lnTo>
                <a:lnTo>
                  <a:pt x="747838" y="29312"/>
                </a:lnTo>
                <a:lnTo>
                  <a:pt x="747069" y="29193"/>
                </a:lnTo>
                <a:lnTo>
                  <a:pt x="746289" y="29091"/>
                </a:lnTo>
                <a:lnTo>
                  <a:pt x="745498" y="29004"/>
                </a:lnTo>
                <a:lnTo>
                  <a:pt x="744696" y="28933"/>
                </a:lnTo>
                <a:lnTo>
                  <a:pt x="743884" y="28877"/>
                </a:lnTo>
                <a:lnTo>
                  <a:pt x="743061" y="28838"/>
                </a:lnTo>
                <a:lnTo>
                  <a:pt x="742227" y="28814"/>
                </a:lnTo>
                <a:lnTo>
                  <a:pt x="741383" y="28806"/>
                </a:lnTo>
                <a:lnTo>
                  <a:pt x="740560" y="28814"/>
                </a:lnTo>
                <a:lnTo>
                  <a:pt x="739744" y="28838"/>
                </a:lnTo>
                <a:lnTo>
                  <a:pt x="738937" y="28877"/>
                </a:lnTo>
                <a:lnTo>
                  <a:pt x="738138" y="28933"/>
                </a:lnTo>
                <a:lnTo>
                  <a:pt x="737346" y="29004"/>
                </a:lnTo>
                <a:lnTo>
                  <a:pt x="736563" y="29091"/>
                </a:lnTo>
                <a:lnTo>
                  <a:pt x="735787" y="29193"/>
                </a:lnTo>
                <a:lnTo>
                  <a:pt x="735019" y="29312"/>
                </a:lnTo>
                <a:lnTo>
                  <a:pt x="734259" y="29446"/>
                </a:lnTo>
                <a:lnTo>
                  <a:pt x="733507" y="29596"/>
                </a:lnTo>
                <a:lnTo>
                  <a:pt x="732763" y="29762"/>
                </a:lnTo>
                <a:lnTo>
                  <a:pt x="732027" y="29944"/>
                </a:lnTo>
                <a:lnTo>
                  <a:pt x="731299" y="30141"/>
                </a:lnTo>
                <a:lnTo>
                  <a:pt x="730578" y="30354"/>
                </a:lnTo>
                <a:lnTo>
                  <a:pt x="729866" y="30583"/>
                </a:lnTo>
                <a:lnTo>
                  <a:pt x="729161" y="30828"/>
                </a:lnTo>
                <a:lnTo>
                  <a:pt x="728465" y="31089"/>
                </a:lnTo>
                <a:lnTo>
                  <a:pt x="727776" y="31365"/>
                </a:lnTo>
                <a:lnTo>
                  <a:pt x="727095" y="31657"/>
                </a:lnTo>
                <a:lnTo>
                  <a:pt x="726422" y="31965"/>
                </a:lnTo>
                <a:lnTo>
                  <a:pt x="725757" y="32289"/>
                </a:lnTo>
                <a:lnTo>
                  <a:pt x="725100" y="32629"/>
                </a:lnTo>
                <a:lnTo>
                  <a:pt x="724450" y="32984"/>
                </a:lnTo>
                <a:lnTo>
                  <a:pt x="723809" y="33355"/>
                </a:lnTo>
                <a:lnTo>
                  <a:pt x="723178" y="33741"/>
                </a:lnTo>
                <a:lnTo>
                  <a:pt x="722558" y="34138"/>
                </a:lnTo>
                <a:lnTo>
                  <a:pt x="721951" y="34549"/>
                </a:lnTo>
                <a:lnTo>
                  <a:pt x="721355" y="34971"/>
                </a:lnTo>
                <a:lnTo>
                  <a:pt x="720771" y="35406"/>
                </a:lnTo>
                <a:lnTo>
                  <a:pt x="720200" y="35854"/>
                </a:lnTo>
                <a:lnTo>
                  <a:pt x="719640" y="36314"/>
                </a:lnTo>
                <a:lnTo>
                  <a:pt x="719092" y="36786"/>
                </a:lnTo>
                <a:lnTo>
                  <a:pt x="718557" y="37271"/>
                </a:lnTo>
                <a:lnTo>
                  <a:pt x="718033" y="37768"/>
                </a:lnTo>
                <a:lnTo>
                  <a:pt x="717521" y="38278"/>
                </a:lnTo>
                <a:lnTo>
                  <a:pt x="717021" y="38800"/>
                </a:lnTo>
                <a:lnTo>
                  <a:pt x="716533" y="39335"/>
                </a:lnTo>
                <a:lnTo>
                  <a:pt x="716057" y="39882"/>
                </a:lnTo>
                <a:lnTo>
                  <a:pt x="715593" y="40441"/>
                </a:lnTo>
                <a:lnTo>
                  <a:pt x="715141" y="41013"/>
                </a:lnTo>
                <a:lnTo>
                  <a:pt x="714701" y="41598"/>
                </a:lnTo>
                <a:lnTo>
                  <a:pt x="714273" y="42195"/>
                </a:lnTo>
                <a:lnTo>
                  <a:pt x="713857" y="42804"/>
                </a:lnTo>
                <a:lnTo>
                  <a:pt x="713453" y="43426"/>
                </a:lnTo>
                <a:lnTo>
                  <a:pt x="713061" y="44060"/>
                </a:lnTo>
                <a:lnTo>
                  <a:pt x="712681" y="44706"/>
                </a:lnTo>
                <a:lnTo>
                  <a:pt x="712312" y="45366"/>
                </a:lnTo>
                <a:lnTo>
                  <a:pt x="711956" y="46037"/>
                </a:lnTo>
                <a:lnTo>
                  <a:pt x="711613" y="46720"/>
                </a:lnTo>
                <a:lnTo>
                  <a:pt x="711284" y="47412"/>
                </a:lnTo>
                <a:lnTo>
                  <a:pt x="710971" y="48115"/>
                </a:lnTo>
                <a:lnTo>
                  <a:pt x="710671" y="48828"/>
                </a:lnTo>
                <a:lnTo>
                  <a:pt x="710387" y="49550"/>
                </a:lnTo>
                <a:lnTo>
                  <a:pt x="710117" y="50283"/>
                </a:lnTo>
                <a:lnTo>
                  <a:pt x="709861" y="51026"/>
                </a:lnTo>
                <a:lnTo>
                  <a:pt x="709620" y="51779"/>
                </a:lnTo>
                <a:lnTo>
                  <a:pt x="709394" y="52542"/>
                </a:lnTo>
                <a:lnTo>
                  <a:pt x="709182" y="53315"/>
                </a:lnTo>
                <a:lnTo>
                  <a:pt x="708985" y="54098"/>
                </a:lnTo>
                <a:lnTo>
                  <a:pt x="708803" y="54892"/>
                </a:lnTo>
                <a:lnTo>
                  <a:pt x="708635" y="55695"/>
                </a:lnTo>
                <a:lnTo>
                  <a:pt x="708482" y="56508"/>
                </a:lnTo>
                <a:lnTo>
                  <a:pt x="708343" y="57332"/>
                </a:lnTo>
                <a:lnTo>
                  <a:pt x="708219" y="58165"/>
                </a:lnTo>
                <a:lnTo>
                  <a:pt x="708109" y="59008"/>
                </a:lnTo>
                <a:lnTo>
                  <a:pt x="708015" y="59862"/>
                </a:lnTo>
                <a:lnTo>
                  <a:pt x="707934" y="60725"/>
                </a:lnTo>
                <a:lnTo>
                  <a:pt x="707869" y="61599"/>
                </a:lnTo>
                <a:lnTo>
                  <a:pt x="707818" y="62483"/>
                </a:lnTo>
                <a:lnTo>
                  <a:pt x="707781" y="63377"/>
                </a:lnTo>
                <a:lnTo>
                  <a:pt x="707759" y="64280"/>
                </a:lnTo>
                <a:lnTo>
                  <a:pt x="707752" y="65194"/>
                </a:lnTo>
                <a:lnTo>
                  <a:pt x="707759" y="66097"/>
                </a:lnTo>
                <a:lnTo>
                  <a:pt x="707781" y="66990"/>
                </a:lnTo>
                <a:lnTo>
                  <a:pt x="707819" y="67874"/>
                </a:lnTo>
                <a:lnTo>
                  <a:pt x="707870" y="68749"/>
                </a:lnTo>
                <a:lnTo>
                  <a:pt x="707937" y="69614"/>
                </a:lnTo>
                <a:lnTo>
                  <a:pt x="708019" y="70470"/>
                </a:lnTo>
                <a:lnTo>
                  <a:pt x="708115" y="71317"/>
                </a:lnTo>
                <a:lnTo>
                  <a:pt x="708226" y="72154"/>
                </a:lnTo>
                <a:lnTo>
                  <a:pt x="708352" y="72982"/>
                </a:lnTo>
                <a:lnTo>
                  <a:pt x="708493" y="73801"/>
                </a:lnTo>
                <a:lnTo>
                  <a:pt x="708649" y="74611"/>
                </a:lnTo>
                <a:lnTo>
                  <a:pt x="708820" y="75411"/>
                </a:lnTo>
                <a:lnTo>
                  <a:pt x="709005" y="76201"/>
                </a:lnTo>
                <a:lnTo>
                  <a:pt x="709205" y="76983"/>
                </a:lnTo>
                <a:lnTo>
                  <a:pt x="709420" y="77755"/>
                </a:lnTo>
                <a:lnTo>
                  <a:pt x="709650" y="78518"/>
                </a:lnTo>
                <a:lnTo>
                  <a:pt x="709895" y="79271"/>
                </a:lnTo>
                <a:lnTo>
                  <a:pt x="710154" y="80015"/>
                </a:lnTo>
                <a:lnTo>
                  <a:pt x="710429" y="80750"/>
                </a:lnTo>
                <a:lnTo>
                  <a:pt x="710718" y="81475"/>
                </a:lnTo>
                <a:lnTo>
                  <a:pt x="711022" y="82192"/>
                </a:lnTo>
                <a:lnTo>
                  <a:pt x="711341" y="82898"/>
                </a:lnTo>
                <a:lnTo>
                  <a:pt x="711675" y="83596"/>
                </a:lnTo>
                <a:lnTo>
                  <a:pt x="712023" y="84284"/>
                </a:lnTo>
                <a:lnTo>
                  <a:pt x="712385" y="84961"/>
                </a:lnTo>
                <a:lnTo>
                  <a:pt x="712758" y="85625"/>
                </a:lnTo>
                <a:lnTo>
                  <a:pt x="713142" y="86277"/>
                </a:lnTo>
                <a:lnTo>
                  <a:pt x="713538" y="86916"/>
                </a:lnTo>
                <a:lnTo>
                  <a:pt x="713944" y="87542"/>
                </a:lnTo>
                <a:lnTo>
                  <a:pt x="714362" y="88156"/>
                </a:lnTo>
                <a:lnTo>
                  <a:pt x="714792" y="88757"/>
                </a:lnTo>
                <a:lnTo>
                  <a:pt x="715232" y="89345"/>
                </a:lnTo>
                <a:lnTo>
                  <a:pt x="715684" y="89921"/>
                </a:lnTo>
                <a:lnTo>
                  <a:pt x="716147" y="90484"/>
                </a:lnTo>
                <a:lnTo>
                  <a:pt x="716621" y="91034"/>
                </a:lnTo>
                <a:lnTo>
                  <a:pt x="717106" y="91571"/>
                </a:lnTo>
                <a:lnTo>
                  <a:pt x="717603" y="92096"/>
                </a:lnTo>
                <a:lnTo>
                  <a:pt x="718111" y="92608"/>
                </a:lnTo>
                <a:lnTo>
                  <a:pt x="718630" y="93108"/>
                </a:lnTo>
                <a:lnTo>
                  <a:pt x="719161" y="93595"/>
                </a:lnTo>
                <a:lnTo>
                  <a:pt x="719702" y="94069"/>
                </a:lnTo>
                <a:lnTo>
                  <a:pt x="720255" y="94530"/>
                </a:lnTo>
                <a:lnTo>
                  <a:pt x="720819" y="94979"/>
                </a:lnTo>
                <a:lnTo>
                  <a:pt x="721395" y="95415"/>
                </a:lnTo>
                <a:lnTo>
                  <a:pt x="721982" y="95839"/>
                </a:lnTo>
                <a:lnTo>
                  <a:pt x="722579" y="96250"/>
                </a:lnTo>
                <a:lnTo>
                  <a:pt x="723189" y="96648"/>
                </a:lnTo>
                <a:lnTo>
                  <a:pt x="723809" y="97033"/>
                </a:lnTo>
                <a:lnTo>
                  <a:pt x="724439" y="97404"/>
                </a:lnTo>
                <a:lnTo>
                  <a:pt x="725077" y="97759"/>
                </a:lnTo>
                <a:lnTo>
                  <a:pt x="725723" y="98099"/>
                </a:lnTo>
                <a:lnTo>
                  <a:pt x="726376" y="98422"/>
                </a:lnTo>
                <a:lnTo>
                  <a:pt x="727038" y="98730"/>
                </a:lnTo>
                <a:lnTo>
                  <a:pt x="727707" y="99022"/>
                </a:lnTo>
                <a:lnTo>
                  <a:pt x="728385" y="99299"/>
                </a:lnTo>
                <a:lnTo>
                  <a:pt x="729070" y="99559"/>
                </a:lnTo>
                <a:lnTo>
                  <a:pt x="729763" y="99804"/>
                </a:lnTo>
                <a:lnTo>
                  <a:pt x="730464" y="100033"/>
                </a:lnTo>
                <a:lnTo>
                  <a:pt x="731173" y="100246"/>
                </a:lnTo>
                <a:lnTo>
                  <a:pt x="731890" y="100443"/>
                </a:lnTo>
                <a:lnTo>
                  <a:pt x="732614" y="100625"/>
                </a:lnTo>
                <a:lnTo>
                  <a:pt x="733347" y="100791"/>
                </a:lnTo>
                <a:lnTo>
                  <a:pt x="734087" y="100941"/>
                </a:lnTo>
                <a:lnTo>
                  <a:pt x="734836" y="101075"/>
                </a:lnTo>
                <a:lnTo>
                  <a:pt x="735592" y="101193"/>
                </a:lnTo>
                <a:lnTo>
                  <a:pt x="736356" y="101296"/>
                </a:lnTo>
                <a:lnTo>
                  <a:pt x="737128" y="101383"/>
                </a:lnTo>
                <a:lnTo>
                  <a:pt x="737908" y="101454"/>
                </a:lnTo>
                <a:lnTo>
                  <a:pt x="738696" y="101509"/>
                </a:lnTo>
                <a:lnTo>
                  <a:pt x="739492" y="101548"/>
                </a:lnTo>
                <a:lnTo>
                  <a:pt x="740296" y="101572"/>
                </a:lnTo>
                <a:lnTo>
                  <a:pt x="741107" y="101580"/>
                </a:lnTo>
                <a:lnTo>
                  <a:pt x="741781" y="101575"/>
                </a:lnTo>
                <a:lnTo>
                  <a:pt x="742449" y="101560"/>
                </a:lnTo>
                <a:lnTo>
                  <a:pt x="743109" y="101536"/>
                </a:lnTo>
                <a:lnTo>
                  <a:pt x="743762" y="101502"/>
                </a:lnTo>
                <a:lnTo>
                  <a:pt x="744409" y="101457"/>
                </a:lnTo>
                <a:lnTo>
                  <a:pt x="745048" y="101404"/>
                </a:lnTo>
                <a:lnTo>
                  <a:pt x="745681" y="101340"/>
                </a:lnTo>
                <a:lnTo>
                  <a:pt x="746307" y="101266"/>
                </a:lnTo>
                <a:lnTo>
                  <a:pt x="746925" y="101183"/>
                </a:lnTo>
                <a:lnTo>
                  <a:pt x="747537" y="101090"/>
                </a:lnTo>
                <a:lnTo>
                  <a:pt x="748142" y="100987"/>
                </a:lnTo>
                <a:lnTo>
                  <a:pt x="748740" y="100874"/>
                </a:lnTo>
                <a:lnTo>
                  <a:pt x="749331" y="100751"/>
                </a:lnTo>
                <a:lnTo>
                  <a:pt x="749915" y="100619"/>
                </a:lnTo>
                <a:lnTo>
                  <a:pt x="750492" y="100477"/>
                </a:lnTo>
                <a:lnTo>
                  <a:pt x="751062" y="100325"/>
                </a:lnTo>
                <a:lnTo>
                  <a:pt x="751625" y="100163"/>
                </a:lnTo>
                <a:lnTo>
                  <a:pt x="752181" y="99991"/>
                </a:lnTo>
                <a:lnTo>
                  <a:pt x="752730" y="99810"/>
                </a:lnTo>
                <a:lnTo>
                  <a:pt x="753273" y="99619"/>
                </a:lnTo>
                <a:lnTo>
                  <a:pt x="753808" y="99418"/>
                </a:lnTo>
                <a:lnTo>
                  <a:pt x="754336" y="99207"/>
                </a:lnTo>
                <a:lnTo>
                  <a:pt x="754858" y="98986"/>
                </a:lnTo>
                <a:lnTo>
                  <a:pt x="755372" y="98756"/>
                </a:lnTo>
                <a:lnTo>
                  <a:pt x="755880" y="98516"/>
                </a:lnTo>
                <a:lnTo>
                  <a:pt x="756381" y="98270"/>
                </a:lnTo>
                <a:lnTo>
                  <a:pt x="756874" y="98016"/>
                </a:lnTo>
                <a:lnTo>
                  <a:pt x="757361" y="97754"/>
                </a:lnTo>
                <a:lnTo>
                  <a:pt x="757841" y="97485"/>
                </a:lnTo>
                <a:lnTo>
                  <a:pt x="758314" y="97209"/>
                </a:lnTo>
                <a:lnTo>
                  <a:pt x="758780" y="96925"/>
                </a:lnTo>
                <a:lnTo>
                  <a:pt x="759239" y="96634"/>
                </a:lnTo>
                <a:lnTo>
                  <a:pt x="759691" y="96335"/>
                </a:lnTo>
                <a:lnTo>
                  <a:pt x="760136" y="96030"/>
                </a:lnTo>
                <a:lnTo>
                  <a:pt x="760574" y="95716"/>
                </a:lnTo>
                <a:lnTo>
                  <a:pt x="761006" y="95395"/>
                </a:lnTo>
                <a:lnTo>
                  <a:pt x="761430" y="95067"/>
                </a:lnTo>
                <a:lnTo>
                  <a:pt x="761847" y="94732"/>
                </a:lnTo>
                <a:lnTo>
                  <a:pt x="762258" y="94389"/>
                </a:lnTo>
                <a:lnTo>
                  <a:pt x="762661" y="94038"/>
                </a:lnTo>
                <a:lnTo>
                  <a:pt x="763058" y="93680"/>
                </a:lnTo>
                <a:lnTo>
                  <a:pt x="763448" y="93315"/>
                </a:lnTo>
                <a:lnTo>
                  <a:pt x="763830" y="92942"/>
                </a:lnTo>
                <a:lnTo>
                  <a:pt x="764206" y="92562"/>
                </a:lnTo>
                <a:lnTo>
                  <a:pt x="764575" y="92175"/>
                </a:lnTo>
                <a:lnTo>
                  <a:pt x="764937" y="91780"/>
                </a:lnTo>
                <a:lnTo>
                  <a:pt x="765292" y="91378"/>
                </a:lnTo>
                <a:lnTo>
                  <a:pt x="765640" y="90968"/>
                </a:lnTo>
                <a:lnTo>
                  <a:pt x="765980" y="90552"/>
                </a:lnTo>
                <a:lnTo>
                  <a:pt x="766312" y="90132"/>
                </a:lnTo>
                <a:lnTo>
                  <a:pt x="766635" y="89708"/>
                </a:lnTo>
                <a:lnTo>
                  <a:pt x="766949" y="89280"/>
                </a:lnTo>
                <a:lnTo>
                  <a:pt x="767255" y="88847"/>
                </a:lnTo>
                <a:lnTo>
                  <a:pt x="767552" y="88410"/>
                </a:lnTo>
                <a:lnTo>
                  <a:pt x="767841" y="87968"/>
                </a:lnTo>
                <a:lnTo>
                  <a:pt x="768121" y="87522"/>
                </a:lnTo>
                <a:lnTo>
                  <a:pt x="768392" y="87072"/>
                </a:lnTo>
                <a:lnTo>
                  <a:pt x="768655" y="86618"/>
                </a:lnTo>
                <a:lnTo>
                  <a:pt x="768909" y="86159"/>
                </a:lnTo>
                <a:lnTo>
                  <a:pt x="769155" y="85696"/>
                </a:lnTo>
                <a:lnTo>
                  <a:pt x="769392" y="85229"/>
                </a:lnTo>
                <a:lnTo>
                  <a:pt x="769620" y="84757"/>
                </a:lnTo>
                <a:lnTo>
                  <a:pt x="769840" y="84282"/>
                </a:lnTo>
                <a:lnTo>
                  <a:pt x="770051" y="83801"/>
                </a:lnTo>
                <a:lnTo>
                  <a:pt x="770253" y="83317"/>
                </a:lnTo>
                <a:lnTo>
                  <a:pt x="770447" y="82828"/>
                </a:lnTo>
                <a:lnTo>
                  <a:pt x="770632" y="82335"/>
                </a:lnTo>
                <a:lnTo>
                  <a:pt x="770809" y="81837"/>
                </a:lnTo>
                <a:lnTo>
                  <a:pt x="770977" y="81336"/>
                </a:lnTo>
                <a:lnTo>
                  <a:pt x="771137" y="80830"/>
                </a:lnTo>
                <a:lnTo>
                  <a:pt x="771287" y="80319"/>
                </a:lnTo>
                <a:lnTo>
                  <a:pt x="771430" y="79805"/>
                </a:lnTo>
                <a:lnTo>
                  <a:pt x="759989" y="79805"/>
                </a:lnTo>
                <a:lnTo>
                  <a:pt x="759812" y="80260"/>
                </a:lnTo>
                <a:lnTo>
                  <a:pt x="759626" y="80707"/>
                </a:lnTo>
                <a:lnTo>
                  <a:pt x="759430" y="81147"/>
                </a:lnTo>
                <a:lnTo>
                  <a:pt x="759225" y="81579"/>
                </a:lnTo>
                <a:lnTo>
                  <a:pt x="759011" y="82003"/>
                </a:lnTo>
                <a:lnTo>
                  <a:pt x="758787" y="82419"/>
                </a:lnTo>
                <a:lnTo>
                  <a:pt x="758554" y="82827"/>
                </a:lnTo>
                <a:lnTo>
                  <a:pt x="758312" y="83227"/>
                </a:lnTo>
                <a:lnTo>
                  <a:pt x="758060" y="83619"/>
                </a:lnTo>
                <a:lnTo>
                  <a:pt x="757799" y="84003"/>
                </a:lnTo>
                <a:lnTo>
                  <a:pt x="757529" y="84380"/>
                </a:lnTo>
                <a:lnTo>
                  <a:pt x="757249" y="84748"/>
                </a:lnTo>
                <a:lnTo>
                  <a:pt x="756961" y="85109"/>
                </a:lnTo>
                <a:lnTo>
                  <a:pt x="756662" y="85462"/>
                </a:lnTo>
                <a:lnTo>
                  <a:pt x="756355" y="85807"/>
                </a:lnTo>
                <a:lnTo>
                  <a:pt x="756038" y="86144"/>
                </a:lnTo>
                <a:lnTo>
                  <a:pt x="755711" y="86473"/>
                </a:lnTo>
                <a:lnTo>
                  <a:pt x="755376" y="86794"/>
                </a:lnTo>
                <a:lnTo>
                  <a:pt x="755031" y="87107"/>
                </a:lnTo>
                <a:lnTo>
                  <a:pt x="754677" y="87413"/>
                </a:lnTo>
                <a:lnTo>
                  <a:pt x="754313" y="87710"/>
                </a:lnTo>
                <a:lnTo>
                  <a:pt x="753940" y="88000"/>
                </a:lnTo>
                <a:lnTo>
                  <a:pt x="753558" y="88282"/>
                </a:lnTo>
                <a:lnTo>
                  <a:pt x="753166" y="88556"/>
                </a:lnTo>
                <a:lnTo>
                  <a:pt x="752766" y="88820"/>
                </a:lnTo>
                <a:lnTo>
                  <a:pt x="752356" y="89073"/>
                </a:lnTo>
                <a:lnTo>
                  <a:pt x="751938" y="89315"/>
                </a:lnTo>
                <a:lnTo>
                  <a:pt x="751510" y="89545"/>
                </a:lnTo>
                <a:lnTo>
                  <a:pt x="751074" y="89764"/>
                </a:lnTo>
                <a:lnTo>
                  <a:pt x="750629" y="89972"/>
                </a:lnTo>
                <a:lnTo>
                  <a:pt x="750176" y="90169"/>
                </a:lnTo>
                <a:lnTo>
                  <a:pt x="749713" y="90355"/>
                </a:lnTo>
                <a:lnTo>
                  <a:pt x="749242" y="90529"/>
                </a:lnTo>
                <a:lnTo>
                  <a:pt x="748761" y="90692"/>
                </a:lnTo>
                <a:lnTo>
                  <a:pt x="748272" y="90844"/>
                </a:lnTo>
                <a:lnTo>
                  <a:pt x="747774" y="90985"/>
                </a:lnTo>
                <a:lnTo>
                  <a:pt x="747267" y="91114"/>
                </a:lnTo>
                <a:lnTo>
                  <a:pt x="746751" y="91232"/>
                </a:lnTo>
                <a:lnTo>
                  <a:pt x="746227" y="91339"/>
                </a:lnTo>
                <a:lnTo>
                  <a:pt x="745693" y="91434"/>
                </a:lnTo>
                <a:lnTo>
                  <a:pt x="745151" y="91519"/>
                </a:lnTo>
                <a:lnTo>
                  <a:pt x="744600" y="91592"/>
                </a:lnTo>
                <a:lnTo>
                  <a:pt x="744040" y="91654"/>
                </a:lnTo>
                <a:lnTo>
                  <a:pt x="743471" y="91704"/>
                </a:lnTo>
                <a:lnTo>
                  <a:pt x="742893" y="91744"/>
                </a:lnTo>
                <a:lnTo>
                  <a:pt x="742307" y="91772"/>
                </a:lnTo>
                <a:lnTo>
                  <a:pt x="741711" y="91789"/>
                </a:lnTo>
                <a:lnTo>
                  <a:pt x="741107" y="91794"/>
                </a:lnTo>
                <a:lnTo>
                  <a:pt x="740626" y="91789"/>
                </a:lnTo>
                <a:lnTo>
                  <a:pt x="740147" y="91774"/>
                </a:lnTo>
                <a:lnTo>
                  <a:pt x="739671" y="91749"/>
                </a:lnTo>
                <a:lnTo>
                  <a:pt x="739198" y="91714"/>
                </a:lnTo>
                <a:lnTo>
                  <a:pt x="738728" y="91669"/>
                </a:lnTo>
                <a:lnTo>
                  <a:pt x="738260" y="91613"/>
                </a:lnTo>
                <a:lnTo>
                  <a:pt x="737794" y="91548"/>
                </a:lnTo>
                <a:lnTo>
                  <a:pt x="737332" y="91473"/>
                </a:lnTo>
                <a:lnTo>
                  <a:pt x="736871" y="91387"/>
                </a:lnTo>
                <a:lnTo>
                  <a:pt x="736414" y="91292"/>
                </a:lnTo>
                <a:lnTo>
                  <a:pt x="735959" y="91186"/>
                </a:lnTo>
                <a:lnTo>
                  <a:pt x="735507" y="91071"/>
                </a:lnTo>
                <a:lnTo>
                  <a:pt x="735058" y="90945"/>
                </a:lnTo>
                <a:lnTo>
                  <a:pt x="734611" y="90810"/>
                </a:lnTo>
                <a:lnTo>
                  <a:pt x="734166" y="90664"/>
                </a:lnTo>
                <a:lnTo>
                  <a:pt x="733725" y="90508"/>
                </a:lnTo>
                <a:lnTo>
                  <a:pt x="733286" y="90342"/>
                </a:lnTo>
                <a:lnTo>
                  <a:pt x="732849" y="90167"/>
                </a:lnTo>
                <a:lnTo>
                  <a:pt x="732416" y="89981"/>
                </a:lnTo>
                <a:lnTo>
                  <a:pt x="731985" y="89785"/>
                </a:lnTo>
                <a:lnTo>
                  <a:pt x="731556" y="89579"/>
                </a:lnTo>
                <a:lnTo>
                  <a:pt x="731130" y="89363"/>
                </a:lnTo>
                <a:lnTo>
                  <a:pt x="730707" y="89137"/>
                </a:lnTo>
                <a:lnTo>
                  <a:pt x="730287" y="88900"/>
                </a:lnTo>
                <a:lnTo>
                  <a:pt x="729871" y="88654"/>
                </a:lnTo>
                <a:lnTo>
                  <a:pt x="729462" y="88398"/>
                </a:lnTo>
                <a:lnTo>
                  <a:pt x="729059" y="88132"/>
                </a:lnTo>
                <a:lnTo>
                  <a:pt x="728663" y="87855"/>
                </a:lnTo>
                <a:lnTo>
                  <a:pt x="728274" y="87569"/>
                </a:lnTo>
                <a:lnTo>
                  <a:pt x="727892" y="87273"/>
                </a:lnTo>
                <a:lnTo>
                  <a:pt x="727516" y="86966"/>
                </a:lnTo>
                <a:lnTo>
                  <a:pt x="727147" y="86650"/>
                </a:lnTo>
                <a:lnTo>
                  <a:pt x="726785" y="86323"/>
                </a:lnTo>
                <a:lnTo>
                  <a:pt x="726429" y="85986"/>
                </a:lnTo>
                <a:lnTo>
                  <a:pt x="726080" y="85640"/>
                </a:lnTo>
                <a:lnTo>
                  <a:pt x="725738" y="85283"/>
                </a:lnTo>
                <a:lnTo>
                  <a:pt x="725403" y="84916"/>
                </a:lnTo>
                <a:lnTo>
                  <a:pt x="725074" y="84540"/>
                </a:lnTo>
                <a:lnTo>
                  <a:pt x="724752" y="84153"/>
                </a:lnTo>
                <a:lnTo>
                  <a:pt x="724436" y="83756"/>
                </a:lnTo>
                <a:lnTo>
                  <a:pt x="724128" y="83349"/>
                </a:lnTo>
                <a:lnTo>
                  <a:pt x="723825" y="82932"/>
                </a:lnTo>
                <a:lnTo>
                  <a:pt x="723530" y="82505"/>
                </a:lnTo>
                <a:lnTo>
                  <a:pt x="723241" y="82068"/>
                </a:lnTo>
                <a:lnTo>
                  <a:pt x="722960" y="81621"/>
                </a:lnTo>
                <a:lnTo>
                  <a:pt x="722684" y="81163"/>
                </a:lnTo>
                <a:lnTo>
                  <a:pt x="722416" y="80696"/>
                </a:lnTo>
                <a:lnTo>
                  <a:pt x="722154" y="80219"/>
                </a:lnTo>
                <a:lnTo>
                  <a:pt x="721901" y="79732"/>
                </a:lnTo>
                <a:lnTo>
                  <a:pt x="721659" y="79235"/>
                </a:lnTo>
                <a:lnTo>
                  <a:pt x="721427" y="78728"/>
                </a:lnTo>
                <a:lnTo>
                  <a:pt x="721207" y="78212"/>
                </a:lnTo>
                <a:lnTo>
                  <a:pt x="720997" y="77687"/>
                </a:lnTo>
                <a:lnTo>
                  <a:pt x="720798" y="77152"/>
                </a:lnTo>
                <a:lnTo>
                  <a:pt x="720609" y="76607"/>
                </a:lnTo>
                <a:lnTo>
                  <a:pt x="720432" y="76053"/>
                </a:lnTo>
                <a:lnTo>
                  <a:pt x="720265" y="75489"/>
                </a:lnTo>
                <a:lnTo>
                  <a:pt x="720109" y="74916"/>
                </a:lnTo>
                <a:lnTo>
                  <a:pt x="719963" y="74333"/>
                </a:lnTo>
                <a:lnTo>
                  <a:pt x="719829" y="73740"/>
                </a:lnTo>
                <a:lnTo>
                  <a:pt x="719705" y="73138"/>
                </a:lnTo>
                <a:lnTo>
                  <a:pt x="719592" y="72526"/>
                </a:lnTo>
                <a:lnTo>
                  <a:pt x="719490" y="71905"/>
                </a:lnTo>
                <a:lnTo>
                  <a:pt x="719398" y="71275"/>
                </a:lnTo>
                <a:lnTo>
                  <a:pt x="719318" y="70634"/>
                </a:lnTo>
                <a:lnTo>
                  <a:pt x="719248" y="69984"/>
                </a:lnTo>
                <a:lnTo>
                  <a:pt x="719188" y="69325"/>
                </a:lnTo>
                <a:lnTo>
                  <a:pt x="719140" y="68656"/>
                </a:lnTo>
                <a:lnTo>
                  <a:pt x="719102" y="67977"/>
                </a:lnTo>
                <a:lnTo>
                  <a:pt x="719096" y="67813"/>
                </a:lnTo>
                <a:lnTo>
                  <a:pt x="773222" y="67813"/>
                </a:lnTo>
                <a:lnTo>
                  <a:pt x="773233" y="67653"/>
                </a:lnTo>
                <a:lnTo>
                  <a:pt x="773243" y="67494"/>
                </a:lnTo>
                <a:lnTo>
                  <a:pt x="773254" y="67337"/>
                </a:lnTo>
                <a:lnTo>
                  <a:pt x="773263" y="67181"/>
                </a:lnTo>
                <a:close/>
                <a:moveTo>
                  <a:pt x="719391" y="57162"/>
                </a:moveTo>
                <a:lnTo>
                  <a:pt x="719480" y="56594"/>
                </a:lnTo>
                <a:lnTo>
                  <a:pt x="719580" y="56035"/>
                </a:lnTo>
                <a:lnTo>
                  <a:pt x="719691" y="55485"/>
                </a:lnTo>
                <a:lnTo>
                  <a:pt x="719812" y="54944"/>
                </a:lnTo>
                <a:lnTo>
                  <a:pt x="719944" y="54411"/>
                </a:lnTo>
                <a:lnTo>
                  <a:pt x="720086" y="53887"/>
                </a:lnTo>
                <a:lnTo>
                  <a:pt x="720239" y="53373"/>
                </a:lnTo>
                <a:lnTo>
                  <a:pt x="720402" y="52867"/>
                </a:lnTo>
                <a:lnTo>
                  <a:pt x="720576" y="52369"/>
                </a:lnTo>
                <a:lnTo>
                  <a:pt x="720760" y="51881"/>
                </a:lnTo>
                <a:lnTo>
                  <a:pt x="720955" y="51402"/>
                </a:lnTo>
                <a:lnTo>
                  <a:pt x="721160" y="50931"/>
                </a:lnTo>
                <a:lnTo>
                  <a:pt x="721376" y="50469"/>
                </a:lnTo>
                <a:lnTo>
                  <a:pt x="721602" y="50016"/>
                </a:lnTo>
                <a:lnTo>
                  <a:pt x="721839" y="49572"/>
                </a:lnTo>
                <a:lnTo>
                  <a:pt x="722087" y="49137"/>
                </a:lnTo>
                <a:lnTo>
                  <a:pt x="722343" y="48711"/>
                </a:lnTo>
                <a:lnTo>
                  <a:pt x="722606" y="48293"/>
                </a:lnTo>
                <a:lnTo>
                  <a:pt x="722876" y="47883"/>
                </a:lnTo>
                <a:lnTo>
                  <a:pt x="723153" y="47483"/>
                </a:lnTo>
                <a:lnTo>
                  <a:pt x="723437" y="47091"/>
                </a:lnTo>
                <a:lnTo>
                  <a:pt x="723728" y="46707"/>
                </a:lnTo>
                <a:lnTo>
                  <a:pt x="724026" y="46333"/>
                </a:lnTo>
                <a:lnTo>
                  <a:pt x="724330" y="45966"/>
                </a:lnTo>
                <a:lnTo>
                  <a:pt x="724642" y="45609"/>
                </a:lnTo>
                <a:lnTo>
                  <a:pt x="724961" y="45260"/>
                </a:lnTo>
                <a:lnTo>
                  <a:pt x="725286" y="44920"/>
                </a:lnTo>
                <a:lnTo>
                  <a:pt x="725619" y="44588"/>
                </a:lnTo>
                <a:lnTo>
                  <a:pt x="725958" y="44265"/>
                </a:lnTo>
                <a:lnTo>
                  <a:pt x="726305" y="43950"/>
                </a:lnTo>
                <a:lnTo>
                  <a:pt x="726658" y="43645"/>
                </a:lnTo>
                <a:lnTo>
                  <a:pt x="727018" y="43347"/>
                </a:lnTo>
                <a:lnTo>
                  <a:pt x="727385" y="43059"/>
                </a:lnTo>
                <a:lnTo>
                  <a:pt x="727759" y="42779"/>
                </a:lnTo>
                <a:lnTo>
                  <a:pt x="728141" y="42507"/>
                </a:lnTo>
                <a:lnTo>
                  <a:pt x="728529" y="42245"/>
                </a:lnTo>
                <a:lnTo>
                  <a:pt x="728923" y="41991"/>
                </a:lnTo>
                <a:lnTo>
                  <a:pt x="729325" y="41745"/>
                </a:lnTo>
                <a:lnTo>
                  <a:pt x="729734" y="41508"/>
                </a:lnTo>
                <a:lnTo>
                  <a:pt x="730150" y="41280"/>
                </a:lnTo>
                <a:lnTo>
                  <a:pt x="730571" y="41060"/>
                </a:lnTo>
                <a:lnTo>
                  <a:pt x="730995" y="40850"/>
                </a:lnTo>
                <a:lnTo>
                  <a:pt x="731422" y="40650"/>
                </a:lnTo>
                <a:lnTo>
                  <a:pt x="731852" y="40459"/>
                </a:lnTo>
                <a:lnTo>
                  <a:pt x="732285" y="40277"/>
                </a:lnTo>
                <a:lnTo>
                  <a:pt x="732721" y="40104"/>
                </a:lnTo>
                <a:lnTo>
                  <a:pt x="733161" y="39941"/>
                </a:lnTo>
                <a:lnTo>
                  <a:pt x="733603" y="39787"/>
                </a:lnTo>
                <a:lnTo>
                  <a:pt x="734049" y="39642"/>
                </a:lnTo>
                <a:lnTo>
                  <a:pt x="734498" y="39507"/>
                </a:lnTo>
                <a:lnTo>
                  <a:pt x="734950" y="39381"/>
                </a:lnTo>
                <a:lnTo>
                  <a:pt x="735405" y="39264"/>
                </a:lnTo>
                <a:lnTo>
                  <a:pt x="735863" y="39157"/>
                </a:lnTo>
                <a:lnTo>
                  <a:pt x="736324" y="39059"/>
                </a:lnTo>
                <a:lnTo>
                  <a:pt x="736788" y="38970"/>
                </a:lnTo>
                <a:lnTo>
                  <a:pt x="737256" y="38891"/>
                </a:lnTo>
                <a:lnTo>
                  <a:pt x="737726" y="38821"/>
                </a:lnTo>
                <a:lnTo>
                  <a:pt x="738200" y="38760"/>
                </a:lnTo>
                <a:lnTo>
                  <a:pt x="738677" y="38709"/>
                </a:lnTo>
                <a:lnTo>
                  <a:pt x="739156" y="38667"/>
                </a:lnTo>
                <a:lnTo>
                  <a:pt x="739639" y="38634"/>
                </a:lnTo>
                <a:lnTo>
                  <a:pt x="740126" y="38611"/>
                </a:lnTo>
                <a:lnTo>
                  <a:pt x="740615" y="38597"/>
                </a:lnTo>
                <a:lnTo>
                  <a:pt x="741107" y="38592"/>
                </a:lnTo>
                <a:lnTo>
                  <a:pt x="741837" y="38601"/>
                </a:lnTo>
                <a:lnTo>
                  <a:pt x="742557" y="38629"/>
                </a:lnTo>
                <a:lnTo>
                  <a:pt x="743266" y="38676"/>
                </a:lnTo>
                <a:lnTo>
                  <a:pt x="743965" y="38741"/>
                </a:lnTo>
                <a:lnTo>
                  <a:pt x="744654" y="38825"/>
                </a:lnTo>
                <a:lnTo>
                  <a:pt x="745332" y="38928"/>
                </a:lnTo>
                <a:lnTo>
                  <a:pt x="746000" y="39049"/>
                </a:lnTo>
                <a:lnTo>
                  <a:pt x="746658" y="39189"/>
                </a:lnTo>
                <a:lnTo>
                  <a:pt x="747306" y="39348"/>
                </a:lnTo>
                <a:lnTo>
                  <a:pt x="747943" y="39525"/>
                </a:lnTo>
                <a:lnTo>
                  <a:pt x="748570" y="39721"/>
                </a:lnTo>
                <a:lnTo>
                  <a:pt x="749187" y="39936"/>
                </a:lnTo>
                <a:lnTo>
                  <a:pt x="749793" y="40169"/>
                </a:lnTo>
                <a:lnTo>
                  <a:pt x="750389" y="40421"/>
                </a:lnTo>
                <a:lnTo>
                  <a:pt x="750975" y="40692"/>
                </a:lnTo>
                <a:lnTo>
                  <a:pt x="751551" y="40981"/>
                </a:lnTo>
                <a:lnTo>
                  <a:pt x="752116" y="41289"/>
                </a:lnTo>
                <a:lnTo>
                  <a:pt x="752671" y="41616"/>
                </a:lnTo>
                <a:lnTo>
                  <a:pt x="753216" y="41961"/>
                </a:lnTo>
                <a:lnTo>
                  <a:pt x="753750" y="42325"/>
                </a:lnTo>
                <a:lnTo>
                  <a:pt x="754274" y="42708"/>
                </a:lnTo>
                <a:lnTo>
                  <a:pt x="754788" y="43109"/>
                </a:lnTo>
                <a:lnTo>
                  <a:pt x="755291" y="43529"/>
                </a:lnTo>
                <a:lnTo>
                  <a:pt x="755785" y="43968"/>
                </a:lnTo>
                <a:lnTo>
                  <a:pt x="756263" y="44423"/>
                </a:lnTo>
                <a:lnTo>
                  <a:pt x="756723" y="44892"/>
                </a:lnTo>
                <a:lnTo>
                  <a:pt x="757164" y="45376"/>
                </a:lnTo>
                <a:lnTo>
                  <a:pt x="757586" y="45874"/>
                </a:lnTo>
                <a:lnTo>
                  <a:pt x="757990" y="46387"/>
                </a:lnTo>
                <a:lnTo>
                  <a:pt x="758374" y="46914"/>
                </a:lnTo>
                <a:lnTo>
                  <a:pt x="758739" y="47455"/>
                </a:lnTo>
                <a:lnTo>
                  <a:pt x="759086" y="48011"/>
                </a:lnTo>
                <a:lnTo>
                  <a:pt x="759413" y="48581"/>
                </a:lnTo>
                <a:lnTo>
                  <a:pt x="759722" y="49165"/>
                </a:lnTo>
                <a:lnTo>
                  <a:pt x="760011" y="49764"/>
                </a:lnTo>
                <a:lnTo>
                  <a:pt x="760282" y="50377"/>
                </a:lnTo>
                <a:lnTo>
                  <a:pt x="760534" y="51004"/>
                </a:lnTo>
                <a:lnTo>
                  <a:pt x="760767" y="51646"/>
                </a:lnTo>
                <a:lnTo>
                  <a:pt x="760981" y="52302"/>
                </a:lnTo>
                <a:lnTo>
                  <a:pt x="761176" y="52973"/>
                </a:lnTo>
                <a:lnTo>
                  <a:pt x="761352" y="53657"/>
                </a:lnTo>
                <a:lnTo>
                  <a:pt x="761510" y="54357"/>
                </a:lnTo>
                <a:lnTo>
                  <a:pt x="761648" y="55070"/>
                </a:lnTo>
                <a:lnTo>
                  <a:pt x="761767" y="55798"/>
                </a:lnTo>
                <a:lnTo>
                  <a:pt x="761868" y="56540"/>
                </a:lnTo>
                <a:lnTo>
                  <a:pt x="761950" y="57297"/>
                </a:lnTo>
                <a:lnTo>
                  <a:pt x="762012" y="58068"/>
                </a:lnTo>
                <a:lnTo>
                  <a:pt x="762056" y="58853"/>
                </a:lnTo>
                <a:lnTo>
                  <a:pt x="719192" y="58853"/>
                </a:lnTo>
                <a:lnTo>
                  <a:pt x="719243" y="58325"/>
                </a:lnTo>
                <a:lnTo>
                  <a:pt x="719312" y="57739"/>
                </a:lnTo>
                <a:lnTo>
                  <a:pt x="719391" y="57162"/>
                </a:lnTo>
                <a:close/>
                <a:moveTo>
                  <a:pt x="818362" y="101464"/>
                </a:moveTo>
                <a:lnTo>
                  <a:pt x="818988" y="101412"/>
                </a:lnTo>
                <a:lnTo>
                  <a:pt x="819608" y="101352"/>
                </a:lnTo>
                <a:lnTo>
                  <a:pt x="820220" y="101282"/>
                </a:lnTo>
                <a:lnTo>
                  <a:pt x="820825" y="101202"/>
                </a:lnTo>
                <a:lnTo>
                  <a:pt x="821423" y="101114"/>
                </a:lnTo>
                <a:lnTo>
                  <a:pt x="822014" y="101016"/>
                </a:lnTo>
                <a:lnTo>
                  <a:pt x="822598" y="100909"/>
                </a:lnTo>
                <a:lnTo>
                  <a:pt x="823174" y="100792"/>
                </a:lnTo>
                <a:lnTo>
                  <a:pt x="823743" y="100666"/>
                </a:lnTo>
                <a:lnTo>
                  <a:pt x="824305" y="100531"/>
                </a:lnTo>
                <a:lnTo>
                  <a:pt x="824860" y="100386"/>
                </a:lnTo>
                <a:lnTo>
                  <a:pt x="825408" y="100233"/>
                </a:lnTo>
                <a:lnTo>
                  <a:pt x="825948" y="100069"/>
                </a:lnTo>
                <a:lnTo>
                  <a:pt x="826482" y="99897"/>
                </a:lnTo>
                <a:lnTo>
                  <a:pt x="827008" y="99715"/>
                </a:lnTo>
                <a:lnTo>
                  <a:pt x="827527" y="99524"/>
                </a:lnTo>
                <a:lnTo>
                  <a:pt x="828039" y="99323"/>
                </a:lnTo>
                <a:lnTo>
                  <a:pt x="828544" y="99114"/>
                </a:lnTo>
                <a:lnTo>
                  <a:pt x="829041" y="98894"/>
                </a:lnTo>
                <a:lnTo>
                  <a:pt x="829530" y="98667"/>
                </a:lnTo>
                <a:lnTo>
                  <a:pt x="830010" y="98432"/>
                </a:lnTo>
                <a:lnTo>
                  <a:pt x="830481" y="98189"/>
                </a:lnTo>
                <a:lnTo>
                  <a:pt x="830942" y="97939"/>
                </a:lnTo>
                <a:lnTo>
                  <a:pt x="831395" y="97682"/>
                </a:lnTo>
                <a:lnTo>
                  <a:pt x="831837" y="97417"/>
                </a:lnTo>
                <a:lnTo>
                  <a:pt x="832271" y="97145"/>
                </a:lnTo>
                <a:lnTo>
                  <a:pt x="832695" y="96865"/>
                </a:lnTo>
                <a:lnTo>
                  <a:pt x="833109" y="96578"/>
                </a:lnTo>
                <a:lnTo>
                  <a:pt x="833515" y="96284"/>
                </a:lnTo>
                <a:lnTo>
                  <a:pt x="833911" y="95982"/>
                </a:lnTo>
                <a:lnTo>
                  <a:pt x="834297" y="95672"/>
                </a:lnTo>
                <a:lnTo>
                  <a:pt x="834674" y="95356"/>
                </a:lnTo>
                <a:lnTo>
                  <a:pt x="835042" y="95032"/>
                </a:lnTo>
                <a:lnTo>
                  <a:pt x="835401" y="94700"/>
                </a:lnTo>
                <a:lnTo>
                  <a:pt x="835750" y="94361"/>
                </a:lnTo>
                <a:lnTo>
                  <a:pt x="836090" y="94015"/>
                </a:lnTo>
                <a:lnTo>
                  <a:pt x="836421" y="93661"/>
                </a:lnTo>
                <a:lnTo>
                  <a:pt x="836742" y="93300"/>
                </a:lnTo>
                <a:lnTo>
                  <a:pt x="837054" y="92931"/>
                </a:lnTo>
                <a:lnTo>
                  <a:pt x="837357" y="92555"/>
                </a:lnTo>
                <a:lnTo>
                  <a:pt x="837650" y="92171"/>
                </a:lnTo>
                <a:lnTo>
                  <a:pt x="837934" y="91780"/>
                </a:lnTo>
                <a:lnTo>
                  <a:pt x="838208" y="91382"/>
                </a:lnTo>
                <a:lnTo>
                  <a:pt x="838473" y="90977"/>
                </a:lnTo>
                <a:lnTo>
                  <a:pt x="838726" y="90567"/>
                </a:lnTo>
                <a:lnTo>
                  <a:pt x="838968" y="90150"/>
                </a:lnTo>
                <a:lnTo>
                  <a:pt x="839198" y="89728"/>
                </a:lnTo>
                <a:lnTo>
                  <a:pt x="839417" y="89300"/>
                </a:lnTo>
                <a:lnTo>
                  <a:pt x="839625" y="88867"/>
                </a:lnTo>
                <a:lnTo>
                  <a:pt x="839822" y="88427"/>
                </a:lnTo>
                <a:lnTo>
                  <a:pt x="840008" y="87982"/>
                </a:lnTo>
                <a:lnTo>
                  <a:pt x="840182" y="87531"/>
                </a:lnTo>
                <a:lnTo>
                  <a:pt x="840345" y="87075"/>
                </a:lnTo>
                <a:lnTo>
                  <a:pt x="840497" y="86612"/>
                </a:lnTo>
                <a:lnTo>
                  <a:pt x="840638" y="86144"/>
                </a:lnTo>
                <a:lnTo>
                  <a:pt x="840767" y="85671"/>
                </a:lnTo>
                <a:lnTo>
                  <a:pt x="840885" y="85191"/>
                </a:lnTo>
                <a:lnTo>
                  <a:pt x="840992" y="84706"/>
                </a:lnTo>
                <a:lnTo>
                  <a:pt x="841087" y="84215"/>
                </a:lnTo>
                <a:lnTo>
                  <a:pt x="841172" y="83718"/>
                </a:lnTo>
                <a:lnTo>
                  <a:pt x="841245" y="83215"/>
                </a:lnTo>
                <a:lnTo>
                  <a:pt x="841307" y="82707"/>
                </a:lnTo>
                <a:lnTo>
                  <a:pt x="841357" y="82193"/>
                </a:lnTo>
                <a:lnTo>
                  <a:pt x="841397" y="81674"/>
                </a:lnTo>
                <a:lnTo>
                  <a:pt x="841425" y="81148"/>
                </a:lnTo>
                <a:lnTo>
                  <a:pt x="841442" y="80617"/>
                </a:lnTo>
                <a:lnTo>
                  <a:pt x="841447" y="80080"/>
                </a:lnTo>
                <a:lnTo>
                  <a:pt x="841441" y="79466"/>
                </a:lnTo>
                <a:lnTo>
                  <a:pt x="841423" y="78863"/>
                </a:lnTo>
                <a:lnTo>
                  <a:pt x="841392" y="78272"/>
                </a:lnTo>
                <a:lnTo>
                  <a:pt x="841350" y="77693"/>
                </a:lnTo>
                <a:lnTo>
                  <a:pt x="841295" y="77125"/>
                </a:lnTo>
                <a:lnTo>
                  <a:pt x="841227" y="76570"/>
                </a:lnTo>
                <a:lnTo>
                  <a:pt x="841148" y="76026"/>
                </a:lnTo>
                <a:lnTo>
                  <a:pt x="841056" y="75493"/>
                </a:lnTo>
                <a:lnTo>
                  <a:pt x="840953" y="74973"/>
                </a:lnTo>
                <a:lnTo>
                  <a:pt x="840837" y="74464"/>
                </a:lnTo>
                <a:lnTo>
                  <a:pt x="840709" y="73967"/>
                </a:lnTo>
                <a:lnTo>
                  <a:pt x="840568" y="73482"/>
                </a:lnTo>
                <a:lnTo>
                  <a:pt x="840415" y="73008"/>
                </a:lnTo>
                <a:lnTo>
                  <a:pt x="840251" y="72546"/>
                </a:lnTo>
                <a:lnTo>
                  <a:pt x="840074" y="72096"/>
                </a:lnTo>
                <a:lnTo>
                  <a:pt x="839884" y="71657"/>
                </a:lnTo>
                <a:lnTo>
                  <a:pt x="839683" y="71231"/>
                </a:lnTo>
                <a:lnTo>
                  <a:pt x="839469" y="70816"/>
                </a:lnTo>
                <a:lnTo>
                  <a:pt x="839243" y="70412"/>
                </a:lnTo>
                <a:lnTo>
                  <a:pt x="839005" y="70021"/>
                </a:lnTo>
                <a:lnTo>
                  <a:pt x="838755" y="69641"/>
                </a:lnTo>
                <a:lnTo>
                  <a:pt x="838492" y="69273"/>
                </a:lnTo>
                <a:lnTo>
                  <a:pt x="838218" y="68916"/>
                </a:lnTo>
                <a:lnTo>
                  <a:pt x="837931" y="68572"/>
                </a:lnTo>
                <a:lnTo>
                  <a:pt x="837634" y="68236"/>
                </a:lnTo>
                <a:lnTo>
                  <a:pt x="837330" y="67908"/>
                </a:lnTo>
                <a:lnTo>
                  <a:pt x="837019" y="67586"/>
                </a:lnTo>
                <a:lnTo>
                  <a:pt x="836700" y="67272"/>
                </a:lnTo>
                <a:lnTo>
                  <a:pt x="836374" y="66964"/>
                </a:lnTo>
                <a:lnTo>
                  <a:pt x="836040" y="66663"/>
                </a:lnTo>
                <a:lnTo>
                  <a:pt x="835699" y="66369"/>
                </a:lnTo>
                <a:lnTo>
                  <a:pt x="835351" y="66082"/>
                </a:lnTo>
                <a:lnTo>
                  <a:pt x="834995" y="65803"/>
                </a:lnTo>
                <a:lnTo>
                  <a:pt x="834631" y="65530"/>
                </a:lnTo>
                <a:lnTo>
                  <a:pt x="834261" y="65263"/>
                </a:lnTo>
                <a:lnTo>
                  <a:pt x="833882" y="65004"/>
                </a:lnTo>
                <a:lnTo>
                  <a:pt x="833497" y="64752"/>
                </a:lnTo>
                <a:lnTo>
                  <a:pt x="833104" y="64507"/>
                </a:lnTo>
                <a:lnTo>
                  <a:pt x="832703" y="64269"/>
                </a:lnTo>
                <a:lnTo>
                  <a:pt x="832295" y="64038"/>
                </a:lnTo>
                <a:lnTo>
                  <a:pt x="831880" y="63813"/>
                </a:lnTo>
                <a:lnTo>
                  <a:pt x="831457" y="63596"/>
                </a:lnTo>
                <a:lnTo>
                  <a:pt x="831027" y="63385"/>
                </a:lnTo>
                <a:lnTo>
                  <a:pt x="830590" y="63182"/>
                </a:lnTo>
                <a:lnTo>
                  <a:pt x="830145" y="62985"/>
                </a:lnTo>
                <a:lnTo>
                  <a:pt x="829692" y="62795"/>
                </a:lnTo>
                <a:lnTo>
                  <a:pt x="829233" y="62613"/>
                </a:lnTo>
                <a:lnTo>
                  <a:pt x="828765" y="62437"/>
                </a:lnTo>
                <a:lnTo>
                  <a:pt x="828292" y="62266"/>
                </a:lnTo>
                <a:lnTo>
                  <a:pt x="827815" y="62098"/>
                </a:lnTo>
                <a:lnTo>
                  <a:pt x="827333" y="61933"/>
                </a:lnTo>
                <a:lnTo>
                  <a:pt x="826847" y="61771"/>
                </a:lnTo>
                <a:lnTo>
                  <a:pt x="826357" y="61612"/>
                </a:lnTo>
                <a:lnTo>
                  <a:pt x="825863" y="61455"/>
                </a:lnTo>
                <a:lnTo>
                  <a:pt x="825364" y="61301"/>
                </a:lnTo>
                <a:lnTo>
                  <a:pt x="824860" y="61151"/>
                </a:lnTo>
                <a:lnTo>
                  <a:pt x="824353" y="61003"/>
                </a:lnTo>
                <a:lnTo>
                  <a:pt x="823841" y="60858"/>
                </a:lnTo>
                <a:lnTo>
                  <a:pt x="823325" y="60716"/>
                </a:lnTo>
                <a:lnTo>
                  <a:pt x="822805" y="60576"/>
                </a:lnTo>
                <a:lnTo>
                  <a:pt x="822280" y="60440"/>
                </a:lnTo>
                <a:lnTo>
                  <a:pt x="821751" y="60306"/>
                </a:lnTo>
                <a:lnTo>
                  <a:pt x="821218" y="60176"/>
                </a:lnTo>
                <a:lnTo>
                  <a:pt x="820680" y="60048"/>
                </a:lnTo>
                <a:lnTo>
                  <a:pt x="820138" y="59923"/>
                </a:lnTo>
                <a:lnTo>
                  <a:pt x="819592" y="59801"/>
                </a:lnTo>
                <a:lnTo>
                  <a:pt x="819042" y="59682"/>
                </a:lnTo>
                <a:lnTo>
                  <a:pt x="818487" y="59565"/>
                </a:lnTo>
                <a:lnTo>
                  <a:pt x="817928" y="59452"/>
                </a:lnTo>
                <a:lnTo>
                  <a:pt x="817364" y="59341"/>
                </a:lnTo>
                <a:lnTo>
                  <a:pt x="816797" y="59234"/>
                </a:lnTo>
                <a:lnTo>
                  <a:pt x="816225" y="59129"/>
                </a:lnTo>
                <a:lnTo>
                  <a:pt x="815780" y="59048"/>
                </a:lnTo>
                <a:lnTo>
                  <a:pt x="815341" y="58964"/>
                </a:lnTo>
                <a:lnTo>
                  <a:pt x="814908" y="58879"/>
                </a:lnTo>
                <a:lnTo>
                  <a:pt x="814481" y="58792"/>
                </a:lnTo>
                <a:lnTo>
                  <a:pt x="814060" y="58704"/>
                </a:lnTo>
                <a:lnTo>
                  <a:pt x="813645" y="58613"/>
                </a:lnTo>
                <a:lnTo>
                  <a:pt x="813235" y="58520"/>
                </a:lnTo>
                <a:lnTo>
                  <a:pt x="812832" y="58425"/>
                </a:lnTo>
                <a:lnTo>
                  <a:pt x="812435" y="58329"/>
                </a:lnTo>
                <a:lnTo>
                  <a:pt x="812044" y="58230"/>
                </a:lnTo>
                <a:lnTo>
                  <a:pt x="811659" y="58130"/>
                </a:lnTo>
                <a:lnTo>
                  <a:pt x="811280" y="58027"/>
                </a:lnTo>
                <a:lnTo>
                  <a:pt x="810907" y="57923"/>
                </a:lnTo>
                <a:lnTo>
                  <a:pt x="810539" y="57817"/>
                </a:lnTo>
                <a:lnTo>
                  <a:pt x="810178" y="57709"/>
                </a:lnTo>
                <a:lnTo>
                  <a:pt x="809823" y="57599"/>
                </a:lnTo>
                <a:lnTo>
                  <a:pt x="809474" y="57487"/>
                </a:lnTo>
                <a:lnTo>
                  <a:pt x="809130" y="57373"/>
                </a:lnTo>
                <a:lnTo>
                  <a:pt x="808793" y="57257"/>
                </a:lnTo>
                <a:lnTo>
                  <a:pt x="808462" y="57139"/>
                </a:lnTo>
                <a:lnTo>
                  <a:pt x="808136" y="57020"/>
                </a:lnTo>
                <a:lnTo>
                  <a:pt x="807817" y="56898"/>
                </a:lnTo>
                <a:lnTo>
                  <a:pt x="807503" y="56775"/>
                </a:lnTo>
                <a:lnTo>
                  <a:pt x="807196" y="56649"/>
                </a:lnTo>
                <a:lnTo>
                  <a:pt x="806895" y="56522"/>
                </a:lnTo>
                <a:lnTo>
                  <a:pt x="806600" y="56392"/>
                </a:lnTo>
                <a:lnTo>
                  <a:pt x="806311" y="56261"/>
                </a:lnTo>
                <a:lnTo>
                  <a:pt x="806028" y="56127"/>
                </a:lnTo>
                <a:lnTo>
                  <a:pt x="805752" y="55991"/>
                </a:lnTo>
                <a:lnTo>
                  <a:pt x="805481" y="55852"/>
                </a:lnTo>
                <a:lnTo>
                  <a:pt x="805217" y="55712"/>
                </a:lnTo>
                <a:lnTo>
                  <a:pt x="804960" y="55569"/>
                </a:lnTo>
                <a:lnTo>
                  <a:pt x="804708" y="55425"/>
                </a:lnTo>
                <a:lnTo>
                  <a:pt x="804463" y="55278"/>
                </a:lnTo>
                <a:lnTo>
                  <a:pt x="804224" y="55129"/>
                </a:lnTo>
                <a:lnTo>
                  <a:pt x="803991" y="54978"/>
                </a:lnTo>
                <a:lnTo>
                  <a:pt x="803764" y="54825"/>
                </a:lnTo>
                <a:lnTo>
                  <a:pt x="803544" y="54669"/>
                </a:lnTo>
                <a:lnTo>
                  <a:pt x="803330" y="54512"/>
                </a:lnTo>
                <a:lnTo>
                  <a:pt x="803122" y="54352"/>
                </a:lnTo>
                <a:lnTo>
                  <a:pt x="802920" y="54190"/>
                </a:lnTo>
                <a:lnTo>
                  <a:pt x="802724" y="54026"/>
                </a:lnTo>
                <a:lnTo>
                  <a:pt x="802535" y="53860"/>
                </a:lnTo>
                <a:lnTo>
                  <a:pt x="802352" y="53691"/>
                </a:lnTo>
                <a:lnTo>
                  <a:pt x="802175" y="53521"/>
                </a:lnTo>
                <a:lnTo>
                  <a:pt x="802004" y="53348"/>
                </a:lnTo>
                <a:lnTo>
                  <a:pt x="801840" y="53173"/>
                </a:lnTo>
                <a:lnTo>
                  <a:pt x="801682" y="52996"/>
                </a:lnTo>
                <a:lnTo>
                  <a:pt x="801530" y="52817"/>
                </a:lnTo>
                <a:lnTo>
                  <a:pt x="801385" y="52636"/>
                </a:lnTo>
                <a:lnTo>
                  <a:pt x="801246" y="52452"/>
                </a:lnTo>
                <a:lnTo>
                  <a:pt x="801114" y="52267"/>
                </a:lnTo>
                <a:lnTo>
                  <a:pt x="800988" y="52079"/>
                </a:lnTo>
                <a:lnTo>
                  <a:pt x="800868" y="51889"/>
                </a:lnTo>
                <a:lnTo>
                  <a:pt x="800755" y="51697"/>
                </a:lnTo>
                <a:lnTo>
                  <a:pt x="800649" y="51503"/>
                </a:lnTo>
                <a:lnTo>
                  <a:pt x="800549" y="51306"/>
                </a:lnTo>
                <a:lnTo>
                  <a:pt x="800455" y="51108"/>
                </a:lnTo>
                <a:lnTo>
                  <a:pt x="800368" y="50907"/>
                </a:lnTo>
                <a:lnTo>
                  <a:pt x="800287" y="50704"/>
                </a:lnTo>
                <a:lnTo>
                  <a:pt x="800213" y="50499"/>
                </a:lnTo>
                <a:lnTo>
                  <a:pt x="800145" y="50292"/>
                </a:lnTo>
                <a:lnTo>
                  <a:pt x="800084" y="50083"/>
                </a:lnTo>
                <a:lnTo>
                  <a:pt x="800029" y="49871"/>
                </a:lnTo>
                <a:lnTo>
                  <a:pt x="799981" y="49658"/>
                </a:lnTo>
                <a:lnTo>
                  <a:pt x="799939" y="49442"/>
                </a:lnTo>
                <a:lnTo>
                  <a:pt x="799903" y="49224"/>
                </a:lnTo>
                <a:lnTo>
                  <a:pt x="799874" y="49004"/>
                </a:lnTo>
                <a:lnTo>
                  <a:pt x="799852" y="48782"/>
                </a:lnTo>
                <a:lnTo>
                  <a:pt x="799835" y="48557"/>
                </a:lnTo>
                <a:lnTo>
                  <a:pt x="799826" y="48331"/>
                </a:lnTo>
                <a:lnTo>
                  <a:pt x="799823" y="48102"/>
                </a:lnTo>
                <a:lnTo>
                  <a:pt x="799828" y="47749"/>
                </a:lnTo>
                <a:lnTo>
                  <a:pt x="799846" y="47402"/>
                </a:lnTo>
                <a:lnTo>
                  <a:pt x="799875" y="47060"/>
                </a:lnTo>
                <a:lnTo>
                  <a:pt x="799916" y="46724"/>
                </a:lnTo>
                <a:lnTo>
                  <a:pt x="799969" y="46394"/>
                </a:lnTo>
                <a:lnTo>
                  <a:pt x="800033" y="46070"/>
                </a:lnTo>
                <a:lnTo>
                  <a:pt x="800110" y="45751"/>
                </a:lnTo>
                <a:lnTo>
                  <a:pt x="800198" y="45438"/>
                </a:lnTo>
                <a:lnTo>
                  <a:pt x="800297" y="45131"/>
                </a:lnTo>
                <a:lnTo>
                  <a:pt x="800409" y="44830"/>
                </a:lnTo>
                <a:lnTo>
                  <a:pt x="800532" y="44534"/>
                </a:lnTo>
                <a:lnTo>
                  <a:pt x="800666" y="44244"/>
                </a:lnTo>
                <a:lnTo>
                  <a:pt x="800813" y="43960"/>
                </a:lnTo>
                <a:lnTo>
                  <a:pt x="800971" y="43681"/>
                </a:lnTo>
                <a:lnTo>
                  <a:pt x="801141" y="43409"/>
                </a:lnTo>
                <a:lnTo>
                  <a:pt x="801323" y="43142"/>
                </a:lnTo>
                <a:lnTo>
                  <a:pt x="801516" y="42880"/>
                </a:lnTo>
                <a:lnTo>
                  <a:pt x="801721" y="42625"/>
                </a:lnTo>
                <a:lnTo>
                  <a:pt x="801938" y="42375"/>
                </a:lnTo>
                <a:lnTo>
                  <a:pt x="802167" y="42131"/>
                </a:lnTo>
                <a:lnTo>
                  <a:pt x="802407" y="41893"/>
                </a:lnTo>
                <a:lnTo>
                  <a:pt x="802659" y="41660"/>
                </a:lnTo>
                <a:lnTo>
                  <a:pt x="802923" y="41434"/>
                </a:lnTo>
                <a:lnTo>
                  <a:pt x="803198" y="41212"/>
                </a:lnTo>
                <a:lnTo>
                  <a:pt x="803485" y="40999"/>
                </a:lnTo>
                <a:lnTo>
                  <a:pt x="803782" y="40794"/>
                </a:lnTo>
                <a:lnTo>
                  <a:pt x="804091" y="40598"/>
                </a:lnTo>
                <a:lnTo>
                  <a:pt x="804410" y="40412"/>
                </a:lnTo>
                <a:lnTo>
                  <a:pt x="804740" y="40234"/>
                </a:lnTo>
                <a:lnTo>
                  <a:pt x="805081" y="40066"/>
                </a:lnTo>
                <a:lnTo>
                  <a:pt x="805432" y="39907"/>
                </a:lnTo>
                <a:lnTo>
                  <a:pt x="805794" y="39757"/>
                </a:lnTo>
                <a:lnTo>
                  <a:pt x="806167" y="39616"/>
                </a:lnTo>
                <a:lnTo>
                  <a:pt x="806551" y="39484"/>
                </a:lnTo>
                <a:lnTo>
                  <a:pt x="806945" y="39361"/>
                </a:lnTo>
                <a:lnTo>
                  <a:pt x="807351" y="39247"/>
                </a:lnTo>
                <a:lnTo>
                  <a:pt x="807767" y="39142"/>
                </a:lnTo>
                <a:lnTo>
                  <a:pt x="808193" y="39047"/>
                </a:lnTo>
                <a:lnTo>
                  <a:pt x="808631" y="38961"/>
                </a:lnTo>
                <a:lnTo>
                  <a:pt x="809079" y="38883"/>
                </a:lnTo>
                <a:lnTo>
                  <a:pt x="809538" y="38815"/>
                </a:lnTo>
                <a:lnTo>
                  <a:pt x="810008" y="38756"/>
                </a:lnTo>
                <a:lnTo>
                  <a:pt x="810489" y="38706"/>
                </a:lnTo>
                <a:lnTo>
                  <a:pt x="810980" y="38665"/>
                </a:lnTo>
                <a:lnTo>
                  <a:pt x="811482" y="38633"/>
                </a:lnTo>
                <a:lnTo>
                  <a:pt x="811995" y="38610"/>
                </a:lnTo>
                <a:lnTo>
                  <a:pt x="812519" y="38597"/>
                </a:lnTo>
                <a:lnTo>
                  <a:pt x="813053" y="38592"/>
                </a:lnTo>
                <a:lnTo>
                  <a:pt x="813600" y="38597"/>
                </a:lnTo>
                <a:lnTo>
                  <a:pt x="814136" y="38613"/>
                </a:lnTo>
                <a:lnTo>
                  <a:pt x="814663" y="38638"/>
                </a:lnTo>
                <a:lnTo>
                  <a:pt x="815180" y="38674"/>
                </a:lnTo>
                <a:lnTo>
                  <a:pt x="815687" y="38721"/>
                </a:lnTo>
                <a:lnTo>
                  <a:pt x="816185" y="38777"/>
                </a:lnTo>
                <a:lnTo>
                  <a:pt x="816672" y="38844"/>
                </a:lnTo>
                <a:lnTo>
                  <a:pt x="817150" y="38922"/>
                </a:lnTo>
                <a:lnTo>
                  <a:pt x="817618" y="39009"/>
                </a:lnTo>
                <a:lnTo>
                  <a:pt x="818076" y="39107"/>
                </a:lnTo>
                <a:lnTo>
                  <a:pt x="818524" y="39215"/>
                </a:lnTo>
                <a:lnTo>
                  <a:pt x="818963" y="39333"/>
                </a:lnTo>
                <a:lnTo>
                  <a:pt x="819392" y="39462"/>
                </a:lnTo>
                <a:lnTo>
                  <a:pt x="819810" y="39601"/>
                </a:lnTo>
                <a:lnTo>
                  <a:pt x="820219" y="39750"/>
                </a:lnTo>
                <a:lnTo>
                  <a:pt x="820619" y="39910"/>
                </a:lnTo>
                <a:lnTo>
                  <a:pt x="821008" y="40080"/>
                </a:lnTo>
                <a:lnTo>
                  <a:pt x="821388" y="40260"/>
                </a:lnTo>
                <a:lnTo>
                  <a:pt x="821758" y="40451"/>
                </a:lnTo>
                <a:lnTo>
                  <a:pt x="822118" y="40651"/>
                </a:lnTo>
                <a:lnTo>
                  <a:pt x="822468" y="40862"/>
                </a:lnTo>
                <a:lnTo>
                  <a:pt x="822808" y="41084"/>
                </a:lnTo>
                <a:lnTo>
                  <a:pt x="823139" y="41315"/>
                </a:lnTo>
                <a:lnTo>
                  <a:pt x="823459" y="41557"/>
                </a:lnTo>
                <a:lnTo>
                  <a:pt x="823770" y="41808"/>
                </a:lnTo>
                <a:lnTo>
                  <a:pt x="824070" y="42067"/>
                </a:lnTo>
                <a:lnTo>
                  <a:pt x="824359" y="42334"/>
                </a:lnTo>
                <a:lnTo>
                  <a:pt x="824637" y="42608"/>
                </a:lnTo>
                <a:lnTo>
                  <a:pt x="824905" y="42891"/>
                </a:lnTo>
                <a:lnTo>
                  <a:pt x="825161" y="43181"/>
                </a:lnTo>
                <a:lnTo>
                  <a:pt x="825407" y="43479"/>
                </a:lnTo>
                <a:lnTo>
                  <a:pt x="825642" y="43786"/>
                </a:lnTo>
                <a:lnTo>
                  <a:pt x="825867" y="44100"/>
                </a:lnTo>
                <a:lnTo>
                  <a:pt x="826080" y="44421"/>
                </a:lnTo>
                <a:lnTo>
                  <a:pt x="826283" y="44751"/>
                </a:lnTo>
                <a:lnTo>
                  <a:pt x="826475" y="45089"/>
                </a:lnTo>
                <a:lnTo>
                  <a:pt x="826656" y="45435"/>
                </a:lnTo>
                <a:lnTo>
                  <a:pt x="826827" y="45788"/>
                </a:lnTo>
                <a:lnTo>
                  <a:pt x="826987" y="46150"/>
                </a:lnTo>
                <a:lnTo>
                  <a:pt x="827136" y="46519"/>
                </a:lnTo>
                <a:lnTo>
                  <a:pt x="827274" y="46896"/>
                </a:lnTo>
                <a:lnTo>
                  <a:pt x="827401" y="47281"/>
                </a:lnTo>
                <a:lnTo>
                  <a:pt x="827518" y="47674"/>
                </a:lnTo>
                <a:lnTo>
                  <a:pt x="827623" y="48075"/>
                </a:lnTo>
                <a:lnTo>
                  <a:pt x="827719" y="48484"/>
                </a:lnTo>
                <a:lnTo>
                  <a:pt x="827803" y="48900"/>
                </a:lnTo>
                <a:lnTo>
                  <a:pt x="827876" y="49325"/>
                </a:lnTo>
                <a:lnTo>
                  <a:pt x="827939" y="49757"/>
                </a:lnTo>
                <a:lnTo>
                  <a:pt x="839380" y="49757"/>
                </a:lnTo>
                <a:lnTo>
                  <a:pt x="839267" y="48916"/>
                </a:lnTo>
                <a:lnTo>
                  <a:pt x="839134" y="48091"/>
                </a:lnTo>
                <a:lnTo>
                  <a:pt x="838981" y="47283"/>
                </a:lnTo>
                <a:lnTo>
                  <a:pt x="838809" y="46491"/>
                </a:lnTo>
                <a:lnTo>
                  <a:pt x="838618" y="45717"/>
                </a:lnTo>
                <a:lnTo>
                  <a:pt x="838406" y="44959"/>
                </a:lnTo>
                <a:lnTo>
                  <a:pt x="838175" y="44218"/>
                </a:lnTo>
                <a:lnTo>
                  <a:pt x="837925" y="43493"/>
                </a:lnTo>
                <a:lnTo>
                  <a:pt x="837655" y="42786"/>
                </a:lnTo>
                <a:lnTo>
                  <a:pt x="837365" y="42095"/>
                </a:lnTo>
                <a:lnTo>
                  <a:pt x="837055" y="41421"/>
                </a:lnTo>
                <a:lnTo>
                  <a:pt x="836726" y="40763"/>
                </a:lnTo>
                <a:lnTo>
                  <a:pt x="836378" y="40123"/>
                </a:lnTo>
                <a:lnTo>
                  <a:pt x="836009" y="39499"/>
                </a:lnTo>
                <a:lnTo>
                  <a:pt x="835621" y="38892"/>
                </a:lnTo>
                <a:lnTo>
                  <a:pt x="835214" y="38302"/>
                </a:lnTo>
                <a:lnTo>
                  <a:pt x="834787" y="37728"/>
                </a:lnTo>
                <a:lnTo>
                  <a:pt x="834340" y="37171"/>
                </a:lnTo>
                <a:lnTo>
                  <a:pt x="833873" y="36631"/>
                </a:lnTo>
                <a:lnTo>
                  <a:pt x="833387" y="36108"/>
                </a:lnTo>
                <a:lnTo>
                  <a:pt x="832882" y="35601"/>
                </a:lnTo>
                <a:lnTo>
                  <a:pt x="832357" y="35111"/>
                </a:lnTo>
                <a:lnTo>
                  <a:pt x="831812" y="34638"/>
                </a:lnTo>
                <a:lnTo>
                  <a:pt x="831247" y="34182"/>
                </a:lnTo>
                <a:lnTo>
                  <a:pt x="830665" y="33743"/>
                </a:lnTo>
                <a:lnTo>
                  <a:pt x="830069" y="33323"/>
                </a:lnTo>
                <a:lnTo>
                  <a:pt x="829457" y="32922"/>
                </a:lnTo>
                <a:lnTo>
                  <a:pt x="828831" y="32539"/>
                </a:lnTo>
                <a:lnTo>
                  <a:pt x="828190" y="32175"/>
                </a:lnTo>
                <a:lnTo>
                  <a:pt x="827534" y="31830"/>
                </a:lnTo>
                <a:lnTo>
                  <a:pt x="826864" y="31503"/>
                </a:lnTo>
                <a:lnTo>
                  <a:pt x="826178" y="31195"/>
                </a:lnTo>
                <a:lnTo>
                  <a:pt x="825478" y="30906"/>
                </a:lnTo>
                <a:lnTo>
                  <a:pt x="824762" y="30635"/>
                </a:lnTo>
                <a:lnTo>
                  <a:pt x="824032" y="30383"/>
                </a:lnTo>
                <a:lnTo>
                  <a:pt x="823287" y="30150"/>
                </a:lnTo>
                <a:lnTo>
                  <a:pt x="822528" y="29935"/>
                </a:lnTo>
                <a:lnTo>
                  <a:pt x="821753" y="29740"/>
                </a:lnTo>
                <a:lnTo>
                  <a:pt x="820964" y="29562"/>
                </a:lnTo>
                <a:lnTo>
                  <a:pt x="820160" y="29404"/>
                </a:lnTo>
                <a:lnTo>
                  <a:pt x="819341" y="29264"/>
                </a:lnTo>
                <a:lnTo>
                  <a:pt x="818507" y="29142"/>
                </a:lnTo>
                <a:lnTo>
                  <a:pt x="817658" y="29040"/>
                </a:lnTo>
                <a:lnTo>
                  <a:pt x="816794" y="28956"/>
                </a:lnTo>
                <a:lnTo>
                  <a:pt x="815916" y="28890"/>
                </a:lnTo>
                <a:lnTo>
                  <a:pt x="815023" y="28844"/>
                </a:lnTo>
                <a:lnTo>
                  <a:pt x="814115" y="28816"/>
                </a:lnTo>
                <a:lnTo>
                  <a:pt x="813192" y="28806"/>
                </a:lnTo>
                <a:lnTo>
                  <a:pt x="812563" y="28811"/>
                </a:lnTo>
                <a:lnTo>
                  <a:pt x="811941" y="28824"/>
                </a:lnTo>
                <a:lnTo>
                  <a:pt x="811326" y="28847"/>
                </a:lnTo>
                <a:lnTo>
                  <a:pt x="810716" y="28879"/>
                </a:lnTo>
                <a:lnTo>
                  <a:pt x="810114" y="28920"/>
                </a:lnTo>
                <a:lnTo>
                  <a:pt x="809517" y="28970"/>
                </a:lnTo>
                <a:lnTo>
                  <a:pt x="808928" y="29029"/>
                </a:lnTo>
                <a:lnTo>
                  <a:pt x="808344" y="29097"/>
                </a:lnTo>
                <a:lnTo>
                  <a:pt x="807767" y="29175"/>
                </a:lnTo>
                <a:lnTo>
                  <a:pt x="807197" y="29261"/>
                </a:lnTo>
                <a:lnTo>
                  <a:pt x="806633" y="29357"/>
                </a:lnTo>
                <a:lnTo>
                  <a:pt x="806076" y="29461"/>
                </a:lnTo>
                <a:lnTo>
                  <a:pt x="805525" y="29575"/>
                </a:lnTo>
                <a:lnTo>
                  <a:pt x="804980" y="29698"/>
                </a:lnTo>
                <a:lnTo>
                  <a:pt x="804442" y="29830"/>
                </a:lnTo>
                <a:lnTo>
                  <a:pt x="803910" y="29971"/>
                </a:lnTo>
                <a:lnTo>
                  <a:pt x="803385" y="30121"/>
                </a:lnTo>
                <a:lnTo>
                  <a:pt x="802866" y="30280"/>
                </a:lnTo>
                <a:lnTo>
                  <a:pt x="802354" y="30449"/>
                </a:lnTo>
                <a:lnTo>
                  <a:pt x="801848" y="30626"/>
                </a:lnTo>
                <a:lnTo>
                  <a:pt x="801349" y="30813"/>
                </a:lnTo>
                <a:lnTo>
                  <a:pt x="800856" y="31008"/>
                </a:lnTo>
                <a:lnTo>
                  <a:pt x="800370" y="31213"/>
                </a:lnTo>
                <a:lnTo>
                  <a:pt x="799890" y="31427"/>
                </a:lnTo>
                <a:lnTo>
                  <a:pt x="799418" y="31648"/>
                </a:lnTo>
                <a:lnTo>
                  <a:pt x="798955" y="31877"/>
                </a:lnTo>
                <a:lnTo>
                  <a:pt x="798502" y="32113"/>
                </a:lnTo>
                <a:lnTo>
                  <a:pt x="798058" y="32355"/>
                </a:lnTo>
                <a:lnTo>
                  <a:pt x="797624" y="32605"/>
                </a:lnTo>
                <a:lnTo>
                  <a:pt x="797198" y="32861"/>
                </a:lnTo>
                <a:lnTo>
                  <a:pt x="796783" y="33124"/>
                </a:lnTo>
                <a:lnTo>
                  <a:pt x="796376" y="33395"/>
                </a:lnTo>
                <a:lnTo>
                  <a:pt x="795979" y="33672"/>
                </a:lnTo>
                <a:lnTo>
                  <a:pt x="795591" y="33956"/>
                </a:lnTo>
                <a:lnTo>
                  <a:pt x="795212" y="34247"/>
                </a:lnTo>
                <a:lnTo>
                  <a:pt x="794843" y="34545"/>
                </a:lnTo>
                <a:lnTo>
                  <a:pt x="794483" y="34850"/>
                </a:lnTo>
                <a:lnTo>
                  <a:pt x="794132" y="35162"/>
                </a:lnTo>
                <a:lnTo>
                  <a:pt x="793791" y="35481"/>
                </a:lnTo>
                <a:lnTo>
                  <a:pt x="793459" y="35807"/>
                </a:lnTo>
                <a:lnTo>
                  <a:pt x="793136" y="36140"/>
                </a:lnTo>
                <a:lnTo>
                  <a:pt x="792823" y="36479"/>
                </a:lnTo>
                <a:lnTo>
                  <a:pt x="792519" y="36826"/>
                </a:lnTo>
                <a:lnTo>
                  <a:pt x="792224" y="37180"/>
                </a:lnTo>
                <a:lnTo>
                  <a:pt x="791939" y="37540"/>
                </a:lnTo>
                <a:lnTo>
                  <a:pt x="791663" y="37908"/>
                </a:lnTo>
                <a:lnTo>
                  <a:pt x="791396" y="38282"/>
                </a:lnTo>
                <a:lnTo>
                  <a:pt x="791139" y="38664"/>
                </a:lnTo>
                <a:lnTo>
                  <a:pt x="790891" y="39050"/>
                </a:lnTo>
                <a:lnTo>
                  <a:pt x="790654" y="39442"/>
                </a:lnTo>
                <a:lnTo>
                  <a:pt x="790428" y="39838"/>
                </a:lnTo>
                <a:lnTo>
                  <a:pt x="790212" y="40239"/>
                </a:lnTo>
                <a:lnTo>
                  <a:pt x="790007" y="40644"/>
                </a:lnTo>
                <a:lnTo>
                  <a:pt x="789812" y="41054"/>
                </a:lnTo>
                <a:lnTo>
                  <a:pt x="789628" y="41468"/>
                </a:lnTo>
                <a:lnTo>
                  <a:pt x="789454" y="41887"/>
                </a:lnTo>
                <a:lnTo>
                  <a:pt x="789291" y="42310"/>
                </a:lnTo>
                <a:lnTo>
                  <a:pt x="789138" y="42738"/>
                </a:lnTo>
                <a:lnTo>
                  <a:pt x="788996" y="43170"/>
                </a:lnTo>
                <a:lnTo>
                  <a:pt x="788864" y="43607"/>
                </a:lnTo>
                <a:lnTo>
                  <a:pt x="788743" y="44049"/>
                </a:lnTo>
                <a:lnTo>
                  <a:pt x="788633" y="44495"/>
                </a:lnTo>
                <a:lnTo>
                  <a:pt x="788533" y="44946"/>
                </a:lnTo>
                <a:lnTo>
                  <a:pt x="788443" y="45401"/>
                </a:lnTo>
                <a:lnTo>
                  <a:pt x="788364" y="45861"/>
                </a:lnTo>
                <a:lnTo>
                  <a:pt x="788296" y="46325"/>
                </a:lnTo>
                <a:lnTo>
                  <a:pt x="788238" y="46794"/>
                </a:lnTo>
                <a:lnTo>
                  <a:pt x="788190" y="47267"/>
                </a:lnTo>
                <a:lnTo>
                  <a:pt x="788153" y="47745"/>
                </a:lnTo>
                <a:lnTo>
                  <a:pt x="788127" y="48228"/>
                </a:lnTo>
                <a:lnTo>
                  <a:pt x="788111" y="48715"/>
                </a:lnTo>
                <a:lnTo>
                  <a:pt x="788106" y="49206"/>
                </a:lnTo>
                <a:lnTo>
                  <a:pt x="788110" y="49606"/>
                </a:lnTo>
                <a:lnTo>
                  <a:pt x="788120" y="50000"/>
                </a:lnTo>
                <a:lnTo>
                  <a:pt x="788137" y="50389"/>
                </a:lnTo>
                <a:lnTo>
                  <a:pt x="788162" y="50772"/>
                </a:lnTo>
                <a:lnTo>
                  <a:pt x="788193" y="51151"/>
                </a:lnTo>
                <a:lnTo>
                  <a:pt x="788231" y="51524"/>
                </a:lnTo>
                <a:lnTo>
                  <a:pt x="788276" y="51892"/>
                </a:lnTo>
                <a:lnTo>
                  <a:pt x="788328" y="52254"/>
                </a:lnTo>
                <a:lnTo>
                  <a:pt x="788387" y="52612"/>
                </a:lnTo>
                <a:lnTo>
                  <a:pt x="788453" y="52964"/>
                </a:lnTo>
                <a:lnTo>
                  <a:pt x="788526" y="53310"/>
                </a:lnTo>
                <a:lnTo>
                  <a:pt x="788606" y="53652"/>
                </a:lnTo>
                <a:lnTo>
                  <a:pt x="788692" y="53988"/>
                </a:lnTo>
                <a:lnTo>
                  <a:pt x="788786" y="54319"/>
                </a:lnTo>
                <a:lnTo>
                  <a:pt x="788887" y="54645"/>
                </a:lnTo>
                <a:lnTo>
                  <a:pt x="788994" y="54965"/>
                </a:lnTo>
                <a:lnTo>
                  <a:pt x="789109" y="55280"/>
                </a:lnTo>
                <a:lnTo>
                  <a:pt x="789230" y="55590"/>
                </a:lnTo>
                <a:lnTo>
                  <a:pt x="789358" y="55895"/>
                </a:lnTo>
                <a:lnTo>
                  <a:pt x="789494" y="56194"/>
                </a:lnTo>
                <a:lnTo>
                  <a:pt x="789636" y="56488"/>
                </a:lnTo>
                <a:lnTo>
                  <a:pt x="789785" y="56777"/>
                </a:lnTo>
                <a:lnTo>
                  <a:pt x="789941" y="57061"/>
                </a:lnTo>
                <a:lnTo>
                  <a:pt x="790104" y="57339"/>
                </a:lnTo>
                <a:lnTo>
                  <a:pt x="790273" y="57613"/>
                </a:lnTo>
                <a:lnTo>
                  <a:pt x="790447" y="57883"/>
                </a:lnTo>
                <a:lnTo>
                  <a:pt x="790627" y="58150"/>
                </a:lnTo>
                <a:lnTo>
                  <a:pt x="790811" y="58413"/>
                </a:lnTo>
                <a:lnTo>
                  <a:pt x="791000" y="58672"/>
                </a:lnTo>
                <a:lnTo>
                  <a:pt x="791194" y="58928"/>
                </a:lnTo>
                <a:lnTo>
                  <a:pt x="791394" y="59180"/>
                </a:lnTo>
                <a:lnTo>
                  <a:pt x="791598" y="59429"/>
                </a:lnTo>
                <a:lnTo>
                  <a:pt x="791807" y="59674"/>
                </a:lnTo>
                <a:lnTo>
                  <a:pt x="792022" y="59915"/>
                </a:lnTo>
                <a:lnTo>
                  <a:pt x="792241" y="60153"/>
                </a:lnTo>
                <a:lnTo>
                  <a:pt x="792465" y="60388"/>
                </a:lnTo>
                <a:lnTo>
                  <a:pt x="792695" y="60618"/>
                </a:lnTo>
                <a:lnTo>
                  <a:pt x="792929" y="60846"/>
                </a:lnTo>
                <a:lnTo>
                  <a:pt x="793169" y="61069"/>
                </a:lnTo>
                <a:lnTo>
                  <a:pt x="793413" y="61289"/>
                </a:lnTo>
                <a:lnTo>
                  <a:pt x="793662" y="61506"/>
                </a:lnTo>
                <a:lnTo>
                  <a:pt x="793917" y="61719"/>
                </a:lnTo>
                <a:lnTo>
                  <a:pt x="794176" y="61928"/>
                </a:lnTo>
                <a:lnTo>
                  <a:pt x="794441" y="62134"/>
                </a:lnTo>
                <a:lnTo>
                  <a:pt x="794710" y="62336"/>
                </a:lnTo>
                <a:lnTo>
                  <a:pt x="794985" y="62534"/>
                </a:lnTo>
                <a:lnTo>
                  <a:pt x="795264" y="62729"/>
                </a:lnTo>
                <a:lnTo>
                  <a:pt x="795549" y="62921"/>
                </a:lnTo>
                <a:lnTo>
                  <a:pt x="795838" y="63109"/>
                </a:lnTo>
                <a:lnTo>
                  <a:pt x="796130" y="63293"/>
                </a:lnTo>
                <a:lnTo>
                  <a:pt x="796426" y="63475"/>
                </a:lnTo>
                <a:lnTo>
                  <a:pt x="796725" y="63654"/>
                </a:lnTo>
                <a:lnTo>
                  <a:pt x="797027" y="63829"/>
                </a:lnTo>
                <a:lnTo>
                  <a:pt x="797333" y="64002"/>
                </a:lnTo>
                <a:lnTo>
                  <a:pt x="797642" y="64171"/>
                </a:lnTo>
                <a:lnTo>
                  <a:pt x="797954" y="64337"/>
                </a:lnTo>
                <a:lnTo>
                  <a:pt x="798270" y="64500"/>
                </a:lnTo>
                <a:lnTo>
                  <a:pt x="798589" y="64660"/>
                </a:lnTo>
                <a:lnTo>
                  <a:pt x="798911" y="64817"/>
                </a:lnTo>
                <a:lnTo>
                  <a:pt x="799237" y="64971"/>
                </a:lnTo>
                <a:lnTo>
                  <a:pt x="799566" y="65121"/>
                </a:lnTo>
                <a:lnTo>
                  <a:pt x="799898" y="65269"/>
                </a:lnTo>
                <a:lnTo>
                  <a:pt x="800234" y="65413"/>
                </a:lnTo>
                <a:lnTo>
                  <a:pt x="800573" y="65555"/>
                </a:lnTo>
                <a:lnTo>
                  <a:pt x="800916" y="65693"/>
                </a:lnTo>
                <a:lnTo>
                  <a:pt x="801261" y="65828"/>
                </a:lnTo>
                <a:lnTo>
                  <a:pt x="801610" y="65960"/>
                </a:lnTo>
                <a:lnTo>
                  <a:pt x="801963" y="66089"/>
                </a:lnTo>
                <a:lnTo>
                  <a:pt x="802319" y="66215"/>
                </a:lnTo>
                <a:lnTo>
                  <a:pt x="802678" y="66338"/>
                </a:lnTo>
                <a:lnTo>
                  <a:pt x="803040" y="66457"/>
                </a:lnTo>
                <a:lnTo>
                  <a:pt x="803406" y="66574"/>
                </a:lnTo>
                <a:lnTo>
                  <a:pt x="803774" y="66688"/>
                </a:lnTo>
                <a:lnTo>
                  <a:pt x="804142" y="66800"/>
                </a:lnTo>
                <a:lnTo>
                  <a:pt x="804511" y="66910"/>
                </a:lnTo>
                <a:lnTo>
                  <a:pt x="804880" y="67018"/>
                </a:lnTo>
                <a:lnTo>
                  <a:pt x="805250" y="67124"/>
                </a:lnTo>
                <a:lnTo>
                  <a:pt x="805620" y="67228"/>
                </a:lnTo>
                <a:lnTo>
                  <a:pt x="805991" y="67331"/>
                </a:lnTo>
                <a:lnTo>
                  <a:pt x="806362" y="67431"/>
                </a:lnTo>
                <a:lnTo>
                  <a:pt x="806733" y="67530"/>
                </a:lnTo>
                <a:lnTo>
                  <a:pt x="807105" y="67626"/>
                </a:lnTo>
                <a:lnTo>
                  <a:pt x="807478" y="67721"/>
                </a:lnTo>
                <a:lnTo>
                  <a:pt x="807851" y="67814"/>
                </a:lnTo>
                <a:lnTo>
                  <a:pt x="808225" y="67905"/>
                </a:lnTo>
                <a:lnTo>
                  <a:pt x="808599" y="67993"/>
                </a:lnTo>
                <a:lnTo>
                  <a:pt x="808973" y="68081"/>
                </a:lnTo>
                <a:lnTo>
                  <a:pt x="809348" y="68166"/>
                </a:lnTo>
                <a:lnTo>
                  <a:pt x="809724" y="68249"/>
                </a:lnTo>
                <a:lnTo>
                  <a:pt x="810100" y="68330"/>
                </a:lnTo>
                <a:lnTo>
                  <a:pt x="810476" y="68410"/>
                </a:lnTo>
                <a:lnTo>
                  <a:pt x="810853" y="68487"/>
                </a:lnTo>
                <a:lnTo>
                  <a:pt x="811230" y="68563"/>
                </a:lnTo>
                <a:lnTo>
                  <a:pt x="811608" y="68636"/>
                </a:lnTo>
                <a:lnTo>
                  <a:pt x="811987" y="68708"/>
                </a:lnTo>
                <a:lnTo>
                  <a:pt x="812365" y="68778"/>
                </a:lnTo>
                <a:lnTo>
                  <a:pt x="812822" y="68859"/>
                </a:lnTo>
                <a:lnTo>
                  <a:pt x="813273" y="68941"/>
                </a:lnTo>
                <a:lnTo>
                  <a:pt x="813718" y="69025"/>
                </a:lnTo>
                <a:lnTo>
                  <a:pt x="814157" y="69109"/>
                </a:lnTo>
                <a:lnTo>
                  <a:pt x="814590" y="69195"/>
                </a:lnTo>
                <a:lnTo>
                  <a:pt x="815018" y="69282"/>
                </a:lnTo>
                <a:lnTo>
                  <a:pt x="815440" y="69370"/>
                </a:lnTo>
                <a:lnTo>
                  <a:pt x="815857" y="69460"/>
                </a:lnTo>
                <a:lnTo>
                  <a:pt x="816267" y="69550"/>
                </a:lnTo>
                <a:lnTo>
                  <a:pt x="816672" y="69642"/>
                </a:lnTo>
                <a:lnTo>
                  <a:pt x="817071" y="69735"/>
                </a:lnTo>
                <a:lnTo>
                  <a:pt x="817464" y="69829"/>
                </a:lnTo>
                <a:lnTo>
                  <a:pt x="817852" y="69925"/>
                </a:lnTo>
                <a:lnTo>
                  <a:pt x="818234" y="70021"/>
                </a:lnTo>
                <a:lnTo>
                  <a:pt x="818610" y="70119"/>
                </a:lnTo>
                <a:lnTo>
                  <a:pt x="818980" y="70218"/>
                </a:lnTo>
                <a:lnTo>
                  <a:pt x="819345" y="70319"/>
                </a:lnTo>
                <a:lnTo>
                  <a:pt x="819704" y="70420"/>
                </a:lnTo>
                <a:lnTo>
                  <a:pt x="820057" y="70523"/>
                </a:lnTo>
                <a:lnTo>
                  <a:pt x="820405" y="70626"/>
                </a:lnTo>
                <a:lnTo>
                  <a:pt x="820746" y="70731"/>
                </a:lnTo>
                <a:lnTo>
                  <a:pt x="821082" y="70837"/>
                </a:lnTo>
                <a:lnTo>
                  <a:pt x="821412" y="70945"/>
                </a:lnTo>
                <a:lnTo>
                  <a:pt x="821737" y="71053"/>
                </a:lnTo>
                <a:lnTo>
                  <a:pt x="822055" y="71164"/>
                </a:lnTo>
                <a:lnTo>
                  <a:pt x="822367" y="71278"/>
                </a:lnTo>
                <a:lnTo>
                  <a:pt x="822673" y="71395"/>
                </a:lnTo>
                <a:lnTo>
                  <a:pt x="822972" y="71514"/>
                </a:lnTo>
                <a:lnTo>
                  <a:pt x="823264" y="71638"/>
                </a:lnTo>
                <a:lnTo>
                  <a:pt x="823550" y="71764"/>
                </a:lnTo>
                <a:lnTo>
                  <a:pt x="823830" y="71893"/>
                </a:lnTo>
                <a:lnTo>
                  <a:pt x="824103" y="72025"/>
                </a:lnTo>
                <a:lnTo>
                  <a:pt x="824370" y="72161"/>
                </a:lnTo>
                <a:lnTo>
                  <a:pt x="824630" y="72299"/>
                </a:lnTo>
                <a:lnTo>
                  <a:pt x="824883" y="72441"/>
                </a:lnTo>
                <a:lnTo>
                  <a:pt x="825131" y="72586"/>
                </a:lnTo>
                <a:lnTo>
                  <a:pt x="825372" y="72734"/>
                </a:lnTo>
                <a:lnTo>
                  <a:pt x="825606" y="72885"/>
                </a:lnTo>
                <a:lnTo>
                  <a:pt x="825834" y="73039"/>
                </a:lnTo>
                <a:lnTo>
                  <a:pt x="826055" y="73197"/>
                </a:lnTo>
                <a:lnTo>
                  <a:pt x="826270" y="73357"/>
                </a:lnTo>
                <a:lnTo>
                  <a:pt x="826479" y="73521"/>
                </a:lnTo>
                <a:lnTo>
                  <a:pt x="826681" y="73688"/>
                </a:lnTo>
                <a:lnTo>
                  <a:pt x="826876" y="73857"/>
                </a:lnTo>
                <a:lnTo>
                  <a:pt x="827065" y="74030"/>
                </a:lnTo>
                <a:lnTo>
                  <a:pt x="827248" y="74206"/>
                </a:lnTo>
                <a:lnTo>
                  <a:pt x="827424" y="74385"/>
                </a:lnTo>
                <a:lnTo>
                  <a:pt x="827594" y="74568"/>
                </a:lnTo>
                <a:lnTo>
                  <a:pt x="827757" y="74755"/>
                </a:lnTo>
                <a:lnTo>
                  <a:pt x="827913" y="74949"/>
                </a:lnTo>
                <a:lnTo>
                  <a:pt x="828063" y="75151"/>
                </a:lnTo>
                <a:lnTo>
                  <a:pt x="828205" y="75360"/>
                </a:lnTo>
                <a:lnTo>
                  <a:pt x="828341" y="75576"/>
                </a:lnTo>
                <a:lnTo>
                  <a:pt x="828469" y="75799"/>
                </a:lnTo>
                <a:lnTo>
                  <a:pt x="828591" y="76030"/>
                </a:lnTo>
                <a:lnTo>
                  <a:pt x="828705" y="76267"/>
                </a:lnTo>
                <a:lnTo>
                  <a:pt x="828813" y="76512"/>
                </a:lnTo>
                <a:lnTo>
                  <a:pt x="828914" y="76764"/>
                </a:lnTo>
                <a:lnTo>
                  <a:pt x="829007" y="77023"/>
                </a:lnTo>
                <a:lnTo>
                  <a:pt x="829094" y="77289"/>
                </a:lnTo>
                <a:lnTo>
                  <a:pt x="829174" y="77563"/>
                </a:lnTo>
                <a:lnTo>
                  <a:pt x="829247" y="77843"/>
                </a:lnTo>
                <a:lnTo>
                  <a:pt x="829313" y="78131"/>
                </a:lnTo>
                <a:lnTo>
                  <a:pt x="829372" y="78426"/>
                </a:lnTo>
                <a:lnTo>
                  <a:pt x="829424" y="78728"/>
                </a:lnTo>
                <a:lnTo>
                  <a:pt x="829469" y="79038"/>
                </a:lnTo>
                <a:lnTo>
                  <a:pt x="829507" y="79355"/>
                </a:lnTo>
                <a:lnTo>
                  <a:pt x="829539" y="79678"/>
                </a:lnTo>
                <a:lnTo>
                  <a:pt x="829563" y="80009"/>
                </a:lnTo>
                <a:lnTo>
                  <a:pt x="829580" y="80347"/>
                </a:lnTo>
                <a:lnTo>
                  <a:pt x="829591" y="80693"/>
                </a:lnTo>
                <a:lnTo>
                  <a:pt x="829594" y="81045"/>
                </a:lnTo>
                <a:lnTo>
                  <a:pt x="829591" y="81286"/>
                </a:lnTo>
                <a:lnTo>
                  <a:pt x="829583" y="81525"/>
                </a:lnTo>
                <a:lnTo>
                  <a:pt x="829569" y="81762"/>
                </a:lnTo>
                <a:lnTo>
                  <a:pt x="829550" y="81999"/>
                </a:lnTo>
                <a:lnTo>
                  <a:pt x="829525" y="82233"/>
                </a:lnTo>
                <a:lnTo>
                  <a:pt x="829495" y="82467"/>
                </a:lnTo>
                <a:lnTo>
                  <a:pt x="829459" y="82698"/>
                </a:lnTo>
                <a:lnTo>
                  <a:pt x="829418" y="82929"/>
                </a:lnTo>
                <a:lnTo>
                  <a:pt x="829371" y="83158"/>
                </a:lnTo>
                <a:lnTo>
                  <a:pt x="829319" y="83385"/>
                </a:lnTo>
                <a:lnTo>
                  <a:pt x="829261" y="83611"/>
                </a:lnTo>
                <a:lnTo>
                  <a:pt x="829198" y="83836"/>
                </a:lnTo>
                <a:lnTo>
                  <a:pt x="829129" y="84059"/>
                </a:lnTo>
                <a:lnTo>
                  <a:pt x="829055" y="84281"/>
                </a:lnTo>
                <a:lnTo>
                  <a:pt x="828975" y="84502"/>
                </a:lnTo>
                <a:lnTo>
                  <a:pt x="828889" y="84721"/>
                </a:lnTo>
                <a:lnTo>
                  <a:pt x="828798" y="84938"/>
                </a:lnTo>
                <a:lnTo>
                  <a:pt x="828702" y="85154"/>
                </a:lnTo>
                <a:lnTo>
                  <a:pt x="828600" y="85369"/>
                </a:lnTo>
                <a:lnTo>
                  <a:pt x="828493" y="85582"/>
                </a:lnTo>
                <a:lnTo>
                  <a:pt x="828380" y="85794"/>
                </a:lnTo>
                <a:lnTo>
                  <a:pt x="828262" y="86004"/>
                </a:lnTo>
                <a:lnTo>
                  <a:pt x="828138" y="86213"/>
                </a:lnTo>
                <a:lnTo>
                  <a:pt x="828008" y="86421"/>
                </a:lnTo>
                <a:lnTo>
                  <a:pt x="827873" y="86626"/>
                </a:lnTo>
                <a:lnTo>
                  <a:pt x="827733" y="86827"/>
                </a:lnTo>
                <a:lnTo>
                  <a:pt x="827587" y="87025"/>
                </a:lnTo>
                <a:lnTo>
                  <a:pt x="827436" y="87219"/>
                </a:lnTo>
                <a:lnTo>
                  <a:pt x="827279" y="87409"/>
                </a:lnTo>
                <a:lnTo>
                  <a:pt x="827117" y="87596"/>
                </a:lnTo>
                <a:lnTo>
                  <a:pt x="826949" y="87779"/>
                </a:lnTo>
                <a:lnTo>
                  <a:pt x="826775" y="87959"/>
                </a:lnTo>
                <a:lnTo>
                  <a:pt x="826596" y="88135"/>
                </a:lnTo>
                <a:lnTo>
                  <a:pt x="826412" y="88308"/>
                </a:lnTo>
                <a:lnTo>
                  <a:pt x="826222" y="88477"/>
                </a:lnTo>
                <a:lnTo>
                  <a:pt x="826027" y="88642"/>
                </a:lnTo>
                <a:lnTo>
                  <a:pt x="825826" y="88804"/>
                </a:lnTo>
                <a:lnTo>
                  <a:pt x="825619" y="88962"/>
                </a:lnTo>
                <a:lnTo>
                  <a:pt x="825408" y="89117"/>
                </a:lnTo>
                <a:lnTo>
                  <a:pt x="825190" y="89268"/>
                </a:lnTo>
                <a:lnTo>
                  <a:pt x="824967" y="89415"/>
                </a:lnTo>
                <a:lnTo>
                  <a:pt x="824739" y="89559"/>
                </a:lnTo>
                <a:lnTo>
                  <a:pt x="824505" y="89700"/>
                </a:lnTo>
                <a:lnTo>
                  <a:pt x="824266" y="89836"/>
                </a:lnTo>
                <a:lnTo>
                  <a:pt x="824021" y="89970"/>
                </a:lnTo>
                <a:lnTo>
                  <a:pt x="823770" y="90099"/>
                </a:lnTo>
                <a:lnTo>
                  <a:pt x="823515" y="90225"/>
                </a:lnTo>
                <a:lnTo>
                  <a:pt x="823253" y="90347"/>
                </a:lnTo>
                <a:lnTo>
                  <a:pt x="822986" y="90465"/>
                </a:lnTo>
                <a:lnTo>
                  <a:pt x="822714" y="90578"/>
                </a:lnTo>
                <a:lnTo>
                  <a:pt x="822435" y="90687"/>
                </a:lnTo>
                <a:lnTo>
                  <a:pt x="822151" y="90789"/>
                </a:lnTo>
                <a:lnTo>
                  <a:pt x="821861" y="90887"/>
                </a:lnTo>
                <a:lnTo>
                  <a:pt x="821565" y="90980"/>
                </a:lnTo>
                <a:lnTo>
                  <a:pt x="821264" y="91068"/>
                </a:lnTo>
                <a:lnTo>
                  <a:pt x="820956" y="91151"/>
                </a:lnTo>
                <a:lnTo>
                  <a:pt x="820643" y="91229"/>
                </a:lnTo>
                <a:lnTo>
                  <a:pt x="820325" y="91302"/>
                </a:lnTo>
                <a:lnTo>
                  <a:pt x="820000" y="91370"/>
                </a:lnTo>
                <a:lnTo>
                  <a:pt x="819670" y="91433"/>
                </a:lnTo>
                <a:lnTo>
                  <a:pt x="819334" y="91490"/>
                </a:lnTo>
                <a:lnTo>
                  <a:pt x="818992" y="91543"/>
                </a:lnTo>
                <a:lnTo>
                  <a:pt x="818645" y="91591"/>
                </a:lnTo>
                <a:lnTo>
                  <a:pt x="818292" y="91634"/>
                </a:lnTo>
                <a:lnTo>
                  <a:pt x="817933" y="91671"/>
                </a:lnTo>
                <a:lnTo>
                  <a:pt x="817568" y="91704"/>
                </a:lnTo>
                <a:lnTo>
                  <a:pt x="817198" y="91732"/>
                </a:lnTo>
                <a:lnTo>
                  <a:pt x="816822" y="91754"/>
                </a:lnTo>
                <a:lnTo>
                  <a:pt x="816440" y="91772"/>
                </a:lnTo>
                <a:lnTo>
                  <a:pt x="816052" y="91784"/>
                </a:lnTo>
                <a:lnTo>
                  <a:pt x="815658" y="91792"/>
                </a:lnTo>
                <a:lnTo>
                  <a:pt x="815259" y="91794"/>
                </a:lnTo>
                <a:lnTo>
                  <a:pt x="814803" y="91791"/>
                </a:lnTo>
                <a:lnTo>
                  <a:pt x="814352" y="91781"/>
                </a:lnTo>
                <a:lnTo>
                  <a:pt x="813908" y="91765"/>
                </a:lnTo>
                <a:lnTo>
                  <a:pt x="813469" y="91743"/>
                </a:lnTo>
                <a:lnTo>
                  <a:pt x="813037" y="91714"/>
                </a:lnTo>
                <a:lnTo>
                  <a:pt x="812610" y="91678"/>
                </a:lnTo>
                <a:lnTo>
                  <a:pt x="812189" y="91636"/>
                </a:lnTo>
                <a:lnTo>
                  <a:pt x="811775" y="91588"/>
                </a:lnTo>
                <a:lnTo>
                  <a:pt x="811366" y="91533"/>
                </a:lnTo>
                <a:lnTo>
                  <a:pt x="810963" y="91472"/>
                </a:lnTo>
                <a:lnTo>
                  <a:pt x="810567" y="91404"/>
                </a:lnTo>
                <a:lnTo>
                  <a:pt x="810176" y="91330"/>
                </a:lnTo>
                <a:lnTo>
                  <a:pt x="809791" y="91249"/>
                </a:lnTo>
                <a:lnTo>
                  <a:pt x="809413" y="91162"/>
                </a:lnTo>
                <a:lnTo>
                  <a:pt x="809040" y="91068"/>
                </a:lnTo>
                <a:lnTo>
                  <a:pt x="808673" y="90968"/>
                </a:lnTo>
                <a:lnTo>
                  <a:pt x="808313" y="90862"/>
                </a:lnTo>
                <a:lnTo>
                  <a:pt x="807958" y="90749"/>
                </a:lnTo>
                <a:lnTo>
                  <a:pt x="807609" y="90629"/>
                </a:lnTo>
                <a:lnTo>
                  <a:pt x="807266" y="90503"/>
                </a:lnTo>
                <a:lnTo>
                  <a:pt x="806930" y="90371"/>
                </a:lnTo>
                <a:lnTo>
                  <a:pt x="806599" y="90232"/>
                </a:lnTo>
                <a:lnTo>
                  <a:pt x="806274" y="90087"/>
                </a:lnTo>
                <a:lnTo>
                  <a:pt x="805955" y="89935"/>
                </a:lnTo>
                <a:lnTo>
                  <a:pt x="805642" y="89778"/>
                </a:lnTo>
                <a:lnTo>
                  <a:pt x="805335" y="89617"/>
                </a:lnTo>
                <a:lnTo>
                  <a:pt x="805032" y="89452"/>
                </a:lnTo>
                <a:lnTo>
                  <a:pt x="804736" y="89282"/>
                </a:lnTo>
                <a:lnTo>
                  <a:pt x="804445" y="89109"/>
                </a:lnTo>
                <a:lnTo>
                  <a:pt x="804159" y="88931"/>
                </a:lnTo>
                <a:lnTo>
                  <a:pt x="803879" y="88750"/>
                </a:lnTo>
                <a:lnTo>
                  <a:pt x="803605" y="88564"/>
                </a:lnTo>
                <a:lnTo>
                  <a:pt x="803336" y="88374"/>
                </a:lnTo>
                <a:lnTo>
                  <a:pt x="803072" y="88181"/>
                </a:lnTo>
                <a:lnTo>
                  <a:pt x="802814" y="87983"/>
                </a:lnTo>
                <a:lnTo>
                  <a:pt x="802561" y="87781"/>
                </a:lnTo>
                <a:lnTo>
                  <a:pt x="802314" y="87575"/>
                </a:lnTo>
                <a:lnTo>
                  <a:pt x="802073" y="87365"/>
                </a:lnTo>
                <a:lnTo>
                  <a:pt x="801837" y="87151"/>
                </a:lnTo>
                <a:lnTo>
                  <a:pt x="801606" y="86933"/>
                </a:lnTo>
                <a:lnTo>
                  <a:pt x="801381" y="86711"/>
                </a:lnTo>
                <a:lnTo>
                  <a:pt x="801161" y="86484"/>
                </a:lnTo>
                <a:lnTo>
                  <a:pt x="800947" y="86254"/>
                </a:lnTo>
                <a:lnTo>
                  <a:pt x="800739" y="86020"/>
                </a:lnTo>
                <a:lnTo>
                  <a:pt x="800535" y="85781"/>
                </a:lnTo>
                <a:lnTo>
                  <a:pt x="800338" y="85539"/>
                </a:lnTo>
                <a:lnTo>
                  <a:pt x="800146" y="85292"/>
                </a:lnTo>
                <a:lnTo>
                  <a:pt x="799959" y="85041"/>
                </a:lnTo>
                <a:lnTo>
                  <a:pt x="799778" y="84788"/>
                </a:lnTo>
                <a:lnTo>
                  <a:pt x="799602" y="84532"/>
                </a:lnTo>
                <a:lnTo>
                  <a:pt x="799432" y="84274"/>
                </a:lnTo>
                <a:lnTo>
                  <a:pt x="799267" y="84015"/>
                </a:lnTo>
                <a:lnTo>
                  <a:pt x="799107" y="83754"/>
                </a:lnTo>
                <a:lnTo>
                  <a:pt x="798952" y="83490"/>
                </a:lnTo>
                <a:lnTo>
                  <a:pt x="798802" y="83225"/>
                </a:lnTo>
                <a:lnTo>
                  <a:pt x="798658" y="82958"/>
                </a:lnTo>
                <a:lnTo>
                  <a:pt x="798519" y="82689"/>
                </a:lnTo>
                <a:lnTo>
                  <a:pt x="798385" y="82418"/>
                </a:lnTo>
                <a:lnTo>
                  <a:pt x="798257" y="82146"/>
                </a:lnTo>
                <a:lnTo>
                  <a:pt x="798134" y="81871"/>
                </a:lnTo>
                <a:lnTo>
                  <a:pt x="798016" y="81594"/>
                </a:lnTo>
                <a:lnTo>
                  <a:pt x="797903" y="81316"/>
                </a:lnTo>
                <a:lnTo>
                  <a:pt x="797796" y="81035"/>
                </a:lnTo>
                <a:lnTo>
                  <a:pt x="797693" y="80753"/>
                </a:lnTo>
                <a:lnTo>
                  <a:pt x="797597" y="80468"/>
                </a:lnTo>
                <a:lnTo>
                  <a:pt x="797505" y="80182"/>
                </a:lnTo>
                <a:lnTo>
                  <a:pt x="797418" y="79894"/>
                </a:lnTo>
                <a:lnTo>
                  <a:pt x="797337" y="79604"/>
                </a:lnTo>
                <a:lnTo>
                  <a:pt x="797261" y="79312"/>
                </a:lnTo>
                <a:lnTo>
                  <a:pt x="797191" y="79018"/>
                </a:lnTo>
                <a:lnTo>
                  <a:pt x="797125" y="78723"/>
                </a:lnTo>
                <a:lnTo>
                  <a:pt x="797065" y="78425"/>
                </a:lnTo>
                <a:lnTo>
                  <a:pt x="785212" y="78425"/>
                </a:lnTo>
                <a:lnTo>
                  <a:pt x="785286" y="79008"/>
                </a:lnTo>
                <a:lnTo>
                  <a:pt x="785371" y="79584"/>
                </a:lnTo>
                <a:lnTo>
                  <a:pt x="785465" y="80153"/>
                </a:lnTo>
                <a:lnTo>
                  <a:pt x="785570" y="80717"/>
                </a:lnTo>
                <a:lnTo>
                  <a:pt x="785685" y="81274"/>
                </a:lnTo>
                <a:lnTo>
                  <a:pt x="785811" y="81824"/>
                </a:lnTo>
                <a:lnTo>
                  <a:pt x="785946" y="82368"/>
                </a:lnTo>
                <a:lnTo>
                  <a:pt x="786092" y="82905"/>
                </a:lnTo>
                <a:lnTo>
                  <a:pt x="786249" y="83436"/>
                </a:lnTo>
                <a:lnTo>
                  <a:pt x="786415" y="83961"/>
                </a:lnTo>
                <a:lnTo>
                  <a:pt x="786592" y="84479"/>
                </a:lnTo>
                <a:lnTo>
                  <a:pt x="786780" y="84990"/>
                </a:lnTo>
                <a:lnTo>
                  <a:pt x="786977" y="85495"/>
                </a:lnTo>
                <a:lnTo>
                  <a:pt x="787185" y="85994"/>
                </a:lnTo>
                <a:lnTo>
                  <a:pt x="787403" y="86486"/>
                </a:lnTo>
                <a:lnTo>
                  <a:pt x="787631" y="86972"/>
                </a:lnTo>
                <a:lnTo>
                  <a:pt x="787870" y="87451"/>
                </a:lnTo>
                <a:lnTo>
                  <a:pt x="788119" y="87924"/>
                </a:lnTo>
                <a:lnTo>
                  <a:pt x="788378" y="88390"/>
                </a:lnTo>
                <a:lnTo>
                  <a:pt x="788648" y="88850"/>
                </a:lnTo>
                <a:lnTo>
                  <a:pt x="788927" y="89304"/>
                </a:lnTo>
                <a:lnTo>
                  <a:pt x="789217" y="89750"/>
                </a:lnTo>
                <a:lnTo>
                  <a:pt x="789518" y="90191"/>
                </a:lnTo>
                <a:lnTo>
                  <a:pt x="789829" y="90625"/>
                </a:lnTo>
                <a:lnTo>
                  <a:pt x="790149" y="91052"/>
                </a:lnTo>
                <a:lnTo>
                  <a:pt x="790479" y="91470"/>
                </a:lnTo>
                <a:lnTo>
                  <a:pt x="790817" y="91881"/>
                </a:lnTo>
                <a:lnTo>
                  <a:pt x="791165" y="92284"/>
                </a:lnTo>
                <a:lnTo>
                  <a:pt x="791522" y="92679"/>
                </a:lnTo>
                <a:lnTo>
                  <a:pt x="791888" y="93067"/>
                </a:lnTo>
                <a:lnTo>
                  <a:pt x="792263" y="93446"/>
                </a:lnTo>
                <a:lnTo>
                  <a:pt x="792647" y="93817"/>
                </a:lnTo>
                <a:lnTo>
                  <a:pt x="793040" y="94181"/>
                </a:lnTo>
                <a:lnTo>
                  <a:pt x="793443" y="94536"/>
                </a:lnTo>
                <a:lnTo>
                  <a:pt x="793854" y="94884"/>
                </a:lnTo>
                <a:lnTo>
                  <a:pt x="794275" y="95224"/>
                </a:lnTo>
                <a:lnTo>
                  <a:pt x="794704" y="95556"/>
                </a:lnTo>
                <a:lnTo>
                  <a:pt x="795143" y="95880"/>
                </a:lnTo>
                <a:lnTo>
                  <a:pt x="795590" y="96196"/>
                </a:lnTo>
                <a:lnTo>
                  <a:pt x="796047" y="96504"/>
                </a:lnTo>
                <a:lnTo>
                  <a:pt x="796513" y="96805"/>
                </a:lnTo>
                <a:lnTo>
                  <a:pt x="796988" y="97097"/>
                </a:lnTo>
                <a:lnTo>
                  <a:pt x="797472" y="97382"/>
                </a:lnTo>
                <a:lnTo>
                  <a:pt x="797965" y="97658"/>
                </a:lnTo>
                <a:lnTo>
                  <a:pt x="798467" y="97927"/>
                </a:lnTo>
                <a:lnTo>
                  <a:pt x="798979" y="98188"/>
                </a:lnTo>
                <a:lnTo>
                  <a:pt x="799499" y="98441"/>
                </a:lnTo>
                <a:lnTo>
                  <a:pt x="800029" y="98686"/>
                </a:lnTo>
                <a:lnTo>
                  <a:pt x="800567" y="98922"/>
                </a:lnTo>
                <a:lnTo>
                  <a:pt x="801113" y="99148"/>
                </a:lnTo>
                <a:lnTo>
                  <a:pt x="801667" y="99364"/>
                </a:lnTo>
                <a:lnTo>
                  <a:pt x="802228" y="99570"/>
                </a:lnTo>
                <a:lnTo>
                  <a:pt x="802798" y="99766"/>
                </a:lnTo>
                <a:lnTo>
                  <a:pt x="803376" y="99952"/>
                </a:lnTo>
                <a:lnTo>
                  <a:pt x="803961" y="100128"/>
                </a:lnTo>
                <a:lnTo>
                  <a:pt x="804555" y="100294"/>
                </a:lnTo>
                <a:lnTo>
                  <a:pt x="805156" y="100450"/>
                </a:lnTo>
                <a:lnTo>
                  <a:pt x="805765" y="100595"/>
                </a:lnTo>
                <a:lnTo>
                  <a:pt x="806382" y="100731"/>
                </a:lnTo>
                <a:lnTo>
                  <a:pt x="807007" y="100857"/>
                </a:lnTo>
                <a:lnTo>
                  <a:pt x="807639" y="100972"/>
                </a:lnTo>
                <a:lnTo>
                  <a:pt x="808280" y="101078"/>
                </a:lnTo>
                <a:lnTo>
                  <a:pt x="808929" y="101173"/>
                </a:lnTo>
                <a:lnTo>
                  <a:pt x="809585" y="101259"/>
                </a:lnTo>
                <a:lnTo>
                  <a:pt x="810249" y="101334"/>
                </a:lnTo>
                <a:lnTo>
                  <a:pt x="810922" y="101399"/>
                </a:lnTo>
                <a:lnTo>
                  <a:pt x="811602" y="101454"/>
                </a:lnTo>
                <a:lnTo>
                  <a:pt x="812290" y="101500"/>
                </a:lnTo>
                <a:lnTo>
                  <a:pt x="812986" y="101535"/>
                </a:lnTo>
                <a:lnTo>
                  <a:pt x="813689" y="101560"/>
                </a:lnTo>
                <a:lnTo>
                  <a:pt x="814401" y="101575"/>
                </a:lnTo>
                <a:lnTo>
                  <a:pt x="815121" y="101580"/>
                </a:lnTo>
                <a:lnTo>
                  <a:pt x="815783" y="101575"/>
                </a:lnTo>
                <a:lnTo>
                  <a:pt x="816438" y="101561"/>
                </a:lnTo>
                <a:lnTo>
                  <a:pt x="817087" y="101538"/>
                </a:lnTo>
                <a:lnTo>
                  <a:pt x="817728" y="101505"/>
                </a:lnTo>
                <a:lnTo>
                  <a:pt x="818362" y="101464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9B12E-57C1-4177-AEF8-1D0E811B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57" y="3813667"/>
            <a:ext cx="369302" cy="249294"/>
          </a:xfrm>
          <a:custGeom xmlns:a="http://schemas.openxmlformats.org/drawingml/2006/main">
            <a:pathLst>
              <a:path w="369302" h="249294">
                <a:moveTo>
                  <a:pt x="0" y="41546"/>
                </a:moveTo>
                <a:lnTo>
                  <a:pt x="0" y="41546"/>
                </a:lnTo>
                <a:cubicBezTo>
                  <a:pt x="0" y="18587"/>
                  <a:pt x="18605" y="0"/>
                  <a:pt x="41557" y="0"/>
                </a:cubicBezTo>
                <a:lnTo>
                  <a:pt x="327752" y="0"/>
                </a:lnTo>
                <a:cubicBezTo>
                  <a:pt x="338774" y="0"/>
                  <a:pt x="349342" y="4371"/>
                  <a:pt x="357133" y="12168"/>
                </a:cubicBezTo>
                <a:cubicBezTo>
                  <a:pt x="364925" y="19966"/>
                  <a:pt x="369302" y="30519"/>
                  <a:pt x="369302" y="41546"/>
                </a:cubicBezTo>
                <a:lnTo>
                  <a:pt x="369302" y="207748"/>
                </a:lnTo>
                <a:cubicBezTo>
                  <a:pt x="369302" y="230687"/>
                  <a:pt x="350703" y="249294"/>
                  <a:pt x="327752" y="249294"/>
                </a:cubicBezTo>
                <a:lnTo>
                  <a:pt x="41557" y="249294"/>
                </a:lnTo>
                <a:cubicBezTo>
                  <a:pt x="18605" y="249294"/>
                  <a:pt x="0" y="230687"/>
                  <a:pt x="0" y="207748"/>
                </a:cubicBez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8ABAD-BC3B-452D-8F34-C9633E47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57" y="3813667"/>
            <a:ext cx="369302" cy="249294"/>
          </a:xfrm>
          <a:custGeom xmlns:a="http://schemas.openxmlformats.org/drawingml/2006/main">
            <a:pathLst>
              <a:path w="369302" h="249294" fill="none">
                <a:moveTo>
                  <a:pt x="0" y="41546"/>
                </a:moveTo>
                <a:lnTo>
                  <a:pt x="0" y="41546"/>
                </a:lnTo>
                <a:cubicBezTo>
                  <a:pt x="0" y="18607"/>
                  <a:pt x="18605" y="0"/>
                  <a:pt x="41557" y="0"/>
                </a:cubicBezTo>
                <a:lnTo>
                  <a:pt x="327752" y="0"/>
                </a:lnTo>
                <a:cubicBezTo>
                  <a:pt x="338774" y="0"/>
                  <a:pt x="349342" y="4371"/>
                  <a:pt x="357133" y="12168"/>
                </a:cubicBezTo>
                <a:cubicBezTo>
                  <a:pt x="364925" y="19966"/>
                  <a:pt x="369302" y="30519"/>
                  <a:pt x="369302" y="41546"/>
                </a:cubicBezTo>
                <a:lnTo>
                  <a:pt x="369302" y="207748"/>
                </a:lnTo>
                <a:cubicBezTo>
                  <a:pt x="369302" y="230687"/>
                  <a:pt x="350703" y="249294"/>
                  <a:pt x="327752" y="249294"/>
                </a:cubicBezTo>
                <a:lnTo>
                  <a:pt x="41557" y="249294"/>
                </a:lnTo>
                <a:cubicBezTo>
                  <a:pt x="18605" y="249294"/>
                  <a:pt x="0" y="230687"/>
                  <a:pt x="0" y="207748"/>
                </a:cubicBezTo>
                <a:lnTo>
                  <a:pt x="0" y="41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8F400-74C0-450E-8BB8-2964E612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10" y="4062961"/>
            <a:ext cx="4184" cy="138144"/>
          </a:xfrm>
          <a:custGeom xmlns:a="http://schemas.openxmlformats.org/drawingml/2006/main">
            <a:pathLst>
              <a:path w="4184" h="138144">
                <a:moveTo>
                  <a:pt x="0" y="0"/>
                </a:moveTo>
                <a:lnTo>
                  <a:pt x="4184" y="13814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57087-3A7F-4F41-A04A-EA98206C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10" y="4062961"/>
            <a:ext cx="4184" cy="138144"/>
          </a:xfrm>
          <a:custGeom xmlns:a="http://schemas.openxmlformats.org/drawingml/2006/main">
            <a:pathLst>
              <a:path w="4184" h="138144" fill="none">
                <a:moveTo>
                  <a:pt x="0" y="0"/>
                </a:moveTo>
                <a:lnTo>
                  <a:pt x="4184" y="138144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B45DC-41D1-4CA9-A803-6A86A3A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97" y="4195139"/>
            <a:ext cx="10025568" cy="473"/>
          </a:xfrm>
          <a:custGeom xmlns:a="http://schemas.openxmlformats.org/drawingml/2006/main">
            <a:pathLst>
              <a:path w="10025568" h="473">
                <a:moveTo>
                  <a:pt x="0" y="0"/>
                </a:moveTo>
                <a:lnTo>
                  <a:pt x="10025568" y="473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40CD7-54C6-4D9C-9321-291BD889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97" y="4195139"/>
            <a:ext cx="10025568" cy="473"/>
          </a:xfrm>
          <a:custGeom xmlns:a="http://schemas.openxmlformats.org/drawingml/2006/main">
            <a:pathLst>
              <a:path w="10025568" h="473" fill="none">
                <a:moveTo>
                  <a:pt x="0" y="0"/>
                </a:moveTo>
                <a:lnTo>
                  <a:pt x="10025568" y="473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5E659-4928-49AA-A857-223132A0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382" y="3414416"/>
            <a:ext cx="1853" cy="782338"/>
          </a:xfrm>
          <a:custGeom xmlns:a="http://schemas.openxmlformats.org/drawingml/2006/main">
            <a:pathLst>
              <a:path w="1853" h="782338">
                <a:moveTo>
                  <a:pt x="0" y="0"/>
                </a:moveTo>
                <a:lnTo>
                  <a:pt x="1853" y="782338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88AE6-C27F-4B00-ABFF-576C2A9B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382" y="3414416"/>
            <a:ext cx="1853" cy="782338"/>
          </a:xfrm>
          <a:custGeom xmlns:a="http://schemas.openxmlformats.org/drawingml/2006/main">
            <a:pathLst>
              <a:path w="1853" h="782338" fill="none">
                <a:moveTo>
                  <a:pt x="0" y="0"/>
                </a:moveTo>
                <a:lnTo>
                  <a:pt x="1853" y="782338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64A64-867E-41E8-9E8B-AE5118FC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907" y="3414435"/>
            <a:ext cx="1871" cy="782319"/>
          </a:xfrm>
          <a:custGeom xmlns:a="http://schemas.openxmlformats.org/drawingml/2006/main">
            <a:pathLst>
              <a:path w="1871" h="782319">
                <a:moveTo>
                  <a:pt x="0" y="0"/>
                </a:moveTo>
                <a:lnTo>
                  <a:pt x="1871" y="78231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E279B3-9D85-46DF-8F67-436B6D5C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907" y="3414435"/>
            <a:ext cx="1871" cy="782319"/>
          </a:xfrm>
          <a:custGeom xmlns:a="http://schemas.openxmlformats.org/drawingml/2006/main">
            <a:pathLst>
              <a:path w="1871" h="782319" fill="none">
                <a:moveTo>
                  <a:pt x="0" y="0"/>
                </a:moveTo>
                <a:lnTo>
                  <a:pt x="1871" y="782319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5C347-D47F-471D-BA5B-2918FCF7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610" y="3414435"/>
            <a:ext cx="1871" cy="782338"/>
          </a:xfrm>
          <a:custGeom xmlns:a="http://schemas.openxmlformats.org/drawingml/2006/main">
            <a:pathLst>
              <a:path w="1871" h="782338">
                <a:moveTo>
                  <a:pt x="0" y="0"/>
                </a:moveTo>
                <a:lnTo>
                  <a:pt x="1871" y="782338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EA53FA-6B38-4ECE-8432-DF1282DD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610" y="3414435"/>
            <a:ext cx="1871" cy="782338"/>
          </a:xfrm>
          <a:custGeom xmlns:a="http://schemas.openxmlformats.org/drawingml/2006/main">
            <a:pathLst>
              <a:path w="1871" h="782338" fill="none">
                <a:moveTo>
                  <a:pt x="0" y="0"/>
                </a:moveTo>
                <a:lnTo>
                  <a:pt x="1871" y="782338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AA2AF-4182-411F-86E4-EE2F5CE2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322" y="3011023"/>
            <a:ext cx="2843259" cy="477210"/>
          </a:xfrm>
          <a:custGeom xmlns:a="http://schemas.openxmlformats.org/drawingml/2006/main">
            <a:pathLst>
              <a:path w="2843259" h="477210">
                <a:moveTo>
                  <a:pt x="0" y="477210"/>
                </a:moveTo>
                <a:lnTo>
                  <a:pt x="0" y="0"/>
                </a:lnTo>
                <a:lnTo>
                  <a:pt x="2843259" y="0"/>
                </a:lnTo>
                <a:lnTo>
                  <a:pt x="2843259" y="477210"/>
                </a:lnTo>
                <a:lnTo>
                  <a:pt x="0" y="47721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Learnable">
            <a:extLst xmlns:a="http://schemas.openxmlformats.org/drawingml/2006/main">
              <a:ext uri="{FF2B5EF4-FFF2-40B4-BE49-F238E27FC236}">
                <a16:creationId xmlns:a16="http://schemas.microsoft.com/office/drawing/2014/main" id="{3140DC64-505B-4B5E-A63E-F816C51B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202" y="3175476"/>
            <a:ext cx="706877" cy="121216"/>
          </a:xfrm>
          <a:custGeom xmlns:a="http://schemas.openxmlformats.org/drawingml/2006/main">
            <a:pathLst>
              <a:path w="706877" h="121216">
                <a:moveTo>
                  <a:pt x="0" y="119678"/>
                </a:moveTo>
                <a:lnTo>
                  <a:pt x="0" y="7230"/>
                </a:lnTo>
                <a:lnTo>
                  <a:pt x="13075" y="7230"/>
                </a:lnTo>
                <a:lnTo>
                  <a:pt x="13075" y="107987"/>
                </a:lnTo>
                <a:lnTo>
                  <a:pt x="62992" y="107987"/>
                </a:lnTo>
                <a:lnTo>
                  <a:pt x="62992" y="119678"/>
                </a:lnTo>
                <a:lnTo>
                  <a:pt x="0" y="119678"/>
                </a:lnTo>
                <a:close/>
                <a:moveTo>
                  <a:pt x="112602" y="33842"/>
                </a:moveTo>
                <a:cubicBezTo>
                  <a:pt x="119780" y="33842"/>
                  <a:pt x="125933" y="35429"/>
                  <a:pt x="131061" y="38603"/>
                </a:cubicBezTo>
                <a:cubicBezTo>
                  <a:pt x="136188" y="41776"/>
                  <a:pt x="140111" y="46216"/>
                  <a:pt x="142829" y="51924"/>
                </a:cubicBezTo>
                <a:cubicBezTo>
                  <a:pt x="145546" y="57632"/>
                  <a:pt x="146905" y="64300"/>
                  <a:pt x="146905" y="71929"/>
                </a:cubicBezTo>
                <a:lnTo>
                  <a:pt x="146905" y="79836"/>
                </a:lnTo>
                <a:lnTo>
                  <a:pt x="88681" y="79836"/>
                </a:lnTo>
                <a:cubicBezTo>
                  <a:pt x="88835" y="89758"/>
                  <a:pt x="91296" y="97315"/>
                  <a:pt x="96065" y="102507"/>
                </a:cubicBezTo>
                <a:cubicBezTo>
                  <a:pt x="100834" y="107698"/>
                  <a:pt x="107551" y="110294"/>
                  <a:pt x="116216" y="110294"/>
                </a:cubicBezTo>
                <a:cubicBezTo>
                  <a:pt x="121549" y="110294"/>
                  <a:pt x="126267" y="109807"/>
                  <a:pt x="130369" y="108833"/>
                </a:cubicBezTo>
                <a:cubicBezTo>
                  <a:pt x="134471" y="107859"/>
                  <a:pt x="138727" y="106423"/>
                  <a:pt x="143136" y="104526"/>
                </a:cubicBezTo>
                <a:lnTo>
                  <a:pt x="143136" y="115755"/>
                </a:lnTo>
                <a:cubicBezTo>
                  <a:pt x="138880" y="117652"/>
                  <a:pt x="134663" y="119037"/>
                  <a:pt x="130484" y="119908"/>
                </a:cubicBezTo>
                <a:cubicBezTo>
                  <a:pt x="126305" y="120780"/>
                  <a:pt x="121370" y="121216"/>
                  <a:pt x="115678" y="121216"/>
                </a:cubicBezTo>
                <a:cubicBezTo>
                  <a:pt x="107576" y="121216"/>
                  <a:pt x="100513" y="119562"/>
                  <a:pt x="94488" y="116255"/>
                </a:cubicBezTo>
                <a:cubicBezTo>
                  <a:pt x="88463" y="112948"/>
                  <a:pt x="83785" y="108089"/>
                  <a:pt x="80452" y="101680"/>
                </a:cubicBezTo>
                <a:cubicBezTo>
                  <a:pt x="77119" y="95270"/>
                  <a:pt x="75452" y="87425"/>
                  <a:pt x="75452" y="78144"/>
                </a:cubicBezTo>
                <a:cubicBezTo>
                  <a:pt x="75452" y="69068"/>
                  <a:pt x="76978" y="61210"/>
                  <a:pt x="80029" y="54570"/>
                </a:cubicBezTo>
                <a:cubicBezTo>
                  <a:pt x="83079" y="47930"/>
                  <a:pt x="87387" y="42815"/>
                  <a:pt x="92950" y="39226"/>
                </a:cubicBezTo>
                <a:cubicBezTo>
                  <a:pt x="98513" y="35637"/>
                  <a:pt x="105064" y="33842"/>
                  <a:pt x="112602" y="33842"/>
                </a:cubicBezTo>
                <a:moveTo>
                  <a:pt x="112448" y="44302"/>
                </a:moveTo>
                <a:cubicBezTo>
                  <a:pt x="105628" y="44302"/>
                  <a:pt x="100193" y="46526"/>
                  <a:pt x="96142" y="50975"/>
                </a:cubicBezTo>
                <a:cubicBezTo>
                  <a:pt x="92091" y="55421"/>
                  <a:pt x="89681" y="61632"/>
                  <a:pt x="88912" y="69607"/>
                </a:cubicBezTo>
                <a:lnTo>
                  <a:pt x="133522" y="69607"/>
                </a:lnTo>
                <a:cubicBezTo>
                  <a:pt x="133471" y="64598"/>
                  <a:pt x="132689" y="60189"/>
                  <a:pt x="131176" y="56380"/>
                </a:cubicBezTo>
                <a:cubicBezTo>
                  <a:pt x="129664" y="52571"/>
                  <a:pt x="127369" y="49606"/>
                  <a:pt x="124292" y="47485"/>
                </a:cubicBezTo>
                <a:cubicBezTo>
                  <a:pt x="121216" y="45363"/>
                  <a:pt x="117268" y="44302"/>
                  <a:pt x="112448" y="44302"/>
                </a:cubicBezTo>
                <a:close/>
                <a:moveTo>
                  <a:pt x="200045" y="33842"/>
                </a:moveTo>
                <a:cubicBezTo>
                  <a:pt x="210095" y="33842"/>
                  <a:pt x="217555" y="36102"/>
                  <a:pt x="222427" y="40622"/>
                </a:cubicBezTo>
                <a:cubicBezTo>
                  <a:pt x="227298" y="45143"/>
                  <a:pt x="229733" y="52360"/>
                  <a:pt x="229733" y="62274"/>
                </a:cubicBezTo>
                <a:lnTo>
                  <a:pt x="229733" y="119678"/>
                </a:lnTo>
                <a:lnTo>
                  <a:pt x="220427" y="119678"/>
                </a:lnTo>
                <a:lnTo>
                  <a:pt x="217966" y="107218"/>
                </a:lnTo>
                <a:lnTo>
                  <a:pt x="217350" y="107218"/>
                </a:lnTo>
                <a:cubicBezTo>
                  <a:pt x="214992" y="110294"/>
                  <a:pt x="212530" y="112871"/>
                  <a:pt x="209967" y="114947"/>
                </a:cubicBezTo>
                <a:cubicBezTo>
                  <a:pt x="207403" y="117024"/>
                  <a:pt x="204442" y="118588"/>
                  <a:pt x="201083" y="119639"/>
                </a:cubicBezTo>
                <a:cubicBezTo>
                  <a:pt x="197725" y="120690"/>
                  <a:pt x="193610" y="121216"/>
                  <a:pt x="188738" y="121216"/>
                </a:cubicBezTo>
                <a:cubicBezTo>
                  <a:pt x="183611" y="121216"/>
                  <a:pt x="179060" y="120318"/>
                  <a:pt x="175086" y="118522"/>
                </a:cubicBezTo>
                <a:cubicBezTo>
                  <a:pt x="171112" y="116724"/>
                  <a:pt x="167985" y="114002"/>
                  <a:pt x="165703" y="110357"/>
                </a:cubicBezTo>
                <a:cubicBezTo>
                  <a:pt x="163421" y="106710"/>
                  <a:pt x="162280" y="102088"/>
                  <a:pt x="162280" y="96491"/>
                </a:cubicBezTo>
                <a:cubicBezTo>
                  <a:pt x="162280" y="88069"/>
                  <a:pt x="165613" y="81598"/>
                  <a:pt x="172279" y="77079"/>
                </a:cubicBezTo>
                <a:cubicBezTo>
                  <a:pt x="178945" y="72561"/>
                  <a:pt x="189097" y="70096"/>
                  <a:pt x="202737" y="69684"/>
                </a:cubicBezTo>
                <a:lnTo>
                  <a:pt x="217273" y="69068"/>
                </a:lnTo>
                <a:lnTo>
                  <a:pt x="217273" y="63898"/>
                </a:lnTo>
                <a:cubicBezTo>
                  <a:pt x="217273" y="56595"/>
                  <a:pt x="215709" y="51478"/>
                  <a:pt x="212582" y="48547"/>
                </a:cubicBezTo>
                <a:cubicBezTo>
                  <a:pt x="209454" y="45615"/>
                  <a:pt x="205044" y="44148"/>
                  <a:pt x="199353" y="44148"/>
                </a:cubicBezTo>
                <a:cubicBezTo>
                  <a:pt x="194943" y="44148"/>
                  <a:pt x="190738" y="44789"/>
                  <a:pt x="186739" y="46071"/>
                </a:cubicBezTo>
                <a:cubicBezTo>
                  <a:pt x="182739" y="47353"/>
                  <a:pt x="178945" y="48866"/>
                  <a:pt x="175355" y="50609"/>
                </a:cubicBezTo>
                <a:lnTo>
                  <a:pt x="171433" y="40918"/>
                </a:lnTo>
                <a:cubicBezTo>
                  <a:pt x="175227" y="38970"/>
                  <a:pt x="179586" y="37303"/>
                  <a:pt x="184508" y="35919"/>
                </a:cubicBezTo>
                <a:cubicBezTo>
                  <a:pt x="189431" y="34534"/>
                  <a:pt x="194610" y="33842"/>
                  <a:pt x="200045" y="33842"/>
                </a:cubicBezTo>
                <a:moveTo>
                  <a:pt x="217120" y="78067"/>
                </a:moveTo>
                <a:lnTo>
                  <a:pt x="204275" y="78608"/>
                </a:lnTo>
                <a:cubicBezTo>
                  <a:pt x="193763" y="79018"/>
                  <a:pt x="186354" y="80740"/>
                  <a:pt x="182047" y="83773"/>
                </a:cubicBezTo>
                <a:cubicBezTo>
                  <a:pt x="177740" y="86805"/>
                  <a:pt x="175586" y="91096"/>
                  <a:pt x="175586" y="96647"/>
                </a:cubicBezTo>
                <a:cubicBezTo>
                  <a:pt x="175586" y="101478"/>
                  <a:pt x="177048" y="105050"/>
                  <a:pt x="179970" y="107364"/>
                </a:cubicBezTo>
                <a:cubicBezTo>
                  <a:pt x="182893" y="109676"/>
                  <a:pt x="186764" y="110833"/>
                  <a:pt x="191584" y="110833"/>
                </a:cubicBezTo>
                <a:cubicBezTo>
                  <a:pt x="199070" y="110833"/>
                  <a:pt x="205198" y="108751"/>
                  <a:pt x="209967" y="104588"/>
                </a:cubicBezTo>
                <a:cubicBezTo>
                  <a:pt x="214735" y="100425"/>
                  <a:pt x="217120" y="94181"/>
                  <a:pt x="217120" y="85855"/>
                </a:cubicBezTo>
                <a:lnTo>
                  <a:pt x="217120" y="78067"/>
                </a:lnTo>
                <a:close/>
                <a:moveTo>
                  <a:pt x="294233" y="33842"/>
                </a:moveTo>
                <a:cubicBezTo>
                  <a:pt x="295925" y="33842"/>
                  <a:pt x="297694" y="33932"/>
                  <a:pt x="299540" y="34111"/>
                </a:cubicBezTo>
                <a:cubicBezTo>
                  <a:pt x="301386" y="34291"/>
                  <a:pt x="303027" y="34534"/>
                  <a:pt x="304463" y="34842"/>
                </a:cubicBezTo>
                <a:lnTo>
                  <a:pt x="302847" y="46687"/>
                </a:lnTo>
                <a:cubicBezTo>
                  <a:pt x="301463" y="46328"/>
                  <a:pt x="299925" y="46046"/>
                  <a:pt x="298233" y="45841"/>
                </a:cubicBezTo>
                <a:cubicBezTo>
                  <a:pt x="296541" y="45635"/>
                  <a:pt x="294951" y="45533"/>
                  <a:pt x="293464" y="45533"/>
                </a:cubicBezTo>
                <a:cubicBezTo>
                  <a:pt x="290080" y="45533"/>
                  <a:pt x="286888" y="46212"/>
                  <a:pt x="283888" y="47571"/>
                </a:cubicBezTo>
                <a:cubicBezTo>
                  <a:pt x="280889" y="48930"/>
                  <a:pt x="278261" y="50878"/>
                  <a:pt x="276005" y="53417"/>
                </a:cubicBezTo>
                <a:cubicBezTo>
                  <a:pt x="273748" y="55955"/>
                  <a:pt x="271979" y="59006"/>
                  <a:pt x="270698" y="62569"/>
                </a:cubicBezTo>
                <a:cubicBezTo>
                  <a:pt x="269416" y="66133"/>
                  <a:pt x="268775" y="70094"/>
                  <a:pt x="268775" y="74452"/>
                </a:cubicBezTo>
                <a:lnTo>
                  <a:pt x="268775" y="119678"/>
                </a:lnTo>
                <a:lnTo>
                  <a:pt x="255930" y="119678"/>
                </a:lnTo>
                <a:lnTo>
                  <a:pt x="255930" y="35380"/>
                </a:lnTo>
                <a:lnTo>
                  <a:pt x="266544" y="35380"/>
                </a:lnTo>
                <a:lnTo>
                  <a:pt x="267929" y="50917"/>
                </a:lnTo>
                <a:lnTo>
                  <a:pt x="268467" y="50917"/>
                </a:lnTo>
                <a:cubicBezTo>
                  <a:pt x="270210" y="47789"/>
                  <a:pt x="272313" y="44930"/>
                  <a:pt x="274774" y="42341"/>
                </a:cubicBezTo>
                <a:cubicBezTo>
                  <a:pt x="277235" y="39752"/>
                  <a:pt x="280094" y="37688"/>
                  <a:pt x="283350" y="36149"/>
                </a:cubicBezTo>
                <a:cubicBezTo>
                  <a:pt x="286606" y="34611"/>
                  <a:pt x="290234" y="33842"/>
                  <a:pt x="294233" y="33842"/>
                </a:cubicBezTo>
                <a:close/>
                <a:moveTo>
                  <a:pt x="360117" y="33842"/>
                </a:moveTo>
                <a:cubicBezTo>
                  <a:pt x="370116" y="33842"/>
                  <a:pt x="377679" y="36290"/>
                  <a:pt x="382807" y="41187"/>
                </a:cubicBezTo>
                <a:cubicBezTo>
                  <a:pt x="387934" y="46084"/>
                  <a:pt x="390498" y="53942"/>
                  <a:pt x="390498" y="64761"/>
                </a:cubicBezTo>
                <a:lnTo>
                  <a:pt x="390498" y="119678"/>
                </a:lnTo>
                <a:lnTo>
                  <a:pt x="377884" y="119678"/>
                </a:lnTo>
                <a:lnTo>
                  <a:pt x="377884" y="65607"/>
                </a:lnTo>
                <a:cubicBezTo>
                  <a:pt x="377884" y="58583"/>
                  <a:pt x="376282" y="53327"/>
                  <a:pt x="373077" y="49840"/>
                </a:cubicBezTo>
                <a:cubicBezTo>
                  <a:pt x="369873" y="46353"/>
                  <a:pt x="364963" y="44610"/>
                  <a:pt x="358348" y="44610"/>
                </a:cubicBezTo>
                <a:cubicBezTo>
                  <a:pt x="349016" y="44610"/>
                  <a:pt x="342453" y="47251"/>
                  <a:pt x="338658" y="52532"/>
                </a:cubicBezTo>
                <a:cubicBezTo>
                  <a:pt x="334864" y="57813"/>
                  <a:pt x="332967" y="65479"/>
                  <a:pt x="332967" y="75529"/>
                </a:cubicBezTo>
                <a:lnTo>
                  <a:pt x="332967" y="119678"/>
                </a:lnTo>
                <a:lnTo>
                  <a:pt x="320199" y="119678"/>
                </a:lnTo>
                <a:lnTo>
                  <a:pt x="320199" y="35380"/>
                </a:lnTo>
                <a:lnTo>
                  <a:pt x="330506" y="35380"/>
                </a:lnTo>
                <a:lnTo>
                  <a:pt x="332428" y="47533"/>
                </a:lnTo>
                <a:lnTo>
                  <a:pt x="333121" y="47533"/>
                </a:lnTo>
                <a:cubicBezTo>
                  <a:pt x="334915" y="44559"/>
                  <a:pt x="337197" y="42059"/>
                  <a:pt x="339966" y="40034"/>
                </a:cubicBezTo>
                <a:cubicBezTo>
                  <a:pt x="342735" y="38008"/>
                  <a:pt x="345837" y="36470"/>
                  <a:pt x="349272" y="35419"/>
                </a:cubicBezTo>
                <a:cubicBezTo>
                  <a:pt x="352708" y="34368"/>
                  <a:pt x="356323" y="33842"/>
                  <a:pt x="360117" y="33842"/>
                </a:cubicBezTo>
                <a:close/>
                <a:moveTo>
                  <a:pt x="448293" y="33842"/>
                </a:moveTo>
                <a:cubicBezTo>
                  <a:pt x="458343" y="33842"/>
                  <a:pt x="465804" y="36102"/>
                  <a:pt x="470675" y="40622"/>
                </a:cubicBezTo>
                <a:cubicBezTo>
                  <a:pt x="475546" y="45143"/>
                  <a:pt x="477982" y="52360"/>
                  <a:pt x="477982" y="62274"/>
                </a:cubicBezTo>
                <a:lnTo>
                  <a:pt x="477982" y="119678"/>
                </a:lnTo>
                <a:lnTo>
                  <a:pt x="468675" y="119678"/>
                </a:lnTo>
                <a:lnTo>
                  <a:pt x="466214" y="107218"/>
                </a:lnTo>
                <a:lnTo>
                  <a:pt x="465599" y="107218"/>
                </a:lnTo>
                <a:cubicBezTo>
                  <a:pt x="463240" y="110294"/>
                  <a:pt x="460779" y="112871"/>
                  <a:pt x="458215" y="114947"/>
                </a:cubicBezTo>
                <a:cubicBezTo>
                  <a:pt x="455651" y="117024"/>
                  <a:pt x="452690" y="118588"/>
                  <a:pt x="449331" y="119639"/>
                </a:cubicBezTo>
                <a:cubicBezTo>
                  <a:pt x="445973" y="120690"/>
                  <a:pt x="441858" y="121216"/>
                  <a:pt x="436987" y="121216"/>
                </a:cubicBezTo>
                <a:cubicBezTo>
                  <a:pt x="431859" y="121216"/>
                  <a:pt x="427308" y="120318"/>
                  <a:pt x="423334" y="118522"/>
                </a:cubicBezTo>
                <a:cubicBezTo>
                  <a:pt x="419361" y="116724"/>
                  <a:pt x="416233" y="114002"/>
                  <a:pt x="413951" y="110357"/>
                </a:cubicBezTo>
                <a:cubicBezTo>
                  <a:pt x="411669" y="106710"/>
                  <a:pt x="410528" y="102088"/>
                  <a:pt x="410528" y="96491"/>
                </a:cubicBezTo>
                <a:cubicBezTo>
                  <a:pt x="410528" y="88069"/>
                  <a:pt x="413861" y="81598"/>
                  <a:pt x="420527" y="77079"/>
                </a:cubicBezTo>
                <a:cubicBezTo>
                  <a:pt x="427193" y="72561"/>
                  <a:pt x="437346" y="70096"/>
                  <a:pt x="450985" y="69684"/>
                </a:cubicBezTo>
                <a:lnTo>
                  <a:pt x="465522" y="69068"/>
                </a:lnTo>
                <a:lnTo>
                  <a:pt x="465522" y="63898"/>
                </a:lnTo>
                <a:cubicBezTo>
                  <a:pt x="465522" y="56595"/>
                  <a:pt x="463958" y="51478"/>
                  <a:pt x="460830" y="48547"/>
                </a:cubicBezTo>
                <a:cubicBezTo>
                  <a:pt x="457702" y="45615"/>
                  <a:pt x="453292" y="44148"/>
                  <a:pt x="447601" y="44148"/>
                </a:cubicBezTo>
                <a:cubicBezTo>
                  <a:pt x="443191" y="44148"/>
                  <a:pt x="438986" y="44789"/>
                  <a:pt x="434987" y="46071"/>
                </a:cubicBezTo>
                <a:cubicBezTo>
                  <a:pt x="430987" y="47353"/>
                  <a:pt x="427193" y="48866"/>
                  <a:pt x="423604" y="50609"/>
                </a:cubicBezTo>
                <a:lnTo>
                  <a:pt x="419681" y="40918"/>
                </a:lnTo>
                <a:cubicBezTo>
                  <a:pt x="423475" y="38970"/>
                  <a:pt x="427834" y="37303"/>
                  <a:pt x="432756" y="35919"/>
                </a:cubicBezTo>
                <a:cubicBezTo>
                  <a:pt x="437679" y="34534"/>
                  <a:pt x="442858" y="33842"/>
                  <a:pt x="448293" y="33842"/>
                </a:cubicBezTo>
                <a:moveTo>
                  <a:pt x="465368" y="78067"/>
                </a:moveTo>
                <a:lnTo>
                  <a:pt x="452523" y="78608"/>
                </a:lnTo>
                <a:cubicBezTo>
                  <a:pt x="442012" y="79018"/>
                  <a:pt x="434602" y="80740"/>
                  <a:pt x="430295" y="83773"/>
                </a:cubicBezTo>
                <a:cubicBezTo>
                  <a:pt x="425988" y="86805"/>
                  <a:pt x="423834" y="91096"/>
                  <a:pt x="423834" y="96647"/>
                </a:cubicBezTo>
                <a:cubicBezTo>
                  <a:pt x="423834" y="101478"/>
                  <a:pt x="425296" y="105050"/>
                  <a:pt x="428218" y="107364"/>
                </a:cubicBezTo>
                <a:cubicBezTo>
                  <a:pt x="431141" y="109676"/>
                  <a:pt x="435013" y="110833"/>
                  <a:pt x="439832" y="110833"/>
                </a:cubicBezTo>
                <a:cubicBezTo>
                  <a:pt x="447319" y="110833"/>
                  <a:pt x="453446" y="108751"/>
                  <a:pt x="458215" y="104588"/>
                </a:cubicBezTo>
                <a:cubicBezTo>
                  <a:pt x="462983" y="100425"/>
                  <a:pt x="465368" y="94181"/>
                  <a:pt x="465368" y="85855"/>
                </a:cubicBezTo>
                <a:lnTo>
                  <a:pt x="465368" y="78067"/>
                </a:lnTo>
                <a:close/>
                <a:moveTo>
                  <a:pt x="516946" y="0"/>
                </a:moveTo>
                <a:lnTo>
                  <a:pt x="516946" y="29871"/>
                </a:lnTo>
                <a:cubicBezTo>
                  <a:pt x="516946" y="33300"/>
                  <a:pt x="516857" y="36628"/>
                  <a:pt x="516677" y="39853"/>
                </a:cubicBezTo>
                <a:cubicBezTo>
                  <a:pt x="516498" y="43079"/>
                  <a:pt x="516357" y="45587"/>
                  <a:pt x="516254" y="47379"/>
                </a:cubicBezTo>
                <a:lnTo>
                  <a:pt x="516946" y="47379"/>
                </a:lnTo>
                <a:cubicBezTo>
                  <a:pt x="519254" y="43584"/>
                  <a:pt x="522587" y="40380"/>
                  <a:pt x="526945" y="37765"/>
                </a:cubicBezTo>
                <a:cubicBezTo>
                  <a:pt x="531304" y="35150"/>
                  <a:pt x="536867" y="33842"/>
                  <a:pt x="543635" y="33842"/>
                </a:cubicBezTo>
                <a:cubicBezTo>
                  <a:pt x="554198" y="33842"/>
                  <a:pt x="562620" y="37499"/>
                  <a:pt x="568902" y="44812"/>
                </a:cubicBezTo>
                <a:cubicBezTo>
                  <a:pt x="575183" y="52125"/>
                  <a:pt x="578323" y="62992"/>
                  <a:pt x="578323" y="77414"/>
                </a:cubicBezTo>
                <a:cubicBezTo>
                  <a:pt x="578323" y="86908"/>
                  <a:pt x="576888" y="94914"/>
                  <a:pt x="574016" y="101432"/>
                </a:cubicBezTo>
                <a:cubicBezTo>
                  <a:pt x="571145" y="107949"/>
                  <a:pt x="567094" y="112876"/>
                  <a:pt x="561864" y="116212"/>
                </a:cubicBezTo>
                <a:cubicBezTo>
                  <a:pt x="556634" y="119548"/>
                  <a:pt x="550455" y="121216"/>
                  <a:pt x="543328" y="121216"/>
                </a:cubicBezTo>
                <a:cubicBezTo>
                  <a:pt x="536662" y="121216"/>
                  <a:pt x="531188" y="119972"/>
                  <a:pt x="526907" y="117486"/>
                </a:cubicBezTo>
                <a:cubicBezTo>
                  <a:pt x="522625" y="114999"/>
                  <a:pt x="519331" y="111961"/>
                  <a:pt x="517023" y="108371"/>
                </a:cubicBezTo>
                <a:lnTo>
                  <a:pt x="516023" y="108371"/>
                </a:lnTo>
                <a:lnTo>
                  <a:pt x="513408" y="119678"/>
                </a:lnTo>
                <a:lnTo>
                  <a:pt x="504179" y="119678"/>
                </a:lnTo>
                <a:lnTo>
                  <a:pt x="504179" y="0"/>
                </a:lnTo>
                <a:lnTo>
                  <a:pt x="516946" y="0"/>
                </a:lnTo>
                <a:moveTo>
                  <a:pt x="541559" y="44533"/>
                </a:moveTo>
                <a:cubicBezTo>
                  <a:pt x="535457" y="44533"/>
                  <a:pt x="530611" y="45727"/>
                  <a:pt x="527022" y="48114"/>
                </a:cubicBezTo>
                <a:cubicBezTo>
                  <a:pt x="523433" y="50500"/>
                  <a:pt x="520856" y="54094"/>
                  <a:pt x="519292" y="58894"/>
                </a:cubicBezTo>
                <a:cubicBezTo>
                  <a:pt x="517728" y="63693"/>
                  <a:pt x="516946" y="69764"/>
                  <a:pt x="516946" y="77106"/>
                </a:cubicBezTo>
                <a:lnTo>
                  <a:pt x="516946" y="77798"/>
                </a:lnTo>
                <a:cubicBezTo>
                  <a:pt x="516946" y="88425"/>
                  <a:pt x="518715" y="96549"/>
                  <a:pt x="522253" y="102170"/>
                </a:cubicBezTo>
                <a:cubicBezTo>
                  <a:pt x="525791" y="107791"/>
                  <a:pt x="532227" y="110602"/>
                  <a:pt x="541559" y="110602"/>
                </a:cubicBezTo>
                <a:cubicBezTo>
                  <a:pt x="549404" y="110602"/>
                  <a:pt x="555288" y="107727"/>
                  <a:pt x="559210" y="101978"/>
                </a:cubicBezTo>
                <a:cubicBezTo>
                  <a:pt x="563133" y="96229"/>
                  <a:pt x="565094" y="88015"/>
                  <a:pt x="565094" y="77337"/>
                </a:cubicBezTo>
                <a:cubicBezTo>
                  <a:pt x="565094" y="66453"/>
                  <a:pt x="563159" y="58265"/>
                  <a:pt x="559287" y="52772"/>
                </a:cubicBezTo>
                <a:cubicBezTo>
                  <a:pt x="555416" y="47279"/>
                  <a:pt x="549506" y="44533"/>
                  <a:pt x="541559" y="44533"/>
                </a:cubicBezTo>
                <a:close/>
                <a:moveTo>
                  <a:pt x="613265" y="119678"/>
                </a:moveTo>
                <a:lnTo>
                  <a:pt x="600421" y="119678"/>
                </a:lnTo>
                <a:lnTo>
                  <a:pt x="600421" y="0"/>
                </a:lnTo>
                <a:lnTo>
                  <a:pt x="613265" y="0"/>
                </a:lnTo>
                <a:lnTo>
                  <a:pt x="613265" y="119678"/>
                </a:lnTo>
                <a:close/>
                <a:moveTo>
                  <a:pt x="672573" y="33842"/>
                </a:moveTo>
                <a:cubicBezTo>
                  <a:pt x="679752" y="33842"/>
                  <a:pt x="685905" y="35429"/>
                  <a:pt x="691033" y="38603"/>
                </a:cubicBezTo>
                <a:cubicBezTo>
                  <a:pt x="696160" y="41776"/>
                  <a:pt x="700083" y="46216"/>
                  <a:pt x="702800" y="51924"/>
                </a:cubicBezTo>
                <a:cubicBezTo>
                  <a:pt x="705518" y="57632"/>
                  <a:pt x="706877" y="64300"/>
                  <a:pt x="706877" y="71929"/>
                </a:cubicBezTo>
                <a:lnTo>
                  <a:pt x="706877" y="79836"/>
                </a:lnTo>
                <a:lnTo>
                  <a:pt x="648653" y="79836"/>
                </a:lnTo>
                <a:cubicBezTo>
                  <a:pt x="648807" y="89758"/>
                  <a:pt x="651268" y="97315"/>
                  <a:pt x="656037" y="102507"/>
                </a:cubicBezTo>
                <a:cubicBezTo>
                  <a:pt x="660805" y="107698"/>
                  <a:pt x="667523" y="110294"/>
                  <a:pt x="676188" y="110294"/>
                </a:cubicBezTo>
                <a:cubicBezTo>
                  <a:pt x="681521" y="110294"/>
                  <a:pt x="686238" y="109807"/>
                  <a:pt x="690340" y="108833"/>
                </a:cubicBezTo>
                <a:cubicBezTo>
                  <a:pt x="694442" y="107859"/>
                  <a:pt x="698698" y="106423"/>
                  <a:pt x="703108" y="104526"/>
                </a:cubicBezTo>
                <a:lnTo>
                  <a:pt x="703108" y="115755"/>
                </a:lnTo>
                <a:cubicBezTo>
                  <a:pt x="698852" y="117652"/>
                  <a:pt x="694635" y="119037"/>
                  <a:pt x="690456" y="119908"/>
                </a:cubicBezTo>
                <a:cubicBezTo>
                  <a:pt x="686277" y="120780"/>
                  <a:pt x="681341" y="121216"/>
                  <a:pt x="675650" y="121216"/>
                </a:cubicBezTo>
                <a:cubicBezTo>
                  <a:pt x="667548" y="121216"/>
                  <a:pt x="660485" y="119562"/>
                  <a:pt x="654460" y="116255"/>
                </a:cubicBezTo>
                <a:cubicBezTo>
                  <a:pt x="648435" y="112948"/>
                  <a:pt x="643756" y="108089"/>
                  <a:pt x="640423" y="101680"/>
                </a:cubicBezTo>
                <a:cubicBezTo>
                  <a:pt x="637090" y="95270"/>
                  <a:pt x="635424" y="87425"/>
                  <a:pt x="635424" y="78144"/>
                </a:cubicBezTo>
                <a:cubicBezTo>
                  <a:pt x="635424" y="69068"/>
                  <a:pt x="636949" y="61210"/>
                  <a:pt x="640000" y="54570"/>
                </a:cubicBezTo>
                <a:cubicBezTo>
                  <a:pt x="643051" y="47930"/>
                  <a:pt x="647358" y="42815"/>
                  <a:pt x="652922" y="39226"/>
                </a:cubicBezTo>
                <a:cubicBezTo>
                  <a:pt x="658485" y="35637"/>
                  <a:pt x="665036" y="33842"/>
                  <a:pt x="672573" y="33842"/>
                </a:cubicBezTo>
                <a:moveTo>
                  <a:pt x="672419" y="44302"/>
                </a:moveTo>
                <a:cubicBezTo>
                  <a:pt x="665600" y="44302"/>
                  <a:pt x="660165" y="46526"/>
                  <a:pt x="656114" y="50975"/>
                </a:cubicBezTo>
                <a:cubicBezTo>
                  <a:pt x="652063" y="55421"/>
                  <a:pt x="649653" y="61632"/>
                  <a:pt x="648884" y="69607"/>
                </a:cubicBezTo>
                <a:lnTo>
                  <a:pt x="693494" y="69607"/>
                </a:lnTo>
                <a:cubicBezTo>
                  <a:pt x="693442" y="64598"/>
                  <a:pt x="692661" y="60189"/>
                  <a:pt x="691148" y="56380"/>
                </a:cubicBezTo>
                <a:cubicBezTo>
                  <a:pt x="689635" y="52571"/>
                  <a:pt x="687341" y="49606"/>
                  <a:pt x="684264" y="47485"/>
                </a:cubicBezTo>
                <a:cubicBezTo>
                  <a:pt x="681188" y="45363"/>
                  <a:pt x="677239" y="44302"/>
                  <a:pt x="672419" y="44302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embedding">
            <a:extLst xmlns:a="http://schemas.openxmlformats.org/drawingml/2006/main">
              <a:ext uri="{FF2B5EF4-FFF2-40B4-BE49-F238E27FC236}">
                <a16:creationId xmlns:a16="http://schemas.microsoft.com/office/drawing/2014/main" id="{925B6368-E295-4E7D-8A2B-71D0E65C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351" y="3175476"/>
            <a:ext cx="821025" cy="157519"/>
          </a:xfrm>
          <a:custGeom xmlns:a="http://schemas.openxmlformats.org/drawingml/2006/main">
            <a:pathLst>
              <a:path w="821025" h="157519">
                <a:moveTo>
                  <a:pt x="37149" y="33842"/>
                </a:moveTo>
                <a:cubicBezTo>
                  <a:pt x="44328" y="33842"/>
                  <a:pt x="50481" y="35429"/>
                  <a:pt x="55609" y="38603"/>
                </a:cubicBezTo>
                <a:cubicBezTo>
                  <a:pt x="60736" y="41776"/>
                  <a:pt x="64659" y="46216"/>
                  <a:pt x="67376" y="51924"/>
                </a:cubicBezTo>
                <a:cubicBezTo>
                  <a:pt x="70094" y="57632"/>
                  <a:pt x="71453" y="64300"/>
                  <a:pt x="71453" y="71929"/>
                </a:cubicBezTo>
                <a:lnTo>
                  <a:pt x="71453" y="79836"/>
                </a:lnTo>
                <a:lnTo>
                  <a:pt x="13229" y="79836"/>
                </a:lnTo>
                <a:cubicBezTo>
                  <a:pt x="13383" y="89758"/>
                  <a:pt x="15844" y="97315"/>
                  <a:pt x="20613" y="102507"/>
                </a:cubicBezTo>
                <a:cubicBezTo>
                  <a:pt x="25382" y="107698"/>
                  <a:pt x="32099" y="110294"/>
                  <a:pt x="40764" y="110294"/>
                </a:cubicBezTo>
                <a:cubicBezTo>
                  <a:pt x="46097" y="110294"/>
                  <a:pt x="50814" y="109807"/>
                  <a:pt x="54916" y="108833"/>
                </a:cubicBezTo>
                <a:cubicBezTo>
                  <a:pt x="59018" y="107859"/>
                  <a:pt x="63274" y="106423"/>
                  <a:pt x="67684" y="104526"/>
                </a:cubicBezTo>
                <a:lnTo>
                  <a:pt x="67684" y="115755"/>
                </a:lnTo>
                <a:cubicBezTo>
                  <a:pt x="63428" y="117652"/>
                  <a:pt x="59211" y="119037"/>
                  <a:pt x="55032" y="119908"/>
                </a:cubicBezTo>
                <a:cubicBezTo>
                  <a:pt x="50853" y="120780"/>
                  <a:pt x="45917" y="121216"/>
                  <a:pt x="40226" y="121216"/>
                </a:cubicBezTo>
                <a:cubicBezTo>
                  <a:pt x="32124" y="121216"/>
                  <a:pt x="25061" y="119562"/>
                  <a:pt x="19036" y="116255"/>
                </a:cubicBezTo>
                <a:cubicBezTo>
                  <a:pt x="13011" y="112948"/>
                  <a:pt x="8332" y="108089"/>
                  <a:pt x="4999" y="101680"/>
                </a:cubicBezTo>
                <a:cubicBezTo>
                  <a:pt x="1666" y="95270"/>
                  <a:pt x="0" y="87425"/>
                  <a:pt x="0" y="78144"/>
                </a:cubicBezTo>
                <a:cubicBezTo>
                  <a:pt x="0" y="69068"/>
                  <a:pt x="1525" y="61210"/>
                  <a:pt x="4576" y="54570"/>
                </a:cubicBezTo>
                <a:cubicBezTo>
                  <a:pt x="7627" y="47930"/>
                  <a:pt x="11934" y="42815"/>
                  <a:pt x="17498" y="39226"/>
                </a:cubicBezTo>
                <a:cubicBezTo>
                  <a:pt x="23061" y="35637"/>
                  <a:pt x="29612" y="33842"/>
                  <a:pt x="37149" y="33842"/>
                </a:cubicBezTo>
                <a:moveTo>
                  <a:pt x="36995" y="44302"/>
                </a:moveTo>
                <a:cubicBezTo>
                  <a:pt x="30176" y="44302"/>
                  <a:pt x="24741" y="46526"/>
                  <a:pt x="20690" y="50975"/>
                </a:cubicBezTo>
                <a:cubicBezTo>
                  <a:pt x="16639" y="55421"/>
                  <a:pt x="14229" y="61632"/>
                  <a:pt x="13460" y="69607"/>
                </a:cubicBezTo>
                <a:lnTo>
                  <a:pt x="58070" y="69607"/>
                </a:lnTo>
                <a:cubicBezTo>
                  <a:pt x="58019" y="64598"/>
                  <a:pt x="57237" y="60189"/>
                  <a:pt x="55724" y="56380"/>
                </a:cubicBezTo>
                <a:cubicBezTo>
                  <a:pt x="54211" y="52571"/>
                  <a:pt x="51917" y="49606"/>
                  <a:pt x="48840" y="47485"/>
                </a:cubicBezTo>
                <a:cubicBezTo>
                  <a:pt x="45764" y="45363"/>
                  <a:pt x="41815" y="44302"/>
                  <a:pt x="36995" y="44302"/>
                </a:cubicBezTo>
                <a:close/>
                <a:moveTo>
                  <a:pt x="184585" y="33842"/>
                </a:moveTo>
                <a:cubicBezTo>
                  <a:pt x="193866" y="33842"/>
                  <a:pt x="200865" y="36265"/>
                  <a:pt x="205583" y="41110"/>
                </a:cubicBezTo>
                <a:cubicBezTo>
                  <a:pt x="210300" y="45956"/>
                  <a:pt x="212659" y="53737"/>
                  <a:pt x="212659" y="64454"/>
                </a:cubicBezTo>
                <a:lnTo>
                  <a:pt x="212659" y="119678"/>
                </a:lnTo>
                <a:lnTo>
                  <a:pt x="200045" y="119678"/>
                </a:lnTo>
                <a:lnTo>
                  <a:pt x="200045" y="65069"/>
                </a:lnTo>
                <a:cubicBezTo>
                  <a:pt x="200045" y="58249"/>
                  <a:pt x="198571" y="53134"/>
                  <a:pt x="195622" y="49725"/>
                </a:cubicBezTo>
                <a:cubicBezTo>
                  <a:pt x="192674" y="46315"/>
                  <a:pt x="188303" y="44610"/>
                  <a:pt x="182509" y="44610"/>
                </a:cubicBezTo>
                <a:cubicBezTo>
                  <a:pt x="174356" y="44610"/>
                  <a:pt x="168433" y="46969"/>
                  <a:pt x="164741" y="51686"/>
                </a:cubicBezTo>
                <a:cubicBezTo>
                  <a:pt x="161050" y="56403"/>
                  <a:pt x="159204" y="63351"/>
                  <a:pt x="159204" y="72530"/>
                </a:cubicBezTo>
                <a:lnTo>
                  <a:pt x="159204" y="119678"/>
                </a:lnTo>
                <a:lnTo>
                  <a:pt x="146513" y="119678"/>
                </a:lnTo>
                <a:lnTo>
                  <a:pt x="146513" y="65069"/>
                </a:lnTo>
                <a:cubicBezTo>
                  <a:pt x="146513" y="60505"/>
                  <a:pt x="145859" y="56711"/>
                  <a:pt x="144552" y="53686"/>
                </a:cubicBezTo>
                <a:cubicBezTo>
                  <a:pt x="143244" y="50660"/>
                  <a:pt x="141296" y="48391"/>
                  <a:pt x="138706" y="46879"/>
                </a:cubicBezTo>
                <a:cubicBezTo>
                  <a:pt x="136117" y="45366"/>
                  <a:pt x="132848" y="44610"/>
                  <a:pt x="128900" y="44610"/>
                </a:cubicBezTo>
                <a:cubicBezTo>
                  <a:pt x="123311" y="44610"/>
                  <a:pt x="118824" y="45764"/>
                  <a:pt x="115440" y="48071"/>
                </a:cubicBezTo>
                <a:cubicBezTo>
                  <a:pt x="112056" y="50378"/>
                  <a:pt x="109607" y="53801"/>
                  <a:pt x="108095" y="58339"/>
                </a:cubicBezTo>
                <a:cubicBezTo>
                  <a:pt x="106582" y="62877"/>
                  <a:pt x="105826" y="68453"/>
                  <a:pt x="105826" y="75068"/>
                </a:cubicBezTo>
                <a:lnTo>
                  <a:pt x="105826" y="119678"/>
                </a:lnTo>
                <a:lnTo>
                  <a:pt x="93058" y="119678"/>
                </a:lnTo>
                <a:lnTo>
                  <a:pt x="93058" y="35380"/>
                </a:lnTo>
                <a:lnTo>
                  <a:pt x="103364" y="35380"/>
                </a:lnTo>
                <a:lnTo>
                  <a:pt x="105287" y="47302"/>
                </a:lnTo>
                <a:lnTo>
                  <a:pt x="105979" y="47302"/>
                </a:lnTo>
                <a:cubicBezTo>
                  <a:pt x="107672" y="44379"/>
                  <a:pt x="109799" y="41918"/>
                  <a:pt x="112363" y="39918"/>
                </a:cubicBezTo>
                <a:cubicBezTo>
                  <a:pt x="114927" y="37918"/>
                  <a:pt x="117799" y="36406"/>
                  <a:pt x="120978" y="35380"/>
                </a:cubicBezTo>
                <a:cubicBezTo>
                  <a:pt x="124157" y="34355"/>
                  <a:pt x="127541" y="33842"/>
                  <a:pt x="131130" y="33842"/>
                </a:cubicBezTo>
                <a:cubicBezTo>
                  <a:pt x="137540" y="33842"/>
                  <a:pt x="142911" y="35034"/>
                  <a:pt x="147244" y="37418"/>
                </a:cubicBezTo>
                <a:cubicBezTo>
                  <a:pt x="151576" y="39803"/>
                  <a:pt x="154717" y="43431"/>
                  <a:pt x="156666" y="48302"/>
                </a:cubicBezTo>
                <a:lnTo>
                  <a:pt x="157358" y="48302"/>
                </a:lnTo>
                <a:cubicBezTo>
                  <a:pt x="160127" y="43431"/>
                  <a:pt x="163921" y="39803"/>
                  <a:pt x="168741" y="37418"/>
                </a:cubicBezTo>
                <a:cubicBezTo>
                  <a:pt x="173561" y="35034"/>
                  <a:pt x="178842" y="33842"/>
                  <a:pt x="184585" y="33842"/>
                </a:cubicBezTo>
                <a:close/>
                <a:moveTo>
                  <a:pt x="251531" y="0"/>
                </a:moveTo>
                <a:lnTo>
                  <a:pt x="251531" y="29871"/>
                </a:lnTo>
                <a:cubicBezTo>
                  <a:pt x="251531" y="33300"/>
                  <a:pt x="251441" y="36628"/>
                  <a:pt x="251262" y="39853"/>
                </a:cubicBezTo>
                <a:cubicBezTo>
                  <a:pt x="251082" y="43079"/>
                  <a:pt x="250941" y="45587"/>
                  <a:pt x="250839" y="47379"/>
                </a:cubicBezTo>
                <a:lnTo>
                  <a:pt x="251531" y="47379"/>
                </a:lnTo>
                <a:cubicBezTo>
                  <a:pt x="253838" y="43584"/>
                  <a:pt x="257171" y="40380"/>
                  <a:pt x="261530" y="37765"/>
                </a:cubicBezTo>
                <a:cubicBezTo>
                  <a:pt x="265888" y="35150"/>
                  <a:pt x="271452" y="33842"/>
                  <a:pt x="278220" y="33842"/>
                </a:cubicBezTo>
                <a:cubicBezTo>
                  <a:pt x="288783" y="33842"/>
                  <a:pt x="297205" y="37499"/>
                  <a:pt x="303486" y="44812"/>
                </a:cubicBezTo>
                <a:cubicBezTo>
                  <a:pt x="309767" y="52125"/>
                  <a:pt x="312908" y="62992"/>
                  <a:pt x="312908" y="77414"/>
                </a:cubicBezTo>
                <a:cubicBezTo>
                  <a:pt x="312908" y="86908"/>
                  <a:pt x="311472" y="94914"/>
                  <a:pt x="308601" y="101432"/>
                </a:cubicBezTo>
                <a:cubicBezTo>
                  <a:pt x="305729" y="107949"/>
                  <a:pt x="301679" y="112876"/>
                  <a:pt x="296449" y="116212"/>
                </a:cubicBezTo>
                <a:cubicBezTo>
                  <a:pt x="291218" y="119548"/>
                  <a:pt x="285040" y="121216"/>
                  <a:pt x="277912" y="121216"/>
                </a:cubicBezTo>
                <a:cubicBezTo>
                  <a:pt x="271246" y="121216"/>
                  <a:pt x="265773" y="119972"/>
                  <a:pt x="261491" y="117486"/>
                </a:cubicBezTo>
                <a:cubicBezTo>
                  <a:pt x="257210" y="114999"/>
                  <a:pt x="253915" y="111961"/>
                  <a:pt x="251608" y="108371"/>
                </a:cubicBezTo>
                <a:lnTo>
                  <a:pt x="250608" y="108371"/>
                </a:lnTo>
                <a:lnTo>
                  <a:pt x="247993" y="119678"/>
                </a:lnTo>
                <a:lnTo>
                  <a:pt x="238763" y="119678"/>
                </a:lnTo>
                <a:lnTo>
                  <a:pt x="238763" y="0"/>
                </a:lnTo>
                <a:lnTo>
                  <a:pt x="251531" y="0"/>
                </a:lnTo>
                <a:moveTo>
                  <a:pt x="276143" y="44533"/>
                </a:moveTo>
                <a:cubicBezTo>
                  <a:pt x="270042" y="44533"/>
                  <a:pt x="265196" y="45727"/>
                  <a:pt x="261607" y="48114"/>
                </a:cubicBezTo>
                <a:cubicBezTo>
                  <a:pt x="258017" y="50500"/>
                  <a:pt x="255441" y="54094"/>
                  <a:pt x="253877" y="58894"/>
                </a:cubicBezTo>
                <a:cubicBezTo>
                  <a:pt x="252313" y="63693"/>
                  <a:pt x="251531" y="69764"/>
                  <a:pt x="251531" y="77106"/>
                </a:cubicBezTo>
                <a:lnTo>
                  <a:pt x="251531" y="77798"/>
                </a:lnTo>
                <a:cubicBezTo>
                  <a:pt x="251531" y="88425"/>
                  <a:pt x="253300" y="96549"/>
                  <a:pt x="256838" y="102170"/>
                </a:cubicBezTo>
                <a:cubicBezTo>
                  <a:pt x="260376" y="107791"/>
                  <a:pt x="266811" y="110602"/>
                  <a:pt x="276143" y="110602"/>
                </a:cubicBezTo>
                <a:cubicBezTo>
                  <a:pt x="283989" y="110602"/>
                  <a:pt x="289872" y="107727"/>
                  <a:pt x="293795" y="101978"/>
                </a:cubicBezTo>
                <a:cubicBezTo>
                  <a:pt x="297718" y="96229"/>
                  <a:pt x="299679" y="88015"/>
                  <a:pt x="299679" y="77337"/>
                </a:cubicBezTo>
                <a:cubicBezTo>
                  <a:pt x="299679" y="66453"/>
                  <a:pt x="297743" y="58265"/>
                  <a:pt x="293872" y="52772"/>
                </a:cubicBezTo>
                <a:cubicBezTo>
                  <a:pt x="290001" y="47279"/>
                  <a:pt x="284091" y="44533"/>
                  <a:pt x="276143" y="44533"/>
                </a:cubicBezTo>
                <a:close/>
                <a:moveTo>
                  <a:pt x="367463" y="33842"/>
                </a:moveTo>
                <a:cubicBezTo>
                  <a:pt x="374642" y="33842"/>
                  <a:pt x="380795" y="35429"/>
                  <a:pt x="385922" y="38603"/>
                </a:cubicBezTo>
                <a:cubicBezTo>
                  <a:pt x="391050" y="41776"/>
                  <a:pt x="394973" y="46216"/>
                  <a:pt x="397690" y="51924"/>
                </a:cubicBezTo>
                <a:cubicBezTo>
                  <a:pt x="400408" y="57632"/>
                  <a:pt x="401767" y="64300"/>
                  <a:pt x="401767" y="71929"/>
                </a:cubicBezTo>
                <a:lnTo>
                  <a:pt x="401767" y="79836"/>
                </a:lnTo>
                <a:lnTo>
                  <a:pt x="343543" y="79836"/>
                </a:lnTo>
                <a:cubicBezTo>
                  <a:pt x="343697" y="89758"/>
                  <a:pt x="346158" y="97315"/>
                  <a:pt x="350927" y="102507"/>
                </a:cubicBezTo>
                <a:cubicBezTo>
                  <a:pt x="355695" y="107698"/>
                  <a:pt x="362412" y="110294"/>
                  <a:pt x="371078" y="110294"/>
                </a:cubicBezTo>
                <a:cubicBezTo>
                  <a:pt x="376411" y="110294"/>
                  <a:pt x="381128" y="109807"/>
                  <a:pt x="385230" y="108833"/>
                </a:cubicBezTo>
                <a:cubicBezTo>
                  <a:pt x="389332" y="107859"/>
                  <a:pt x="393588" y="106423"/>
                  <a:pt x="397998" y="104526"/>
                </a:cubicBezTo>
                <a:lnTo>
                  <a:pt x="397998" y="115755"/>
                </a:lnTo>
                <a:cubicBezTo>
                  <a:pt x="393742" y="117652"/>
                  <a:pt x="389525" y="119037"/>
                  <a:pt x="385346" y="119908"/>
                </a:cubicBezTo>
                <a:cubicBezTo>
                  <a:pt x="381167" y="120780"/>
                  <a:pt x="376231" y="121216"/>
                  <a:pt x="370540" y="121216"/>
                </a:cubicBezTo>
                <a:cubicBezTo>
                  <a:pt x="362438" y="121216"/>
                  <a:pt x="355375" y="119562"/>
                  <a:pt x="349350" y="116255"/>
                </a:cubicBezTo>
                <a:cubicBezTo>
                  <a:pt x="343325" y="112948"/>
                  <a:pt x="338646" y="108089"/>
                  <a:pt x="335313" y="101680"/>
                </a:cubicBezTo>
                <a:cubicBezTo>
                  <a:pt x="331980" y="95270"/>
                  <a:pt x="330314" y="87425"/>
                  <a:pt x="330314" y="78144"/>
                </a:cubicBezTo>
                <a:cubicBezTo>
                  <a:pt x="330314" y="69068"/>
                  <a:pt x="331839" y="61210"/>
                  <a:pt x="334890" y="54570"/>
                </a:cubicBezTo>
                <a:cubicBezTo>
                  <a:pt x="337941" y="47930"/>
                  <a:pt x="342248" y="42815"/>
                  <a:pt x="347812" y="39226"/>
                </a:cubicBezTo>
                <a:cubicBezTo>
                  <a:pt x="353375" y="35637"/>
                  <a:pt x="359926" y="33842"/>
                  <a:pt x="367463" y="33842"/>
                </a:cubicBezTo>
                <a:moveTo>
                  <a:pt x="367309" y="44302"/>
                </a:moveTo>
                <a:cubicBezTo>
                  <a:pt x="360490" y="44302"/>
                  <a:pt x="355054" y="46526"/>
                  <a:pt x="351004" y="50975"/>
                </a:cubicBezTo>
                <a:cubicBezTo>
                  <a:pt x="346953" y="55421"/>
                  <a:pt x="344543" y="61632"/>
                  <a:pt x="343774" y="69607"/>
                </a:cubicBezTo>
                <a:lnTo>
                  <a:pt x="388384" y="69607"/>
                </a:lnTo>
                <a:cubicBezTo>
                  <a:pt x="388332" y="64598"/>
                  <a:pt x="387550" y="60189"/>
                  <a:pt x="386038" y="56380"/>
                </a:cubicBezTo>
                <a:cubicBezTo>
                  <a:pt x="384525" y="52571"/>
                  <a:pt x="382231" y="49606"/>
                  <a:pt x="379154" y="47485"/>
                </a:cubicBezTo>
                <a:cubicBezTo>
                  <a:pt x="376077" y="45363"/>
                  <a:pt x="372129" y="44302"/>
                  <a:pt x="367309" y="44302"/>
                </a:cubicBezTo>
                <a:close/>
                <a:moveTo>
                  <a:pt x="453368" y="121216"/>
                </a:moveTo>
                <a:cubicBezTo>
                  <a:pt x="442703" y="121216"/>
                  <a:pt x="434255" y="117575"/>
                  <a:pt x="428025" y="110294"/>
                </a:cubicBezTo>
                <a:cubicBezTo>
                  <a:pt x="421795" y="103013"/>
                  <a:pt x="418680" y="92194"/>
                  <a:pt x="418680" y="77837"/>
                </a:cubicBezTo>
                <a:cubicBezTo>
                  <a:pt x="418680" y="63326"/>
                  <a:pt x="421859" y="52365"/>
                  <a:pt x="428217" y="44956"/>
                </a:cubicBezTo>
                <a:cubicBezTo>
                  <a:pt x="434576" y="37547"/>
                  <a:pt x="443036" y="33842"/>
                  <a:pt x="453599" y="33842"/>
                </a:cubicBezTo>
                <a:cubicBezTo>
                  <a:pt x="458060" y="33842"/>
                  <a:pt x="461957" y="34432"/>
                  <a:pt x="465290" y="35611"/>
                </a:cubicBezTo>
                <a:cubicBezTo>
                  <a:pt x="468623" y="36790"/>
                  <a:pt x="471494" y="38367"/>
                  <a:pt x="473904" y="40341"/>
                </a:cubicBezTo>
                <a:cubicBezTo>
                  <a:pt x="476314" y="42315"/>
                  <a:pt x="478339" y="44559"/>
                  <a:pt x="479980" y="47071"/>
                </a:cubicBezTo>
                <a:lnTo>
                  <a:pt x="480903" y="47071"/>
                </a:lnTo>
                <a:cubicBezTo>
                  <a:pt x="480698" y="45482"/>
                  <a:pt x="480493" y="43302"/>
                  <a:pt x="480288" y="40533"/>
                </a:cubicBezTo>
                <a:cubicBezTo>
                  <a:pt x="480083" y="37765"/>
                  <a:pt x="479980" y="35508"/>
                  <a:pt x="479980" y="33765"/>
                </a:cubicBezTo>
                <a:lnTo>
                  <a:pt x="479980" y="0"/>
                </a:lnTo>
                <a:lnTo>
                  <a:pt x="492748" y="0"/>
                </a:lnTo>
                <a:lnTo>
                  <a:pt x="492748" y="119678"/>
                </a:lnTo>
                <a:lnTo>
                  <a:pt x="482441" y="119678"/>
                </a:lnTo>
                <a:lnTo>
                  <a:pt x="480519" y="107679"/>
                </a:lnTo>
                <a:lnTo>
                  <a:pt x="479980" y="107679"/>
                </a:lnTo>
                <a:cubicBezTo>
                  <a:pt x="478391" y="110192"/>
                  <a:pt x="476378" y="112473"/>
                  <a:pt x="473942" y="114524"/>
                </a:cubicBezTo>
                <a:cubicBezTo>
                  <a:pt x="471507" y="116575"/>
                  <a:pt x="468610" y="118203"/>
                  <a:pt x="465251" y="119408"/>
                </a:cubicBezTo>
                <a:cubicBezTo>
                  <a:pt x="461893" y="120613"/>
                  <a:pt x="457932" y="121216"/>
                  <a:pt x="453368" y="121216"/>
                </a:cubicBezTo>
                <a:moveTo>
                  <a:pt x="455368" y="110602"/>
                </a:moveTo>
                <a:cubicBezTo>
                  <a:pt x="464392" y="110602"/>
                  <a:pt x="470776" y="108038"/>
                  <a:pt x="474519" y="102910"/>
                </a:cubicBezTo>
                <a:cubicBezTo>
                  <a:pt x="478262" y="97783"/>
                  <a:pt x="480134" y="90168"/>
                  <a:pt x="480134" y="80067"/>
                </a:cubicBezTo>
                <a:lnTo>
                  <a:pt x="480134" y="77760"/>
                </a:lnTo>
                <a:cubicBezTo>
                  <a:pt x="480134" y="67043"/>
                  <a:pt x="478352" y="58813"/>
                  <a:pt x="474789" y="53070"/>
                </a:cubicBezTo>
                <a:cubicBezTo>
                  <a:pt x="471225" y="47328"/>
                  <a:pt x="464751" y="44456"/>
                  <a:pt x="455368" y="44456"/>
                </a:cubicBezTo>
                <a:cubicBezTo>
                  <a:pt x="447523" y="44456"/>
                  <a:pt x="441652" y="47469"/>
                  <a:pt x="437755" y="53493"/>
                </a:cubicBezTo>
                <a:cubicBezTo>
                  <a:pt x="433858" y="59518"/>
                  <a:pt x="431909" y="67735"/>
                  <a:pt x="431909" y="78144"/>
                </a:cubicBezTo>
                <a:cubicBezTo>
                  <a:pt x="431909" y="88502"/>
                  <a:pt x="433845" y="96501"/>
                  <a:pt x="437716" y="102141"/>
                </a:cubicBezTo>
                <a:cubicBezTo>
                  <a:pt x="441587" y="107782"/>
                  <a:pt x="447471" y="110602"/>
                  <a:pt x="455368" y="110602"/>
                </a:cubicBezTo>
                <a:close/>
                <a:moveTo>
                  <a:pt x="549610" y="121216"/>
                </a:moveTo>
                <a:cubicBezTo>
                  <a:pt x="538945" y="121216"/>
                  <a:pt x="530497" y="117575"/>
                  <a:pt x="524267" y="110294"/>
                </a:cubicBezTo>
                <a:cubicBezTo>
                  <a:pt x="518037" y="103013"/>
                  <a:pt x="514922" y="92194"/>
                  <a:pt x="514922" y="77837"/>
                </a:cubicBezTo>
                <a:cubicBezTo>
                  <a:pt x="514922" y="63326"/>
                  <a:pt x="518101" y="52365"/>
                  <a:pt x="524459" y="44956"/>
                </a:cubicBezTo>
                <a:cubicBezTo>
                  <a:pt x="530818" y="37547"/>
                  <a:pt x="539278" y="33842"/>
                  <a:pt x="549841" y="33842"/>
                </a:cubicBezTo>
                <a:cubicBezTo>
                  <a:pt x="554302" y="33842"/>
                  <a:pt x="558199" y="34432"/>
                  <a:pt x="561532" y="35611"/>
                </a:cubicBezTo>
                <a:cubicBezTo>
                  <a:pt x="564865" y="36790"/>
                  <a:pt x="567736" y="38367"/>
                  <a:pt x="570146" y="40341"/>
                </a:cubicBezTo>
                <a:cubicBezTo>
                  <a:pt x="572556" y="42315"/>
                  <a:pt x="574581" y="44559"/>
                  <a:pt x="576222" y="47071"/>
                </a:cubicBezTo>
                <a:lnTo>
                  <a:pt x="577145" y="47071"/>
                </a:lnTo>
                <a:cubicBezTo>
                  <a:pt x="576940" y="45482"/>
                  <a:pt x="576735" y="43302"/>
                  <a:pt x="576530" y="40533"/>
                </a:cubicBezTo>
                <a:cubicBezTo>
                  <a:pt x="576325" y="37765"/>
                  <a:pt x="576222" y="35508"/>
                  <a:pt x="576222" y="33765"/>
                </a:cubicBezTo>
                <a:lnTo>
                  <a:pt x="576222" y="0"/>
                </a:lnTo>
                <a:lnTo>
                  <a:pt x="588990" y="0"/>
                </a:lnTo>
                <a:lnTo>
                  <a:pt x="588990" y="119678"/>
                </a:lnTo>
                <a:lnTo>
                  <a:pt x="578683" y="119678"/>
                </a:lnTo>
                <a:lnTo>
                  <a:pt x="576761" y="107679"/>
                </a:lnTo>
                <a:lnTo>
                  <a:pt x="576222" y="107679"/>
                </a:lnTo>
                <a:cubicBezTo>
                  <a:pt x="574633" y="110192"/>
                  <a:pt x="572620" y="112473"/>
                  <a:pt x="570185" y="114524"/>
                </a:cubicBezTo>
                <a:cubicBezTo>
                  <a:pt x="567749" y="116575"/>
                  <a:pt x="564852" y="118203"/>
                  <a:pt x="561493" y="119408"/>
                </a:cubicBezTo>
                <a:cubicBezTo>
                  <a:pt x="558135" y="120613"/>
                  <a:pt x="554174" y="121216"/>
                  <a:pt x="549610" y="121216"/>
                </a:cubicBezTo>
                <a:moveTo>
                  <a:pt x="551610" y="110602"/>
                </a:moveTo>
                <a:cubicBezTo>
                  <a:pt x="560634" y="110602"/>
                  <a:pt x="567018" y="108038"/>
                  <a:pt x="570761" y="102910"/>
                </a:cubicBezTo>
                <a:cubicBezTo>
                  <a:pt x="574505" y="97783"/>
                  <a:pt x="576376" y="90168"/>
                  <a:pt x="576376" y="80067"/>
                </a:cubicBezTo>
                <a:lnTo>
                  <a:pt x="576376" y="77760"/>
                </a:lnTo>
                <a:cubicBezTo>
                  <a:pt x="576376" y="67043"/>
                  <a:pt x="574594" y="58813"/>
                  <a:pt x="571031" y="53070"/>
                </a:cubicBezTo>
                <a:cubicBezTo>
                  <a:pt x="567467" y="47328"/>
                  <a:pt x="560993" y="44456"/>
                  <a:pt x="551610" y="44456"/>
                </a:cubicBezTo>
                <a:cubicBezTo>
                  <a:pt x="543765" y="44456"/>
                  <a:pt x="537894" y="47469"/>
                  <a:pt x="533997" y="53493"/>
                </a:cubicBezTo>
                <a:cubicBezTo>
                  <a:pt x="530100" y="59518"/>
                  <a:pt x="528151" y="67735"/>
                  <a:pt x="528151" y="78144"/>
                </a:cubicBezTo>
                <a:cubicBezTo>
                  <a:pt x="528151" y="88502"/>
                  <a:pt x="530087" y="96501"/>
                  <a:pt x="533958" y="102141"/>
                </a:cubicBezTo>
                <a:cubicBezTo>
                  <a:pt x="537830" y="107782"/>
                  <a:pt x="543713" y="110602"/>
                  <a:pt x="551610" y="110602"/>
                </a:cubicBezTo>
                <a:close/>
                <a:moveTo>
                  <a:pt x="628623" y="35380"/>
                </a:moveTo>
                <a:lnTo>
                  <a:pt x="628623" y="119678"/>
                </a:lnTo>
                <a:lnTo>
                  <a:pt x="615856" y="119678"/>
                </a:lnTo>
                <a:lnTo>
                  <a:pt x="615856" y="35380"/>
                </a:lnTo>
                <a:lnTo>
                  <a:pt x="628623" y="35380"/>
                </a:lnTo>
                <a:moveTo>
                  <a:pt x="622393" y="3846"/>
                </a:moveTo>
                <a:cubicBezTo>
                  <a:pt x="624496" y="3846"/>
                  <a:pt x="626303" y="4525"/>
                  <a:pt x="627816" y="5884"/>
                </a:cubicBezTo>
                <a:cubicBezTo>
                  <a:pt x="629328" y="7243"/>
                  <a:pt x="630085" y="9358"/>
                  <a:pt x="630085" y="12229"/>
                </a:cubicBezTo>
                <a:cubicBezTo>
                  <a:pt x="630085" y="15049"/>
                  <a:pt x="629328" y="17152"/>
                  <a:pt x="627816" y="18536"/>
                </a:cubicBezTo>
                <a:cubicBezTo>
                  <a:pt x="626303" y="19921"/>
                  <a:pt x="624496" y="20613"/>
                  <a:pt x="622393" y="20613"/>
                </a:cubicBezTo>
                <a:cubicBezTo>
                  <a:pt x="620188" y="20613"/>
                  <a:pt x="618355" y="19921"/>
                  <a:pt x="616894" y="18536"/>
                </a:cubicBezTo>
                <a:cubicBezTo>
                  <a:pt x="615433" y="17152"/>
                  <a:pt x="614702" y="15049"/>
                  <a:pt x="614702" y="12229"/>
                </a:cubicBezTo>
                <a:cubicBezTo>
                  <a:pt x="614702" y="9358"/>
                  <a:pt x="615433" y="7243"/>
                  <a:pt x="616894" y="5884"/>
                </a:cubicBezTo>
                <a:cubicBezTo>
                  <a:pt x="618355" y="4525"/>
                  <a:pt x="620188" y="3846"/>
                  <a:pt x="622393" y="3846"/>
                </a:cubicBezTo>
                <a:close/>
                <a:moveTo>
                  <a:pt x="695469" y="33842"/>
                </a:moveTo>
                <a:cubicBezTo>
                  <a:pt x="705468" y="33842"/>
                  <a:pt x="713031" y="36290"/>
                  <a:pt x="718159" y="41187"/>
                </a:cubicBezTo>
                <a:cubicBezTo>
                  <a:pt x="723286" y="46084"/>
                  <a:pt x="725850" y="53942"/>
                  <a:pt x="725850" y="64761"/>
                </a:cubicBezTo>
                <a:lnTo>
                  <a:pt x="725850" y="119678"/>
                </a:lnTo>
                <a:lnTo>
                  <a:pt x="713236" y="119678"/>
                </a:lnTo>
                <a:lnTo>
                  <a:pt x="713236" y="65607"/>
                </a:lnTo>
                <a:cubicBezTo>
                  <a:pt x="713236" y="58583"/>
                  <a:pt x="711634" y="53327"/>
                  <a:pt x="708429" y="49840"/>
                </a:cubicBezTo>
                <a:cubicBezTo>
                  <a:pt x="705224" y="46353"/>
                  <a:pt x="700315" y="44610"/>
                  <a:pt x="693700" y="44610"/>
                </a:cubicBezTo>
                <a:cubicBezTo>
                  <a:pt x="684368" y="44610"/>
                  <a:pt x="677805" y="47251"/>
                  <a:pt x="674010" y="52532"/>
                </a:cubicBezTo>
                <a:cubicBezTo>
                  <a:pt x="670216" y="57813"/>
                  <a:pt x="668318" y="65479"/>
                  <a:pt x="668318" y="75529"/>
                </a:cubicBezTo>
                <a:lnTo>
                  <a:pt x="668318" y="119678"/>
                </a:lnTo>
                <a:lnTo>
                  <a:pt x="655551" y="119678"/>
                </a:lnTo>
                <a:lnTo>
                  <a:pt x="655551" y="35380"/>
                </a:lnTo>
                <a:lnTo>
                  <a:pt x="665857" y="35380"/>
                </a:lnTo>
                <a:lnTo>
                  <a:pt x="667780" y="47533"/>
                </a:lnTo>
                <a:lnTo>
                  <a:pt x="668472" y="47533"/>
                </a:lnTo>
                <a:cubicBezTo>
                  <a:pt x="670267" y="44559"/>
                  <a:pt x="672549" y="42059"/>
                  <a:pt x="675318" y="40034"/>
                </a:cubicBezTo>
                <a:cubicBezTo>
                  <a:pt x="678087" y="38008"/>
                  <a:pt x="681189" y="36470"/>
                  <a:pt x="684624" y="35419"/>
                </a:cubicBezTo>
                <a:cubicBezTo>
                  <a:pt x="688060" y="34368"/>
                  <a:pt x="691675" y="33842"/>
                  <a:pt x="695469" y="33842"/>
                </a:cubicBezTo>
                <a:close/>
                <a:moveTo>
                  <a:pt x="775646" y="157519"/>
                </a:moveTo>
                <a:cubicBezTo>
                  <a:pt x="764570" y="157519"/>
                  <a:pt x="756033" y="155455"/>
                  <a:pt x="750033" y="151328"/>
                </a:cubicBezTo>
                <a:cubicBezTo>
                  <a:pt x="744034" y="147200"/>
                  <a:pt x="741034" y="141419"/>
                  <a:pt x="741034" y="133984"/>
                </a:cubicBezTo>
                <a:cubicBezTo>
                  <a:pt x="741034" y="128702"/>
                  <a:pt x="742714" y="124190"/>
                  <a:pt x="746072" y="120447"/>
                </a:cubicBezTo>
                <a:cubicBezTo>
                  <a:pt x="749431" y="116704"/>
                  <a:pt x="754084" y="114217"/>
                  <a:pt x="760032" y="112986"/>
                </a:cubicBezTo>
                <a:cubicBezTo>
                  <a:pt x="757827" y="111957"/>
                  <a:pt x="755943" y="110415"/>
                  <a:pt x="754379" y="108359"/>
                </a:cubicBezTo>
                <a:cubicBezTo>
                  <a:pt x="752815" y="106302"/>
                  <a:pt x="752033" y="103936"/>
                  <a:pt x="752033" y="101262"/>
                </a:cubicBezTo>
                <a:cubicBezTo>
                  <a:pt x="752033" y="98175"/>
                  <a:pt x="752892" y="95463"/>
                  <a:pt x="754610" y="93123"/>
                </a:cubicBezTo>
                <a:cubicBezTo>
                  <a:pt x="756327" y="90784"/>
                  <a:pt x="758955" y="88534"/>
                  <a:pt x="762493" y="86374"/>
                </a:cubicBezTo>
                <a:cubicBezTo>
                  <a:pt x="758084" y="84587"/>
                  <a:pt x="754507" y="81563"/>
                  <a:pt x="751764" y="77301"/>
                </a:cubicBezTo>
                <a:cubicBezTo>
                  <a:pt x="749021" y="73037"/>
                  <a:pt x="747649" y="68072"/>
                  <a:pt x="747649" y="62406"/>
                </a:cubicBezTo>
                <a:cubicBezTo>
                  <a:pt x="747649" y="56381"/>
                  <a:pt x="748905" y="51237"/>
                  <a:pt x="751418" y="46975"/>
                </a:cubicBezTo>
                <a:cubicBezTo>
                  <a:pt x="753930" y="42713"/>
                  <a:pt x="757571" y="39458"/>
                  <a:pt x="762340" y="37212"/>
                </a:cubicBezTo>
                <a:cubicBezTo>
                  <a:pt x="767108" y="34965"/>
                  <a:pt x="772877" y="33842"/>
                  <a:pt x="779645" y="33842"/>
                </a:cubicBezTo>
                <a:cubicBezTo>
                  <a:pt x="781132" y="33842"/>
                  <a:pt x="782632" y="33906"/>
                  <a:pt x="784145" y="34034"/>
                </a:cubicBezTo>
                <a:cubicBezTo>
                  <a:pt x="785657" y="34162"/>
                  <a:pt x="787106" y="34342"/>
                  <a:pt x="788490" y="34573"/>
                </a:cubicBezTo>
                <a:cubicBezTo>
                  <a:pt x="789875" y="34803"/>
                  <a:pt x="791080" y="35073"/>
                  <a:pt x="792105" y="35380"/>
                </a:cubicBezTo>
                <a:lnTo>
                  <a:pt x="821025" y="35380"/>
                </a:lnTo>
                <a:lnTo>
                  <a:pt x="821025" y="43610"/>
                </a:lnTo>
                <a:lnTo>
                  <a:pt x="805488" y="45533"/>
                </a:lnTo>
                <a:cubicBezTo>
                  <a:pt x="807026" y="47521"/>
                  <a:pt x="808308" y="49919"/>
                  <a:pt x="809334" y="52724"/>
                </a:cubicBezTo>
                <a:cubicBezTo>
                  <a:pt x="810359" y="55530"/>
                  <a:pt x="810872" y="58642"/>
                  <a:pt x="810872" y="62060"/>
                </a:cubicBezTo>
                <a:cubicBezTo>
                  <a:pt x="810872" y="70424"/>
                  <a:pt x="808026" y="77067"/>
                  <a:pt x="802335" y="81990"/>
                </a:cubicBezTo>
                <a:cubicBezTo>
                  <a:pt x="796643" y="86912"/>
                  <a:pt x="788823" y="89374"/>
                  <a:pt x="778876" y="89374"/>
                </a:cubicBezTo>
                <a:cubicBezTo>
                  <a:pt x="776517" y="89374"/>
                  <a:pt x="774107" y="89169"/>
                  <a:pt x="771646" y="88758"/>
                </a:cubicBezTo>
                <a:cubicBezTo>
                  <a:pt x="769134" y="90149"/>
                  <a:pt x="767224" y="91695"/>
                  <a:pt x="765916" y="93395"/>
                </a:cubicBezTo>
                <a:cubicBezTo>
                  <a:pt x="764608" y="95093"/>
                  <a:pt x="763955" y="97051"/>
                  <a:pt x="763955" y="99267"/>
                </a:cubicBezTo>
                <a:cubicBezTo>
                  <a:pt x="763955" y="100914"/>
                  <a:pt x="764455" y="102227"/>
                  <a:pt x="765455" y="103206"/>
                </a:cubicBezTo>
                <a:cubicBezTo>
                  <a:pt x="766454" y="104185"/>
                  <a:pt x="767903" y="104893"/>
                  <a:pt x="769800" y="105331"/>
                </a:cubicBezTo>
                <a:cubicBezTo>
                  <a:pt x="771697" y="105768"/>
                  <a:pt x="773979" y="105987"/>
                  <a:pt x="776645" y="105987"/>
                </a:cubicBezTo>
                <a:lnTo>
                  <a:pt x="791490" y="105987"/>
                </a:lnTo>
                <a:cubicBezTo>
                  <a:pt x="800668" y="105987"/>
                  <a:pt x="807706" y="107910"/>
                  <a:pt x="812603" y="111756"/>
                </a:cubicBezTo>
                <a:cubicBezTo>
                  <a:pt x="817499" y="115601"/>
                  <a:pt x="819948" y="121216"/>
                  <a:pt x="819948" y="128600"/>
                </a:cubicBezTo>
                <a:cubicBezTo>
                  <a:pt x="819948" y="137932"/>
                  <a:pt x="816153" y="145085"/>
                  <a:pt x="808565" y="150059"/>
                </a:cubicBezTo>
                <a:cubicBezTo>
                  <a:pt x="800976" y="155032"/>
                  <a:pt x="790003" y="157519"/>
                  <a:pt x="775646" y="157519"/>
                </a:cubicBezTo>
                <a:moveTo>
                  <a:pt x="776030" y="147520"/>
                </a:moveTo>
                <a:cubicBezTo>
                  <a:pt x="783004" y="147520"/>
                  <a:pt x="788785" y="146815"/>
                  <a:pt x="793374" y="145405"/>
                </a:cubicBezTo>
                <a:cubicBezTo>
                  <a:pt x="797963" y="143995"/>
                  <a:pt x="801399" y="141970"/>
                  <a:pt x="803681" y="139329"/>
                </a:cubicBezTo>
                <a:cubicBezTo>
                  <a:pt x="805962" y="136688"/>
                  <a:pt x="807103" y="133548"/>
                  <a:pt x="807103" y="129907"/>
                </a:cubicBezTo>
                <a:cubicBezTo>
                  <a:pt x="807103" y="126523"/>
                  <a:pt x="806334" y="123972"/>
                  <a:pt x="804796" y="122254"/>
                </a:cubicBezTo>
                <a:cubicBezTo>
                  <a:pt x="803258" y="120536"/>
                  <a:pt x="801001" y="119383"/>
                  <a:pt x="798027" y="118793"/>
                </a:cubicBezTo>
                <a:cubicBezTo>
                  <a:pt x="795053" y="118203"/>
                  <a:pt x="791413" y="117909"/>
                  <a:pt x="787106" y="117909"/>
                </a:cubicBezTo>
                <a:lnTo>
                  <a:pt x="772492" y="117909"/>
                </a:lnTo>
                <a:cubicBezTo>
                  <a:pt x="768698" y="117909"/>
                  <a:pt x="765390" y="118498"/>
                  <a:pt x="762570" y="119678"/>
                </a:cubicBezTo>
                <a:cubicBezTo>
                  <a:pt x="759750" y="120857"/>
                  <a:pt x="757584" y="122600"/>
                  <a:pt x="756071" y="124908"/>
                </a:cubicBezTo>
                <a:cubicBezTo>
                  <a:pt x="754558" y="127215"/>
                  <a:pt x="753802" y="130087"/>
                  <a:pt x="753802" y="133522"/>
                </a:cubicBezTo>
                <a:cubicBezTo>
                  <a:pt x="753802" y="138086"/>
                  <a:pt x="755725" y="141560"/>
                  <a:pt x="759571" y="143944"/>
                </a:cubicBezTo>
                <a:cubicBezTo>
                  <a:pt x="763416" y="146328"/>
                  <a:pt x="768903" y="147520"/>
                  <a:pt x="776030" y="147520"/>
                </a:cubicBezTo>
                <a:moveTo>
                  <a:pt x="779337" y="80067"/>
                </a:moveTo>
                <a:cubicBezTo>
                  <a:pt x="785439" y="80067"/>
                  <a:pt x="790028" y="78538"/>
                  <a:pt x="793105" y="75481"/>
                </a:cubicBezTo>
                <a:cubicBezTo>
                  <a:pt x="796182" y="72424"/>
                  <a:pt x="797720" y="67965"/>
                  <a:pt x="797720" y="62105"/>
                </a:cubicBezTo>
                <a:cubicBezTo>
                  <a:pt x="797720" y="55837"/>
                  <a:pt x="796156" y="51136"/>
                  <a:pt x="793028" y="48004"/>
                </a:cubicBezTo>
                <a:cubicBezTo>
                  <a:pt x="789900" y="44869"/>
                  <a:pt x="785285" y="43302"/>
                  <a:pt x="779184" y="43302"/>
                </a:cubicBezTo>
                <a:cubicBezTo>
                  <a:pt x="773338" y="43302"/>
                  <a:pt x="768839" y="44921"/>
                  <a:pt x="765685" y="48158"/>
                </a:cubicBezTo>
                <a:cubicBezTo>
                  <a:pt x="762532" y="51393"/>
                  <a:pt x="760955" y="56118"/>
                  <a:pt x="760955" y="62334"/>
                </a:cubicBezTo>
                <a:cubicBezTo>
                  <a:pt x="760955" y="68041"/>
                  <a:pt x="762545" y="72424"/>
                  <a:pt x="765724" y="75481"/>
                </a:cubicBezTo>
                <a:cubicBezTo>
                  <a:pt x="768903" y="78538"/>
                  <a:pt x="773441" y="80067"/>
                  <a:pt x="779337" y="80067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D0F78-32A1-42D7-9B88-62013999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55" y="3105284"/>
            <a:ext cx="285117" cy="293025"/>
          </a:xfrm>
          <a:custGeom xmlns:a="http://schemas.openxmlformats.org/drawingml/2006/main">
            <a:pathLst>
              <a:path w="285117" h="293025">
                <a:moveTo>
                  <a:pt x="0" y="47512"/>
                </a:moveTo>
                <a:lnTo>
                  <a:pt x="0" y="47512"/>
                </a:lnTo>
                <a:cubicBezTo>
                  <a:pt x="0" y="21265"/>
                  <a:pt x="21273" y="0"/>
                  <a:pt x="47516" y="0"/>
                </a:cubicBezTo>
                <a:lnTo>
                  <a:pt x="237592" y="0"/>
                </a:lnTo>
                <a:cubicBezTo>
                  <a:pt x="250199" y="0"/>
                  <a:pt x="262283" y="5001"/>
                  <a:pt x="271197" y="13921"/>
                </a:cubicBezTo>
                <a:cubicBezTo>
                  <a:pt x="280110" y="22821"/>
                  <a:pt x="285117" y="34910"/>
                  <a:pt x="285117" y="47512"/>
                </a:cubicBezTo>
                <a:lnTo>
                  <a:pt x="285117" y="245494"/>
                </a:lnTo>
                <a:cubicBezTo>
                  <a:pt x="285117" y="271740"/>
                  <a:pt x="263837" y="293025"/>
                  <a:pt x="237592" y="293025"/>
                </a:cubicBezTo>
                <a:lnTo>
                  <a:pt x="47516" y="293025"/>
                </a:lnTo>
                <a:cubicBezTo>
                  <a:pt x="21273" y="293025"/>
                  <a:pt x="0" y="271740"/>
                  <a:pt x="0" y="24549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463B2-2F17-4C72-A7BA-799E630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" y="3171486"/>
            <a:ext cx="266983" cy="149166"/>
          </a:xfrm>
          <a:custGeom xmlns:a="http://schemas.openxmlformats.org/drawingml/2006/main">
            <a:pathLst>
              <a:path w="266983" h="149166">
                <a:moveTo>
                  <a:pt x="0" y="149166"/>
                </a:moveTo>
                <a:lnTo>
                  <a:pt x="0" y="0"/>
                </a:lnTo>
                <a:lnTo>
                  <a:pt x="266983" y="0"/>
                </a:lnTo>
                <a:lnTo>
                  <a:pt x="266983" y="149166"/>
                </a:lnTo>
                <a:lnTo>
                  <a:pt x="0" y="1491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1815333244d60"/>
          <a:stretch xmlns:a="http://schemas.openxmlformats.org/drawingml/2006/main"/>
        </p:blipFill>
        <p:spPr>
          <a:xfrm xmlns:a="http://schemas.openxmlformats.org/drawingml/2006/main">
            <a:off x="903924" y="3172173"/>
            <a:ext cx="266977" cy="147791"/>
          </a:xfrm>
          <a:prstGeom xmlns:a="http://schemas.openxmlformats.org/drawingml/2006/main" prst="rect">
            <a:avLst/>
          </a:prstGeom>
        </p:spPr>
      </p:pic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B5FCB-450D-4F89-B3AA-0CB5966A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42" y="3248168"/>
            <a:ext cx="919071" cy="446514"/>
          </a:xfrm>
          <a:custGeom xmlns:a="http://schemas.openxmlformats.org/drawingml/2006/main">
            <a:pathLst>
              <a:path w="919071" h="446514">
                <a:moveTo>
                  <a:pt x="0" y="446514"/>
                </a:moveTo>
                <a:lnTo>
                  <a:pt x="0" y="0"/>
                </a:lnTo>
                <a:lnTo>
                  <a:pt x="919071" y="0"/>
                </a:lnTo>
                <a:lnTo>
                  <a:pt x="919071" y="446514"/>
                </a:lnTo>
                <a:lnTo>
                  <a:pt x="0" y="44651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Fourier">
            <a:extLst xmlns:a="http://schemas.openxmlformats.org/drawingml/2006/main">
              <a:ext uri="{FF2B5EF4-FFF2-40B4-BE49-F238E27FC236}">
                <a16:creationId xmlns:a16="http://schemas.microsoft.com/office/drawing/2014/main" id="{A6289339-900B-4CD5-A8EB-AD6AFD2E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64" y="3401699"/>
            <a:ext cx="511444" cy="117370"/>
          </a:xfrm>
          <a:custGeom xmlns:a="http://schemas.openxmlformats.org/drawingml/2006/main">
            <a:pathLst>
              <a:path w="511444" h="117370">
                <a:moveTo>
                  <a:pt x="13075" y="115832"/>
                </a:moveTo>
                <a:lnTo>
                  <a:pt x="0" y="115832"/>
                </a:lnTo>
                <a:lnTo>
                  <a:pt x="0" y="3384"/>
                </a:lnTo>
                <a:lnTo>
                  <a:pt x="62608" y="3384"/>
                </a:lnTo>
                <a:lnTo>
                  <a:pt x="62608" y="14921"/>
                </a:lnTo>
                <a:lnTo>
                  <a:pt x="13075" y="14921"/>
                </a:lnTo>
                <a:lnTo>
                  <a:pt x="13075" y="56070"/>
                </a:lnTo>
                <a:lnTo>
                  <a:pt x="59608" y="56070"/>
                </a:lnTo>
                <a:lnTo>
                  <a:pt x="59608" y="67530"/>
                </a:lnTo>
                <a:lnTo>
                  <a:pt x="13075" y="67530"/>
                </a:lnTo>
                <a:lnTo>
                  <a:pt x="13075" y="115832"/>
                </a:lnTo>
                <a:close/>
                <a:moveTo>
                  <a:pt x="152040" y="73529"/>
                </a:moveTo>
                <a:cubicBezTo>
                  <a:pt x="152040" y="80452"/>
                  <a:pt x="151143" y="86630"/>
                  <a:pt x="149349" y="92066"/>
                </a:cubicBezTo>
                <a:cubicBezTo>
                  <a:pt x="147554" y="97501"/>
                  <a:pt x="144964" y="102090"/>
                  <a:pt x="141580" y="105833"/>
                </a:cubicBezTo>
                <a:cubicBezTo>
                  <a:pt x="138196" y="109576"/>
                  <a:pt x="134107" y="112435"/>
                  <a:pt x="129312" y="114409"/>
                </a:cubicBezTo>
                <a:cubicBezTo>
                  <a:pt x="124518" y="116383"/>
                  <a:pt x="119096" y="117370"/>
                  <a:pt x="113045" y="117370"/>
                </a:cubicBezTo>
                <a:cubicBezTo>
                  <a:pt x="107405" y="117370"/>
                  <a:pt x="102239" y="116383"/>
                  <a:pt x="97547" y="114409"/>
                </a:cubicBezTo>
                <a:cubicBezTo>
                  <a:pt x="92855" y="112435"/>
                  <a:pt x="88805" y="109576"/>
                  <a:pt x="85395" y="105833"/>
                </a:cubicBezTo>
                <a:cubicBezTo>
                  <a:pt x="81985" y="102090"/>
                  <a:pt x="79344" y="97501"/>
                  <a:pt x="77473" y="92066"/>
                </a:cubicBezTo>
                <a:cubicBezTo>
                  <a:pt x="75601" y="86630"/>
                  <a:pt x="74665" y="80452"/>
                  <a:pt x="74665" y="73529"/>
                </a:cubicBezTo>
                <a:cubicBezTo>
                  <a:pt x="74665" y="64300"/>
                  <a:pt x="76229" y="56442"/>
                  <a:pt x="79357" y="49955"/>
                </a:cubicBezTo>
                <a:cubicBezTo>
                  <a:pt x="82485" y="43469"/>
                  <a:pt x="86959" y="38521"/>
                  <a:pt x="92779" y="35111"/>
                </a:cubicBezTo>
                <a:cubicBezTo>
                  <a:pt x="98598" y="31701"/>
                  <a:pt x="105533" y="29996"/>
                  <a:pt x="113584" y="29996"/>
                </a:cubicBezTo>
                <a:cubicBezTo>
                  <a:pt x="121275" y="29996"/>
                  <a:pt x="128005" y="31714"/>
                  <a:pt x="133773" y="35150"/>
                </a:cubicBezTo>
                <a:cubicBezTo>
                  <a:pt x="139542" y="38585"/>
                  <a:pt x="144029" y="43546"/>
                  <a:pt x="147233" y="50032"/>
                </a:cubicBezTo>
                <a:cubicBezTo>
                  <a:pt x="150438" y="56519"/>
                  <a:pt x="152040" y="64351"/>
                  <a:pt x="152040" y="73529"/>
                </a:cubicBezTo>
                <a:moveTo>
                  <a:pt x="87895" y="73529"/>
                </a:moveTo>
                <a:cubicBezTo>
                  <a:pt x="87895" y="80298"/>
                  <a:pt x="88792" y="86169"/>
                  <a:pt x="90586" y="91143"/>
                </a:cubicBezTo>
                <a:cubicBezTo>
                  <a:pt x="92381" y="96116"/>
                  <a:pt x="95150" y="99962"/>
                  <a:pt x="98893" y="102680"/>
                </a:cubicBezTo>
                <a:cubicBezTo>
                  <a:pt x="102636" y="105397"/>
                  <a:pt x="107456" y="106756"/>
                  <a:pt x="113353" y="106756"/>
                </a:cubicBezTo>
                <a:cubicBezTo>
                  <a:pt x="119198" y="106756"/>
                  <a:pt x="124005" y="105397"/>
                  <a:pt x="127774" y="102680"/>
                </a:cubicBezTo>
                <a:cubicBezTo>
                  <a:pt x="131543" y="99962"/>
                  <a:pt x="134325" y="96116"/>
                  <a:pt x="136119" y="91143"/>
                </a:cubicBezTo>
                <a:cubicBezTo>
                  <a:pt x="137914" y="86169"/>
                  <a:pt x="138811" y="80298"/>
                  <a:pt x="138811" y="73529"/>
                </a:cubicBezTo>
                <a:cubicBezTo>
                  <a:pt x="138811" y="66812"/>
                  <a:pt x="137914" y="61005"/>
                  <a:pt x="136119" y="56109"/>
                </a:cubicBezTo>
                <a:cubicBezTo>
                  <a:pt x="134325" y="51212"/>
                  <a:pt x="131556" y="47430"/>
                  <a:pt x="127813" y="44764"/>
                </a:cubicBezTo>
                <a:cubicBezTo>
                  <a:pt x="124070" y="42097"/>
                  <a:pt x="119224" y="40764"/>
                  <a:pt x="113276" y="40764"/>
                </a:cubicBezTo>
                <a:cubicBezTo>
                  <a:pt x="104508" y="40764"/>
                  <a:pt x="98086" y="43661"/>
                  <a:pt x="94009" y="49455"/>
                </a:cubicBezTo>
                <a:cubicBezTo>
                  <a:pt x="89933" y="55250"/>
                  <a:pt x="87895" y="63274"/>
                  <a:pt x="87895" y="73529"/>
                </a:cubicBezTo>
                <a:close/>
                <a:moveTo>
                  <a:pt x="243629" y="31535"/>
                </a:moveTo>
                <a:lnTo>
                  <a:pt x="243629" y="115832"/>
                </a:lnTo>
                <a:lnTo>
                  <a:pt x="233169" y="115832"/>
                </a:lnTo>
                <a:lnTo>
                  <a:pt x="231323" y="103987"/>
                </a:lnTo>
                <a:lnTo>
                  <a:pt x="230631" y="103987"/>
                </a:lnTo>
                <a:cubicBezTo>
                  <a:pt x="228887" y="106910"/>
                  <a:pt x="226631" y="109371"/>
                  <a:pt x="223862" y="111371"/>
                </a:cubicBezTo>
                <a:cubicBezTo>
                  <a:pt x="221094" y="113371"/>
                  <a:pt x="217979" y="114871"/>
                  <a:pt x="214517" y="115870"/>
                </a:cubicBezTo>
                <a:cubicBezTo>
                  <a:pt x="211056" y="116870"/>
                  <a:pt x="207377" y="117370"/>
                  <a:pt x="203480" y="117370"/>
                </a:cubicBezTo>
                <a:cubicBezTo>
                  <a:pt x="196815" y="117370"/>
                  <a:pt x="191225" y="116293"/>
                  <a:pt x="186713" y="114140"/>
                </a:cubicBezTo>
                <a:cubicBezTo>
                  <a:pt x="182201" y="111986"/>
                  <a:pt x="178804" y="108653"/>
                  <a:pt x="176522" y="104141"/>
                </a:cubicBezTo>
                <a:cubicBezTo>
                  <a:pt x="174240" y="99629"/>
                  <a:pt x="173099" y="93835"/>
                  <a:pt x="173099" y="86759"/>
                </a:cubicBezTo>
                <a:lnTo>
                  <a:pt x="173099" y="31535"/>
                </a:lnTo>
                <a:lnTo>
                  <a:pt x="186021" y="31535"/>
                </a:lnTo>
                <a:lnTo>
                  <a:pt x="186021" y="85836"/>
                </a:lnTo>
                <a:cubicBezTo>
                  <a:pt x="186021" y="92860"/>
                  <a:pt x="187611" y="98103"/>
                  <a:pt x="190790" y="101564"/>
                </a:cubicBezTo>
                <a:cubicBezTo>
                  <a:pt x="193969" y="105026"/>
                  <a:pt x="198814" y="106756"/>
                  <a:pt x="205326" y="106756"/>
                </a:cubicBezTo>
                <a:cubicBezTo>
                  <a:pt x="211582" y="106756"/>
                  <a:pt x="216568" y="105577"/>
                  <a:pt x="220286" y="103218"/>
                </a:cubicBezTo>
                <a:cubicBezTo>
                  <a:pt x="224003" y="100859"/>
                  <a:pt x="226683" y="97385"/>
                  <a:pt x="228323" y="92796"/>
                </a:cubicBezTo>
                <a:cubicBezTo>
                  <a:pt x="229964" y="88207"/>
                  <a:pt x="230785" y="82580"/>
                  <a:pt x="230785" y="75914"/>
                </a:cubicBezTo>
                <a:lnTo>
                  <a:pt x="230785" y="31535"/>
                </a:lnTo>
                <a:lnTo>
                  <a:pt x="243629" y="31535"/>
                </a:lnTo>
                <a:close/>
                <a:moveTo>
                  <a:pt x="308885" y="29996"/>
                </a:moveTo>
                <a:cubicBezTo>
                  <a:pt x="310577" y="29996"/>
                  <a:pt x="312346" y="30086"/>
                  <a:pt x="314192" y="30266"/>
                </a:cubicBezTo>
                <a:cubicBezTo>
                  <a:pt x="316038" y="30445"/>
                  <a:pt x="317678" y="30689"/>
                  <a:pt x="319114" y="30996"/>
                </a:cubicBezTo>
                <a:lnTo>
                  <a:pt x="317499" y="42841"/>
                </a:lnTo>
                <a:cubicBezTo>
                  <a:pt x="316115" y="42482"/>
                  <a:pt x="314576" y="42200"/>
                  <a:pt x="312884" y="41995"/>
                </a:cubicBezTo>
                <a:cubicBezTo>
                  <a:pt x="311192" y="41790"/>
                  <a:pt x="309602" y="41687"/>
                  <a:pt x="308116" y="41687"/>
                </a:cubicBezTo>
                <a:cubicBezTo>
                  <a:pt x="304731" y="41687"/>
                  <a:pt x="301539" y="42367"/>
                  <a:pt x="298540" y="43725"/>
                </a:cubicBezTo>
                <a:cubicBezTo>
                  <a:pt x="295540" y="45084"/>
                  <a:pt x="292912" y="47033"/>
                  <a:pt x="290656" y="49571"/>
                </a:cubicBezTo>
                <a:cubicBezTo>
                  <a:pt x="288400" y="52109"/>
                  <a:pt x="286631" y="55160"/>
                  <a:pt x="285349" y="58724"/>
                </a:cubicBezTo>
                <a:cubicBezTo>
                  <a:pt x="284067" y="62287"/>
                  <a:pt x="283426" y="66248"/>
                  <a:pt x="283426" y="70607"/>
                </a:cubicBezTo>
                <a:lnTo>
                  <a:pt x="283426" y="115832"/>
                </a:lnTo>
                <a:lnTo>
                  <a:pt x="270582" y="115832"/>
                </a:lnTo>
                <a:lnTo>
                  <a:pt x="270582" y="31535"/>
                </a:lnTo>
                <a:lnTo>
                  <a:pt x="281196" y="31535"/>
                </a:lnTo>
                <a:lnTo>
                  <a:pt x="282580" y="47071"/>
                </a:lnTo>
                <a:lnTo>
                  <a:pt x="283119" y="47071"/>
                </a:lnTo>
                <a:cubicBezTo>
                  <a:pt x="284862" y="43943"/>
                  <a:pt x="286964" y="41085"/>
                  <a:pt x="289425" y="38495"/>
                </a:cubicBezTo>
                <a:cubicBezTo>
                  <a:pt x="291887" y="35906"/>
                  <a:pt x="294745" y="33842"/>
                  <a:pt x="298001" y="32304"/>
                </a:cubicBezTo>
                <a:cubicBezTo>
                  <a:pt x="301257" y="30765"/>
                  <a:pt x="304885" y="29996"/>
                  <a:pt x="308885" y="29996"/>
                </a:cubicBezTo>
                <a:close/>
                <a:moveTo>
                  <a:pt x="347618" y="31535"/>
                </a:moveTo>
                <a:lnTo>
                  <a:pt x="347618" y="115832"/>
                </a:lnTo>
                <a:lnTo>
                  <a:pt x="334851" y="115832"/>
                </a:lnTo>
                <a:lnTo>
                  <a:pt x="334851" y="31535"/>
                </a:lnTo>
                <a:lnTo>
                  <a:pt x="347618" y="31535"/>
                </a:lnTo>
                <a:moveTo>
                  <a:pt x="341388" y="0"/>
                </a:moveTo>
                <a:cubicBezTo>
                  <a:pt x="343491" y="0"/>
                  <a:pt x="345298" y="679"/>
                  <a:pt x="346811" y="2038"/>
                </a:cubicBezTo>
                <a:cubicBezTo>
                  <a:pt x="348323" y="3397"/>
                  <a:pt x="349080" y="5512"/>
                  <a:pt x="349080" y="8384"/>
                </a:cubicBezTo>
                <a:cubicBezTo>
                  <a:pt x="349080" y="11204"/>
                  <a:pt x="348323" y="13306"/>
                  <a:pt x="346811" y="14691"/>
                </a:cubicBezTo>
                <a:cubicBezTo>
                  <a:pt x="345298" y="16075"/>
                  <a:pt x="343491" y="16767"/>
                  <a:pt x="341388" y="16767"/>
                </a:cubicBezTo>
                <a:cubicBezTo>
                  <a:pt x="339183" y="16767"/>
                  <a:pt x="337350" y="16075"/>
                  <a:pt x="335889" y="14691"/>
                </a:cubicBezTo>
                <a:cubicBezTo>
                  <a:pt x="334428" y="13306"/>
                  <a:pt x="333697" y="11204"/>
                  <a:pt x="333697" y="8384"/>
                </a:cubicBezTo>
                <a:cubicBezTo>
                  <a:pt x="333697" y="5512"/>
                  <a:pt x="334428" y="3397"/>
                  <a:pt x="335889" y="2038"/>
                </a:cubicBezTo>
                <a:cubicBezTo>
                  <a:pt x="337350" y="679"/>
                  <a:pt x="339183" y="0"/>
                  <a:pt x="341388" y="0"/>
                </a:cubicBezTo>
                <a:close/>
                <a:moveTo>
                  <a:pt x="407003" y="29996"/>
                </a:moveTo>
                <a:cubicBezTo>
                  <a:pt x="414181" y="29996"/>
                  <a:pt x="420335" y="31583"/>
                  <a:pt x="425462" y="34758"/>
                </a:cubicBezTo>
                <a:cubicBezTo>
                  <a:pt x="430590" y="37930"/>
                  <a:pt x="434512" y="42371"/>
                  <a:pt x="437230" y="48078"/>
                </a:cubicBezTo>
                <a:cubicBezTo>
                  <a:pt x="439948" y="53786"/>
                  <a:pt x="441306" y="60454"/>
                  <a:pt x="441306" y="68083"/>
                </a:cubicBezTo>
                <a:lnTo>
                  <a:pt x="441306" y="75991"/>
                </a:lnTo>
                <a:lnTo>
                  <a:pt x="383083" y="75991"/>
                </a:lnTo>
                <a:cubicBezTo>
                  <a:pt x="383237" y="85913"/>
                  <a:pt x="385698" y="93469"/>
                  <a:pt x="390466" y="98661"/>
                </a:cubicBezTo>
                <a:cubicBezTo>
                  <a:pt x="395235" y="103853"/>
                  <a:pt x="401952" y="106448"/>
                  <a:pt x="410618" y="106448"/>
                </a:cubicBezTo>
                <a:cubicBezTo>
                  <a:pt x="415950" y="106448"/>
                  <a:pt x="420668" y="105961"/>
                  <a:pt x="424770" y="104987"/>
                </a:cubicBezTo>
                <a:cubicBezTo>
                  <a:pt x="428872" y="104013"/>
                  <a:pt x="433128" y="102577"/>
                  <a:pt x="437538" y="100680"/>
                </a:cubicBezTo>
                <a:lnTo>
                  <a:pt x="437538" y="111909"/>
                </a:lnTo>
                <a:cubicBezTo>
                  <a:pt x="433282" y="113807"/>
                  <a:pt x="429064" y="115191"/>
                  <a:pt x="424885" y="116063"/>
                </a:cubicBezTo>
                <a:cubicBezTo>
                  <a:pt x="420706" y="116934"/>
                  <a:pt x="415771" y="117370"/>
                  <a:pt x="410079" y="117370"/>
                </a:cubicBezTo>
                <a:cubicBezTo>
                  <a:pt x="401978" y="117370"/>
                  <a:pt x="394915" y="115717"/>
                  <a:pt x="388890" y="112409"/>
                </a:cubicBezTo>
                <a:cubicBezTo>
                  <a:pt x="382865" y="109102"/>
                  <a:pt x="378186" y="104244"/>
                  <a:pt x="374853" y="97834"/>
                </a:cubicBezTo>
                <a:cubicBezTo>
                  <a:pt x="371520" y="91425"/>
                  <a:pt x="369854" y="83579"/>
                  <a:pt x="369854" y="74299"/>
                </a:cubicBezTo>
                <a:cubicBezTo>
                  <a:pt x="369854" y="65223"/>
                  <a:pt x="371379" y="57365"/>
                  <a:pt x="374430" y="50725"/>
                </a:cubicBezTo>
                <a:cubicBezTo>
                  <a:pt x="377481" y="44084"/>
                  <a:pt x="381788" y="38970"/>
                  <a:pt x="387351" y="35380"/>
                </a:cubicBezTo>
                <a:cubicBezTo>
                  <a:pt x="392915" y="31791"/>
                  <a:pt x="399465" y="29996"/>
                  <a:pt x="407003" y="29996"/>
                </a:cubicBezTo>
                <a:moveTo>
                  <a:pt x="406849" y="40457"/>
                </a:moveTo>
                <a:cubicBezTo>
                  <a:pt x="400029" y="40457"/>
                  <a:pt x="394594" y="42681"/>
                  <a:pt x="390543" y="47129"/>
                </a:cubicBezTo>
                <a:cubicBezTo>
                  <a:pt x="386493" y="51575"/>
                  <a:pt x="384083" y="57786"/>
                  <a:pt x="383313" y="65761"/>
                </a:cubicBezTo>
                <a:lnTo>
                  <a:pt x="427923" y="65761"/>
                </a:lnTo>
                <a:cubicBezTo>
                  <a:pt x="427872" y="60752"/>
                  <a:pt x="427090" y="56343"/>
                  <a:pt x="425577" y="52534"/>
                </a:cubicBezTo>
                <a:cubicBezTo>
                  <a:pt x="424065" y="48726"/>
                  <a:pt x="421770" y="45760"/>
                  <a:pt x="418694" y="43639"/>
                </a:cubicBezTo>
                <a:cubicBezTo>
                  <a:pt x="415617" y="41517"/>
                  <a:pt x="411669" y="40457"/>
                  <a:pt x="406849" y="40457"/>
                </a:cubicBezTo>
                <a:close/>
                <a:moveTo>
                  <a:pt x="501214" y="29996"/>
                </a:moveTo>
                <a:cubicBezTo>
                  <a:pt x="502906" y="29996"/>
                  <a:pt x="504675" y="30086"/>
                  <a:pt x="506521" y="30266"/>
                </a:cubicBezTo>
                <a:cubicBezTo>
                  <a:pt x="508367" y="30445"/>
                  <a:pt x="510008" y="30689"/>
                  <a:pt x="511444" y="30996"/>
                </a:cubicBezTo>
                <a:lnTo>
                  <a:pt x="509829" y="42841"/>
                </a:lnTo>
                <a:cubicBezTo>
                  <a:pt x="508444" y="42482"/>
                  <a:pt x="506906" y="42200"/>
                  <a:pt x="505214" y="41995"/>
                </a:cubicBezTo>
                <a:cubicBezTo>
                  <a:pt x="503522" y="41790"/>
                  <a:pt x="501932" y="41687"/>
                  <a:pt x="500445" y="41687"/>
                </a:cubicBezTo>
                <a:cubicBezTo>
                  <a:pt x="497061" y="41687"/>
                  <a:pt x="493869" y="42367"/>
                  <a:pt x="490869" y="43725"/>
                </a:cubicBezTo>
                <a:cubicBezTo>
                  <a:pt x="487870" y="45084"/>
                  <a:pt x="485242" y="47033"/>
                  <a:pt x="482986" y="49571"/>
                </a:cubicBezTo>
                <a:cubicBezTo>
                  <a:pt x="480730" y="52109"/>
                  <a:pt x="478961" y="55160"/>
                  <a:pt x="477679" y="58724"/>
                </a:cubicBezTo>
                <a:cubicBezTo>
                  <a:pt x="476397" y="62287"/>
                  <a:pt x="475756" y="66248"/>
                  <a:pt x="475756" y="70607"/>
                </a:cubicBezTo>
                <a:lnTo>
                  <a:pt x="475756" y="115832"/>
                </a:lnTo>
                <a:lnTo>
                  <a:pt x="462911" y="115832"/>
                </a:lnTo>
                <a:lnTo>
                  <a:pt x="462911" y="31535"/>
                </a:lnTo>
                <a:lnTo>
                  <a:pt x="473525" y="31535"/>
                </a:lnTo>
                <a:lnTo>
                  <a:pt x="474910" y="47071"/>
                </a:lnTo>
                <a:lnTo>
                  <a:pt x="475448" y="47071"/>
                </a:lnTo>
                <a:cubicBezTo>
                  <a:pt x="477192" y="43943"/>
                  <a:pt x="479294" y="41085"/>
                  <a:pt x="481755" y="38495"/>
                </a:cubicBezTo>
                <a:cubicBezTo>
                  <a:pt x="484216" y="35906"/>
                  <a:pt x="487075" y="33842"/>
                  <a:pt x="490331" y="32304"/>
                </a:cubicBezTo>
                <a:cubicBezTo>
                  <a:pt x="493587" y="30765"/>
                  <a:pt x="497215" y="29996"/>
                  <a:pt x="501214" y="29996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7A227-0211-44BA-A9A4-5767A16D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2" y="3546161"/>
            <a:ext cx="2323" cy="273945"/>
          </a:xfrm>
          <a:custGeom xmlns:a="http://schemas.openxmlformats.org/drawingml/2006/main">
            <a:pathLst>
              <a:path w="2323" h="273945">
                <a:moveTo>
                  <a:pt x="0" y="0"/>
                </a:moveTo>
                <a:lnTo>
                  <a:pt x="2323" y="27394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AAC5A-083F-4C2B-A4E5-05334A9E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2" y="3546161"/>
            <a:ext cx="1892" cy="223342"/>
          </a:xfrm>
          <a:custGeom xmlns:a="http://schemas.openxmlformats.org/drawingml/2006/main">
            <a:pathLst>
              <a:path w="1892" h="223342" fill="none">
                <a:moveTo>
                  <a:pt x="0" y="0"/>
                </a:moveTo>
                <a:lnTo>
                  <a:pt x="1892" y="223342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3BB77-1012-4933-BCF8-0B0DFE66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70" y="3752767"/>
            <a:ext cx="33211" cy="45759"/>
          </a:xfrm>
          <a:custGeom xmlns:a="http://schemas.openxmlformats.org/drawingml/2006/main">
            <a:pathLst>
              <a:path w="33211" h="45759">
                <a:moveTo>
                  <a:pt x="16744" y="16736"/>
                </a:moveTo>
                <a:lnTo>
                  <a:pt x="33211" y="0"/>
                </a:lnTo>
                <a:lnTo>
                  <a:pt x="16990" y="45759"/>
                </a:lnTo>
                <a:lnTo>
                  <a:pt x="0" y="276"/>
                </a:lnTo>
                <a:lnTo>
                  <a:pt x="16744" y="16736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78C1F-2053-459B-9736-69A682B1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70" y="3752767"/>
            <a:ext cx="33211" cy="45759"/>
          </a:xfrm>
          <a:custGeom xmlns:a="http://schemas.openxmlformats.org/drawingml/2006/main">
            <a:pathLst>
              <a:path w="33211" h="45759" fill="none">
                <a:moveTo>
                  <a:pt x="16744" y="16736"/>
                </a:moveTo>
                <a:lnTo>
                  <a:pt x="0" y="276"/>
                </a:lnTo>
                <a:lnTo>
                  <a:pt x="16990" y="45759"/>
                </a:lnTo>
                <a:lnTo>
                  <a:pt x="33211" y="0"/>
                </a:lnTo>
                <a:lnTo>
                  <a:pt x="16744" y="167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AB164-3133-475C-B689-91A6F63D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89" y="3810950"/>
            <a:ext cx="369309" cy="249294"/>
          </a:xfrm>
          <a:custGeom xmlns:a="http://schemas.openxmlformats.org/drawingml/2006/main">
            <a:pathLst>
              <a:path w="369309" h="249294">
                <a:moveTo>
                  <a:pt x="0" y="41546"/>
                </a:moveTo>
                <a:lnTo>
                  <a:pt x="0" y="41546"/>
                </a:lnTo>
                <a:cubicBezTo>
                  <a:pt x="0" y="18607"/>
                  <a:pt x="18605" y="0"/>
                  <a:pt x="41557" y="0"/>
                </a:cubicBezTo>
                <a:lnTo>
                  <a:pt x="327752" y="0"/>
                </a:lnTo>
                <a:cubicBezTo>
                  <a:pt x="338774" y="0"/>
                  <a:pt x="349342" y="4371"/>
                  <a:pt x="357133" y="12168"/>
                </a:cubicBezTo>
                <a:cubicBezTo>
                  <a:pt x="364925" y="19966"/>
                  <a:pt x="369309" y="30539"/>
                  <a:pt x="369309" y="41546"/>
                </a:cubicBezTo>
                <a:lnTo>
                  <a:pt x="369309" y="207748"/>
                </a:lnTo>
                <a:cubicBezTo>
                  <a:pt x="369309" y="230687"/>
                  <a:pt x="350704" y="249294"/>
                  <a:pt x="327752" y="249294"/>
                </a:cubicBezTo>
                <a:lnTo>
                  <a:pt x="41557" y="249294"/>
                </a:lnTo>
                <a:cubicBezTo>
                  <a:pt x="18605" y="249294"/>
                  <a:pt x="0" y="230687"/>
                  <a:pt x="0" y="207748"/>
                </a:cubicBez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5C2A96-A5AD-4597-9200-F10DD06C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89" y="3810950"/>
            <a:ext cx="369309" cy="249294"/>
          </a:xfrm>
          <a:custGeom xmlns:a="http://schemas.openxmlformats.org/drawingml/2006/main">
            <a:pathLst>
              <a:path w="369309" h="249294" fill="none">
                <a:moveTo>
                  <a:pt x="0" y="41546"/>
                </a:moveTo>
                <a:lnTo>
                  <a:pt x="0" y="41546"/>
                </a:lnTo>
                <a:cubicBezTo>
                  <a:pt x="0" y="18607"/>
                  <a:pt x="18605" y="0"/>
                  <a:pt x="41557" y="0"/>
                </a:cubicBezTo>
                <a:lnTo>
                  <a:pt x="327752" y="0"/>
                </a:lnTo>
                <a:cubicBezTo>
                  <a:pt x="338774" y="0"/>
                  <a:pt x="349342" y="4371"/>
                  <a:pt x="357133" y="12168"/>
                </a:cubicBezTo>
                <a:cubicBezTo>
                  <a:pt x="364925" y="19966"/>
                  <a:pt x="369309" y="30519"/>
                  <a:pt x="369309" y="41546"/>
                </a:cubicBezTo>
                <a:lnTo>
                  <a:pt x="369309" y="207748"/>
                </a:lnTo>
                <a:cubicBezTo>
                  <a:pt x="369309" y="230687"/>
                  <a:pt x="350704" y="249294"/>
                  <a:pt x="327752" y="249294"/>
                </a:cubicBezTo>
                <a:lnTo>
                  <a:pt x="41557" y="249294"/>
                </a:lnTo>
                <a:cubicBezTo>
                  <a:pt x="18605" y="249294"/>
                  <a:pt x="0" y="230687"/>
                  <a:pt x="0" y="207748"/>
                </a:cubicBezTo>
                <a:lnTo>
                  <a:pt x="0" y="41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62CAF-B07B-45CF-9077-39CF3AD1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99" y="4061622"/>
            <a:ext cx="4184" cy="138144"/>
          </a:xfrm>
          <a:custGeom xmlns:a="http://schemas.openxmlformats.org/drawingml/2006/main">
            <a:pathLst>
              <a:path w="4184" h="138144">
                <a:moveTo>
                  <a:pt x="0" y="0"/>
                </a:moveTo>
                <a:lnTo>
                  <a:pt x="4184" y="13814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78E82-EE65-491F-B7EE-4D6D4ACC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99" y="4061622"/>
            <a:ext cx="4184" cy="138144"/>
          </a:xfrm>
          <a:custGeom xmlns:a="http://schemas.openxmlformats.org/drawingml/2006/main">
            <a:pathLst>
              <a:path w="4184" h="138144" fill="none">
                <a:moveTo>
                  <a:pt x="0" y="0"/>
                </a:moveTo>
                <a:lnTo>
                  <a:pt x="4184" y="138144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5CC20-93E8-4B21-A37A-3ABBF3C4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05" y="3719111"/>
            <a:ext cx="657674" cy="453484"/>
          </a:xfrm>
          <a:custGeom xmlns:a="http://schemas.openxmlformats.org/drawingml/2006/main">
            <a:pathLst>
              <a:path w="657674" h="453484">
                <a:moveTo>
                  <a:pt x="0" y="453484"/>
                </a:moveTo>
                <a:lnTo>
                  <a:pt x="0" y="0"/>
                </a:lnTo>
                <a:lnTo>
                  <a:pt x="657674" y="0"/>
                </a:lnTo>
                <a:lnTo>
                  <a:pt x="657674" y="453484"/>
                </a:lnTo>
                <a:lnTo>
                  <a:pt x="0" y="45348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MLP">
            <a:extLst xmlns:a="http://schemas.openxmlformats.org/drawingml/2006/main">
              <a:ext uri="{FF2B5EF4-FFF2-40B4-BE49-F238E27FC236}">
                <a16:creationId xmlns:a16="http://schemas.microsoft.com/office/drawing/2014/main" id="{D3C3C0B2-5838-491B-B5F4-E5CC0BCC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2" y="3887839"/>
            <a:ext cx="253194" cy="96480"/>
          </a:xfrm>
          <a:custGeom xmlns:a="http://schemas.openxmlformats.org/drawingml/2006/main">
            <a:pathLst>
              <a:path w="253194" h="96480">
                <a:moveTo>
                  <a:pt x="0" y="96480"/>
                </a:moveTo>
                <a:lnTo>
                  <a:pt x="0" y="0"/>
                </a:lnTo>
                <a:lnTo>
                  <a:pt x="13508" y="0"/>
                </a:lnTo>
                <a:lnTo>
                  <a:pt x="47551" y="67398"/>
                </a:lnTo>
                <a:lnTo>
                  <a:pt x="81733" y="0"/>
                </a:lnTo>
                <a:lnTo>
                  <a:pt x="95378" y="0"/>
                </a:lnTo>
                <a:lnTo>
                  <a:pt x="95378" y="96480"/>
                </a:lnTo>
                <a:lnTo>
                  <a:pt x="83800" y="96480"/>
                </a:lnTo>
                <a:lnTo>
                  <a:pt x="83800" y="20674"/>
                </a:lnTo>
                <a:lnTo>
                  <a:pt x="51961" y="82972"/>
                </a:lnTo>
                <a:lnTo>
                  <a:pt x="43280" y="82972"/>
                </a:lnTo>
                <a:lnTo>
                  <a:pt x="11578" y="20949"/>
                </a:lnTo>
                <a:lnTo>
                  <a:pt x="11578" y="96480"/>
                </a:lnTo>
                <a:lnTo>
                  <a:pt x="0" y="96480"/>
                </a:lnTo>
                <a:close/>
                <a:moveTo>
                  <a:pt x="115914" y="96480"/>
                </a:moveTo>
                <a:lnTo>
                  <a:pt x="115914" y="0"/>
                </a:lnTo>
                <a:lnTo>
                  <a:pt x="127492" y="0"/>
                </a:lnTo>
                <a:lnTo>
                  <a:pt x="127492" y="87245"/>
                </a:lnTo>
                <a:lnTo>
                  <a:pt x="172425" y="87245"/>
                </a:lnTo>
                <a:lnTo>
                  <a:pt x="172425" y="96480"/>
                </a:lnTo>
                <a:lnTo>
                  <a:pt x="115914" y="96480"/>
                </a:lnTo>
                <a:close/>
                <a:moveTo>
                  <a:pt x="188550" y="96480"/>
                </a:moveTo>
                <a:lnTo>
                  <a:pt x="188550" y="0"/>
                </a:lnTo>
                <a:lnTo>
                  <a:pt x="219975" y="0"/>
                </a:lnTo>
                <a:cubicBezTo>
                  <a:pt x="227602" y="0"/>
                  <a:pt x="233874" y="1263"/>
                  <a:pt x="238789" y="3790"/>
                </a:cubicBezTo>
                <a:cubicBezTo>
                  <a:pt x="243705" y="6316"/>
                  <a:pt x="247334" y="9693"/>
                  <a:pt x="249677" y="13920"/>
                </a:cubicBezTo>
                <a:cubicBezTo>
                  <a:pt x="252021" y="18148"/>
                  <a:pt x="253194" y="22972"/>
                  <a:pt x="253194" y="28392"/>
                </a:cubicBezTo>
                <a:cubicBezTo>
                  <a:pt x="253194" y="33630"/>
                  <a:pt x="252021" y="38386"/>
                  <a:pt x="249677" y="42659"/>
                </a:cubicBezTo>
                <a:cubicBezTo>
                  <a:pt x="247334" y="46932"/>
                  <a:pt x="243728" y="50354"/>
                  <a:pt x="238857" y="52927"/>
                </a:cubicBezTo>
                <a:cubicBezTo>
                  <a:pt x="233987" y="55500"/>
                  <a:pt x="227693" y="56786"/>
                  <a:pt x="219975" y="56786"/>
                </a:cubicBezTo>
                <a:lnTo>
                  <a:pt x="200128" y="56786"/>
                </a:lnTo>
                <a:lnTo>
                  <a:pt x="200128" y="96480"/>
                </a:lnTo>
                <a:lnTo>
                  <a:pt x="188550" y="96480"/>
                </a:lnTo>
                <a:moveTo>
                  <a:pt x="200128" y="47000"/>
                </a:moveTo>
                <a:lnTo>
                  <a:pt x="219838" y="47000"/>
                </a:lnTo>
                <a:cubicBezTo>
                  <a:pt x="227557" y="47000"/>
                  <a:pt x="233070" y="45300"/>
                  <a:pt x="236377" y="41900"/>
                </a:cubicBezTo>
                <a:cubicBezTo>
                  <a:pt x="239685" y="38500"/>
                  <a:pt x="241338" y="33997"/>
                  <a:pt x="241338" y="28392"/>
                </a:cubicBezTo>
                <a:cubicBezTo>
                  <a:pt x="241338" y="22419"/>
                  <a:pt x="239685" y="17802"/>
                  <a:pt x="236377" y="14541"/>
                </a:cubicBezTo>
                <a:cubicBezTo>
                  <a:pt x="233070" y="11278"/>
                  <a:pt x="227557" y="9647"/>
                  <a:pt x="219838" y="9647"/>
                </a:cubicBezTo>
                <a:lnTo>
                  <a:pt x="200128" y="9647"/>
                </a:lnTo>
                <a:lnTo>
                  <a:pt x="200128" y="4700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BF77B6-BB8D-450D-ADE2-0C3CC4E1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92" y="3717470"/>
            <a:ext cx="657674" cy="453490"/>
          </a:xfrm>
          <a:custGeom xmlns:a="http://schemas.openxmlformats.org/drawingml/2006/main">
            <a:pathLst>
              <a:path w="657674" h="453490">
                <a:moveTo>
                  <a:pt x="0" y="453490"/>
                </a:moveTo>
                <a:lnTo>
                  <a:pt x="0" y="0"/>
                </a:lnTo>
                <a:lnTo>
                  <a:pt x="657674" y="0"/>
                </a:lnTo>
                <a:lnTo>
                  <a:pt x="657674" y="453490"/>
                </a:lnTo>
                <a:lnTo>
                  <a:pt x="0" y="45349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FC">
            <a:extLst xmlns:a="http://schemas.openxmlformats.org/drawingml/2006/main">
              <a:ext uri="{FF2B5EF4-FFF2-40B4-BE49-F238E27FC236}">
                <a16:creationId xmlns:a16="http://schemas.microsoft.com/office/drawing/2014/main" id="{9DA9A01F-5E71-4A1A-9681-55308AF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30" y="3884570"/>
            <a:ext cx="155747" cy="99788"/>
          </a:xfrm>
          <a:custGeom xmlns:a="http://schemas.openxmlformats.org/drawingml/2006/main">
            <a:pathLst>
              <a:path w="155747" h="99788">
                <a:moveTo>
                  <a:pt x="0" y="98135"/>
                </a:moveTo>
                <a:lnTo>
                  <a:pt x="0" y="1655"/>
                </a:lnTo>
                <a:lnTo>
                  <a:pt x="58717" y="1655"/>
                </a:lnTo>
                <a:lnTo>
                  <a:pt x="58717" y="11165"/>
                </a:lnTo>
                <a:lnTo>
                  <a:pt x="11578" y="11165"/>
                </a:lnTo>
                <a:lnTo>
                  <a:pt x="11578" y="45072"/>
                </a:lnTo>
                <a:lnTo>
                  <a:pt x="51686" y="45072"/>
                </a:lnTo>
                <a:lnTo>
                  <a:pt x="51686" y="54443"/>
                </a:lnTo>
                <a:lnTo>
                  <a:pt x="11578" y="54443"/>
                </a:lnTo>
                <a:lnTo>
                  <a:pt x="11578" y="98135"/>
                </a:lnTo>
                <a:lnTo>
                  <a:pt x="0" y="98135"/>
                </a:lnTo>
                <a:close/>
                <a:moveTo>
                  <a:pt x="115639" y="99788"/>
                </a:moveTo>
                <a:cubicBezTo>
                  <a:pt x="106266" y="99788"/>
                  <a:pt x="98157" y="97698"/>
                  <a:pt x="91312" y="93519"/>
                </a:cubicBezTo>
                <a:cubicBezTo>
                  <a:pt x="84467" y="89338"/>
                  <a:pt x="79207" y="83503"/>
                  <a:pt x="75530" y="76015"/>
                </a:cubicBezTo>
                <a:cubicBezTo>
                  <a:pt x="71856" y="68525"/>
                  <a:pt x="70018" y="59818"/>
                  <a:pt x="70018" y="49894"/>
                </a:cubicBezTo>
                <a:cubicBezTo>
                  <a:pt x="70018" y="39972"/>
                  <a:pt x="71856" y="31266"/>
                  <a:pt x="75530" y="23778"/>
                </a:cubicBezTo>
                <a:cubicBezTo>
                  <a:pt x="79207" y="16288"/>
                  <a:pt x="84467" y="10452"/>
                  <a:pt x="91312" y="6271"/>
                </a:cubicBezTo>
                <a:cubicBezTo>
                  <a:pt x="98157" y="2090"/>
                  <a:pt x="106266" y="0"/>
                  <a:pt x="115639" y="0"/>
                </a:cubicBezTo>
                <a:cubicBezTo>
                  <a:pt x="126665" y="0"/>
                  <a:pt x="135623" y="2619"/>
                  <a:pt x="142514" y="7857"/>
                </a:cubicBezTo>
                <a:cubicBezTo>
                  <a:pt x="149407" y="13094"/>
                  <a:pt x="153818" y="20491"/>
                  <a:pt x="155747" y="30047"/>
                </a:cubicBezTo>
                <a:lnTo>
                  <a:pt x="142929" y="30047"/>
                </a:lnTo>
                <a:cubicBezTo>
                  <a:pt x="141459" y="24074"/>
                  <a:pt x="138473" y="19274"/>
                  <a:pt x="133969" y="15645"/>
                </a:cubicBezTo>
                <a:cubicBezTo>
                  <a:pt x="129467" y="12015"/>
                  <a:pt x="123357" y="10200"/>
                  <a:pt x="115639" y="10200"/>
                </a:cubicBezTo>
                <a:cubicBezTo>
                  <a:pt x="108748" y="10200"/>
                  <a:pt x="102775" y="11785"/>
                  <a:pt x="97720" y="14955"/>
                </a:cubicBezTo>
                <a:cubicBezTo>
                  <a:pt x="92667" y="18125"/>
                  <a:pt x="88762" y="22674"/>
                  <a:pt x="86006" y="28600"/>
                </a:cubicBezTo>
                <a:cubicBezTo>
                  <a:pt x="83249" y="34527"/>
                  <a:pt x="81871" y="41625"/>
                  <a:pt x="81871" y="49894"/>
                </a:cubicBezTo>
                <a:cubicBezTo>
                  <a:pt x="81871" y="58165"/>
                  <a:pt x="83249" y="65264"/>
                  <a:pt x="86006" y="71190"/>
                </a:cubicBezTo>
                <a:cubicBezTo>
                  <a:pt x="88762" y="77117"/>
                  <a:pt x="92667" y="81665"/>
                  <a:pt x="97720" y="84835"/>
                </a:cubicBezTo>
                <a:cubicBezTo>
                  <a:pt x="102775" y="88005"/>
                  <a:pt x="108748" y="89590"/>
                  <a:pt x="115639" y="89590"/>
                </a:cubicBezTo>
                <a:cubicBezTo>
                  <a:pt x="123357" y="89590"/>
                  <a:pt x="129467" y="87822"/>
                  <a:pt x="133969" y="84284"/>
                </a:cubicBezTo>
                <a:cubicBezTo>
                  <a:pt x="138473" y="80745"/>
                  <a:pt x="141459" y="76036"/>
                  <a:pt x="142929" y="70155"/>
                </a:cubicBezTo>
                <a:lnTo>
                  <a:pt x="155747" y="70155"/>
                </a:lnTo>
                <a:cubicBezTo>
                  <a:pt x="153818" y="79436"/>
                  <a:pt x="149407" y="86695"/>
                  <a:pt x="142514" y="91933"/>
                </a:cubicBezTo>
                <a:cubicBezTo>
                  <a:pt x="135623" y="97170"/>
                  <a:pt x="126665" y="99788"/>
                  <a:pt x="115639" y="99788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6DFA7-3A59-41D7-92EA-1AA3ECC2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53" y="2105347"/>
            <a:ext cx="4215802" cy="453484"/>
          </a:xfrm>
          <a:custGeom xmlns:a="http://schemas.openxmlformats.org/drawingml/2006/main">
            <a:pathLst>
              <a:path w="4215802" h="453484">
                <a:moveTo>
                  <a:pt x="0" y="453484"/>
                </a:moveTo>
                <a:lnTo>
                  <a:pt x="0" y="0"/>
                </a:lnTo>
                <a:lnTo>
                  <a:pt x="4215802" y="0"/>
                </a:lnTo>
                <a:lnTo>
                  <a:pt x="4215802" y="453484"/>
                </a:lnTo>
                <a:lnTo>
                  <a:pt x="0" y="45348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Query">
            <a:extLst xmlns:a="http://schemas.openxmlformats.org/drawingml/2006/main">
              <a:ext uri="{FF2B5EF4-FFF2-40B4-BE49-F238E27FC236}">
                <a16:creationId xmlns:a16="http://schemas.microsoft.com/office/drawing/2014/main" id="{743645C0-1277-4D56-96B1-89F21B06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895" y="2272440"/>
            <a:ext cx="382062" cy="128458"/>
          </a:xfrm>
          <a:custGeom xmlns:a="http://schemas.openxmlformats.org/drawingml/2006/main">
            <a:pathLst>
              <a:path w="382062" h="128458">
                <a:moveTo>
                  <a:pt x="73941" y="91873"/>
                </a:moveTo>
                <a:lnTo>
                  <a:pt x="74758" y="91291"/>
                </a:lnTo>
                <a:lnTo>
                  <a:pt x="75559" y="90690"/>
                </a:lnTo>
                <a:lnTo>
                  <a:pt x="76343" y="90073"/>
                </a:lnTo>
                <a:lnTo>
                  <a:pt x="77112" y="89438"/>
                </a:lnTo>
                <a:lnTo>
                  <a:pt x="77865" y="88787"/>
                </a:lnTo>
                <a:lnTo>
                  <a:pt x="78601" y="88118"/>
                </a:lnTo>
                <a:lnTo>
                  <a:pt x="79322" y="87431"/>
                </a:lnTo>
                <a:lnTo>
                  <a:pt x="80027" y="86728"/>
                </a:lnTo>
                <a:lnTo>
                  <a:pt x="80715" y="86007"/>
                </a:lnTo>
                <a:lnTo>
                  <a:pt x="81388" y="85269"/>
                </a:lnTo>
                <a:lnTo>
                  <a:pt x="82044" y="84514"/>
                </a:lnTo>
                <a:lnTo>
                  <a:pt x="82685" y="83742"/>
                </a:lnTo>
                <a:lnTo>
                  <a:pt x="83309" y="82952"/>
                </a:lnTo>
                <a:lnTo>
                  <a:pt x="83917" y="82145"/>
                </a:lnTo>
                <a:lnTo>
                  <a:pt x="84510" y="81321"/>
                </a:lnTo>
                <a:lnTo>
                  <a:pt x="85086" y="80480"/>
                </a:lnTo>
                <a:lnTo>
                  <a:pt x="85646" y="79621"/>
                </a:lnTo>
                <a:lnTo>
                  <a:pt x="86190" y="78745"/>
                </a:lnTo>
                <a:lnTo>
                  <a:pt x="86719" y="77852"/>
                </a:lnTo>
                <a:lnTo>
                  <a:pt x="87231" y="76942"/>
                </a:lnTo>
                <a:lnTo>
                  <a:pt x="87727" y="76015"/>
                </a:lnTo>
                <a:lnTo>
                  <a:pt x="88205" y="75072"/>
                </a:lnTo>
                <a:lnTo>
                  <a:pt x="88663" y="74117"/>
                </a:lnTo>
                <a:lnTo>
                  <a:pt x="89100" y="73149"/>
                </a:lnTo>
                <a:lnTo>
                  <a:pt x="89517" y="72168"/>
                </a:lnTo>
                <a:lnTo>
                  <a:pt x="89914" y="71175"/>
                </a:lnTo>
                <a:lnTo>
                  <a:pt x="90290" y="70169"/>
                </a:lnTo>
                <a:lnTo>
                  <a:pt x="90646" y="69150"/>
                </a:lnTo>
                <a:lnTo>
                  <a:pt x="90982" y="68119"/>
                </a:lnTo>
                <a:lnTo>
                  <a:pt x="91297" y="67075"/>
                </a:lnTo>
                <a:lnTo>
                  <a:pt x="91592" y="66019"/>
                </a:lnTo>
                <a:lnTo>
                  <a:pt x="91867" y="64949"/>
                </a:lnTo>
                <a:lnTo>
                  <a:pt x="92121" y="63867"/>
                </a:lnTo>
                <a:lnTo>
                  <a:pt x="92355" y="62772"/>
                </a:lnTo>
                <a:lnTo>
                  <a:pt x="92569" y="61665"/>
                </a:lnTo>
                <a:lnTo>
                  <a:pt x="92762" y="60545"/>
                </a:lnTo>
                <a:lnTo>
                  <a:pt x="92935" y="59412"/>
                </a:lnTo>
                <a:lnTo>
                  <a:pt x="93088" y="58267"/>
                </a:lnTo>
                <a:lnTo>
                  <a:pt x="93220" y="57109"/>
                </a:lnTo>
                <a:lnTo>
                  <a:pt x="93332" y="55938"/>
                </a:lnTo>
                <a:lnTo>
                  <a:pt x="93423" y="54755"/>
                </a:lnTo>
                <a:lnTo>
                  <a:pt x="93495" y="53559"/>
                </a:lnTo>
                <a:lnTo>
                  <a:pt x="93545" y="52350"/>
                </a:lnTo>
                <a:lnTo>
                  <a:pt x="93576" y="51128"/>
                </a:lnTo>
                <a:lnTo>
                  <a:pt x="93586" y="49894"/>
                </a:lnTo>
                <a:lnTo>
                  <a:pt x="93576" y="48671"/>
                </a:lnTo>
                <a:lnTo>
                  <a:pt x="93545" y="47461"/>
                </a:lnTo>
                <a:lnTo>
                  <a:pt x="93495" y="46262"/>
                </a:lnTo>
                <a:lnTo>
                  <a:pt x="93423" y="45076"/>
                </a:lnTo>
                <a:lnTo>
                  <a:pt x="93332" y="43902"/>
                </a:lnTo>
                <a:lnTo>
                  <a:pt x="93220" y="42740"/>
                </a:lnTo>
                <a:lnTo>
                  <a:pt x="93088" y="41591"/>
                </a:lnTo>
                <a:lnTo>
                  <a:pt x="92935" y="40453"/>
                </a:lnTo>
                <a:lnTo>
                  <a:pt x="92762" y="39328"/>
                </a:lnTo>
                <a:lnTo>
                  <a:pt x="92569" y="38215"/>
                </a:lnTo>
                <a:lnTo>
                  <a:pt x="92355" y="37114"/>
                </a:lnTo>
                <a:lnTo>
                  <a:pt x="92121" y="36026"/>
                </a:lnTo>
                <a:lnTo>
                  <a:pt x="91867" y="34949"/>
                </a:lnTo>
                <a:lnTo>
                  <a:pt x="91592" y="33885"/>
                </a:lnTo>
                <a:lnTo>
                  <a:pt x="91297" y="32833"/>
                </a:lnTo>
                <a:lnTo>
                  <a:pt x="90982" y="31793"/>
                </a:lnTo>
                <a:lnTo>
                  <a:pt x="90646" y="30766"/>
                </a:lnTo>
                <a:lnTo>
                  <a:pt x="90290" y="29750"/>
                </a:lnTo>
                <a:lnTo>
                  <a:pt x="89914" y="28747"/>
                </a:lnTo>
                <a:lnTo>
                  <a:pt x="89517" y="27756"/>
                </a:lnTo>
                <a:lnTo>
                  <a:pt x="89100" y="26778"/>
                </a:lnTo>
                <a:lnTo>
                  <a:pt x="88663" y="25811"/>
                </a:lnTo>
                <a:lnTo>
                  <a:pt x="88205" y="24857"/>
                </a:lnTo>
                <a:lnTo>
                  <a:pt x="87727" y="23914"/>
                </a:lnTo>
                <a:lnTo>
                  <a:pt x="87231" y="22987"/>
                </a:lnTo>
                <a:lnTo>
                  <a:pt x="86719" y="22076"/>
                </a:lnTo>
                <a:lnTo>
                  <a:pt x="86190" y="21183"/>
                </a:lnTo>
                <a:lnTo>
                  <a:pt x="85646" y="20306"/>
                </a:lnTo>
                <a:lnTo>
                  <a:pt x="85086" y="19446"/>
                </a:lnTo>
                <a:lnTo>
                  <a:pt x="84510" y="18604"/>
                </a:lnTo>
                <a:lnTo>
                  <a:pt x="83917" y="17778"/>
                </a:lnTo>
                <a:lnTo>
                  <a:pt x="83309" y="16970"/>
                </a:lnTo>
                <a:lnTo>
                  <a:pt x="82685" y="16178"/>
                </a:lnTo>
                <a:lnTo>
                  <a:pt x="82044" y="15403"/>
                </a:lnTo>
                <a:lnTo>
                  <a:pt x="81388" y="14645"/>
                </a:lnTo>
                <a:lnTo>
                  <a:pt x="80715" y="13905"/>
                </a:lnTo>
                <a:lnTo>
                  <a:pt x="80027" y="13181"/>
                </a:lnTo>
                <a:lnTo>
                  <a:pt x="79322" y="12474"/>
                </a:lnTo>
                <a:lnTo>
                  <a:pt x="78601" y="11784"/>
                </a:lnTo>
                <a:lnTo>
                  <a:pt x="77865" y="11112"/>
                </a:lnTo>
                <a:lnTo>
                  <a:pt x="77112" y="10456"/>
                </a:lnTo>
                <a:lnTo>
                  <a:pt x="76343" y="9817"/>
                </a:lnTo>
                <a:lnTo>
                  <a:pt x="75559" y="9195"/>
                </a:lnTo>
                <a:lnTo>
                  <a:pt x="74758" y="8590"/>
                </a:lnTo>
                <a:lnTo>
                  <a:pt x="73941" y="8003"/>
                </a:lnTo>
                <a:lnTo>
                  <a:pt x="73108" y="7432"/>
                </a:lnTo>
                <a:lnTo>
                  <a:pt x="72259" y="6878"/>
                </a:lnTo>
                <a:lnTo>
                  <a:pt x="71394" y="6341"/>
                </a:lnTo>
                <a:lnTo>
                  <a:pt x="70515" y="5823"/>
                </a:lnTo>
                <a:lnTo>
                  <a:pt x="69623" y="5328"/>
                </a:lnTo>
                <a:lnTo>
                  <a:pt x="68718" y="4855"/>
                </a:lnTo>
                <a:lnTo>
                  <a:pt x="67800" y="4403"/>
                </a:lnTo>
                <a:lnTo>
                  <a:pt x="66869" y="3974"/>
                </a:lnTo>
                <a:lnTo>
                  <a:pt x="65925" y="3567"/>
                </a:lnTo>
                <a:lnTo>
                  <a:pt x="64968" y="3181"/>
                </a:lnTo>
                <a:lnTo>
                  <a:pt x="63998" y="2818"/>
                </a:lnTo>
                <a:lnTo>
                  <a:pt x="63015" y="2477"/>
                </a:lnTo>
                <a:lnTo>
                  <a:pt x="62020" y="2158"/>
                </a:lnTo>
                <a:lnTo>
                  <a:pt x="61011" y="1860"/>
                </a:lnTo>
                <a:lnTo>
                  <a:pt x="59990" y="1585"/>
                </a:lnTo>
                <a:lnTo>
                  <a:pt x="58955" y="1332"/>
                </a:lnTo>
                <a:lnTo>
                  <a:pt x="57908" y="1101"/>
                </a:lnTo>
                <a:lnTo>
                  <a:pt x="56847" y="892"/>
                </a:lnTo>
                <a:lnTo>
                  <a:pt x="55774" y="705"/>
                </a:lnTo>
                <a:lnTo>
                  <a:pt x="54688" y="539"/>
                </a:lnTo>
                <a:lnTo>
                  <a:pt x="53589" y="396"/>
                </a:lnTo>
                <a:lnTo>
                  <a:pt x="52477" y="275"/>
                </a:lnTo>
                <a:lnTo>
                  <a:pt x="51352" y="176"/>
                </a:lnTo>
                <a:lnTo>
                  <a:pt x="50214" y="99"/>
                </a:lnTo>
                <a:lnTo>
                  <a:pt x="49063" y="44"/>
                </a:lnTo>
                <a:lnTo>
                  <a:pt x="47899" y="11"/>
                </a:lnTo>
                <a:lnTo>
                  <a:pt x="46723" y="0"/>
                </a:lnTo>
                <a:lnTo>
                  <a:pt x="45568" y="11"/>
                </a:lnTo>
                <a:lnTo>
                  <a:pt x="44426" y="44"/>
                </a:lnTo>
                <a:lnTo>
                  <a:pt x="43295" y="99"/>
                </a:lnTo>
                <a:lnTo>
                  <a:pt x="42176" y="176"/>
                </a:lnTo>
                <a:lnTo>
                  <a:pt x="41069" y="275"/>
                </a:lnTo>
                <a:lnTo>
                  <a:pt x="39973" y="396"/>
                </a:lnTo>
                <a:lnTo>
                  <a:pt x="38890" y="539"/>
                </a:lnTo>
                <a:lnTo>
                  <a:pt x="37817" y="705"/>
                </a:lnTo>
                <a:lnTo>
                  <a:pt x="36757" y="892"/>
                </a:lnTo>
                <a:lnTo>
                  <a:pt x="35708" y="1101"/>
                </a:lnTo>
                <a:lnTo>
                  <a:pt x="34671" y="1332"/>
                </a:lnTo>
                <a:lnTo>
                  <a:pt x="33646" y="1585"/>
                </a:lnTo>
                <a:lnTo>
                  <a:pt x="32633" y="1860"/>
                </a:lnTo>
                <a:lnTo>
                  <a:pt x="31631" y="2158"/>
                </a:lnTo>
                <a:lnTo>
                  <a:pt x="30641" y="2477"/>
                </a:lnTo>
                <a:lnTo>
                  <a:pt x="29662" y="2818"/>
                </a:lnTo>
                <a:lnTo>
                  <a:pt x="28696" y="3181"/>
                </a:lnTo>
                <a:lnTo>
                  <a:pt x="27741" y="3567"/>
                </a:lnTo>
                <a:lnTo>
                  <a:pt x="26797" y="3974"/>
                </a:lnTo>
                <a:lnTo>
                  <a:pt x="25866" y="4403"/>
                </a:lnTo>
                <a:lnTo>
                  <a:pt x="24946" y="4855"/>
                </a:lnTo>
                <a:lnTo>
                  <a:pt x="24038" y="5328"/>
                </a:lnTo>
                <a:lnTo>
                  <a:pt x="23142" y="5823"/>
                </a:lnTo>
                <a:lnTo>
                  <a:pt x="22257" y="6341"/>
                </a:lnTo>
                <a:lnTo>
                  <a:pt x="21387" y="6878"/>
                </a:lnTo>
                <a:lnTo>
                  <a:pt x="20533" y="7432"/>
                </a:lnTo>
                <a:lnTo>
                  <a:pt x="19695" y="8003"/>
                </a:lnTo>
                <a:lnTo>
                  <a:pt x="18873" y="8590"/>
                </a:lnTo>
                <a:lnTo>
                  <a:pt x="18068" y="9195"/>
                </a:lnTo>
                <a:lnTo>
                  <a:pt x="17279" y="9817"/>
                </a:lnTo>
                <a:lnTo>
                  <a:pt x="16506" y="10456"/>
                </a:lnTo>
                <a:lnTo>
                  <a:pt x="15749" y="11112"/>
                </a:lnTo>
                <a:lnTo>
                  <a:pt x="15009" y="11784"/>
                </a:lnTo>
                <a:lnTo>
                  <a:pt x="14285" y="12474"/>
                </a:lnTo>
                <a:lnTo>
                  <a:pt x="13577" y="13181"/>
                </a:lnTo>
                <a:lnTo>
                  <a:pt x="12886" y="13905"/>
                </a:lnTo>
                <a:lnTo>
                  <a:pt x="12211" y="14645"/>
                </a:lnTo>
                <a:lnTo>
                  <a:pt x="11552" y="15403"/>
                </a:lnTo>
                <a:lnTo>
                  <a:pt x="10909" y="16178"/>
                </a:lnTo>
                <a:lnTo>
                  <a:pt x="10283" y="16970"/>
                </a:lnTo>
                <a:lnTo>
                  <a:pt x="9672" y="17778"/>
                </a:lnTo>
                <a:lnTo>
                  <a:pt x="9079" y="18604"/>
                </a:lnTo>
                <a:lnTo>
                  <a:pt x="8501" y="19446"/>
                </a:lnTo>
                <a:lnTo>
                  <a:pt x="7940" y="20306"/>
                </a:lnTo>
                <a:lnTo>
                  <a:pt x="7395" y="21183"/>
                </a:lnTo>
                <a:lnTo>
                  <a:pt x="6866" y="22076"/>
                </a:lnTo>
                <a:lnTo>
                  <a:pt x="6353" y="22987"/>
                </a:lnTo>
                <a:lnTo>
                  <a:pt x="5857" y="23914"/>
                </a:lnTo>
                <a:lnTo>
                  <a:pt x="5379" y="24857"/>
                </a:lnTo>
                <a:lnTo>
                  <a:pt x="4922" y="25811"/>
                </a:lnTo>
                <a:lnTo>
                  <a:pt x="4484" y="26778"/>
                </a:lnTo>
                <a:lnTo>
                  <a:pt x="4067" y="27756"/>
                </a:lnTo>
                <a:lnTo>
                  <a:pt x="3671" y="28747"/>
                </a:lnTo>
                <a:lnTo>
                  <a:pt x="3295" y="29750"/>
                </a:lnTo>
                <a:lnTo>
                  <a:pt x="2939" y="30766"/>
                </a:lnTo>
                <a:lnTo>
                  <a:pt x="2603" y="31793"/>
                </a:lnTo>
                <a:lnTo>
                  <a:pt x="2288" y="32833"/>
                </a:lnTo>
                <a:lnTo>
                  <a:pt x="1993" y="33885"/>
                </a:lnTo>
                <a:lnTo>
                  <a:pt x="1719" y="34949"/>
                </a:lnTo>
                <a:lnTo>
                  <a:pt x="1464" y="36026"/>
                </a:lnTo>
                <a:lnTo>
                  <a:pt x="1230" y="37114"/>
                </a:lnTo>
                <a:lnTo>
                  <a:pt x="1017" y="38215"/>
                </a:lnTo>
                <a:lnTo>
                  <a:pt x="824" y="39328"/>
                </a:lnTo>
                <a:lnTo>
                  <a:pt x="651" y="40453"/>
                </a:lnTo>
                <a:lnTo>
                  <a:pt x="498" y="41591"/>
                </a:lnTo>
                <a:lnTo>
                  <a:pt x="366" y="42740"/>
                </a:lnTo>
                <a:lnTo>
                  <a:pt x="254" y="43902"/>
                </a:lnTo>
                <a:lnTo>
                  <a:pt x="163" y="45076"/>
                </a:lnTo>
                <a:lnTo>
                  <a:pt x="92" y="46262"/>
                </a:lnTo>
                <a:lnTo>
                  <a:pt x="41" y="47461"/>
                </a:lnTo>
                <a:lnTo>
                  <a:pt x="10" y="48671"/>
                </a:lnTo>
                <a:lnTo>
                  <a:pt x="0" y="49894"/>
                </a:lnTo>
                <a:lnTo>
                  <a:pt x="10" y="51128"/>
                </a:lnTo>
                <a:lnTo>
                  <a:pt x="41" y="52350"/>
                </a:lnTo>
                <a:lnTo>
                  <a:pt x="92" y="53559"/>
                </a:lnTo>
                <a:lnTo>
                  <a:pt x="163" y="54755"/>
                </a:lnTo>
                <a:lnTo>
                  <a:pt x="254" y="55938"/>
                </a:lnTo>
                <a:lnTo>
                  <a:pt x="366" y="57109"/>
                </a:lnTo>
                <a:lnTo>
                  <a:pt x="498" y="58267"/>
                </a:lnTo>
                <a:lnTo>
                  <a:pt x="651" y="59412"/>
                </a:lnTo>
                <a:lnTo>
                  <a:pt x="824" y="60545"/>
                </a:lnTo>
                <a:lnTo>
                  <a:pt x="1017" y="61665"/>
                </a:lnTo>
                <a:lnTo>
                  <a:pt x="1230" y="62772"/>
                </a:lnTo>
                <a:lnTo>
                  <a:pt x="1464" y="63867"/>
                </a:lnTo>
                <a:lnTo>
                  <a:pt x="1719" y="64949"/>
                </a:lnTo>
                <a:lnTo>
                  <a:pt x="1993" y="66019"/>
                </a:lnTo>
                <a:lnTo>
                  <a:pt x="2288" y="67075"/>
                </a:lnTo>
                <a:lnTo>
                  <a:pt x="2603" y="68119"/>
                </a:lnTo>
                <a:lnTo>
                  <a:pt x="2939" y="69150"/>
                </a:lnTo>
                <a:lnTo>
                  <a:pt x="3295" y="70169"/>
                </a:lnTo>
                <a:lnTo>
                  <a:pt x="3671" y="71175"/>
                </a:lnTo>
                <a:lnTo>
                  <a:pt x="4067" y="72168"/>
                </a:lnTo>
                <a:lnTo>
                  <a:pt x="4484" y="73149"/>
                </a:lnTo>
                <a:lnTo>
                  <a:pt x="4922" y="74117"/>
                </a:lnTo>
                <a:lnTo>
                  <a:pt x="5379" y="75072"/>
                </a:lnTo>
                <a:lnTo>
                  <a:pt x="5857" y="76015"/>
                </a:lnTo>
                <a:lnTo>
                  <a:pt x="6353" y="76942"/>
                </a:lnTo>
                <a:lnTo>
                  <a:pt x="6866" y="77852"/>
                </a:lnTo>
                <a:lnTo>
                  <a:pt x="7395" y="78745"/>
                </a:lnTo>
                <a:lnTo>
                  <a:pt x="7940" y="79621"/>
                </a:lnTo>
                <a:lnTo>
                  <a:pt x="8501" y="80480"/>
                </a:lnTo>
                <a:lnTo>
                  <a:pt x="9079" y="81321"/>
                </a:lnTo>
                <a:lnTo>
                  <a:pt x="9672" y="82145"/>
                </a:lnTo>
                <a:lnTo>
                  <a:pt x="10283" y="82952"/>
                </a:lnTo>
                <a:lnTo>
                  <a:pt x="10909" y="83742"/>
                </a:lnTo>
                <a:lnTo>
                  <a:pt x="11552" y="84514"/>
                </a:lnTo>
                <a:lnTo>
                  <a:pt x="12211" y="85269"/>
                </a:lnTo>
                <a:lnTo>
                  <a:pt x="12886" y="86007"/>
                </a:lnTo>
                <a:lnTo>
                  <a:pt x="13577" y="86728"/>
                </a:lnTo>
                <a:lnTo>
                  <a:pt x="14285" y="87431"/>
                </a:lnTo>
                <a:lnTo>
                  <a:pt x="15009" y="88118"/>
                </a:lnTo>
                <a:lnTo>
                  <a:pt x="15749" y="88787"/>
                </a:lnTo>
                <a:lnTo>
                  <a:pt x="16506" y="89438"/>
                </a:lnTo>
                <a:lnTo>
                  <a:pt x="17279" y="90073"/>
                </a:lnTo>
                <a:lnTo>
                  <a:pt x="18068" y="90690"/>
                </a:lnTo>
                <a:lnTo>
                  <a:pt x="18873" y="91291"/>
                </a:lnTo>
                <a:lnTo>
                  <a:pt x="19695" y="91873"/>
                </a:lnTo>
                <a:lnTo>
                  <a:pt x="20533" y="92439"/>
                </a:lnTo>
                <a:lnTo>
                  <a:pt x="21387" y="92988"/>
                </a:lnTo>
                <a:lnTo>
                  <a:pt x="22257" y="93519"/>
                </a:lnTo>
                <a:lnTo>
                  <a:pt x="23142" y="94030"/>
                </a:lnTo>
                <a:lnTo>
                  <a:pt x="24038" y="94520"/>
                </a:lnTo>
                <a:lnTo>
                  <a:pt x="24946" y="94988"/>
                </a:lnTo>
                <a:lnTo>
                  <a:pt x="25866" y="95434"/>
                </a:lnTo>
                <a:lnTo>
                  <a:pt x="26797" y="95859"/>
                </a:lnTo>
                <a:lnTo>
                  <a:pt x="27741" y="96262"/>
                </a:lnTo>
                <a:lnTo>
                  <a:pt x="28696" y="96643"/>
                </a:lnTo>
                <a:lnTo>
                  <a:pt x="29662" y="97002"/>
                </a:lnTo>
                <a:lnTo>
                  <a:pt x="30641" y="97339"/>
                </a:lnTo>
                <a:lnTo>
                  <a:pt x="31631" y="97655"/>
                </a:lnTo>
                <a:lnTo>
                  <a:pt x="32633" y="97949"/>
                </a:lnTo>
                <a:lnTo>
                  <a:pt x="33646" y="98221"/>
                </a:lnTo>
                <a:lnTo>
                  <a:pt x="34671" y="98471"/>
                </a:lnTo>
                <a:lnTo>
                  <a:pt x="35708" y="98700"/>
                </a:lnTo>
                <a:lnTo>
                  <a:pt x="36757" y="98907"/>
                </a:lnTo>
                <a:lnTo>
                  <a:pt x="37817" y="99092"/>
                </a:lnTo>
                <a:lnTo>
                  <a:pt x="38890" y="99255"/>
                </a:lnTo>
                <a:lnTo>
                  <a:pt x="39973" y="99396"/>
                </a:lnTo>
                <a:lnTo>
                  <a:pt x="41069" y="99516"/>
                </a:lnTo>
                <a:lnTo>
                  <a:pt x="42176" y="99614"/>
                </a:lnTo>
                <a:lnTo>
                  <a:pt x="43295" y="99690"/>
                </a:lnTo>
                <a:lnTo>
                  <a:pt x="44426" y="99745"/>
                </a:lnTo>
                <a:lnTo>
                  <a:pt x="45568" y="99777"/>
                </a:lnTo>
                <a:lnTo>
                  <a:pt x="46723" y="99788"/>
                </a:lnTo>
                <a:lnTo>
                  <a:pt x="47899" y="99777"/>
                </a:lnTo>
                <a:lnTo>
                  <a:pt x="49063" y="99745"/>
                </a:lnTo>
                <a:lnTo>
                  <a:pt x="50214" y="99690"/>
                </a:lnTo>
                <a:lnTo>
                  <a:pt x="51352" y="99614"/>
                </a:lnTo>
                <a:lnTo>
                  <a:pt x="52477" y="99516"/>
                </a:lnTo>
                <a:lnTo>
                  <a:pt x="53589" y="99396"/>
                </a:lnTo>
                <a:lnTo>
                  <a:pt x="54688" y="99255"/>
                </a:lnTo>
                <a:lnTo>
                  <a:pt x="55774" y="99092"/>
                </a:lnTo>
                <a:lnTo>
                  <a:pt x="56847" y="98907"/>
                </a:lnTo>
                <a:lnTo>
                  <a:pt x="57908" y="98700"/>
                </a:lnTo>
                <a:lnTo>
                  <a:pt x="58955" y="98471"/>
                </a:lnTo>
                <a:lnTo>
                  <a:pt x="59990" y="98221"/>
                </a:lnTo>
                <a:lnTo>
                  <a:pt x="61011" y="97949"/>
                </a:lnTo>
                <a:lnTo>
                  <a:pt x="62020" y="97655"/>
                </a:lnTo>
                <a:lnTo>
                  <a:pt x="63015" y="97339"/>
                </a:lnTo>
                <a:lnTo>
                  <a:pt x="63404" y="97206"/>
                </a:lnTo>
                <a:lnTo>
                  <a:pt x="72360" y="111229"/>
                </a:lnTo>
                <a:lnTo>
                  <a:pt x="85729" y="111229"/>
                </a:lnTo>
                <a:lnTo>
                  <a:pt x="73542" y="92145"/>
                </a:lnTo>
                <a:lnTo>
                  <a:pt x="73941" y="91873"/>
                </a:lnTo>
                <a:close/>
                <a:moveTo>
                  <a:pt x="56560" y="88401"/>
                </a:moveTo>
                <a:lnTo>
                  <a:pt x="55789" y="88591"/>
                </a:lnTo>
                <a:lnTo>
                  <a:pt x="55009" y="88765"/>
                </a:lnTo>
                <a:lnTo>
                  <a:pt x="54221" y="88922"/>
                </a:lnTo>
                <a:lnTo>
                  <a:pt x="53423" y="89062"/>
                </a:lnTo>
                <a:lnTo>
                  <a:pt x="52616" y="89186"/>
                </a:lnTo>
                <a:lnTo>
                  <a:pt x="51801" y="89293"/>
                </a:lnTo>
                <a:lnTo>
                  <a:pt x="50977" y="89384"/>
                </a:lnTo>
                <a:lnTo>
                  <a:pt x="50144" y="89458"/>
                </a:lnTo>
                <a:lnTo>
                  <a:pt x="49302" y="89516"/>
                </a:lnTo>
                <a:lnTo>
                  <a:pt x="48451" y="89557"/>
                </a:lnTo>
                <a:lnTo>
                  <a:pt x="47591" y="89582"/>
                </a:lnTo>
                <a:lnTo>
                  <a:pt x="46723" y="89590"/>
                </a:lnTo>
                <a:lnTo>
                  <a:pt x="45865" y="89582"/>
                </a:lnTo>
                <a:lnTo>
                  <a:pt x="45017" y="89557"/>
                </a:lnTo>
                <a:lnTo>
                  <a:pt x="44176" y="89516"/>
                </a:lnTo>
                <a:lnTo>
                  <a:pt x="43344" y="89458"/>
                </a:lnTo>
                <a:lnTo>
                  <a:pt x="42520" y="89384"/>
                </a:lnTo>
                <a:lnTo>
                  <a:pt x="41705" y="89293"/>
                </a:lnTo>
                <a:lnTo>
                  <a:pt x="40898" y="89186"/>
                </a:lnTo>
                <a:lnTo>
                  <a:pt x="40099" y="89062"/>
                </a:lnTo>
                <a:lnTo>
                  <a:pt x="39309" y="88922"/>
                </a:lnTo>
                <a:lnTo>
                  <a:pt x="38527" y="88765"/>
                </a:lnTo>
                <a:lnTo>
                  <a:pt x="37754" y="88591"/>
                </a:lnTo>
                <a:lnTo>
                  <a:pt x="36989" y="88401"/>
                </a:lnTo>
                <a:lnTo>
                  <a:pt x="36232" y="88195"/>
                </a:lnTo>
                <a:lnTo>
                  <a:pt x="35484" y="87972"/>
                </a:lnTo>
                <a:lnTo>
                  <a:pt x="34744" y="87733"/>
                </a:lnTo>
                <a:lnTo>
                  <a:pt x="34012" y="87477"/>
                </a:lnTo>
                <a:lnTo>
                  <a:pt x="33289" y="87204"/>
                </a:lnTo>
                <a:lnTo>
                  <a:pt x="32574" y="86915"/>
                </a:lnTo>
                <a:lnTo>
                  <a:pt x="31868" y="86610"/>
                </a:lnTo>
                <a:lnTo>
                  <a:pt x="31170" y="86288"/>
                </a:lnTo>
                <a:lnTo>
                  <a:pt x="30480" y="85950"/>
                </a:lnTo>
                <a:lnTo>
                  <a:pt x="29799" y="85595"/>
                </a:lnTo>
                <a:lnTo>
                  <a:pt x="29126" y="85223"/>
                </a:lnTo>
                <a:lnTo>
                  <a:pt x="28461" y="84835"/>
                </a:lnTo>
                <a:lnTo>
                  <a:pt x="27807" y="84432"/>
                </a:lnTo>
                <a:lnTo>
                  <a:pt x="27165" y="84014"/>
                </a:lnTo>
                <a:lnTo>
                  <a:pt x="26536" y="83582"/>
                </a:lnTo>
                <a:lnTo>
                  <a:pt x="25919" y="83135"/>
                </a:lnTo>
                <a:lnTo>
                  <a:pt x="25315" y="82674"/>
                </a:lnTo>
                <a:lnTo>
                  <a:pt x="24723" y="82199"/>
                </a:lnTo>
                <a:lnTo>
                  <a:pt x="24143" y="81710"/>
                </a:lnTo>
                <a:lnTo>
                  <a:pt x="23576" y="81206"/>
                </a:lnTo>
                <a:lnTo>
                  <a:pt x="23022" y="80687"/>
                </a:lnTo>
                <a:lnTo>
                  <a:pt x="22479" y="80155"/>
                </a:lnTo>
                <a:lnTo>
                  <a:pt x="21950" y="79608"/>
                </a:lnTo>
                <a:lnTo>
                  <a:pt x="21432" y="79046"/>
                </a:lnTo>
                <a:lnTo>
                  <a:pt x="20927" y="78471"/>
                </a:lnTo>
                <a:lnTo>
                  <a:pt x="20435" y="77881"/>
                </a:lnTo>
                <a:lnTo>
                  <a:pt x="19955" y="77276"/>
                </a:lnTo>
                <a:lnTo>
                  <a:pt x="19487" y="76657"/>
                </a:lnTo>
                <a:lnTo>
                  <a:pt x="19032" y="76024"/>
                </a:lnTo>
                <a:lnTo>
                  <a:pt x="18589" y="75377"/>
                </a:lnTo>
                <a:lnTo>
                  <a:pt x="18159" y="74715"/>
                </a:lnTo>
                <a:lnTo>
                  <a:pt x="17741" y="74039"/>
                </a:lnTo>
                <a:lnTo>
                  <a:pt x="17336" y="73348"/>
                </a:lnTo>
                <a:lnTo>
                  <a:pt x="16943" y="72643"/>
                </a:lnTo>
                <a:lnTo>
                  <a:pt x="16562" y="71924"/>
                </a:lnTo>
                <a:lnTo>
                  <a:pt x="16194" y="71190"/>
                </a:lnTo>
                <a:lnTo>
                  <a:pt x="15840" y="70443"/>
                </a:lnTo>
                <a:lnTo>
                  <a:pt x="15501" y="69684"/>
                </a:lnTo>
                <a:lnTo>
                  <a:pt x="15177" y="68913"/>
                </a:lnTo>
                <a:lnTo>
                  <a:pt x="14868" y="68129"/>
                </a:lnTo>
                <a:lnTo>
                  <a:pt x="14574" y="67333"/>
                </a:lnTo>
                <a:lnTo>
                  <a:pt x="14295" y="66525"/>
                </a:lnTo>
                <a:lnTo>
                  <a:pt x="14031" y="65705"/>
                </a:lnTo>
                <a:lnTo>
                  <a:pt x="13782" y="64873"/>
                </a:lnTo>
                <a:lnTo>
                  <a:pt x="13549" y="64028"/>
                </a:lnTo>
                <a:lnTo>
                  <a:pt x="13330" y="63171"/>
                </a:lnTo>
                <a:lnTo>
                  <a:pt x="13127" y="62302"/>
                </a:lnTo>
                <a:lnTo>
                  <a:pt x="12938" y="61421"/>
                </a:lnTo>
                <a:lnTo>
                  <a:pt x="12765" y="60528"/>
                </a:lnTo>
                <a:lnTo>
                  <a:pt x="12607" y="59622"/>
                </a:lnTo>
                <a:lnTo>
                  <a:pt x="12464" y="58704"/>
                </a:lnTo>
                <a:lnTo>
                  <a:pt x="12335" y="57774"/>
                </a:lnTo>
                <a:lnTo>
                  <a:pt x="12222" y="56832"/>
                </a:lnTo>
                <a:lnTo>
                  <a:pt x="12124" y="55877"/>
                </a:lnTo>
                <a:lnTo>
                  <a:pt x="12042" y="54911"/>
                </a:lnTo>
                <a:lnTo>
                  <a:pt x="11974" y="53932"/>
                </a:lnTo>
                <a:lnTo>
                  <a:pt x="11921" y="52941"/>
                </a:lnTo>
                <a:lnTo>
                  <a:pt x="11883" y="51937"/>
                </a:lnTo>
                <a:lnTo>
                  <a:pt x="11861" y="50922"/>
                </a:lnTo>
                <a:lnTo>
                  <a:pt x="11853" y="49894"/>
                </a:lnTo>
                <a:lnTo>
                  <a:pt x="11861" y="48867"/>
                </a:lnTo>
                <a:lnTo>
                  <a:pt x="11883" y="47851"/>
                </a:lnTo>
                <a:lnTo>
                  <a:pt x="11921" y="46848"/>
                </a:lnTo>
                <a:lnTo>
                  <a:pt x="11974" y="45857"/>
                </a:lnTo>
                <a:lnTo>
                  <a:pt x="12042" y="44878"/>
                </a:lnTo>
                <a:lnTo>
                  <a:pt x="12124" y="43912"/>
                </a:lnTo>
                <a:lnTo>
                  <a:pt x="12222" y="42957"/>
                </a:lnTo>
                <a:lnTo>
                  <a:pt x="12335" y="42015"/>
                </a:lnTo>
                <a:lnTo>
                  <a:pt x="12464" y="41085"/>
                </a:lnTo>
                <a:lnTo>
                  <a:pt x="12607" y="40167"/>
                </a:lnTo>
                <a:lnTo>
                  <a:pt x="12765" y="39262"/>
                </a:lnTo>
                <a:lnTo>
                  <a:pt x="12938" y="38369"/>
                </a:lnTo>
                <a:lnTo>
                  <a:pt x="13127" y="37487"/>
                </a:lnTo>
                <a:lnTo>
                  <a:pt x="13330" y="36618"/>
                </a:lnTo>
                <a:lnTo>
                  <a:pt x="13549" y="35762"/>
                </a:lnTo>
                <a:lnTo>
                  <a:pt x="13782" y="34917"/>
                </a:lnTo>
                <a:lnTo>
                  <a:pt x="14031" y="34085"/>
                </a:lnTo>
                <a:lnTo>
                  <a:pt x="14295" y="33265"/>
                </a:lnTo>
                <a:lnTo>
                  <a:pt x="14574" y="32457"/>
                </a:lnTo>
                <a:lnTo>
                  <a:pt x="14868" y="31661"/>
                </a:lnTo>
                <a:lnTo>
                  <a:pt x="15177" y="30878"/>
                </a:lnTo>
                <a:lnTo>
                  <a:pt x="15501" y="30106"/>
                </a:lnTo>
                <a:lnTo>
                  <a:pt x="15840" y="29347"/>
                </a:lnTo>
                <a:lnTo>
                  <a:pt x="16194" y="28600"/>
                </a:lnTo>
                <a:lnTo>
                  <a:pt x="16562" y="27867"/>
                </a:lnTo>
                <a:lnTo>
                  <a:pt x="16943" y="27148"/>
                </a:lnTo>
                <a:lnTo>
                  <a:pt x="17336" y="26443"/>
                </a:lnTo>
                <a:lnTo>
                  <a:pt x="17741" y="25754"/>
                </a:lnTo>
                <a:lnTo>
                  <a:pt x="18159" y="25079"/>
                </a:lnTo>
                <a:lnTo>
                  <a:pt x="18589" y="24418"/>
                </a:lnTo>
                <a:lnTo>
                  <a:pt x="19032" y="23772"/>
                </a:lnTo>
                <a:lnTo>
                  <a:pt x="19487" y="23141"/>
                </a:lnTo>
                <a:lnTo>
                  <a:pt x="19955" y="22524"/>
                </a:lnTo>
                <a:lnTo>
                  <a:pt x="20435" y="21922"/>
                </a:lnTo>
                <a:lnTo>
                  <a:pt x="20927" y="21334"/>
                </a:lnTo>
                <a:lnTo>
                  <a:pt x="21432" y="20761"/>
                </a:lnTo>
                <a:lnTo>
                  <a:pt x="21950" y="20203"/>
                </a:lnTo>
                <a:lnTo>
                  <a:pt x="22479" y="19659"/>
                </a:lnTo>
                <a:lnTo>
                  <a:pt x="23022" y="19130"/>
                </a:lnTo>
                <a:lnTo>
                  <a:pt x="23576" y="18616"/>
                </a:lnTo>
                <a:lnTo>
                  <a:pt x="24143" y="18116"/>
                </a:lnTo>
                <a:lnTo>
                  <a:pt x="24723" y="17630"/>
                </a:lnTo>
                <a:lnTo>
                  <a:pt x="25315" y="17159"/>
                </a:lnTo>
                <a:lnTo>
                  <a:pt x="25919" y="16703"/>
                </a:lnTo>
                <a:lnTo>
                  <a:pt x="26536" y="16262"/>
                </a:lnTo>
                <a:lnTo>
                  <a:pt x="27165" y="15835"/>
                </a:lnTo>
                <a:lnTo>
                  <a:pt x="27807" y="15422"/>
                </a:lnTo>
                <a:lnTo>
                  <a:pt x="28461" y="15025"/>
                </a:lnTo>
                <a:lnTo>
                  <a:pt x="29126" y="14642"/>
                </a:lnTo>
                <a:lnTo>
                  <a:pt x="29799" y="14276"/>
                </a:lnTo>
                <a:lnTo>
                  <a:pt x="30480" y="13926"/>
                </a:lnTo>
                <a:lnTo>
                  <a:pt x="31170" y="13593"/>
                </a:lnTo>
                <a:lnTo>
                  <a:pt x="31868" y="13276"/>
                </a:lnTo>
                <a:lnTo>
                  <a:pt x="32574" y="12975"/>
                </a:lnTo>
                <a:lnTo>
                  <a:pt x="33289" y="12690"/>
                </a:lnTo>
                <a:lnTo>
                  <a:pt x="34012" y="12421"/>
                </a:lnTo>
                <a:lnTo>
                  <a:pt x="34744" y="12169"/>
                </a:lnTo>
                <a:lnTo>
                  <a:pt x="35484" y="11933"/>
                </a:lnTo>
                <a:lnTo>
                  <a:pt x="36232" y="11714"/>
                </a:lnTo>
                <a:lnTo>
                  <a:pt x="36989" y="11510"/>
                </a:lnTo>
                <a:lnTo>
                  <a:pt x="37754" y="11323"/>
                </a:lnTo>
                <a:lnTo>
                  <a:pt x="38527" y="11152"/>
                </a:lnTo>
                <a:lnTo>
                  <a:pt x="39309" y="10998"/>
                </a:lnTo>
                <a:lnTo>
                  <a:pt x="40099" y="10860"/>
                </a:lnTo>
                <a:lnTo>
                  <a:pt x="40898" y="10737"/>
                </a:lnTo>
                <a:lnTo>
                  <a:pt x="41705" y="10632"/>
                </a:lnTo>
                <a:lnTo>
                  <a:pt x="42520" y="10542"/>
                </a:lnTo>
                <a:lnTo>
                  <a:pt x="43344" y="10469"/>
                </a:lnTo>
                <a:lnTo>
                  <a:pt x="44176" y="10412"/>
                </a:lnTo>
                <a:lnTo>
                  <a:pt x="45017" y="10371"/>
                </a:lnTo>
                <a:lnTo>
                  <a:pt x="45865" y="10347"/>
                </a:lnTo>
                <a:lnTo>
                  <a:pt x="46723" y="10339"/>
                </a:lnTo>
                <a:lnTo>
                  <a:pt x="47591" y="10347"/>
                </a:lnTo>
                <a:lnTo>
                  <a:pt x="48451" y="10371"/>
                </a:lnTo>
                <a:lnTo>
                  <a:pt x="49302" y="10412"/>
                </a:lnTo>
                <a:lnTo>
                  <a:pt x="50144" y="10469"/>
                </a:lnTo>
                <a:lnTo>
                  <a:pt x="50977" y="10542"/>
                </a:lnTo>
                <a:lnTo>
                  <a:pt x="51801" y="10632"/>
                </a:lnTo>
                <a:lnTo>
                  <a:pt x="52616" y="10737"/>
                </a:lnTo>
                <a:lnTo>
                  <a:pt x="53423" y="10860"/>
                </a:lnTo>
                <a:lnTo>
                  <a:pt x="54221" y="10998"/>
                </a:lnTo>
                <a:lnTo>
                  <a:pt x="55009" y="11152"/>
                </a:lnTo>
                <a:lnTo>
                  <a:pt x="55789" y="11323"/>
                </a:lnTo>
                <a:lnTo>
                  <a:pt x="56560" y="11510"/>
                </a:lnTo>
                <a:lnTo>
                  <a:pt x="57323" y="11714"/>
                </a:lnTo>
                <a:lnTo>
                  <a:pt x="58076" y="11933"/>
                </a:lnTo>
                <a:lnTo>
                  <a:pt x="58821" y="12169"/>
                </a:lnTo>
                <a:lnTo>
                  <a:pt x="59556" y="12421"/>
                </a:lnTo>
                <a:lnTo>
                  <a:pt x="60283" y="12690"/>
                </a:lnTo>
                <a:lnTo>
                  <a:pt x="61001" y="12975"/>
                </a:lnTo>
                <a:lnTo>
                  <a:pt x="61710" y="13276"/>
                </a:lnTo>
                <a:lnTo>
                  <a:pt x="62410" y="13593"/>
                </a:lnTo>
                <a:lnTo>
                  <a:pt x="63102" y="13926"/>
                </a:lnTo>
                <a:lnTo>
                  <a:pt x="63784" y="14276"/>
                </a:lnTo>
                <a:lnTo>
                  <a:pt x="64458" y="14642"/>
                </a:lnTo>
                <a:lnTo>
                  <a:pt x="65123" y="15025"/>
                </a:lnTo>
                <a:lnTo>
                  <a:pt x="65777" y="15422"/>
                </a:lnTo>
                <a:lnTo>
                  <a:pt x="66419" y="15835"/>
                </a:lnTo>
                <a:lnTo>
                  <a:pt x="67048" y="16262"/>
                </a:lnTo>
                <a:lnTo>
                  <a:pt x="67665" y="16703"/>
                </a:lnTo>
                <a:lnTo>
                  <a:pt x="68270" y="17159"/>
                </a:lnTo>
                <a:lnTo>
                  <a:pt x="68862" y="17630"/>
                </a:lnTo>
                <a:lnTo>
                  <a:pt x="69442" y="18116"/>
                </a:lnTo>
                <a:lnTo>
                  <a:pt x="70009" y="18616"/>
                </a:lnTo>
                <a:lnTo>
                  <a:pt x="70563" y="19130"/>
                </a:lnTo>
                <a:lnTo>
                  <a:pt x="71106" y="19659"/>
                </a:lnTo>
                <a:lnTo>
                  <a:pt x="71636" y="20203"/>
                </a:lnTo>
                <a:lnTo>
                  <a:pt x="72153" y="20761"/>
                </a:lnTo>
                <a:lnTo>
                  <a:pt x="72658" y="21334"/>
                </a:lnTo>
                <a:lnTo>
                  <a:pt x="73150" y="21922"/>
                </a:lnTo>
                <a:lnTo>
                  <a:pt x="73630" y="22524"/>
                </a:lnTo>
                <a:lnTo>
                  <a:pt x="74098" y="23141"/>
                </a:lnTo>
                <a:lnTo>
                  <a:pt x="74553" y="23772"/>
                </a:lnTo>
                <a:lnTo>
                  <a:pt x="74996" y="24418"/>
                </a:lnTo>
                <a:lnTo>
                  <a:pt x="75426" y="25079"/>
                </a:lnTo>
                <a:lnTo>
                  <a:pt x="75844" y="25754"/>
                </a:lnTo>
                <a:lnTo>
                  <a:pt x="76249" y="26443"/>
                </a:lnTo>
                <a:lnTo>
                  <a:pt x="76642" y="27148"/>
                </a:lnTo>
                <a:lnTo>
                  <a:pt x="77022" y="27867"/>
                </a:lnTo>
                <a:lnTo>
                  <a:pt x="77390" y="28600"/>
                </a:lnTo>
                <a:lnTo>
                  <a:pt x="77745" y="29347"/>
                </a:lnTo>
                <a:lnTo>
                  <a:pt x="78084" y="30106"/>
                </a:lnTo>
                <a:lnTo>
                  <a:pt x="78408" y="30878"/>
                </a:lnTo>
                <a:lnTo>
                  <a:pt x="78717" y="31661"/>
                </a:lnTo>
                <a:lnTo>
                  <a:pt x="79011" y="32457"/>
                </a:lnTo>
                <a:lnTo>
                  <a:pt x="79290" y="33265"/>
                </a:lnTo>
                <a:lnTo>
                  <a:pt x="79554" y="34085"/>
                </a:lnTo>
                <a:lnTo>
                  <a:pt x="79803" y="34917"/>
                </a:lnTo>
                <a:lnTo>
                  <a:pt x="80037" y="35762"/>
                </a:lnTo>
                <a:lnTo>
                  <a:pt x="80255" y="36618"/>
                </a:lnTo>
                <a:lnTo>
                  <a:pt x="80459" y="37487"/>
                </a:lnTo>
                <a:lnTo>
                  <a:pt x="80647" y="38369"/>
                </a:lnTo>
                <a:lnTo>
                  <a:pt x="80821" y="39262"/>
                </a:lnTo>
                <a:lnTo>
                  <a:pt x="80979" y="40167"/>
                </a:lnTo>
                <a:lnTo>
                  <a:pt x="81122" y="41085"/>
                </a:lnTo>
                <a:lnTo>
                  <a:pt x="81251" y="42015"/>
                </a:lnTo>
                <a:lnTo>
                  <a:pt x="81364" y="42957"/>
                </a:lnTo>
                <a:lnTo>
                  <a:pt x="81462" y="43912"/>
                </a:lnTo>
                <a:lnTo>
                  <a:pt x="81545" y="44878"/>
                </a:lnTo>
                <a:lnTo>
                  <a:pt x="81612" y="45857"/>
                </a:lnTo>
                <a:lnTo>
                  <a:pt x="81665" y="46848"/>
                </a:lnTo>
                <a:lnTo>
                  <a:pt x="81703" y="47851"/>
                </a:lnTo>
                <a:lnTo>
                  <a:pt x="81726" y="48867"/>
                </a:lnTo>
                <a:lnTo>
                  <a:pt x="81733" y="49894"/>
                </a:lnTo>
                <a:lnTo>
                  <a:pt x="81726" y="50922"/>
                </a:lnTo>
                <a:lnTo>
                  <a:pt x="81703" y="51937"/>
                </a:lnTo>
                <a:lnTo>
                  <a:pt x="81665" y="52941"/>
                </a:lnTo>
                <a:lnTo>
                  <a:pt x="81612" y="53932"/>
                </a:lnTo>
                <a:lnTo>
                  <a:pt x="81545" y="54911"/>
                </a:lnTo>
                <a:lnTo>
                  <a:pt x="81462" y="55877"/>
                </a:lnTo>
                <a:lnTo>
                  <a:pt x="81364" y="56832"/>
                </a:lnTo>
                <a:lnTo>
                  <a:pt x="81251" y="57774"/>
                </a:lnTo>
                <a:lnTo>
                  <a:pt x="81122" y="58704"/>
                </a:lnTo>
                <a:lnTo>
                  <a:pt x="80979" y="59622"/>
                </a:lnTo>
                <a:lnTo>
                  <a:pt x="80821" y="60528"/>
                </a:lnTo>
                <a:lnTo>
                  <a:pt x="80647" y="61421"/>
                </a:lnTo>
                <a:lnTo>
                  <a:pt x="80459" y="62302"/>
                </a:lnTo>
                <a:lnTo>
                  <a:pt x="80255" y="63171"/>
                </a:lnTo>
                <a:lnTo>
                  <a:pt x="80037" y="64028"/>
                </a:lnTo>
                <a:lnTo>
                  <a:pt x="79803" y="64873"/>
                </a:lnTo>
                <a:lnTo>
                  <a:pt x="79554" y="65705"/>
                </a:lnTo>
                <a:lnTo>
                  <a:pt x="79290" y="66525"/>
                </a:lnTo>
                <a:lnTo>
                  <a:pt x="79011" y="67333"/>
                </a:lnTo>
                <a:lnTo>
                  <a:pt x="78717" y="68129"/>
                </a:lnTo>
                <a:lnTo>
                  <a:pt x="78408" y="68913"/>
                </a:lnTo>
                <a:lnTo>
                  <a:pt x="78084" y="69684"/>
                </a:lnTo>
                <a:lnTo>
                  <a:pt x="77745" y="70443"/>
                </a:lnTo>
                <a:lnTo>
                  <a:pt x="77390" y="71190"/>
                </a:lnTo>
                <a:lnTo>
                  <a:pt x="77022" y="71924"/>
                </a:lnTo>
                <a:lnTo>
                  <a:pt x="76642" y="72643"/>
                </a:lnTo>
                <a:lnTo>
                  <a:pt x="76249" y="73348"/>
                </a:lnTo>
                <a:lnTo>
                  <a:pt x="75844" y="74039"/>
                </a:lnTo>
                <a:lnTo>
                  <a:pt x="75426" y="74715"/>
                </a:lnTo>
                <a:lnTo>
                  <a:pt x="74996" y="75377"/>
                </a:lnTo>
                <a:lnTo>
                  <a:pt x="74553" y="76024"/>
                </a:lnTo>
                <a:lnTo>
                  <a:pt x="74098" y="76657"/>
                </a:lnTo>
                <a:lnTo>
                  <a:pt x="73630" y="77276"/>
                </a:lnTo>
                <a:lnTo>
                  <a:pt x="73150" y="77881"/>
                </a:lnTo>
                <a:lnTo>
                  <a:pt x="72658" y="78471"/>
                </a:lnTo>
                <a:lnTo>
                  <a:pt x="72153" y="79046"/>
                </a:lnTo>
                <a:lnTo>
                  <a:pt x="71636" y="79608"/>
                </a:lnTo>
                <a:lnTo>
                  <a:pt x="71106" y="80155"/>
                </a:lnTo>
                <a:lnTo>
                  <a:pt x="70563" y="80687"/>
                </a:lnTo>
                <a:lnTo>
                  <a:pt x="70009" y="81206"/>
                </a:lnTo>
                <a:lnTo>
                  <a:pt x="69442" y="81710"/>
                </a:lnTo>
                <a:lnTo>
                  <a:pt x="68862" y="82199"/>
                </a:lnTo>
                <a:lnTo>
                  <a:pt x="68270" y="82674"/>
                </a:lnTo>
                <a:lnTo>
                  <a:pt x="67748" y="83072"/>
                </a:lnTo>
                <a:lnTo>
                  <a:pt x="53339" y="60508"/>
                </a:lnTo>
                <a:lnTo>
                  <a:pt x="39970" y="60508"/>
                </a:lnTo>
                <a:lnTo>
                  <a:pt x="57598" y="88114"/>
                </a:lnTo>
                <a:lnTo>
                  <a:pt x="57323" y="88195"/>
                </a:lnTo>
                <a:lnTo>
                  <a:pt x="56560" y="88401"/>
                </a:lnTo>
                <a:close/>
                <a:moveTo>
                  <a:pt x="278556" y="61753"/>
                </a:moveTo>
                <a:lnTo>
                  <a:pt x="278565" y="61212"/>
                </a:lnTo>
                <a:lnTo>
                  <a:pt x="278580" y="60680"/>
                </a:lnTo>
                <a:lnTo>
                  <a:pt x="278601" y="60154"/>
                </a:lnTo>
                <a:lnTo>
                  <a:pt x="278628" y="59636"/>
                </a:lnTo>
                <a:lnTo>
                  <a:pt x="278661" y="59126"/>
                </a:lnTo>
                <a:lnTo>
                  <a:pt x="278700" y="58623"/>
                </a:lnTo>
                <a:lnTo>
                  <a:pt x="278745" y="58127"/>
                </a:lnTo>
                <a:lnTo>
                  <a:pt x="278795" y="57639"/>
                </a:lnTo>
                <a:lnTo>
                  <a:pt x="278852" y="57158"/>
                </a:lnTo>
                <a:lnTo>
                  <a:pt x="278915" y="56684"/>
                </a:lnTo>
                <a:lnTo>
                  <a:pt x="278984" y="56218"/>
                </a:lnTo>
                <a:lnTo>
                  <a:pt x="279059" y="55760"/>
                </a:lnTo>
                <a:lnTo>
                  <a:pt x="279139" y="55308"/>
                </a:lnTo>
                <a:lnTo>
                  <a:pt x="279226" y="54865"/>
                </a:lnTo>
                <a:lnTo>
                  <a:pt x="279319" y="54428"/>
                </a:lnTo>
                <a:lnTo>
                  <a:pt x="279417" y="53999"/>
                </a:lnTo>
                <a:lnTo>
                  <a:pt x="279522" y="53578"/>
                </a:lnTo>
                <a:lnTo>
                  <a:pt x="279633" y="53164"/>
                </a:lnTo>
                <a:lnTo>
                  <a:pt x="279749" y="52757"/>
                </a:lnTo>
                <a:lnTo>
                  <a:pt x="279872" y="52358"/>
                </a:lnTo>
                <a:lnTo>
                  <a:pt x="280001" y="51966"/>
                </a:lnTo>
                <a:lnTo>
                  <a:pt x="280135" y="51581"/>
                </a:lnTo>
                <a:lnTo>
                  <a:pt x="280276" y="51204"/>
                </a:lnTo>
                <a:lnTo>
                  <a:pt x="280422" y="50834"/>
                </a:lnTo>
                <a:lnTo>
                  <a:pt x="280572" y="50471"/>
                </a:lnTo>
                <a:lnTo>
                  <a:pt x="280728" y="50114"/>
                </a:lnTo>
                <a:lnTo>
                  <a:pt x="280888" y="49763"/>
                </a:lnTo>
                <a:lnTo>
                  <a:pt x="281053" y="49419"/>
                </a:lnTo>
                <a:lnTo>
                  <a:pt x="281223" y="49081"/>
                </a:lnTo>
                <a:lnTo>
                  <a:pt x="281398" y="48750"/>
                </a:lnTo>
                <a:lnTo>
                  <a:pt x="281577" y="48425"/>
                </a:lnTo>
                <a:lnTo>
                  <a:pt x="281761" y="48106"/>
                </a:lnTo>
                <a:lnTo>
                  <a:pt x="281950" y="47794"/>
                </a:lnTo>
                <a:lnTo>
                  <a:pt x="282144" y="47489"/>
                </a:lnTo>
                <a:lnTo>
                  <a:pt x="282342" y="47190"/>
                </a:lnTo>
                <a:lnTo>
                  <a:pt x="282546" y="46898"/>
                </a:lnTo>
                <a:lnTo>
                  <a:pt x="282754" y="46611"/>
                </a:lnTo>
                <a:lnTo>
                  <a:pt x="282967" y="46332"/>
                </a:lnTo>
                <a:lnTo>
                  <a:pt x="283184" y="46059"/>
                </a:lnTo>
                <a:lnTo>
                  <a:pt x="283407" y="45792"/>
                </a:lnTo>
                <a:lnTo>
                  <a:pt x="283634" y="45532"/>
                </a:lnTo>
                <a:lnTo>
                  <a:pt x="283866" y="45278"/>
                </a:lnTo>
                <a:lnTo>
                  <a:pt x="284103" y="45031"/>
                </a:lnTo>
                <a:lnTo>
                  <a:pt x="284345" y="44790"/>
                </a:lnTo>
                <a:lnTo>
                  <a:pt x="284591" y="44556"/>
                </a:lnTo>
                <a:lnTo>
                  <a:pt x="284842" y="44328"/>
                </a:lnTo>
                <a:lnTo>
                  <a:pt x="285098" y="44106"/>
                </a:lnTo>
                <a:lnTo>
                  <a:pt x="285358" y="43891"/>
                </a:lnTo>
                <a:lnTo>
                  <a:pt x="285621" y="43680"/>
                </a:lnTo>
                <a:lnTo>
                  <a:pt x="285888" y="43474"/>
                </a:lnTo>
                <a:lnTo>
                  <a:pt x="286157" y="43274"/>
                </a:lnTo>
                <a:lnTo>
                  <a:pt x="286429" y="43078"/>
                </a:lnTo>
                <a:lnTo>
                  <a:pt x="286705" y="42888"/>
                </a:lnTo>
                <a:lnTo>
                  <a:pt x="286984" y="42702"/>
                </a:lnTo>
                <a:lnTo>
                  <a:pt x="287265" y="42522"/>
                </a:lnTo>
                <a:lnTo>
                  <a:pt x="287550" y="42346"/>
                </a:lnTo>
                <a:lnTo>
                  <a:pt x="287838" y="42176"/>
                </a:lnTo>
                <a:lnTo>
                  <a:pt x="288129" y="42010"/>
                </a:lnTo>
                <a:lnTo>
                  <a:pt x="288424" y="41850"/>
                </a:lnTo>
                <a:lnTo>
                  <a:pt x="288721" y="41694"/>
                </a:lnTo>
                <a:lnTo>
                  <a:pt x="289021" y="41544"/>
                </a:lnTo>
                <a:lnTo>
                  <a:pt x="289325" y="41399"/>
                </a:lnTo>
                <a:lnTo>
                  <a:pt x="289631" y="41258"/>
                </a:lnTo>
                <a:lnTo>
                  <a:pt x="289941" y="41123"/>
                </a:lnTo>
                <a:lnTo>
                  <a:pt x="290254" y="40993"/>
                </a:lnTo>
                <a:lnTo>
                  <a:pt x="290570" y="40867"/>
                </a:lnTo>
                <a:lnTo>
                  <a:pt x="290889" y="40747"/>
                </a:lnTo>
                <a:lnTo>
                  <a:pt x="291211" y="40632"/>
                </a:lnTo>
                <a:lnTo>
                  <a:pt x="291536" y="40522"/>
                </a:lnTo>
                <a:lnTo>
                  <a:pt x="291865" y="40417"/>
                </a:lnTo>
                <a:lnTo>
                  <a:pt x="292196" y="40317"/>
                </a:lnTo>
                <a:lnTo>
                  <a:pt x="292530" y="40221"/>
                </a:lnTo>
                <a:lnTo>
                  <a:pt x="292865" y="40129"/>
                </a:lnTo>
                <a:lnTo>
                  <a:pt x="293202" y="40042"/>
                </a:lnTo>
                <a:lnTo>
                  <a:pt x="293540" y="39959"/>
                </a:lnTo>
                <a:lnTo>
                  <a:pt x="293880" y="39879"/>
                </a:lnTo>
                <a:lnTo>
                  <a:pt x="294221" y="39804"/>
                </a:lnTo>
                <a:lnTo>
                  <a:pt x="294563" y="39733"/>
                </a:lnTo>
                <a:lnTo>
                  <a:pt x="294907" y="39666"/>
                </a:lnTo>
                <a:lnTo>
                  <a:pt x="295253" y="39603"/>
                </a:lnTo>
                <a:lnTo>
                  <a:pt x="295599" y="39544"/>
                </a:lnTo>
                <a:lnTo>
                  <a:pt x="295948" y="39489"/>
                </a:lnTo>
                <a:lnTo>
                  <a:pt x="296297" y="39438"/>
                </a:lnTo>
                <a:lnTo>
                  <a:pt x="296648" y="39391"/>
                </a:lnTo>
                <a:lnTo>
                  <a:pt x="297001" y="39349"/>
                </a:lnTo>
                <a:lnTo>
                  <a:pt x="297355" y="39310"/>
                </a:lnTo>
                <a:lnTo>
                  <a:pt x="297710" y="39275"/>
                </a:lnTo>
                <a:lnTo>
                  <a:pt x="298067" y="39245"/>
                </a:lnTo>
                <a:lnTo>
                  <a:pt x="298425" y="39218"/>
                </a:lnTo>
                <a:lnTo>
                  <a:pt x="298785" y="39196"/>
                </a:lnTo>
                <a:lnTo>
                  <a:pt x="299146" y="39178"/>
                </a:lnTo>
                <a:lnTo>
                  <a:pt x="299508" y="39163"/>
                </a:lnTo>
                <a:lnTo>
                  <a:pt x="299872" y="39153"/>
                </a:lnTo>
                <a:lnTo>
                  <a:pt x="300237" y="39147"/>
                </a:lnTo>
                <a:lnTo>
                  <a:pt x="300604" y="39145"/>
                </a:lnTo>
                <a:lnTo>
                  <a:pt x="304878" y="39145"/>
                </a:lnTo>
                <a:lnTo>
                  <a:pt x="304878" y="27014"/>
                </a:lnTo>
                <a:lnTo>
                  <a:pt x="304329" y="27018"/>
                </a:lnTo>
                <a:lnTo>
                  <a:pt x="303785" y="27027"/>
                </a:lnTo>
                <a:lnTo>
                  <a:pt x="303246" y="27042"/>
                </a:lnTo>
                <a:lnTo>
                  <a:pt x="302713" y="27064"/>
                </a:lnTo>
                <a:lnTo>
                  <a:pt x="302184" y="27092"/>
                </a:lnTo>
                <a:lnTo>
                  <a:pt x="301660" y="27126"/>
                </a:lnTo>
                <a:lnTo>
                  <a:pt x="301141" y="27167"/>
                </a:lnTo>
                <a:lnTo>
                  <a:pt x="300628" y="27213"/>
                </a:lnTo>
                <a:lnTo>
                  <a:pt x="300119" y="27266"/>
                </a:lnTo>
                <a:lnTo>
                  <a:pt x="299615" y="27325"/>
                </a:lnTo>
                <a:lnTo>
                  <a:pt x="299117" y="27391"/>
                </a:lnTo>
                <a:lnTo>
                  <a:pt x="298623" y="27462"/>
                </a:lnTo>
                <a:lnTo>
                  <a:pt x="298135" y="27540"/>
                </a:lnTo>
                <a:lnTo>
                  <a:pt x="297651" y="27624"/>
                </a:lnTo>
                <a:lnTo>
                  <a:pt x="297173" y="27714"/>
                </a:lnTo>
                <a:lnTo>
                  <a:pt x="296699" y="27811"/>
                </a:lnTo>
                <a:lnTo>
                  <a:pt x="296231" y="27913"/>
                </a:lnTo>
                <a:lnTo>
                  <a:pt x="295767" y="28022"/>
                </a:lnTo>
                <a:lnTo>
                  <a:pt x="295309" y="28137"/>
                </a:lnTo>
                <a:lnTo>
                  <a:pt x="294855" y="28259"/>
                </a:lnTo>
                <a:lnTo>
                  <a:pt x="294407" y="28386"/>
                </a:lnTo>
                <a:lnTo>
                  <a:pt x="293964" y="28520"/>
                </a:lnTo>
                <a:lnTo>
                  <a:pt x="293525" y="28660"/>
                </a:lnTo>
                <a:lnTo>
                  <a:pt x="293092" y="28806"/>
                </a:lnTo>
                <a:lnTo>
                  <a:pt x="292664" y="28958"/>
                </a:lnTo>
                <a:lnTo>
                  <a:pt x="292241" y="29115"/>
                </a:lnTo>
                <a:lnTo>
                  <a:pt x="291824" y="29278"/>
                </a:lnTo>
                <a:lnTo>
                  <a:pt x="291412" y="29446"/>
                </a:lnTo>
                <a:lnTo>
                  <a:pt x="291005" y="29619"/>
                </a:lnTo>
                <a:lnTo>
                  <a:pt x="290603" y="29797"/>
                </a:lnTo>
                <a:lnTo>
                  <a:pt x="290207" y="29980"/>
                </a:lnTo>
                <a:lnTo>
                  <a:pt x="289815" y="30169"/>
                </a:lnTo>
                <a:lnTo>
                  <a:pt x="289429" y="30363"/>
                </a:lnTo>
                <a:lnTo>
                  <a:pt x="289049" y="30563"/>
                </a:lnTo>
                <a:lnTo>
                  <a:pt x="288673" y="30767"/>
                </a:lnTo>
                <a:lnTo>
                  <a:pt x="288303" y="30977"/>
                </a:lnTo>
                <a:lnTo>
                  <a:pt x="287938" y="31192"/>
                </a:lnTo>
                <a:lnTo>
                  <a:pt x="287579" y="31413"/>
                </a:lnTo>
                <a:lnTo>
                  <a:pt x="287224" y="31638"/>
                </a:lnTo>
                <a:lnTo>
                  <a:pt x="286875" y="31869"/>
                </a:lnTo>
                <a:lnTo>
                  <a:pt x="286531" y="32106"/>
                </a:lnTo>
                <a:lnTo>
                  <a:pt x="286193" y="32347"/>
                </a:lnTo>
                <a:lnTo>
                  <a:pt x="285859" y="32594"/>
                </a:lnTo>
                <a:lnTo>
                  <a:pt x="285531" y="32846"/>
                </a:lnTo>
                <a:lnTo>
                  <a:pt x="285208" y="33103"/>
                </a:lnTo>
                <a:lnTo>
                  <a:pt x="284891" y="33365"/>
                </a:lnTo>
                <a:lnTo>
                  <a:pt x="284579" y="33633"/>
                </a:lnTo>
                <a:lnTo>
                  <a:pt x="284272" y="33906"/>
                </a:lnTo>
                <a:lnTo>
                  <a:pt x="283970" y="34184"/>
                </a:lnTo>
                <a:lnTo>
                  <a:pt x="283672" y="34467"/>
                </a:lnTo>
                <a:lnTo>
                  <a:pt x="283379" y="34755"/>
                </a:lnTo>
                <a:lnTo>
                  <a:pt x="283091" y="35047"/>
                </a:lnTo>
                <a:lnTo>
                  <a:pt x="282807" y="35344"/>
                </a:lnTo>
                <a:lnTo>
                  <a:pt x="282528" y="35646"/>
                </a:lnTo>
                <a:lnTo>
                  <a:pt x="282253" y="35953"/>
                </a:lnTo>
                <a:lnTo>
                  <a:pt x="281983" y="36265"/>
                </a:lnTo>
                <a:lnTo>
                  <a:pt x="281717" y="36581"/>
                </a:lnTo>
                <a:lnTo>
                  <a:pt x="281456" y="36902"/>
                </a:lnTo>
                <a:lnTo>
                  <a:pt x="281199" y="37228"/>
                </a:lnTo>
                <a:lnTo>
                  <a:pt x="280947" y="37559"/>
                </a:lnTo>
                <a:lnTo>
                  <a:pt x="280700" y="37894"/>
                </a:lnTo>
                <a:lnTo>
                  <a:pt x="280456" y="38235"/>
                </a:lnTo>
                <a:lnTo>
                  <a:pt x="280218" y="38580"/>
                </a:lnTo>
                <a:lnTo>
                  <a:pt x="279984" y="38929"/>
                </a:lnTo>
                <a:lnTo>
                  <a:pt x="279755" y="39284"/>
                </a:lnTo>
                <a:lnTo>
                  <a:pt x="279530" y="39643"/>
                </a:lnTo>
                <a:lnTo>
                  <a:pt x="279309" y="40008"/>
                </a:lnTo>
                <a:lnTo>
                  <a:pt x="279094" y="40377"/>
                </a:lnTo>
                <a:lnTo>
                  <a:pt x="278882" y="40750"/>
                </a:lnTo>
                <a:lnTo>
                  <a:pt x="278676" y="41129"/>
                </a:lnTo>
                <a:lnTo>
                  <a:pt x="278473" y="41512"/>
                </a:lnTo>
                <a:lnTo>
                  <a:pt x="278276" y="41900"/>
                </a:lnTo>
                <a:lnTo>
                  <a:pt x="277449" y="28670"/>
                </a:lnTo>
                <a:lnTo>
                  <a:pt x="266976" y="28670"/>
                </a:lnTo>
                <a:lnTo>
                  <a:pt x="266976" y="98135"/>
                </a:lnTo>
                <a:lnTo>
                  <a:pt x="278553" y="98135"/>
                </a:lnTo>
                <a:lnTo>
                  <a:pt x="278553" y="62300"/>
                </a:lnTo>
                <a:lnTo>
                  <a:pt x="278556" y="61753"/>
                </a:lnTo>
                <a:close/>
                <a:moveTo>
                  <a:pt x="251284" y="65702"/>
                </a:moveTo>
                <a:lnTo>
                  <a:pt x="251294" y="65545"/>
                </a:lnTo>
                <a:lnTo>
                  <a:pt x="251304" y="65389"/>
                </a:lnTo>
                <a:lnTo>
                  <a:pt x="251313" y="65235"/>
                </a:lnTo>
                <a:lnTo>
                  <a:pt x="251322" y="65082"/>
                </a:lnTo>
                <a:lnTo>
                  <a:pt x="251331" y="64931"/>
                </a:lnTo>
                <a:lnTo>
                  <a:pt x="251338" y="64781"/>
                </a:lnTo>
                <a:lnTo>
                  <a:pt x="251346" y="64632"/>
                </a:lnTo>
                <a:lnTo>
                  <a:pt x="251353" y="64485"/>
                </a:lnTo>
                <a:lnTo>
                  <a:pt x="251359" y="64339"/>
                </a:lnTo>
                <a:lnTo>
                  <a:pt x="251365" y="64195"/>
                </a:lnTo>
                <a:lnTo>
                  <a:pt x="251370" y="64052"/>
                </a:lnTo>
                <a:lnTo>
                  <a:pt x="251375" y="63911"/>
                </a:lnTo>
                <a:lnTo>
                  <a:pt x="251380" y="63771"/>
                </a:lnTo>
                <a:lnTo>
                  <a:pt x="251384" y="63633"/>
                </a:lnTo>
                <a:lnTo>
                  <a:pt x="251387" y="63495"/>
                </a:lnTo>
                <a:lnTo>
                  <a:pt x="251391" y="63360"/>
                </a:lnTo>
                <a:lnTo>
                  <a:pt x="251393" y="63226"/>
                </a:lnTo>
                <a:lnTo>
                  <a:pt x="251395" y="63093"/>
                </a:lnTo>
                <a:lnTo>
                  <a:pt x="251397" y="62961"/>
                </a:lnTo>
                <a:lnTo>
                  <a:pt x="251398" y="62831"/>
                </a:lnTo>
                <a:lnTo>
                  <a:pt x="251399" y="62703"/>
                </a:lnTo>
                <a:lnTo>
                  <a:pt x="251399" y="62576"/>
                </a:lnTo>
                <a:lnTo>
                  <a:pt x="251399" y="62450"/>
                </a:lnTo>
                <a:lnTo>
                  <a:pt x="251399" y="62324"/>
                </a:lnTo>
                <a:lnTo>
                  <a:pt x="251399" y="62199"/>
                </a:lnTo>
                <a:lnTo>
                  <a:pt x="251399" y="62074"/>
                </a:lnTo>
                <a:lnTo>
                  <a:pt x="251399" y="61950"/>
                </a:lnTo>
                <a:lnTo>
                  <a:pt x="251399" y="61826"/>
                </a:lnTo>
                <a:lnTo>
                  <a:pt x="251399" y="61703"/>
                </a:lnTo>
                <a:lnTo>
                  <a:pt x="251399" y="61580"/>
                </a:lnTo>
                <a:lnTo>
                  <a:pt x="251399" y="61458"/>
                </a:lnTo>
                <a:lnTo>
                  <a:pt x="251399" y="61336"/>
                </a:lnTo>
                <a:lnTo>
                  <a:pt x="251399" y="61215"/>
                </a:lnTo>
                <a:lnTo>
                  <a:pt x="251399" y="61094"/>
                </a:lnTo>
                <a:lnTo>
                  <a:pt x="251399" y="60973"/>
                </a:lnTo>
                <a:lnTo>
                  <a:pt x="251399" y="60853"/>
                </a:lnTo>
                <a:lnTo>
                  <a:pt x="251399" y="60734"/>
                </a:lnTo>
                <a:lnTo>
                  <a:pt x="251399" y="60615"/>
                </a:lnTo>
                <a:lnTo>
                  <a:pt x="251399" y="60496"/>
                </a:lnTo>
                <a:lnTo>
                  <a:pt x="251399" y="60378"/>
                </a:lnTo>
                <a:lnTo>
                  <a:pt x="251399" y="60261"/>
                </a:lnTo>
                <a:lnTo>
                  <a:pt x="251399" y="60144"/>
                </a:lnTo>
                <a:lnTo>
                  <a:pt x="251399" y="60027"/>
                </a:lnTo>
                <a:lnTo>
                  <a:pt x="251399" y="59911"/>
                </a:lnTo>
                <a:lnTo>
                  <a:pt x="251399" y="59795"/>
                </a:lnTo>
                <a:lnTo>
                  <a:pt x="251399" y="59680"/>
                </a:lnTo>
                <a:lnTo>
                  <a:pt x="251393" y="58947"/>
                </a:lnTo>
                <a:lnTo>
                  <a:pt x="251373" y="58220"/>
                </a:lnTo>
                <a:lnTo>
                  <a:pt x="251340" y="57497"/>
                </a:lnTo>
                <a:lnTo>
                  <a:pt x="251294" y="56780"/>
                </a:lnTo>
                <a:lnTo>
                  <a:pt x="251235" y="56067"/>
                </a:lnTo>
                <a:lnTo>
                  <a:pt x="251162" y="55360"/>
                </a:lnTo>
                <a:lnTo>
                  <a:pt x="251077" y="54658"/>
                </a:lnTo>
                <a:lnTo>
                  <a:pt x="250978" y="53960"/>
                </a:lnTo>
                <a:lnTo>
                  <a:pt x="250866" y="53268"/>
                </a:lnTo>
                <a:lnTo>
                  <a:pt x="250741" y="52581"/>
                </a:lnTo>
                <a:lnTo>
                  <a:pt x="250603" y="51898"/>
                </a:lnTo>
                <a:lnTo>
                  <a:pt x="250452" y="51221"/>
                </a:lnTo>
                <a:lnTo>
                  <a:pt x="250287" y="50549"/>
                </a:lnTo>
                <a:lnTo>
                  <a:pt x="250110" y="49882"/>
                </a:lnTo>
                <a:lnTo>
                  <a:pt x="249919" y="49220"/>
                </a:lnTo>
                <a:lnTo>
                  <a:pt x="249715" y="48562"/>
                </a:lnTo>
                <a:lnTo>
                  <a:pt x="249498" y="47910"/>
                </a:lnTo>
                <a:lnTo>
                  <a:pt x="249267" y="47263"/>
                </a:lnTo>
                <a:lnTo>
                  <a:pt x="249024" y="46621"/>
                </a:lnTo>
                <a:lnTo>
                  <a:pt x="248767" y="45984"/>
                </a:lnTo>
                <a:lnTo>
                  <a:pt x="248498" y="45352"/>
                </a:lnTo>
                <a:lnTo>
                  <a:pt x="248215" y="44725"/>
                </a:lnTo>
                <a:lnTo>
                  <a:pt x="247919" y="44103"/>
                </a:lnTo>
                <a:lnTo>
                  <a:pt x="247609" y="43486"/>
                </a:lnTo>
                <a:lnTo>
                  <a:pt x="247288" y="42876"/>
                </a:lnTo>
                <a:lnTo>
                  <a:pt x="246955" y="42277"/>
                </a:lnTo>
                <a:lnTo>
                  <a:pt x="246610" y="41687"/>
                </a:lnTo>
                <a:lnTo>
                  <a:pt x="246254" y="41107"/>
                </a:lnTo>
                <a:lnTo>
                  <a:pt x="245887" y="40536"/>
                </a:lnTo>
                <a:lnTo>
                  <a:pt x="245508" y="39976"/>
                </a:lnTo>
                <a:lnTo>
                  <a:pt x="245117" y="39425"/>
                </a:lnTo>
                <a:lnTo>
                  <a:pt x="244715" y="38884"/>
                </a:lnTo>
                <a:lnTo>
                  <a:pt x="244302" y="38353"/>
                </a:lnTo>
                <a:lnTo>
                  <a:pt x="243877" y="37832"/>
                </a:lnTo>
                <a:lnTo>
                  <a:pt x="243440" y="37320"/>
                </a:lnTo>
                <a:lnTo>
                  <a:pt x="242992" y="36819"/>
                </a:lnTo>
                <a:lnTo>
                  <a:pt x="242533" y="36327"/>
                </a:lnTo>
                <a:lnTo>
                  <a:pt x="242062" y="35845"/>
                </a:lnTo>
                <a:lnTo>
                  <a:pt x="241580" y="35372"/>
                </a:lnTo>
                <a:lnTo>
                  <a:pt x="241086" y="34910"/>
                </a:lnTo>
                <a:lnTo>
                  <a:pt x="240581" y="34457"/>
                </a:lnTo>
                <a:lnTo>
                  <a:pt x="240064" y="34014"/>
                </a:lnTo>
                <a:lnTo>
                  <a:pt x="239535" y="33581"/>
                </a:lnTo>
                <a:lnTo>
                  <a:pt x="238996" y="33158"/>
                </a:lnTo>
                <a:lnTo>
                  <a:pt x="238444" y="32745"/>
                </a:lnTo>
                <a:lnTo>
                  <a:pt x="237882" y="32341"/>
                </a:lnTo>
                <a:lnTo>
                  <a:pt x="237307" y="31947"/>
                </a:lnTo>
                <a:lnTo>
                  <a:pt x="236722" y="31563"/>
                </a:lnTo>
                <a:lnTo>
                  <a:pt x="236125" y="31192"/>
                </a:lnTo>
                <a:lnTo>
                  <a:pt x="235517" y="30837"/>
                </a:lnTo>
                <a:lnTo>
                  <a:pt x="234899" y="30497"/>
                </a:lnTo>
                <a:lnTo>
                  <a:pt x="234269" y="30173"/>
                </a:lnTo>
                <a:lnTo>
                  <a:pt x="233629" y="29865"/>
                </a:lnTo>
                <a:lnTo>
                  <a:pt x="232979" y="29573"/>
                </a:lnTo>
                <a:lnTo>
                  <a:pt x="232317" y="29297"/>
                </a:lnTo>
                <a:lnTo>
                  <a:pt x="231645" y="29036"/>
                </a:lnTo>
                <a:lnTo>
                  <a:pt x="230962" y="28791"/>
                </a:lnTo>
                <a:lnTo>
                  <a:pt x="230268" y="28562"/>
                </a:lnTo>
                <a:lnTo>
                  <a:pt x="229563" y="28349"/>
                </a:lnTo>
                <a:lnTo>
                  <a:pt x="228848" y="28152"/>
                </a:lnTo>
                <a:lnTo>
                  <a:pt x="228122" y="27970"/>
                </a:lnTo>
                <a:lnTo>
                  <a:pt x="227385" y="27804"/>
                </a:lnTo>
                <a:lnTo>
                  <a:pt x="226637" y="27654"/>
                </a:lnTo>
                <a:lnTo>
                  <a:pt x="225879" y="27520"/>
                </a:lnTo>
                <a:lnTo>
                  <a:pt x="225110" y="27401"/>
                </a:lnTo>
                <a:lnTo>
                  <a:pt x="224330" y="27299"/>
                </a:lnTo>
                <a:lnTo>
                  <a:pt x="223539" y="27212"/>
                </a:lnTo>
                <a:lnTo>
                  <a:pt x="222737" y="27141"/>
                </a:lnTo>
                <a:lnTo>
                  <a:pt x="221925" y="27085"/>
                </a:lnTo>
                <a:lnTo>
                  <a:pt x="221102" y="27046"/>
                </a:lnTo>
                <a:lnTo>
                  <a:pt x="220268" y="27022"/>
                </a:lnTo>
                <a:lnTo>
                  <a:pt x="219423" y="27014"/>
                </a:lnTo>
                <a:lnTo>
                  <a:pt x="218600" y="27022"/>
                </a:lnTo>
                <a:lnTo>
                  <a:pt x="217785" y="27046"/>
                </a:lnTo>
                <a:lnTo>
                  <a:pt x="216978" y="27085"/>
                </a:lnTo>
                <a:lnTo>
                  <a:pt x="216178" y="27141"/>
                </a:lnTo>
                <a:lnTo>
                  <a:pt x="215387" y="27212"/>
                </a:lnTo>
                <a:lnTo>
                  <a:pt x="214603" y="27299"/>
                </a:lnTo>
                <a:lnTo>
                  <a:pt x="213828" y="27401"/>
                </a:lnTo>
                <a:lnTo>
                  <a:pt x="213060" y="27520"/>
                </a:lnTo>
                <a:lnTo>
                  <a:pt x="212300" y="27654"/>
                </a:lnTo>
                <a:lnTo>
                  <a:pt x="211548" y="27804"/>
                </a:lnTo>
                <a:lnTo>
                  <a:pt x="210804" y="27970"/>
                </a:lnTo>
                <a:lnTo>
                  <a:pt x="210068" y="28152"/>
                </a:lnTo>
                <a:lnTo>
                  <a:pt x="209340" y="28349"/>
                </a:lnTo>
                <a:lnTo>
                  <a:pt x="208619" y="28562"/>
                </a:lnTo>
                <a:lnTo>
                  <a:pt x="207907" y="28791"/>
                </a:lnTo>
                <a:lnTo>
                  <a:pt x="207202" y="29036"/>
                </a:lnTo>
                <a:lnTo>
                  <a:pt x="206505" y="29297"/>
                </a:lnTo>
                <a:lnTo>
                  <a:pt x="205817" y="29573"/>
                </a:lnTo>
                <a:lnTo>
                  <a:pt x="205136" y="29865"/>
                </a:lnTo>
                <a:lnTo>
                  <a:pt x="204463" y="30173"/>
                </a:lnTo>
                <a:lnTo>
                  <a:pt x="203798" y="30497"/>
                </a:lnTo>
                <a:lnTo>
                  <a:pt x="203141" y="30837"/>
                </a:lnTo>
                <a:lnTo>
                  <a:pt x="202491" y="31192"/>
                </a:lnTo>
                <a:lnTo>
                  <a:pt x="201850" y="31563"/>
                </a:lnTo>
                <a:lnTo>
                  <a:pt x="201218" y="31949"/>
                </a:lnTo>
                <a:lnTo>
                  <a:pt x="200599" y="32346"/>
                </a:lnTo>
                <a:lnTo>
                  <a:pt x="199991" y="32757"/>
                </a:lnTo>
                <a:lnTo>
                  <a:pt x="199396" y="33179"/>
                </a:lnTo>
                <a:lnTo>
                  <a:pt x="198812" y="33614"/>
                </a:lnTo>
                <a:lnTo>
                  <a:pt x="198241" y="34062"/>
                </a:lnTo>
                <a:lnTo>
                  <a:pt x="197681" y="34522"/>
                </a:lnTo>
                <a:lnTo>
                  <a:pt x="197133" y="34994"/>
                </a:lnTo>
                <a:lnTo>
                  <a:pt x="196598" y="35479"/>
                </a:lnTo>
                <a:lnTo>
                  <a:pt x="196074" y="35976"/>
                </a:lnTo>
                <a:lnTo>
                  <a:pt x="195562" y="36486"/>
                </a:lnTo>
                <a:lnTo>
                  <a:pt x="195062" y="37008"/>
                </a:lnTo>
                <a:lnTo>
                  <a:pt x="194574" y="37543"/>
                </a:lnTo>
                <a:lnTo>
                  <a:pt x="194098" y="38090"/>
                </a:lnTo>
                <a:lnTo>
                  <a:pt x="193634" y="38650"/>
                </a:lnTo>
                <a:lnTo>
                  <a:pt x="193182" y="39222"/>
                </a:lnTo>
                <a:lnTo>
                  <a:pt x="192742" y="39806"/>
                </a:lnTo>
                <a:lnTo>
                  <a:pt x="192314" y="40403"/>
                </a:lnTo>
                <a:lnTo>
                  <a:pt x="191898" y="41012"/>
                </a:lnTo>
                <a:lnTo>
                  <a:pt x="191494" y="41634"/>
                </a:lnTo>
                <a:lnTo>
                  <a:pt x="191102" y="42268"/>
                </a:lnTo>
                <a:lnTo>
                  <a:pt x="190721" y="42915"/>
                </a:lnTo>
                <a:lnTo>
                  <a:pt x="190353" y="43574"/>
                </a:lnTo>
                <a:lnTo>
                  <a:pt x="189997" y="44245"/>
                </a:lnTo>
                <a:lnTo>
                  <a:pt x="189654" y="44928"/>
                </a:lnTo>
                <a:lnTo>
                  <a:pt x="189325" y="45620"/>
                </a:lnTo>
                <a:lnTo>
                  <a:pt x="189011" y="46323"/>
                </a:lnTo>
                <a:lnTo>
                  <a:pt x="188712" y="47036"/>
                </a:lnTo>
                <a:lnTo>
                  <a:pt x="188428" y="47759"/>
                </a:lnTo>
                <a:lnTo>
                  <a:pt x="188157" y="48491"/>
                </a:lnTo>
                <a:lnTo>
                  <a:pt x="187902" y="49234"/>
                </a:lnTo>
                <a:lnTo>
                  <a:pt x="187661" y="49987"/>
                </a:lnTo>
                <a:lnTo>
                  <a:pt x="187435" y="50750"/>
                </a:lnTo>
                <a:lnTo>
                  <a:pt x="187223" y="51523"/>
                </a:lnTo>
                <a:lnTo>
                  <a:pt x="187026" y="52307"/>
                </a:lnTo>
                <a:lnTo>
                  <a:pt x="186844" y="53100"/>
                </a:lnTo>
                <a:lnTo>
                  <a:pt x="186676" y="53903"/>
                </a:lnTo>
                <a:lnTo>
                  <a:pt x="186523" y="54716"/>
                </a:lnTo>
                <a:lnTo>
                  <a:pt x="186384" y="55540"/>
                </a:lnTo>
                <a:lnTo>
                  <a:pt x="186260" y="56373"/>
                </a:lnTo>
                <a:lnTo>
                  <a:pt x="186150" y="57217"/>
                </a:lnTo>
                <a:lnTo>
                  <a:pt x="186055" y="58070"/>
                </a:lnTo>
                <a:lnTo>
                  <a:pt x="185975" y="58934"/>
                </a:lnTo>
                <a:lnTo>
                  <a:pt x="185909" y="59807"/>
                </a:lnTo>
                <a:lnTo>
                  <a:pt x="185858" y="60691"/>
                </a:lnTo>
                <a:lnTo>
                  <a:pt x="185822" y="61585"/>
                </a:lnTo>
                <a:lnTo>
                  <a:pt x="185800" y="62489"/>
                </a:lnTo>
                <a:lnTo>
                  <a:pt x="185793" y="63402"/>
                </a:lnTo>
                <a:lnTo>
                  <a:pt x="185800" y="64305"/>
                </a:lnTo>
                <a:lnTo>
                  <a:pt x="185822" y="65198"/>
                </a:lnTo>
                <a:lnTo>
                  <a:pt x="185859" y="66082"/>
                </a:lnTo>
                <a:lnTo>
                  <a:pt x="185911" y="66957"/>
                </a:lnTo>
                <a:lnTo>
                  <a:pt x="185978" y="67822"/>
                </a:lnTo>
                <a:lnTo>
                  <a:pt x="186060" y="68678"/>
                </a:lnTo>
                <a:lnTo>
                  <a:pt x="186156" y="69525"/>
                </a:lnTo>
                <a:lnTo>
                  <a:pt x="186267" y="70362"/>
                </a:lnTo>
                <a:lnTo>
                  <a:pt x="186393" y="71191"/>
                </a:lnTo>
                <a:lnTo>
                  <a:pt x="186534" y="72009"/>
                </a:lnTo>
                <a:lnTo>
                  <a:pt x="186690" y="72819"/>
                </a:lnTo>
                <a:lnTo>
                  <a:pt x="186861" y="73619"/>
                </a:lnTo>
                <a:lnTo>
                  <a:pt x="187046" y="74409"/>
                </a:lnTo>
                <a:lnTo>
                  <a:pt x="187246" y="75191"/>
                </a:lnTo>
                <a:lnTo>
                  <a:pt x="187461" y="75963"/>
                </a:lnTo>
                <a:lnTo>
                  <a:pt x="187691" y="76726"/>
                </a:lnTo>
                <a:lnTo>
                  <a:pt x="187936" y="77479"/>
                </a:lnTo>
                <a:lnTo>
                  <a:pt x="188195" y="78223"/>
                </a:lnTo>
                <a:lnTo>
                  <a:pt x="188470" y="78958"/>
                </a:lnTo>
                <a:lnTo>
                  <a:pt x="188759" y="79684"/>
                </a:lnTo>
                <a:lnTo>
                  <a:pt x="189063" y="80400"/>
                </a:lnTo>
                <a:lnTo>
                  <a:pt x="189382" y="81107"/>
                </a:lnTo>
                <a:lnTo>
                  <a:pt x="189716" y="81804"/>
                </a:lnTo>
                <a:lnTo>
                  <a:pt x="190064" y="82492"/>
                </a:lnTo>
                <a:lnTo>
                  <a:pt x="190426" y="83169"/>
                </a:lnTo>
                <a:lnTo>
                  <a:pt x="190799" y="83834"/>
                </a:lnTo>
                <a:lnTo>
                  <a:pt x="191183" y="84485"/>
                </a:lnTo>
                <a:lnTo>
                  <a:pt x="191579" y="85124"/>
                </a:lnTo>
                <a:lnTo>
                  <a:pt x="191985" y="85750"/>
                </a:lnTo>
                <a:lnTo>
                  <a:pt x="192403" y="86364"/>
                </a:lnTo>
                <a:lnTo>
                  <a:pt x="192832" y="86965"/>
                </a:lnTo>
                <a:lnTo>
                  <a:pt x="193273" y="87553"/>
                </a:lnTo>
                <a:lnTo>
                  <a:pt x="193725" y="88129"/>
                </a:lnTo>
                <a:lnTo>
                  <a:pt x="194188" y="88692"/>
                </a:lnTo>
                <a:lnTo>
                  <a:pt x="194662" y="89242"/>
                </a:lnTo>
                <a:lnTo>
                  <a:pt x="195147" y="89780"/>
                </a:lnTo>
                <a:lnTo>
                  <a:pt x="195644" y="90304"/>
                </a:lnTo>
                <a:lnTo>
                  <a:pt x="196152" y="90817"/>
                </a:lnTo>
                <a:lnTo>
                  <a:pt x="196671" y="91316"/>
                </a:lnTo>
                <a:lnTo>
                  <a:pt x="197202" y="91803"/>
                </a:lnTo>
                <a:lnTo>
                  <a:pt x="197743" y="92277"/>
                </a:lnTo>
                <a:lnTo>
                  <a:pt x="198296" y="92739"/>
                </a:lnTo>
                <a:lnTo>
                  <a:pt x="198860" y="93187"/>
                </a:lnTo>
                <a:lnTo>
                  <a:pt x="199436" y="93624"/>
                </a:lnTo>
                <a:lnTo>
                  <a:pt x="200022" y="94047"/>
                </a:lnTo>
                <a:lnTo>
                  <a:pt x="200620" y="94458"/>
                </a:lnTo>
                <a:lnTo>
                  <a:pt x="201229" y="94856"/>
                </a:lnTo>
                <a:lnTo>
                  <a:pt x="201850" y="95241"/>
                </a:lnTo>
                <a:lnTo>
                  <a:pt x="202480" y="95612"/>
                </a:lnTo>
                <a:lnTo>
                  <a:pt x="203118" y="95968"/>
                </a:lnTo>
                <a:lnTo>
                  <a:pt x="203763" y="96307"/>
                </a:lnTo>
                <a:lnTo>
                  <a:pt x="204417" y="96631"/>
                </a:lnTo>
                <a:lnTo>
                  <a:pt x="205079" y="96939"/>
                </a:lnTo>
                <a:lnTo>
                  <a:pt x="205748" y="97231"/>
                </a:lnTo>
                <a:lnTo>
                  <a:pt x="206425" y="97507"/>
                </a:lnTo>
                <a:lnTo>
                  <a:pt x="207111" y="97767"/>
                </a:lnTo>
                <a:lnTo>
                  <a:pt x="207804" y="98012"/>
                </a:lnTo>
                <a:lnTo>
                  <a:pt x="208505" y="98241"/>
                </a:lnTo>
                <a:lnTo>
                  <a:pt x="209214" y="98454"/>
                </a:lnTo>
                <a:lnTo>
                  <a:pt x="209931" y="98651"/>
                </a:lnTo>
                <a:lnTo>
                  <a:pt x="210655" y="98833"/>
                </a:lnTo>
                <a:lnTo>
                  <a:pt x="211388" y="98999"/>
                </a:lnTo>
                <a:lnTo>
                  <a:pt x="212128" y="99149"/>
                </a:lnTo>
                <a:lnTo>
                  <a:pt x="212877" y="99283"/>
                </a:lnTo>
                <a:lnTo>
                  <a:pt x="213633" y="99401"/>
                </a:lnTo>
                <a:lnTo>
                  <a:pt x="214397" y="99504"/>
                </a:lnTo>
                <a:lnTo>
                  <a:pt x="215169" y="99591"/>
                </a:lnTo>
                <a:lnTo>
                  <a:pt x="215949" y="99662"/>
                </a:lnTo>
                <a:lnTo>
                  <a:pt x="216737" y="99717"/>
                </a:lnTo>
                <a:lnTo>
                  <a:pt x="217533" y="99757"/>
                </a:lnTo>
                <a:lnTo>
                  <a:pt x="218336" y="99780"/>
                </a:lnTo>
                <a:lnTo>
                  <a:pt x="219148" y="99788"/>
                </a:lnTo>
                <a:lnTo>
                  <a:pt x="219822" y="99783"/>
                </a:lnTo>
                <a:lnTo>
                  <a:pt x="220490" y="99769"/>
                </a:lnTo>
                <a:lnTo>
                  <a:pt x="221150" y="99744"/>
                </a:lnTo>
                <a:lnTo>
                  <a:pt x="221803" y="99710"/>
                </a:lnTo>
                <a:lnTo>
                  <a:pt x="222450" y="99666"/>
                </a:lnTo>
                <a:lnTo>
                  <a:pt x="223089" y="99612"/>
                </a:lnTo>
                <a:lnTo>
                  <a:pt x="223722" y="99548"/>
                </a:lnTo>
                <a:lnTo>
                  <a:pt x="224348" y="99474"/>
                </a:lnTo>
                <a:lnTo>
                  <a:pt x="224966" y="99391"/>
                </a:lnTo>
                <a:lnTo>
                  <a:pt x="225578" y="99298"/>
                </a:lnTo>
                <a:lnTo>
                  <a:pt x="226183" y="99195"/>
                </a:lnTo>
                <a:lnTo>
                  <a:pt x="226781" y="99082"/>
                </a:lnTo>
                <a:lnTo>
                  <a:pt x="227372" y="98960"/>
                </a:lnTo>
                <a:lnTo>
                  <a:pt x="227956" y="98827"/>
                </a:lnTo>
                <a:lnTo>
                  <a:pt x="228533" y="98685"/>
                </a:lnTo>
                <a:lnTo>
                  <a:pt x="229103" y="98533"/>
                </a:lnTo>
                <a:lnTo>
                  <a:pt x="229666" y="98371"/>
                </a:lnTo>
                <a:lnTo>
                  <a:pt x="230222" y="98199"/>
                </a:lnTo>
                <a:lnTo>
                  <a:pt x="230771" y="98018"/>
                </a:lnTo>
                <a:lnTo>
                  <a:pt x="231314" y="97827"/>
                </a:lnTo>
                <a:lnTo>
                  <a:pt x="231849" y="97626"/>
                </a:lnTo>
                <a:lnTo>
                  <a:pt x="232377" y="97415"/>
                </a:lnTo>
                <a:lnTo>
                  <a:pt x="232899" y="97194"/>
                </a:lnTo>
                <a:lnTo>
                  <a:pt x="233413" y="96964"/>
                </a:lnTo>
                <a:lnTo>
                  <a:pt x="233921" y="96724"/>
                </a:lnTo>
                <a:lnTo>
                  <a:pt x="234422" y="96478"/>
                </a:lnTo>
                <a:lnTo>
                  <a:pt x="234915" y="96224"/>
                </a:lnTo>
                <a:lnTo>
                  <a:pt x="235402" y="95962"/>
                </a:lnTo>
                <a:lnTo>
                  <a:pt x="235882" y="95693"/>
                </a:lnTo>
                <a:lnTo>
                  <a:pt x="236355" y="95417"/>
                </a:lnTo>
                <a:lnTo>
                  <a:pt x="236821" y="95133"/>
                </a:lnTo>
                <a:lnTo>
                  <a:pt x="237280" y="94842"/>
                </a:lnTo>
                <a:lnTo>
                  <a:pt x="237732" y="94544"/>
                </a:lnTo>
                <a:lnTo>
                  <a:pt x="238177" y="94238"/>
                </a:lnTo>
                <a:lnTo>
                  <a:pt x="238615" y="93924"/>
                </a:lnTo>
                <a:lnTo>
                  <a:pt x="239047" y="93604"/>
                </a:lnTo>
                <a:lnTo>
                  <a:pt x="239471" y="93275"/>
                </a:lnTo>
                <a:lnTo>
                  <a:pt x="239888" y="92940"/>
                </a:lnTo>
                <a:lnTo>
                  <a:pt x="240299" y="92597"/>
                </a:lnTo>
                <a:lnTo>
                  <a:pt x="240702" y="92246"/>
                </a:lnTo>
                <a:lnTo>
                  <a:pt x="241099" y="91888"/>
                </a:lnTo>
                <a:lnTo>
                  <a:pt x="241488" y="91523"/>
                </a:lnTo>
                <a:lnTo>
                  <a:pt x="241871" y="91150"/>
                </a:lnTo>
                <a:lnTo>
                  <a:pt x="242247" y="90770"/>
                </a:lnTo>
                <a:lnTo>
                  <a:pt x="242616" y="90383"/>
                </a:lnTo>
                <a:lnTo>
                  <a:pt x="242978" y="89988"/>
                </a:lnTo>
                <a:lnTo>
                  <a:pt x="243333" y="89586"/>
                </a:lnTo>
                <a:lnTo>
                  <a:pt x="243681" y="89176"/>
                </a:lnTo>
                <a:lnTo>
                  <a:pt x="244021" y="88760"/>
                </a:lnTo>
                <a:lnTo>
                  <a:pt x="244353" y="88340"/>
                </a:lnTo>
                <a:lnTo>
                  <a:pt x="244676" y="87916"/>
                </a:lnTo>
                <a:lnTo>
                  <a:pt x="244990" y="87488"/>
                </a:lnTo>
                <a:lnTo>
                  <a:pt x="245296" y="87055"/>
                </a:lnTo>
                <a:lnTo>
                  <a:pt x="245593" y="86618"/>
                </a:lnTo>
                <a:lnTo>
                  <a:pt x="245882" y="86176"/>
                </a:lnTo>
                <a:lnTo>
                  <a:pt x="246162" y="85731"/>
                </a:lnTo>
                <a:lnTo>
                  <a:pt x="246433" y="85281"/>
                </a:lnTo>
                <a:lnTo>
                  <a:pt x="246696" y="84826"/>
                </a:lnTo>
                <a:lnTo>
                  <a:pt x="246950" y="84367"/>
                </a:lnTo>
                <a:lnTo>
                  <a:pt x="247196" y="83905"/>
                </a:lnTo>
                <a:lnTo>
                  <a:pt x="247432" y="83437"/>
                </a:lnTo>
                <a:lnTo>
                  <a:pt x="247661" y="82966"/>
                </a:lnTo>
                <a:lnTo>
                  <a:pt x="247881" y="82490"/>
                </a:lnTo>
                <a:lnTo>
                  <a:pt x="248092" y="82009"/>
                </a:lnTo>
                <a:lnTo>
                  <a:pt x="248294" y="81525"/>
                </a:lnTo>
                <a:lnTo>
                  <a:pt x="248488" y="81036"/>
                </a:lnTo>
                <a:lnTo>
                  <a:pt x="248673" y="80543"/>
                </a:lnTo>
                <a:lnTo>
                  <a:pt x="248850" y="80046"/>
                </a:lnTo>
                <a:lnTo>
                  <a:pt x="249018" y="79544"/>
                </a:lnTo>
                <a:lnTo>
                  <a:pt x="249177" y="79038"/>
                </a:lnTo>
                <a:lnTo>
                  <a:pt x="249328" y="78527"/>
                </a:lnTo>
                <a:lnTo>
                  <a:pt x="249471" y="78013"/>
                </a:lnTo>
                <a:lnTo>
                  <a:pt x="238030" y="78013"/>
                </a:lnTo>
                <a:lnTo>
                  <a:pt x="237853" y="78468"/>
                </a:lnTo>
                <a:lnTo>
                  <a:pt x="237666" y="78916"/>
                </a:lnTo>
                <a:lnTo>
                  <a:pt x="237471" y="79355"/>
                </a:lnTo>
                <a:lnTo>
                  <a:pt x="237266" y="79787"/>
                </a:lnTo>
                <a:lnTo>
                  <a:pt x="237052" y="80211"/>
                </a:lnTo>
                <a:lnTo>
                  <a:pt x="236828" y="80627"/>
                </a:lnTo>
                <a:lnTo>
                  <a:pt x="236595" y="81035"/>
                </a:lnTo>
                <a:lnTo>
                  <a:pt x="236353" y="81435"/>
                </a:lnTo>
                <a:lnTo>
                  <a:pt x="236101" y="81827"/>
                </a:lnTo>
                <a:lnTo>
                  <a:pt x="235840" y="82211"/>
                </a:lnTo>
                <a:lnTo>
                  <a:pt x="235570" y="82588"/>
                </a:lnTo>
                <a:lnTo>
                  <a:pt x="235290" y="82957"/>
                </a:lnTo>
                <a:lnTo>
                  <a:pt x="235001" y="83317"/>
                </a:lnTo>
                <a:lnTo>
                  <a:pt x="234703" y="83670"/>
                </a:lnTo>
                <a:lnTo>
                  <a:pt x="234396" y="84015"/>
                </a:lnTo>
                <a:lnTo>
                  <a:pt x="234079" y="84352"/>
                </a:lnTo>
                <a:lnTo>
                  <a:pt x="233752" y="84681"/>
                </a:lnTo>
                <a:lnTo>
                  <a:pt x="233417" y="85002"/>
                </a:lnTo>
                <a:lnTo>
                  <a:pt x="233072" y="85316"/>
                </a:lnTo>
                <a:lnTo>
                  <a:pt x="232718" y="85621"/>
                </a:lnTo>
                <a:lnTo>
                  <a:pt x="232354" y="85918"/>
                </a:lnTo>
                <a:lnTo>
                  <a:pt x="231981" y="86208"/>
                </a:lnTo>
                <a:lnTo>
                  <a:pt x="231599" y="86490"/>
                </a:lnTo>
                <a:lnTo>
                  <a:pt x="231207" y="86764"/>
                </a:lnTo>
                <a:lnTo>
                  <a:pt x="230806" y="87028"/>
                </a:lnTo>
                <a:lnTo>
                  <a:pt x="230397" y="87281"/>
                </a:lnTo>
                <a:lnTo>
                  <a:pt x="229979" y="87523"/>
                </a:lnTo>
                <a:lnTo>
                  <a:pt x="229551" y="87753"/>
                </a:lnTo>
                <a:lnTo>
                  <a:pt x="229115" y="87973"/>
                </a:lnTo>
                <a:lnTo>
                  <a:pt x="228670" y="88181"/>
                </a:lnTo>
                <a:lnTo>
                  <a:pt x="228217" y="88377"/>
                </a:lnTo>
                <a:lnTo>
                  <a:pt x="227754" y="88563"/>
                </a:lnTo>
                <a:lnTo>
                  <a:pt x="227282" y="88737"/>
                </a:lnTo>
                <a:lnTo>
                  <a:pt x="226802" y="88900"/>
                </a:lnTo>
                <a:lnTo>
                  <a:pt x="226313" y="89052"/>
                </a:lnTo>
                <a:lnTo>
                  <a:pt x="225815" y="89193"/>
                </a:lnTo>
                <a:lnTo>
                  <a:pt x="225308" y="89322"/>
                </a:lnTo>
                <a:lnTo>
                  <a:pt x="224792" y="89440"/>
                </a:lnTo>
                <a:lnTo>
                  <a:pt x="224268" y="89547"/>
                </a:lnTo>
                <a:lnTo>
                  <a:pt x="223734" y="89643"/>
                </a:lnTo>
                <a:lnTo>
                  <a:pt x="223192" y="89727"/>
                </a:lnTo>
                <a:lnTo>
                  <a:pt x="222641" y="89800"/>
                </a:lnTo>
                <a:lnTo>
                  <a:pt x="222081" y="89862"/>
                </a:lnTo>
                <a:lnTo>
                  <a:pt x="221512" y="89912"/>
                </a:lnTo>
                <a:lnTo>
                  <a:pt x="220934" y="89952"/>
                </a:lnTo>
                <a:lnTo>
                  <a:pt x="220348" y="89980"/>
                </a:lnTo>
                <a:lnTo>
                  <a:pt x="219752" y="89997"/>
                </a:lnTo>
                <a:lnTo>
                  <a:pt x="219148" y="90002"/>
                </a:lnTo>
                <a:lnTo>
                  <a:pt x="218667" y="89997"/>
                </a:lnTo>
                <a:lnTo>
                  <a:pt x="218188" y="89982"/>
                </a:lnTo>
                <a:lnTo>
                  <a:pt x="217712" y="89957"/>
                </a:lnTo>
                <a:lnTo>
                  <a:pt x="217239" y="89922"/>
                </a:lnTo>
                <a:lnTo>
                  <a:pt x="216768" y="89877"/>
                </a:lnTo>
                <a:lnTo>
                  <a:pt x="216300" y="89822"/>
                </a:lnTo>
                <a:lnTo>
                  <a:pt x="215835" y="89756"/>
                </a:lnTo>
                <a:lnTo>
                  <a:pt x="215372" y="89681"/>
                </a:lnTo>
                <a:lnTo>
                  <a:pt x="214912" y="89596"/>
                </a:lnTo>
                <a:lnTo>
                  <a:pt x="214455" y="89500"/>
                </a:lnTo>
                <a:lnTo>
                  <a:pt x="214000" y="89395"/>
                </a:lnTo>
                <a:lnTo>
                  <a:pt x="213548" y="89279"/>
                </a:lnTo>
                <a:lnTo>
                  <a:pt x="213098" y="89153"/>
                </a:lnTo>
                <a:lnTo>
                  <a:pt x="212651" y="89018"/>
                </a:lnTo>
                <a:lnTo>
                  <a:pt x="212207" y="88872"/>
                </a:lnTo>
                <a:lnTo>
                  <a:pt x="211766" y="88716"/>
                </a:lnTo>
                <a:lnTo>
                  <a:pt x="211327" y="88551"/>
                </a:lnTo>
                <a:lnTo>
                  <a:pt x="210890" y="88375"/>
                </a:lnTo>
                <a:lnTo>
                  <a:pt x="210457" y="88189"/>
                </a:lnTo>
                <a:lnTo>
                  <a:pt x="210025" y="87993"/>
                </a:lnTo>
                <a:lnTo>
                  <a:pt x="209597" y="87787"/>
                </a:lnTo>
                <a:lnTo>
                  <a:pt x="209171" y="87571"/>
                </a:lnTo>
                <a:lnTo>
                  <a:pt x="208748" y="87345"/>
                </a:lnTo>
                <a:lnTo>
                  <a:pt x="208327" y="87109"/>
                </a:lnTo>
                <a:lnTo>
                  <a:pt x="207912" y="86862"/>
                </a:lnTo>
                <a:lnTo>
                  <a:pt x="207502" y="86606"/>
                </a:lnTo>
                <a:lnTo>
                  <a:pt x="207100" y="86340"/>
                </a:lnTo>
                <a:lnTo>
                  <a:pt x="206704" y="86064"/>
                </a:lnTo>
                <a:lnTo>
                  <a:pt x="206315" y="85777"/>
                </a:lnTo>
                <a:lnTo>
                  <a:pt x="205933" y="85481"/>
                </a:lnTo>
                <a:lnTo>
                  <a:pt x="205557" y="85174"/>
                </a:lnTo>
                <a:lnTo>
                  <a:pt x="205188" y="84858"/>
                </a:lnTo>
                <a:lnTo>
                  <a:pt x="204826" y="84531"/>
                </a:lnTo>
                <a:lnTo>
                  <a:pt x="204470" y="84195"/>
                </a:lnTo>
                <a:lnTo>
                  <a:pt x="204121" y="83848"/>
                </a:lnTo>
                <a:lnTo>
                  <a:pt x="203779" y="83491"/>
                </a:lnTo>
                <a:lnTo>
                  <a:pt x="203443" y="83124"/>
                </a:lnTo>
                <a:lnTo>
                  <a:pt x="203115" y="82748"/>
                </a:lnTo>
                <a:lnTo>
                  <a:pt x="202793" y="82361"/>
                </a:lnTo>
                <a:lnTo>
                  <a:pt x="202477" y="81964"/>
                </a:lnTo>
                <a:lnTo>
                  <a:pt x="202168" y="81557"/>
                </a:lnTo>
                <a:lnTo>
                  <a:pt x="201866" y="81140"/>
                </a:lnTo>
                <a:lnTo>
                  <a:pt x="201571" y="80713"/>
                </a:lnTo>
                <a:lnTo>
                  <a:pt x="201282" y="80276"/>
                </a:lnTo>
                <a:lnTo>
                  <a:pt x="201000" y="79829"/>
                </a:lnTo>
                <a:lnTo>
                  <a:pt x="200725" y="79371"/>
                </a:lnTo>
                <a:lnTo>
                  <a:pt x="200457" y="78904"/>
                </a:lnTo>
                <a:lnTo>
                  <a:pt x="200195" y="78427"/>
                </a:lnTo>
                <a:lnTo>
                  <a:pt x="199942" y="77940"/>
                </a:lnTo>
                <a:lnTo>
                  <a:pt x="199700" y="77443"/>
                </a:lnTo>
                <a:lnTo>
                  <a:pt x="199468" y="76936"/>
                </a:lnTo>
                <a:lnTo>
                  <a:pt x="199248" y="76420"/>
                </a:lnTo>
                <a:lnTo>
                  <a:pt x="199038" y="75895"/>
                </a:lnTo>
                <a:lnTo>
                  <a:pt x="198839" y="75360"/>
                </a:lnTo>
                <a:lnTo>
                  <a:pt x="198650" y="74815"/>
                </a:lnTo>
                <a:lnTo>
                  <a:pt x="198473" y="74261"/>
                </a:lnTo>
                <a:lnTo>
                  <a:pt x="198306" y="73697"/>
                </a:lnTo>
                <a:lnTo>
                  <a:pt x="198150" y="73124"/>
                </a:lnTo>
                <a:lnTo>
                  <a:pt x="198004" y="72541"/>
                </a:lnTo>
                <a:lnTo>
                  <a:pt x="197870" y="71948"/>
                </a:lnTo>
                <a:lnTo>
                  <a:pt x="197746" y="71346"/>
                </a:lnTo>
                <a:lnTo>
                  <a:pt x="197633" y="70735"/>
                </a:lnTo>
                <a:lnTo>
                  <a:pt x="197531" y="70113"/>
                </a:lnTo>
                <a:lnTo>
                  <a:pt x="197439" y="69483"/>
                </a:lnTo>
                <a:lnTo>
                  <a:pt x="197358" y="68842"/>
                </a:lnTo>
                <a:lnTo>
                  <a:pt x="197289" y="68192"/>
                </a:lnTo>
                <a:lnTo>
                  <a:pt x="197229" y="67533"/>
                </a:lnTo>
                <a:lnTo>
                  <a:pt x="197181" y="66864"/>
                </a:lnTo>
                <a:lnTo>
                  <a:pt x="197143" y="66185"/>
                </a:lnTo>
                <a:lnTo>
                  <a:pt x="197137" y="66021"/>
                </a:lnTo>
                <a:lnTo>
                  <a:pt x="251262" y="66021"/>
                </a:lnTo>
                <a:lnTo>
                  <a:pt x="251274" y="65861"/>
                </a:lnTo>
                <a:lnTo>
                  <a:pt x="251284" y="65702"/>
                </a:lnTo>
                <a:close/>
                <a:moveTo>
                  <a:pt x="197432" y="55371"/>
                </a:moveTo>
                <a:lnTo>
                  <a:pt x="197521" y="54803"/>
                </a:lnTo>
                <a:lnTo>
                  <a:pt x="197621" y="54244"/>
                </a:lnTo>
                <a:lnTo>
                  <a:pt x="197732" y="53693"/>
                </a:lnTo>
                <a:lnTo>
                  <a:pt x="197853" y="53152"/>
                </a:lnTo>
                <a:lnTo>
                  <a:pt x="197985" y="52619"/>
                </a:lnTo>
                <a:lnTo>
                  <a:pt x="198127" y="52096"/>
                </a:lnTo>
                <a:lnTo>
                  <a:pt x="198279" y="51581"/>
                </a:lnTo>
                <a:lnTo>
                  <a:pt x="198443" y="51075"/>
                </a:lnTo>
                <a:lnTo>
                  <a:pt x="198616" y="50577"/>
                </a:lnTo>
                <a:lnTo>
                  <a:pt x="198801" y="50089"/>
                </a:lnTo>
                <a:lnTo>
                  <a:pt x="198995" y="49610"/>
                </a:lnTo>
                <a:lnTo>
                  <a:pt x="199201" y="49139"/>
                </a:lnTo>
                <a:lnTo>
                  <a:pt x="199417" y="48677"/>
                </a:lnTo>
                <a:lnTo>
                  <a:pt x="199643" y="48224"/>
                </a:lnTo>
                <a:lnTo>
                  <a:pt x="199880" y="47780"/>
                </a:lnTo>
                <a:lnTo>
                  <a:pt x="200127" y="47345"/>
                </a:lnTo>
                <a:lnTo>
                  <a:pt x="200384" y="46919"/>
                </a:lnTo>
                <a:lnTo>
                  <a:pt x="200647" y="46501"/>
                </a:lnTo>
                <a:lnTo>
                  <a:pt x="200917" y="46092"/>
                </a:lnTo>
                <a:lnTo>
                  <a:pt x="201194" y="45691"/>
                </a:lnTo>
                <a:lnTo>
                  <a:pt x="201478" y="45299"/>
                </a:lnTo>
                <a:lnTo>
                  <a:pt x="201769" y="44916"/>
                </a:lnTo>
                <a:lnTo>
                  <a:pt x="202066" y="44541"/>
                </a:lnTo>
                <a:lnTo>
                  <a:pt x="202371" y="44175"/>
                </a:lnTo>
                <a:lnTo>
                  <a:pt x="202683" y="43817"/>
                </a:lnTo>
                <a:lnTo>
                  <a:pt x="203002" y="43468"/>
                </a:lnTo>
                <a:lnTo>
                  <a:pt x="203327" y="43128"/>
                </a:lnTo>
                <a:lnTo>
                  <a:pt x="203660" y="42796"/>
                </a:lnTo>
                <a:lnTo>
                  <a:pt x="203999" y="42473"/>
                </a:lnTo>
                <a:lnTo>
                  <a:pt x="204345" y="42159"/>
                </a:lnTo>
                <a:lnTo>
                  <a:pt x="204699" y="41853"/>
                </a:lnTo>
                <a:lnTo>
                  <a:pt x="205059" y="41556"/>
                </a:lnTo>
                <a:lnTo>
                  <a:pt x="205426" y="41267"/>
                </a:lnTo>
                <a:lnTo>
                  <a:pt x="205800" y="40987"/>
                </a:lnTo>
                <a:lnTo>
                  <a:pt x="206181" y="40716"/>
                </a:lnTo>
                <a:lnTo>
                  <a:pt x="206569" y="40453"/>
                </a:lnTo>
                <a:lnTo>
                  <a:pt x="206964" y="40199"/>
                </a:lnTo>
                <a:lnTo>
                  <a:pt x="207366" y="39953"/>
                </a:lnTo>
                <a:lnTo>
                  <a:pt x="207775" y="39716"/>
                </a:lnTo>
                <a:lnTo>
                  <a:pt x="208191" y="39488"/>
                </a:lnTo>
                <a:lnTo>
                  <a:pt x="208612" y="39269"/>
                </a:lnTo>
                <a:lnTo>
                  <a:pt x="209035" y="39059"/>
                </a:lnTo>
                <a:lnTo>
                  <a:pt x="209462" y="38858"/>
                </a:lnTo>
                <a:lnTo>
                  <a:pt x="209893" y="38667"/>
                </a:lnTo>
                <a:lnTo>
                  <a:pt x="210326" y="38485"/>
                </a:lnTo>
                <a:lnTo>
                  <a:pt x="210762" y="38312"/>
                </a:lnTo>
                <a:lnTo>
                  <a:pt x="211202" y="38149"/>
                </a:lnTo>
                <a:lnTo>
                  <a:pt x="211644" y="37995"/>
                </a:lnTo>
                <a:lnTo>
                  <a:pt x="212090" y="37850"/>
                </a:lnTo>
                <a:lnTo>
                  <a:pt x="212539" y="37715"/>
                </a:lnTo>
                <a:lnTo>
                  <a:pt x="212990" y="37589"/>
                </a:lnTo>
                <a:lnTo>
                  <a:pt x="213445" y="37472"/>
                </a:lnTo>
                <a:lnTo>
                  <a:pt x="213903" y="37365"/>
                </a:lnTo>
                <a:lnTo>
                  <a:pt x="214365" y="37267"/>
                </a:lnTo>
                <a:lnTo>
                  <a:pt x="214829" y="37178"/>
                </a:lnTo>
                <a:lnTo>
                  <a:pt x="215296" y="37099"/>
                </a:lnTo>
                <a:lnTo>
                  <a:pt x="215767" y="37029"/>
                </a:lnTo>
                <a:lnTo>
                  <a:pt x="216241" y="36968"/>
                </a:lnTo>
                <a:lnTo>
                  <a:pt x="216717" y="36917"/>
                </a:lnTo>
                <a:lnTo>
                  <a:pt x="217197" y="36875"/>
                </a:lnTo>
                <a:lnTo>
                  <a:pt x="217680" y="36842"/>
                </a:lnTo>
                <a:lnTo>
                  <a:pt x="218166" y="36819"/>
                </a:lnTo>
                <a:lnTo>
                  <a:pt x="218656" y="36805"/>
                </a:lnTo>
                <a:lnTo>
                  <a:pt x="219148" y="36800"/>
                </a:lnTo>
                <a:lnTo>
                  <a:pt x="219878" y="36809"/>
                </a:lnTo>
                <a:lnTo>
                  <a:pt x="220597" y="36837"/>
                </a:lnTo>
                <a:lnTo>
                  <a:pt x="221307" y="36884"/>
                </a:lnTo>
                <a:lnTo>
                  <a:pt x="222006" y="36949"/>
                </a:lnTo>
                <a:lnTo>
                  <a:pt x="222695" y="37033"/>
                </a:lnTo>
                <a:lnTo>
                  <a:pt x="223373" y="37136"/>
                </a:lnTo>
                <a:lnTo>
                  <a:pt x="224041" y="37257"/>
                </a:lnTo>
                <a:lnTo>
                  <a:pt x="224699" y="37397"/>
                </a:lnTo>
                <a:lnTo>
                  <a:pt x="225347" y="37556"/>
                </a:lnTo>
                <a:lnTo>
                  <a:pt x="225984" y="37733"/>
                </a:lnTo>
                <a:lnTo>
                  <a:pt x="226611" y="37929"/>
                </a:lnTo>
                <a:lnTo>
                  <a:pt x="227228" y="38144"/>
                </a:lnTo>
                <a:lnTo>
                  <a:pt x="227834" y="38377"/>
                </a:lnTo>
                <a:lnTo>
                  <a:pt x="228430" y="38629"/>
                </a:lnTo>
                <a:lnTo>
                  <a:pt x="229016" y="38900"/>
                </a:lnTo>
                <a:lnTo>
                  <a:pt x="229592" y="39189"/>
                </a:lnTo>
                <a:lnTo>
                  <a:pt x="230157" y="39497"/>
                </a:lnTo>
                <a:lnTo>
                  <a:pt x="230712" y="39824"/>
                </a:lnTo>
                <a:lnTo>
                  <a:pt x="231256" y="40169"/>
                </a:lnTo>
                <a:lnTo>
                  <a:pt x="231791" y="40533"/>
                </a:lnTo>
                <a:lnTo>
                  <a:pt x="232315" y="40916"/>
                </a:lnTo>
                <a:lnTo>
                  <a:pt x="232829" y="41317"/>
                </a:lnTo>
                <a:lnTo>
                  <a:pt x="233332" y="41737"/>
                </a:lnTo>
                <a:lnTo>
                  <a:pt x="233826" y="42176"/>
                </a:lnTo>
                <a:lnTo>
                  <a:pt x="234304" y="42631"/>
                </a:lnTo>
                <a:lnTo>
                  <a:pt x="234764" y="43100"/>
                </a:lnTo>
                <a:lnTo>
                  <a:pt x="235205" y="43584"/>
                </a:lnTo>
                <a:lnTo>
                  <a:pt x="235627" y="44082"/>
                </a:lnTo>
                <a:lnTo>
                  <a:pt x="236030" y="44595"/>
                </a:lnTo>
                <a:lnTo>
                  <a:pt x="236415" y="45122"/>
                </a:lnTo>
                <a:lnTo>
                  <a:pt x="236780" y="45663"/>
                </a:lnTo>
                <a:lnTo>
                  <a:pt x="237126" y="46219"/>
                </a:lnTo>
                <a:lnTo>
                  <a:pt x="237454" y="46789"/>
                </a:lnTo>
                <a:lnTo>
                  <a:pt x="237763" y="47373"/>
                </a:lnTo>
                <a:lnTo>
                  <a:pt x="238052" y="47972"/>
                </a:lnTo>
                <a:lnTo>
                  <a:pt x="238323" y="48585"/>
                </a:lnTo>
                <a:lnTo>
                  <a:pt x="238575" y="49212"/>
                </a:lnTo>
                <a:lnTo>
                  <a:pt x="238808" y="49854"/>
                </a:lnTo>
                <a:lnTo>
                  <a:pt x="239022" y="50510"/>
                </a:lnTo>
                <a:lnTo>
                  <a:pt x="239217" y="51181"/>
                </a:lnTo>
                <a:lnTo>
                  <a:pt x="239393" y="51866"/>
                </a:lnTo>
                <a:lnTo>
                  <a:pt x="239550" y="52565"/>
                </a:lnTo>
                <a:lnTo>
                  <a:pt x="239689" y="53278"/>
                </a:lnTo>
                <a:lnTo>
                  <a:pt x="239808" y="54006"/>
                </a:lnTo>
                <a:lnTo>
                  <a:pt x="239909" y="54749"/>
                </a:lnTo>
                <a:lnTo>
                  <a:pt x="239990" y="55505"/>
                </a:lnTo>
                <a:lnTo>
                  <a:pt x="240053" y="56276"/>
                </a:lnTo>
                <a:lnTo>
                  <a:pt x="240097" y="57061"/>
                </a:lnTo>
                <a:lnTo>
                  <a:pt x="197233" y="57061"/>
                </a:lnTo>
                <a:lnTo>
                  <a:pt x="197284" y="56533"/>
                </a:lnTo>
                <a:lnTo>
                  <a:pt x="197353" y="55947"/>
                </a:lnTo>
                <a:lnTo>
                  <a:pt x="197432" y="55371"/>
                </a:lnTo>
                <a:close/>
                <a:moveTo>
                  <a:pt x="136873" y="99731"/>
                </a:moveTo>
                <a:lnTo>
                  <a:pt x="137507" y="99687"/>
                </a:lnTo>
                <a:lnTo>
                  <a:pt x="138136" y="99630"/>
                </a:lnTo>
                <a:lnTo>
                  <a:pt x="138759" y="99560"/>
                </a:lnTo>
                <a:lnTo>
                  <a:pt x="139376" y="99478"/>
                </a:lnTo>
                <a:lnTo>
                  <a:pt x="139988" y="99383"/>
                </a:lnTo>
                <a:lnTo>
                  <a:pt x="140594" y="99275"/>
                </a:lnTo>
                <a:lnTo>
                  <a:pt x="141194" y="99154"/>
                </a:lnTo>
                <a:lnTo>
                  <a:pt x="141788" y="99021"/>
                </a:lnTo>
                <a:lnTo>
                  <a:pt x="142377" y="98875"/>
                </a:lnTo>
                <a:lnTo>
                  <a:pt x="142960" y="98717"/>
                </a:lnTo>
                <a:lnTo>
                  <a:pt x="143537" y="98546"/>
                </a:lnTo>
                <a:lnTo>
                  <a:pt x="144108" y="98362"/>
                </a:lnTo>
                <a:lnTo>
                  <a:pt x="144674" y="98166"/>
                </a:lnTo>
                <a:lnTo>
                  <a:pt x="145234" y="97956"/>
                </a:lnTo>
                <a:lnTo>
                  <a:pt x="145788" y="97735"/>
                </a:lnTo>
                <a:lnTo>
                  <a:pt x="146336" y="97500"/>
                </a:lnTo>
                <a:lnTo>
                  <a:pt x="146879" y="97253"/>
                </a:lnTo>
                <a:lnTo>
                  <a:pt x="147416" y="96993"/>
                </a:lnTo>
                <a:lnTo>
                  <a:pt x="147947" y="96720"/>
                </a:lnTo>
                <a:lnTo>
                  <a:pt x="148472" y="96435"/>
                </a:lnTo>
                <a:lnTo>
                  <a:pt x="148992" y="96137"/>
                </a:lnTo>
                <a:lnTo>
                  <a:pt x="149504" y="95828"/>
                </a:lnTo>
                <a:lnTo>
                  <a:pt x="150005" y="95509"/>
                </a:lnTo>
                <a:lnTo>
                  <a:pt x="150495" y="95180"/>
                </a:lnTo>
                <a:lnTo>
                  <a:pt x="150975" y="94841"/>
                </a:lnTo>
                <a:lnTo>
                  <a:pt x="151445" y="94493"/>
                </a:lnTo>
                <a:lnTo>
                  <a:pt x="151904" y="94134"/>
                </a:lnTo>
                <a:lnTo>
                  <a:pt x="152352" y="93766"/>
                </a:lnTo>
                <a:lnTo>
                  <a:pt x="152790" y="93388"/>
                </a:lnTo>
                <a:lnTo>
                  <a:pt x="153217" y="93000"/>
                </a:lnTo>
                <a:lnTo>
                  <a:pt x="153634" y="92603"/>
                </a:lnTo>
                <a:lnTo>
                  <a:pt x="154041" y="92195"/>
                </a:lnTo>
                <a:lnTo>
                  <a:pt x="154436" y="91778"/>
                </a:lnTo>
                <a:lnTo>
                  <a:pt x="154822" y="91351"/>
                </a:lnTo>
                <a:lnTo>
                  <a:pt x="155197" y="90914"/>
                </a:lnTo>
                <a:lnTo>
                  <a:pt x="155561" y="90468"/>
                </a:lnTo>
                <a:lnTo>
                  <a:pt x="155915" y="90011"/>
                </a:lnTo>
                <a:lnTo>
                  <a:pt x="156258" y="89545"/>
                </a:lnTo>
                <a:lnTo>
                  <a:pt x="156590" y="89069"/>
                </a:lnTo>
                <a:lnTo>
                  <a:pt x="156913" y="88583"/>
                </a:lnTo>
                <a:lnTo>
                  <a:pt x="157224" y="88087"/>
                </a:lnTo>
                <a:lnTo>
                  <a:pt x="157525" y="87582"/>
                </a:lnTo>
                <a:lnTo>
                  <a:pt x="157816" y="87067"/>
                </a:lnTo>
                <a:lnTo>
                  <a:pt x="158096" y="86541"/>
                </a:lnTo>
                <a:lnTo>
                  <a:pt x="158366" y="86007"/>
                </a:lnTo>
                <a:lnTo>
                  <a:pt x="159053" y="98135"/>
                </a:lnTo>
                <a:lnTo>
                  <a:pt x="169529" y="98135"/>
                </a:lnTo>
                <a:lnTo>
                  <a:pt x="169529" y="28670"/>
                </a:lnTo>
                <a:lnTo>
                  <a:pt x="157951" y="28670"/>
                </a:lnTo>
                <a:lnTo>
                  <a:pt x="157951" y="65884"/>
                </a:lnTo>
                <a:lnTo>
                  <a:pt x="157947" y="66523"/>
                </a:lnTo>
                <a:lnTo>
                  <a:pt x="157933" y="67154"/>
                </a:lnTo>
                <a:lnTo>
                  <a:pt x="157909" y="67776"/>
                </a:lnTo>
                <a:lnTo>
                  <a:pt x="157877" y="68390"/>
                </a:lnTo>
                <a:lnTo>
                  <a:pt x="157835" y="68995"/>
                </a:lnTo>
                <a:lnTo>
                  <a:pt x="157783" y="69592"/>
                </a:lnTo>
                <a:lnTo>
                  <a:pt x="157723" y="70181"/>
                </a:lnTo>
                <a:lnTo>
                  <a:pt x="157653" y="70762"/>
                </a:lnTo>
                <a:lnTo>
                  <a:pt x="157573" y="71334"/>
                </a:lnTo>
                <a:lnTo>
                  <a:pt x="157485" y="71897"/>
                </a:lnTo>
                <a:lnTo>
                  <a:pt x="157387" y="72452"/>
                </a:lnTo>
                <a:lnTo>
                  <a:pt x="157279" y="72999"/>
                </a:lnTo>
                <a:lnTo>
                  <a:pt x="157163" y="73538"/>
                </a:lnTo>
                <a:lnTo>
                  <a:pt x="157037" y="74068"/>
                </a:lnTo>
                <a:lnTo>
                  <a:pt x="156901" y="74590"/>
                </a:lnTo>
                <a:lnTo>
                  <a:pt x="156757" y="75103"/>
                </a:lnTo>
                <a:lnTo>
                  <a:pt x="156603" y="75608"/>
                </a:lnTo>
                <a:lnTo>
                  <a:pt x="156439" y="76105"/>
                </a:lnTo>
                <a:lnTo>
                  <a:pt x="156267" y="76593"/>
                </a:lnTo>
                <a:lnTo>
                  <a:pt x="156085" y="77073"/>
                </a:lnTo>
                <a:lnTo>
                  <a:pt x="155893" y="77544"/>
                </a:lnTo>
                <a:lnTo>
                  <a:pt x="155693" y="78007"/>
                </a:lnTo>
                <a:lnTo>
                  <a:pt x="155483" y="78462"/>
                </a:lnTo>
                <a:lnTo>
                  <a:pt x="155263" y="78909"/>
                </a:lnTo>
                <a:lnTo>
                  <a:pt x="155036" y="79346"/>
                </a:lnTo>
                <a:lnTo>
                  <a:pt x="154802" y="79776"/>
                </a:lnTo>
                <a:lnTo>
                  <a:pt x="154560" y="80196"/>
                </a:lnTo>
                <a:lnTo>
                  <a:pt x="154312" y="80608"/>
                </a:lnTo>
                <a:lnTo>
                  <a:pt x="154057" y="81012"/>
                </a:lnTo>
                <a:lnTo>
                  <a:pt x="153795" y="81407"/>
                </a:lnTo>
                <a:lnTo>
                  <a:pt x="153526" y="81793"/>
                </a:lnTo>
                <a:lnTo>
                  <a:pt x="153250" y="82170"/>
                </a:lnTo>
                <a:lnTo>
                  <a:pt x="152967" y="82539"/>
                </a:lnTo>
                <a:lnTo>
                  <a:pt x="152677" y="82900"/>
                </a:lnTo>
                <a:lnTo>
                  <a:pt x="152380" y="83252"/>
                </a:lnTo>
                <a:lnTo>
                  <a:pt x="152076" y="83595"/>
                </a:lnTo>
                <a:lnTo>
                  <a:pt x="151766" y="83929"/>
                </a:lnTo>
                <a:lnTo>
                  <a:pt x="151448" y="84255"/>
                </a:lnTo>
                <a:lnTo>
                  <a:pt x="151123" y="84573"/>
                </a:lnTo>
                <a:lnTo>
                  <a:pt x="150792" y="84881"/>
                </a:lnTo>
                <a:lnTo>
                  <a:pt x="150453" y="85182"/>
                </a:lnTo>
                <a:lnTo>
                  <a:pt x="150108" y="85473"/>
                </a:lnTo>
                <a:lnTo>
                  <a:pt x="149756" y="85756"/>
                </a:lnTo>
                <a:lnTo>
                  <a:pt x="149396" y="86030"/>
                </a:lnTo>
                <a:lnTo>
                  <a:pt x="149030" y="86296"/>
                </a:lnTo>
                <a:lnTo>
                  <a:pt x="148657" y="86553"/>
                </a:lnTo>
                <a:lnTo>
                  <a:pt x="148277" y="86801"/>
                </a:lnTo>
                <a:lnTo>
                  <a:pt x="147890" y="87041"/>
                </a:lnTo>
                <a:lnTo>
                  <a:pt x="147498" y="87272"/>
                </a:lnTo>
                <a:lnTo>
                  <a:pt x="147101" y="87492"/>
                </a:lnTo>
                <a:lnTo>
                  <a:pt x="146701" y="87703"/>
                </a:lnTo>
                <a:lnTo>
                  <a:pt x="146297" y="87904"/>
                </a:lnTo>
                <a:lnTo>
                  <a:pt x="145890" y="88096"/>
                </a:lnTo>
                <a:lnTo>
                  <a:pt x="145478" y="88277"/>
                </a:lnTo>
                <a:lnTo>
                  <a:pt x="145063" y="88449"/>
                </a:lnTo>
                <a:lnTo>
                  <a:pt x="144644" y="88610"/>
                </a:lnTo>
                <a:lnTo>
                  <a:pt x="144220" y="88762"/>
                </a:lnTo>
                <a:lnTo>
                  <a:pt x="143794" y="88905"/>
                </a:lnTo>
                <a:lnTo>
                  <a:pt x="143363" y="89037"/>
                </a:lnTo>
                <a:lnTo>
                  <a:pt x="142928" y="89160"/>
                </a:lnTo>
                <a:lnTo>
                  <a:pt x="142490" y="89272"/>
                </a:lnTo>
                <a:lnTo>
                  <a:pt x="142048" y="89375"/>
                </a:lnTo>
                <a:lnTo>
                  <a:pt x="141602" y="89469"/>
                </a:lnTo>
                <a:lnTo>
                  <a:pt x="141152" y="89552"/>
                </a:lnTo>
                <a:lnTo>
                  <a:pt x="140698" y="89625"/>
                </a:lnTo>
                <a:lnTo>
                  <a:pt x="140240" y="89689"/>
                </a:lnTo>
                <a:lnTo>
                  <a:pt x="139779" y="89743"/>
                </a:lnTo>
                <a:lnTo>
                  <a:pt x="139314" y="89787"/>
                </a:lnTo>
                <a:lnTo>
                  <a:pt x="138845" y="89822"/>
                </a:lnTo>
                <a:lnTo>
                  <a:pt x="138372" y="89846"/>
                </a:lnTo>
                <a:lnTo>
                  <a:pt x="137895" y="89861"/>
                </a:lnTo>
                <a:lnTo>
                  <a:pt x="137414" y="89866"/>
                </a:lnTo>
                <a:lnTo>
                  <a:pt x="136732" y="89857"/>
                </a:lnTo>
                <a:lnTo>
                  <a:pt x="136062" y="89829"/>
                </a:lnTo>
                <a:lnTo>
                  <a:pt x="135405" y="89784"/>
                </a:lnTo>
                <a:lnTo>
                  <a:pt x="134761" y="89720"/>
                </a:lnTo>
                <a:lnTo>
                  <a:pt x="134130" y="89638"/>
                </a:lnTo>
                <a:lnTo>
                  <a:pt x="133512" y="89538"/>
                </a:lnTo>
                <a:lnTo>
                  <a:pt x="132907" y="89420"/>
                </a:lnTo>
                <a:lnTo>
                  <a:pt x="132315" y="89284"/>
                </a:lnTo>
                <a:lnTo>
                  <a:pt x="131736" y="89129"/>
                </a:lnTo>
                <a:lnTo>
                  <a:pt x="131169" y="88957"/>
                </a:lnTo>
                <a:lnTo>
                  <a:pt x="130616" y="88766"/>
                </a:lnTo>
                <a:lnTo>
                  <a:pt x="130075" y="88557"/>
                </a:lnTo>
                <a:lnTo>
                  <a:pt x="129547" y="88329"/>
                </a:lnTo>
                <a:lnTo>
                  <a:pt x="129033" y="88084"/>
                </a:lnTo>
                <a:lnTo>
                  <a:pt x="128531" y="87820"/>
                </a:lnTo>
                <a:lnTo>
                  <a:pt x="128042" y="87538"/>
                </a:lnTo>
                <a:lnTo>
                  <a:pt x="127566" y="87238"/>
                </a:lnTo>
                <a:lnTo>
                  <a:pt x="127103" y="86920"/>
                </a:lnTo>
                <a:lnTo>
                  <a:pt x="126653" y="86584"/>
                </a:lnTo>
                <a:lnTo>
                  <a:pt x="126216" y="86229"/>
                </a:lnTo>
                <a:lnTo>
                  <a:pt x="125791" y="85856"/>
                </a:lnTo>
                <a:lnTo>
                  <a:pt x="125380" y="85465"/>
                </a:lnTo>
                <a:lnTo>
                  <a:pt x="124982" y="85056"/>
                </a:lnTo>
                <a:lnTo>
                  <a:pt x="124596" y="84629"/>
                </a:lnTo>
                <a:lnTo>
                  <a:pt x="124225" y="84184"/>
                </a:lnTo>
                <a:lnTo>
                  <a:pt x="123870" y="83720"/>
                </a:lnTo>
                <a:lnTo>
                  <a:pt x="123530" y="83240"/>
                </a:lnTo>
                <a:lnTo>
                  <a:pt x="123207" y="82741"/>
                </a:lnTo>
                <a:lnTo>
                  <a:pt x="122899" y="82225"/>
                </a:lnTo>
                <a:lnTo>
                  <a:pt x="122607" y="81691"/>
                </a:lnTo>
                <a:lnTo>
                  <a:pt x="122330" y="81139"/>
                </a:lnTo>
                <a:lnTo>
                  <a:pt x="122070" y="80570"/>
                </a:lnTo>
                <a:lnTo>
                  <a:pt x="121825" y="79983"/>
                </a:lnTo>
                <a:lnTo>
                  <a:pt x="121596" y="79378"/>
                </a:lnTo>
                <a:lnTo>
                  <a:pt x="121383" y="78756"/>
                </a:lnTo>
                <a:lnTo>
                  <a:pt x="121186" y="78116"/>
                </a:lnTo>
                <a:lnTo>
                  <a:pt x="121004" y="77458"/>
                </a:lnTo>
                <a:lnTo>
                  <a:pt x="120838" y="76782"/>
                </a:lnTo>
                <a:lnTo>
                  <a:pt x="120688" y="76089"/>
                </a:lnTo>
                <a:lnTo>
                  <a:pt x="120554" y="75378"/>
                </a:lnTo>
                <a:lnTo>
                  <a:pt x="120436" y="74650"/>
                </a:lnTo>
                <a:lnTo>
                  <a:pt x="120333" y="73903"/>
                </a:lnTo>
                <a:lnTo>
                  <a:pt x="120246" y="73139"/>
                </a:lnTo>
                <a:lnTo>
                  <a:pt x="120175" y="72357"/>
                </a:lnTo>
                <a:lnTo>
                  <a:pt x="120120" y="71558"/>
                </a:lnTo>
                <a:lnTo>
                  <a:pt x="120081" y="70741"/>
                </a:lnTo>
                <a:lnTo>
                  <a:pt x="120057" y="69906"/>
                </a:lnTo>
                <a:lnTo>
                  <a:pt x="120049" y="69053"/>
                </a:lnTo>
                <a:lnTo>
                  <a:pt x="120049" y="28670"/>
                </a:lnTo>
                <a:lnTo>
                  <a:pt x="108471" y="28670"/>
                </a:lnTo>
                <a:lnTo>
                  <a:pt x="108471" y="70294"/>
                </a:lnTo>
                <a:lnTo>
                  <a:pt x="108477" y="71115"/>
                </a:lnTo>
                <a:lnTo>
                  <a:pt x="108494" y="71925"/>
                </a:lnTo>
                <a:lnTo>
                  <a:pt x="108522" y="72723"/>
                </a:lnTo>
                <a:lnTo>
                  <a:pt x="108561" y="73510"/>
                </a:lnTo>
                <a:lnTo>
                  <a:pt x="108612" y="74285"/>
                </a:lnTo>
                <a:lnTo>
                  <a:pt x="108674" y="75049"/>
                </a:lnTo>
                <a:lnTo>
                  <a:pt x="108747" y="75801"/>
                </a:lnTo>
                <a:lnTo>
                  <a:pt x="108831" y="76542"/>
                </a:lnTo>
                <a:lnTo>
                  <a:pt x="108927" y="77271"/>
                </a:lnTo>
                <a:lnTo>
                  <a:pt x="109034" y="77989"/>
                </a:lnTo>
                <a:lnTo>
                  <a:pt x="109152" y="78695"/>
                </a:lnTo>
                <a:lnTo>
                  <a:pt x="109281" y="79390"/>
                </a:lnTo>
                <a:lnTo>
                  <a:pt x="109422" y="80074"/>
                </a:lnTo>
                <a:lnTo>
                  <a:pt x="109574" y="80745"/>
                </a:lnTo>
                <a:lnTo>
                  <a:pt x="109737" y="81406"/>
                </a:lnTo>
                <a:lnTo>
                  <a:pt x="109911" y="82055"/>
                </a:lnTo>
                <a:lnTo>
                  <a:pt x="110096" y="82692"/>
                </a:lnTo>
                <a:lnTo>
                  <a:pt x="110293" y="83318"/>
                </a:lnTo>
                <a:lnTo>
                  <a:pt x="110501" y="83933"/>
                </a:lnTo>
                <a:lnTo>
                  <a:pt x="110721" y="84536"/>
                </a:lnTo>
                <a:lnTo>
                  <a:pt x="110951" y="85127"/>
                </a:lnTo>
                <a:lnTo>
                  <a:pt x="111193" y="85707"/>
                </a:lnTo>
                <a:lnTo>
                  <a:pt x="111446" y="86276"/>
                </a:lnTo>
                <a:lnTo>
                  <a:pt x="111710" y="86833"/>
                </a:lnTo>
                <a:lnTo>
                  <a:pt x="111985" y="87378"/>
                </a:lnTo>
                <a:lnTo>
                  <a:pt x="112269" y="87912"/>
                </a:lnTo>
                <a:lnTo>
                  <a:pt x="112563" y="88433"/>
                </a:lnTo>
                <a:lnTo>
                  <a:pt x="112866" y="88943"/>
                </a:lnTo>
                <a:lnTo>
                  <a:pt x="113179" y="89440"/>
                </a:lnTo>
                <a:lnTo>
                  <a:pt x="113502" y="89926"/>
                </a:lnTo>
                <a:lnTo>
                  <a:pt x="113834" y="90399"/>
                </a:lnTo>
                <a:lnTo>
                  <a:pt x="114176" y="90861"/>
                </a:lnTo>
                <a:lnTo>
                  <a:pt x="114527" y="91311"/>
                </a:lnTo>
                <a:lnTo>
                  <a:pt x="114888" y="91748"/>
                </a:lnTo>
                <a:lnTo>
                  <a:pt x="115258" y="92174"/>
                </a:lnTo>
                <a:lnTo>
                  <a:pt x="115638" y="92588"/>
                </a:lnTo>
                <a:lnTo>
                  <a:pt x="116028" y="92989"/>
                </a:lnTo>
                <a:lnTo>
                  <a:pt x="116427" y="93379"/>
                </a:lnTo>
                <a:lnTo>
                  <a:pt x="116836" y="93757"/>
                </a:lnTo>
                <a:lnTo>
                  <a:pt x="117254" y="94123"/>
                </a:lnTo>
                <a:lnTo>
                  <a:pt x="117682" y="94477"/>
                </a:lnTo>
                <a:lnTo>
                  <a:pt x="118119" y="94819"/>
                </a:lnTo>
                <a:lnTo>
                  <a:pt x="118566" y="95149"/>
                </a:lnTo>
                <a:lnTo>
                  <a:pt x="119023" y="95467"/>
                </a:lnTo>
                <a:lnTo>
                  <a:pt x="119489" y="95773"/>
                </a:lnTo>
                <a:lnTo>
                  <a:pt x="119965" y="96067"/>
                </a:lnTo>
                <a:lnTo>
                  <a:pt x="120450" y="96349"/>
                </a:lnTo>
                <a:lnTo>
                  <a:pt x="120945" y="96619"/>
                </a:lnTo>
                <a:lnTo>
                  <a:pt x="121448" y="96877"/>
                </a:lnTo>
                <a:lnTo>
                  <a:pt x="121958" y="97125"/>
                </a:lnTo>
                <a:lnTo>
                  <a:pt x="122475" y="97362"/>
                </a:lnTo>
                <a:lnTo>
                  <a:pt x="122999" y="97587"/>
                </a:lnTo>
                <a:lnTo>
                  <a:pt x="123530" y="97802"/>
                </a:lnTo>
                <a:lnTo>
                  <a:pt x="124068" y="98005"/>
                </a:lnTo>
                <a:lnTo>
                  <a:pt x="124613" y="98198"/>
                </a:lnTo>
                <a:lnTo>
                  <a:pt x="125164" y="98380"/>
                </a:lnTo>
                <a:lnTo>
                  <a:pt x="125723" y="98550"/>
                </a:lnTo>
                <a:lnTo>
                  <a:pt x="126288" y="98710"/>
                </a:lnTo>
                <a:lnTo>
                  <a:pt x="126861" y="98858"/>
                </a:lnTo>
                <a:lnTo>
                  <a:pt x="127440" y="98996"/>
                </a:lnTo>
                <a:lnTo>
                  <a:pt x="128027" y="99122"/>
                </a:lnTo>
                <a:lnTo>
                  <a:pt x="128620" y="99238"/>
                </a:lnTo>
                <a:lnTo>
                  <a:pt x="129220" y="99343"/>
                </a:lnTo>
                <a:lnTo>
                  <a:pt x="129828" y="99436"/>
                </a:lnTo>
                <a:lnTo>
                  <a:pt x="130442" y="99519"/>
                </a:lnTo>
                <a:lnTo>
                  <a:pt x="131063" y="99590"/>
                </a:lnTo>
                <a:lnTo>
                  <a:pt x="131691" y="99651"/>
                </a:lnTo>
                <a:lnTo>
                  <a:pt x="132326" y="99700"/>
                </a:lnTo>
                <a:lnTo>
                  <a:pt x="132968" y="99739"/>
                </a:lnTo>
                <a:lnTo>
                  <a:pt x="133616" y="99766"/>
                </a:lnTo>
                <a:lnTo>
                  <a:pt x="134272" y="99783"/>
                </a:lnTo>
                <a:lnTo>
                  <a:pt x="134935" y="99788"/>
                </a:lnTo>
                <a:lnTo>
                  <a:pt x="135587" y="99782"/>
                </a:lnTo>
                <a:lnTo>
                  <a:pt x="136233" y="99763"/>
                </a:lnTo>
                <a:lnTo>
                  <a:pt x="136873" y="99731"/>
                </a:lnTo>
                <a:close/>
                <a:moveTo>
                  <a:pt x="370070" y="28670"/>
                </a:moveTo>
                <a:lnTo>
                  <a:pt x="346364" y="81733"/>
                </a:lnTo>
                <a:lnTo>
                  <a:pt x="323760" y="28670"/>
                </a:lnTo>
                <a:lnTo>
                  <a:pt x="311217" y="28670"/>
                </a:lnTo>
                <a:lnTo>
                  <a:pt x="338507" y="90417"/>
                </a:lnTo>
                <a:lnTo>
                  <a:pt x="342505" y="90417"/>
                </a:lnTo>
                <a:lnTo>
                  <a:pt x="325552" y="128458"/>
                </a:lnTo>
                <a:lnTo>
                  <a:pt x="337681" y="128458"/>
                </a:lnTo>
                <a:lnTo>
                  <a:pt x="382062" y="28670"/>
                </a:lnTo>
                <a:lnTo>
                  <a:pt x="370070" y="2867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22758-9114-4793-9B70-169D3D0A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2" y="3367908"/>
            <a:ext cx="10239" cy="823727"/>
          </a:xfrm>
          <a:custGeom xmlns:a="http://schemas.openxmlformats.org/drawingml/2006/main">
            <a:pathLst>
              <a:path w="10239" h="823727">
                <a:moveTo>
                  <a:pt x="10239" y="823727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122B4-A4E2-4232-B715-6EEB6A37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452" y="3418511"/>
            <a:ext cx="9609" cy="773124"/>
          </a:xfrm>
          <a:custGeom xmlns:a="http://schemas.openxmlformats.org/drawingml/2006/main">
            <a:pathLst>
              <a:path w="9609" h="773124" fill="none">
                <a:moveTo>
                  <a:pt x="9609" y="7731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27072-2F30-47EB-BBCF-B3C08346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070" y="3389488"/>
            <a:ext cx="33197" cy="45838"/>
          </a:xfrm>
          <a:custGeom xmlns:a="http://schemas.openxmlformats.org/drawingml/2006/main">
            <a:pathLst>
              <a:path w="33197" h="45838">
                <a:moveTo>
                  <a:pt x="16382" y="29023"/>
                </a:moveTo>
                <a:lnTo>
                  <a:pt x="0" y="45838"/>
                </a:lnTo>
                <a:lnTo>
                  <a:pt x="16028" y="0"/>
                </a:lnTo>
                <a:lnTo>
                  <a:pt x="33197" y="45425"/>
                </a:lnTo>
                <a:lnTo>
                  <a:pt x="16382" y="29023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286F5-EFBC-4EB8-9E6B-6BDF2BE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070" y="3389488"/>
            <a:ext cx="33197" cy="45838"/>
          </a:xfrm>
          <a:custGeom xmlns:a="http://schemas.openxmlformats.org/drawingml/2006/main">
            <a:pathLst>
              <a:path w="33197" h="45838" fill="none">
                <a:moveTo>
                  <a:pt x="16382" y="29023"/>
                </a:moveTo>
                <a:lnTo>
                  <a:pt x="33197" y="45425"/>
                </a:lnTo>
                <a:lnTo>
                  <a:pt x="16028" y="0"/>
                </a:lnTo>
                <a:lnTo>
                  <a:pt x="0" y="45838"/>
                </a:lnTo>
                <a:lnTo>
                  <a:pt x="16382" y="290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91F60-14BF-4BD9-8F56-5203F291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277" y="4076541"/>
            <a:ext cx="1315346" cy="422645"/>
          </a:xfrm>
          <a:custGeom xmlns:a="http://schemas.openxmlformats.org/drawingml/2006/main">
            <a:pathLst>
              <a:path w="1315346" h="422645">
                <a:moveTo>
                  <a:pt x="1315346" y="0"/>
                </a:moveTo>
                <a:lnTo>
                  <a:pt x="1315346" y="422645"/>
                </a:lnTo>
                <a:lnTo>
                  <a:pt x="0" y="422645"/>
                </a:lnTo>
                <a:lnTo>
                  <a:pt x="0" y="0"/>
                </a:lnTo>
                <a:lnTo>
                  <a:pt x="1315346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Addition">
            <a:extLst xmlns:a="http://schemas.openxmlformats.org/drawingml/2006/main">
              <a:ext uri="{FF2B5EF4-FFF2-40B4-BE49-F238E27FC236}">
                <a16:creationId xmlns:a16="http://schemas.microsoft.com/office/drawing/2014/main" id="{9D4E26E2-3FD4-43C7-AAE8-04A57EA3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417" y="4241843"/>
            <a:ext cx="529265" cy="101580"/>
          </a:xfrm>
          <a:custGeom xmlns:a="http://schemas.openxmlformats.org/drawingml/2006/main">
            <a:pathLst>
              <a:path w="529265" h="101580">
                <a:moveTo>
                  <a:pt x="273990" y="15679"/>
                </a:moveTo>
                <a:lnTo>
                  <a:pt x="274254" y="15651"/>
                </a:lnTo>
                <a:lnTo>
                  <a:pt x="274514" y="15616"/>
                </a:lnTo>
                <a:lnTo>
                  <a:pt x="274772" y="15572"/>
                </a:lnTo>
                <a:lnTo>
                  <a:pt x="275026" y="15521"/>
                </a:lnTo>
                <a:lnTo>
                  <a:pt x="275276" y="15462"/>
                </a:lnTo>
                <a:lnTo>
                  <a:pt x="275523" y="15395"/>
                </a:lnTo>
                <a:lnTo>
                  <a:pt x="275767" y="15320"/>
                </a:lnTo>
                <a:lnTo>
                  <a:pt x="276008" y="15237"/>
                </a:lnTo>
                <a:lnTo>
                  <a:pt x="276245" y="15146"/>
                </a:lnTo>
                <a:lnTo>
                  <a:pt x="276479" y="15047"/>
                </a:lnTo>
                <a:lnTo>
                  <a:pt x="276709" y="14941"/>
                </a:lnTo>
                <a:lnTo>
                  <a:pt x="276936" y="14826"/>
                </a:lnTo>
                <a:lnTo>
                  <a:pt x="277160" y="14704"/>
                </a:lnTo>
                <a:lnTo>
                  <a:pt x="277380" y="14574"/>
                </a:lnTo>
                <a:lnTo>
                  <a:pt x="277597" y="14436"/>
                </a:lnTo>
                <a:lnTo>
                  <a:pt x="277811" y="14290"/>
                </a:lnTo>
                <a:lnTo>
                  <a:pt x="278021" y="14136"/>
                </a:lnTo>
                <a:lnTo>
                  <a:pt x="278228" y="13974"/>
                </a:lnTo>
                <a:lnTo>
                  <a:pt x="278432" y="13804"/>
                </a:lnTo>
                <a:lnTo>
                  <a:pt x="278632" y="13626"/>
                </a:lnTo>
                <a:lnTo>
                  <a:pt x="278829" y="13441"/>
                </a:lnTo>
                <a:lnTo>
                  <a:pt x="279020" y="13249"/>
                </a:lnTo>
                <a:lnTo>
                  <a:pt x="279203" y="13054"/>
                </a:lnTo>
                <a:lnTo>
                  <a:pt x="279378" y="12854"/>
                </a:lnTo>
                <a:lnTo>
                  <a:pt x="279545" y="12650"/>
                </a:lnTo>
                <a:lnTo>
                  <a:pt x="279703" y="12442"/>
                </a:lnTo>
                <a:lnTo>
                  <a:pt x="279854" y="12230"/>
                </a:lnTo>
                <a:lnTo>
                  <a:pt x="279996" y="12014"/>
                </a:lnTo>
                <a:lnTo>
                  <a:pt x="280131" y="11794"/>
                </a:lnTo>
                <a:lnTo>
                  <a:pt x="280257" y="11570"/>
                </a:lnTo>
                <a:lnTo>
                  <a:pt x="280375" y="11341"/>
                </a:lnTo>
                <a:lnTo>
                  <a:pt x="280484" y="11109"/>
                </a:lnTo>
                <a:lnTo>
                  <a:pt x="280586" y="10873"/>
                </a:lnTo>
                <a:lnTo>
                  <a:pt x="280680" y="10632"/>
                </a:lnTo>
                <a:lnTo>
                  <a:pt x="280765" y="10388"/>
                </a:lnTo>
                <a:lnTo>
                  <a:pt x="280842" y="10139"/>
                </a:lnTo>
                <a:lnTo>
                  <a:pt x="280911" y="9886"/>
                </a:lnTo>
                <a:lnTo>
                  <a:pt x="280972" y="9629"/>
                </a:lnTo>
                <a:lnTo>
                  <a:pt x="281025" y="9369"/>
                </a:lnTo>
                <a:lnTo>
                  <a:pt x="281070" y="9104"/>
                </a:lnTo>
                <a:lnTo>
                  <a:pt x="281107" y="8835"/>
                </a:lnTo>
                <a:lnTo>
                  <a:pt x="281135" y="8562"/>
                </a:lnTo>
                <a:lnTo>
                  <a:pt x="281156" y="8285"/>
                </a:lnTo>
                <a:lnTo>
                  <a:pt x="281168" y="8004"/>
                </a:lnTo>
                <a:lnTo>
                  <a:pt x="281172" y="7718"/>
                </a:lnTo>
                <a:lnTo>
                  <a:pt x="281168" y="7434"/>
                </a:lnTo>
                <a:lnTo>
                  <a:pt x="281156" y="7153"/>
                </a:lnTo>
                <a:lnTo>
                  <a:pt x="281135" y="6878"/>
                </a:lnTo>
                <a:lnTo>
                  <a:pt x="281107" y="6606"/>
                </a:lnTo>
                <a:lnTo>
                  <a:pt x="281070" y="6340"/>
                </a:lnTo>
                <a:lnTo>
                  <a:pt x="281025" y="6078"/>
                </a:lnTo>
                <a:lnTo>
                  <a:pt x="280972" y="5820"/>
                </a:lnTo>
                <a:lnTo>
                  <a:pt x="280911" y="5567"/>
                </a:lnTo>
                <a:lnTo>
                  <a:pt x="280842" y="5319"/>
                </a:lnTo>
                <a:lnTo>
                  <a:pt x="280765" y="5075"/>
                </a:lnTo>
                <a:lnTo>
                  <a:pt x="280680" y="4835"/>
                </a:lnTo>
                <a:lnTo>
                  <a:pt x="280586" y="4601"/>
                </a:lnTo>
                <a:lnTo>
                  <a:pt x="280484" y="4370"/>
                </a:lnTo>
                <a:lnTo>
                  <a:pt x="280375" y="4144"/>
                </a:lnTo>
                <a:lnTo>
                  <a:pt x="280257" y="3923"/>
                </a:lnTo>
                <a:lnTo>
                  <a:pt x="280131" y="3707"/>
                </a:lnTo>
                <a:lnTo>
                  <a:pt x="279996" y="3494"/>
                </a:lnTo>
                <a:lnTo>
                  <a:pt x="279854" y="3287"/>
                </a:lnTo>
                <a:lnTo>
                  <a:pt x="279703" y="3084"/>
                </a:lnTo>
                <a:lnTo>
                  <a:pt x="279545" y="2885"/>
                </a:lnTo>
                <a:lnTo>
                  <a:pt x="279378" y="2691"/>
                </a:lnTo>
                <a:lnTo>
                  <a:pt x="279203" y="2502"/>
                </a:lnTo>
                <a:lnTo>
                  <a:pt x="279020" y="2317"/>
                </a:lnTo>
                <a:lnTo>
                  <a:pt x="278829" y="2137"/>
                </a:lnTo>
                <a:lnTo>
                  <a:pt x="278632" y="1962"/>
                </a:lnTo>
                <a:lnTo>
                  <a:pt x="278432" y="1795"/>
                </a:lnTo>
                <a:lnTo>
                  <a:pt x="278228" y="1636"/>
                </a:lnTo>
                <a:lnTo>
                  <a:pt x="278021" y="1484"/>
                </a:lnTo>
                <a:lnTo>
                  <a:pt x="277811" y="1339"/>
                </a:lnTo>
                <a:lnTo>
                  <a:pt x="277597" y="1202"/>
                </a:lnTo>
                <a:lnTo>
                  <a:pt x="277380" y="1072"/>
                </a:lnTo>
                <a:lnTo>
                  <a:pt x="277160" y="950"/>
                </a:lnTo>
                <a:lnTo>
                  <a:pt x="276936" y="835"/>
                </a:lnTo>
                <a:lnTo>
                  <a:pt x="276709" y="727"/>
                </a:lnTo>
                <a:lnTo>
                  <a:pt x="276479" y="627"/>
                </a:lnTo>
                <a:lnTo>
                  <a:pt x="276245" y="534"/>
                </a:lnTo>
                <a:lnTo>
                  <a:pt x="276008" y="449"/>
                </a:lnTo>
                <a:lnTo>
                  <a:pt x="275767" y="371"/>
                </a:lnTo>
                <a:lnTo>
                  <a:pt x="275523" y="300"/>
                </a:lnTo>
                <a:lnTo>
                  <a:pt x="275276" y="237"/>
                </a:lnTo>
                <a:lnTo>
                  <a:pt x="275026" y="182"/>
                </a:lnTo>
                <a:lnTo>
                  <a:pt x="274772" y="134"/>
                </a:lnTo>
                <a:lnTo>
                  <a:pt x="274514" y="93"/>
                </a:lnTo>
                <a:lnTo>
                  <a:pt x="274254" y="59"/>
                </a:lnTo>
                <a:lnTo>
                  <a:pt x="273990" y="33"/>
                </a:lnTo>
                <a:lnTo>
                  <a:pt x="273723" y="15"/>
                </a:lnTo>
                <a:lnTo>
                  <a:pt x="273452" y="4"/>
                </a:lnTo>
                <a:lnTo>
                  <a:pt x="273178" y="0"/>
                </a:lnTo>
                <a:lnTo>
                  <a:pt x="272893" y="4"/>
                </a:lnTo>
                <a:lnTo>
                  <a:pt x="272612" y="15"/>
                </a:lnTo>
                <a:lnTo>
                  <a:pt x="272335" y="33"/>
                </a:lnTo>
                <a:lnTo>
                  <a:pt x="272062" y="59"/>
                </a:lnTo>
                <a:lnTo>
                  <a:pt x="271793" y="93"/>
                </a:lnTo>
                <a:lnTo>
                  <a:pt x="271528" y="134"/>
                </a:lnTo>
                <a:lnTo>
                  <a:pt x="271268" y="182"/>
                </a:lnTo>
                <a:lnTo>
                  <a:pt x="271011" y="237"/>
                </a:lnTo>
                <a:lnTo>
                  <a:pt x="270759" y="300"/>
                </a:lnTo>
                <a:lnTo>
                  <a:pt x="270510" y="371"/>
                </a:lnTo>
                <a:lnTo>
                  <a:pt x="270266" y="449"/>
                </a:lnTo>
                <a:lnTo>
                  <a:pt x="270025" y="534"/>
                </a:lnTo>
                <a:lnTo>
                  <a:pt x="269789" y="627"/>
                </a:lnTo>
                <a:lnTo>
                  <a:pt x="269557" y="727"/>
                </a:lnTo>
                <a:lnTo>
                  <a:pt x="269329" y="835"/>
                </a:lnTo>
                <a:lnTo>
                  <a:pt x="269104" y="950"/>
                </a:lnTo>
                <a:lnTo>
                  <a:pt x="268884" y="1072"/>
                </a:lnTo>
                <a:lnTo>
                  <a:pt x="268668" y="1202"/>
                </a:lnTo>
                <a:lnTo>
                  <a:pt x="268456" y="1339"/>
                </a:lnTo>
                <a:lnTo>
                  <a:pt x="268248" y="1484"/>
                </a:lnTo>
                <a:lnTo>
                  <a:pt x="268045" y="1636"/>
                </a:lnTo>
                <a:lnTo>
                  <a:pt x="267845" y="1795"/>
                </a:lnTo>
                <a:lnTo>
                  <a:pt x="267649" y="1962"/>
                </a:lnTo>
                <a:lnTo>
                  <a:pt x="267457" y="2137"/>
                </a:lnTo>
                <a:lnTo>
                  <a:pt x="267272" y="2317"/>
                </a:lnTo>
                <a:lnTo>
                  <a:pt x="267094" y="2502"/>
                </a:lnTo>
                <a:lnTo>
                  <a:pt x="266925" y="2691"/>
                </a:lnTo>
                <a:lnTo>
                  <a:pt x="266763" y="2885"/>
                </a:lnTo>
                <a:lnTo>
                  <a:pt x="266609" y="3084"/>
                </a:lnTo>
                <a:lnTo>
                  <a:pt x="266463" y="3287"/>
                </a:lnTo>
                <a:lnTo>
                  <a:pt x="266325" y="3494"/>
                </a:lnTo>
                <a:lnTo>
                  <a:pt x="266194" y="3707"/>
                </a:lnTo>
                <a:lnTo>
                  <a:pt x="266072" y="3923"/>
                </a:lnTo>
                <a:lnTo>
                  <a:pt x="265958" y="4144"/>
                </a:lnTo>
                <a:lnTo>
                  <a:pt x="265851" y="4370"/>
                </a:lnTo>
                <a:lnTo>
                  <a:pt x="265752" y="4601"/>
                </a:lnTo>
                <a:lnTo>
                  <a:pt x="265662" y="4835"/>
                </a:lnTo>
                <a:lnTo>
                  <a:pt x="265579" y="5075"/>
                </a:lnTo>
                <a:lnTo>
                  <a:pt x="265504" y="5319"/>
                </a:lnTo>
                <a:lnTo>
                  <a:pt x="265437" y="5567"/>
                </a:lnTo>
                <a:lnTo>
                  <a:pt x="265377" y="5820"/>
                </a:lnTo>
                <a:lnTo>
                  <a:pt x="265326" y="6078"/>
                </a:lnTo>
                <a:lnTo>
                  <a:pt x="265283" y="6340"/>
                </a:lnTo>
                <a:lnTo>
                  <a:pt x="265247" y="6606"/>
                </a:lnTo>
                <a:lnTo>
                  <a:pt x="265219" y="6878"/>
                </a:lnTo>
                <a:lnTo>
                  <a:pt x="265200" y="7153"/>
                </a:lnTo>
                <a:lnTo>
                  <a:pt x="265188" y="7434"/>
                </a:lnTo>
                <a:lnTo>
                  <a:pt x="265184" y="7718"/>
                </a:lnTo>
                <a:lnTo>
                  <a:pt x="265188" y="8004"/>
                </a:lnTo>
                <a:lnTo>
                  <a:pt x="265200" y="8285"/>
                </a:lnTo>
                <a:lnTo>
                  <a:pt x="265219" y="8562"/>
                </a:lnTo>
                <a:lnTo>
                  <a:pt x="265247" y="8835"/>
                </a:lnTo>
                <a:lnTo>
                  <a:pt x="265283" y="9104"/>
                </a:lnTo>
                <a:lnTo>
                  <a:pt x="265326" y="9369"/>
                </a:lnTo>
                <a:lnTo>
                  <a:pt x="265377" y="9629"/>
                </a:lnTo>
                <a:lnTo>
                  <a:pt x="265437" y="9886"/>
                </a:lnTo>
                <a:lnTo>
                  <a:pt x="265504" y="10139"/>
                </a:lnTo>
                <a:lnTo>
                  <a:pt x="265579" y="10388"/>
                </a:lnTo>
                <a:lnTo>
                  <a:pt x="265662" y="10632"/>
                </a:lnTo>
                <a:lnTo>
                  <a:pt x="265752" y="10873"/>
                </a:lnTo>
                <a:lnTo>
                  <a:pt x="265851" y="11109"/>
                </a:lnTo>
                <a:lnTo>
                  <a:pt x="265958" y="11341"/>
                </a:lnTo>
                <a:lnTo>
                  <a:pt x="266072" y="11570"/>
                </a:lnTo>
                <a:lnTo>
                  <a:pt x="266194" y="11794"/>
                </a:lnTo>
                <a:lnTo>
                  <a:pt x="266325" y="12014"/>
                </a:lnTo>
                <a:lnTo>
                  <a:pt x="266463" y="12230"/>
                </a:lnTo>
                <a:lnTo>
                  <a:pt x="266609" y="12442"/>
                </a:lnTo>
                <a:lnTo>
                  <a:pt x="266763" y="12650"/>
                </a:lnTo>
                <a:lnTo>
                  <a:pt x="266925" y="12854"/>
                </a:lnTo>
                <a:lnTo>
                  <a:pt x="267094" y="13054"/>
                </a:lnTo>
                <a:lnTo>
                  <a:pt x="267272" y="13249"/>
                </a:lnTo>
                <a:lnTo>
                  <a:pt x="267457" y="13441"/>
                </a:lnTo>
                <a:lnTo>
                  <a:pt x="267649" y="13626"/>
                </a:lnTo>
                <a:lnTo>
                  <a:pt x="267845" y="13804"/>
                </a:lnTo>
                <a:lnTo>
                  <a:pt x="268045" y="13974"/>
                </a:lnTo>
                <a:lnTo>
                  <a:pt x="268248" y="14136"/>
                </a:lnTo>
                <a:lnTo>
                  <a:pt x="268456" y="14290"/>
                </a:lnTo>
                <a:lnTo>
                  <a:pt x="268668" y="14436"/>
                </a:lnTo>
                <a:lnTo>
                  <a:pt x="268884" y="14574"/>
                </a:lnTo>
                <a:lnTo>
                  <a:pt x="269104" y="14704"/>
                </a:lnTo>
                <a:lnTo>
                  <a:pt x="269329" y="14826"/>
                </a:lnTo>
                <a:lnTo>
                  <a:pt x="269557" y="14941"/>
                </a:lnTo>
                <a:lnTo>
                  <a:pt x="269789" y="15047"/>
                </a:lnTo>
                <a:lnTo>
                  <a:pt x="270025" y="15146"/>
                </a:lnTo>
                <a:lnTo>
                  <a:pt x="270266" y="15237"/>
                </a:lnTo>
                <a:lnTo>
                  <a:pt x="270510" y="15320"/>
                </a:lnTo>
                <a:lnTo>
                  <a:pt x="270759" y="15395"/>
                </a:lnTo>
                <a:lnTo>
                  <a:pt x="271011" y="15462"/>
                </a:lnTo>
                <a:lnTo>
                  <a:pt x="271268" y="15521"/>
                </a:lnTo>
                <a:lnTo>
                  <a:pt x="271528" y="15572"/>
                </a:lnTo>
                <a:lnTo>
                  <a:pt x="271793" y="15616"/>
                </a:lnTo>
                <a:lnTo>
                  <a:pt x="272062" y="15651"/>
                </a:lnTo>
                <a:lnTo>
                  <a:pt x="272335" y="15679"/>
                </a:lnTo>
                <a:lnTo>
                  <a:pt x="272612" y="15699"/>
                </a:lnTo>
                <a:lnTo>
                  <a:pt x="272893" y="15710"/>
                </a:lnTo>
                <a:lnTo>
                  <a:pt x="273178" y="15714"/>
                </a:lnTo>
                <a:lnTo>
                  <a:pt x="273452" y="15710"/>
                </a:lnTo>
                <a:lnTo>
                  <a:pt x="273723" y="15699"/>
                </a:lnTo>
                <a:lnTo>
                  <a:pt x="273990" y="15679"/>
                </a:lnTo>
                <a:close/>
                <a:moveTo>
                  <a:pt x="126119" y="101528"/>
                </a:moveTo>
                <a:lnTo>
                  <a:pt x="126623" y="101499"/>
                </a:lnTo>
                <a:lnTo>
                  <a:pt x="127123" y="101464"/>
                </a:lnTo>
                <a:lnTo>
                  <a:pt x="127617" y="101422"/>
                </a:lnTo>
                <a:lnTo>
                  <a:pt x="128106" y="101374"/>
                </a:lnTo>
                <a:lnTo>
                  <a:pt x="128589" y="101319"/>
                </a:lnTo>
                <a:lnTo>
                  <a:pt x="129067" y="101257"/>
                </a:lnTo>
                <a:lnTo>
                  <a:pt x="129540" y="101190"/>
                </a:lnTo>
                <a:lnTo>
                  <a:pt x="130008" y="101115"/>
                </a:lnTo>
                <a:lnTo>
                  <a:pt x="130471" y="101035"/>
                </a:lnTo>
                <a:lnTo>
                  <a:pt x="130928" y="100947"/>
                </a:lnTo>
                <a:lnTo>
                  <a:pt x="131380" y="100854"/>
                </a:lnTo>
                <a:lnTo>
                  <a:pt x="131827" y="100754"/>
                </a:lnTo>
                <a:lnTo>
                  <a:pt x="132268" y="100647"/>
                </a:lnTo>
                <a:lnTo>
                  <a:pt x="132704" y="100534"/>
                </a:lnTo>
                <a:lnTo>
                  <a:pt x="133135" y="100415"/>
                </a:lnTo>
                <a:lnTo>
                  <a:pt x="133561" y="100289"/>
                </a:lnTo>
                <a:lnTo>
                  <a:pt x="133982" y="100157"/>
                </a:lnTo>
                <a:lnTo>
                  <a:pt x="134397" y="100018"/>
                </a:lnTo>
                <a:lnTo>
                  <a:pt x="134807" y="99873"/>
                </a:lnTo>
                <a:lnTo>
                  <a:pt x="135211" y="99721"/>
                </a:lnTo>
                <a:lnTo>
                  <a:pt x="135611" y="99564"/>
                </a:lnTo>
                <a:lnTo>
                  <a:pt x="136006" y="99403"/>
                </a:lnTo>
                <a:lnTo>
                  <a:pt x="136396" y="99238"/>
                </a:lnTo>
                <a:lnTo>
                  <a:pt x="136781" y="99070"/>
                </a:lnTo>
                <a:lnTo>
                  <a:pt x="137162" y="98898"/>
                </a:lnTo>
                <a:lnTo>
                  <a:pt x="137537" y="98721"/>
                </a:lnTo>
                <a:lnTo>
                  <a:pt x="137908" y="98541"/>
                </a:lnTo>
                <a:lnTo>
                  <a:pt x="138274" y="98358"/>
                </a:lnTo>
                <a:lnTo>
                  <a:pt x="138636" y="98170"/>
                </a:lnTo>
                <a:lnTo>
                  <a:pt x="138992" y="97979"/>
                </a:lnTo>
                <a:lnTo>
                  <a:pt x="139344" y="97783"/>
                </a:lnTo>
                <a:lnTo>
                  <a:pt x="139691" y="97584"/>
                </a:lnTo>
                <a:lnTo>
                  <a:pt x="140033" y="97381"/>
                </a:lnTo>
                <a:lnTo>
                  <a:pt x="140370" y="97174"/>
                </a:lnTo>
                <a:lnTo>
                  <a:pt x="140703" y="96964"/>
                </a:lnTo>
                <a:lnTo>
                  <a:pt x="141031" y="96749"/>
                </a:lnTo>
                <a:lnTo>
                  <a:pt x="141354" y="96531"/>
                </a:lnTo>
                <a:lnTo>
                  <a:pt x="141672" y="96309"/>
                </a:lnTo>
                <a:lnTo>
                  <a:pt x="141985" y="96083"/>
                </a:lnTo>
                <a:lnTo>
                  <a:pt x="142294" y="95854"/>
                </a:lnTo>
                <a:lnTo>
                  <a:pt x="142598" y="95620"/>
                </a:lnTo>
                <a:lnTo>
                  <a:pt x="142897" y="95383"/>
                </a:lnTo>
                <a:lnTo>
                  <a:pt x="143191" y="95141"/>
                </a:lnTo>
                <a:lnTo>
                  <a:pt x="143481" y="94896"/>
                </a:lnTo>
                <a:lnTo>
                  <a:pt x="143766" y="94649"/>
                </a:lnTo>
                <a:lnTo>
                  <a:pt x="144046" y="94399"/>
                </a:lnTo>
                <a:lnTo>
                  <a:pt x="144323" y="94148"/>
                </a:lnTo>
                <a:lnTo>
                  <a:pt x="144595" y="93895"/>
                </a:lnTo>
                <a:lnTo>
                  <a:pt x="144862" y="93641"/>
                </a:lnTo>
                <a:lnTo>
                  <a:pt x="145126" y="93385"/>
                </a:lnTo>
                <a:lnTo>
                  <a:pt x="145385" y="93127"/>
                </a:lnTo>
                <a:lnTo>
                  <a:pt x="145640" y="92867"/>
                </a:lnTo>
                <a:lnTo>
                  <a:pt x="145890" y="92606"/>
                </a:lnTo>
                <a:lnTo>
                  <a:pt x="146136" y="92343"/>
                </a:lnTo>
                <a:lnTo>
                  <a:pt x="146378" y="92079"/>
                </a:lnTo>
                <a:lnTo>
                  <a:pt x="146616" y="91813"/>
                </a:lnTo>
                <a:lnTo>
                  <a:pt x="146849" y="91545"/>
                </a:lnTo>
                <a:lnTo>
                  <a:pt x="147078" y="91275"/>
                </a:lnTo>
                <a:lnTo>
                  <a:pt x="147303" y="91004"/>
                </a:lnTo>
                <a:lnTo>
                  <a:pt x="147523" y="90731"/>
                </a:lnTo>
                <a:lnTo>
                  <a:pt x="147739" y="90457"/>
                </a:lnTo>
                <a:lnTo>
                  <a:pt x="147951" y="90181"/>
                </a:lnTo>
                <a:lnTo>
                  <a:pt x="148159" y="89903"/>
                </a:lnTo>
                <a:lnTo>
                  <a:pt x="148362" y="89623"/>
                </a:lnTo>
                <a:lnTo>
                  <a:pt x="148561" y="89342"/>
                </a:lnTo>
                <a:lnTo>
                  <a:pt x="148755" y="89059"/>
                </a:lnTo>
                <a:lnTo>
                  <a:pt x="148946" y="88774"/>
                </a:lnTo>
                <a:lnTo>
                  <a:pt x="149132" y="88488"/>
                </a:lnTo>
                <a:lnTo>
                  <a:pt x="150097" y="99927"/>
                </a:lnTo>
                <a:lnTo>
                  <a:pt x="160573" y="99927"/>
                </a:lnTo>
                <a:lnTo>
                  <a:pt x="160573" y="690"/>
                </a:lnTo>
                <a:lnTo>
                  <a:pt x="148995" y="690"/>
                </a:lnTo>
                <a:lnTo>
                  <a:pt x="148995" y="41900"/>
                </a:lnTo>
                <a:lnTo>
                  <a:pt x="148703" y="41388"/>
                </a:lnTo>
                <a:lnTo>
                  <a:pt x="148400" y="40886"/>
                </a:lnTo>
                <a:lnTo>
                  <a:pt x="148087" y="40393"/>
                </a:lnTo>
                <a:lnTo>
                  <a:pt x="147764" y="39909"/>
                </a:lnTo>
                <a:lnTo>
                  <a:pt x="147430" y="39436"/>
                </a:lnTo>
                <a:lnTo>
                  <a:pt x="147086" y="38971"/>
                </a:lnTo>
                <a:lnTo>
                  <a:pt x="146732" y="38517"/>
                </a:lnTo>
                <a:lnTo>
                  <a:pt x="146368" y="38072"/>
                </a:lnTo>
                <a:lnTo>
                  <a:pt x="145993" y="37636"/>
                </a:lnTo>
                <a:lnTo>
                  <a:pt x="145608" y="37210"/>
                </a:lnTo>
                <a:lnTo>
                  <a:pt x="145213" y="36794"/>
                </a:lnTo>
                <a:lnTo>
                  <a:pt x="144807" y="36387"/>
                </a:lnTo>
                <a:lnTo>
                  <a:pt x="144391" y="35990"/>
                </a:lnTo>
                <a:lnTo>
                  <a:pt x="143965" y="35603"/>
                </a:lnTo>
                <a:lnTo>
                  <a:pt x="143529" y="35225"/>
                </a:lnTo>
                <a:lnTo>
                  <a:pt x="143082" y="34856"/>
                </a:lnTo>
                <a:lnTo>
                  <a:pt x="142625" y="34497"/>
                </a:lnTo>
                <a:lnTo>
                  <a:pt x="142158" y="34148"/>
                </a:lnTo>
                <a:lnTo>
                  <a:pt x="141680" y="33808"/>
                </a:lnTo>
                <a:lnTo>
                  <a:pt x="141192" y="33478"/>
                </a:lnTo>
                <a:lnTo>
                  <a:pt x="140694" y="33158"/>
                </a:lnTo>
                <a:lnTo>
                  <a:pt x="140186" y="32847"/>
                </a:lnTo>
                <a:lnTo>
                  <a:pt x="139667" y="32545"/>
                </a:lnTo>
                <a:lnTo>
                  <a:pt x="139138" y="32253"/>
                </a:lnTo>
                <a:lnTo>
                  <a:pt x="138600" y="31972"/>
                </a:lnTo>
                <a:lnTo>
                  <a:pt x="138055" y="31703"/>
                </a:lnTo>
                <a:lnTo>
                  <a:pt x="137502" y="31445"/>
                </a:lnTo>
                <a:lnTo>
                  <a:pt x="136942" y="31200"/>
                </a:lnTo>
                <a:lnTo>
                  <a:pt x="136375" y="30967"/>
                </a:lnTo>
                <a:lnTo>
                  <a:pt x="135800" y="30745"/>
                </a:lnTo>
                <a:lnTo>
                  <a:pt x="135218" y="30536"/>
                </a:lnTo>
                <a:lnTo>
                  <a:pt x="134628" y="30338"/>
                </a:lnTo>
                <a:lnTo>
                  <a:pt x="134031" y="30153"/>
                </a:lnTo>
                <a:lnTo>
                  <a:pt x="133427" y="29979"/>
                </a:lnTo>
                <a:lnTo>
                  <a:pt x="132815" y="29818"/>
                </a:lnTo>
                <a:lnTo>
                  <a:pt x="132195" y="29668"/>
                </a:lnTo>
                <a:lnTo>
                  <a:pt x="131569" y="29530"/>
                </a:lnTo>
                <a:lnTo>
                  <a:pt x="130935" y="29405"/>
                </a:lnTo>
                <a:lnTo>
                  <a:pt x="130293" y="29291"/>
                </a:lnTo>
                <a:lnTo>
                  <a:pt x="129644" y="29189"/>
                </a:lnTo>
                <a:lnTo>
                  <a:pt x="128987" y="29099"/>
                </a:lnTo>
                <a:lnTo>
                  <a:pt x="128324" y="29022"/>
                </a:lnTo>
                <a:lnTo>
                  <a:pt x="127652" y="28956"/>
                </a:lnTo>
                <a:lnTo>
                  <a:pt x="126974" y="28902"/>
                </a:lnTo>
                <a:lnTo>
                  <a:pt x="126288" y="28860"/>
                </a:lnTo>
                <a:lnTo>
                  <a:pt x="125594" y="28830"/>
                </a:lnTo>
                <a:lnTo>
                  <a:pt x="124893" y="28812"/>
                </a:lnTo>
                <a:lnTo>
                  <a:pt x="124185" y="28806"/>
                </a:lnTo>
                <a:lnTo>
                  <a:pt x="123350" y="28814"/>
                </a:lnTo>
                <a:lnTo>
                  <a:pt x="122525" y="28839"/>
                </a:lnTo>
                <a:lnTo>
                  <a:pt x="121707" y="28880"/>
                </a:lnTo>
                <a:lnTo>
                  <a:pt x="120898" y="28936"/>
                </a:lnTo>
                <a:lnTo>
                  <a:pt x="120097" y="29010"/>
                </a:lnTo>
                <a:lnTo>
                  <a:pt x="119305" y="29099"/>
                </a:lnTo>
                <a:lnTo>
                  <a:pt x="118521" y="29205"/>
                </a:lnTo>
                <a:lnTo>
                  <a:pt x="117745" y="29327"/>
                </a:lnTo>
                <a:lnTo>
                  <a:pt x="116978" y="29465"/>
                </a:lnTo>
                <a:lnTo>
                  <a:pt x="116219" y="29620"/>
                </a:lnTo>
                <a:lnTo>
                  <a:pt x="115468" y="29791"/>
                </a:lnTo>
                <a:lnTo>
                  <a:pt x="114726" y="29978"/>
                </a:lnTo>
                <a:lnTo>
                  <a:pt x="113992" y="30182"/>
                </a:lnTo>
                <a:lnTo>
                  <a:pt x="113267" y="30401"/>
                </a:lnTo>
                <a:lnTo>
                  <a:pt x="112550" y="30637"/>
                </a:lnTo>
                <a:lnTo>
                  <a:pt x="111841" y="30890"/>
                </a:lnTo>
                <a:lnTo>
                  <a:pt x="111141" y="31158"/>
                </a:lnTo>
                <a:lnTo>
                  <a:pt x="110449" y="31443"/>
                </a:lnTo>
                <a:lnTo>
                  <a:pt x="109765" y="31744"/>
                </a:lnTo>
                <a:lnTo>
                  <a:pt x="109090" y="32062"/>
                </a:lnTo>
                <a:lnTo>
                  <a:pt x="108423" y="32395"/>
                </a:lnTo>
                <a:lnTo>
                  <a:pt x="107764" y="32745"/>
                </a:lnTo>
                <a:lnTo>
                  <a:pt x="107114" y="33112"/>
                </a:lnTo>
                <a:lnTo>
                  <a:pt x="106472" y="33494"/>
                </a:lnTo>
                <a:lnTo>
                  <a:pt x="105841" y="33891"/>
                </a:lnTo>
                <a:lnTo>
                  <a:pt x="105222" y="34299"/>
                </a:lnTo>
                <a:lnTo>
                  <a:pt x="104615" y="34720"/>
                </a:lnTo>
                <a:lnTo>
                  <a:pt x="104020" y="35154"/>
                </a:lnTo>
                <a:lnTo>
                  <a:pt x="103438" y="35599"/>
                </a:lnTo>
                <a:lnTo>
                  <a:pt x="102867" y="36057"/>
                </a:lnTo>
                <a:lnTo>
                  <a:pt x="102309" y="36527"/>
                </a:lnTo>
                <a:lnTo>
                  <a:pt x="101763" y="37009"/>
                </a:lnTo>
                <a:lnTo>
                  <a:pt x="101230" y="37503"/>
                </a:lnTo>
                <a:lnTo>
                  <a:pt x="100708" y="38009"/>
                </a:lnTo>
                <a:lnTo>
                  <a:pt x="100199" y="38528"/>
                </a:lnTo>
                <a:lnTo>
                  <a:pt x="99702" y="39059"/>
                </a:lnTo>
                <a:lnTo>
                  <a:pt x="99217" y="39602"/>
                </a:lnTo>
                <a:lnTo>
                  <a:pt x="98744" y="40157"/>
                </a:lnTo>
                <a:lnTo>
                  <a:pt x="98284" y="40725"/>
                </a:lnTo>
                <a:lnTo>
                  <a:pt x="97836" y="41305"/>
                </a:lnTo>
                <a:lnTo>
                  <a:pt x="97400" y="41896"/>
                </a:lnTo>
                <a:lnTo>
                  <a:pt x="96976" y="42501"/>
                </a:lnTo>
                <a:lnTo>
                  <a:pt x="96564" y="43117"/>
                </a:lnTo>
                <a:lnTo>
                  <a:pt x="96164" y="43746"/>
                </a:lnTo>
                <a:lnTo>
                  <a:pt x="95777" y="44386"/>
                </a:lnTo>
                <a:lnTo>
                  <a:pt x="95402" y="45039"/>
                </a:lnTo>
                <a:lnTo>
                  <a:pt x="95039" y="45705"/>
                </a:lnTo>
                <a:lnTo>
                  <a:pt x="94689" y="46382"/>
                </a:lnTo>
                <a:lnTo>
                  <a:pt x="94351" y="47069"/>
                </a:lnTo>
                <a:lnTo>
                  <a:pt x="94028" y="47764"/>
                </a:lnTo>
                <a:lnTo>
                  <a:pt x="93720" y="48467"/>
                </a:lnTo>
                <a:lnTo>
                  <a:pt x="93425" y="49178"/>
                </a:lnTo>
                <a:lnTo>
                  <a:pt x="93145" y="49897"/>
                </a:lnTo>
                <a:lnTo>
                  <a:pt x="92880" y="50624"/>
                </a:lnTo>
                <a:lnTo>
                  <a:pt x="92628" y="51359"/>
                </a:lnTo>
                <a:lnTo>
                  <a:pt x="92392" y="52101"/>
                </a:lnTo>
                <a:lnTo>
                  <a:pt x="92169" y="52852"/>
                </a:lnTo>
                <a:lnTo>
                  <a:pt x="91961" y="53610"/>
                </a:lnTo>
                <a:lnTo>
                  <a:pt x="91767" y="54376"/>
                </a:lnTo>
                <a:lnTo>
                  <a:pt x="91588" y="55150"/>
                </a:lnTo>
                <a:lnTo>
                  <a:pt x="91423" y="55932"/>
                </a:lnTo>
                <a:lnTo>
                  <a:pt x="91272" y="56722"/>
                </a:lnTo>
                <a:lnTo>
                  <a:pt x="91135" y="57520"/>
                </a:lnTo>
                <a:lnTo>
                  <a:pt x="91013" y="58326"/>
                </a:lnTo>
                <a:lnTo>
                  <a:pt x="90906" y="59139"/>
                </a:lnTo>
                <a:lnTo>
                  <a:pt x="90812" y="59961"/>
                </a:lnTo>
                <a:lnTo>
                  <a:pt x="90733" y="60790"/>
                </a:lnTo>
                <a:lnTo>
                  <a:pt x="90669" y="61627"/>
                </a:lnTo>
                <a:lnTo>
                  <a:pt x="90619" y="62473"/>
                </a:lnTo>
                <a:lnTo>
                  <a:pt x="90583" y="63326"/>
                </a:lnTo>
                <a:lnTo>
                  <a:pt x="90561" y="64187"/>
                </a:lnTo>
                <a:lnTo>
                  <a:pt x="90554" y="65055"/>
                </a:lnTo>
                <a:lnTo>
                  <a:pt x="90561" y="65925"/>
                </a:lnTo>
                <a:lnTo>
                  <a:pt x="90583" y="66786"/>
                </a:lnTo>
                <a:lnTo>
                  <a:pt x="90619" y="67640"/>
                </a:lnTo>
                <a:lnTo>
                  <a:pt x="90669" y="68486"/>
                </a:lnTo>
                <a:lnTo>
                  <a:pt x="90733" y="69324"/>
                </a:lnTo>
                <a:lnTo>
                  <a:pt x="90812" y="70155"/>
                </a:lnTo>
                <a:lnTo>
                  <a:pt x="90906" y="70978"/>
                </a:lnTo>
                <a:lnTo>
                  <a:pt x="91013" y="71794"/>
                </a:lnTo>
                <a:lnTo>
                  <a:pt x="91135" y="72602"/>
                </a:lnTo>
                <a:lnTo>
                  <a:pt x="91272" y="73402"/>
                </a:lnTo>
                <a:lnTo>
                  <a:pt x="91423" y="74195"/>
                </a:lnTo>
                <a:lnTo>
                  <a:pt x="91588" y="74979"/>
                </a:lnTo>
                <a:lnTo>
                  <a:pt x="91767" y="75757"/>
                </a:lnTo>
                <a:lnTo>
                  <a:pt x="91961" y="76526"/>
                </a:lnTo>
                <a:lnTo>
                  <a:pt x="92169" y="77288"/>
                </a:lnTo>
                <a:lnTo>
                  <a:pt x="92392" y="78042"/>
                </a:lnTo>
                <a:lnTo>
                  <a:pt x="92628" y="78789"/>
                </a:lnTo>
                <a:lnTo>
                  <a:pt x="92880" y="79528"/>
                </a:lnTo>
                <a:lnTo>
                  <a:pt x="93145" y="80259"/>
                </a:lnTo>
                <a:lnTo>
                  <a:pt x="93425" y="80983"/>
                </a:lnTo>
                <a:lnTo>
                  <a:pt x="93720" y="81699"/>
                </a:lnTo>
                <a:lnTo>
                  <a:pt x="94028" y="82407"/>
                </a:lnTo>
                <a:lnTo>
                  <a:pt x="94351" y="83107"/>
                </a:lnTo>
                <a:lnTo>
                  <a:pt x="94689" y="83800"/>
                </a:lnTo>
                <a:lnTo>
                  <a:pt x="95039" y="84483"/>
                </a:lnTo>
                <a:lnTo>
                  <a:pt x="95402" y="85154"/>
                </a:lnTo>
                <a:lnTo>
                  <a:pt x="95776" y="85813"/>
                </a:lnTo>
                <a:lnTo>
                  <a:pt x="96163" y="86459"/>
                </a:lnTo>
                <a:lnTo>
                  <a:pt x="96561" y="87093"/>
                </a:lnTo>
                <a:lnTo>
                  <a:pt x="96971" y="87715"/>
                </a:lnTo>
                <a:lnTo>
                  <a:pt x="97394" y="88325"/>
                </a:lnTo>
                <a:lnTo>
                  <a:pt x="97828" y="88923"/>
                </a:lnTo>
                <a:lnTo>
                  <a:pt x="98274" y="89508"/>
                </a:lnTo>
                <a:lnTo>
                  <a:pt x="98732" y="90081"/>
                </a:lnTo>
                <a:lnTo>
                  <a:pt x="99202" y="90642"/>
                </a:lnTo>
                <a:lnTo>
                  <a:pt x="99685" y="91191"/>
                </a:lnTo>
                <a:lnTo>
                  <a:pt x="100179" y="91728"/>
                </a:lnTo>
                <a:lnTo>
                  <a:pt x="100685" y="92252"/>
                </a:lnTo>
                <a:lnTo>
                  <a:pt x="101203" y="92764"/>
                </a:lnTo>
                <a:lnTo>
                  <a:pt x="101733" y="93264"/>
                </a:lnTo>
                <a:lnTo>
                  <a:pt x="102275" y="93752"/>
                </a:lnTo>
                <a:lnTo>
                  <a:pt x="102828" y="94228"/>
                </a:lnTo>
                <a:lnTo>
                  <a:pt x="103394" y="94691"/>
                </a:lnTo>
                <a:lnTo>
                  <a:pt x="103972" y="95142"/>
                </a:lnTo>
                <a:lnTo>
                  <a:pt x="104562" y="95581"/>
                </a:lnTo>
                <a:lnTo>
                  <a:pt x="105164" y="96008"/>
                </a:lnTo>
                <a:lnTo>
                  <a:pt x="105777" y="96423"/>
                </a:lnTo>
                <a:lnTo>
                  <a:pt x="106403" y="96825"/>
                </a:lnTo>
                <a:lnTo>
                  <a:pt x="107039" y="97213"/>
                </a:lnTo>
                <a:lnTo>
                  <a:pt x="107684" y="97584"/>
                </a:lnTo>
                <a:lnTo>
                  <a:pt x="108337" y="97939"/>
                </a:lnTo>
                <a:lnTo>
                  <a:pt x="108999" y="98278"/>
                </a:lnTo>
                <a:lnTo>
                  <a:pt x="109670" y="98600"/>
                </a:lnTo>
                <a:lnTo>
                  <a:pt x="110349" y="98905"/>
                </a:lnTo>
                <a:lnTo>
                  <a:pt x="111037" y="99194"/>
                </a:lnTo>
                <a:lnTo>
                  <a:pt x="111733" y="99467"/>
                </a:lnTo>
                <a:lnTo>
                  <a:pt x="112438" y="99723"/>
                </a:lnTo>
                <a:lnTo>
                  <a:pt x="113152" y="99962"/>
                </a:lnTo>
                <a:lnTo>
                  <a:pt x="113874" y="100185"/>
                </a:lnTo>
                <a:lnTo>
                  <a:pt x="114605" y="100391"/>
                </a:lnTo>
                <a:lnTo>
                  <a:pt x="115345" y="100581"/>
                </a:lnTo>
                <a:lnTo>
                  <a:pt x="116093" y="100755"/>
                </a:lnTo>
                <a:lnTo>
                  <a:pt x="116849" y="100911"/>
                </a:lnTo>
                <a:lnTo>
                  <a:pt x="117615" y="101052"/>
                </a:lnTo>
                <a:lnTo>
                  <a:pt x="118389" y="101176"/>
                </a:lnTo>
                <a:lnTo>
                  <a:pt x="119171" y="101283"/>
                </a:lnTo>
                <a:lnTo>
                  <a:pt x="119963" y="101374"/>
                </a:lnTo>
                <a:lnTo>
                  <a:pt x="120762" y="101448"/>
                </a:lnTo>
                <a:lnTo>
                  <a:pt x="121571" y="101506"/>
                </a:lnTo>
                <a:lnTo>
                  <a:pt x="122388" y="101547"/>
                </a:lnTo>
                <a:lnTo>
                  <a:pt x="123214" y="101572"/>
                </a:lnTo>
                <a:lnTo>
                  <a:pt x="124048" y="101580"/>
                </a:lnTo>
                <a:lnTo>
                  <a:pt x="124574" y="101577"/>
                </a:lnTo>
                <a:lnTo>
                  <a:pt x="125094" y="101567"/>
                </a:lnTo>
                <a:lnTo>
                  <a:pt x="125609" y="101551"/>
                </a:lnTo>
                <a:lnTo>
                  <a:pt x="126119" y="101528"/>
                </a:lnTo>
                <a:close/>
                <a:moveTo>
                  <a:pt x="123217" y="91427"/>
                </a:moveTo>
                <a:lnTo>
                  <a:pt x="122677" y="91375"/>
                </a:lnTo>
                <a:lnTo>
                  <a:pt x="122144" y="91312"/>
                </a:lnTo>
                <a:lnTo>
                  <a:pt x="121615" y="91238"/>
                </a:lnTo>
                <a:lnTo>
                  <a:pt x="121092" y="91151"/>
                </a:lnTo>
                <a:lnTo>
                  <a:pt x="120574" y="91054"/>
                </a:lnTo>
                <a:lnTo>
                  <a:pt x="120061" y="90945"/>
                </a:lnTo>
                <a:lnTo>
                  <a:pt x="119553" y="90824"/>
                </a:lnTo>
                <a:lnTo>
                  <a:pt x="119051" y="90692"/>
                </a:lnTo>
                <a:lnTo>
                  <a:pt x="118554" y="90549"/>
                </a:lnTo>
                <a:lnTo>
                  <a:pt x="118062" y="90394"/>
                </a:lnTo>
                <a:lnTo>
                  <a:pt x="117576" y="90227"/>
                </a:lnTo>
                <a:lnTo>
                  <a:pt x="117094" y="90049"/>
                </a:lnTo>
                <a:lnTo>
                  <a:pt x="116618" y="89860"/>
                </a:lnTo>
                <a:lnTo>
                  <a:pt x="116148" y="89659"/>
                </a:lnTo>
                <a:lnTo>
                  <a:pt x="115682" y="89447"/>
                </a:lnTo>
                <a:lnTo>
                  <a:pt x="115222" y="89223"/>
                </a:lnTo>
                <a:lnTo>
                  <a:pt x="114767" y="88988"/>
                </a:lnTo>
                <a:lnTo>
                  <a:pt x="114317" y="88741"/>
                </a:lnTo>
                <a:lnTo>
                  <a:pt x="113873" y="88482"/>
                </a:lnTo>
                <a:lnTo>
                  <a:pt x="113434" y="88213"/>
                </a:lnTo>
                <a:lnTo>
                  <a:pt x="113001" y="87933"/>
                </a:lnTo>
                <a:lnTo>
                  <a:pt x="112577" y="87644"/>
                </a:lnTo>
                <a:lnTo>
                  <a:pt x="112161" y="87346"/>
                </a:lnTo>
                <a:lnTo>
                  <a:pt x="111753" y="87039"/>
                </a:lnTo>
                <a:lnTo>
                  <a:pt x="111353" y="86724"/>
                </a:lnTo>
                <a:lnTo>
                  <a:pt x="110962" y="86399"/>
                </a:lnTo>
                <a:lnTo>
                  <a:pt x="110578" y="86066"/>
                </a:lnTo>
                <a:lnTo>
                  <a:pt x="110203" y="85724"/>
                </a:lnTo>
                <a:lnTo>
                  <a:pt x="109835" y="85373"/>
                </a:lnTo>
                <a:lnTo>
                  <a:pt x="109476" y="85013"/>
                </a:lnTo>
                <a:lnTo>
                  <a:pt x="109125" y="84645"/>
                </a:lnTo>
                <a:lnTo>
                  <a:pt x="108782" y="84267"/>
                </a:lnTo>
                <a:lnTo>
                  <a:pt x="108447" y="83881"/>
                </a:lnTo>
                <a:lnTo>
                  <a:pt x="108121" y="83486"/>
                </a:lnTo>
                <a:lnTo>
                  <a:pt x="107802" y="83082"/>
                </a:lnTo>
                <a:lnTo>
                  <a:pt x="107492" y="82669"/>
                </a:lnTo>
                <a:lnTo>
                  <a:pt x="107189" y="82247"/>
                </a:lnTo>
                <a:lnTo>
                  <a:pt x="106895" y="81817"/>
                </a:lnTo>
                <a:lnTo>
                  <a:pt x="106609" y="81377"/>
                </a:lnTo>
                <a:lnTo>
                  <a:pt x="106331" y="80929"/>
                </a:lnTo>
                <a:lnTo>
                  <a:pt x="106061" y="80472"/>
                </a:lnTo>
                <a:lnTo>
                  <a:pt x="105800" y="80006"/>
                </a:lnTo>
                <a:lnTo>
                  <a:pt x="105546" y="79531"/>
                </a:lnTo>
                <a:lnTo>
                  <a:pt x="105301" y="79047"/>
                </a:lnTo>
                <a:lnTo>
                  <a:pt x="105065" y="78555"/>
                </a:lnTo>
                <a:lnTo>
                  <a:pt x="104839" y="78056"/>
                </a:lnTo>
                <a:lnTo>
                  <a:pt x="104623" y="77549"/>
                </a:lnTo>
                <a:lnTo>
                  <a:pt x="104417" y="77035"/>
                </a:lnTo>
                <a:lnTo>
                  <a:pt x="104221" y="76513"/>
                </a:lnTo>
                <a:lnTo>
                  <a:pt x="104035" y="75984"/>
                </a:lnTo>
                <a:lnTo>
                  <a:pt x="103859" y="75448"/>
                </a:lnTo>
                <a:lnTo>
                  <a:pt x="103693" y="74904"/>
                </a:lnTo>
                <a:lnTo>
                  <a:pt x="103537" y="74353"/>
                </a:lnTo>
                <a:lnTo>
                  <a:pt x="103392" y="73794"/>
                </a:lnTo>
                <a:lnTo>
                  <a:pt x="103256" y="73228"/>
                </a:lnTo>
                <a:lnTo>
                  <a:pt x="103131" y="72654"/>
                </a:lnTo>
                <a:lnTo>
                  <a:pt x="103015" y="72074"/>
                </a:lnTo>
                <a:lnTo>
                  <a:pt x="102909" y="71485"/>
                </a:lnTo>
                <a:lnTo>
                  <a:pt x="102814" y="70889"/>
                </a:lnTo>
                <a:lnTo>
                  <a:pt x="102729" y="70286"/>
                </a:lnTo>
                <a:lnTo>
                  <a:pt x="102653" y="69676"/>
                </a:lnTo>
                <a:lnTo>
                  <a:pt x="102588" y="69058"/>
                </a:lnTo>
                <a:lnTo>
                  <a:pt x="102533" y="68432"/>
                </a:lnTo>
                <a:lnTo>
                  <a:pt x="102487" y="67800"/>
                </a:lnTo>
                <a:lnTo>
                  <a:pt x="102452" y="67159"/>
                </a:lnTo>
                <a:lnTo>
                  <a:pt x="102427" y="66512"/>
                </a:lnTo>
                <a:lnTo>
                  <a:pt x="102412" y="65857"/>
                </a:lnTo>
                <a:lnTo>
                  <a:pt x="102407" y="65194"/>
                </a:lnTo>
                <a:lnTo>
                  <a:pt x="102412" y="64543"/>
                </a:lnTo>
                <a:lnTo>
                  <a:pt x="102427" y="63898"/>
                </a:lnTo>
                <a:lnTo>
                  <a:pt x="102452" y="63260"/>
                </a:lnTo>
                <a:lnTo>
                  <a:pt x="102487" y="62629"/>
                </a:lnTo>
                <a:lnTo>
                  <a:pt x="102533" y="62004"/>
                </a:lnTo>
                <a:lnTo>
                  <a:pt x="102588" y="61386"/>
                </a:lnTo>
                <a:lnTo>
                  <a:pt x="102653" y="60775"/>
                </a:lnTo>
                <a:lnTo>
                  <a:pt x="102729" y="60171"/>
                </a:lnTo>
                <a:lnTo>
                  <a:pt x="102814" y="59573"/>
                </a:lnTo>
                <a:lnTo>
                  <a:pt x="102909" y="58982"/>
                </a:lnTo>
                <a:lnTo>
                  <a:pt x="103015" y="58397"/>
                </a:lnTo>
                <a:lnTo>
                  <a:pt x="103131" y="57820"/>
                </a:lnTo>
                <a:lnTo>
                  <a:pt x="103256" y="57249"/>
                </a:lnTo>
                <a:lnTo>
                  <a:pt x="103392" y="56684"/>
                </a:lnTo>
                <a:lnTo>
                  <a:pt x="103537" y="56127"/>
                </a:lnTo>
                <a:lnTo>
                  <a:pt x="103693" y="55576"/>
                </a:lnTo>
                <a:lnTo>
                  <a:pt x="103859" y="55032"/>
                </a:lnTo>
                <a:lnTo>
                  <a:pt x="104035" y="54494"/>
                </a:lnTo>
                <a:lnTo>
                  <a:pt x="104221" y="53964"/>
                </a:lnTo>
                <a:lnTo>
                  <a:pt x="104417" y="53440"/>
                </a:lnTo>
                <a:lnTo>
                  <a:pt x="104623" y="52922"/>
                </a:lnTo>
                <a:lnTo>
                  <a:pt x="104839" y="52412"/>
                </a:lnTo>
                <a:lnTo>
                  <a:pt x="105065" y="51908"/>
                </a:lnTo>
                <a:lnTo>
                  <a:pt x="105301" y="51410"/>
                </a:lnTo>
                <a:lnTo>
                  <a:pt x="105546" y="50921"/>
                </a:lnTo>
                <a:lnTo>
                  <a:pt x="105800" y="50441"/>
                </a:lnTo>
                <a:lnTo>
                  <a:pt x="106061" y="49970"/>
                </a:lnTo>
                <a:lnTo>
                  <a:pt x="106331" y="49508"/>
                </a:lnTo>
                <a:lnTo>
                  <a:pt x="106609" y="49055"/>
                </a:lnTo>
                <a:lnTo>
                  <a:pt x="106895" y="48611"/>
                </a:lnTo>
                <a:lnTo>
                  <a:pt x="107189" y="48176"/>
                </a:lnTo>
                <a:lnTo>
                  <a:pt x="107492" y="47751"/>
                </a:lnTo>
                <a:lnTo>
                  <a:pt x="107802" y="47334"/>
                </a:lnTo>
                <a:lnTo>
                  <a:pt x="108121" y="46927"/>
                </a:lnTo>
                <a:lnTo>
                  <a:pt x="108447" y="46528"/>
                </a:lnTo>
                <a:lnTo>
                  <a:pt x="108782" y="46139"/>
                </a:lnTo>
                <a:lnTo>
                  <a:pt x="109125" y="45759"/>
                </a:lnTo>
                <a:lnTo>
                  <a:pt x="109476" y="45388"/>
                </a:lnTo>
                <a:lnTo>
                  <a:pt x="109835" y="45026"/>
                </a:lnTo>
                <a:lnTo>
                  <a:pt x="110203" y="44673"/>
                </a:lnTo>
                <a:lnTo>
                  <a:pt x="110578" y="44329"/>
                </a:lnTo>
                <a:lnTo>
                  <a:pt x="110962" y="43995"/>
                </a:lnTo>
                <a:lnTo>
                  <a:pt x="111353" y="43669"/>
                </a:lnTo>
                <a:lnTo>
                  <a:pt x="111753" y="43353"/>
                </a:lnTo>
                <a:lnTo>
                  <a:pt x="112161" y="43045"/>
                </a:lnTo>
                <a:lnTo>
                  <a:pt x="112577" y="42747"/>
                </a:lnTo>
                <a:lnTo>
                  <a:pt x="113001" y="42458"/>
                </a:lnTo>
                <a:lnTo>
                  <a:pt x="113434" y="42178"/>
                </a:lnTo>
                <a:lnTo>
                  <a:pt x="113873" y="41908"/>
                </a:lnTo>
                <a:lnTo>
                  <a:pt x="114317" y="41649"/>
                </a:lnTo>
                <a:lnTo>
                  <a:pt x="114767" y="41402"/>
                </a:lnTo>
                <a:lnTo>
                  <a:pt x="115222" y="41167"/>
                </a:lnTo>
                <a:lnTo>
                  <a:pt x="115682" y="40943"/>
                </a:lnTo>
                <a:lnTo>
                  <a:pt x="116148" y="40730"/>
                </a:lnTo>
                <a:lnTo>
                  <a:pt x="116618" y="40529"/>
                </a:lnTo>
                <a:lnTo>
                  <a:pt x="117094" y="40340"/>
                </a:lnTo>
                <a:lnTo>
                  <a:pt x="117576" y="40162"/>
                </a:lnTo>
                <a:lnTo>
                  <a:pt x="118062" y="39995"/>
                </a:lnTo>
                <a:lnTo>
                  <a:pt x="118554" y="39840"/>
                </a:lnTo>
                <a:lnTo>
                  <a:pt x="119051" y="39697"/>
                </a:lnTo>
                <a:lnTo>
                  <a:pt x="119553" y="39565"/>
                </a:lnTo>
                <a:lnTo>
                  <a:pt x="120061" y="39444"/>
                </a:lnTo>
                <a:lnTo>
                  <a:pt x="120574" y="39335"/>
                </a:lnTo>
                <a:lnTo>
                  <a:pt x="121092" y="39237"/>
                </a:lnTo>
                <a:lnTo>
                  <a:pt x="121615" y="39151"/>
                </a:lnTo>
                <a:lnTo>
                  <a:pt x="122144" y="39076"/>
                </a:lnTo>
                <a:lnTo>
                  <a:pt x="122677" y="39013"/>
                </a:lnTo>
                <a:lnTo>
                  <a:pt x="123217" y="38962"/>
                </a:lnTo>
                <a:lnTo>
                  <a:pt x="123761" y="38921"/>
                </a:lnTo>
                <a:lnTo>
                  <a:pt x="124311" y="38893"/>
                </a:lnTo>
                <a:lnTo>
                  <a:pt x="124865" y="38875"/>
                </a:lnTo>
                <a:lnTo>
                  <a:pt x="125426" y="38870"/>
                </a:lnTo>
                <a:lnTo>
                  <a:pt x="125997" y="38875"/>
                </a:lnTo>
                <a:lnTo>
                  <a:pt x="126563" y="38893"/>
                </a:lnTo>
                <a:lnTo>
                  <a:pt x="127123" y="38921"/>
                </a:lnTo>
                <a:lnTo>
                  <a:pt x="127677" y="38962"/>
                </a:lnTo>
                <a:lnTo>
                  <a:pt x="128225" y="39013"/>
                </a:lnTo>
                <a:lnTo>
                  <a:pt x="128768" y="39076"/>
                </a:lnTo>
                <a:lnTo>
                  <a:pt x="129305" y="39151"/>
                </a:lnTo>
                <a:lnTo>
                  <a:pt x="129836" y="39237"/>
                </a:lnTo>
                <a:lnTo>
                  <a:pt x="130362" y="39335"/>
                </a:lnTo>
                <a:lnTo>
                  <a:pt x="130881" y="39444"/>
                </a:lnTo>
                <a:lnTo>
                  <a:pt x="131395" y="39565"/>
                </a:lnTo>
                <a:lnTo>
                  <a:pt x="131904" y="39697"/>
                </a:lnTo>
                <a:lnTo>
                  <a:pt x="132406" y="39840"/>
                </a:lnTo>
                <a:lnTo>
                  <a:pt x="132903" y="39995"/>
                </a:lnTo>
                <a:lnTo>
                  <a:pt x="133394" y="40162"/>
                </a:lnTo>
                <a:lnTo>
                  <a:pt x="133879" y="40340"/>
                </a:lnTo>
                <a:lnTo>
                  <a:pt x="134359" y="40529"/>
                </a:lnTo>
                <a:lnTo>
                  <a:pt x="134832" y="40730"/>
                </a:lnTo>
                <a:lnTo>
                  <a:pt x="135300" y="40943"/>
                </a:lnTo>
                <a:lnTo>
                  <a:pt x="135763" y="41167"/>
                </a:lnTo>
                <a:lnTo>
                  <a:pt x="136219" y="41402"/>
                </a:lnTo>
                <a:lnTo>
                  <a:pt x="136670" y="41649"/>
                </a:lnTo>
                <a:lnTo>
                  <a:pt x="137115" y="41908"/>
                </a:lnTo>
                <a:lnTo>
                  <a:pt x="137554" y="42178"/>
                </a:lnTo>
                <a:lnTo>
                  <a:pt x="137986" y="42458"/>
                </a:lnTo>
                <a:lnTo>
                  <a:pt x="138411" y="42747"/>
                </a:lnTo>
                <a:lnTo>
                  <a:pt x="138827" y="43045"/>
                </a:lnTo>
                <a:lnTo>
                  <a:pt x="139235" y="43353"/>
                </a:lnTo>
                <a:lnTo>
                  <a:pt x="139634" y="43669"/>
                </a:lnTo>
                <a:lnTo>
                  <a:pt x="140026" y="43995"/>
                </a:lnTo>
                <a:lnTo>
                  <a:pt x="140410" y="44329"/>
                </a:lnTo>
                <a:lnTo>
                  <a:pt x="140785" y="44673"/>
                </a:lnTo>
                <a:lnTo>
                  <a:pt x="141152" y="45026"/>
                </a:lnTo>
                <a:lnTo>
                  <a:pt x="141511" y="45388"/>
                </a:lnTo>
                <a:lnTo>
                  <a:pt x="141862" y="45759"/>
                </a:lnTo>
                <a:lnTo>
                  <a:pt x="142205" y="46139"/>
                </a:lnTo>
                <a:lnTo>
                  <a:pt x="142540" y="46528"/>
                </a:lnTo>
                <a:lnTo>
                  <a:pt x="142866" y="46927"/>
                </a:lnTo>
                <a:lnTo>
                  <a:pt x="143185" y="47334"/>
                </a:lnTo>
                <a:lnTo>
                  <a:pt x="143495" y="47751"/>
                </a:lnTo>
                <a:lnTo>
                  <a:pt x="143797" y="48176"/>
                </a:lnTo>
                <a:lnTo>
                  <a:pt x="144091" y="48611"/>
                </a:lnTo>
                <a:lnTo>
                  <a:pt x="144377" y="49055"/>
                </a:lnTo>
                <a:lnTo>
                  <a:pt x="144655" y="49508"/>
                </a:lnTo>
                <a:lnTo>
                  <a:pt x="144925" y="49970"/>
                </a:lnTo>
                <a:lnTo>
                  <a:pt x="145186" y="50441"/>
                </a:lnTo>
                <a:lnTo>
                  <a:pt x="145440" y="50921"/>
                </a:lnTo>
                <a:lnTo>
                  <a:pt x="145685" y="51410"/>
                </a:lnTo>
                <a:lnTo>
                  <a:pt x="145921" y="51908"/>
                </a:lnTo>
                <a:lnTo>
                  <a:pt x="146147" y="52412"/>
                </a:lnTo>
                <a:lnTo>
                  <a:pt x="146364" y="52922"/>
                </a:lnTo>
                <a:lnTo>
                  <a:pt x="146570" y="53440"/>
                </a:lnTo>
                <a:lnTo>
                  <a:pt x="146766" y="53964"/>
                </a:lnTo>
                <a:lnTo>
                  <a:pt x="146952" y="54494"/>
                </a:lnTo>
                <a:lnTo>
                  <a:pt x="147128" y="55032"/>
                </a:lnTo>
                <a:lnTo>
                  <a:pt x="147294" y="55576"/>
                </a:lnTo>
                <a:lnTo>
                  <a:pt x="147450" y="56127"/>
                </a:lnTo>
                <a:lnTo>
                  <a:pt x="147595" y="56684"/>
                </a:lnTo>
                <a:lnTo>
                  <a:pt x="147731" y="57249"/>
                </a:lnTo>
                <a:lnTo>
                  <a:pt x="147857" y="57820"/>
                </a:lnTo>
                <a:lnTo>
                  <a:pt x="147972" y="58397"/>
                </a:lnTo>
                <a:lnTo>
                  <a:pt x="148078" y="58982"/>
                </a:lnTo>
                <a:lnTo>
                  <a:pt x="148174" y="59573"/>
                </a:lnTo>
                <a:lnTo>
                  <a:pt x="148259" y="60171"/>
                </a:lnTo>
                <a:lnTo>
                  <a:pt x="148334" y="60775"/>
                </a:lnTo>
                <a:lnTo>
                  <a:pt x="148400" y="61386"/>
                </a:lnTo>
                <a:lnTo>
                  <a:pt x="148455" y="62004"/>
                </a:lnTo>
                <a:lnTo>
                  <a:pt x="148500" y="62629"/>
                </a:lnTo>
                <a:lnTo>
                  <a:pt x="148536" y="63260"/>
                </a:lnTo>
                <a:lnTo>
                  <a:pt x="148561" y="63898"/>
                </a:lnTo>
                <a:lnTo>
                  <a:pt x="148576" y="64543"/>
                </a:lnTo>
                <a:lnTo>
                  <a:pt x="148581" y="65194"/>
                </a:lnTo>
                <a:lnTo>
                  <a:pt x="148576" y="65857"/>
                </a:lnTo>
                <a:lnTo>
                  <a:pt x="148561" y="66512"/>
                </a:lnTo>
                <a:lnTo>
                  <a:pt x="148536" y="67159"/>
                </a:lnTo>
                <a:lnTo>
                  <a:pt x="148500" y="67800"/>
                </a:lnTo>
                <a:lnTo>
                  <a:pt x="148455" y="68432"/>
                </a:lnTo>
                <a:lnTo>
                  <a:pt x="148400" y="69058"/>
                </a:lnTo>
                <a:lnTo>
                  <a:pt x="148334" y="69676"/>
                </a:lnTo>
                <a:lnTo>
                  <a:pt x="148259" y="70286"/>
                </a:lnTo>
                <a:lnTo>
                  <a:pt x="148174" y="70889"/>
                </a:lnTo>
                <a:lnTo>
                  <a:pt x="148078" y="71485"/>
                </a:lnTo>
                <a:lnTo>
                  <a:pt x="147972" y="72074"/>
                </a:lnTo>
                <a:lnTo>
                  <a:pt x="147857" y="72654"/>
                </a:lnTo>
                <a:lnTo>
                  <a:pt x="147731" y="73228"/>
                </a:lnTo>
                <a:lnTo>
                  <a:pt x="147595" y="73794"/>
                </a:lnTo>
                <a:lnTo>
                  <a:pt x="147450" y="74353"/>
                </a:lnTo>
                <a:lnTo>
                  <a:pt x="147294" y="74904"/>
                </a:lnTo>
                <a:lnTo>
                  <a:pt x="147128" y="75448"/>
                </a:lnTo>
                <a:lnTo>
                  <a:pt x="146952" y="75984"/>
                </a:lnTo>
                <a:lnTo>
                  <a:pt x="146766" y="76513"/>
                </a:lnTo>
                <a:lnTo>
                  <a:pt x="146570" y="77035"/>
                </a:lnTo>
                <a:lnTo>
                  <a:pt x="146364" y="77549"/>
                </a:lnTo>
                <a:lnTo>
                  <a:pt x="146147" y="78056"/>
                </a:lnTo>
                <a:lnTo>
                  <a:pt x="145921" y="78555"/>
                </a:lnTo>
                <a:lnTo>
                  <a:pt x="145685" y="79047"/>
                </a:lnTo>
                <a:lnTo>
                  <a:pt x="145440" y="79531"/>
                </a:lnTo>
                <a:lnTo>
                  <a:pt x="145186" y="80006"/>
                </a:lnTo>
                <a:lnTo>
                  <a:pt x="144925" y="80472"/>
                </a:lnTo>
                <a:lnTo>
                  <a:pt x="144655" y="80929"/>
                </a:lnTo>
                <a:lnTo>
                  <a:pt x="144377" y="81377"/>
                </a:lnTo>
                <a:lnTo>
                  <a:pt x="144091" y="81817"/>
                </a:lnTo>
                <a:lnTo>
                  <a:pt x="143797" y="82247"/>
                </a:lnTo>
                <a:lnTo>
                  <a:pt x="143495" y="82669"/>
                </a:lnTo>
                <a:lnTo>
                  <a:pt x="143185" y="83082"/>
                </a:lnTo>
                <a:lnTo>
                  <a:pt x="142866" y="83486"/>
                </a:lnTo>
                <a:lnTo>
                  <a:pt x="142540" y="83881"/>
                </a:lnTo>
                <a:lnTo>
                  <a:pt x="142205" y="84267"/>
                </a:lnTo>
                <a:lnTo>
                  <a:pt x="141862" y="84645"/>
                </a:lnTo>
                <a:lnTo>
                  <a:pt x="141511" y="85013"/>
                </a:lnTo>
                <a:lnTo>
                  <a:pt x="141152" y="85373"/>
                </a:lnTo>
                <a:lnTo>
                  <a:pt x="140785" y="85724"/>
                </a:lnTo>
                <a:lnTo>
                  <a:pt x="140410" y="86066"/>
                </a:lnTo>
                <a:lnTo>
                  <a:pt x="140026" y="86399"/>
                </a:lnTo>
                <a:lnTo>
                  <a:pt x="139634" y="86724"/>
                </a:lnTo>
                <a:lnTo>
                  <a:pt x="139235" y="87039"/>
                </a:lnTo>
                <a:lnTo>
                  <a:pt x="138827" y="87346"/>
                </a:lnTo>
                <a:lnTo>
                  <a:pt x="138411" y="87644"/>
                </a:lnTo>
                <a:lnTo>
                  <a:pt x="137986" y="87933"/>
                </a:lnTo>
                <a:lnTo>
                  <a:pt x="137554" y="88213"/>
                </a:lnTo>
                <a:lnTo>
                  <a:pt x="137115" y="88482"/>
                </a:lnTo>
                <a:lnTo>
                  <a:pt x="136670" y="88741"/>
                </a:lnTo>
                <a:lnTo>
                  <a:pt x="136219" y="88988"/>
                </a:lnTo>
                <a:lnTo>
                  <a:pt x="135763" y="89223"/>
                </a:lnTo>
                <a:lnTo>
                  <a:pt x="135300" y="89447"/>
                </a:lnTo>
                <a:lnTo>
                  <a:pt x="134832" y="89659"/>
                </a:lnTo>
                <a:lnTo>
                  <a:pt x="134359" y="89860"/>
                </a:lnTo>
                <a:lnTo>
                  <a:pt x="133879" y="90049"/>
                </a:lnTo>
                <a:lnTo>
                  <a:pt x="133394" y="90227"/>
                </a:lnTo>
                <a:lnTo>
                  <a:pt x="132903" y="90394"/>
                </a:lnTo>
                <a:lnTo>
                  <a:pt x="132406" y="90549"/>
                </a:lnTo>
                <a:lnTo>
                  <a:pt x="131904" y="90692"/>
                </a:lnTo>
                <a:lnTo>
                  <a:pt x="131395" y="90824"/>
                </a:lnTo>
                <a:lnTo>
                  <a:pt x="130881" y="90945"/>
                </a:lnTo>
                <a:lnTo>
                  <a:pt x="130362" y="91054"/>
                </a:lnTo>
                <a:lnTo>
                  <a:pt x="129836" y="91151"/>
                </a:lnTo>
                <a:lnTo>
                  <a:pt x="129305" y="91238"/>
                </a:lnTo>
                <a:lnTo>
                  <a:pt x="128768" y="91312"/>
                </a:lnTo>
                <a:lnTo>
                  <a:pt x="128225" y="91375"/>
                </a:lnTo>
                <a:lnTo>
                  <a:pt x="127677" y="91427"/>
                </a:lnTo>
                <a:lnTo>
                  <a:pt x="127123" y="91467"/>
                </a:lnTo>
                <a:lnTo>
                  <a:pt x="126563" y="91496"/>
                </a:lnTo>
                <a:lnTo>
                  <a:pt x="125997" y="91513"/>
                </a:lnTo>
                <a:lnTo>
                  <a:pt x="125426" y="91519"/>
                </a:lnTo>
                <a:lnTo>
                  <a:pt x="124865" y="91513"/>
                </a:lnTo>
                <a:lnTo>
                  <a:pt x="124311" y="91496"/>
                </a:lnTo>
                <a:lnTo>
                  <a:pt x="123761" y="91467"/>
                </a:lnTo>
                <a:lnTo>
                  <a:pt x="123217" y="91427"/>
                </a:lnTo>
                <a:close/>
                <a:moveTo>
                  <a:pt x="212538" y="101528"/>
                </a:moveTo>
                <a:lnTo>
                  <a:pt x="213043" y="101499"/>
                </a:lnTo>
                <a:lnTo>
                  <a:pt x="213542" y="101464"/>
                </a:lnTo>
                <a:lnTo>
                  <a:pt x="214036" y="101422"/>
                </a:lnTo>
                <a:lnTo>
                  <a:pt x="214525" y="101374"/>
                </a:lnTo>
                <a:lnTo>
                  <a:pt x="215008" y="101319"/>
                </a:lnTo>
                <a:lnTo>
                  <a:pt x="215487" y="101257"/>
                </a:lnTo>
                <a:lnTo>
                  <a:pt x="215960" y="101190"/>
                </a:lnTo>
                <a:lnTo>
                  <a:pt x="216427" y="101115"/>
                </a:lnTo>
                <a:lnTo>
                  <a:pt x="216890" y="101035"/>
                </a:lnTo>
                <a:lnTo>
                  <a:pt x="217347" y="100947"/>
                </a:lnTo>
                <a:lnTo>
                  <a:pt x="217799" y="100854"/>
                </a:lnTo>
                <a:lnTo>
                  <a:pt x="218246" y="100754"/>
                </a:lnTo>
                <a:lnTo>
                  <a:pt x="218687" y="100647"/>
                </a:lnTo>
                <a:lnTo>
                  <a:pt x="219123" y="100534"/>
                </a:lnTo>
                <a:lnTo>
                  <a:pt x="219554" y="100415"/>
                </a:lnTo>
                <a:lnTo>
                  <a:pt x="219980" y="100289"/>
                </a:lnTo>
                <a:lnTo>
                  <a:pt x="220401" y="100157"/>
                </a:lnTo>
                <a:lnTo>
                  <a:pt x="220816" y="100018"/>
                </a:lnTo>
                <a:lnTo>
                  <a:pt x="221226" y="99873"/>
                </a:lnTo>
                <a:lnTo>
                  <a:pt x="221630" y="99721"/>
                </a:lnTo>
                <a:lnTo>
                  <a:pt x="222030" y="99564"/>
                </a:lnTo>
                <a:lnTo>
                  <a:pt x="222425" y="99403"/>
                </a:lnTo>
                <a:lnTo>
                  <a:pt x="222815" y="99238"/>
                </a:lnTo>
                <a:lnTo>
                  <a:pt x="223200" y="99070"/>
                </a:lnTo>
                <a:lnTo>
                  <a:pt x="223581" y="98898"/>
                </a:lnTo>
                <a:lnTo>
                  <a:pt x="223956" y="98721"/>
                </a:lnTo>
                <a:lnTo>
                  <a:pt x="224327" y="98541"/>
                </a:lnTo>
                <a:lnTo>
                  <a:pt x="224693" y="98358"/>
                </a:lnTo>
                <a:lnTo>
                  <a:pt x="225055" y="98170"/>
                </a:lnTo>
                <a:lnTo>
                  <a:pt x="225411" y="97979"/>
                </a:lnTo>
                <a:lnTo>
                  <a:pt x="225763" y="97783"/>
                </a:lnTo>
                <a:lnTo>
                  <a:pt x="226110" y="97584"/>
                </a:lnTo>
                <a:lnTo>
                  <a:pt x="226452" y="97381"/>
                </a:lnTo>
                <a:lnTo>
                  <a:pt x="226790" y="97174"/>
                </a:lnTo>
                <a:lnTo>
                  <a:pt x="227122" y="96964"/>
                </a:lnTo>
                <a:lnTo>
                  <a:pt x="227450" y="96749"/>
                </a:lnTo>
                <a:lnTo>
                  <a:pt x="227773" y="96531"/>
                </a:lnTo>
                <a:lnTo>
                  <a:pt x="228091" y="96309"/>
                </a:lnTo>
                <a:lnTo>
                  <a:pt x="228405" y="96083"/>
                </a:lnTo>
                <a:lnTo>
                  <a:pt x="228713" y="95854"/>
                </a:lnTo>
                <a:lnTo>
                  <a:pt x="229017" y="95620"/>
                </a:lnTo>
                <a:lnTo>
                  <a:pt x="229316" y="95383"/>
                </a:lnTo>
                <a:lnTo>
                  <a:pt x="229610" y="95141"/>
                </a:lnTo>
                <a:lnTo>
                  <a:pt x="229900" y="94896"/>
                </a:lnTo>
                <a:lnTo>
                  <a:pt x="230185" y="94649"/>
                </a:lnTo>
                <a:lnTo>
                  <a:pt x="230465" y="94399"/>
                </a:lnTo>
                <a:lnTo>
                  <a:pt x="230742" y="94148"/>
                </a:lnTo>
                <a:lnTo>
                  <a:pt x="231014" y="93895"/>
                </a:lnTo>
                <a:lnTo>
                  <a:pt x="231281" y="93641"/>
                </a:lnTo>
                <a:lnTo>
                  <a:pt x="231545" y="93385"/>
                </a:lnTo>
                <a:lnTo>
                  <a:pt x="231804" y="93127"/>
                </a:lnTo>
                <a:lnTo>
                  <a:pt x="232059" y="92867"/>
                </a:lnTo>
                <a:lnTo>
                  <a:pt x="232309" y="92606"/>
                </a:lnTo>
                <a:lnTo>
                  <a:pt x="232555" y="92343"/>
                </a:lnTo>
                <a:lnTo>
                  <a:pt x="232797" y="92079"/>
                </a:lnTo>
                <a:lnTo>
                  <a:pt x="233035" y="91813"/>
                </a:lnTo>
                <a:lnTo>
                  <a:pt x="233268" y="91545"/>
                </a:lnTo>
                <a:lnTo>
                  <a:pt x="233497" y="91275"/>
                </a:lnTo>
                <a:lnTo>
                  <a:pt x="233722" y="91004"/>
                </a:lnTo>
                <a:lnTo>
                  <a:pt x="233942" y="90731"/>
                </a:lnTo>
                <a:lnTo>
                  <a:pt x="234159" y="90457"/>
                </a:lnTo>
                <a:lnTo>
                  <a:pt x="234370" y="90181"/>
                </a:lnTo>
                <a:lnTo>
                  <a:pt x="234578" y="89903"/>
                </a:lnTo>
                <a:lnTo>
                  <a:pt x="234781" y="89623"/>
                </a:lnTo>
                <a:lnTo>
                  <a:pt x="234980" y="89342"/>
                </a:lnTo>
                <a:lnTo>
                  <a:pt x="235175" y="89059"/>
                </a:lnTo>
                <a:lnTo>
                  <a:pt x="235365" y="88774"/>
                </a:lnTo>
                <a:lnTo>
                  <a:pt x="235551" y="88488"/>
                </a:lnTo>
                <a:lnTo>
                  <a:pt x="236516" y="99927"/>
                </a:lnTo>
                <a:lnTo>
                  <a:pt x="246992" y="99927"/>
                </a:lnTo>
                <a:lnTo>
                  <a:pt x="246992" y="690"/>
                </a:lnTo>
                <a:lnTo>
                  <a:pt x="235414" y="690"/>
                </a:lnTo>
                <a:lnTo>
                  <a:pt x="235414" y="41900"/>
                </a:lnTo>
                <a:lnTo>
                  <a:pt x="235122" y="41388"/>
                </a:lnTo>
                <a:lnTo>
                  <a:pt x="234819" y="40886"/>
                </a:lnTo>
                <a:lnTo>
                  <a:pt x="234506" y="40393"/>
                </a:lnTo>
                <a:lnTo>
                  <a:pt x="234183" y="39909"/>
                </a:lnTo>
                <a:lnTo>
                  <a:pt x="233849" y="39436"/>
                </a:lnTo>
                <a:lnTo>
                  <a:pt x="233505" y="38971"/>
                </a:lnTo>
                <a:lnTo>
                  <a:pt x="233151" y="38517"/>
                </a:lnTo>
                <a:lnTo>
                  <a:pt x="232787" y="38072"/>
                </a:lnTo>
                <a:lnTo>
                  <a:pt x="232412" y="37636"/>
                </a:lnTo>
                <a:lnTo>
                  <a:pt x="232027" y="37210"/>
                </a:lnTo>
                <a:lnTo>
                  <a:pt x="231632" y="36794"/>
                </a:lnTo>
                <a:lnTo>
                  <a:pt x="231226" y="36387"/>
                </a:lnTo>
                <a:lnTo>
                  <a:pt x="230810" y="35990"/>
                </a:lnTo>
                <a:lnTo>
                  <a:pt x="230384" y="35603"/>
                </a:lnTo>
                <a:lnTo>
                  <a:pt x="229948" y="35225"/>
                </a:lnTo>
                <a:lnTo>
                  <a:pt x="229501" y="34856"/>
                </a:lnTo>
                <a:lnTo>
                  <a:pt x="229044" y="34497"/>
                </a:lnTo>
                <a:lnTo>
                  <a:pt x="228577" y="34148"/>
                </a:lnTo>
                <a:lnTo>
                  <a:pt x="228099" y="33808"/>
                </a:lnTo>
                <a:lnTo>
                  <a:pt x="227611" y="33478"/>
                </a:lnTo>
                <a:lnTo>
                  <a:pt x="227113" y="33158"/>
                </a:lnTo>
                <a:lnTo>
                  <a:pt x="226605" y="32847"/>
                </a:lnTo>
                <a:lnTo>
                  <a:pt x="226086" y="32545"/>
                </a:lnTo>
                <a:lnTo>
                  <a:pt x="225557" y="32253"/>
                </a:lnTo>
                <a:lnTo>
                  <a:pt x="225019" y="31972"/>
                </a:lnTo>
                <a:lnTo>
                  <a:pt x="224474" y="31703"/>
                </a:lnTo>
                <a:lnTo>
                  <a:pt x="223921" y="31445"/>
                </a:lnTo>
                <a:lnTo>
                  <a:pt x="223361" y="31200"/>
                </a:lnTo>
                <a:lnTo>
                  <a:pt x="222794" y="30967"/>
                </a:lnTo>
                <a:lnTo>
                  <a:pt x="222219" y="30745"/>
                </a:lnTo>
                <a:lnTo>
                  <a:pt x="221637" y="30536"/>
                </a:lnTo>
                <a:lnTo>
                  <a:pt x="221047" y="30338"/>
                </a:lnTo>
                <a:lnTo>
                  <a:pt x="220450" y="30153"/>
                </a:lnTo>
                <a:lnTo>
                  <a:pt x="219846" y="29979"/>
                </a:lnTo>
                <a:lnTo>
                  <a:pt x="219234" y="29818"/>
                </a:lnTo>
                <a:lnTo>
                  <a:pt x="218615" y="29668"/>
                </a:lnTo>
                <a:lnTo>
                  <a:pt x="217988" y="29530"/>
                </a:lnTo>
                <a:lnTo>
                  <a:pt x="217354" y="29405"/>
                </a:lnTo>
                <a:lnTo>
                  <a:pt x="216712" y="29291"/>
                </a:lnTo>
                <a:lnTo>
                  <a:pt x="216063" y="29189"/>
                </a:lnTo>
                <a:lnTo>
                  <a:pt x="215407" y="29099"/>
                </a:lnTo>
                <a:lnTo>
                  <a:pt x="214743" y="29022"/>
                </a:lnTo>
                <a:lnTo>
                  <a:pt x="214071" y="28956"/>
                </a:lnTo>
                <a:lnTo>
                  <a:pt x="213393" y="28902"/>
                </a:lnTo>
                <a:lnTo>
                  <a:pt x="212707" y="28860"/>
                </a:lnTo>
                <a:lnTo>
                  <a:pt x="212013" y="28830"/>
                </a:lnTo>
                <a:lnTo>
                  <a:pt x="211312" y="28812"/>
                </a:lnTo>
                <a:lnTo>
                  <a:pt x="210604" y="28806"/>
                </a:lnTo>
                <a:lnTo>
                  <a:pt x="209770" y="28814"/>
                </a:lnTo>
                <a:lnTo>
                  <a:pt x="208944" y="28839"/>
                </a:lnTo>
                <a:lnTo>
                  <a:pt x="208126" y="28880"/>
                </a:lnTo>
                <a:lnTo>
                  <a:pt x="207317" y="28936"/>
                </a:lnTo>
                <a:lnTo>
                  <a:pt x="206516" y="29010"/>
                </a:lnTo>
                <a:lnTo>
                  <a:pt x="205724" y="29099"/>
                </a:lnTo>
                <a:lnTo>
                  <a:pt x="204940" y="29205"/>
                </a:lnTo>
                <a:lnTo>
                  <a:pt x="204164" y="29327"/>
                </a:lnTo>
                <a:lnTo>
                  <a:pt x="203397" y="29465"/>
                </a:lnTo>
                <a:lnTo>
                  <a:pt x="202638" y="29620"/>
                </a:lnTo>
                <a:lnTo>
                  <a:pt x="201887" y="29791"/>
                </a:lnTo>
                <a:lnTo>
                  <a:pt x="201145" y="29978"/>
                </a:lnTo>
                <a:lnTo>
                  <a:pt x="200411" y="30182"/>
                </a:lnTo>
                <a:lnTo>
                  <a:pt x="199686" y="30401"/>
                </a:lnTo>
                <a:lnTo>
                  <a:pt x="198969" y="30637"/>
                </a:lnTo>
                <a:lnTo>
                  <a:pt x="198260" y="30890"/>
                </a:lnTo>
                <a:lnTo>
                  <a:pt x="197560" y="31158"/>
                </a:lnTo>
                <a:lnTo>
                  <a:pt x="196868" y="31443"/>
                </a:lnTo>
                <a:lnTo>
                  <a:pt x="196184" y="31744"/>
                </a:lnTo>
                <a:lnTo>
                  <a:pt x="195509" y="32062"/>
                </a:lnTo>
                <a:lnTo>
                  <a:pt x="194842" y="32395"/>
                </a:lnTo>
                <a:lnTo>
                  <a:pt x="194183" y="32745"/>
                </a:lnTo>
                <a:lnTo>
                  <a:pt x="193533" y="33112"/>
                </a:lnTo>
                <a:lnTo>
                  <a:pt x="192891" y="33494"/>
                </a:lnTo>
                <a:lnTo>
                  <a:pt x="192260" y="33891"/>
                </a:lnTo>
                <a:lnTo>
                  <a:pt x="191641" y="34299"/>
                </a:lnTo>
                <a:lnTo>
                  <a:pt x="191034" y="34720"/>
                </a:lnTo>
                <a:lnTo>
                  <a:pt x="190439" y="35154"/>
                </a:lnTo>
                <a:lnTo>
                  <a:pt x="189857" y="35599"/>
                </a:lnTo>
                <a:lnTo>
                  <a:pt x="189287" y="36057"/>
                </a:lnTo>
                <a:lnTo>
                  <a:pt x="188728" y="36527"/>
                </a:lnTo>
                <a:lnTo>
                  <a:pt x="188183" y="37009"/>
                </a:lnTo>
                <a:lnTo>
                  <a:pt x="187649" y="37503"/>
                </a:lnTo>
                <a:lnTo>
                  <a:pt x="187127" y="38009"/>
                </a:lnTo>
                <a:lnTo>
                  <a:pt x="186618" y="38528"/>
                </a:lnTo>
                <a:lnTo>
                  <a:pt x="186121" y="39059"/>
                </a:lnTo>
                <a:lnTo>
                  <a:pt x="185636" y="39602"/>
                </a:lnTo>
                <a:lnTo>
                  <a:pt x="185163" y="40157"/>
                </a:lnTo>
                <a:lnTo>
                  <a:pt x="184703" y="40725"/>
                </a:lnTo>
                <a:lnTo>
                  <a:pt x="184255" y="41305"/>
                </a:lnTo>
                <a:lnTo>
                  <a:pt x="183819" y="41896"/>
                </a:lnTo>
                <a:lnTo>
                  <a:pt x="183395" y="42501"/>
                </a:lnTo>
                <a:lnTo>
                  <a:pt x="182983" y="43117"/>
                </a:lnTo>
                <a:lnTo>
                  <a:pt x="182584" y="43746"/>
                </a:lnTo>
                <a:lnTo>
                  <a:pt x="182196" y="44386"/>
                </a:lnTo>
                <a:lnTo>
                  <a:pt x="181821" y="45039"/>
                </a:lnTo>
                <a:lnTo>
                  <a:pt x="181458" y="45705"/>
                </a:lnTo>
                <a:lnTo>
                  <a:pt x="181108" y="46382"/>
                </a:lnTo>
                <a:lnTo>
                  <a:pt x="180770" y="47069"/>
                </a:lnTo>
                <a:lnTo>
                  <a:pt x="180447" y="47764"/>
                </a:lnTo>
                <a:lnTo>
                  <a:pt x="180139" y="48467"/>
                </a:lnTo>
                <a:lnTo>
                  <a:pt x="179844" y="49178"/>
                </a:lnTo>
                <a:lnTo>
                  <a:pt x="179564" y="49897"/>
                </a:lnTo>
                <a:lnTo>
                  <a:pt x="179299" y="50624"/>
                </a:lnTo>
                <a:lnTo>
                  <a:pt x="179048" y="51359"/>
                </a:lnTo>
                <a:lnTo>
                  <a:pt x="178811" y="52101"/>
                </a:lnTo>
                <a:lnTo>
                  <a:pt x="178588" y="52852"/>
                </a:lnTo>
                <a:lnTo>
                  <a:pt x="178380" y="53610"/>
                </a:lnTo>
                <a:lnTo>
                  <a:pt x="178186" y="54376"/>
                </a:lnTo>
                <a:lnTo>
                  <a:pt x="178007" y="55150"/>
                </a:lnTo>
                <a:lnTo>
                  <a:pt x="177842" y="55932"/>
                </a:lnTo>
                <a:lnTo>
                  <a:pt x="177691" y="56722"/>
                </a:lnTo>
                <a:lnTo>
                  <a:pt x="177554" y="57520"/>
                </a:lnTo>
                <a:lnTo>
                  <a:pt x="177432" y="58326"/>
                </a:lnTo>
                <a:lnTo>
                  <a:pt x="177325" y="59139"/>
                </a:lnTo>
                <a:lnTo>
                  <a:pt x="177231" y="59961"/>
                </a:lnTo>
                <a:lnTo>
                  <a:pt x="177152" y="60790"/>
                </a:lnTo>
                <a:lnTo>
                  <a:pt x="177088" y="61627"/>
                </a:lnTo>
                <a:lnTo>
                  <a:pt x="177038" y="62473"/>
                </a:lnTo>
                <a:lnTo>
                  <a:pt x="177002" y="63326"/>
                </a:lnTo>
                <a:lnTo>
                  <a:pt x="176980" y="64187"/>
                </a:lnTo>
                <a:lnTo>
                  <a:pt x="176973" y="65055"/>
                </a:lnTo>
                <a:lnTo>
                  <a:pt x="176980" y="65925"/>
                </a:lnTo>
                <a:lnTo>
                  <a:pt x="177002" y="66786"/>
                </a:lnTo>
                <a:lnTo>
                  <a:pt x="177038" y="67640"/>
                </a:lnTo>
                <a:lnTo>
                  <a:pt x="177088" y="68486"/>
                </a:lnTo>
                <a:lnTo>
                  <a:pt x="177152" y="69324"/>
                </a:lnTo>
                <a:lnTo>
                  <a:pt x="177231" y="70155"/>
                </a:lnTo>
                <a:lnTo>
                  <a:pt x="177325" y="70978"/>
                </a:lnTo>
                <a:lnTo>
                  <a:pt x="177432" y="71794"/>
                </a:lnTo>
                <a:lnTo>
                  <a:pt x="177554" y="72602"/>
                </a:lnTo>
                <a:lnTo>
                  <a:pt x="177691" y="73402"/>
                </a:lnTo>
                <a:lnTo>
                  <a:pt x="177842" y="74195"/>
                </a:lnTo>
                <a:lnTo>
                  <a:pt x="178007" y="74979"/>
                </a:lnTo>
                <a:lnTo>
                  <a:pt x="178186" y="75757"/>
                </a:lnTo>
                <a:lnTo>
                  <a:pt x="178380" y="76526"/>
                </a:lnTo>
                <a:lnTo>
                  <a:pt x="178588" y="77288"/>
                </a:lnTo>
                <a:lnTo>
                  <a:pt x="178811" y="78042"/>
                </a:lnTo>
                <a:lnTo>
                  <a:pt x="179048" y="78789"/>
                </a:lnTo>
                <a:lnTo>
                  <a:pt x="179299" y="79528"/>
                </a:lnTo>
                <a:lnTo>
                  <a:pt x="179564" y="80259"/>
                </a:lnTo>
                <a:lnTo>
                  <a:pt x="179844" y="80983"/>
                </a:lnTo>
                <a:lnTo>
                  <a:pt x="180139" y="81699"/>
                </a:lnTo>
                <a:lnTo>
                  <a:pt x="180447" y="82407"/>
                </a:lnTo>
                <a:lnTo>
                  <a:pt x="180770" y="83107"/>
                </a:lnTo>
                <a:lnTo>
                  <a:pt x="181108" y="83800"/>
                </a:lnTo>
                <a:lnTo>
                  <a:pt x="181458" y="84483"/>
                </a:lnTo>
                <a:lnTo>
                  <a:pt x="181821" y="85154"/>
                </a:lnTo>
                <a:lnTo>
                  <a:pt x="182195" y="85813"/>
                </a:lnTo>
                <a:lnTo>
                  <a:pt x="182582" y="86459"/>
                </a:lnTo>
                <a:lnTo>
                  <a:pt x="182980" y="87093"/>
                </a:lnTo>
                <a:lnTo>
                  <a:pt x="183390" y="87715"/>
                </a:lnTo>
                <a:lnTo>
                  <a:pt x="183813" y="88325"/>
                </a:lnTo>
                <a:lnTo>
                  <a:pt x="184247" y="88923"/>
                </a:lnTo>
                <a:lnTo>
                  <a:pt x="184693" y="89508"/>
                </a:lnTo>
                <a:lnTo>
                  <a:pt x="185151" y="90081"/>
                </a:lnTo>
                <a:lnTo>
                  <a:pt x="185622" y="90642"/>
                </a:lnTo>
                <a:lnTo>
                  <a:pt x="186104" y="91191"/>
                </a:lnTo>
                <a:lnTo>
                  <a:pt x="186598" y="91728"/>
                </a:lnTo>
                <a:lnTo>
                  <a:pt x="187104" y="92252"/>
                </a:lnTo>
                <a:lnTo>
                  <a:pt x="187622" y="92764"/>
                </a:lnTo>
                <a:lnTo>
                  <a:pt x="188152" y="93264"/>
                </a:lnTo>
                <a:lnTo>
                  <a:pt x="188694" y="93752"/>
                </a:lnTo>
                <a:lnTo>
                  <a:pt x="189248" y="94228"/>
                </a:lnTo>
                <a:lnTo>
                  <a:pt x="189813" y="94691"/>
                </a:lnTo>
                <a:lnTo>
                  <a:pt x="190391" y="95142"/>
                </a:lnTo>
                <a:lnTo>
                  <a:pt x="190981" y="95581"/>
                </a:lnTo>
                <a:lnTo>
                  <a:pt x="191583" y="96008"/>
                </a:lnTo>
                <a:lnTo>
                  <a:pt x="192196" y="96423"/>
                </a:lnTo>
                <a:lnTo>
                  <a:pt x="192822" y="96825"/>
                </a:lnTo>
                <a:lnTo>
                  <a:pt x="193458" y="97213"/>
                </a:lnTo>
                <a:lnTo>
                  <a:pt x="194103" y="97584"/>
                </a:lnTo>
                <a:lnTo>
                  <a:pt x="194756" y="97939"/>
                </a:lnTo>
                <a:lnTo>
                  <a:pt x="195418" y="98278"/>
                </a:lnTo>
                <a:lnTo>
                  <a:pt x="196089" y="98600"/>
                </a:lnTo>
                <a:lnTo>
                  <a:pt x="196768" y="98905"/>
                </a:lnTo>
                <a:lnTo>
                  <a:pt x="197456" y="99194"/>
                </a:lnTo>
                <a:lnTo>
                  <a:pt x="198152" y="99467"/>
                </a:lnTo>
                <a:lnTo>
                  <a:pt x="198857" y="99723"/>
                </a:lnTo>
                <a:lnTo>
                  <a:pt x="199571" y="99962"/>
                </a:lnTo>
                <a:lnTo>
                  <a:pt x="200293" y="100185"/>
                </a:lnTo>
                <a:lnTo>
                  <a:pt x="201024" y="100391"/>
                </a:lnTo>
                <a:lnTo>
                  <a:pt x="201764" y="100581"/>
                </a:lnTo>
                <a:lnTo>
                  <a:pt x="202512" y="100755"/>
                </a:lnTo>
                <a:lnTo>
                  <a:pt x="203269" y="100911"/>
                </a:lnTo>
                <a:lnTo>
                  <a:pt x="204034" y="101052"/>
                </a:lnTo>
                <a:lnTo>
                  <a:pt x="204808" y="101176"/>
                </a:lnTo>
                <a:lnTo>
                  <a:pt x="205591" y="101283"/>
                </a:lnTo>
                <a:lnTo>
                  <a:pt x="206382" y="101374"/>
                </a:lnTo>
                <a:lnTo>
                  <a:pt x="207182" y="101448"/>
                </a:lnTo>
                <a:lnTo>
                  <a:pt x="207990" y="101506"/>
                </a:lnTo>
                <a:lnTo>
                  <a:pt x="208807" y="101547"/>
                </a:lnTo>
                <a:lnTo>
                  <a:pt x="209633" y="101572"/>
                </a:lnTo>
                <a:lnTo>
                  <a:pt x="210467" y="101580"/>
                </a:lnTo>
                <a:lnTo>
                  <a:pt x="210993" y="101577"/>
                </a:lnTo>
                <a:lnTo>
                  <a:pt x="211513" y="101567"/>
                </a:lnTo>
                <a:lnTo>
                  <a:pt x="212028" y="101551"/>
                </a:lnTo>
                <a:lnTo>
                  <a:pt x="212538" y="101528"/>
                </a:lnTo>
                <a:close/>
                <a:moveTo>
                  <a:pt x="209636" y="91427"/>
                </a:moveTo>
                <a:lnTo>
                  <a:pt x="209097" y="91375"/>
                </a:lnTo>
                <a:lnTo>
                  <a:pt x="208563" y="91312"/>
                </a:lnTo>
                <a:lnTo>
                  <a:pt x="208034" y="91238"/>
                </a:lnTo>
                <a:lnTo>
                  <a:pt x="207511" y="91151"/>
                </a:lnTo>
                <a:lnTo>
                  <a:pt x="206993" y="91054"/>
                </a:lnTo>
                <a:lnTo>
                  <a:pt x="206480" y="90945"/>
                </a:lnTo>
                <a:lnTo>
                  <a:pt x="205972" y="90824"/>
                </a:lnTo>
                <a:lnTo>
                  <a:pt x="205470" y="90692"/>
                </a:lnTo>
                <a:lnTo>
                  <a:pt x="204973" y="90549"/>
                </a:lnTo>
                <a:lnTo>
                  <a:pt x="204481" y="90394"/>
                </a:lnTo>
                <a:lnTo>
                  <a:pt x="203995" y="90227"/>
                </a:lnTo>
                <a:lnTo>
                  <a:pt x="203514" y="90049"/>
                </a:lnTo>
                <a:lnTo>
                  <a:pt x="203038" y="89860"/>
                </a:lnTo>
                <a:lnTo>
                  <a:pt x="202567" y="89659"/>
                </a:lnTo>
                <a:lnTo>
                  <a:pt x="202101" y="89447"/>
                </a:lnTo>
                <a:lnTo>
                  <a:pt x="201641" y="89223"/>
                </a:lnTo>
                <a:lnTo>
                  <a:pt x="201186" y="88988"/>
                </a:lnTo>
                <a:lnTo>
                  <a:pt x="200736" y="88741"/>
                </a:lnTo>
                <a:lnTo>
                  <a:pt x="200292" y="88482"/>
                </a:lnTo>
                <a:lnTo>
                  <a:pt x="199853" y="88213"/>
                </a:lnTo>
                <a:lnTo>
                  <a:pt x="199420" y="87933"/>
                </a:lnTo>
                <a:lnTo>
                  <a:pt x="198996" y="87644"/>
                </a:lnTo>
                <a:lnTo>
                  <a:pt x="198580" y="87346"/>
                </a:lnTo>
                <a:lnTo>
                  <a:pt x="198172" y="87039"/>
                </a:lnTo>
                <a:lnTo>
                  <a:pt x="197772" y="86724"/>
                </a:lnTo>
                <a:lnTo>
                  <a:pt x="197381" y="86399"/>
                </a:lnTo>
                <a:lnTo>
                  <a:pt x="196997" y="86066"/>
                </a:lnTo>
                <a:lnTo>
                  <a:pt x="196622" y="85724"/>
                </a:lnTo>
                <a:lnTo>
                  <a:pt x="196254" y="85373"/>
                </a:lnTo>
                <a:lnTo>
                  <a:pt x="195895" y="85013"/>
                </a:lnTo>
                <a:lnTo>
                  <a:pt x="195544" y="84645"/>
                </a:lnTo>
                <a:lnTo>
                  <a:pt x="195201" y="84267"/>
                </a:lnTo>
                <a:lnTo>
                  <a:pt x="194866" y="83881"/>
                </a:lnTo>
                <a:lnTo>
                  <a:pt x="194540" y="83486"/>
                </a:lnTo>
                <a:lnTo>
                  <a:pt x="194221" y="83082"/>
                </a:lnTo>
                <a:lnTo>
                  <a:pt x="193911" y="82669"/>
                </a:lnTo>
                <a:lnTo>
                  <a:pt x="193608" y="82247"/>
                </a:lnTo>
                <a:lnTo>
                  <a:pt x="193314" y="81817"/>
                </a:lnTo>
                <a:lnTo>
                  <a:pt x="193028" y="81377"/>
                </a:lnTo>
                <a:lnTo>
                  <a:pt x="192750" y="80929"/>
                </a:lnTo>
                <a:lnTo>
                  <a:pt x="192481" y="80472"/>
                </a:lnTo>
                <a:lnTo>
                  <a:pt x="192219" y="80006"/>
                </a:lnTo>
                <a:lnTo>
                  <a:pt x="191965" y="79531"/>
                </a:lnTo>
                <a:lnTo>
                  <a:pt x="191720" y="79047"/>
                </a:lnTo>
                <a:lnTo>
                  <a:pt x="191484" y="78555"/>
                </a:lnTo>
                <a:lnTo>
                  <a:pt x="191258" y="78056"/>
                </a:lnTo>
                <a:lnTo>
                  <a:pt x="191042" y="77549"/>
                </a:lnTo>
                <a:lnTo>
                  <a:pt x="190836" y="77035"/>
                </a:lnTo>
                <a:lnTo>
                  <a:pt x="190640" y="76513"/>
                </a:lnTo>
                <a:lnTo>
                  <a:pt x="190454" y="75984"/>
                </a:lnTo>
                <a:lnTo>
                  <a:pt x="190278" y="75448"/>
                </a:lnTo>
                <a:lnTo>
                  <a:pt x="190112" y="74904"/>
                </a:lnTo>
                <a:lnTo>
                  <a:pt x="189957" y="74353"/>
                </a:lnTo>
                <a:lnTo>
                  <a:pt x="189811" y="73794"/>
                </a:lnTo>
                <a:lnTo>
                  <a:pt x="189675" y="73228"/>
                </a:lnTo>
                <a:lnTo>
                  <a:pt x="189550" y="72654"/>
                </a:lnTo>
                <a:lnTo>
                  <a:pt x="189434" y="72074"/>
                </a:lnTo>
                <a:lnTo>
                  <a:pt x="189329" y="71485"/>
                </a:lnTo>
                <a:lnTo>
                  <a:pt x="189233" y="70889"/>
                </a:lnTo>
                <a:lnTo>
                  <a:pt x="189148" y="70286"/>
                </a:lnTo>
                <a:lnTo>
                  <a:pt x="189072" y="69676"/>
                </a:lnTo>
                <a:lnTo>
                  <a:pt x="189007" y="69058"/>
                </a:lnTo>
                <a:lnTo>
                  <a:pt x="188952" y="68432"/>
                </a:lnTo>
                <a:lnTo>
                  <a:pt x="188907" y="67800"/>
                </a:lnTo>
                <a:lnTo>
                  <a:pt x="188871" y="67159"/>
                </a:lnTo>
                <a:lnTo>
                  <a:pt x="188846" y="66512"/>
                </a:lnTo>
                <a:lnTo>
                  <a:pt x="188831" y="65857"/>
                </a:lnTo>
                <a:lnTo>
                  <a:pt x="188826" y="65194"/>
                </a:lnTo>
                <a:lnTo>
                  <a:pt x="188831" y="64543"/>
                </a:lnTo>
                <a:lnTo>
                  <a:pt x="188846" y="63898"/>
                </a:lnTo>
                <a:lnTo>
                  <a:pt x="188871" y="63260"/>
                </a:lnTo>
                <a:lnTo>
                  <a:pt x="188907" y="62629"/>
                </a:lnTo>
                <a:lnTo>
                  <a:pt x="188952" y="62004"/>
                </a:lnTo>
                <a:lnTo>
                  <a:pt x="189007" y="61386"/>
                </a:lnTo>
                <a:lnTo>
                  <a:pt x="189072" y="60775"/>
                </a:lnTo>
                <a:lnTo>
                  <a:pt x="189148" y="60171"/>
                </a:lnTo>
                <a:lnTo>
                  <a:pt x="189233" y="59573"/>
                </a:lnTo>
                <a:lnTo>
                  <a:pt x="189329" y="58982"/>
                </a:lnTo>
                <a:lnTo>
                  <a:pt x="189434" y="58397"/>
                </a:lnTo>
                <a:lnTo>
                  <a:pt x="189550" y="57820"/>
                </a:lnTo>
                <a:lnTo>
                  <a:pt x="189675" y="57249"/>
                </a:lnTo>
                <a:lnTo>
                  <a:pt x="189811" y="56684"/>
                </a:lnTo>
                <a:lnTo>
                  <a:pt x="189957" y="56127"/>
                </a:lnTo>
                <a:lnTo>
                  <a:pt x="190112" y="55576"/>
                </a:lnTo>
                <a:lnTo>
                  <a:pt x="190278" y="55032"/>
                </a:lnTo>
                <a:lnTo>
                  <a:pt x="190454" y="54494"/>
                </a:lnTo>
                <a:lnTo>
                  <a:pt x="190640" y="53964"/>
                </a:lnTo>
                <a:lnTo>
                  <a:pt x="190836" y="53440"/>
                </a:lnTo>
                <a:lnTo>
                  <a:pt x="191042" y="52922"/>
                </a:lnTo>
                <a:lnTo>
                  <a:pt x="191258" y="52412"/>
                </a:lnTo>
                <a:lnTo>
                  <a:pt x="191484" y="51908"/>
                </a:lnTo>
                <a:lnTo>
                  <a:pt x="191720" y="51410"/>
                </a:lnTo>
                <a:lnTo>
                  <a:pt x="191965" y="50921"/>
                </a:lnTo>
                <a:lnTo>
                  <a:pt x="192219" y="50441"/>
                </a:lnTo>
                <a:lnTo>
                  <a:pt x="192481" y="49970"/>
                </a:lnTo>
                <a:lnTo>
                  <a:pt x="192750" y="49508"/>
                </a:lnTo>
                <a:lnTo>
                  <a:pt x="193028" y="49055"/>
                </a:lnTo>
                <a:lnTo>
                  <a:pt x="193314" y="48611"/>
                </a:lnTo>
                <a:lnTo>
                  <a:pt x="193608" y="48176"/>
                </a:lnTo>
                <a:lnTo>
                  <a:pt x="193911" y="47751"/>
                </a:lnTo>
                <a:lnTo>
                  <a:pt x="194221" y="47334"/>
                </a:lnTo>
                <a:lnTo>
                  <a:pt x="194540" y="46927"/>
                </a:lnTo>
                <a:lnTo>
                  <a:pt x="194866" y="46528"/>
                </a:lnTo>
                <a:lnTo>
                  <a:pt x="195201" y="46139"/>
                </a:lnTo>
                <a:lnTo>
                  <a:pt x="195544" y="45759"/>
                </a:lnTo>
                <a:lnTo>
                  <a:pt x="195895" y="45388"/>
                </a:lnTo>
                <a:lnTo>
                  <a:pt x="196254" y="45026"/>
                </a:lnTo>
                <a:lnTo>
                  <a:pt x="196622" y="44673"/>
                </a:lnTo>
                <a:lnTo>
                  <a:pt x="196997" y="44329"/>
                </a:lnTo>
                <a:lnTo>
                  <a:pt x="197381" y="43995"/>
                </a:lnTo>
                <a:lnTo>
                  <a:pt x="197772" y="43669"/>
                </a:lnTo>
                <a:lnTo>
                  <a:pt x="198172" y="43353"/>
                </a:lnTo>
                <a:lnTo>
                  <a:pt x="198580" y="43045"/>
                </a:lnTo>
                <a:lnTo>
                  <a:pt x="198996" y="42747"/>
                </a:lnTo>
                <a:lnTo>
                  <a:pt x="199420" y="42458"/>
                </a:lnTo>
                <a:lnTo>
                  <a:pt x="199853" y="42178"/>
                </a:lnTo>
                <a:lnTo>
                  <a:pt x="200292" y="41908"/>
                </a:lnTo>
                <a:lnTo>
                  <a:pt x="200736" y="41649"/>
                </a:lnTo>
                <a:lnTo>
                  <a:pt x="201186" y="41402"/>
                </a:lnTo>
                <a:lnTo>
                  <a:pt x="201641" y="41167"/>
                </a:lnTo>
                <a:lnTo>
                  <a:pt x="202101" y="40943"/>
                </a:lnTo>
                <a:lnTo>
                  <a:pt x="202567" y="40730"/>
                </a:lnTo>
                <a:lnTo>
                  <a:pt x="203038" y="40529"/>
                </a:lnTo>
                <a:lnTo>
                  <a:pt x="203514" y="40340"/>
                </a:lnTo>
                <a:lnTo>
                  <a:pt x="203995" y="40162"/>
                </a:lnTo>
                <a:lnTo>
                  <a:pt x="204481" y="39995"/>
                </a:lnTo>
                <a:lnTo>
                  <a:pt x="204973" y="39840"/>
                </a:lnTo>
                <a:lnTo>
                  <a:pt x="205470" y="39697"/>
                </a:lnTo>
                <a:lnTo>
                  <a:pt x="205972" y="39565"/>
                </a:lnTo>
                <a:lnTo>
                  <a:pt x="206480" y="39444"/>
                </a:lnTo>
                <a:lnTo>
                  <a:pt x="206993" y="39335"/>
                </a:lnTo>
                <a:lnTo>
                  <a:pt x="207511" y="39237"/>
                </a:lnTo>
                <a:lnTo>
                  <a:pt x="208034" y="39151"/>
                </a:lnTo>
                <a:lnTo>
                  <a:pt x="208563" y="39076"/>
                </a:lnTo>
                <a:lnTo>
                  <a:pt x="209097" y="39013"/>
                </a:lnTo>
                <a:lnTo>
                  <a:pt x="209636" y="38962"/>
                </a:lnTo>
                <a:lnTo>
                  <a:pt x="210180" y="38921"/>
                </a:lnTo>
                <a:lnTo>
                  <a:pt x="210730" y="38893"/>
                </a:lnTo>
                <a:lnTo>
                  <a:pt x="211285" y="38875"/>
                </a:lnTo>
                <a:lnTo>
                  <a:pt x="211845" y="38870"/>
                </a:lnTo>
                <a:lnTo>
                  <a:pt x="212416" y="38875"/>
                </a:lnTo>
                <a:lnTo>
                  <a:pt x="212982" y="38893"/>
                </a:lnTo>
                <a:lnTo>
                  <a:pt x="213542" y="38921"/>
                </a:lnTo>
                <a:lnTo>
                  <a:pt x="214096" y="38962"/>
                </a:lnTo>
                <a:lnTo>
                  <a:pt x="214644" y="39013"/>
                </a:lnTo>
                <a:lnTo>
                  <a:pt x="215187" y="39076"/>
                </a:lnTo>
                <a:lnTo>
                  <a:pt x="215724" y="39151"/>
                </a:lnTo>
                <a:lnTo>
                  <a:pt x="216255" y="39237"/>
                </a:lnTo>
                <a:lnTo>
                  <a:pt x="216781" y="39335"/>
                </a:lnTo>
                <a:lnTo>
                  <a:pt x="217301" y="39444"/>
                </a:lnTo>
                <a:lnTo>
                  <a:pt x="217814" y="39565"/>
                </a:lnTo>
                <a:lnTo>
                  <a:pt x="218323" y="39697"/>
                </a:lnTo>
                <a:lnTo>
                  <a:pt x="218825" y="39840"/>
                </a:lnTo>
                <a:lnTo>
                  <a:pt x="219322" y="39995"/>
                </a:lnTo>
                <a:lnTo>
                  <a:pt x="219813" y="40162"/>
                </a:lnTo>
                <a:lnTo>
                  <a:pt x="220298" y="40340"/>
                </a:lnTo>
                <a:lnTo>
                  <a:pt x="220778" y="40529"/>
                </a:lnTo>
                <a:lnTo>
                  <a:pt x="221251" y="40730"/>
                </a:lnTo>
                <a:lnTo>
                  <a:pt x="221719" y="40943"/>
                </a:lnTo>
                <a:lnTo>
                  <a:pt x="222182" y="41167"/>
                </a:lnTo>
                <a:lnTo>
                  <a:pt x="222638" y="41402"/>
                </a:lnTo>
                <a:lnTo>
                  <a:pt x="223089" y="41649"/>
                </a:lnTo>
                <a:lnTo>
                  <a:pt x="223534" y="41908"/>
                </a:lnTo>
                <a:lnTo>
                  <a:pt x="223973" y="42178"/>
                </a:lnTo>
                <a:lnTo>
                  <a:pt x="224406" y="42458"/>
                </a:lnTo>
                <a:lnTo>
                  <a:pt x="224830" y="42747"/>
                </a:lnTo>
                <a:lnTo>
                  <a:pt x="225246" y="43045"/>
                </a:lnTo>
                <a:lnTo>
                  <a:pt x="225654" y="43353"/>
                </a:lnTo>
                <a:lnTo>
                  <a:pt x="226054" y="43669"/>
                </a:lnTo>
                <a:lnTo>
                  <a:pt x="226445" y="43995"/>
                </a:lnTo>
                <a:lnTo>
                  <a:pt x="226829" y="44329"/>
                </a:lnTo>
                <a:lnTo>
                  <a:pt x="227204" y="44673"/>
                </a:lnTo>
                <a:lnTo>
                  <a:pt x="227571" y="45026"/>
                </a:lnTo>
                <a:lnTo>
                  <a:pt x="227930" y="45388"/>
                </a:lnTo>
                <a:lnTo>
                  <a:pt x="228281" y="45759"/>
                </a:lnTo>
                <a:lnTo>
                  <a:pt x="228624" y="46139"/>
                </a:lnTo>
                <a:lnTo>
                  <a:pt x="228959" y="46528"/>
                </a:lnTo>
                <a:lnTo>
                  <a:pt x="229286" y="46927"/>
                </a:lnTo>
                <a:lnTo>
                  <a:pt x="229604" y="47334"/>
                </a:lnTo>
                <a:lnTo>
                  <a:pt x="229914" y="47751"/>
                </a:lnTo>
                <a:lnTo>
                  <a:pt x="230216" y="48176"/>
                </a:lnTo>
                <a:lnTo>
                  <a:pt x="230511" y="48611"/>
                </a:lnTo>
                <a:lnTo>
                  <a:pt x="230796" y="49055"/>
                </a:lnTo>
                <a:lnTo>
                  <a:pt x="231074" y="49508"/>
                </a:lnTo>
                <a:lnTo>
                  <a:pt x="231344" y="49970"/>
                </a:lnTo>
                <a:lnTo>
                  <a:pt x="231605" y="50441"/>
                </a:lnTo>
                <a:lnTo>
                  <a:pt x="231859" y="50921"/>
                </a:lnTo>
                <a:lnTo>
                  <a:pt x="232104" y="51410"/>
                </a:lnTo>
                <a:lnTo>
                  <a:pt x="232340" y="51908"/>
                </a:lnTo>
                <a:lnTo>
                  <a:pt x="232566" y="52412"/>
                </a:lnTo>
                <a:lnTo>
                  <a:pt x="232783" y="52922"/>
                </a:lnTo>
                <a:lnTo>
                  <a:pt x="232989" y="53440"/>
                </a:lnTo>
                <a:lnTo>
                  <a:pt x="233185" y="53964"/>
                </a:lnTo>
                <a:lnTo>
                  <a:pt x="233371" y="54494"/>
                </a:lnTo>
                <a:lnTo>
                  <a:pt x="233547" y="55032"/>
                </a:lnTo>
                <a:lnTo>
                  <a:pt x="233713" y="55576"/>
                </a:lnTo>
                <a:lnTo>
                  <a:pt x="233869" y="56127"/>
                </a:lnTo>
                <a:lnTo>
                  <a:pt x="234014" y="56684"/>
                </a:lnTo>
                <a:lnTo>
                  <a:pt x="234150" y="57249"/>
                </a:lnTo>
                <a:lnTo>
                  <a:pt x="234276" y="57820"/>
                </a:lnTo>
                <a:lnTo>
                  <a:pt x="234391" y="58397"/>
                </a:lnTo>
                <a:lnTo>
                  <a:pt x="234497" y="58982"/>
                </a:lnTo>
                <a:lnTo>
                  <a:pt x="234593" y="59573"/>
                </a:lnTo>
                <a:lnTo>
                  <a:pt x="234678" y="60171"/>
                </a:lnTo>
                <a:lnTo>
                  <a:pt x="234753" y="60775"/>
                </a:lnTo>
                <a:lnTo>
                  <a:pt x="234819" y="61386"/>
                </a:lnTo>
                <a:lnTo>
                  <a:pt x="234874" y="62004"/>
                </a:lnTo>
                <a:lnTo>
                  <a:pt x="234919" y="62629"/>
                </a:lnTo>
                <a:lnTo>
                  <a:pt x="234955" y="63260"/>
                </a:lnTo>
                <a:lnTo>
                  <a:pt x="234980" y="63898"/>
                </a:lnTo>
                <a:lnTo>
                  <a:pt x="234995" y="64543"/>
                </a:lnTo>
                <a:lnTo>
                  <a:pt x="235000" y="65194"/>
                </a:lnTo>
                <a:lnTo>
                  <a:pt x="234995" y="65857"/>
                </a:lnTo>
                <a:lnTo>
                  <a:pt x="234980" y="66512"/>
                </a:lnTo>
                <a:lnTo>
                  <a:pt x="234955" y="67159"/>
                </a:lnTo>
                <a:lnTo>
                  <a:pt x="234919" y="67800"/>
                </a:lnTo>
                <a:lnTo>
                  <a:pt x="234874" y="68432"/>
                </a:lnTo>
                <a:lnTo>
                  <a:pt x="234819" y="69058"/>
                </a:lnTo>
                <a:lnTo>
                  <a:pt x="234753" y="69676"/>
                </a:lnTo>
                <a:lnTo>
                  <a:pt x="234678" y="70286"/>
                </a:lnTo>
                <a:lnTo>
                  <a:pt x="234593" y="70889"/>
                </a:lnTo>
                <a:lnTo>
                  <a:pt x="234497" y="71485"/>
                </a:lnTo>
                <a:lnTo>
                  <a:pt x="234391" y="72074"/>
                </a:lnTo>
                <a:lnTo>
                  <a:pt x="234276" y="72654"/>
                </a:lnTo>
                <a:lnTo>
                  <a:pt x="234150" y="73228"/>
                </a:lnTo>
                <a:lnTo>
                  <a:pt x="234014" y="73794"/>
                </a:lnTo>
                <a:lnTo>
                  <a:pt x="233869" y="74353"/>
                </a:lnTo>
                <a:lnTo>
                  <a:pt x="233713" y="74904"/>
                </a:lnTo>
                <a:lnTo>
                  <a:pt x="233547" y="75448"/>
                </a:lnTo>
                <a:lnTo>
                  <a:pt x="233371" y="75984"/>
                </a:lnTo>
                <a:lnTo>
                  <a:pt x="233185" y="76513"/>
                </a:lnTo>
                <a:lnTo>
                  <a:pt x="232989" y="77035"/>
                </a:lnTo>
                <a:lnTo>
                  <a:pt x="232783" y="77549"/>
                </a:lnTo>
                <a:lnTo>
                  <a:pt x="232566" y="78056"/>
                </a:lnTo>
                <a:lnTo>
                  <a:pt x="232340" y="78555"/>
                </a:lnTo>
                <a:lnTo>
                  <a:pt x="232104" y="79047"/>
                </a:lnTo>
                <a:lnTo>
                  <a:pt x="231859" y="79531"/>
                </a:lnTo>
                <a:lnTo>
                  <a:pt x="231605" y="80006"/>
                </a:lnTo>
                <a:lnTo>
                  <a:pt x="231344" y="80472"/>
                </a:lnTo>
                <a:lnTo>
                  <a:pt x="231074" y="80929"/>
                </a:lnTo>
                <a:lnTo>
                  <a:pt x="230796" y="81377"/>
                </a:lnTo>
                <a:lnTo>
                  <a:pt x="230511" y="81817"/>
                </a:lnTo>
                <a:lnTo>
                  <a:pt x="230216" y="82247"/>
                </a:lnTo>
                <a:lnTo>
                  <a:pt x="229914" y="82669"/>
                </a:lnTo>
                <a:lnTo>
                  <a:pt x="229604" y="83082"/>
                </a:lnTo>
                <a:lnTo>
                  <a:pt x="229286" y="83486"/>
                </a:lnTo>
                <a:lnTo>
                  <a:pt x="228959" y="83881"/>
                </a:lnTo>
                <a:lnTo>
                  <a:pt x="228624" y="84267"/>
                </a:lnTo>
                <a:lnTo>
                  <a:pt x="228281" y="84645"/>
                </a:lnTo>
                <a:lnTo>
                  <a:pt x="227930" y="85013"/>
                </a:lnTo>
                <a:lnTo>
                  <a:pt x="227571" y="85373"/>
                </a:lnTo>
                <a:lnTo>
                  <a:pt x="227204" y="85724"/>
                </a:lnTo>
                <a:lnTo>
                  <a:pt x="226829" y="86066"/>
                </a:lnTo>
                <a:lnTo>
                  <a:pt x="226445" y="86399"/>
                </a:lnTo>
                <a:lnTo>
                  <a:pt x="226054" y="86724"/>
                </a:lnTo>
                <a:lnTo>
                  <a:pt x="225654" y="87039"/>
                </a:lnTo>
                <a:lnTo>
                  <a:pt x="225246" y="87346"/>
                </a:lnTo>
                <a:lnTo>
                  <a:pt x="224830" y="87644"/>
                </a:lnTo>
                <a:lnTo>
                  <a:pt x="224406" y="87933"/>
                </a:lnTo>
                <a:lnTo>
                  <a:pt x="223973" y="88213"/>
                </a:lnTo>
                <a:lnTo>
                  <a:pt x="223534" y="88482"/>
                </a:lnTo>
                <a:lnTo>
                  <a:pt x="223089" y="88741"/>
                </a:lnTo>
                <a:lnTo>
                  <a:pt x="222638" y="88988"/>
                </a:lnTo>
                <a:lnTo>
                  <a:pt x="222182" y="89223"/>
                </a:lnTo>
                <a:lnTo>
                  <a:pt x="221719" y="89447"/>
                </a:lnTo>
                <a:lnTo>
                  <a:pt x="221251" y="89659"/>
                </a:lnTo>
                <a:lnTo>
                  <a:pt x="220778" y="89860"/>
                </a:lnTo>
                <a:lnTo>
                  <a:pt x="220298" y="90049"/>
                </a:lnTo>
                <a:lnTo>
                  <a:pt x="219813" y="90227"/>
                </a:lnTo>
                <a:lnTo>
                  <a:pt x="219322" y="90394"/>
                </a:lnTo>
                <a:lnTo>
                  <a:pt x="218825" y="90549"/>
                </a:lnTo>
                <a:lnTo>
                  <a:pt x="218323" y="90692"/>
                </a:lnTo>
                <a:lnTo>
                  <a:pt x="217814" y="90824"/>
                </a:lnTo>
                <a:lnTo>
                  <a:pt x="217301" y="90945"/>
                </a:lnTo>
                <a:lnTo>
                  <a:pt x="216781" y="91054"/>
                </a:lnTo>
                <a:lnTo>
                  <a:pt x="216255" y="91151"/>
                </a:lnTo>
                <a:lnTo>
                  <a:pt x="215724" y="91238"/>
                </a:lnTo>
                <a:lnTo>
                  <a:pt x="215187" y="91312"/>
                </a:lnTo>
                <a:lnTo>
                  <a:pt x="214644" y="91375"/>
                </a:lnTo>
                <a:lnTo>
                  <a:pt x="214096" y="91427"/>
                </a:lnTo>
                <a:lnTo>
                  <a:pt x="213542" y="91467"/>
                </a:lnTo>
                <a:lnTo>
                  <a:pt x="212982" y="91496"/>
                </a:lnTo>
                <a:lnTo>
                  <a:pt x="212416" y="91513"/>
                </a:lnTo>
                <a:lnTo>
                  <a:pt x="211845" y="91519"/>
                </a:lnTo>
                <a:lnTo>
                  <a:pt x="211285" y="91513"/>
                </a:lnTo>
                <a:lnTo>
                  <a:pt x="210730" y="91496"/>
                </a:lnTo>
                <a:lnTo>
                  <a:pt x="210180" y="91467"/>
                </a:lnTo>
                <a:lnTo>
                  <a:pt x="209636" y="91427"/>
                </a:lnTo>
                <a:close/>
                <a:moveTo>
                  <a:pt x="47827" y="3447"/>
                </a:moveTo>
                <a:lnTo>
                  <a:pt x="35559" y="3447"/>
                </a:lnTo>
                <a:lnTo>
                  <a:pt x="0" y="99927"/>
                </a:lnTo>
                <a:lnTo>
                  <a:pt x="12129" y="99927"/>
                </a:lnTo>
                <a:lnTo>
                  <a:pt x="21051" y="75119"/>
                </a:lnTo>
                <a:lnTo>
                  <a:pt x="62101" y="75119"/>
                </a:lnTo>
                <a:lnTo>
                  <a:pt x="70982" y="99927"/>
                </a:lnTo>
                <a:lnTo>
                  <a:pt x="83249" y="99927"/>
                </a:lnTo>
                <a:lnTo>
                  <a:pt x="47827" y="3447"/>
                </a:lnTo>
                <a:close/>
                <a:moveTo>
                  <a:pt x="41625" y="17918"/>
                </a:moveTo>
                <a:lnTo>
                  <a:pt x="58746" y="65745"/>
                </a:lnTo>
                <a:lnTo>
                  <a:pt x="24423" y="65745"/>
                </a:lnTo>
                <a:lnTo>
                  <a:pt x="41625" y="17918"/>
                </a:lnTo>
                <a:close/>
                <a:moveTo>
                  <a:pt x="361362" y="15651"/>
                </a:moveTo>
                <a:lnTo>
                  <a:pt x="361622" y="15616"/>
                </a:lnTo>
                <a:lnTo>
                  <a:pt x="361880" y="15572"/>
                </a:lnTo>
                <a:lnTo>
                  <a:pt x="362133" y="15521"/>
                </a:lnTo>
                <a:lnTo>
                  <a:pt x="362384" y="15462"/>
                </a:lnTo>
                <a:lnTo>
                  <a:pt x="362631" y="15395"/>
                </a:lnTo>
                <a:lnTo>
                  <a:pt x="362875" y="15320"/>
                </a:lnTo>
                <a:lnTo>
                  <a:pt x="363116" y="15237"/>
                </a:lnTo>
                <a:lnTo>
                  <a:pt x="363353" y="15146"/>
                </a:lnTo>
                <a:lnTo>
                  <a:pt x="363586" y="15047"/>
                </a:lnTo>
                <a:lnTo>
                  <a:pt x="363817" y="14941"/>
                </a:lnTo>
                <a:lnTo>
                  <a:pt x="364044" y="14826"/>
                </a:lnTo>
                <a:lnTo>
                  <a:pt x="364268" y="14704"/>
                </a:lnTo>
                <a:lnTo>
                  <a:pt x="364488" y="14574"/>
                </a:lnTo>
                <a:lnTo>
                  <a:pt x="364705" y="14436"/>
                </a:lnTo>
                <a:lnTo>
                  <a:pt x="364919" y="14290"/>
                </a:lnTo>
                <a:lnTo>
                  <a:pt x="365129" y="14136"/>
                </a:lnTo>
                <a:lnTo>
                  <a:pt x="365336" y="13974"/>
                </a:lnTo>
                <a:lnTo>
                  <a:pt x="365540" y="13804"/>
                </a:lnTo>
                <a:lnTo>
                  <a:pt x="365740" y="13626"/>
                </a:lnTo>
                <a:lnTo>
                  <a:pt x="365937" y="13441"/>
                </a:lnTo>
                <a:lnTo>
                  <a:pt x="366128" y="13249"/>
                </a:lnTo>
                <a:lnTo>
                  <a:pt x="366311" y="13054"/>
                </a:lnTo>
                <a:lnTo>
                  <a:pt x="366486" y="12854"/>
                </a:lnTo>
                <a:lnTo>
                  <a:pt x="366653" y="12650"/>
                </a:lnTo>
                <a:lnTo>
                  <a:pt x="366811" y="12442"/>
                </a:lnTo>
                <a:lnTo>
                  <a:pt x="366962" y="12230"/>
                </a:lnTo>
                <a:lnTo>
                  <a:pt x="367104" y="12014"/>
                </a:lnTo>
                <a:lnTo>
                  <a:pt x="367238" y="11794"/>
                </a:lnTo>
                <a:lnTo>
                  <a:pt x="367365" y="11570"/>
                </a:lnTo>
                <a:lnTo>
                  <a:pt x="367482" y="11341"/>
                </a:lnTo>
                <a:lnTo>
                  <a:pt x="367592" y="11109"/>
                </a:lnTo>
                <a:lnTo>
                  <a:pt x="367694" y="10873"/>
                </a:lnTo>
                <a:lnTo>
                  <a:pt x="367788" y="10632"/>
                </a:lnTo>
                <a:lnTo>
                  <a:pt x="367873" y="10388"/>
                </a:lnTo>
                <a:lnTo>
                  <a:pt x="367950" y="10139"/>
                </a:lnTo>
                <a:lnTo>
                  <a:pt x="368019" y="9886"/>
                </a:lnTo>
                <a:lnTo>
                  <a:pt x="368080" y="9629"/>
                </a:lnTo>
                <a:lnTo>
                  <a:pt x="368133" y="9369"/>
                </a:lnTo>
                <a:lnTo>
                  <a:pt x="368178" y="9104"/>
                </a:lnTo>
                <a:lnTo>
                  <a:pt x="368215" y="8835"/>
                </a:lnTo>
                <a:lnTo>
                  <a:pt x="368243" y="8562"/>
                </a:lnTo>
                <a:lnTo>
                  <a:pt x="368263" y="8285"/>
                </a:lnTo>
                <a:lnTo>
                  <a:pt x="368276" y="8004"/>
                </a:lnTo>
                <a:lnTo>
                  <a:pt x="368280" y="7718"/>
                </a:lnTo>
                <a:lnTo>
                  <a:pt x="368276" y="7434"/>
                </a:lnTo>
                <a:lnTo>
                  <a:pt x="368263" y="7153"/>
                </a:lnTo>
                <a:lnTo>
                  <a:pt x="368243" y="6878"/>
                </a:lnTo>
                <a:lnTo>
                  <a:pt x="368215" y="6606"/>
                </a:lnTo>
                <a:lnTo>
                  <a:pt x="368178" y="6340"/>
                </a:lnTo>
                <a:lnTo>
                  <a:pt x="368133" y="6078"/>
                </a:lnTo>
                <a:lnTo>
                  <a:pt x="368080" y="5820"/>
                </a:lnTo>
                <a:lnTo>
                  <a:pt x="368019" y="5567"/>
                </a:lnTo>
                <a:lnTo>
                  <a:pt x="367950" y="5319"/>
                </a:lnTo>
                <a:lnTo>
                  <a:pt x="367873" y="5075"/>
                </a:lnTo>
                <a:lnTo>
                  <a:pt x="367788" y="4835"/>
                </a:lnTo>
                <a:lnTo>
                  <a:pt x="367694" y="4601"/>
                </a:lnTo>
                <a:lnTo>
                  <a:pt x="367592" y="4370"/>
                </a:lnTo>
                <a:lnTo>
                  <a:pt x="367482" y="4144"/>
                </a:lnTo>
                <a:lnTo>
                  <a:pt x="367365" y="3923"/>
                </a:lnTo>
                <a:lnTo>
                  <a:pt x="367238" y="3707"/>
                </a:lnTo>
                <a:lnTo>
                  <a:pt x="367104" y="3494"/>
                </a:lnTo>
                <a:lnTo>
                  <a:pt x="366962" y="3287"/>
                </a:lnTo>
                <a:lnTo>
                  <a:pt x="366811" y="3084"/>
                </a:lnTo>
                <a:lnTo>
                  <a:pt x="366653" y="2885"/>
                </a:lnTo>
                <a:lnTo>
                  <a:pt x="366486" y="2691"/>
                </a:lnTo>
                <a:lnTo>
                  <a:pt x="366311" y="2502"/>
                </a:lnTo>
                <a:lnTo>
                  <a:pt x="366128" y="2317"/>
                </a:lnTo>
                <a:lnTo>
                  <a:pt x="365937" y="2137"/>
                </a:lnTo>
                <a:lnTo>
                  <a:pt x="365740" y="1962"/>
                </a:lnTo>
                <a:lnTo>
                  <a:pt x="365540" y="1795"/>
                </a:lnTo>
                <a:lnTo>
                  <a:pt x="365336" y="1636"/>
                </a:lnTo>
                <a:lnTo>
                  <a:pt x="365129" y="1484"/>
                </a:lnTo>
                <a:lnTo>
                  <a:pt x="364919" y="1339"/>
                </a:lnTo>
                <a:lnTo>
                  <a:pt x="364705" y="1202"/>
                </a:lnTo>
                <a:lnTo>
                  <a:pt x="364488" y="1072"/>
                </a:lnTo>
                <a:lnTo>
                  <a:pt x="364268" y="950"/>
                </a:lnTo>
                <a:lnTo>
                  <a:pt x="364044" y="835"/>
                </a:lnTo>
                <a:lnTo>
                  <a:pt x="363817" y="727"/>
                </a:lnTo>
                <a:lnTo>
                  <a:pt x="363586" y="627"/>
                </a:lnTo>
                <a:lnTo>
                  <a:pt x="363353" y="534"/>
                </a:lnTo>
                <a:lnTo>
                  <a:pt x="363116" y="449"/>
                </a:lnTo>
                <a:lnTo>
                  <a:pt x="362875" y="371"/>
                </a:lnTo>
                <a:lnTo>
                  <a:pt x="362631" y="300"/>
                </a:lnTo>
                <a:lnTo>
                  <a:pt x="362384" y="237"/>
                </a:lnTo>
                <a:lnTo>
                  <a:pt x="362133" y="182"/>
                </a:lnTo>
                <a:lnTo>
                  <a:pt x="361880" y="134"/>
                </a:lnTo>
                <a:lnTo>
                  <a:pt x="361622" y="93"/>
                </a:lnTo>
                <a:lnTo>
                  <a:pt x="361362" y="59"/>
                </a:lnTo>
                <a:lnTo>
                  <a:pt x="361098" y="33"/>
                </a:lnTo>
                <a:lnTo>
                  <a:pt x="360830" y="15"/>
                </a:lnTo>
                <a:lnTo>
                  <a:pt x="360560" y="4"/>
                </a:lnTo>
                <a:lnTo>
                  <a:pt x="360286" y="0"/>
                </a:lnTo>
                <a:lnTo>
                  <a:pt x="360001" y="4"/>
                </a:lnTo>
                <a:lnTo>
                  <a:pt x="359720" y="15"/>
                </a:lnTo>
                <a:lnTo>
                  <a:pt x="359443" y="33"/>
                </a:lnTo>
                <a:lnTo>
                  <a:pt x="359170" y="59"/>
                </a:lnTo>
                <a:lnTo>
                  <a:pt x="358901" y="93"/>
                </a:lnTo>
                <a:lnTo>
                  <a:pt x="358636" y="134"/>
                </a:lnTo>
                <a:lnTo>
                  <a:pt x="358376" y="182"/>
                </a:lnTo>
                <a:lnTo>
                  <a:pt x="358119" y="237"/>
                </a:lnTo>
                <a:lnTo>
                  <a:pt x="357867" y="300"/>
                </a:lnTo>
                <a:lnTo>
                  <a:pt x="357618" y="371"/>
                </a:lnTo>
                <a:lnTo>
                  <a:pt x="357374" y="449"/>
                </a:lnTo>
                <a:lnTo>
                  <a:pt x="357133" y="534"/>
                </a:lnTo>
                <a:lnTo>
                  <a:pt x="356897" y="627"/>
                </a:lnTo>
                <a:lnTo>
                  <a:pt x="356665" y="727"/>
                </a:lnTo>
                <a:lnTo>
                  <a:pt x="356436" y="835"/>
                </a:lnTo>
                <a:lnTo>
                  <a:pt x="356212" y="950"/>
                </a:lnTo>
                <a:lnTo>
                  <a:pt x="355992" y="1072"/>
                </a:lnTo>
                <a:lnTo>
                  <a:pt x="355776" y="1202"/>
                </a:lnTo>
                <a:lnTo>
                  <a:pt x="355564" y="1339"/>
                </a:lnTo>
                <a:lnTo>
                  <a:pt x="355356" y="1484"/>
                </a:lnTo>
                <a:lnTo>
                  <a:pt x="355153" y="1636"/>
                </a:lnTo>
                <a:lnTo>
                  <a:pt x="354953" y="1795"/>
                </a:lnTo>
                <a:lnTo>
                  <a:pt x="354757" y="1962"/>
                </a:lnTo>
                <a:lnTo>
                  <a:pt x="354565" y="2137"/>
                </a:lnTo>
                <a:lnTo>
                  <a:pt x="354380" y="2317"/>
                </a:lnTo>
                <a:lnTo>
                  <a:pt x="354202" y="2502"/>
                </a:lnTo>
                <a:lnTo>
                  <a:pt x="354033" y="2691"/>
                </a:lnTo>
                <a:lnTo>
                  <a:pt x="353871" y="2885"/>
                </a:lnTo>
                <a:lnTo>
                  <a:pt x="353717" y="3084"/>
                </a:lnTo>
                <a:lnTo>
                  <a:pt x="353571" y="3287"/>
                </a:lnTo>
                <a:lnTo>
                  <a:pt x="353433" y="3494"/>
                </a:lnTo>
                <a:lnTo>
                  <a:pt x="353302" y="3707"/>
                </a:lnTo>
                <a:lnTo>
                  <a:pt x="353180" y="3923"/>
                </a:lnTo>
                <a:lnTo>
                  <a:pt x="353066" y="4144"/>
                </a:lnTo>
                <a:lnTo>
                  <a:pt x="352959" y="4370"/>
                </a:lnTo>
                <a:lnTo>
                  <a:pt x="352860" y="4601"/>
                </a:lnTo>
                <a:lnTo>
                  <a:pt x="352769" y="4835"/>
                </a:lnTo>
                <a:lnTo>
                  <a:pt x="352687" y="5075"/>
                </a:lnTo>
                <a:lnTo>
                  <a:pt x="352612" y="5319"/>
                </a:lnTo>
                <a:lnTo>
                  <a:pt x="352545" y="5567"/>
                </a:lnTo>
                <a:lnTo>
                  <a:pt x="352485" y="5820"/>
                </a:lnTo>
                <a:lnTo>
                  <a:pt x="352434" y="6078"/>
                </a:lnTo>
                <a:lnTo>
                  <a:pt x="352391" y="6340"/>
                </a:lnTo>
                <a:lnTo>
                  <a:pt x="352355" y="6606"/>
                </a:lnTo>
                <a:lnTo>
                  <a:pt x="352327" y="6878"/>
                </a:lnTo>
                <a:lnTo>
                  <a:pt x="352308" y="7153"/>
                </a:lnTo>
                <a:lnTo>
                  <a:pt x="352296" y="7434"/>
                </a:lnTo>
                <a:lnTo>
                  <a:pt x="352292" y="7718"/>
                </a:lnTo>
                <a:lnTo>
                  <a:pt x="352296" y="8004"/>
                </a:lnTo>
                <a:lnTo>
                  <a:pt x="352308" y="8285"/>
                </a:lnTo>
                <a:lnTo>
                  <a:pt x="352327" y="8562"/>
                </a:lnTo>
                <a:lnTo>
                  <a:pt x="352355" y="8835"/>
                </a:lnTo>
                <a:lnTo>
                  <a:pt x="352391" y="9104"/>
                </a:lnTo>
                <a:lnTo>
                  <a:pt x="352434" y="9369"/>
                </a:lnTo>
                <a:lnTo>
                  <a:pt x="352485" y="9629"/>
                </a:lnTo>
                <a:lnTo>
                  <a:pt x="352545" y="9886"/>
                </a:lnTo>
                <a:lnTo>
                  <a:pt x="352612" y="10139"/>
                </a:lnTo>
                <a:lnTo>
                  <a:pt x="352687" y="10388"/>
                </a:lnTo>
                <a:lnTo>
                  <a:pt x="352769" y="10632"/>
                </a:lnTo>
                <a:lnTo>
                  <a:pt x="352860" y="10873"/>
                </a:lnTo>
                <a:lnTo>
                  <a:pt x="352959" y="11109"/>
                </a:lnTo>
                <a:lnTo>
                  <a:pt x="353066" y="11341"/>
                </a:lnTo>
                <a:lnTo>
                  <a:pt x="353180" y="11570"/>
                </a:lnTo>
                <a:lnTo>
                  <a:pt x="353302" y="11794"/>
                </a:lnTo>
                <a:lnTo>
                  <a:pt x="353433" y="12014"/>
                </a:lnTo>
                <a:lnTo>
                  <a:pt x="353571" y="12230"/>
                </a:lnTo>
                <a:lnTo>
                  <a:pt x="353717" y="12442"/>
                </a:lnTo>
                <a:lnTo>
                  <a:pt x="353871" y="12650"/>
                </a:lnTo>
                <a:lnTo>
                  <a:pt x="354033" y="12854"/>
                </a:lnTo>
                <a:lnTo>
                  <a:pt x="354202" y="13054"/>
                </a:lnTo>
                <a:lnTo>
                  <a:pt x="354380" y="13249"/>
                </a:lnTo>
                <a:lnTo>
                  <a:pt x="354565" y="13441"/>
                </a:lnTo>
                <a:lnTo>
                  <a:pt x="354757" y="13626"/>
                </a:lnTo>
                <a:lnTo>
                  <a:pt x="354953" y="13804"/>
                </a:lnTo>
                <a:lnTo>
                  <a:pt x="355153" y="13974"/>
                </a:lnTo>
                <a:lnTo>
                  <a:pt x="355356" y="14136"/>
                </a:lnTo>
                <a:lnTo>
                  <a:pt x="355564" y="14290"/>
                </a:lnTo>
                <a:lnTo>
                  <a:pt x="355776" y="14436"/>
                </a:lnTo>
                <a:lnTo>
                  <a:pt x="355992" y="14574"/>
                </a:lnTo>
                <a:lnTo>
                  <a:pt x="356212" y="14704"/>
                </a:lnTo>
                <a:lnTo>
                  <a:pt x="356436" y="14826"/>
                </a:lnTo>
                <a:lnTo>
                  <a:pt x="356665" y="14941"/>
                </a:lnTo>
                <a:lnTo>
                  <a:pt x="356897" y="15047"/>
                </a:lnTo>
                <a:lnTo>
                  <a:pt x="357133" y="15146"/>
                </a:lnTo>
                <a:lnTo>
                  <a:pt x="357374" y="15237"/>
                </a:lnTo>
                <a:lnTo>
                  <a:pt x="357618" y="15320"/>
                </a:lnTo>
                <a:lnTo>
                  <a:pt x="357867" y="15395"/>
                </a:lnTo>
                <a:lnTo>
                  <a:pt x="358119" y="15462"/>
                </a:lnTo>
                <a:lnTo>
                  <a:pt x="358376" y="15521"/>
                </a:lnTo>
                <a:lnTo>
                  <a:pt x="358636" y="15572"/>
                </a:lnTo>
                <a:lnTo>
                  <a:pt x="358901" y="15616"/>
                </a:lnTo>
                <a:lnTo>
                  <a:pt x="359170" y="15651"/>
                </a:lnTo>
                <a:lnTo>
                  <a:pt x="359443" y="15679"/>
                </a:lnTo>
                <a:lnTo>
                  <a:pt x="359720" y="15699"/>
                </a:lnTo>
                <a:lnTo>
                  <a:pt x="360001" y="15710"/>
                </a:lnTo>
                <a:lnTo>
                  <a:pt x="360286" y="15714"/>
                </a:lnTo>
                <a:lnTo>
                  <a:pt x="360560" y="15710"/>
                </a:lnTo>
                <a:lnTo>
                  <a:pt x="360830" y="15699"/>
                </a:lnTo>
                <a:lnTo>
                  <a:pt x="361098" y="15679"/>
                </a:lnTo>
                <a:lnTo>
                  <a:pt x="361362" y="15651"/>
                </a:lnTo>
                <a:close/>
                <a:moveTo>
                  <a:pt x="329421" y="89999"/>
                </a:moveTo>
                <a:lnTo>
                  <a:pt x="328890" y="89987"/>
                </a:lnTo>
                <a:lnTo>
                  <a:pt x="328374" y="89967"/>
                </a:lnTo>
                <a:lnTo>
                  <a:pt x="327871" y="89939"/>
                </a:lnTo>
                <a:lnTo>
                  <a:pt x="327382" y="89904"/>
                </a:lnTo>
                <a:lnTo>
                  <a:pt x="326907" y="89860"/>
                </a:lnTo>
                <a:lnTo>
                  <a:pt x="326446" y="89809"/>
                </a:lnTo>
                <a:lnTo>
                  <a:pt x="325998" y="89750"/>
                </a:lnTo>
                <a:lnTo>
                  <a:pt x="325565" y="89683"/>
                </a:lnTo>
                <a:lnTo>
                  <a:pt x="325145" y="89608"/>
                </a:lnTo>
                <a:lnTo>
                  <a:pt x="324740" y="89525"/>
                </a:lnTo>
                <a:lnTo>
                  <a:pt x="324348" y="89434"/>
                </a:lnTo>
                <a:lnTo>
                  <a:pt x="323970" y="89335"/>
                </a:lnTo>
                <a:lnTo>
                  <a:pt x="323606" y="89229"/>
                </a:lnTo>
                <a:lnTo>
                  <a:pt x="323256" y="89114"/>
                </a:lnTo>
                <a:lnTo>
                  <a:pt x="322919" y="88992"/>
                </a:lnTo>
                <a:lnTo>
                  <a:pt x="322597" y="88862"/>
                </a:lnTo>
                <a:lnTo>
                  <a:pt x="322288" y="88724"/>
                </a:lnTo>
                <a:lnTo>
                  <a:pt x="321994" y="88578"/>
                </a:lnTo>
                <a:lnTo>
                  <a:pt x="321713" y="88424"/>
                </a:lnTo>
                <a:lnTo>
                  <a:pt x="321446" y="88262"/>
                </a:lnTo>
                <a:lnTo>
                  <a:pt x="321193" y="88092"/>
                </a:lnTo>
                <a:lnTo>
                  <a:pt x="320954" y="87915"/>
                </a:lnTo>
                <a:lnTo>
                  <a:pt x="320728" y="87729"/>
                </a:lnTo>
                <a:lnTo>
                  <a:pt x="320515" y="87532"/>
                </a:lnTo>
                <a:lnTo>
                  <a:pt x="320310" y="87321"/>
                </a:lnTo>
                <a:lnTo>
                  <a:pt x="320115" y="87095"/>
                </a:lnTo>
                <a:lnTo>
                  <a:pt x="319928" y="86854"/>
                </a:lnTo>
                <a:lnTo>
                  <a:pt x="319751" y="86599"/>
                </a:lnTo>
                <a:lnTo>
                  <a:pt x="319583" y="86330"/>
                </a:lnTo>
                <a:lnTo>
                  <a:pt x="319424" y="86045"/>
                </a:lnTo>
                <a:lnTo>
                  <a:pt x="319274" y="85746"/>
                </a:lnTo>
                <a:lnTo>
                  <a:pt x="319133" y="85433"/>
                </a:lnTo>
                <a:lnTo>
                  <a:pt x="319001" y="85105"/>
                </a:lnTo>
                <a:lnTo>
                  <a:pt x="318878" y="84762"/>
                </a:lnTo>
                <a:lnTo>
                  <a:pt x="318765" y="84405"/>
                </a:lnTo>
                <a:lnTo>
                  <a:pt x="318660" y="84033"/>
                </a:lnTo>
                <a:lnTo>
                  <a:pt x="318565" y="83646"/>
                </a:lnTo>
                <a:lnTo>
                  <a:pt x="318478" y="83245"/>
                </a:lnTo>
                <a:lnTo>
                  <a:pt x="318401" y="82829"/>
                </a:lnTo>
                <a:lnTo>
                  <a:pt x="318333" y="82399"/>
                </a:lnTo>
                <a:lnTo>
                  <a:pt x="318274" y="81954"/>
                </a:lnTo>
                <a:lnTo>
                  <a:pt x="318224" y="81494"/>
                </a:lnTo>
                <a:lnTo>
                  <a:pt x="318183" y="81020"/>
                </a:lnTo>
                <a:lnTo>
                  <a:pt x="318151" y="80532"/>
                </a:lnTo>
                <a:lnTo>
                  <a:pt x="318128" y="80028"/>
                </a:lnTo>
                <a:lnTo>
                  <a:pt x="318115" y="79510"/>
                </a:lnTo>
                <a:lnTo>
                  <a:pt x="318110" y="78978"/>
                </a:lnTo>
                <a:lnTo>
                  <a:pt x="318110" y="40247"/>
                </a:lnTo>
                <a:lnTo>
                  <a:pt x="338235" y="40247"/>
                </a:lnTo>
                <a:lnTo>
                  <a:pt x="338235" y="30461"/>
                </a:lnTo>
                <a:lnTo>
                  <a:pt x="318110" y="30461"/>
                </a:lnTo>
                <a:lnTo>
                  <a:pt x="318110" y="13645"/>
                </a:lnTo>
                <a:lnTo>
                  <a:pt x="308049" y="13645"/>
                </a:lnTo>
                <a:lnTo>
                  <a:pt x="306532" y="30461"/>
                </a:lnTo>
                <a:lnTo>
                  <a:pt x="294404" y="30461"/>
                </a:lnTo>
                <a:lnTo>
                  <a:pt x="294404" y="40247"/>
                </a:lnTo>
                <a:lnTo>
                  <a:pt x="306532" y="40247"/>
                </a:lnTo>
                <a:lnTo>
                  <a:pt x="306532" y="78978"/>
                </a:lnTo>
                <a:lnTo>
                  <a:pt x="306537" y="79627"/>
                </a:lnTo>
                <a:lnTo>
                  <a:pt x="306549" y="80265"/>
                </a:lnTo>
                <a:lnTo>
                  <a:pt x="306570" y="80891"/>
                </a:lnTo>
                <a:lnTo>
                  <a:pt x="306599" y="81506"/>
                </a:lnTo>
                <a:lnTo>
                  <a:pt x="306637" y="82110"/>
                </a:lnTo>
                <a:lnTo>
                  <a:pt x="306683" y="82703"/>
                </a:lnTo>
                <a:lnTo>
                  <a:pt x="306738" y="83285"/>
                </a:lnTo>
                <a:lnTo>
                  <a:pt x="306800" y="83855"/>
                </a:lnTo>
                <a:lnTo>
                  <a:pt x="306872" y="84414"/>
                </a:lnTo>
                <a:lnTo>
                  <a:pt x="306951" y="84962"/>
                </a:lnTo>
                <a:lnTo>
                  <a:pt x="307039" y="85499"/>
                </a:lnTo>
                <a:lnTo>
                  <a:pt x="307135" y="86024"/>
                </a:lnTo>
                <a:lnTo>
                  <a:pt x="307240" y="86538"/>
                </a:lnTo>
                <a:lnTo>
                  <a:pt x="307353" y="87041"/>
                </a:lnTo>
                <a:lnTo>
                  <a:pt x="307475" y="87533"/>
                </a:lnTo>
                <a:lnTo>
                  <a:pt x="307604" y="88013"/>
                </a:lnTo>
                <a:lnTo>
                  <a:pt x="307743" y="88482"/>
                </a:lnTo>
                <a:lnTo>
                  <a:pt x="307889" y="88940"/>
                </a:lnTo>
                <a:lnTo>
                  <a:pt x="308044" y="89387"/>
                </a:lnTo>
                <a:lnTo>
                  <a:pt x="308208" y="89822"/>
                </a:lnTo>
                <a:lnTo>
                  <a:pt x="308379" y="90246"/>
                </a:lnTo>
                <a:lnTo>
                  <a:pt x="308559" y="90659"/>
                </a:lnTo>
                <a:lnTo>
                  <a:pt x="308748" y="91061"/>
                </a:lnTo>
                <a:lnTo>
                  <a:pt x="308945" y="91452"/>
                </a:lnTo>
                <a:lnTo>
                  <a:pt x="309149" y="91832"/>
                </a:lnTo>
                <a:lnTo>
                  <a:pt x="309362" y="92202"/>
                </a:lnTo>
                <a:lnTo>
                  <a:pt x="309581" y="92564"/>
                </a:lnTo>
                <a:lnTo>
                  <a:pt x="309808" y="92916"/>
                </a:lnTo>
                <a:lnTo>
                  <a:pt x="310042" y="93258"/>
                </a:lnTo>
                <a:lnTo>
                  <a:pt x="310284" y="93592"/>
                </a:lnTo>
                <a:lnTo>
                  <a:pt x="310534" y="93916"/>
                </a:lnTo>
                <a:lnTo>
                  <a:pt x="310790" y="94231"/>
                </a:lnTo>
                <a:lnTo>
                  <a:pt x="311054" y="94536"/>
                </a:lnTo>
                <a:lnTo>
                  <a:pt x="311326" y="94832"/>
                </a:lnTo>
                <a:lnTo>
                  <a:pt x="311605" y="95119"/>
                </a:lnTo>
                <a:lnTo>
                  <a:pt x="311891" y="95396"/>
                </a:lnTo>
                <a:lnTo>
                  <a:pt x="312185" y="95665"/>
                </a:lnTo>
                <a:lnTo>
                  <a:pt x="312486" y="95923"/>
                </a:lnTo>
                <a:lnTo>
                  <a:pt x="312795" y="96173"/>
                </a:lnTo>
                <a:lnTo>
                  <a:pt x="313111" y="96413"/>
                </a:lnTo>
                <a:lnTo>
                  <a:pt x="313434" y="96644"/>
                </a:lnTo>
                <a:lnTo>
                  <a:pt x="313765" y="96865"/>
                </a:lnTo>
                <a:lnTo>
                  <a:pt x="314103" y="97077"/>
                </a:lnTo>
                <a:lnTo>
                  <a:pt x="314449" y="97280"/>
                </a:lnTo>
                <a:lnTo>
                  <a:pt x="314802" y="97474"/>
                </a:lnTo>
                <a:lnTo>
                  <a:pt x="315163" y="97658"/>
                </a:lnTo>
                <a:lnTo>
                  <a:pt x="315531" y="97833"/>
                </a:lnTo>
                <a:lnTo>
                  <a:pt x="315906" y="97998"/>
                </a:lnTo>
                <a:lnTo>
                  <a:pt x="316288" y="98156"/>
                </a:lnTo>
                <a:lnTo>
                  <a:pt x="316676" y="98307"/>
                </a:lnTo>
                <a:lnTo>
                  <a:pt x="317069" y="98450"/>
                </a:lnTo>
                <a:lnTo>
                  <a:pt x="317468" y="98588"/>
                </a:lnTo>
                <a:lnTo>
                  <a:pt x="317873" y="98718"/>
                </a:lnTo>
                <a:lnTo>
                  <a:pt x="318284" y="98842"/>
                </a:lnTo>
                <a:lnTo>
                  <a:pt x="318700" y="98959"/>
                </a:lnTo>
                <a:lnTo>
                  <a:pt x="319122" y="99070"/>
                </a:lnTo>
                <a:lnTo>
                  <a:pt x="319550" y="99174"/>
                </a:lnTo>
                <a:lnTo>
                  <a:pt x="319984" y="99271"/>
                </a:lnTo>
                <a:lnTo>
                  <a:pt x="320423" y="99361"/>
                </a:lnTo>
                <a:lnTo>
                  <a:pt x="320868" y="99445"/>
                </a:lnTo>
                <a:lnTo>
                  <a:pt x="321319" y="99522"/>
                </a:lnTo>
                <a:lnTo>
                  <a:pt x="321776" y="99592"/>
                </a:lnTo>
                <a:lnTo>
                  <a:pt x="322238" y="99656"/>
                </a:lnTo>
                <a:lnTo>
                  <a:pt x="322706" y="99713"/>
                </a:lnTo>
                <a:lnTo>
                  <a:pt x="323180" y="99763"/>
                </a:lnTo>
                <a:lnTo>
                  <a:pt x="323659" y="99806"/>
                </a:lnTo>
                <a:lnTo>
                  <a:pt x="324145" y="99843"/>
                </a:lnTo>
                <a:lnTo>
                  <a:pt x="324636" y="99873"/>
                </a:lnTo>
                <a:lnTo>
                  <a:pt x="325132" y="99897"/>
                </a:lnTo>
                <a:lnTo>
                  <a:pt x="325635" y="99914"/>
                </a:lnTo>
                <a:lnTo>
                  <a:pt x="326143" y="99924"/>
                </a:lnTo>
                <a:lnTo>
                  <a:pt x="326657" y="99927"/>
                </a:lnTo>
                <a:lnTo>
                  <a:pt x="337406" y="99927"/>
                </a:lnTo>
                <a:lnTo>
                  <a:pt x="337406" y="90002"/>
                </a:lnTo>
                <a:lnTo>
                  <a:pt x="329965" y="90002"/>
                </a:lnTo>
                <a:lnTo>
                  <a:pt x="329421" y="89999"/>
                </a:lnTo>
                <a:close/>
                <a:moveTo>
                  <a:pt x="479804" y="61560"/>
                </a:moveTo>
                <a:lnTo>
                  <a:pt x="479827" y="60927"/>
                </a:lnTo>
                <a:lnTo>
                  <a:pt x="479860" y="60303"/>
                </a:lnTo>
                <a:lnTo>
                  <a:pt x="479902" y="59688"/>
                </a:lnTo>
                <a:lnTo>
                  <a:pt x="479953" y="59082"/>
                </a:lnTo>
                <a:lnTo>
                  <a:pt x="480014" y="58485"/>
                </a:lnTo>
                <a:lnTo>
                  <a:pt x="480084" y="57897"/>
                </a:lnTo>
                <a:lnTo>
                  <a:pt x="480163" y="57317"/>
                </a:lnTo>
                <a:lnTo>
                  <a:pt x="480251" y="56747"/>
                </a:lnTo>
                <a:lnTo>
                  <a:pt x="480349" y="56185"/>
                </a:lnTo>
                <a:lnTo>
                  <a:pt x="480457" y="55632"/>
                </a:lnTo>
                <a:lnTo>
                  <a:pt x="480573" y="55088"/>
                </a:lnTo>
                <a:lnTo>
                  <a:pt x="480699" y="54553"/>
                </a:lnTo>
                <a:lnTo>
                  <a:pt x="480834" y="54026"/>
                </a:lnTo>
                <a:lnTo>
                  <a:pt x="480979" y="53509"/>
                </a:lnTo>
                <a:lnTo>
                  <a:pt x="481133" y="53000"/>
                </a:lnTo>
                <a:lnTo>
                  <a:pt x="481296" y="52501"/>
                </a:lnTo>
                <a:lnTo>
                  <a:pt x="481468" y="52010"/>
                </a:lnTo>
                <a:lnTo>
                  <a:pt x="481650" y="51528"/>
                </a:lnTo>
                <a:lnTo>
                  <a:pt x="481841" y="51054"/>
                </a:lnTo>
                <a:lnTo>
                  <a:pt x="482042" y="50590"/>
                </a:lnTo>
                <a:lnTo>
                  <a:pt x="482252" y="50135"/>
                </a:lnTo>
                <a:lnTo>
                  <a:pt x="482471" y="49688"/>
                </a:lnTo>
                <a:lnTo>
                  <a:pt x="482698" y="49250"/>
                </a:lnTo>
                <a:lnTo>
                  <a:pt x="482932" y="48821"/>
                </a:lnTo>
                <a:lnTo>
                  <a:pt x="483172" y="48400"/>
                </a:lnTo>
                <a:lnTo>
                  <a:pt x="483419" y="47988"/>
                </a:lnTo>
                <a:lnTo>
                  <a:pt x="483672" y="47585"/>
                </a:lnTo>
                <a:lnTo>
                  <a:pt x="483931" y="47190"/>
                </a:lnTo>
                <a:lnTo>
                  <a:pt x="484197" y="46804"/>
                </a:lnTo>
                <a:lnTo>
                  <a:pt x="484470" y="46426"/>
                </a:lnTo>
                <a:lnTo>
                  <a:pt x="484748" y="46057"/>
                </a:lnTo>
                <a:lnTo>
                  <a:pt x="485034" y="45697"/>
                </a:lnTo>
                <a:lnTo>
                  <a:pt x="485326" y="45345"/>
                </a:lnTo>
                <a:lnTo>
                  <a:pt x="485624" y="45002"/>
                </a:lnTo>
                <a:lnTo>
                  <a:pt x="485929" y="44668"/>
                </a:lnTo>
                <a:lnTo>
                  <a:pt x="486240" y="44342"/>
                </a:lnTo>
                <a:lnTo>
                  <a:pt x="486558" y="44025"/>
                </a:lnTo>
                <a:lnTo>
                  <a:pt x="486882" y="43716"/>
                </a:lnTo>
                <a:lnTo>
                  <a:pt x="487212" y="43416"/>
                </a:lnTo>
                <a:lnTo>
                  <a:pt x="487549" y="43125"/>
                </a:lnTo>
                <a:lnTo>
                  <a:pt x="487893" y="42842"/>
                </a:lnTo>
                <a:lnTo>
                  <a:pt x="488243" y="42568"/>
                </a:lnTo>
                <a:lnTo>
                  <a:pt x="488599" y="42302"/>
                </a:lnTo>
                <a:lnTo>
                  <a:pt x="488962" y="42045"/>
                </a:lnTo>
                <a:lnTo>
                  <a:pt x="489332" y="41797"/>
                </a:lnTo>
                <a:lnTo>
                  <a:pt x="489708" y="41557"/>
                </a:lnTo>
                <a:lnTo>
                  <a:pt x="490089" y="41327"/>
                </a:lnTo>
                <a:lnTo>
                  <a:pt x="490474" y="41106"/>
                </a:lnTo>
                <a:lnTo>
                  <a:pt x="490864" y="40895"/>
                </a:lnTo>
                <a:lnTo>
                  <a:pt x="491258" y="40694"/>
                </a:lnTo>
                <a:lnTo>
                  <a:pt x="491657" y="40502"/>
                </a:lnTo>
                <a:lnTo>
                  <a:pt x="492060" y="40321"/>
                </a:lnTo>
                <a:lnTo>
                  <a:pt x="492467" y="40149"/>
                </a:lnTo>
                <a:lnTo>
                  <a:pt x="492878" y="39987"/>
                </a:lnTo>
                <a:lnTo>
                  <a:pt x="493294" y="39835"/>
                </a:lnTo>
                <a:lnTo>
                  <a:pt x="493714" y="39693"/>
                </a:lnTo>
                <a:lnTo>
                  <a:pt x="494138" y="39560"/>
                </a:lnTo>
                <a:lnTo>
                  <a:pt x="494566" y="39437"/>
                </a:lnTo>
                <a:lnTo>
                  <a:pt x="494999" y="39325"/>
                </a:lnTo>
                <a:lnTo>
                  <a:pt x="495436" y="39222"/>
                </a:lnTo>
                <a:lnTo>
                  <a:pt x="495878" y="39128"/>
                </a:lnTo>
                <a:lnTo>
                  <a:pt x="496324" y="39045"/>
                </a:lnTo>
                <a:lnTo>
                  <a:pt x="496774" y="38971"/>
                </a:lnTo>
                <a:lnTo>
                  <a:pt x="497228" y="38907"/>
                </a:lnTo>
                <a:lnTo>
                  <a:pt x="497687" y="38854"/>
                </a:lnTo>
                <a:lnTo>
                  <a:pt x="498150" y="38809"/>
                </a:lnTo>
                <a:lnTo>
                  <a:pt x="498617" y="38775"/>
                </a:lnTo>
                <a:lnTo>
                  <a:pt x="499088" y="38750"/>
                </a:lnTo>
                <a:lnTo>
                  <a:pt x="499564" y="38736"/>
                </a:lnTo>
                <a:lnTo>
                  <a:pt x="500044" y="38731"/>
                </a:lnTo>
                <a:lnTo>
                  <a:pt x="500739" y="38740"/>
                </a:lnTo>
                <a:lnTo>
                  <a:pt x="501419" y="38767"/>
                </a:lnTo>
                <a:lnTo>
                  <a:pt x="502087" y="38813"/>
                </a:lnTo>
                <a:lnTo>
                  <a:pt x="502742" y="38876"/>
                </a:lnTo>
                <a:lnTo>
                  <a:pt x="503383" y="38958"/>
                </a:lnTo>
                <a:lnTo>
                  <a:pt x="504012" y="39058"/>
                </a:lnTo>
                <a:lnTo>
                  <a:pt x="504627" y="39176"/>
                </a:lnTo>
                <a:lnTo>
                  <a:pt x="505229" y="39313"/>
                </a:lnTo>
                <a:lnTo>
                  <a:pt x="505817" y="39468"/>
                </a:lnTo>
                <a:lnTo>
                  <a:pt x="506393" y="39640"/>
                </a:lnTo>
                <a:lnTo>
                  <a:pt x="506955" y="39831"/>
                </a:lnTo>
                <a:lnTo>
                  <a:pt x="507505" y="40041"/>
                </a:lnTo>
                <a:lnTo>
                  <a:pt x="508041" y="40268"/>
                </a:lnTo>
                <a:lnTo>
                  <a:pt x="508564" y="40513"/>
                </a:lnTo>
                <a:lnTo>
                  <a:pt x="509074" y="40777"/>
                </a:lnTo>
                <a:lnTo>
                  <a:pt x="509570" y="41059"/>
                </a:lnTo>
                <a:lnTo>
                  <a:pt x="510054" y="41359"/>
                </a:lnTo>
                <a:lnTo>
                  <a:pt x="510524" y="41678"/>
                </a:lnTo>
                <a:lnTo>
                  <a:pt x="510981" y="42014"/>
                </a:lnTo>
                <a:lnTo>
                  <a:pt x="511425" y="42369"/>
                </a:lnTo>
                <a:lnTo>
                  <a:pt x="511856" y="42742"/>
                </a:lnTo>
                <a:lnTo>
                  <a:pt x="512273" y="43133"/>
                </a:lnTo>
                <a:lnTo>
                  <a:pt x="512678" y="43542"/>
                </a:lnTo>
                <a:lnTo>
                  <a:pt x="513069" y="43970"/>
                </a:lnTo>
                <a:lnTo>
                  <a:pt x="513446" y="44415"/>
                </a:lnTo>
                <a:lnTo>
                  <a:pt x="513807" y="44879"/>
                </a:lnTo>
                <a:lnTo>
                  <a:pt x="514151" y="45361"/>
                </a:lnTo>
                <a:lnTo>
                  <a:pt x="514480" y="45861"/>
                </a:lnTo>
                <a:lnTo>
                  <a:pt x="514793" y="46379"/>
                </a:lnTo>
                <a:lnTo>
                  <a:pt x="515090" y="46915"/>
                </a:lnTo>
                <a:lnTo>
                  <a:pt x="515370" y="47470"/>
                </a:lnTo>
                <a:lnTo>
                  <a:pt x="515635" y="48043"/>
                </a:lnTo>
                <a:lnTo>
                  <a:pt x="515883" y="48634"/>
                </a:lnTo>
                <a:lnTo>
                  <a:pt x="516116" y="49243"/>
                </a:lnTo>
                <a:lnTo>
                  <a:pt x="516332" y="49870"/>
                </a:lnTo>
                <a:lnTo>
                  <a:pt x="516533" y="50516"/>
                </a:lnTo>
                <a:lnTo>
                  <a:pt x="516717" y="51179"/>
                </a:lnTo>
                <a:lnTo>
                  <a:pt x="516886" y="51861"/>
                </a:lnTo>
                <a:lnTo>
                  <a:pt x="517038" y="52561"/>
                </a:lnTo>
                <a:lnTo>
                  <a:pt x="517174" y="53279"/>
                </a:lnTo>
                <a:lnTo>
                  <a:pt x="517295" y="54016"/>
                </a:lnTo>
                <a:lnTo>
                  <a:pt x="517399" y="54770"/>
                </a:lnTo>
                <a:lnTo>
                  <a:pt x="517487" y="55543"/>
                </a:lnTo>
                <a:lnTo>
                  <a:pt x="517559" y="56334"/>
                </a:lnTo>
                <a:lnTo>
                  <a:pt x="517615" y="57143"/>
                </a:lnTo>
                <a:lnTo>
                  <a:pt x="517655" y="57971"/>
                </a:lnTo>
                <a:lnTo>
                  <a:pt x="517679" y="58816"/>
                </a:lnTo>
                <a:lnTo>
                  <a:pt x="517687" y="59680"/>
                </a:lnTo>
                <a:lnTo>
                  <a:pt x="517687" y="99927"/>
                </a:lnTo>
                <a:lnTo>
                  <a:pt x="529265" y="99927"/>
                </a:lnTo>
                <a:lnTo>
                  <a:pt x="529265" y="58441"/>
                </a:lnTo>
                <a:lnTo>
                  <a:pt x="529259" y="57609"/>
                </a:lnTo>
                <a:lnTo>
                  <a:pt x="529242" y="56789"/>
                </a:lnTo>
                <a:lnTo>
                  <a:pt x="529213" y="55981"/>
                </a:lnTo>
                <a:lnTo>
                  <a:pt x="529173" y="55185"/>
                </a:lnTo>
                <a:lnTo>
                  <a:pt x="529121" y="54401"/>
                </a:lnTo>
                <a:lnTo>
                  <a:pt x="529058" y="53630"/>
                </a:lnTo>
                <a:lnTo>
                  <a:pt x="528984" y="52871"/>
                </a:lnTo>
                <a:lnTo>
                  <a:pt x="528897" y="52124"/>
                </a:lnTo>
                <a:lnTo>
                  <a:pt x="528800" y="51389"/>
                </a:lnTo>
                <a:lnTo>
                  <a:pt x="528691" y="50667"/>
                </a:lnTo>
                <a:lnTo>
                  <a:pt x="528570" y="49957"/>
                </a:lnTo>
                <a:lnTo>
                  <a:pt x="528438" y="49258"/>
                </a:lnTo>
                <a:lnTo>
                  <a:pt x="528294" y="48573"/>
                </a:lnTo>
                <a:lnTo>
                  <a:pt x="528139" y="47899"/>
                </a:lnTo>
                <a:lnTo>
                  <a:pt x="527973" y="47237"/>
                </a:lnTo>
                <a:lnTo>
                  <a:pt x="527795" y="46588"/>
                </a:lnTo>
                <a:lnTo>
                  <a:pt x="527605" y="45951"/>
                </a:lnTo>
                <a:lnTo>
                  <a:pt x="527404" y="45326"/>
                </a:lnTo>
                <a:lnTo>
                  <a:pt x="527192" y="44713"/>
                </a:lnTo>
                <a:lnTo>
                  <a:pt x="526968" y="44113"/>
                </a:lnTo>
                <a:lnTo>
                  <a:pt x="526732" y="43525"/>
                </a:lnTo>
                <a:lnTo>
                  <a:pt x="526485" y="42948"/>
                </a:lnTo>
                <a:lnTo>
                  <a:pt x="526227" y="42385"/>
                </a:lnTo>
                <a:lnTo>
                  <a:pt x="525957" y="41833"/>
                </a:lnTo>
                <a:lnTo>
                  <a:pt x="525677" y="41293"/>
                </a:lnTo>
                <a:lnTo>
                  <a:pt x="525387" y="40765"/>
                </a:lnTo>
                <a:lnTo>
                  <a:pt x="525089" y="40248"/>
                </a:lnTo>
                <a:lnTo>
                  <a:pt x="524781" y="39742"/>
                </a:lnTo>
                <a:lnTo>
                  <a:pt x="524465" y="39249"/>
                </a:lnTo>
                <a:lnTo>
                  <a:pt x="524139" y="38766"/>
                </a:lnTo>
                <a:lnTo>
                  <a:pt x="523804" y="38295"/>
                </a:lnTo>
                <a:lnTo>
                  <a:pt x="523460" y="37836"/>
                </a:lnTo>
                <a:lnTo>
                  <a:pt x="523107" y="37388"/>
                </a:lnTo>
                <a:lnTo>
                  <a:pt x="522745" y="36951"/>
                </a:lnTo>
                <a:lnTo>
                  <a:pt x="522374" y="36526"/>
                </a:lnTo>
                <a:lnTo>
                  <a:pt x="521994" y="36113"/>
                </a:lnTo>
                <a:lnTo>
                  <a:pt x="521605" y="35711"/>
                </a:lnTo>
                <a:lnTo>
                  <a:pt x="521206" y="35320"/>
                </a:lnTo>
                <a:lnTo>
                  <a:pt x="520799" y="34941"/>
                </a:lnTo>
                <a:lnTo>
                  <a:pt x="520382" y="34574"/>
                </a:lnTo>
                <a:lnTo>
                  <a:pt x="519956" y="34218"/>
                </a:lnTo>
                <a:lnTo>
                  <a:pt x="519522" y="33873"/>
                </a:lnTo>
                <a:lnTo>
                  <a:pt x="519078" y="33540"/>
                </a:lnTo>
                <a:lnTo>
                  <a:pt x="518625" y="33219"/>
                </a:lnTo>
                <a:lnTo>
                  <a:pt x="518163" y="32909"/>
                </a:lnTo>
                <a:lnTo>
                  <a:pt x="517692" y="32610"/>
                </a:lnTo>
                <a:lnTo>
                  <a:pt x="517211" y="32323"/>
                </a:lnTo>
                <a:lnTo>
                  <a:pt x="516722" y="32047"/>
                </a:lnTo>
                <a:lnTo>
                  <a:pt x="516224" y="31783"/>
                </a:lnTo>
                <a:lnTo>
                  <a:pt x="515719" y="31530"/>
                </a:lnTo>
                <a:lnTo>
                  <a:pt x="515206" y="31288"/>
                </a:lnTo>
                <a:lnTo>
                  <a:pt x="514685" y="31057"/>
                </a:lnTo>
                <a:lnTo>
                  <a:pt x="514157" y="30837"/>
                </a:lnTo>
                <a:lnTo>
                  <a:pt x="513621" y="30629"/>
                </a:lnTo>
                <a:lnTo>
                  <a:pt x="513077" y="30432"/>
                </a:lnTo>
                <a:lnTo>
                  <a:pt x="512526" y="30247"/>
                </a:lnTo>
                <a:lnTo>
                  <a:pt x="511967" y="30072"/>
                </a:lnTo>
                <a:lnTo>
                  <a:pt x="511401" y="29909"/>
                </a:lnTo>
                <a:lnTo>
                  <a:pt x="510826" y="29757"/>
                </a:lnTo>
                <a:lnTo>
                  <a:pt x="510245" y="29616"/>
                </a:lnTo>
                <a:lnTo>
                  <a:pt x="509655" y="29487"/>
                </a:lnTo>
                <a:lnTo>
                  <a:pt x="509058" y="29369"/>
                </a:lnTo>
                <a:lnTo>
                  <a:pt x="508453" y="29262"/>
                </a:lnTo>
                <a:lnTo>
                  <a:pt x="507840" y="29166"/>
                </a:lnTo>
                <a:lnTo>
                  <a:pt x="507220" y="29082"/>
                </a:lnTo>
                <a:lnTo>
                  <a:pt x="506592" y="29009"/>
                </a:lnTo>
                <a:lnTo>
                  <a:pt x="505957" y="28947"/>
                </a:lnTo>
                <a:lnTo>
                  <a:pt x="505314" y="28896"/>
                </a:lnTo>
                <a:lnTo>
                  <a:pt x="504663" y="28857"/>
                </a:lnTo>
                <a:lnTo>
                  <a:pt x="504005" y="28829"/>
                </a:lnTo>
                <a:lnTo>
                  <a:pt x="503339" y="28812"/>
                </a:lnTo>
                <a:lnTo>
                  <a:pt x="502665" y="28806"/>
                </a:lnTo>
                <a:lnTo>
                  <a:pt x="502013" y="28813"/>
                </a:lnTo>
                <a:lnTo>
                  <a:pt x="501367" y="28832"/>
                </a:lnTo>
                <a:lnTo>
                  <a:pt x="500728" y="28863"/>
                </a:lnTo>
                <a:lnTo>
                  <a:pt x="500094" y="28908"/>
                </a:lnTo>
                <a:lnTo>
                  <a:pt x="499466" y="28965"/>
                </a:lnTo>
                <a:lnTo>
                  <a:pt x="498844" y="29035"/>
                </a:lnTo>
                <a:lnTo>
                  <a:pt x="498228" y="29117"/>
                </a:lnTo>
                <a:lnTo>
                  <a:pt x="497618" y="29212"/>
                </a:lnTo>
                <a:lnTo>
                  <a:pt x="497014" y="29320"/>
                </a:lnTo>
                <a:lnTo>
                  <a:pt x="496416" y="29440"/>
                </a:lnTo>
                <a:lnTo>
                  <a:pt x="495824" y="29574"/>
                </a:lnTo>
                <a:lnTo>
                  <a:pt x="495238" y="29720"/>
                </a:lnTo>
                <a:lnTo>
                  <a:pt x="494658" y="29878"/>
                </a:lnTo>
                <a:lnTo>
                  <a:pt x="494084" y="30049"/>
                </a:lnTo>
                <a:lnTo>
                  <a:pt x="493516" y="30233"/>
                </a:lnTo>
                <a:lnTo>
                  <a:pt x="492954" y="30430"/>
                </a:lnTo>
                <a:lnTo>
                  <a:pt x="492398" y="30639"/>
                </a:lnTo>
                <a:lnTo>
                  <a:pt x="491848" y="30861"/>
                </a:lnTo>
                <a:lnTo>
                  <a:pt x="491304" y="31096"/>
                </a:lnTo>
                <a:lnTo>
                  <a:pt x="490766" y="31343"/>
                </a:lnTo>
                <a:lnTo>
                  <a:pt x="490234" y="31603"/>
                </a:lnTo>
                <a:lnTo>
                  <a:pt x="489707" y="31876"/>
                </a:lnTo>
                <a:lnTo>
                  <a:pt x="489187" y="32161"/>
                </a:lnTo>
                <a:lnTo>
                  <a:pt x="488673" y="32459"/>
                </a:lnTo>
                <a:lnTo>
                  <a:pt x="488167" y="32769"/>
                </a:lnTo>
                <a:lnTo>
                  <a:pt x="487670" y="33088"/>
                </a:lnTo>
                <a:lnTo>
                  <a:pt x="487184" y="33417"/>
                </a:lnTo>
                <a:lnTo>
                  <a:pt x="486707" y="33756"/>
                </a:lnTo>
                <a:lnTo>
                  <a:pt x="486240" y="34104"/>
                </a:lnTo>
                <a:lnTo>
                  <a:pt x="485783" y="34462"/>
                </a:lnTo>
                <a:lnTo>
                  <a:pt x="485336" y="34831"/>
                </a:lnTo>
                <a:lnTo>
                  <a:pt x="484898" y="35209"/>
                </a:lnTo>
                <a:lnTo>
                  <a:pt x="484471" y="35596"/>
                </a:lnTo>
                <a:lnTo>
                  <a:pt x="484053" y="35994"/>
                </a:lnTo>
                <a:lnTo>
                  <a:pt x="483645" y="36401"/>
                </a:lnTo>
                <a:lnTo>
                  <a:pt x="483246" y="36819"/>
                </a:lnTo>
                <a:lnTo>
                  <a:pt x="482858" y="37246"/>
                </a:lnTo>
                <a:lnTo>
                  <a:pt x="482479" y="37682"/>
                </a:lnTo>
                <a:lnTo>
                  <a:pt x="482110" y="38129"/>
                </a:lnTo>
                <a:lnTo>
                  <a:pt x="481751" y="38585"/>
                </a:lnTo>
                <a:lnTo>
                  <a:pt x="481402" y="39052"/>
                </a:lnTo>
                <a:lnTo>
                  <a:pt x="481063" y="39528"/>
                </a:lnTo>
                <a:lnTo>
                  <a:pt x="480733" y="40014"/>
                </a:lnTo>
                <a:lnTo>
                  <a:pt x="480413" y="40509"/>
                </a:lnTo>
                <a:lnTo>
                  <a:pt x="480103" y="41015"/>
                </a:lnTo>
                <a:lnTo>
                  <a:pt x="479803" y="41530"/>
                </a:lnTo>
                <a:lnTo>
                  <a:pt x="479513" y="42055"/>
                </a:lnTo>
                <a:lnTo>
                  <a:pt x="479232" y="42590"/>
                </a:lnTo>
                <a:lnTo>
                  <a:pt x="478681" y="30461"/>
                </a:lnTo>
                <a:lnTo>
                  <a:pt x="468208" y="30461"/>
                </a:lnTo>
                <a:lnTo>
                  <a:pt x="468208" y="99927"/>
                </a:lnTo>
                <a:lnTo>
                  <a:pt x="479785" y="99927"/>
                </a:lnTo>
                <a:lnTo>
                  <a:pt x="479785" y="62851"/>
                </a:lnTo>
                <a:lnTo>
                  <a:pt x="479790" y="62201"/>
                </a:lnTo>
                <a:lnTo>
                  <a:pt x="479804" y="61560"/>
                </a:lnTo>
                <a:close/>
                <a:moveTo>
                  <a:pt x="420732" y="101456"/>
                </a:moveTo>
                <a:lnTo>
                  <a:pt x="421525" y="101386"/>
                </a:lnTo>
                <a:lnTo>
                  <a:pt x="422310" y="101300"/>
                </a:lnTo>
                <a:lnTo>
                  <a:pt x="423087" y="101199"/>
                </a:lnTo>
                <a:lnTo>
                  <a:pt x="423856" y="101083"/>
                </a:lnTo>
                <a:lnTo>
                  <a:pt x="424618" y="100950"/>
                </a:lnTo>
                <a:lnTo>
                  <a:pt x="425373" y="100803"/>
                </a:lnTo>
                <a:lnTo>
                  <a:pt x="426119" y="100639"/>
                </a:lnTo>
                <a:lnTo>
                  <a:pt x="426858" y="100461"/>
                </a:lnTo>
                <a:lnTo>
                  <a:pt x="427589" y="100266"/>
                </a:lnTo>
                <a:lnTo>
                  <a:pt x="428313" y="100056"/>
                </a:lnTo>
                <a:lnTo>
                  <a:pt x="429029" y="99831"/>
                </a:lnTo>
                <a:lnTo>
                  <a:pt x="429737" y="99590"/>
                </a:lnTo>
                <a:lnTo>
                  <a:pt x="430438" y="99334"/>
                </a:lnTo>
                <a:lnTo>
                  <a:pt x="431131" y="99061"/>
                </a:lnTo>
                <a:lnTo>
                  <a:pt x="431816" y="98774"/>
                </a:lnTo>
                <a:lnTo>
                  <a:pt x="432494" y="98471"/>
                </a:lnTo>
                <a:lnTo>
                  <a:pt x="433164" y="98152"/>
                </a:lnTo>
                <a:lnTo>
                  <a:pt x="433826" y="97818"/>
                </a:lnTo>
                <a:lnTo>
                  <a:pt x="434481" y="97468"/>
                </a:lnTo>
                <a:lnTo>
                  <a:pt x="435128" y="97103"/>
                </a:lnTo>
                <a:lnTo>
                  <a:pt x="435766" y="96723"/>
                </a:lnTo>
                <a:lnTo>
                  <a:pt x="436392" y="96330"/>
                </a:lnTo>
                <a:lnTo>
                  <a:pt x="437008" y="95925"/>
                </a:lnTo>
                <a:lnTo>
                  <a:pt x="437613" y="95506"/>
                </a:lnTo>
                <a:lnTo>
                  <a:pt x="438206" y="95075"/>
                </a:lnTo>
                <a:lnTo>
                  <a:pt x="438789" y="94630"/>
                </a:lnTo>
                <a:lnTo>
                  <a:pt x="439361" y="94173"/>
                </a:lnTo>
                <a:lnTo>
                  <a:pt x="439921" y="93703"/>
                </a:lnTo>
                <a:lnTo>
                  <a:pt x="440471" y="93220"/>
                </a:lnTo>
                <a:lnTo>
                  <a:pt x="441009" y="92724"/>
                </a:lnTo>
                <a:lnTo>
                  <a:pt x="441537" y="92215"/>
                </a:lnTo>
                <a:lnTo>
                  <a:pt x="442054" y="91693"/>
                </a:lnTo>
                <a:lnTo>
                  <a:pt x="442559" y="91158"/>
                </a:lnTo>
                <a:lnTo>
                  <a:pt x="443054" y="90610"/>
                </a:lnTo>
                <a:lnTo>
                  <a:pt x="443537" y="90050"/>
                </a:lnTo>
                <a:lnTo>
                  <a:pt x="444010" y="89476"/>
                </a:lnTo>
                <a:lnTo>
                  <a:pt x="444471" y="88890"/>
                </a:lnTo>
                <a:lnTo>
                  <a:pt x="444922" y="88290"/>
                </a:lnTo>
                <a:lnTo>
                  <a:pt x="445361" y="87678"/>
                </a:lnTo>
                <a:lnTo>
                  <a:pt x="445790" y="87053"/>
                </a:lnTo>
                <a:lnTo>
                  <a:pt x="446207" y="86415"/>
                </a:lnTo>
                <a:lnTo>
                  <a:pt x="446614" y="85764"/>
                </a:lnTo>
                <a:lnTo>
                  <a:pt x="447009" y="85100"/>
                </a:lnTo>
                <a:lnTo>
                  <a:pt x="447393" y="84423"/>
                </a:lnTo>
                <a:lnTo>
                  <a:pt x="447765" y="83735"/>
                </a:lnTo>
                <a:lnTo>
                  <a:pt x="448120" y="83036"/>
                </a:lnTo>
                <a:lnTo>
                  <a:pt x="448460" y="82328"/>
                </a:lnTo>
                <a:lnTo>
                  <a:pt x="448783" y="81610"/>
                </a:lnTo>
                <a:lnTo>
                  <a:pt x="449091" y="80883"/>
                </a:lnTo>
                <a:lnTo>
                  <a:pt x="449384" y="80145"/>
                </a:lnTo>
                <a:lnTo>
                  <a:pt x="449660" y="79398"/>
                </a:lnTo>
                <a:lnTo>
                  <a:pt x="449921" y="78641"/>
                </a:lnTo>
                <a:lnTo>
                  <a:pt x="450165" y="77874"/>
                </a:lnTo>
                <a:lnTo>
                  <a:pt x="450395" y="77097"/>
                </a:lnTo>
                <a:lnTo>
                  <a:pt x="450608" y="76311"/>
                </a:lnTo>
                <a:lnTo>
                  <a:pt x="450805" y="75515"/>
                </a:lnTo>
                <a:lnTo>
                  <a:pt x="450987" y="74709"/>
                </a:lnTo>
                <a:lnTo>
                  <a:pt x="451153" y="73893"/>
                </a:lnTo>
                <a:lnTo>
                  <a:pt x="451303" y="73067"/>
                </a:lnTo>
                <a:lnTo>
                  <a:pt x="451437" y="72231"/>
                </a:lnTo>
                <a:lnTo>
                  <a:pt x="451555" y="71386"/>
                </a:lnTo>
                <a:lnTo>
                  <a:pt x="451658" y="70531"/>
                </a:lnTo>
                <a:lnTo>
                  <a:pt x="451745" y="69666"/>
                </a:lnTo>
                <a:lnTo>
                  <a:pt x="451816" y="68791"/>
                </a:lnTo>
                <a:lnTo>
                  <a:pt x="451871" y="67907"/>
                </a:lnTo>
                <a:lnTo>
                  <a:pt x="451911" y="67012"/>
                </a:lnTo>
                <a:lnTo>
                  <a:pt x="451935" y="66108"/>
                </a:lnTo>
                <a:lnTo>
                  <a:pt x="451942" y="65194"/>
                </a:lnTo>
                <a:lnTo>
                  <a:pt x="451935" y="64280"/>
                </a:lnTo>
                <a:lnTo>
                  <a:pt x="451911" y="63376"/>
                </a:lnTo>
                <a:lnTo>
                  <a:pt x="451872" y="62482"/>
                </a:lnTo>
                <a:lnTo>
                  <a:pt x="451818" y="61597"/>
                </a:lnTo>
                <a:lnTo>
                  <a:pt x="451748" y="60722"/>
                </a:lnTo>
                <a:lnTo>
                  <a:pt x="451662" y="59858"/>
                </a:lnTo>
                <a:lnTo>
                  <a:pt x="451561" y="59002"/>
                </a:lnTo>
                <a:lnTo>
                  <a:pt x="451445" y="58157"/>
                </a:lnTo>
                <a:lnTo>
                  <a:pt x="451312" y="57322"/>
                </a:lnTo>
                <a:lnTo>
                  <a:pt x="451165" y="56496"/>
                </a:lnTo>
                <a:lnTo>
                  <a:pt x="451001" y="55680"/>
                </a:lnTo>
                <a:lnTo>
                  <a:pt x="450823" y="54874"/>
                </a:lnTo>
                <a:lnTo>
                  <a:pt x="450628" y="54078"/>
                </a:lnTo>
                <a:lnTo>
                  <a:pt x="450418" y="53292"/>
                </a:lnTo>
                <a:lnTo>
                  <a:pt x="450193" y="52515"/>
                </a:lnTo>
                <a:lnTo>
                  <a:pt x="449951" y="51748"/>
                </a:lnTo>
                <a:lnTo>
                  <a:pt x="449695" y="50991"/>
                </a:lnTo>
                <a:lnTo>
                  <a:pt x="449423" y="50244"/>
                </a:lnTo>
                <a:lnTo>
                  <a:pt x="449135" y="49507"/>
                </a:lnTo>
                <a:lnTo>
                  <a:pt x="448832" y="48779"/>
                </a:lnTo>
                <a:lnTo>
                  <a:pt x="448513" y="48062"/>
                </a:lnTo>
                <a:lnTo>
                  <a:pt x="448178" y="47354"/>
                </a:lnTo>
                <a:lnTo>
                  <a:pt x="447828" y="46656"/>
                </a:lnTo>
                <a:lnTo>
                  <a:pt x="447463" y="45968"/>
                </a:lnTo>
                <a:lnTo>
                  <a:pt x="447084" y="45291"/>
                </a:lnTo>
                <a:lnTo>
                  <a:pt x="446694" y="44626"/>
                </a:lnTo>
                <a:lnTo>
                  <a:pt x="446293" y="43975"/>
                </a:lnTo>
                <a:lnTo>
                  <a:pt x="445882" y="43337"/>
                </a:lnTo>
                <a:lnTo>
                  <a:pt x="445459" y="42712"/>
                </a:lnTo>
                <a:lnTo>
                  <a:pt x="445025" y="42099"/>
                </a:lnTo>
                <a:lnTo>
                  <a:pt x="444580" y="41500"/>
                </a:lnTo>
                <a:lnTo>
                  <a:pt x="444124" y="40913"/>
                </a:lnTo>
                <a:lnTo>
                  <a:pt x="443657" y="40339"/>
                </a:lnTo>
                <a:lnTo>
                  <a:pt x="443180" y="39779"/>
                </a:lnTo>
                <a:lnTo>
                  <a:pt x="442691" y="39231"/>
                </a:lnTo>
                <a:lnTo>
                  <a:pt x="442191" y="38696"/>
                </a:lnTo>
                <a:lnTo>
                  <a:pt x="441680" y="38174"/>
                </a:lnTo>
                <a:lnTo>
                  <a:pt x="441158" y="37665"/>
                </a:lnTo>
                <a:lnTo>
                  <a:pt x="440625" y="37169"/>
                </a:lnTo>
                <a:lnTo>
                  <a:pt x="440081" y="36686"/>
                </a:lnTo>
                <a:lnTo>
                  <a:pt x="439527" y="36216"/>
                </a:lnTo>
                <a:lnTo>
                  <a:pt x="438961" y="35758"/>
                </a:lnTo>
                <a:lnTo>
                  <a:pt x="438384" y="35314"/>
                </a:lnTo>
                <a:lnTo>
                  <a:pt x="437796" y="34882"/>
                </a:lnTo>
                <a:lnTo>
                  <a:pt x="437197" y="34464"/>
                </a:lnTo>
                <a:lnTo>
                  <a:pt x="436587" y="34058"/>
                </a:lnTo>
                <a:lnTo>
                  <a:pt x="435966" y="33666"/>
                </a:lnTo>
                <a:lnTo>
                  <a:pt x="435334" y="33286"/>
                </a:lnTo>
                <a:lnTo>
                  <a:pt x="434693" y="32920"/>
                </a:lnTo>
                <a:lnTo>
                  <a:pt x="434044" y="32570"/>
                </a:lnTo>
                <a:lnTo>
                  <a:pt x="433386" y="32236"/>
                </a:lnTo>
                <a:lnTo>
                  <a:pt x="432721" y="31917"/>
                </a:lnTo>
                <a:lnTo>
                  <a:pt x="432048" y="31614"/>
                </a:lnTo>
                <a:lnTo>
                  <a:pt x="431367" y="31326"/>
                </a:lnTo>
                <a:lnTo>
                  <a:pt x="430679" y="31054"/>
                </a:lnTo>
                <a:lnTo>
                  <a:pt x="429982" y="30797"/>
                </a:lnTo>
                <a:lnTo>
                  <a:pt x="429277" y="30556"/>
                </a:lnTo>
                <a:lnTo>
                  <a:pt x="428565" y="30331"/>
                </a:lnTo>
                <a:lnTo>
                  <a:pt x="427845" y="30121"/>
                </a:lnTo>
                <a:lnTo>
                  <a:pt x="427116" y="29926"/>
                </a:lnTo>
                <a:lnTo>
                  <a:pt x="426380" y="29747"/>
                </a:lnTo>
                <a:lnTo>
                  <a:pt x="425636" y="29584"/>
                </a:lnTo>
                <a:lnTo>
                  <a:pt x="424884" y="29436"/>
                </a:lnTo>
                <a:lnTo>
                  <a:pt x="424124" y="29304"/>
                </a:lnTo>
                <a:lnTo>
                  <a:pt x="423356" y="29187"/>
                </a:lnTo>
                <a:lnTo>
                  <a:pt x="422581" y="29086"/>
                </a:lnTo>
                <a:lnTo>
                  <a:pt x="421797" y="29001"/>
                </a:lnTo>
                <a:lnTo>
                  <a:pt x="421006" y="28931"/>
                </a:lnTo>
                <a:lnTo>
                  <a:pt x="420206" y="28876"/>
                </a:lnTo>
                <a:lnTo>
                  <a:pt x="419399" y="28837"/>
                </a:lnTo>
                <a:lnTo>
                  <a:pt x="418584" y="28814"/>
                </a:lnTo>
                <a:lnTo>
                  <a:pt x="417761" y="28806"/>
                </a:lnTo>
                <a:lnTo>
                  <a:pt x="416960" y="28814"/>
                </a:lnTo>
                <a:lnTo>
                  <a:pt x="416166" y="28837"/>
                </a:lnTo>
                <a:lnTo>
                  <a:pt x="415378" y="28876"/>
                </a:lnTo>
                <a:lnTo>
                  <a:pt x="414597" y="28931"/>
                </a:lnTo>
                <a:lnTo>
                  <a:pt x="413822" y="29001"/>
                </a:lnTo>
                <a:lnTo>
                  <a:pt x="413053" y="29086"/>
                </a:lnTo>
                <a:lnTo>
                  <a:pt x="412291" y="29187"/>
                </a:lnTo>
                <a:lnTo>
                  <a:pt x="411536" y="29304"/>
                </a:lnTo>
                <a:lnTo>
                  <a:pt x="410787" y="29436"/>
                </a:lnTo>
                <a:lnTo>
                  <a:pt x="410044" y="29584"/>
                </a:lnTo>
                <a:lnTo>
                  <a:pt x="409308" y="29747"/>
                </a:lnTo>
                <a:lnTo>
                  <a:pt x="408578" y="29926"/>
                </a:lnTo>
                <a:lnTo>
                  <a:pt x="407855" y="30121"/>
                </a:lnTo>
                <a:lnTo>
                  <a:pt x="407138" y="30331"/>
                </a:lnTo>
                <a:lnTo>
                  <a:pt x="406428" y="30556"/>
                </a:lnTo>
                <a:lnTo>
                  <a:pt x="405724" y="30797"/>
                </a:lnTo>
                <a:lnTo>
                  <a:pt x="405027" y="31054"/>
                </a:lnTo>
                <a:lnTo>
                  <a:pt x="404336" y="31326"/>
                </a:lnTo>
                <a:lnTo>
                  <a:pt x="403651" y="31614"/>
                </a:lnTo>
                <a:lnTo>
                  <a:pt x="402973" y="31917"/>
                </a:lnTo>
                <a:lnTo>
                  <a:pt x="402302" y="32236"/>
                </a:lnTo>
                <a:lnTo>
                  <a:pt x="401637" y="32570"/>
                </a:lnTo>
                <a:lnTo>
                  <a:pt x="400978" y="32920"/>
                </a:lnTo>
                <a:lnTo>
                  <a:pt x="400326" y="33286"/>
                </a:lnTo>
                <a:lnTo>
                  <a:pt x="399683" y="33666"/>
                </a:lnTo>
                <a:lnTo>
                  <a:pt x="399051" y="34058"/>
                </a:lnTo>
                <a:lnTo>
                  <a:pt x="398431" y="34464"/>
                </a:lnTo>
                <a:lnTo>
                  <a:pt x="397822" y="34882"/>
                </a:lnTo>
                <a:lnTo>
                  <a:pt x="397225" y="35314"/>
                </a:lnTo>
                <a:lnTo>
                  <a:pt x="396639" y="35758"/>
                </a:lnTo>
                <a:lnTo>
                  <a:pt x="396064" y="36216"/>
                </a:lnTo>
                <a:lnTo>
                  <a:pt x="395502" y="36686"/>
                </a:lnTo>
                <a:lnTo>
                  <a:pt x="394950" y="37169"/>
                </a:lnTo>
                <a:lnTo>
                  <a:pt x="394410" y="37665"/>
                </a:lnTo>
                <a:lnTo>
                  <a:pt x="393882" y="38174"/>
                </a:lnTo>
                <a:lnTo>
                  <a:pt x="393365" y="38696"/>
                </a:lnTo>
                <a:lnTo>
                  <a:pt x="392860" y="39231"/>
                </a:lnTo>
                <a:lnTo>
                  <a:pt x="392366" y="39779"/>
                </a:lnTo>
                <a:lnTo>
                  <a:pt x="391883" y="40339"/>
                </a:lnTo>
                <a:lnTo>
                  <a:pt x="391412" y="40913"/>
                </a:lnTo>
                <a:lnTo>
                  <a:pt x="390953" y="41500"/>
                </a:lnTo>
                <a:lnTo>
                  <a:pt x="390505" y="42099"/>
                </a:lnTo>
                <a:lnTo>
                  <a:pt x="390069" y="42712"/>
                </a:lnTo>
                <a:lnTo>
                  <a:pt x="389644" y="43337"/>
                </a:lnTo>
                <a:lnTo>
                  <a:pt x="389230" y="43975"/>
                </a:lnTo>
                <a:lnTo>
                  <a:pt x="388828" y="44626"/>
                </a:lnTo>
                <a:lnTo>
                  <a:pt x="388438" y="45291"/>
                </a:lnTo>
                <a:lnTo>
                  <a:pt x="388058" y="45968"/>
                </a:lnTo>
                <a:lnTo>
                  <a:pt x="387693" y="46656"/>
                </a:lnTo>
                <a:lnTo>
                  <a:pt x="387343" y="47355"/>
                </a:lnTo>
                <a:lnTo>
                  <a:pt x="387009" y="48064"/>
                </a:lnTo>
                <a:lnTo>
                  <a:pt x="386690" y="48783"/>
                </a:lnTo>
                <a:lnTo>
                  <a:pt x="386386" y="49513"/>
                </a:lnTo>
                <a:lnTo>
                  <a:pt x="386099" y="50253"/>
                </a:lnTo>
                <a:lnTo>
                  <a:pt x="385826" y="51003"/>
                </a:lnTo>
                <a:lnTo>
                  <a:pt x="385570" y="51764"/>
                </a:lnTo>
                <a:lnTo>
                  <a:pt x="385329" y="52534"/>
                </a:lnTo>
                <a:lnTo>
                  <a:pt x="385103" y="53315"/>
                </a:lnTo>
                <a:lnTo>
                  <a:pt x="384893" y="54107"/>
                </a:lnTo>
                <a:lnTo>
                  <a:pt x="384699" y="54908"/>
                </a:lnTo>
                <a:lnTo>
                  <a:pt x="384520" y="55720"/>
                </a:lnTo>
                <a:lnTo>
                  <a:pt x="384357" y="56543"/>
                </a:lnTo>
                <a:lnTo>
                  <a:pt x="384209" y="57375"/>
                </a:lnTo>
                <a:lnTo>
                  <a:pt x="384077" y="58218"/>
                </a:lnTo>
                <a:lnTo>
                  <a:pt x="383960" y="59071"/>
                </a:lnTo>
                <a:lnTo>
                  <a:pt x="383859" y="59934"/>
                </a:lnTo>
                <a:lnTo>
                  <a:pt x="383773" y="60808"/>
                </a:lnTo>
                <a:lnTo>
                  <a:pt x="383703" y="61692"/>
                </a:lnTo>
                <a:lnTo>
                  <a:pt x="383649" y="62586"/>
                </a:lnTo>
                <a:lnTo>
                  <a:pt x="383610" y="63491"/>
                </a:lnTo>
                <a:lnTo>
                  <a:pt x="383587" y="64406"/>
                </a:lnTo>
                <a:lnTo>
                  <a:pt x="383579" y="65331"/>
                </a:lnTo>
                <a:lnTo>
                  <a:pt x="383586" y="66234"/>
                </a:lnTo>
                <a:lnTo>
                  <a:pt x="383609" y="67127"/>
                </a:lnTo>
                <a:lnTo>
                  <a:pt x="383648" y="68011"/>
                </a:lnTo>
                <a:lnTo>
                  <a:pt x="383701" y="68886"/>
                </a:lnTo>
                <a:lnTo>
                  <a:pt x="383770" y="69752"/>
                </a:lnTo>
                <a:lnTo>
                  <a:pt x="383854" y="70608"/>
                </a:lnTo>
                <a:lnTo>
                  <a:pt x="383954" y="71455"/>
                </a:lnTo>
                <a:lnTo>
                  <a:pt x="384069" y="72292"/>
                </a:lnTo>
                <a:lnTo>
                  <a:pt x="384199" y="73120"/>
                </a:lnTo>
                <a:lnTo>
                  <a:pt x="384345" y="73939"/>
                </a:lnTo>
                <a:lnTo>
                  <a:pt x="384505" y="74749"/>
                </a:lnTo>
                <a:lnTo>
                  <a:pt x="384681" y="75549"/>
                </a:lnTo>
                <a:lnTo>
                  <a:pt x="384873" y="76340"/>
                </a:lnTo>
                <a:lnTo>
                  <a:pt x="385080" y="77121"/>
                </a:lnTo>
                <a:lnTo>
                  <a:pt x="385302" y="77893"/>
                </a:lnTo>
                <a:lnTo>
                  <a:pt x="385539" y="78656"/>
                </a:lnTo>
                <a:lnTo>
                  <a:pt x="385792" y="79410"/>
                </a:lnTo>
                <a:lnTo>
                  <a:pt x="386060" y="80154"/>
                </a:lnTo>
                <a:lnTo>
                  <a:pt x="386343" y="80889"/>
                </a:lnTo>
                <a:lnTo>
                  <a:pt x="386641" y="81614"/>
                </a:lnTo>
                <a:lnTo>
                  <a:pt x="386955" y="82330"/>
                </a:lnTo>
                <a:lnTo>
                  <a:pt x="387285" y="83037"/>
                </a:lnTo>
                <a:lnTo>
                  <a:pt x="387629" y="83735"/>
                </a:lnTo>
                <a:lnTo>
                  <a:pt x="387989" y="84423"/>
                </a:lnTo>
                <a:lnTo>
                  <a:pt x="388362" y="85100"/>
                </a:lnTo>
                <a:lnTo>
                  <a:pt x="388747" y="85764"/>
                </a:lnTo>
                <a:lnTo>
                  <a:pt x="389144" y="86415"/>
                </a:lnTo>
                <a:lnTo>
                  <a:pt x="389552" y="87053"/>
                </a:lnTo>
                <a:lnTo>
                  <a:pt x="389971" y="87678"/>
                </a:lnTo>
                <a:lnTo>
                  <a:pt x="390402" y="88290"/>
                </a:lnTo>
                <a:lnTo>
                  <a:pt x="390844" y="88890"/>
                </a:lnTo>
                <a:lnTo>
                  <a:pt x="391298" y="89476"/>
                </a:lnTo>
                <a:lnTo>
                  <a:pt x="391763" y="90050"/>
                </a:lnTo>
                <a:lnTo>
                  <a:pt x="392240" y="90610"/>
                </a:lnTo>
                <a:lnTo>
                  <a:pt x="392728" y="91158"/>
                </a:lnTo>
                <a:lnTo>
                  <a:pt x="393228" y="91693"/>
                </a:lnTo>
                <a:lnTo>
                  <a:pt x="393739" y="92215"/>
                </a:lnTo>
                <a:lnTo>
                  <a:pt x="394262" y="92724"/>
                </a:lnTo>
                <a:lnTo>
                  <a:pt x="394796" y="93220"/>
                </a:lnTo>
                <a:lnTo>
                  <a:pt x="395342" y="93703"/>
                </a:lnTo>
                <a:lnTo>
                  <a:pt x="395899" y="94173"/>
                </a:lnTo>
                <a:lnTo>
                  <a:pt x="396467" y="94630"/>
                </a:lnTo>
                <a:lnTo>
                  <a:pt x="397047" y="95075"/>
                </a:lnTo>
                <a:lnTo>
                  <a:pt x="397639" y="95506"/>
                </a:lnTo>
                <a:lnTo>
                  <a:pt x="398242" y="95925"/>
                </a:lnTo>
                <a:lnTo>
                  <a:pt x="398856" y="96330"/>
                </a:lnTo>
                <a:lnTo>
                  <a:pt x="399482" y="96723"/>
                </a:lnTo>
                <a:lnTo>
                  <a:pt x="400120" y="97103"/>
                </a:lnTo>
                <a:lnTo>
                  <a:pt x="400766" y="97468"/>
                </a:lnTo>
                <a:lnTo>
                  <a:pt x="401420" y="97818"/>
                </a:lnTo>
                <a:lnTo>
                  <a:pt x="402080" y="98152"/>
                </a:lnTo>
                <a:lnTo>
                  <a:pt x="402746" y="98471"/>
                </a:lnTo>
                <a:lnTo>
                  <a:pt x="403419" y="98774"/>
                </a:lnTo>
                <a:lnTo>
                  <a:pt x="404100" y="99061"/>
                </a:lnTo>
                <a:lnTo>
                  <a:pt x="404786" y="99334"/>
                </a:lnTo>
                <a:lnTo>
                  <a:pt x="405480" y="99590"/>
                </a:lnTo>
                <a:lnTo>
                  <a:pt x="406180" y="99831"/>
                </a:lnTo>
                <a:lnTo>
                  <a:pt x="406887" y="100056"/>
                </a:lnTo>
                <a:lnTo>
                  <a:pt x="407600" y="100266"/>
                </a:lnTo>
                <a:lnTo>
                  <a:pt x="408320" y="100461"/>
                </a:lnTo>
                <a:lnTo>
                  <a:pt x="409047" y="100639"/>
                </a:lnTo>
                <a:lnTo>
                  <a:pt x="409781" y="100803"/>
                </a:lnTo>
                <a:lnTo>
                  <a:pt x="410521" y="100950"/>
                </a:lnTo>
                <a:lnTo>
                  <a:pt x="411268" y="101083"/>
                </a:lnTo>
                <a:lnTo>
                  <a:pt x="412022" y="101199"/>
                </a:lnTo>
                <a:lnTo>
                  <a:pt x="412782" y="101300"/>
                </a:lnTo>
                <a:lnTo>
                  <a:pt x="413549" y="101386"/>
                </a:lnTo>
                <a:lnTo>
                  <a:pt x="414323" y="101456"/>
                </a:lnTo>
                <a:lnTo>
                  <a:pt x="415104" y="101510"/>
                </a:lnTo>
                <a:lnTo>
                  <a:pt x="415891" y="101549"/>
                </a:lnTo>
                <a:lnTo>
                  <a:pt x="416685" y="101572"/>
                </a:lnTo>
                <a:lnTo>
                  <a:pt x="417485" y="101580"/>
                </a:lnTo>
                <a:lnTo>
                  <a:pt x="418308" y="101572"/>
                </a:lnTo>
                <a:lnTo>
                  <a:pt x="419124" y="101549"/>
                </a:lnTo>
                <a:lnTo>
                  <a:pt x="419932" y="101510"/>
                </a:lnTo>
                <a:lnTo>
                  <a:pt x="420732" y="101456"/>
                </a:lnTo>
                <a:close/>
                <a:moveTo>
                  <a:pt x="415673" y="91575"/>
                </a:moveTo>
                <a:lnTo>
                  <a:pt x="415193" y="91529"/>
                </a:lnTo>
                <a:lnTo>
                  <a:pt x="414717" y="91472"/>
                </a:lnTo>
                <a:lnTo>
                  <a:pt x="414243" y="91406"/>
                </a:lnTo>
                <a:lnTo>
                  <a:pt x="413772" y="91328"/>
                </a:lnTo>
                <a:lnTo>
                  <a:pt x="413305" y="91241"/>
                </a:lnTo>
                <a:lnTo>
                  <a:pt x="412840" y="91143"/>
                </a:lnTo>
                <a:lnTo>
                  <a:pt x="412379" y="91035"/>
                </a:lnTo>
                <a:lnTo>
                  <a:pt x="411921" y="90917"/>
                </a:lnTo>
                <a:lnTo>
                  <a:pt x="411466" y="90788"/>
                </a:lnTo>
                <a:lnTo>
                  <a:pt x="411014" y="90649"/>
                </a:lnTo>
                <a:lnTo>
                  <a:pt x="410565" y="90500"/>
                </a:lnTo>
                <a:lnTo>
                  <a:pt x="410119" y="90341"/>
                </a:lnTo>
                <a:lnTo>
                  <a:pt x="409676" y="90171"/>
                </a:lnTo>
                <a:lnTo>
                  <a:pt x="409237" y="89991"/>
                </a:lnTo>
                <a:lnTo>
                  <a:pt x="408800" y="89800"/>
                </a:lnTo>
                <a:lnTo>
                  <a:pt x="408367" y="89600"/>
                </a:lnTo>
                <a:lnTo>
                  <a:pt x="407937" y="89389"/>
                </a:lnTo>
                <a:lnTo>
                  <a:pt x="407510" y="89168"/>
                </a:lnTo>
                <a:lnTo>
                  <a:pt x="407086" y="88936"/>
                </a:lnTo>
                <a:lnTo>
                  <a:pt x="406665" y="88694"/>
                </a:lnTo>
                <a:lnTo>
                  <a:pt x="406249" y="88442"/>
                </a:lnTo>
                <a:lnTo>
                  <a:pt x="405840" y="88180"/>
                </a:lnTo>
                <a:lnTo>
                  <a:pt x="405437" y="87907"/>
                </a:lnTo>
                <a:lnTo>
                  <a:pt x="405041" y="87624"/>
                </a:lnTo>
                <a:lnTo>
                  <a:pt x="404652" y="87331"/>
                </a:lnTo>
                <a:lnTo>
                  <a:pt x="404270" y="87027"/>
                </a:lnTo>
                <a:lnTo>
                  <a:pt x="403894" y="86714"/>
                </a:lnTo>
                <a:lnTo>
                  <a:pt x="403525" y="86390"/>
                </a:lnTo>
                <a:lnTo>
                  <a:pt x="403163" y="86055"/>
                </a:lnTo>
                <a:lnTo>
                  <a:pt x="402807" y="85710"/>
                </a:lnTo>
                <a:lnTo>
                  <a:pt x="402458" y="85356"/>
                </a:lnTo>
                <a:lnTo>
                  <a:pt x="402116" y="84990"/>
                </a:lnTo>
                <a:lnTo>
                  <a:pt x="401781" y="84615"/>
                </a:lnTo>
                <a:lnTo>
                  <a:pt x="401452" y="84229"/>
                </a:lnTo>
                <a:lnTo>
                  <a:pt x="401130" y="83833"/>
                </a:lnTo>
                <a:lnTo>
                  <a:pt x="400814" y="83426"/>
                </a:lnTo>
                <a:lnTo>
                  <a:pt x="400506" y="83010"/>
                </a:lnTo>
                <a:lnTo>
                  <a:pt x="400204" y="82583"/>
                </a:lnTo>
                <a:lnTo>
                  <a:pt x="399908" y="82145"/>
                </a:lnTo>
                <a:lnTo>
                  <a:pt x="399620" y="81698"/>
                </a:lnTo>
                <a:lnTo>
                  <a:pt x="399338" y="81240"/>
                </a:lnTo>
                <a:lnTo>
                  <a:pt x="399062" y="80772"/>
                </a:lnTo>
                <a:lnTo>
                  <a:pt x="398794" y="80293"/>
                </a:lnTo>
                <a:lnTo>
                  <a:pt x="398532" y="79805"/>
                </a:lnTo>
                <a:lnTo>
                  <a:pt x="398279" y="79306"/>
                </a:lnTo>
                <a:lnTo>
                  <a:pt x="398037" y="78798"/>
                </a:lnTo>
                <a:lnTo>
                  <a:pt x="397805" y="78280"/>
                </a:lnTo>
                <a:lnTo>
                  <a:pt x="397585" y="77752"/>
                </a:lnTo>
                <a:lnTo>
                  <a:pt x="397375" y="77215"/>
                </a:lnTo>
                <a:lnTo>
                  <a:pt x="397176" y="76669"/>
                </a:lnTo>
                <a:lnTo>
                  <a:pt x="396987" y="76113"/>
                </a:lnTo>
                <a:lnTo>
                  <a:pt x="396810" y="75547"/>
                </a:lnTo>
                <a:lnTo>
                  <a:pt x="396643" y="74972"/>
                </a:lnTo>
                <a:lnTo>
                  <a:pt x="396487" y="74387"/>
                </a:lnTo>
                <a:lnTo>
                  <a:pt x="396341" y="73793"/>
                </a:lnTo>
                <a:lnTo>
                  <a:pt x="396207" y="73189"/>
                </a:lnTo>
                <a:lnTo>
                  <a:pt x="396083" y="72575"/>
                </a:lnTo>
                <a:lnTo>
                  <a:pt x="395970" y="71952"/>
                </a:lnTo>
                <a:lnTo>
                  <a:pt x="395868" y="71319"/>
                </a:lnTo>
                <a:lnTo>
                  <a:pt x="395776" y="70677"/>
                </a:lnTo>
                <a:lnTo>
                  <a:pt x="395696" y="70025"/>
                </a:lnTo>
                <a:lnTo>
                  <a:pt x="395626" y="69364"/>
                </a:lnTo>
                <a:lnTo>
                  <a:pt x="395566" y="68693"/>
                </a:lnTo>
                <a:lnTo>
                  <a:pt x="395518" y="68012"/>
                </a:lnTo>
                <a:lnTo>
                  <a:pt x="395480" y="67322"/>
                </a:lnTo>
                <a:lnTo>
                  <a:pt x="395453" y="66622"/>
                </a:lnTo>
                <a:lnTo>
                  <a:pt x="395437" y="65913"/>
                </a:lnTo>
                <a:lnTo>
                  <a:pt x="395432" y="65194"/>
                </a:lnTo>
                <a:lnTo>
                  <a:pt x="395437" y="64464"/>
                </a:lnTo>
                <a:lnTo>
                  <a:pt x="395453" y="63745"/>
                </a:lnTo>
                <a:lnTo>
                  <a:pt x="395480" y="63035"/>
                </a:lnTo>
                <a:lnTo>
                  <a:pt x="395518" y="62336"/>
                </a:lnTo>
                <a:lnTo>
                  <a:pt x="395566" y="61648"/>
                </a:lnTo>
                <a:lnTo>
                  <a:pt x="395626" y="60969"/>
                </a:lnTo>
                <a:lnTo>
                  <a:pt x="395696" y="60301"/>
                </a:lnTo>
                <a:lnTo>
                  <a:pt x="395776" y="59643"/>
                </a:lnTo>
                <a:lnTo>
                  <a:pt x="395868" y="58996"/>
                </a:lnTo>
                <a:lnTo>
                  <a:pt x="395970" y="58358"/>
                </a:lnTo>
                <a:lnTo>
                  <a:pt x="396083" y="57731"/>
                </a:lnTo>
                <a:lnTo>
                  <a:pt x="396207" y="57115"/>
                </a:lnTo>
                <a:lnTo>
                  <a:pt x="396341" y="56508"/>
                </a:lnTo>
                <a:lnTo>
                  <a:pt x="396487" y="55912"/>
                </a:lnTo>
                <a:lnTo>
                  <a:pt x="396643" y="55326"/>
                </a:lnTo>
                <a:lnTo>
                  <a:pt x="396810" y="54751"/>
                </a:lnTo>
                <a:lnTo>
                  <a:pt x="396987" y="54185"/>
                </a:lnTo>
                <a:lnTo>
                  <a:pt x="397176" y="53630"/>
                </a:lnTo>
                <a:lnTo>
                  <a:pt x="397375" y="53086"/>
                </a:lnTo>
                <a:lnTo>
                  <a:pt x="397585" y="52551"/>
                </a:lnTo>
                <a:lnTo>
                  <a:pt x="397805" y="52027"/>
                </a:lnTo>
                <a:lnTo>
                  <a:pt x="398037" y="51513"/>
                </a:lnTo>
                <a:lnTo>
                  <a:pt x="398279" y="51010"/>
                </a:lnTo>
                <a:lnTo>
                  <a:pt x="398532" y="50517"/>
                </a:lnTo>
                <a:lnTo>
                  <a:pt x="398794" y="50033"/>
                </a:lnTo>
                <a:lnTo>
                  <a:pt x="399063" y="49560"/>
                </a:lnTo>
                <a:lnTo>
                  <a:pt x="399340" y="49097"/>
                </a:lnTo>
                <a:lnTo>
                  <a:pt x="399623" y="48644"/>
                </a:lnTo>
                <a:lnTo>
                  <a:pt x="399914" y="48201"/>
                </a:lnTo>
                <a:lnTo>
                  <a:pt x="400212" y="47768"/>
                </a:lnTo>
                <a:lnTo>
                  <a:pt x="400517" y="47345"/>
                </a:lnTo>
                <a:lnTo>
                  <a:pt x="400830" y="46932"/>
                </a:lnTo>
                <a:lnTo>
                  <a:pt x="401149" y="46529"/>
                </a:lnTo>
                <a:lnTo>
                  <a:pt x="401476" y="46137"/>
                </a:lnTo>
                <a:lnTo>
                  <a:pt x="401810" y="45754"/>
                </a:lnTo>
                <a:lnTo>
                  <a:pt x="402151" y="45381"/>
                </a:lnTo>
                <a:lnTo>
                  <a:pt x="402499" y="45019"/>
                </a:lnTo>
                <a:lnTo>
                  <a:pt x="402855" y="44666"/>
                </a:lnTo>
                <a:lnTo>
                  <a:pt x="403217" y="44324"/>
                </a:lnTo>
                <a:lnTo>
                  <a:pt x="403587" y="43991"/>
                </a:lnTo>
                <a:lnTo>
                  <a:pt x="403964" y="43669"/>
                </a:lnTo>
                <a:lnTo>
                  <a:pt x="404348" y="43357"/>
                </a:lnTo>
                <a:lnTo>
                  <a:pt x="404739" y="43054"/>
                </a:lnTo>
                <a:lnTo>
                  <a:pt x="405138" y="42762"/>
                </a:lnTo>
                <a:lnTo>
                  <a:pt x="405543" y="42480"/>
                </a:lnTo>
                <a:lnTo>
                  <a:pt x="405956" y="42208"/>
                </a:lnTo>
                <a:lnTo>
                  <a:pt x="406376" y="41946"/>
                </a:lnTo>
                <a:lnTo>
                  <a:pt x="406803" y="41694"/>
                </a:lnTo>
                <a:lnTo>
                  <a:pt x="407235" y="41452"/>
                </a:lnTo>
                <a:lnTo>
                  <a:pt x="407669" y="41221"/>
                </a:lnTo>
                <a:lnTo>
                  <a:pt x="408105" y="41000"/>
                </a:lnTo>
                <a:lnTo>
                  <a:pt x="408544" y="40789"/>
                </a:lnTo>
                <a:lnTo>
                  <a:pt x="408984" y="40588"/>
                </a:lnTo>
                <a:lnTo>
                  <a:pt x="409427" y="40398"/>
                </a:lnTo>
                <a:lnTo>
                  <a:pt x="409872" y="40218"/>
                </a:lnTo>
                <a:lnTo>
                  <a:pt x="410318" y="40048"/>
                </a:lnTo>
                <a:lnTo>
                  <a:pt x="410767" y="39888"/>
                </a:lnTo>
                <a:lnTo>
                  <a:pt x="411219" y="39739"/>
                </a:lnTo>
                <a:lnTo>
                  <a:pt x="411672" y="39600"/>
                </a:lnTo>
                <a:lnTo>
                  <a:pt x="412127" y="39472"/>
                </a:lnTo>
                <a:lnTo>
                  <a:pt x="412585" y="39353"/>
                </a:lnTo>
                <a:lnTo>
                  <a:pt x="413045" y="39245"/>
                </a:lnTo>
                <a:lnTo>
                  <a:pt x="413507" y="39148"/>
                </a:lnTo>
                <a:lnTo>
                  <a:pt x="413971" y="39060"/>
                </a:lnTo>
                <a:lnTo>
                  <a:pt x="414437" y="38983"/>
                </a:lnTo>
                <a:lnTo>
                  <a:pt x="414905" y="38916"/>
                </a:lnTo>
                <a:lnTo>
                  <a:pt x="415376" y="38859"/>
                </a:lnTo>
                <a:lnTo>
                  <a:pt x="415849" y="38813"/>
                </a:lnTo>
                <a:lnTo>
                  <a:pt x="416323" y="38777"/>
                </a:lnTo>
                <a:lnTo>
                  <a:pt x="416800" y="38751"/>
                </a:lnTo>
                <a:lnTo>
                  <a:pt x="417279" y="38736"/>
                </a:lnTo>
                <a:lnTo>
                  <a:pt x="417761" y="38731"/>
                </a:lnTo>
                <a:lnTo>
                  <a:pt x="418264" y="38736"/>
                </a:lnTo>
                <a:lnTo>
                  <a:pt x="418764" y="38751"/>
                </a:lnTo>
                <a:lnTo>
                  <a:pt x="419261" y="38777"/>
                </a:lnTo>
                <a:lnTo>
                  <a:pt x="419754" y="38813"/>
                </a:lnTo>
                <a:lnTo>
                  <a:pt x="420243" y="38859"/>
                </a:lnTo>
                <a:lnTo>
                  <a:pt x="420729" y="38916"/>
                </a:lnTo>
                <a:lnTo>
                  <a:pt x="421211" y="38983"/>
                </a:lnTo>
                <a:lnTo>
                  <a:pt x="421689" y="39060"/>
                </a:lnTo>
                <a:lnTo>
                  <a:pt x="422164" y="39148"/>
                </a:lnTo>
                <a:lnTo>
                  <a:pt x="422635" y="39245"/>
                </a:lnTo>
                <a:lnTo>
                  <a:pt x="423103" y="39353"/>
                </a:lnTo>
                <a:lnTo>
                  <a:pt x="423567" y="39472"/>
                </a:lnTo>
                <a:lnTo>
                  <a:pt x="424028" y="39600"/>
                </a:lnTo>
                <a:lnTo>
                  <a:pt x="424485" y="39739"/>
                </a:lnTo>
                <a:lnTo>
                  <a:pt x="424938" y="39888"/>
                </a:lnTo>
                <a:lnTo>
                  <a:pt x="425388" y="40048"/>
                </a:lnTo>
                <a:lnTo>
                  <a:pt x="425834" y="40218"/>
                </a:lnTo>
                <a:lnTo>
                  <a:pt x="426277" y="40398"/>
                </a:lnTo>
                <a:lnTo>
                  <a:pt x="426716" y="40588"/>
                </a:lnTo>
                <a:lnTo>
                  <a:pt x="427151" y="40789"/>
                </a:lnTo>
                <a:lnTo>
                  <a:pt x="427583" y="41000"/>
                </a:lnTo>
                <a:lnTo>
                  <a:pt x="428011" y="41221"/>
                </a:lnTo>
                <a:lnTo>
                  <a:pt x="428436" y="41452"/>
                </a:lnTo>
                <a:lnTo>
                  <a:pt x="428857" y="41694"/>
                </a:lnTo>
                <a:lnTo>
                  <a:pt x="429273" y="41946"/>
                </a:lnTo>
                <a:lnTo>
                  <a:pt x="429682" y="42208"/>
                </a:lnTo>
                <a:lnTo>
                  <a:pt x="430084" y="42480"/>
                </a:lnTo>
                <a:lnTo>
                  <a:pt x="430480" y="42762"/>
                </a:lnTo>
                <a:lnTo>
                  <a:pt x="430869" y="43054"/>
                </a:lnTo>
                <a:lnTo>
                  <a:pt x="431251" y="43357"/>
                </a:lnTo>
                <a:lnTo>
                  <a:pt x="431627" y="43669"/>
                </a:lnTo>
                <a:lnTo>
                  <a:pt x="431996" y="43991"/>
                </a:lnTo>
                <a:lnTo>
                  <a:pt x="432358" y="44324"/>
                </a:lnTo>
                <a:lnTo>
                  <a:pt x="432714" y="44666"/>
                </a:lnTo>
                <a:lnTo>
                  <a:pt x="433062" y="45019"/>
                </a:lnTo>
                <a:lnTo>
                  <a:pt x="433405" y="45381"/>
                </a:lnTo>
                <a:lnTo>
                  <a:pt x="433740" y="45754"/>
                </a:lnTo>
                <a:lnTo>
                  <a:pt x="434069" y="46137"/>
                </a:lnTo>
                <a:lnTo>
                  <a:pt x="434391" y="46529"/>
                </a:lnTo>
                <a:lnTo>
                  <a:pt x="434706" y="46932"/>
                </a:lnTo>
                <a:lnTo>
                  <a:pt x="435015" y="47345"/>
                </a:lnTo>
                <a:lnTo>
                  <a:pt x="435317" y="47768"/>
                </a:lnTo>
                <a:lnTo>
                  <a:pt x="435612" y="48201"/>
                </a:lnTo>
                <a:lnTo>
                  <a:pt x="435900" y="48644"/>
                </a:lnTo>
                <a:lnTo>
                  <a:pt x="436182" y="49097"/>
                </a:lnTo>
                <a:lnTo>
                  <a:pt x="436457" y="49560"/>
                </a:lnTo>
                <a:lnTo>
                  <a:pt x="436726" y="50033"/>
                </a:lnTo>
                <a:lnTo>
                  <a:pt x="436987" y="50517"/>
                </a:lnTo>
                <a:lnTo>
                  <a:pt x="437240" y="51010"/>
                </a:lnTo>
                <a:lnTo>
                  <a:pt x="437483" y="51513"/>
                </a:lnTo>
                <a:lnTo>
                  <a:pt x="437714" y="52027"/>
                </a:lnTo>
                <a:lnTo>
                  <a:pt x="437935" y="52551"/>
                </a:lnTo>
                <a:lnTo>
                  <a:pt x="438145" y="53086"/>
                </a:lnTo>
                <a:lnTo>
                  <a:pt x="438344" y="53630"/>
                </a:lnTo>
                <a:lnTo>
                  <a:pt x="438533" y="54185"/>
                </a:lnTo>
                <a:lnTo>
                  <a:pt x="438711" y="54751"/>
                </a:lnTo>
                <a:lnTo>
                  <a:pt x="438878" y="55326"/>
                </a:lnTo>
                <a:lnTo>
                  <a:pt x="439034" y="55912"/>
                </a:lnTo>
                <a:lnTo>
                  <a:pt x="439179" y="56508"/>
                </a:lnTo>
                <a:lnTo>
                  <a:pt x="439314" y="57115"/>
                </a:lnTo>
                <a:lnTo>
                  <a:pt x="439438" y="57731"/>
                </a:lnTo>
                <a:lnTo>
                  <a:pt x="439551" y="58358"/>
                </a:lnTo>
                <a:lnTo>
                  <a:pt x="439653" y="58996"/>
                </a:lnTo>
                <a:lnTo>
                  <a:pt x="439745" y="59643"/>
                </a:lnTo>
                <a:lnTo>
                  <a:pt x="439825" y="60301"/>
                </a:lnTo>
                <a:lnTo>
                  <a:pt x="439895" y="60969"/>
                </a:lnTo>
                <a:lnTo>
                  <a:pt x="439955" y="61648"/>
                </a:lnTo>
                <a:lnTo>
                  <a:pt x="440003" y="62336"/>
                </a:lnTo>
                <a:lnTo>
                  <a:pt x="440041" y="63035"/>
                </a:lnTo>
                <a:lnTo>
                  <a:pt x="440068" y="63745"/>
                </a:lnTo>
                <a:lnTo>
                  <a:pt x="440084" y="64464"/>
                </a:lnTo>
                <a:lnTo>
                  <a:pt x="440089" y="65194"/>
                </a:lnTo>
                <a:lnTo>
                  <a:pt x="440084" y="65913"/>
                </a:lnTo>
                <a:lnTo>
                  <a:pt x="440067" y="66622"/>
                </a:lnTo>
                <a:lnTo>
                  <a:pt x="440040" y="67322"/>
                </a:lnTo>
                <a:lnTo>
                  <a:pt x="440001" y="68012"/>
                </a:lnTo>
                <a:lnTo>
                  <a:pt x="439952" y="68693"/>
                </a:lnTo>
                <a:lnTo>
                  <a:pt x="439891" y="69364"/>
                </a:lnTo>
                <a:lnTo>
                  <a:pt x="439820" y="70025"/>
                </a:lnTo>
                <a:lnTo>
                  <a:pt x="439737" y="70677"/>
                </a:lnTo>
                <a:lnTo>
                  <a:pt x="439643" y="71319"/>
                </a:lnTo>
                <a:lnTo>
                  <a:pt x="439539" y="71952"/>
                </a:lnTo>
                <a:lnTo>
                  <a:pt x="439423" y="72575"/>
                </a:lnTo>
                <a:lnTo>
                  <a:pt x="439296" y="73189"/>
                </a:lnTo>
                <a:lnTo>
                  <a:pt x="439159" y="73793"/>
                </a:lnTo>
                <a:lnTo>
                  <a:pt x="439010" y="74387"/>
                </a:lnTo>
                <a:lnTo>
                  <a:pt x="438850" y="74972"/>
                </a:lnTo>
                <a:lnTo>
                  <a:pt x="438680" y="75547"/>
                </a:lnTo>
                <a:lnTo>
                  <a:pt x="438498" y="76113"/>
                </a:lnTo>
                <a:lnTo>
                  <a:pt x="438305" y="76669"/>
                </a:lnTo>
                <a:lnTo>
                  <a:pt x="438102" y="77215"/>
                </a:lnTo>
                <a:lnTo>
                  <a:pt x="437887" y="77752"/>
                </a:lnTo>
                <a:lnTo>
                  <a:pt x="437661" y="78280"/>
                </a:lnTo>
                <a:lnTo>
                  <a:pt x="437424" y="78798"/>
                </a:lnTo>
                <a:lnTo>
                  <a:pt x="437177" y="79306"/>
                </a:lnTo>
                <a:lnTo>
                  <a:pt x="436918" y="79805"/>
                </a:lnTo>
                <a:lnTo>
                  <a:pt x="436650" y="80293"/>
                </a:lnTo>
                <a:lnTo>
                  <a:pt x="436376" y="80772"/>
                </a:lnTo>
                <a:lnTo>
                  <a:pt x="436095" y="81240"/>
                </a:lnTo>
                <a:lnTo>
                  <a:pt x="435808" y="81698"/>
                </a:lnTo>
                <a:lnTo>
                  <a:pt x="435513" y="82145"/>
                </a:lnTo>
                <a:lnTo>
                  <a:pt x="435212" y="82583"/>
                </a:lnTo>
                <a:lnTo>
                  <a:pt x="434905" y="83010"/>
                </a:lnTo>
                <a:lnTo>
                  <a:pt x="434590" y="83426"/>
                </a:lnTo>
                <a:lnTo>
                  <a:pt x="434269" y="83833"/>
                </a:lnTo>
                <a:lnTo>
                  <a:pt x="433942" y="84229"/>
                </a:lnTo>
                <a:lnTo>
                  <a:pt x="433607" y="84615"/>
                </a:lnTo>
                <a:lnTo>
                  <a:pt x="433266" y="84990"/>
                </a:lnTo>
                <a:lnTo>
                  <a:pt x="432918" y="85356"/>
                </a:lnTo>
                <a:lnTo>
                  <a:pt x="432563" y="85710"/>
                </a:lnTo>
                <a:lnTo>
                  <a:pt x="432202" y="86055"/>
                </a:lnTo>
                <a:lnTo>
                  <a:pt x="431834" y="86390"/>
                </a:lnTo>
                <a:lnTo>
                  <a:pt x="431459" y="86714"/>
                </a:lnTo>
                <a:lnTo>
                  <a:pt x="431078" y="87027"/>
                </a:lnTo>
                <a:lnTo>
                  <a:pt x="430690" y="87331"/>
                </a:lnTo>
                <a:lnTo>
                  <a:pt x="430295" y="87624"/>
                </a:lnTo>
                <a:lnTo>
                  <a:pt x="429893" y="87907"/>
                </a:lnTo>
                <a:lnTo>
                  <a:pt x="429485" y="88180"/>
                </a:lnTo>
                <a:lnTo>
                  <a:pt x="429070" y="88442"/>
                </a:lnTo>
                <a:lnTo>
                  <a:pt x="428648" y="88694"/>
                </a:lnTo>
                <a:lnTo>
                  <a:pt x="428222" y="88936"/>
                </a:lnTo>
                <a:lnTo>
                  <a:pt x="427793" y="89168"/>
                </a:lnTo>
                <a:lnTo>
                  <a:pt x="427361" y="89389"/>
                </a:lnTo>
                <a:lnTo>
                  <a:pt x="426926" y="89600"/>
                </a:lnTo>
                <a:lnTo>
                  <a:pt x="426488" y="89800"/>
                </a:lnTo>
                <a:lnTo>
                  <a:pt x="426048" y="89991"/>
                </a:lnTo>
                <a:lnTo>
                  <a:pt x="425604" y="90171"/>
                </a:lnTo>
                <a:lnTo>
                  <a:pt x="425158" y="90341"/>
                </a:lnTo>
                <a:lnTo>
                  <a:pt x="424708" y="90500"/>
                </a:lnTo>
                <a:lnTo>
                  <a:pt x="424256" y="90649"/>
                </a:lnTo>
                <a:lnTo>
                  <a:pt x="423801" y="90788"/>
                </a:lnTo>
                <a:lnTo>
                  <a:pt x="423343" y="90917"/>
                </a:lnTo>
                <a:lnTo>
                  <a:pt x="422883" y="91035"/>
                </a:lnTo>
                <a:lnTo>
                  <a:pt x="422419" y="91143"/>
                </a:lnTo>
                <a:lnTo>
                  <a:pt x="421952" y="91241"/>
                </a:lnTo>
                <a:lnTo>
                  <a:pt x="421483" y="91328"/>
                </a:lnTo>
                <a:lnTo>
                  <a:pt x="421011" y="91406"/>
                </a:lnTo>
                <a:lnTo>
                  <a:pt x="420535" y="91472"/>
                </a:lnTo>
                <a:lnTo>
                  <a:pt x="420057" y="91529"/>
                </a:lnTo>
                <a:lnTo>
                  <a:pt x="419576" y="91575"/>
                </a:lnTo>
                <a:lnTo>
                  <a:pt x="419093" y="91611"/>
                </a:lnTo>
                <a:lnTo>
                  <a:pt x="418606" y="91637"/>
                </a:lnTo>
                <a:lnTo>
                  <a:pt x="418116" y="91652"/>
                </a:lnTo>
                <a:lnTo>
                  <a:pt x="417624" y="91658"/>
                </a:lnTo>
                <a:lnTo>
                  <a:pt x="417132" y="91652"/>
                </a:lnTo>
                <a:lnTo>
                  <a:pt x="416642" y="91637"/>
                </a:lnTo>
                <a:lnTo>
                  <a:pt x="416156" y="91611"/>
                </a:lnTo>
                <a:lnTo>
                  <a:pt x="415673" y="91575"/>
                </a:lnTo>
                <a:close/>
                <a:moveTo>
                  <a:pt x="267390" y="99927"/>
                </a:moveTo>
                <a:lnTo>
                  <a:pt x="278968" y="99927"/>
                </a:lnTo>
                <a:lnTo>
                  <a:pt x="278968" y="30461"/>
                </a:lnTo>
                <a:lnTo>
                  <a:pt x="267390" y="30461"/>
                </a:lnTo>
                <a:lnTo>
                  <a:pt x="267390" y="99927"/>
                </a:lnTo>
                <a:close/>
                <a:moveTo>
                  <a:pt x="354498" y="99927"/>
                </a:moveTo>
                <a:lnTo>
                  <a:pt x="366076" y="99927"/>
                </a:lnTo>
                <a:lnTo>
                  <a:pt x="366076" y="30461"/>
                </a:lnTo>
                <a:lnTo>
                  <a:pt x="354498" y="30461"/>
                </a:lnTo>
                <a:lnTo>
                  <a:pt x="354498" y="99927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B3BE2-0116-4D6F-8228-9B60DBA1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686" y="1142045"/>
            <a:ext cx="2807384" cy="2395807"/>
          </a:xfrm>
          <a:custGeom xmlns:a="http://schemas.openxmlformats.org/drawingml/2006/main">
            <a:pathLst>
              <a:path w="2807384" h="2395807">
                <a:moveTo>
                  <a:pt x="0" y="0"/>
                </a:moveTo>
                <a:lnTo>
                  <a:pt x="2807384" y="0"/>
                </a:lnTo>
                <a:lnTo>
                  <a:pt x="2807384" y="2395807"/>
                </a:lnTo>
                <a:lnTo>
                  <a:pt x="0" y="23958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4DPredictions(13dims)">
            <a:extLst xmlns:a="http://schemas.openxmlformats.org/drawingml/2006/main">
              <a:ext uri="{FF2B5EF4-FFF2-40B4-BE49-F238E27FC236}">
                <a16:creationId xmlns:a16="http://schemas.microsoft.com/office/drawing/2014/main" id="{93F25CB9-F3CD-4376-BA91-91D9BDEB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1682" y="1298421"/>
            <a:ext cx="1851161" cy="150590"/>
          </a:xfrm>
          <a:custGeom xmlns:a="http://schemas.openxmlformats.org/drawingml/2006/main">
            <a:pathLst>
              <a:path w="1851161" h="150590">
                <a:moveTo>
                  <a:pt x="625184" y="37397"/>
                </a:moveTo>
                <a:lnTo>
                  <a:pt x="625637" y="37344"/>
                </a:lnTo>
                <a:lnTo>
                  <a:pt x="626082" y="37279"/>
                </a:lnTo>
                <a:lnTo>
                  <a:pt x="626520" y="37202"/>
                </a:lnTo>
                <a:lnTo>
                  <a:pt x="626950" y="37114"/>
                </a:lnTo>
                <a:lnTo>
                  <a:pt x="627373" y="37014"/>
                </a:lnTo>
                <a:lnTo>
                  <a:pt x="627788" y="36903"/>
                </a:lnTo>
                <a:lnTo>
                  <a:pt x="628197" y="36779"/>
                </a:lnTo>
                <a:lnTo>
                  <a:pt x="628597" y="36644"/>
                </a:lnTo>
                <a:lnTo>
                  <a:pt x="628991" y="36497"/>
                </a:lnTo>
                <a:lnTo>
                  <a:pt x="629377" y="36338"/>
                </a:lnTo>
                <a:lnTo>
                  <a:pt x="629755" y="36168"/>
                </a:lnTo>
                <a:lnTo>
                  <a:pt x="630127" y="35985"/>
                </a:lnTo>
                <a:lnTo>
                  <a:pt x="630490" y="35791"/>
                </a:lnTo>
                <a:lnTo>
                  <a:pt x="630847" y="35586"/>
                </a:lnTo>
                <a:lnTo>
                  <a:pt x="631196" y="35368"/>
                </a:lnTo>
                <a:lnTo>
                  <a:pt x="631538" y="35139"/>
                </a:lnTo>
                <a:lnTo>
                  <a:pt x="631872" y="34898"/>
                </a:lnTo>
                <a:lnTo>
                  <a:pt x="632199" y="34645"/>
                </a:lnTo>
                <a:lnTo>
                  <a:pt x="632518" y="34380"/>
                </a:lnTo>
                <a:lnTo>
                  <a:pt x="632831" y="34104"/>
                </a:lnTo>
                <a:lnTo>
                  <a:pt x="633133" y="33819"/>
                </a:lnTo>
                <a:lnTo>
                  <a:pt x="633422" y="33527"/>
                </a:lnTo>
                <a:lnTo>
                  <a:pt x="633698" y="33229"/>
                </a:lnTo>
                <a:lnTo>
                  <a:pt x="633962" y="32925"/>
                </a:lnTo>
                <a:lnTo>
                  <a:pt x="634212" y="32614"/>
                </a:lnTo>
                <a:lnTo>
                  <a:pt x="634450" y="32297"/>
                </a:lnTo>
                <a:lnTo>
                  <a:pt x="634675" y="31974"/>
                </a:lnTo>
                <a:lnTo>
                  <a:pt x="634887" y="31645"/>
                </a:lnTo>
                <a:lnTo>
                  <a:pt x="635086" y="31309"/>
                </a:lnTo>
                <a:lnTo>
                  <a:pt x="635273" y="30967"/>
                </a:lnTo>
                <a:lnTo>
                  <a:pt x="635446" y="30619"/>
                </a:lnTo>
                <a:lnTo>
                  <a:pt x="635607" y="30264"/>
                </a:lnTo>
                <a:lnTo>
                  <a:pt x="635755" y="29903"/>
                </a:lnTo>
                <a:lnTo>
                  <a:pt x="635889" y="29536"/>
                </a:lnTo>
                <a:lnTo>
                  <a:pt x="636012" y="29163"/>
                </a:lnTo>
                <a:lnTo>
                  <a:pt x="636121" y="28783"/>
                </a:lnTo>
                <a:lnTo>
                  <a:pt x="636217" y="28397"/>
                </a:lnTo>
                <a:lnTo>
                  <a:pt x="636301" y="28005"/>
                </a:lnTo>
                <a:lnTo>
                  <a:pt x="636371" y="27606"/>
                </a:lnTo>
                <a:lnTo>
                  <a:pt x="636429" y="27201"/>
                </a:lnTo>
                <a:lnTo>
                  <a:pt x="636474" y="26790"/>
                </a:lnTo>
                <a:lnTo>
                  <a:pt x="636506" y="26372"/>
                </a:lnTo>
                <a:lnTo>
                  <a:pt x="636526" y="25949"/>
                </a:lnTo>
                <a:lnTo>
                  <a:pt x="636532" y="25519"/>
                </a:lnTo>
                <a:lnTo>
                  <a:pt x="636526" y="25088"/>
                </a:lnTo>
                <a:lnTo>
                  <a:pt x="636506" y="24665"/>
                </a:lnTo>
                <a:lnTo>
                  <a:pt x="636474" y="24247"/>
                </a:lnTo>
                <a:lnTo>
                  <a:pt x="636429" y="23836"/>
                </a:lnTo>
                <a:lnTo>
                  <a:pt x="636371" y="23431"/>
                </a:lnTo>
                <a:lnTo>
                  <a:pt x="636301" y="23032"/>
                </a:lnTo>
                <a:lnTo>
                  <a:pt x="636217" y="22640"/>
                </a:lnTo>
                <a:lnTo>
                  <a:pt x="636121" y="22254"/>
                </a:lnTo>
                <a:lnTo>
                  <a:pt x="636012" y="21874"/>
                </a:lnTo>
                <a:lnTo>
                  <a:pt x="635889" y="21501"/>
                </a:lnTo>
                <a:lnTo>
                  <a:pt x="635755" y="21134"/>
                </a:lnTo>
                <a:lnTo>
                  <a:pt x="635607" y="20773"/>
                </a:lnTo>
                <a:lnTo>
                  <a:pt x="635446" y="20418"/>
                </a:lnTo>
                <a:lnTo>
                  <a:pt x="635273" y="20070"/>
                </a:lnTo>
                <a:lnTo>
                  <a:pt x="635086" y="19728"/>
                </a:lnTo>
                <a:lnTo>
                  <a:pt x="634887" y="19392"/>
                </a:lnTo>
                <a:lnTo>
                  <a:pt x="634675" y="19063"/>
                </a:lnTo>
                <a:lnTo>
                  <a:pt x="634450" y="18740"/>
                </a:lnTo>
                <a:lnTo>
                  <a:pt x="634212" y="18423"/>
                </a:lnTo>
                <a:lnTo>
                  <a:pt x="633962" y="18112"/>
                </a:lnTo>
                <a:lnTo>
                  <a:pt x="633698" y="17808"/>
                </a:lnTo>
                <a:lnTo>
                  <a:pt x="633422" y="17510"/>
                </a:lnTo>
                <a:lnTo>
                  <a:pt x="633133" y="17218"/>
                </a:lnTo>
                <a:lnTo>
                  <a:pt x="632831" y="16933"/>
                </a:lnTo>
                <a:lnTo>
                  <a:pt x="632518" y="16657"/>
                </a:lnTo>
                <a:lnTo>
                  <a:pt x="632199" y="16392"/>
                </a:lnTo>
                <a:lnTo>
                  <a:pt x="631872" y="16139"/>
                </a:lnTo>
                <a:lnTo>
                  <a:pt x="631538" y="15898"/>
                </a:lnTo>
                <a:lnTo>
                  <a:pt x="631196" y="15669"/>
                </a:lnTo>
                <a:lnTo>
                  <a:pt x="630847" y="15451"/>
                </a:lnTo>
                <a:lnTo>
                  <a:pt x="630490" y="15246"/>
                </a:lnTo>
                <a:lnTo>
                  <a:pt x="630127" y="15052"/>
                </a:lnTo>
                <a:lnTo>
                  <a:pt x="629755" y="14869"/>
                </a:lnTo>
                <a:lnTo>
                  <a:pt x="629377" y="14699"/>
                </a:lnTo>
                <a:lnTo>
                  <a:pt x="628991" y="14540"/>
                </a:lnTo>
                <a:lnTo>
                  <a:pt x="628597" y="14393"/>
                </a:lnTo>
                <a:lnTo>
                  <a:pt x="628197" y="14258"/>
                </a:lnTo>
                <a:lnTo>
                  <a:pt x="627788" y="14134"/>
                </a:lnTo>
                <a:lnTo>
                  <a:pt x="627373" y="14023"/>
                </a:lnTo>
                <a:lnTo>
                  <a:pt x="626950" y="13923"/>
                </a:lnTo>
                <a:lnTo>
                  <a:pt x="626520" y="13835"/>
                </a:lnTo>
                <a:lnTo>
                  <a:pt x="626082" y="13758"/>
                </a:lnTo>
                <a:lnTo>
                  <a:pt x="625637" y="13693"/>
                </a:lnTo>
                <a:lnTo>
                  <a:pt x="625184" y="13640"/>
                </a:lnTo>
                <a:lnTo>
                  <a:pt x="624724" y="13599"/>
                </a:lnTo>
                <a:lnTo>
                  <a:pt x="624257" y="13570"/>
                </a:lnTo>
                <a:lnTo>
                  <a:pt x="623783" y="13552"/>
                </a:lnTo>
                <a:lnTo>
                  <a:pt x="623301" y="13546"/>
                </a:lnTo>
                <a:lnTo>
                  <a:pt x="622831" y="13552"/>
                </a:lnTo>
                <a:lnTo>
                  <a:pt x="622369" y="13570"/>
                </a:lnTo>
                <a:lnTo>
                  <a:pt x="621914" y="13599"/>
                </a:lnTo>
                <a:lnTo>
                  <a:pt x="621465" y="13640"/>
                </a:lnTo>
                <a:lnTo>
                  <a:pt x="621023" y="13693"/>
                </a:lnTo>
                <a:lnTo>
                  <a:pt x="620589" y="13758"/>
                </a:lnTo>
                <a:lnTo>
                  <a:pt x="620161" y="13835"/>
                </a:lnTo>
                <a:lnTo>
                  <a:pt x="619739" y="13923"/>
                </a:lnTo>
                <a:lnTo>
                  <a:pt x="619325" y="14023"/>
                </a:lnTo>
                <a:lnTo>
                  <a:pt x="618917" y="14134"/>
                </a:lnTo>
                <a:lnTo>
                  <a:pt x="618517" y="14258"/>
                </a:lnTo>
                <a:lnTo>
                  <a:pt x="618123" y="14393"/>
                </a:lnTo>
                <a:lnTo>
                  <a:pt x="617736" y="14540"/>
                </a:lnTo>
                <a:lnTo>
                  <a:pt x="617355" y="14699"/>
                </a:lnTo>
                <a:lnTo>
                  <a:pt x="616982" y="14869"/>
                </a:lnTo>
                <a:lnTo>
                  <a:pt x="616615" y="15052"/>
                </a:lnTo>
                <a:lnTo>
                  <a:pt x="616256" y="15246"/>
                </a:lnTo>
                <a:lnTo>
                  <a:pt x="615903" y="15451"/>
                </a:lnTo>
                <a:lnTo>
                  <a:pt x="615557" y="15669"/>
                </a:lnTo>
                <a:lnTo>
                  <a:pt x="615218" y="15898"/>
                </a:lnTo>
                <a:lnTo>
                  <a:pt x="614885" y="16139"/>
                </a:lnTo>
                <a:lnTo>
                  <a:pt x="614560" y="16392"/>
                </a:lnTo>
                <a:lnTo>
                  <a:pt x="614241" y="16657"/>
                </a:lnTo>
                <a:lnTo>
                  <a:pt x="613929" y="16933"/>
                </a:lnTo>
                <a:lnTo>
                  <a:pt x="613627" y="17218"/>
                </a:lnTo>
                <a:lnTo>
                  <a:pt x="613338" y="17510"/>
                </a:lnTo>
                <a:lnTo>
                  <a:pt x="613062" y="17808"/>
                </a:lnTo>
                <a:lnTo>
                  <a:pt x="612798" y="18112"/>
                </a:lnTo>
                <a:lnTo>
                  <a:pt x="612547" y="18423"/>
                </a:lnTo>
                <a:lnTo>
                  <a:pt x="612310" y="18740"/>
                </a:lnTo>
                <a:lnTo>
                  <a:pt x="612085" y="19063"/>
                </a:lnTo>
                <a:lnTo>
                  <a:pt x="611873" y="19392"/>
                </a:lnTo>
                <a:lnTo>
                  <a:pt x="611674" y="19728"/>
                </a:lnTo>
                <a:lnTo>
                  <a:pt x="611487" y="20070"/>
                </a:lnTo>
                <a:lnTo>
                  <a:pt x="611314" y="20418"/>
                </a:lnTo>
                <a:lnTo>
                  <a:pt x="611153" y="20773"/>
                </a:lnTo>
                <a:lnTo>
                  <a:pt x="611005" y="21134"/>
                </a:lnTo>
                <a:lnTo>
                  <a:pt x="610870" y="21501"/>
                </a:lnTo>
                <a:lnTo>
                  <a:pt x="610748" y="21874"/>
                </a:lnTo>
                <a:lnTo>
                  <a:pt x="610639" y="22254"/>
                </a:lnTo>
                <a:lnTo>
                  <a:pt x="610542" y="22640"/>
                </a:lnTo>
                <a:lnTo>
                  <a:pt x="610459" y="23032"/>
                </a:lnTo>
                <a:lnTo>
                  <a:pt x="610388" y="23431"/>
                </a:lnTo>
                <a:lnTo>
                  <a:pt x="610330" y="23836"/>
                </a:lnTo>
                <a:lnTo>
                  <a:pt x="610285" y="24247"/>
                </a:lnTo>
                <a:lnTo>
                  <a:pt x="610253" y="24665"/>
                </a:lnTo>
                <a:lnTo>
                  <a:pt x="610234" y="25088"/>
                </a:lnTo>
                <a:lnTo>
                  <a:pt x="610228" y="25519"/>
                </a:lnTo>
                <a:lnTo>
                  <a:pt x="610234" y="25949"/>
                </a:lnTo>
                <a:lnTo>
                  <a:pt x="610253" y="26372"/>
                </a:lnTo>
                <a:lnTo>
                  <a:pt x="610285" y="26790"/>
                </a:lnTo>
                <a:lnTo>
                  <a:pt x="610330" y="27201"/>
                </a:lnTo>
                <a:lnTo>
                  <a:pt x="610388" y="27606"/>
                </a:lnTo>
                <a:lnTo>
                  <a:pt x="610459" y="28005"/>
                </a:lnTo>
                <a:lnTo>
                  <a:pt x="610542" y="28397"/>
                </a:lnTo>
                <a:lnTo>
                  <a:pt x="610639" y="28783"/>
                </a:lnTo>
                <a:lnTo>
                  <a:pt x="610748" y="29163"/>
                </a:lnTo>
                <a:lnTo>
                  <a:pt x="610870" y="29536"/>
                </a:lnTo>
                <a:lnTo>
                  <a:pt x="611005" y="29903"/>
                </a:lnTo>
                <a:lnTo>
                  <a:pt x="611153" y="30264"/>
                </a:lnTo>
                <a:lnTo>
                  <a:pt x="611314" y="30619"/>
                </a:lnTo>
                <a:lnTo>
                  <a:pt x="611487" y="30967"/>
                </a:lnTo>
                <a:lnTo>
                  <a:pt x="611674" y="31309"/>
                </a:lnTo>
                <a:lnTo>
                  <a:pt x="611873" y="31645"/>
                </a:lnTo>
                <a:lnTo>
                  <a:pt x="612085" y="31974"/>
                </a:lnTo>
                <a:lnTo>
                  <a:pt x="612310" y="32297"/>
                </a:lnTo>
                <a:lnTo>
                  <a:pt x="612547" y="32614"/>
                </a:lnTo>
                <a:lnTo>
                  <a:pt x="612798" y="32925"/>
                </a:lnTo>
                <a:lnTo>
                  <a:pt x="613062" y="33229"/>
                </a:lnTo>
                <a:lnTo>
                  <a:pt x="613338" y="33527"/>
                </a:lnTo>
                <a:lnTo>
                  <a:pt x="613627" y="33819"/>
                </a:lnTo>
                <a:lnTo>
                  <a:pt x="613929" y="34104"/>
                </a:lnTo>
                <a:lnTo>
                  <a:pt x="614241" y="34380"/>
                </a:lnTo>
                <a:lnTo>
                  <a:pt x="614560" y="34645"/>
                </a:lnTo>
                <a:lnTo>
                  <a:pt x="614885" y="34898"/>
                </a:lnTo>
                <a:lnTo>
                  <a:pt x="615218" y="35139"/>
                </a:lnTo>
                <a:lnTo>
                  <a:pt x="615557" y="35368"/>
                </a:lnTo>
                <a:lnTo>
                  <a:pt x="615903" y="35586"/>
                </a:lnTo>
                <a:lnTo>
                  <a:pt x="616256" y="35791"/>
                </a:lnTo>
                <a:lnTo>
                  <a:pt x="616615" y="35985"/>
                </a:lnTo>
                <a:lnTo>
                  <a:pt x="616982" y="36168"/>
                </a:lnTo>
                <a:lnTo>
                  <a:pt x="617355" y="36338"/>
                </a:lnTo>
                <a:lnTo>
                  <a:pt x="617736" y="36497"/>
                </a:lnTo>
                <a:lnTo>
                  <a:pt x="618123" y="36644"/>
                </a:lnTo>
                <a:lnTo>
                  <a:pt x="618517" y="36779"/>
                </a:lnTo>
                <a:lnTo>
                  <a:pt x="618917" y="36903"/>
                </a:lnTo>
                <a:lnTo>
                  <a:pt x="619325" y="37014"/>
                </a:lnTo>
                <a:lnTo>
                  <a:pt x="619739" y="37114"/>
                </a:lnTo>
                <a:lnTo>
                  <a:pt x="620161" y="37202"/>
                </a:lnTo>
                <a:lnTo>
                  <a:pt x="620589" y="37279"/>
                </a:lnTo>
                <a:lnTo>
                  <a:pt x="621023" y="37344"/>
                </a:lnTo>
                <a:lnTo>
                  <a:pt x="621465" y="37397"/>
                </a:lnTo>
                <a:lnTo>
                  <a:pt x="621914" y="37438"/>
                </a:lnTo>
                <a:lnTo>
                  <a:pt x="622369" y="37467"/>
                </a:lnTo>
                <a:lnTo>
                  <a:pt x="622831" y="37485"/>
                </a:lnTo>
                <a:lnTo>
                  <a:pt x="623301" y="37491"/>
                </a:lnTo>
                <a:lnTo>
                  <a:pt x="623783" y="37485"/>
                </a:lnTo>
                <a:lnTo>
                  <a:pt x="624257" y="37467"/>
                </a:lnTo>
                <a:lnTo>
                  <a:pt x="624724" y="37438"/>
                </a:lnTo>
                <a:lnTo>
                  <a:pt x="625184" y="37397"/>
                </a:lnTo>
                <a:close/>
                <a:moveTo>
                  <a:pt x="831830" y="37344"/>
                </a:moveTo>
                <a:lnTo>
                  <a:pt x="832275" y="37279"/>
                </a:lnTo>
                <a:lnTo>
                  <a:pt x="832713" y="37202"/>
                </a:lnTo>
                <a:lnTo>
                  <a:pt x="833143" y="37114"/>
                </a:lnTo>
                <a:lnTo>
                  <a:pt x="833566" y="37014"/>
                </a:lnTo>
                <a:lnTo>
                  <a:pt x="833982" y="36903"/>
                </a:lnTo>
                <a:lnTo>
                  <a:pt x="834390" y="36779"/>
                </a:lnTo>
                <a:lnTo>
                  <a:pt x="834791" y="36644"/>
                </a:lnTo>
                <a:lnTo>
                  <a:pt x="835184" y="36497"/>
                </a:lnTo>
                <a:lnTo>
                  <a:pt x="835570" y="36338"/>
                </a:lnTo>
                <a:lnTo>
                  <a:pt x="835949" y="36168"/>
                </a:lnTo>
                <a:lnTo>
                  <a:pt x="836320" y="35985"/>
                </a:lnTo>
                <a:lnTo>
                  <a:pt x="836684" y="35791"/>
                </a:lnTo>
                <a:lnTo>
                  <a:pt x="837040" y="35586"/>
                </a:lnTo>
                <a:lnTo>
                  <a:pt x="837389" y="35368"/>
                </a:lnTo>
                <a:lnTo>
                  <a:pt x="837731" y="35139"/>
                </a:lnTo>
                <a:lnTo>
                  <a:pt x="838065" y="34898"/>
                </a:lnTo>
                <a:lnTo>
                  <a:pt x="838392" y="34645"/>
                </a:lnTo>
                <a:lnTo>
                  <a:pt x="838712" y="34380"/>
                </a:lnTo>
                <a:lnTo>
                  <a:pt x="839024" y="34104"/>
                </a:lnTo>
                <a:lnTo>
                  <a:pt x="839326" y="33819"/>
                </a:lnTo>
                <a:lnTo>
                  <a:pt x="839615" y="33527"/>
                </a:lnTo>
                <a:lnTo>
                  <a:pt x="839892" y="33229"/>
                </a:lnTo>
                <a:lnTo>
                  <a:pt x="840155" y="32925"/>
                </a:lnTo>
                <a:lnTo>
                  <a:pt x="840406" y="32614"/>
                </a:lnTo>
                <a:lnTo>
                  <a:pt x="840643" y="32297"/>
                </a:lnTo>
                <a:lnTo>
                  <a:pt x="840868" y="31974"/>
                </a:lnTo>
                <a:lnTo>
                  <a:pt x="841080" y="31645"/>
                </a:lnTo>
                <a:lnTo>
                  <a:pt x="841280" y="31309"/>
                </a:lnTo>
                <a:lnTo>
                  <a:pt x="841466" y="30967"/>
                </a:lnTo>
                <a:lnTo>
                  <a:pt x="841640" y="30619"/>
                </a:lnTo>
                <a:lnTo>
                  <a:pt x="841800" y="30264"/>
                </a:lnTo>
                <a:lnTo>
                  <a:pt x="841948" y="29903"/>
                </a:lnTo>
                <a:lnTo>
                  <a:pt x="842083" y="29536"/>
                </a:lnTo>
                <a:lnTo>
                  <a:pt x="842205" y="29163"/>
                </a:lnTo>
                <a:lnTo>
                  <a:pt x="842314" y="28783"/>
                </a:lnTo>
                <a:lnTo>
                  <a:pt x="842411" y="28397"/>
                </a:lnTo>
                <a:lnTo>
                  <a:pt x="842494" y="28005"/>
                </a:lnTo>
                <a:lnTo>
                  <a:pt x="842565" y="27606"/>
                </a:lnTo>
                <a:lnTo>
                  <a:pt x="842623" y="27201"/>
                </a:lnTo>
                <a:lnTo>
                  <a:pt x="842668" y="26790"/>
                </a:lnTo>
                <a:lnTo>
                  <a:pt x="842700" y="26372"/>
                </a:lnTo>
                <a:lnTo>
                  <a:pt x="842719" y="25949"/>
                </a:lnTo>
                <a:lnTo>
                  <a:pt x="842726" y="25519"/>
                </a:lnTo>
                <a:lnTo>
                  <a:pt x="842719" y="25088"/>
                </a:lnTo>
                <a:lnTo>
                  <a:pt x="842700" y="24665"/>
                </a:lnTo>
                <a:lnTo>
                  <a:pt x="842668" y="24247"/>
                </a:lnTo>
                <a:lnTo>
                  <a:pt x="842623" y="23836"/>
                </a:lnTo>
                <a:lnTo>
                  <a:pt x="842565" y="23431"/>
                </a:lnTo>
                <a:lnTo>
                  <a:pt x="842494" y="23032"/>
                </a:lnTo>
                <a:lnTo>
                  <a:pt x="842411" y="22640"/>
                </a:lnTo>
                <a:lnTo>
                  <a:pt x="842314" y="22254"/>
                </a:lnTo>
                <a:lnTo>
                  <a:pt x="842205" y="21874"/>
                </a:lnTo>
                <a:lnTo>
                  <a:pt x="842083" y="21501"/>
                </a:lnTo>
                <a:lnTo>
                  <a:pt x="841948" y="21134"/>
                </a:lnTo>
                <a:lnTo>
                  <a:pt x="841800" y="20773"/>
                </a:lnTo>
                <a:lnTo>
                  <a:pt x="841640" y="20418"/>
                </a:lnTo>
                <a:lnTo>
                  <a:pt x="841466" y="20070"/>
                </a:lnTo>
                <a:lnTo>
                  <a:pt x="841280" y="19728"/>
                </a:lnTo>
                <a:lnTo>
                  <a:pt x="841080" y="19392"/>
                </a:lnTo>
                <a:lnTo>
                  <a:pt x="840868" y="19063"/>
                </a:lnTo>
                <a:lnTo>
                  <a:pt x="840643" y="18740"/>
                </a:lnTo>
                <a:lnTo>
                  <a:pt x="840406" y="18423"/>
                </a:lnTo>
                <a:lnTo>
                  <a:pt x="840155" y="18112"/>
                </a:lnTo>
                <a:lnTo>
                  <a:pt x="839892" y="17808"/>
                </a:lnTo>
                <a:lnTo>
                  <a:pt x="839615" y="17510"/>
                </a:lnTo>
                <a:lnTo>
                  <a:pt x="839326" y="17218"/>
                </a:lnTo>
                <a:lnTo>
                  <a:pt x="839024" y="16933"/>
                </a:lnTo>
                <a:lnTo>
                  <a:pt x="838712" y="16657"/>
                </a:lnTo>
                <a:lnTo>
                  <a:pt x="838392" y="16392"/>
                </a:lnTo>
                <a:lnTo>
                  <a:pt x="838065" y="16139"/>
                </a:lnTo>
                <a:lnTo>
                  <a:pt x="837731" y="15898"/>
                </a:lnTo>
                <a:lnTo>
                  <a:pt x="837389" y="15669"/>
                </a:lnTo>
                <a:lnTo>
                  <a:pt x="837040" y="15451"/>
                </a:lnTo>
                <a:lnTo>
                  <a:pt x="836684" y="15246"/>
                </a:lnTo>
                <a:lnTo>
                  <a:pt x="836320" y="15052"/>
                </a:lnTo>
                <a:lnTo>
                  <a:pt x="835949" y="14869"/>
                </a:lnTo>
                <a:lnTo>
                  <a:pt x="835570" y="14699"/>
                </a:lnTo>
                <a:lnTo>
                  <a:pt x="835184" y="14540"/>
                </a:lnTo>
                <a:lnTo>
                  <a:pt x="834791" y="14393"/>
                </a:lnTo>
                <a:lnTo>
                  <a:pt x="834390" y="14258"/>
                </a:lnTo>
                <a:lnTo>
                  <a:pt x="833982" y="14134"/>
                </a:lnTo>
                <a:lnTo>
                  <a:pt x="833566" y="14023"/>
                </a:lnTo>
                <a:lnTo>
                  <a:pt x="833143" y="13923"/>
                </a:lnTo>
                <a:lnTo>
                  <a:pt x="832713" y="13835"/>
                </a:lnTo>
                <a:lnTo>
                  <a:pt x="832275" y="13758"/>
                </a:lnTo>
                <a:lnTo>
                  <a:pt x="831830" y="13693"/>
                </a:lnTo>
                <a:lnTo>
                  <a:pt x="831378" y="13640"/>
                </a:lnTo>
                <a:lnTo>
                  <a:pt x="830918" y="13599"/>
                </a:lnTo>
                <a:lnTo>
                  <a:pt x="830451" y="13570"/>
                </a:lnTo>
                <a:lnTo>
                  <a:pt x="829976" y="13552"/>
                </a:lnTo>
                <a:lnTo>
                  <a:pt x="829494" y="13546"/>
                </a:lnTo>
                <a:lnTo>
                  <a:pt x="829025" y="13552"/>
                </a:lnTo>
                <a:lnTo>
                  <a:pt x="828563" y="13570"/>
                </a:lnTo>
                <a:lnTo>
                  <a:pt x="828107" y="13599"/>
                </a:lnTo>
                <a:lnTo>
                  <a:pt x="827659" y="13640"/>
                </a:lnTo>
                <a:lnTo>
                  <a:pt x="827217" y="13693"/>
                </a:lnTo>
                <a:lnTo>
                  <a:pt x="826782" y="13758"/>
                </a:lnTo>
                <a:lnTo>
                  <a:pt x="826354" y="13835"/>
                </a:lnTo>
                <a:lnTo>
                  <a:pt x="825933" y="13923"/>
                </a:lnTo>
                <a:lnTo>
                  <a:pt x="825518" y="14023"/>
                </a:lnTo>
                <a:lnTo>
                  <a:pt x="825111" y="14134"/>
                </a:lnTo>
                <a:lnTo>
                  <a:pt x="824710" y="14258"/>
                </a:lnTo>
                <a:lnTo>
                  <a:pt x="824316" y="14393"/>
                </a:lnTo>
                <a:lnTo>
                  <a:pt x="823929" y="14540"/>
                </a:lnTo>
                <a:lnTo>
                  <a:pt x="823549" y="14699"/>
                </a:lnTo>
                <a:lnTo>
                  <a:pt x="823175" y="14869"/>
                </a:lnTo>
                <a:lnTo>
                  <a:pt x="822809" y="15052"/>
                </a:lnTo>
                <a:lnTo>
                  <a:pt x="822449" y="15246"/>
                </a:lnTo>
                <a:lnTo>
                  <a:pt x="822096" y="15451"/>
                </a:lnTo>
                <a:lnTo>
                  <a:pt x="821750" y="15669"/>
                </a:lnTo>
                <a:lnTo>
                  <a:pt x="821411" y="15898"/>
                </a:lnTo>
                <a:lnTo>
                  <a:pt x="821079" y="16139"/>
                </a:lnTo>
                <a:lnTo>
                  <a:pt x="820753" y="16392"/>
                </a:lnTo>
                <a:lnTo>
                  <a:pt x="820434" y="16657"/>
                </a:lnTo>
                <a:lnTo>
                  <a:pt x="820123" y="16933"/>
                </a:lnTo>
                <a:lnTo>
                  <a:pt x="819821" y="17218"/>
                </a:lnTo>
                <a:lnTo>
                  <a:pt x="819531" y="17510"/>
                </a:lnTo>
                <a:lnTo>
                  <a:pt x="819255" y="17808"/>
                </a:lnTo>
                <a:lnTo>
                  <a:pt x="818992" y="18112"/>
                </a:lnTo>
                <a:lnTo>
                  <a:pt x="818741" y="18423"/>
                </a:lnTo>
                <a:lnTo>
                  <a:pt x="818503" y="18740"/>
                </a:lnTo>
                <a:lnTo>
                  <a:pt x="818278" y="19063"/>
                </a:lnTo>
                <a:lnTo>
                  <a:pt x="818066" y="19392"/>
                </a:lnTo>
                <a:lnTo>
                  <a:pt x="817867" y="19728"/>
                </a:lnTo>
                <a:lnTo>
                  <a:pt x="817681" y="20070"/>
                </a:lnTo>
                <a:lnTo>
                  <a:pt x="817507" y="20418"/>
                </a:lnTo>
                <a:lnTo>
                  <a:pt x="817346" y="20773"/>
                </a:lnTo>
                <a:lnTo>
                  <a:pt x="817199" y="21134"/>
                </a:lnTo>
                <a:lnTo>
                  <a:pt x="817064" y="21501"/>
                </a:lnTo>
                <a:lnTo>
                  <a:pt x="816942" y="21874"/>
                </a:lnTo>
                <a:lnTo>
                  <a:pt x="816832" y="22254"/>
                </a:lnTo>
                <a:lnTo>
                  <a:pt x="816736" y="22640"/>
                </a:lnTo>
                <a:lnTo>
                  <a:pt x="816652" y="23032"/>
                </a:lnTo>
                <a:lnTo>
                  <a:pt x="816582" y="23431"/>
                </a:lnTo>
                <a:lnTo>
                  <a:pt x="816524" y="23836"/>
                </a:lnTo>
                <a:lnTo>
                  <a:pt x="816479" y="24247"/>
                </a:lnTo>
                <a:lnTo>
                  <a:pt x="816447" y="24665"/>
                </a:lnTo>
                <a:lnTo>
                  <a:pt x="816428" y="25088"/>
                </a:lnTo>
                <a:lnTo>
                  <a:pt x="816421" y="25519"/>
                </a:lnTo>
                <a:lnTo>
                  <a:pt x="816428" y="25949"/>
                </a:lnTo>
                <a:lnTo>
                  <a:pt x="816447" y="26372"/>
                </a:lnTo>
                <a:lnTo>
                  <a:pt x="816479" y="26790"/>
                </a:lnTo>
                <a:lnTo>
                  <a:pt x="816524" y="27201"/>
                </a:lnTo>
                <a:lnTo>
                  <a:pt x="816582" y="27606"/>
                </a:lnTo>
                <a:lnTo>
                  <a:pt x="816652" y="28005"/>
                </a:lnTo>
                <a:lnTo>
                  <a:pt x="816736" y="28397"/>
                </a:lnTo>
                <a:lnTo>
                  <a:pt x="816832" y="28783"/>
                </a:lnTo>
                <a:lnTo>
                  <a:pt x="816942" y="29163"/>
                </a:lnTo>
                <a:lnTo>
                  <a:pt x="817064" y="29536"/>
                </a:lnTo>
                <a:lnTo>
                  <a:pt x="817199" y="29903"/>
                </a:lnTo>
                <a:lnTo>
                  <a:pt x="817346" y="30264"/>
                </a:lnTo>
                <a:lnTo>
                  <a:pt x="817507" y="30619"/>
                </a:lnTo>
                <a:lnTo>
                  <a:pt x="817681" y="30967"/>
                </a:lnTo>
                <a:lnTo>
                  <a:pt x="817867" y="31309"/>
                </a:lnTo>
                <a:lnTo>
                  <a:pt x="818066" y="31645"/>
                </a:lnTo>
                <a:lnTo>
                  <a:pt x="818278" y="31974"/>
                </a:lnTo>
                <a:lnTo>
                  <a:pt x="818503" y="32297"/>
                </a:lnTo>
                <a:lnTo>
                  <a:pt x="818741" y="32614"/>
                </a:lnTo>
                <a:lnTo>
                  <a:pt x="818992" y="32925"/>
                </a:lnTo>
                <a:lnTo>
                  <a:pt x="819255" y="33229"/>
                </a:lnTo>
                <a:lnTo>
                  <a:pt x="819531" y="33527"/>
                </a:lnTo>
                <a:lnTo>
                  <a:pt x="819821" y="33819"/>
                </a:lnTo>
                <a:lnTo>
                  <a:pt x="820123" y="34104"/>
                </a:lnTo>
                <a:lnTo>
                  <a:pt x="820434" y="34380"/>
                </a:lnTo>
                <a:lnTo>
                  <a:pt x="820753" y="34645"/>
                </a:lnTo>
                <a:lnTo>
                  <a:pt x="821079" y="34898"/>
                </a:lnTo>
                <a:lnTo>
                  <a:pt x="821411" y="35139"/>
                </a:lnTo>
                <a:lnTo>
                  <a:pt x="821750" y="35368"/>
                </a:lnTo>
                <a:lnTo>
                  <a:pt x="822096" y="35586"/>
                </a:lnTo>
                <a:lnTo>
                  <a:pt x="822449" y="35791"/>
                </a:lnTo>
                <a:lnTo>
                  <a:pt x="822809" y="35985"/>
                </a:lnTo>
                <a:lnTo>
                  <a:pt x="823175" y="36168"/>
                </a:lnTo>
                <a:lnTo>
                  <a:pt x="823549" y="36338"/>
                </a:lnTo>
                <a:lnTo>
                  <a:pt x="823929" y="36497"/>
                </a:lnTo>
                <a:lnTo>
                  <a:pt x="824316" y="36644"/>
                </a:lnTo>
                <a:lnTo>
                  <a:pt x="824710" y="36779"/>
                </a:lnTo>
                <a:lnTo>
                  <a:pt x="825111" y="36903"/>
                </a:lnTo>
                <a:lnTo>
                  <a:pt x="825518" y="37014"/>
                </a:lnTo>
                <a:lnTo>
                  <a:pt x="825933" y="37114"/>
                </a:lnTo>
                <a:lnTo>
                  <a:pt x="826354" y="37202"/>
                </a:lnTo>
                <a:lnTo>
                  <a:pt x="826782" y="37279"/>
                </a:lnTo>
                <a:lnTo>
                  <a:pt x="827217" y="37344"/>
                </a:lnTo>
                <a:lnTo>
                  <a:pt x="827659" y="37397"/>
                </a:lnTo>
                <a:lnTo>
                  <a:pt x="828107" y="37438"/>
                </a:lnTo>
                <a:lnTo>
                  <a:pt x="828563" y="37467"/>
                </a:lnTo>
                <a:lnTo>
                  <a:pt x="829025" y="37485"/>
                </a:lnTo>
                <a:lnTo>
                  <a:pt x="829494" y="37491"/>
                </a:lnTo>
                <a:lnTo>
                  <a:pt x="829976" y="37485"/>
                </a:lnTo>
                <a:lnTo>
                  <a:pt x="830451" y="37467"/>
                </a:lnTo>
                <a:lnTo>
                  <a:pt x="830918" y="37438"/>
                </a:lnTo>
                <a:lnTo>
                  <a:pt x="831378" y="37397"/>
                </a:lnTo>
                <a:lnTo>
                  <a:pt x="831830" y="37344"/>
                </a:lnTo>
                <a:close/>
                <a:moveTo>
                  <a:pt x="546908" y="129563"/>
                </a:moveTo>
                <a:lnTo>
                  <a:pt x="547426" y="129530"/>
                </a:lnTo>
                <a:lnTo>
                  <a:pt x="547939" y="129491"/>
                </a:lnTo>
                <a:lnTo>
                  <a:pt x="548445" y="129445"/>
                </a:lnTo>
                <a:lnTo>
                  <a:pt x="548945" y="129394"/>
                </a:lnTo>
                <a:lnTo>
                  <a:pt x="549439" y="129337"/>
                </a:lnTo>
                <a:lnTo>
                  <a:pt x="549927" y="129274"/>
                </a:lnTo>
                <a:lnTo>
                  <a:pt x="550409" y="129205"/>
                </a:lnTo>
                <a:lnTo>
                  <a:pt x="550886" y="129129"/>
                </a:lnTo>
                <a:lnTo>
                  <a:pt x="551356" y="129048"/>
                </a:lnTo>
                <a:lnTo>
                  <a:pt x="551820" y="128961"/>
                </a:lnTo>
                <a:lnTo>
                  <a:pt x="552278" y="128868"/>
                </a:lnTo>
                <a:lnTo>
                  <a:pt x="552730" y="128768"/>
                </a:lnTo>
                <a:lnTo>
                  <a:pt x="553176" y="128663"/>
                </a:lnTo>
                <a:lnTo>
                  <a:pt x="553616" y="128552"/>
                </a:lnTo>
                <a:lnTo>
                  <a:pt x="554050" y="128434"/>
                </a:lnTo>
                <a:lnTo>
                  <a:pt x="554477" y="128311"/>
                </a:lnTo>
                <a:lnTo>
                  <a:pt x="554899" y="128182"/>
                </a:lnTo>
                <a:lnTo>
                  <a:pt x="555315" y="128046"/>
                </a:lnTo>
                <a:lnTo>
                  <a:pt x="555725" y="127905"/>
                </a:lnTo>
                <a:lnTo>
                  <a:pt x="556130" y="127759"/>
                </a:lnTo>
                <a:lnTo>
                  <a:pt x="556530" y="127608"/>
                </a:lnTo>
                <a:lnTo>
                  <a:pt x="556925" y="127453"/>
                </a:lnTo>
                <a:lnTo>
                  <a:pt x="557316" y="127293"/>
                </a:lnTo>
                <a:lnTo>
                  <a:pt x="557702" y="127129"/>
                </a:lnTo>
                <a:lnTo>
                  <a:pt x="558083" y="126961"/>
                </a:lnTo>
                <a:lnTo>
                  <a:pt x="558460" y="126788"/>
                </a:lnTo>
                <a:lnTo>
                  <a:pt x="558832" y="126611"/>
                </a:lnTo>
                <a:lnTo>
                  <a:pt x="559199" y="126430"/>
                </a:lnTo>
                <a:lnTo>
                  <a:pt x="559562" y="126244"/>
                </a:lnTo>
                <a:lnTo>
                  <a:pt x="559920" y="126054"/>
                </a:lnTo>
                <a:lnTo>
                  <a:pt x="560274" y="125859"/>
                </a:lnTo>
                <a:lnTo>
                  <a:pt x="560622" y="125660"/>
                </a:lnTo>
                <a:lnTo>
                  <a:pt x="560967" y="125457"/>
                </a:lnTo>
                <a:lnTo>
                  <a:pt x="561306" y="125249"/>
                </a:lnTo>
                <a:lnTo>
                  <a:pt x="561641" y="125037"/>
                </a:lnTo>
                <a:lnTo>
                  <a:pt x="561971" y="124820"/>
                </a:lnTo>
                <a:lnTo>
                  <a:pt x="562297" y="124599"/>
                </a:lnTo>
                <a:lnTo>
                  <a:pt x="562617" y="124374"/>
                </a:lnTo>
                <a:lnTo>
                  <a:pt x="562934" y="124144"/>
                </a:lnTo>
                <a:lnTo>
                  <a:pt x="563245" y="123910"/>
                </a:lnTo>
                <a:lnTo>
                  <a:pt x="563552" y="123672"/>
                </a:lnTo>
                <a:lnTo>
                  <a:pt x="563854" y="123429"/>
                </a:lnTo>
                <a:lnTo>
                  <a:pt x="564152" y="123182"/>
                </a:lnTo>
                <a:lnTo>
                  <a:pt x="564445" y="122932"/>
                </a:lnTo>
                <a:lnTo>
                  <a:pt x="564734" y="122681"/>
                </a:lnTo>
                <a:lnTo>
                  <a:pt x="565020" y="122428"/>
                </a:lnTo>
                <a:lnTo>
                  <a:pt x="565301" y="122175"/>
                </a:lnTo>
                <a:lnTo>
                  <a:pt x="565578" y="121921"/>
                </a:lnTo>
                <a:lnTo>
                  <a:pt x="565850" y="121665"/>
                </a:lnTo>
                <a:lnTo>
                  <a:pt x="566119" y="121408"/>
                </a:lnTo>
                <a:lnTo>
                  <a:pt x="566384" y="121151"/>
                </a:lnTo>
                <a:lnTo>
                  <a:pt x="566644" y="120892"/>
                </a:lnTo>
                <a:lnTo>
                  <a:pt x="566901" y="120632"/>
                </a:lnTo>
                <a:lnTo>
                  <a:pt x="567153" y="120371"/>
                </a:lnTo>
                <a:lnTo>
                  <a:pt x="567401" y="120109"/>
                </a:lnTo>
                <a:lnTo>
                  <a:pt x="567645" y="119846"/>
                </a:lnTo>
                <a:lnTo>
                  <a:pt x="567885" y="119582"/>
                </a:lnTo>
                <a:lnTo>
                  <a:pt x="568121" y="119316"/>
                </a:lnTo>
                <a:lnTo>
                  <a:pt x="568353" y="119050"/>
                </a:lnTo>
                <a:lnTo>
                  <a:pt x="568581" y="118783"/>
                </a:lnTo>
                <a:lnTo>
                  <a:pt x="568804" y="118514"/>
                </a:lnTo>
                <a:lnTo>
                  <a:pt x="569024" y="118244"/>
                </a:lnTo>
                <a:lnTo>
                  <a:pt x="569239" y="117974"/>
                </a:lnTo>
                <a:lnTo>
                  <a:pt x="569451" y="117702"/>
                </a:lnTo>
                <a:lnTo>
                  <a:pt x="569658" y="117429"/>
                </a:lnTo>
                <a:lnTo>
                  <a:pt x="569861" y="117155"/>
                </a:lnTo>
                <a:lnTo>
                  <a:pt x="570060" y="116880"/>
                </a:lnTo>
                <a:lnTo>
                  <a:pt x="572422" y="127749"/>
                </a:lnTo>
                <a:lnTo>
                  <a:pt x="591326" y="127749"/>
                </a:lnTo>
                <a:lnTo>
                  <a:pt x="591326" y="14335"/>
                </a:lnTo>
                <a:lnTo>
                  <a:pt x="570060" y="14335"/>
                </a:lnTo>
                <a:lnTo>
                  <a:pt x="570060" y="58599"/>
                </a:lnTo>
                <a:lnTo>
                  <a:pt x="569727" y="58118"/>
                </a:lnTo>
                <a:lnTo>
                  <a:pt x="569386" y="57646"/>
                </a:lnTo>
                <a:lnTo>
                  <a:pt x="569036" y="57183"/>
                </a:lnTo>
                <a:lnTo>
                  <a:pt x="568677" y="56730"/>
                </a:lnTo>
                <a:lnTo>
                  <a:pt x="568310" y="56286"/>
                </a:lnTo>
                <a:lnTo>
                  <a:pt x="567934" y="55852"/>
                </a:lnTo>
                <a:lnTo>
                  <a:pt x="567549" y="55426"/>
                </a:lnTo>
                <a:lnTo>
                  <a:pt x="567155" y="55010"/>
                </a:lnTo>
                <a:lnTo>
                  <a:pt x="566752" y="54604"/>
                </a:lnTo>
                <a:lnTo>
                  <a:pt x="566341" y="54206"/>
                </a:lnTo>
                <a:lnTo>
                  <a:pt x="565921" y="53818"/>
                </a:lnTo>
                <a:lnTo>
                  <a:pt x="565492" y="53439"/>
                </a:lnTo>
                <a:lnTo>
                  <a:pt x="565055" y="53070"/>
                </a:lnTo>
                <a:lnTo>
                  <a:pt x="564609" y="52710"/>
                </a:lnTo>
                <a:lnTo>
                  <a:pt x="564154" y="52359"/>
                </a:lnTo>
                <a:lnTo>
                  <a:pt x="563690" y="52017"/>
                </a:lnTo>
                <a:lnTo>
                  <a:pt x="563217" y="51685"/>
                </a:lnTo>
                <a:lnTo>
                  <a:pt x="562736" y="51362"/>
                </a:lnTo>
                <a:lnTo>
                  <a:pt x="562246" y="51048"/>
                </a:lnTo>
                <a:lnTo>
                  <a:pt x="561747" y="50744"/>
                </a:lnTo>
                <a:lnTo>
                  <a:pt x="561240" y="50449"/>
                </a:lnTo>
                <a:lnTo>
                  <a:pt x="560723" y="50163"/>
                </a:lnTo>
                <a:lnTo>
                  <a:pt x="560198" y="49886"/>
                </a:lnTo>
                <a:lnTo>
                  <a:pt x="559664" y="49619"/>
                </a:lnTo>
                <a:lnTo>
                  <a:pt x="559123" y="49362"/>
                </a:lnTo>
                <a:lnTo>
                  <a:pt x="558574" y="49116"/>
                </a:lnTo>
                <a:lnTo>
                  <a:pt x="558018" y="48880"/>
                </a:lnTo>
                <a:lnTo>
                  <a:pt x="557455" y="48656"/>
                </a:lnTo>
                <a:lnTo>
                  <a:pt x="556884" y="48443"/>
                </a:lnTo>
                <a:lnTo>
                  <a:pt x="556307" y="48240"/>
                </a:lnTo>
                <a:lnTo>
                  <a:pt x="555723" y="48049"/>
                </a:lnTo>
                <a:lnTo>
                  <a:pt x="555131" y="47868"/>
                </a:lnTo>
                <a:lnTo>
                  <a:pt x="554533" y="47699"/>
                </a:lnTo>
                <a:lnTo>
                  <a:pt x="553927" y="47540"/>
                </a:lnTo>
                <a:lnTo>
                  <a:pt x="553314" y="47392"/>
                </a:lnTo>
                <a:lnTo>
                  <a:pt x="552694" y="47256"/>
                </a:lnTo>
                <a:lnTo>
                  <a:pt x="552067" y="47130"/>
                </a:lnTo>
                <a:lnTo>
                  <a:pt x="551433" y="47015"/>
                </a:lnTo>
                <a:lnTo>
                  <a:pt x="550791" y="46911"/>
                </a:lnTo>
                <a:lnTo>
                  <a:pt x="550143" y="46818"/>
                </a:lnTo>
                <a:lnTo>
                  <a:pt x="549488" y="46736"/>
                </a:lnTo>
                <a:lnTo>
                  <a:pt x="548825" y="46665"/>
                </a:lnTo>
                <a:lnTo>
                  <a:pt x="548155" y="46605"/>
                </a:lnTo>
                <a:lnTo>
                  <a:pt x="547478" y="46555"/>
                </a:lnTo>
                <a:lnTo>
                  <a:pt x="546794" y="46517"/>
                </a:lnTo>
                <a:lnTo>
                  <a:pt x="546103" y="46490"/>
                </a:lnTo>
                <a:lnTo>
                  <a:pt x="545405" y="46473"/>
                </a:lnTo>
                <a:lnTo>
                  <a:pt x="544700" y="46468"/>
                </a:lnTo>
                <a:lnTo>
                  <a:pt x="543798" y="46477"/>
                </a:lnTo>
                <a:lnTo>
                  <a:pt x="542903" y="46506"/>
                </a:lnTo>
                <a:lnTo>
                  <a:pt x="542016" y="46553"/>
                </a:lnTo>
                <a:lnTo>
                  <a:pt x="541136" y="46619"/>
                </a:lnTo>
                <a:lnTo>
                  <a:pt x="540263" y="46704"/>
                </a:lnTo>
                <a:lnTo>
                  <a:pt x="539398" y="46808"/>
                </a:lnTo>
                <a:lnTo>
                  <a:pt x="538541" y="46930"/>
                </a:lnTo>
                <a:lnTo>
                  <a:pt x="537690" y="47072"/>
                </a:lnTo>
                <a:lnTo>
                  <a:pt x="536847" y="47232"/>
                </a:lnTo>
                <a:lnTo>
                  <a:pt x="536012" y="47411"/>
                </a:lnTo>
                <a:lnTo>
                  <a:pt x="535184" y="47609"/>
                </a:lnTo>
                <a:lnTo>
                  <a:pt x="534363" y="47826"/>
                </a:lnTo>
                <a:lnTo>
                  <a:pt x="533549" y="48062"/>
                </a:lnTo>
                <a:lnTo>
                  <a:pt x="532743" y="48317"/>
                </a:lnTo>
                <a:lnTo>
                  <a:pt x="531945" y="48591"/>
                </a:lnTo>
                <a:lnTo>
                  <a:pt x="531153" y="48883"/>
                </a:lnTo>
                <a:lnTo>
                  <a:pt x="530370" y="49195"/>
                </a:lnTo>
                <a:lnTo>
                  <a:pt x="529593" y="49525"/>
                </a:lnTo>
                <a:lnTo>
                  <a:pt x="528824" y="49874"/>
                </a:lnTo>
                <a:lnTo>
                  <a:pt x="528062" y="50242"/>
                </a:lnTo>
                <a:lnTo>
                  <a:pt x="527308" y="50629"/>
                </a:lnTo>
                <a:lnTo>
                  <a:pt x="526561" y="51034"/>
                </a:lnTo>
                <a:lnTo>
                  <a:pt x="525821" y="51459"/>
                </a:lnTo>
                <a:lnTo>
                  <a:pt x="525089" y="51902"/>
                </a:lnTo>
                <a:lnTo>
                  <a:pt x="524367" y="52362"/>
                </a:lnTo>
                <a:lnTo>
                  <a:pt x="523659" y="52835"/>
                </a:lnTo>
                <a:lnTo>
                  <a:pt x="522963" y="53322"/>
                </a:lnTo>
                <a:lnTo>
                  <a:pt x="522280" y="53823"/>
                </a:lnTo>
                <a:lnTo>
                  <a:pt x="521611" y="54338"/>
                </a:lnTo>
                <a:lnTo>
                  <a:pt x="520955" y="54866"/>
                </a:lnTo>
                <a:lnTo>
                  <a:pt x="520311" y="55407"/>
                </a:lnTo>
                <a:lnTo>
                  <a:pt x="519681" y="55963"/>
                </a:lnTo>
                <a:lnTo>
                  <a:pt x="519064" y="56532"/>
                </a:lnTo>
                <a:lnTo>
                  <a:pt x="518460" y="57115"/>
                </a:lnTo>
                <a:lnTo>
                  <a:pt x="517870" y="57711"/>
                </a:lnTo>
                <a:lnTo>
                  <a:pt x="517292" y="58322"/>
                </a:lnTo>
                <a:lnTo>
                  <a:pt x="516728" y="58945"/>
                </a:lnTo>
                <a:lnTo>
                  <a:pt x="516176" y="59583"/>
                </a:lnTo>
                <a:lnTo>
                  <a:pt x="515638" y="60234"/>
                </a:lnTo>
                <a:lnTo>
                  <a:pt x="515113" y="60899"/>
                </a:lnTo>
                <a:lnTo>
                  <a:pt x="514601" y="61578"/>
                </a:lnTo>
                <a:lnTo>
                  <a:pt x="514102" y="62270"/>
                </a:lnTo>
                <a:lnTo>
                  <a:pt x="513616" y="62976"/>
                </a:lnTo>
                <a:lnTo>
                  <a:pt x="513144" y="63695"/>
                </a:lnTo>
                <a:lnTo>
                  <a:pt x="512684" y="64429"/>
                </a:lnTo>
                <a:lnTo>
                  <a:pt x="512238" y="65176"/>
                </a:lnTo>
                <a:lnTo>
                  <a:pt x="511804" y="65936"/>
                </a:lnTo>
                <a:lnTo>
                  <a:pt x="511384" y="66711"/>
                </a:lnTo>
                <a:lnTo>
                  <a:pt x="510979" y="67496"/>
                </a:lnTo>
                <a:lnTo>
                  <a:pt x="510592" y="68292"/>
                </a:lnTo>
                <a:lnTo>
                  <a:pt x="510221" y="69097"/>
                </a:lnTo>
                <a:lnTo>
                  <a:pt x="509868" y="69911"/>
                </a:lnTo>
                <a:lnTo>
                  <a:pt x="509532" y="70735"/>
                </a:lnTo>
                <a:lnTo>
                  <a:pt x="509214" y="71569"/>
                </a:lnTo>
                <a:lnTo>
                  <a:pt x="508912" y="72412"/>
                </a:lnTo>
                <a:lnTo>
                  <a:pt x="508628" y="73265"/>
                </a:lnTo>
                <a:lnTo>
                  <a:pt x="508361" y="74127"/>
                </a:lnTo>
                <a:lnTo>
                  <a:pt x="508111" y="74999"/>
                </a:lnTo>
                <a:lnTo>
                  <a:pt x="507879" y="75880"/>
                </a:lnTo>
                <a:lnTo>
                  <a:pt x="507664" y="76771"/>
                </a:lnTo>
                <a:lnTo>
                  <a:pt x="507465" y="77672"/>
                </a:lnTo>
                <a:lnTo>
                  <a:pt x="507285" y="78582"/>
                </a:lnTo>
                <a:lnTo>
                  <a:pt x="507121" y="79502"/>
                </a:lnTo>
                <a:lnTo>
                  <a:pt x="506974" y="80431"/>
                </a:lnTo>
                <a:lnTo>
                  <a:pt x="506845" y="81370"/>
                </a:lnTo>
                <a:lnTo>
                  <a:pt x="506733" y="82318"/>
                </a:lnTo>
                <a:lnTo>
                  <a:pt x="506639" y="83277"/>
                </a:lnTo>
                <a:lnTo>
                  <a:pt x="506561" y="84244"/>
                </a:lnTo>
                <a:lnTo>
                  <a:pt x="506501" y="85221"/>
                </a:lnTo>
                <a:lnTo>
                  <a:pt x="506458" y="86208"/>
                </a:lnTo>
                <a:lnTo>
                  <a:pt x="506432" y="87204"/>
                </a:lnTo>
                <a:lnTo>
                  <a:pt x="506423" y="88210"/>
                </a:lnTo>
                <a:lnTo>
                  <a:pt x="506432" y="89191"/>
                </a:lnTo>
                <a:lnTo>
                  <a:pt x="506457" y="90163"/>
                </a:lnTo>
                <a:lnTo>
                  <a:pt x="506500" y="91127"/>
                </a:lnTo>
                <a:lnTo>
                  <a:pt x="506559" y="92083"/>
                </a:lnTo>
                <a:lnTo>
                  <a:pt x="506635" y="93031"/>
                </a:lnTo>
                <a:lnTo>
                  <a:pt x="506728" y="93970"/>
                </a:lnTo>
                <a:lnTo>
                  <a:pt x="506839" y="94902"/>
                </a:lnTo>
                <a:lnTo>
                  <a:pt x="506966" y="95825"/>
                </a:lnTo>
                <a:lnTo>
                  <a:pt x="507110" y="96740"/>
                </a:lnTo>
                <a:lnTo>
                  <a:pt x="507271" y="97646"/>
                </a:lnTo>
                <a:lnTo>
                  <a:pt x="507449" y="98545"/>
                </a:lnTo>
                <a:lnTo>
                  <a:pt x="507644" y="99435"/>
                </a:lnTo>
                <a:lnTo>
                  <a:pt x="507856" y="100317"/>
                </a:lnTo>
                <a:lnTo>
                  <a:pt x="508084" y="101191"/>
                </a:lnTo>
                <a:lnTo>
                  <a:pt x="508330" y="102056"/>
                </a:lnTo>
                <a:lnTo>
                  <a:pt x="508593" y="102914"/>
                </a:lnTo>
                <a:lnTo>
                  <a:pt x="508873" y="103763"/>
                </a:lnTo>
                <a:lnTo>
                  <a:pt x="509169" y="104604"/>
                </a:lnTo>
                <a:lnTo>
                  <a:pt x="509483" y="105436"/>
                </a:lnTo>
                <a:lnTo>
                  <a:pt x="509813" y="106261"/>
                </a:lnTo>
                <a:lnTo>
                  <a:pt x="510161" y="107077"/>
                </a:lnTo>
                <a:lnTo>
                  <a:pt x="510525" y="107885"/>
                </a:lnTo>
                <a:lnTo>
                  <a:pt x="510907" y="108685"/>
                </a:lnTo>
                <a:lnTo>
                  <a:pt x="511305" y="109477"/>
                </a:lnTo>
                <a:lnTo>
                  <a:pt x="511718" y="110257"/>
                </a:lnTo>
                <a:lnTo>
                  <a:pt x="512145" y="111024"/>
                </a:lnTo>
                <a:lnTo>
                  <a:pt x="512584" y="111776"/>
                </a:lnTo>
                <a:lnTo>
                  <a:pt x="513036" y="112513"/>
                </a:lnTo>
                <a:lnTo>
                  <a:pt x="513500" y="113237"/>
                </a:lnTo>
                <a:lnTo>
                  <a:pt x="513978" y="113946"/>
                </a:lnTo>
                <a:lnTo>
                  <a:pt x="514469" y="114641"/>
                </a:lnTo>
                <a:lnTo>
                  <a:pt x="514972" y="115322"/>
                </a:lnTo>
                <a:lnTo>
                  <a:pt x="515488" y="115989"/>
                </a:lnTo>
                <a:lnTo>
                  <a:pt x="516017" y="116642"/>
                </a:lnTo>
                <a:lnTo>
                  <a:pt x="516559" y="117280"/>
                </a:lnTo>
                <a:lnTo>
                  <a:pt x="517114" y="117904"/>
                </a:lnTo>
                <a:lnTo>
                  <a:pt x="517681" y="118514"/>
                </a:lnTo>
                <a:lnTo>
                  <a:pt x="518262" y="119109"/>
                </a:lnTo>
                <a:lnTo>
                  <a:pt x="518855" y="119691"/>
                </a:lnTo>
                <a:lnTo>
                  <a:pt x="519461" y="120258"/>
                </a:lnTo>
                <a:lnTo>
                  <a:pt x="520080" y="120811"/>
                </a:lnTo>
                <a:lnTo>
                  <a:pt x="520712" y="121349"/>
                </a:lnTo>
                <a:lnTo>
                  <a:pt x="521356" y="121874"/>
                </a:lnTo>
                <a:lnTo>
                  <a:pt x="522014" y="122384"/>
                </a:lnTo>
                <a:lnTo>
                  <a:pt x="522684" y="122880"/>
                </a:lnTo>
                <a:lnTo>
                  <a:pt x="523367" y="123362"/>
                </a:lnTo>
                <a:lnTo>
                  <a:pt x="524063" y="123829"/>
                </a:lnTo>
                <a:lnTo>
                  <a:pt x="524772" y="124283"/>
                </a:lnTo>
                <a:lnTo>
                  <a:pt x="525491" y="124720"/>
                </a:lnTo>
                <a:lnTo>
                  <a:pt x="526219" y="125138"/>
                </a:lnTo>
                <a:lnTo>
                  <a:pt x="526954" y="125538"/>
                </a:lnTo>
                <a:lnTo>
                  <a:pt x="527697" y="125919"/>
                </a:lnTo>
                <a:lnTo>
                  <a:pt x="528448" y="126282"/>
                </a:lnTo>
                <a:lnTo>
                  <a:pt x="529207" y="126626"/>
                </a:lnTo>
                <a:lnTo>
                  <a:pt x="529974" y="126951"/>
                </a:lnTo>
                <a:lnTo>
                  <a:pt x="530749" y="127258"/>
                </a:lnTo>
                <a:lnTo>
                  <a:pt x="531532" y="127546"/>
                </a:lnTo>
                <a:lnTo>
                  <a:pt x="532323" y="127816"/>
                </a:lnTo>
                <a:lnTo>
                  <a:pt x="533122" y="128067"/>
                </a:lnTo>
                <a:lnTo>
                  <a:pt x="533928" y="128299"/>
                </a:lnTo>
                <a:lnTo>
                  <a:pt x="534743" y="128513"/>
                </a:lnTo>
                <a:lnTo>
                  <a:pt x="535565" y="128708"/>
                </a:lnTo>
                <a:lnTo>
                  <a:pt x="536396" y="128885"/>
                </a:lnTo>
                <a:lnTo>
                  <a:pt x="537234" y="129043"/>
                </a:lnTo>
                <a:lnTo>
                  <a:pt x="538080" y="129182"/>
                </a:lnTo>
                <a:lnTo>
                  <a:pt x="538935" y="129303"/>
                </a:lnTo>
                <a:lnTo>
                  <a:pt x="539797" y="129406"/>
                </a:lnTo>
                <a:lnTo>
                  <a:pt x="540667" y="129489"/>
                </a:lnTo>
                <a:lnTo>
                  <a:pt x="541545" y="129554"/>
                </a:lnTo>
                <a:lnTo>
                  <a:pt x="542431" y="129601"/>
                </a:lnTo>
                <a:lnTo>
                  <a:pt x="543325" y="129629"/>
                </a:lnTo>
                <a:lnTo>
                  <a:pt x="544226" y="129638"/>
                </a:lnTo>
                <a:lnTo>
                  <a:pt x="544775" y="129635"/>
                </a:lnTo>
                <a:lnTo>
                  <a:pt x="545317" y="129626"/>
                </a:lnTo>
                <a:lnTo>
                  <a:pt x="545853" y="129611"/>
                </a:lnTo>
                <a:lnTo>
                  <a:pt x="546384" y="129590"/>
                </a:lnTo>
                <a:lnTo>
                  <a:pt x="546908" y="129563"/>
                </a:lnTo>
                <a:close/>
                <a:moveTo>
                  <a:pt x="546767" y="110925"/>
                </a:moveTo>
                <a:lnTo>
                  <a:pt x="546281" y="110869"/>
                </a:lnTo>
                <a:lnTo>
                  <a:pt x="545799" y="110803"/>
                </a:lnTo>
                <a:lnTo>
                  <a:pt x="545322" y="110728"/>
                </a:lnTo>
                <a:lnTo>
                  <a:pt x="544850" y="110642"/>
                </a:lnTo>
                <a:lnTo>
                  <a:pt x="544382" y="110546"/>
                </a:lnTo>
                <a:lnTo>
                  <a:pt x="543919" y="110439"/>
                </a:lnTo>
                <a:lnTo>
                  <a:pt x="543460" y="110323"/>
                </a:lnTo>
                <a:lnTo>
                  <a:pt x="543006" y="110197"/>
                </a:lnTo>
                <a:lnTo>
                  <a:pt x="542557" y="110060"/>
                </a:lnTo>
                <a:lnTo>
                  <a:pt x="542113" y="109913"/>
                </a:lnTo>
                <a:lnTo>
                  <a:pt x="541673" y="109757"/>
                </a:lnTo>
                <a:lnTo>
                  <a:pt x="541237" y="109590"/>
                </a:lnTo>
                <a:lnTo>
                  <a:pt x="540807" y="109413"/>
                </a:lnTo>
                <a:lnTo>
                  <a:pt x="540381" y="109226"/>
                </a:lnTo>
                <a:lnTo>
                  <a:pt x="539960" y="109028"/>
                </a:lnTo>
                <a:lnTo>
                  <a:pt x="539543" y="108821"/>
                </a:lnTo>
                <a:lnTo>
                  <a:pt x="539131" y="108603"/>
                </a:lnTo>
                <a:lnTo>
                  <a:pt x="538724" y="108376"/>
                </a:lnTo>
                <a:lnTo>
                  <a:pt x="538321" y="108138"/>
                </a:lnTo>
                <a:lnTo>
                  <a:pt x="537924" y="107891"/>
                </a:lnTo>
                <a:lnTo>
                  <a:pt x="537534" y="107636"/>
                </a:lnTo>
                <a:lnTo>
                  <a:pt x="537152" y="107374"/>
                </a:lnTo>
                <a:lnTo>
                  <a:pt x="536776" y="107103"/>
                </a:lnTo>
                <a:lnTo>
                  <a:pt x="536408" y="106824"/>
                </a:lnTo>
                <a:lnTo>
                  <a:pt x="536046" y="106538"/>
                </a:lnTo>
                <a:lnTo>
                  <a:pt x="535692" y="106243"/>
                </a:lnTo>
                <a:lnTo>
                  <a:pt x="535345" y="105941"/>
                </a:lnTo>
                <a:lnTo>
                  <a:pt x="535005" y="105631"/>
                </a:lnTo>
                <a:lnTo>
                  <a:pt x="534672" y="105313"/>
                </a:lnTo>
                <a:lnTo>
                  <a:pt x="534347" y="104986"/>
                </a:lnTo>
                <a:lnTo>
                  <a:pt x="534028" y="104652"/>
                </a:lnTo>
                <a:lnTo>
                  <a:pt x="533717" y="104310"/>
                </a:lnTo>
                <a:lnTo>
                  <a:pt x="533412" y="103961"/>
                </a:lnTo>
                <a:lnTo>
                  <a:pt x="533115" y="103603"/>
                </a:lnTo>
                <a:lnTo>
                  <a:pt x="532825" y="103237"/>
                </a:lnTo>
                <a:lnTo>
                  <a:pt x="532542" y="102863"/>
                </a:lnTo>
                <a:lnTo>
                  <a:pt x="532266" y="102482"/>
                </a:lnTo>
                <a:lnTo>
                  <a:pt x="531997" y="102092"/>
                </a:lnTo>
                <a:lnTo>
                  <a:pt x="531735" y="101695"/>
                </a:lnTo>
                <a:lnTo>
                  <a:pt x="531480" y="101290"/>
                </a:lnTo>
                <a:lnTo>
                  <a:pt x="531233" y="100876"/>
                </a:lnTo>
                <a:lnTo>
                  <a:pt x="530993" y="100455"/>
                </a:lnTo>
                <a:lnTo>
                  <a:pt x="530759" y="100026"/>
                </a:lnTo>
                <a:lnTo>
                  <a:pt x="530534" y="99590"/>
                </a:lnTo>
                <a:lnTo>
                  <a:pt x="530319" y="99148"/>
                </a:lnTo>
                <a:lnTo>
                  <a:pt x="530113" y="98699"/>
                </a:lnTo>
                <a:lnTo>
                  <a:pt x="529917" y="98245"/>
                </a:lnTo>
                <a:lnTo>
                  <a:pt x="529730" y="97785"/>
                </a:lnTo>
                <a:lnTo>
                  <a:pt x="529553" y="97318"/>
                </a:lnTo>
                <a:lnTo>
                  <a:pt x="529386" y="96846"/>
                </a:lnTo>
                <a:lnTo>
                  <a:pt x="529228" y="96368"/>
                </a:lnTo>
                <a:lnTo>
                  <a:pt x="529079" y="95883"/>
                </a:lnTo>
                <a:lnTo>
                  <a:pt x="528940" y="95393"/>
                </a:lnTo>
                <a:lnTo>
                  <a:pt x="528811" y="94897"/>
                </a:lnTo>
                <a:lnTo>
                  <a:pt x="528692" y="94394"/>
                </a:lnTo>
                <a:lnTo>
                  <a:pt x="528581" y="93886"/>
                </a:lnTo>
                <a:lnTo>
                  <a:pt x="528481" y="93371"/>
                </a:lnTo>
                <a:lnTo>
                  <a:pt x="528390" y="92851"/>
                </a:lnTo>
                <a:lnTo>
                  <a:pt x="528309" y="92324"/>
                </a:lnTo>
                <a:lnTo>
                  <a:pt x="528237" y="91792"/>
                </a:lnTo>
                <a:lnTo>
                  <a:pt x="528175" y="91253"/>
                </a:lnTo>
                <a:lnTo>
                  <a:pt x="528122" y="90709"/>
                </a:lnTo>
                <a:lnTo>
                  <a:pt x="528079" y="90158"/>
                </a:lnTo>
                <a:lnTo>
                  <a:pt x="528045" y="89601"/>
                </a:lnTo>
                <a:lnTo>
                  <a:pt x="528022" y="89039"/>
                </a:lnTo>
                <a:lnTo>
                  <a:pt x="528007" y="88470"/>
                </a:lnTo>
                <a:lnTo>
                  <a:pt x="528002" y="87895"/>
                </a:lnTo>
                <a:lnTo>
                  <a:pt x="528007" y="87347"/>
                </a:lnTo>
                <a:lnTo>
                  <a:pt x="528022" y="86803"/>
                </a:lnTo>
                <a:lnTo>
                  <a:pt x="528045" y="86264"/>
                </a:lnTo>
                <a:lnTo>
                  <a:pt x="528079" y="85730"/>
                </a:lnTo>
                <a:lnTo>
                  <a:pt x="528122" y="85201"/>
                </a:lnTo>
                <a:lnTo>
                  <a:pt x="528175" y="84677"/>
                </a:lnTo>
                <a:lnTo>
                  <a:pt x="528237" y="84158"/>
                </a:lnTo>
                <a:lnTo>
                  <a:pt x="528309" y="83643"/>
                </a:lnTo>
                <a:lnTo>
                  <a:pt x="528390" y="83134"/>
                </a:lnTo>
                <a:lnTo>
                  <a:pt x="528481" y="82630"/>
                </a:lnTo>
                <a:lnTo>
                  <a:pt x="528581" y="82130"/>
                </a:lnTo>
                <a:lnTo>
                  <a:pt x="528692" y="81635"/>
                </a:lnTo>
                <a:lnTo>
                  <a:pt x="528811" y="81146"/>
                </a:lnTo>
                <a:lnTo>
                  <a:pt x="528940" y="80661"/>
                </a:lnTo>
                <a:lnTo>
                  <a:pt x="529079" y="80181"/>
                </a:lnTo>
                <a:lnTo>
                  <a:pt x="529228" y="79706"/>
                </a:lnTo>
                <a:lnTo>
                  <a:pt x="529386" y="79236"/>
                </a:lnTo>
                <a:lnTo>
                  <a:pt x="529553" y="78771"/>
                </a:lnTo>
                <a:lnTo>
                  <a:pt x="529730" y="78311"/>
                </a:lnTo>
                <a:lnTo>
                  <a:pt x="529917" y="77856"/>
                </a:lnTo>
                <a:lnTo>
                  <a:pt x="530113" y="77406"/>
                </a:lnTo>
                <a:lnTo>
                  <a:pt x="530319" y="76960"/>
                </a:lnTo>
                <a:lnTo>
                  <a:pt x="530534" y="76520"/>
                </a:lnTo>
                <a:lnTo>
                  <a:pt x="530759" y="76084"/>
                </a:lnTo>
                <a:lnTo>
                  <a:pt x="530993" y="75655"/>
                </a:lnTo>
                <a:lnTo>
                  <a:pt x="531233" y="75234"/>
                </a:lnTo>
                <a:lnTo>
                  <a:pt x="531482" y="74820"/>
                </a:lnTo>
                <a:lnTo>
                  <a:pt x="531737" y="74415"/>
                </a:lnTo>
                <a:lnTo>
                  <a:pt x="532000" y="74017"/>
                </a:lnTo>
                <a:lnTo>
                  <a:pt x="532270" y="73628"/>
                </a:lnTo>
                <a:lnTo>
                  <a:pt x="532548" y="73246"/>
                </a:lnTo>
                <a:lnTo>
                  <a:pt x="532833" y="72872"/>
                </a:lnTo>
                <a:lnTo>
                  <a:pt x="533126" y="72507"/>
                </a:lnTo>
                <a:lnTo>
                  <a:pt x="533426" y="72149"/>
                </a:lnTo>
                <a:lnTo>
                  <a:pt x="533733" y="71799"/>
                </a:lnTo>
                <a:lnTo>
                  <a:pt x="534047" y="71457"/>
                </a:lnTo>
                <a:lnTo>
                  <a:pt x="534369" y="71123"/>
                </a:lnTo>
                <a:lnTo>
                  <a:pt x="534699" y="70797"/>
                </a:lnTo>
                <a:lnTo>
                  <a:pt x="535035" y="70479"/>
                </a:lnTo>
                <a:lnTo>
                  <a:pt x="535379" y="70168"/>
                </a:lnTo>
                <a:lnTo>
                  <a:pt x="535731" y="69866"/>
                </a:lnTo>
                <a:lnTo>
                  <a:pt x="536090" y="69572"/>
                </a:lnTo>
                <a:lnTo>
                  <a:pt x="536456" y="69285"/>
                </a:lnTo>
                <a:lnTo>
                  <a:pt x="536830" y="69007"/>
                </a:lnTo>
                <a:lnTo>
                  <a:pt x="537211" y="68736"/>
                </a:lnTo>
                <a:lnTo>
                  <a:pt x="537599" y="68474"/>
                </a:lnTo>
                <a:lnTo>
                  <a:pt x="537995" y="68219"/>
                </a:lnTo>
                <a:lnTo>
                  <a:pt x="538398" y="67972"/>
                </a:lnTo>
                <a:lnTo>
                  <a:pt x="538807" y="67735"/>
                </a:lnTo>
                <a:lnTo>
                  <a:pt x="539219" y="67507"/>
                </a:lnTo>
                <a:lnTo>
                  <a:pt x="539636" y="67289"/>
                </a:lnTo>
                <a:lnTo>
                  <a:pt x="540056" y="67082"/>
                </a:lnTo>
                <a:lnTo>
                  <a:pt x="540481" y="66884"/>
                </a:lnTo>
                <a:lnTo>
                  <a:pt x="540909" y="66697"/>
                </a:lnTo>
                <a:lnTo>
                  <a:pt x="541341" y="66520"/>
                </a:lnTo>
                <a:lnTo>
                  <a:pt x="541776" y="66353"/>
                </a:lnTo>
                <a:lnTo>
                  <a:pt x="542216" y="66196"/>
                </a:lnTo>
                <a:lnTo>
                  <a:pt x="542659" y="66049"/>
                </a:lnTo>
                <a:lnTo>
                  <a:pt x="543106" y="65912"/>
                </a:lnTo>
                <a:lnTo>
                  <a:pt x="543558" y="65786"/>
                </a:lnTo>
                <a:lnTo>
                  <a:pt x="544012" y="65669"/>
                </a:lnTo>
                <a:lnTo>
                  <a:pt x="544471" y="65563"/>
                </a:lnTo>
                <a:lnTo>
                  <a:pt x="544934" y="65467"/>
                </a:lnTo>
                <a:lnTo>
                  <a:pt x="545400" y="65381"/>
                </a:lnTo>
                <a:lnTo>
                  <a:pt x="545870" y="65305"/>
                </a:lnTo>
                <a:lnTo>
                  <a:pt x="546344" y="65239"/>
                </a:lnTo>
                <a:lnTo>
                  <a:pt x="546822" y="65183"/>
                </a:lnTo>
                <a:lnTo>
                  <a:pt x="547304" y="65138"/>
                </a:lnTo>
                <a:lnTo>
                  <a:pt x="547789" y="65102"/>
                </a:lnTo>
                <a:lnTo>
                  <a:pt x="548279" y="65077"/>
                </a:lnTo>
                <a:lnTo>
                  <a:pt x="548772" y="65062"/>
                </a:lnTo>
                <a:lnTo>
                  <a:pt x="549269" y="65057"/>
                </a:lnTo>
                <a:lnTo>
                  <a:pt x="549791" y="65062"/>
                </a:lnTo>
                <a:lnTo>
                  <a:pt x="550309" y="65077"/>
                </a:lnTo>
                <a:lnTo>
                  <a:pt x="550821" y="65102"/>
                </a:lnTo>
                <a:lnTo>
                  <a:pt x="551327" y="65138"/>
                </a:lnTo>
                <a:lnTo>
                  <a:pt x="551829" y="65183"/>
                </a:lnTo>
                <a:lnTo>
                  <a:pt x="552325" y="65239"/>
                </a:lnTo>
                <a:lnTo>
                  <a:pt x="552817" y="65305"/>
                </a:lnTo>
                <a:lnTo>
                  <a:pt x="553303" y="65381"/>
                </a:lnTo>
                <a:lnTo>
                  <a:pt x="553784" y="65467"/>
                </a:lnTo>
                <a:lnTo>
                  <a:pt x="554259" y="65563"/>
                </a:lnTo>
                <a:lnTo>
                  <a:pt x="554730" y="65669"/>
                </a:lnTo>
                <a:lnTo>
                  <a:pt x="555195" y="65786"/>
                </a:lnTo>
                <a:lnTo>
                  <a:pt x="555655" y="65912"/>
                </a:lnTo>
                <a:lnTo>
                  <a:pt x="556110" y="66049"/>
                </a:lnTo>
                <a:lnTo>
                  <a:pt x="556560" y="66196"/>
                </a:lnTo>
                <a:lnTo>
                  <a:pt x="557004" y="66353"/>
                </a:lnTo>
                <a:lnTo>
                  <a:pt x="557443" y="66520"/>
                </a:lnTo>
                <a:lnTo>
                  <a:pt x="557878" y="66697"/>
                </a:lnTo>
                <a:lnTo>
                  <a:pt x="558307" y="66884"/>
                </a:lnTo>
                <a:lnTo>
                  <a:pt x="558730" y="67082"/>
                </a:lnTo>
                <a:lnTo>
                  <a:pt x="559149" y="67289"/>
                </a:lnTo>
                <a:lnTo>
                  <a:pt x="559562" y="67507"/>
                </a:lnTo>
                <a:lnTo>
                  <a:pt x="559970" y="67735"/>
                </a:lnTo>
                <a:lnTo>
                  <a:pt x="560373" y="67972"/>
                </a:lnTo>
                <a:lnTo>
                  <a:pt x="560770" y="68219"/>
                </a:lnTo>
                <a:lnTo>
                  <a:pt x="561159" y="68474"/>
                </a:lnTo>
                <a:lnTo>
                  <a:pt x="561541" y="68736"/>
                </a:lnTo>
                <a:lnTo>
                  <a:pt x="561916" y="69007"/>
                </a:lnTo>
                <a:lnTo>
                  <a:pt x="562283" y="69285"/>
                </a:lnTo>
                <a:lnTo>
                  <a:pt x="562643" y="69572"/>
                </a:lnTo>
                <a:lnTo>
                  <a:pt x="562995" y="69866"/>
                </a:lnTo>
                <a:lnTo>
                  <a:pt x="563340" y="70168"/>
                </a:lnTo>
                <a:lnTo>
                  <a:pt x="563678" y="70479"/>
                </a:lnTo>
                <a:lnTo>
                  <a:pt x="564008" y="70797"/>
                </a:lnTo>
                <a:lnTo>
                  <a:pt x="564331" y="71123"/>
                </a:lnTo>
                <a:lnTo>
                  <a:pt x="564646" y="71457"/>
                </a:lnTo>
                <a:lnTo>
                  <a:pt x="564954" y="71799"/>
                </a:lnTo>
                <a:lnTo>
                  <a:pt x="565255" y="72149"/>
                </a:lnTo>
                <a:lnTo>
                  <a:pt x="565548" y="72507"/>
                </a:lnTo>
                <a:lnTo>
                  <a:pt x="565834" y="72872"/>
                </a:lnTo>
                <a:lnTo>
                  <a:pt x="566113" y="73246"/>
                </a:lnTo>
                <a:lnTo>
                  <a:pt x="566384" y="73628"/>
                </a:lnTo>
                <a:lnTo>
                  <a:pt x="566648" y="74017"/>
                </a:lnTo>
                <a:lnTo>
                  <a:pt x="566904" y="74415"/>
                </a:lnTo>
                <a:lnTo>
                  <a:pt x="567153" y="74820"/>
                </a:lnTo>
                <a:lnTo>
                  <a:pt x="567395" y="75234"/>
                </a:lnTo>
                <a:lnTo>
                  <a:pt x="567629" y="75655"/>
                </a:lnTo>
                <a:lnTo>
                  <a:pt x="567856" y="76084"/>
                </a:lnTo>
                <a:lnTo>
                  <a:pt x="568074" y="76520"/>
                </a:lnTo>
                <a:lnTo>
                  <a:pt x="568283" y="76961"/>
                </a:lnTo>
                <a:lnTo>
                  <a:pt x="568483" y="77408"/>
                </a:lnTo>
                <a:lnTo>
                  <a:pt x="568674" y="77860"/>
                </a:lnTo>
                <a:lnTo>
                  <a:pt x="568855" y="78318"/>
                </a:lnTo>
                <a:lnTo>
                  <a:pt x="569027" y="78781"/>
                </a:lnTo>
                <a:lnTo>
                  <a:pt x="569190" y="79250"/>
                </a:lnTo>
                <a:lnTo>
                  <a:pt x="569343" y="79724"/>
                </a:lnTo>
                <a:lnTo>
                  <a:pt x="569487" y="80204"/>
                </a:lnTo>
                <a:lnTo>
                  <a:pt x="569622" y="80689"/>
                </a:lnTo>
                <a:lnTo>
                  <a:pt x="569748" y="81179"/>
                </a:lnTo>
                <a:lnTo>
                  <a:pt x="569864" y="81675"/>
                </a:lnTo>
                <a:lnTo>
                  <a:pt x="569971" y="82177"/>
                </a:lnTo>
                <a:lnTo>
                  <a:pt x="570068" y="82683"/>
                </a:lnTo>
                <a:lnTo>
                  <a:pt x="570157" y="83196"/>
                </a:lnTo>
                <a:lnTo>
                  <a:pt x="570236" y="83714"/>
                </a:lnTo>
                <a:lnTo>
                  <a:pt x="570305" y="84237"/>
                </a:lnTo>
                <a:lnTo>
                  <a:pt x="570366" y="84766"/>
                </a:lnTo>
                <a:lnTo>
                  <a:pt x="570417" y="85300"/>
                </a:lnTo>
                <a:lnTo>
                  <a:pt x="570459" y="85840"/>
                </a:lnTo>
                <a:lnTo>
                  <a:pt x="570491" y="86385"/>
                </a:lnTo>
                <a:lnTo>
                  <a:pt x="570515" y="86936"/>
                </a:lnTo>
                <a:lnTo>
                  <a:pt x="570529" y="87492"/>
                </a:lnTo>
                <a:lnTo>
                  <a:pt x="570533" y="88054"/>
                </a:lnTo>
                <a:lnTo>
                  <a:pt x="570529" y="88616"/>
                </a:lnTo>
                <a:lnTo>
                  <a:pt x="570515" y="89172"/>
                </a:lnTo>
                <a:lnTo>
                  <a:pt x="570491" y="89723"/>
                </a:lnTo>
                <a:lnTo>
                  <a:pt x="570459" y="90268"/>
                </a:lnTo>
                <a:lnTo>
                  <a:pt x="570417" y="90808"/>
                </a:lnTo>
                <a:lnTo>
                  <a:pt x="570366" y="91342"/>
                </a:lnTo>
                <a:lnTo>
                  <a:pt x="570305" y="91871"/>
                </a:lnTo>
                <a:lnTo>
                  <a:pt x="570236" y="92395"/>
                </a:lnTo>
                <a:lnTo>
                  <a:pt x="570157" y="92913"/>
                </a:lnTo>
                <a:lnTo>
                  <a:pt x="570068" y="93425"/>
                </a:lnTo>
                <a:lnTo>
                  <a:pt x="569971" y="93932"/>
                </a:lnTo>
                <a:lnTo>
                  <a:pt x="569864" y="94434"/>
                </a:lnTo>
                <a:lnTo>
                  <a:pt x="569748" y="94930"/>
                </a:lnTo>
                <a:lnTo>
                  <a:pt x="569622" y="95420"/>
                </a:lnTo>
                <a:lnTo>
                  <a:pt x="569487" y="95906"/>
                </a:lnTo>
                <a:lnTo>
                  <a:pt x="569343" y="96385"/>
                </a:lnTo>
                <a:lnTo>
                  <a:pt x="569190" y="96860"/>
                </a:lnTo>
                <a:lnTo>
                  <a:pt x="569027" y="97328"/>
                </a:lnTo>
                <a:lnTo>
                  <a:pt x="568855" y="97792"/>
                </a:lnTo>
                <a:lnTo>
                  <a:pt x="568674" y="98249"/>
                </a:lnTo>
                <a:lnTo>
                  <a:pt x="568483" y="98702"/>
                </a:lnTo>
                <a:lnTo>
                  <a:pt x="568283" y="99149"/>
                </a:lnTo>
                <a:lnTo>
                  <a:pt x="568074" y="99590"/>
                </a:lnTo>
                <a:lnTo>
                  <a:pt x="567856" y="100026"/>
                </a:lnTo>
                <a:lnTo>
                  <a:pt x="567629" y="100455"/>
                </a:lnTo>
                <a:lnTo>
                  <a:pt x="567395" y="100876"/>
                </a:lnTo>
                <a:lnTo>
                  <a:pt x="567153" y="101290"/>
                </a:lnTo>
                <a:lnTo>
                  <a:pt x="566904" y="101695"/>
                </a:lnTo>
                <a:lnTo>
                  <a:pt x="566648" y="102092"/>
                </a:lnTo>
                <a:lnTo>
                  <a:pt x="566384" y="102482"/>
                </a:lnTo>
                <a:lnTo>
                  <a:pt x="566113" y="102863"/>
                </a:lnTo>
                <a:lnTo>
                  <a:pt x="565834" y="103237"/>
                </a:lnTo>
                <a:lnTo>
                  <a:pt x="565548" y="103603"/>
                </a:lnTo>
                <a:lnTo>
                  <a:pt x="565255" y="103961"/>
                </a:lnTo>
                <a:lnTo>
                  <a:pt x="564954" y="104310"/>
                </a:lnTo>
                <a:lnTo>
                  <a:pt x="564646" y="104652"/>
                </a:lnTo>
                <a:lnTo>
                  <a:pt x="564331" y="104986"/>
                </a:lnTo>
                <a:lnTo>
                  <a:pt x="564008" y="105313"/>
                </a:lnTo>
                <a:lnTo>
                  <a:pt x="563678" y="105631"/>
                </a:lnTo>
                <a:lnTo>
                  <a:pt x="563340" y="105941"/>
                </a:lnTo>
                <a:lnTo>
                  <a:pt x="562995" y="106243"/>
                </a:lnTo>
                <a:lnTo>
                  <a:pt x="562643" y="106538"/>
                </a:lnTo>
                <a:lnTo>
                  <a:pt x="562283" y="106824"/>
                </a:lnTo>
                <a:lnTo>
                  <a:pt x="561916" y="107103"/>
                </a:lnTo>
                <a:lnTo>
                  <a:pt x="561541" y="107374"/>
                </a:lnTo>
                <a:lnTo>
                  <a:pt x="561159" y="107636"/>
                </a:lnTo>
                <a:lnTo>
                  <a:pt x="560770" y="107891"/>
                </a:lnTo>
                <a:lnTo>
                  <a:pt x="560373" y="108138"/>
                </a:lnTo>
                <a:lnTo>
                  <a:pt x="559970" y="108376"/>
                </a:lnTo>
                <a:lnTo>
                  <a:pt x="559562" y="108603"/>
                </a:lnTo>
                <a:lnTo>
                  <a:pt x="559149" y="108821"/>
                </a:lnTo>
                <a:lnTo>
                  <a:pt x="558730" y="109028"/>
                </a:lnTo>
                <a:lnTo>
                  <a:pt x="558307" y="109226"/>
                </a:lnTo>
                <a:lnTo>
                  <a:pt x="557878" y="109413"/>
                </a:lnTo>
                <a:lnTo>
                  <a:pt x="557443" y="109590"/>
                </a:lnTo>
                <a:lnTo>
                  <a:pt x="557004" y="109757"/>
                </a:lnTo>
                <a:lnTo>
                  <a:pt x="556560" y="109913"/>
                </a:lnTo>
                <a:lnTo>
                  <a:pt x="556110" y="110060"/>
                </a:lnTo>
                <a:lnTo>
                  <a:pt x="555655" y="110197"/>
                </a:lnTo>
                <a:lnTo>
                  <a:pt x="555195" y="110323"/>
                </a:lnTo>
                <a:lnTo>
                  <a:pt x="554730" y="110439"/>
                </a:lnTo>
                <a:lnTo>
                  <a:pt x="554259" y="110546"/>
                </a:lnTo>
                <a:lnTo>
                  <a:pt x="553784" y="110642"/>
                </a:lnTo>
                <a:lnTo>
                  <a:pt x="553303" y="110728"/>
                </a:lnTo>
                <a:lnTo>
                  <a:pt x="552817" y="110803"/>
                </a:lnTo>
                <a:lnTo>
                  <a:pt x="552325" y="110869"/>
                </a:lnTo>
                <a:lnTo>
                  <a:pt x="551829" y="110925"/>
                </a:lnTo>
                <a:lnTo>
                  <a:pt x="551327" y="110970"/>
                </a:lnTo>
                <a:lnTo>
                  <a:pt x="550821" y="111006"/>
                </a:lnTo>
                <a:lnTo>
                  <a:pt x="550309" y="111031"/>
                </a:lnTo>
                <a:lnTo>
                  <a:pt x="549791" y="111046"/>
                </a:lnTo>
                <a:lnTo>
                  <a:pt x="549269" y="111051"/>
                </a:lnTo>
                <a:lnTo>
                  <a:pt x="548759" y="111046"/>
                </a:lnTo>
                <a:lnTo>
                  <a:pt x="548254" y="111031"/>
                </a:lnTo>
                <a:lnTo>
                  <a:pt x="547754" y="111006"/>
                </a:lnTo>
                <a:lnTo>
                  <a:pt x="547258" y="110970"/>
                </a:lnTo>
                <a:lnTo>
                  <a:pt x="546767" y="110925"/>
                </a:lnTo>
                <a:close/>
                <a:moveTo>
                  <a:pt x="89787" y="89314"/>
                </a:moveTo>
                <a:lnTo>
                  <a:pt x="75452" y="89314"/>
                </a:lnTo>
                <a:lnTo>
                  <a:pt x="75452" y="17486"/>
                </a:lnTo>
                <a:lnTo>
                  <a:pt x="51352" y="17486"/>
                </a:lnTo>
                <a:lnTo>
                  <a:pt x="0" y="90890"/>
                </a:lnTo>
                <a:lnTo>
                  <a:pt x="0" y="107744"/>
                </a:lnTo>
                <a:lnTo>
                  <a:pt x="54188" y="107744"/>
                </a:lnTo>
                <a:lnTo>
                  <a:pt x="54188" y="127749"/>
                </a:lnTo>
                <a:lnTo>
                  <a:pt x="75452" y="127749"/>
                </a:lnTo>
                <a:lnTo>
                  <a:pt x="75452" y="107744"/>
                </a:lnTo>
                <a:lnTo>
                  <a:pt x="89787" y="107744"/>
                </a:lnTo>
                <a:lnTo>
                  <a:pt x="89787" y="89314"/>
                </a:lnTo>
                <a:close/>
                <a:moveTo>
                  <a:pt x="55604" y="40957"/>
                </a:moveTo>
                <a:lnTo>
                  <a:pt x="55604" y="89314"/>
                </a:lnTo>
                <a:lnTo>
                  <a:pt x="22682" y="89314"/>
                </a:lnTo>
                <a:lnTo>
                  <a:pt x="55604" y="40957"/>
                </a:lnTo>
                <a:close/>
                <a:moveTo>
                  <a:pt x="149292" y="127558"/>
                </a:moveTo>
                <a:lnTo>
                  <a:pt x="150798" y="127451"/>
                </a:lnTo>
                <a:lnTo>
                  <a:pt x="152281" y="127320"/>
                </a:lnTo>
                <a:lnTo>
                  <a:pt x="153739" y="127166"/>
                </a:lnTo>
                <a:lnTo>
                  <a:pt x="155173" y="126987"/>
                </a:lnTo>
                <a:lnTo>
                  <a:pt x="156583" y="126785"/>
                </a:lnTo>
                <a:lnTo>
                  <a:pt x="157969" y="126559"/>
                </a:lnTo>
                <a:lnTo>
                  <a:pt x="159331" y="126309"/>
                </a:lnTo>
                <a:lnTo>
                  <a:pt x="160668" y="126036"/>
                </a:lnTo>
                <a:lnTo>
                  <a:pt x="161982" y="125738"/>
                </a:lnTo>
                <a:lnTo>
                  <a:pt x="163272" y="125417"/>
                </a:lnTo>
                <a:lnTo>
                  <a:pt x="164537" y="125072"/>
                </a:lnTo>
                <a:lnTo>
                  <a:pt x="165779" y="124703"/>
                </a:lnTo>
                <a:lnTo>
                  <a:pt x="166996" y="124311"/>
                </a:lnTo>
                <a:lnTo>
                  <a:pt x="168190" y="123894"/>
                </a:lnTo>
                <a:lnTo>
                  <a:pt x="169359" y="123454"/>
                </a:lnTo>
                <a:lnTo>
                  <a:pt x="170504" y="122990"/>
                </a:lnTo>
                <a:lnTo>
                  <a:pt x="171625" y="122502"/>
                </a:lnTo>
                <a:lnTo>
                  <a:pt x="172723" y="121991"/>
                </a:lnTo>
                <a:lnTo>
                  <a:pt x="173796" y="121455"/>
                </a:lnTo>
                <a:lnTo>
                  <a:pt x="174845" y="120896"/>
                </a:lnTo>
                <a:lnTo>
                  <a:pt x="175871" y="120316"/>
                </a:lnTo>
                <a:lnTo>
                  <a:pt x="176874" y="119716"/>
                </a:lnTo>
                <a:lnTo>
                  <a:pt x="177856" y="119097"/>
                </a:lnTo>
                <a:lnTo>
                  <a:pt x="178816" y="118459"/>
                </a:lnTo>
                <a:lnTo>
                  <a:pt x="179753" y="117802"/>
                </a:lnTo>
                <a:lnTo>
                  <a:pt x="180668" y="117126"/>
                </a:lnTo>
                <a:lnTo>
                  <a:pt x="181562" y="116430"/>
                </a:lnTo>
                <a:lnTo>
                  <a:pt x="182433" y="115716"/>
                </a:lnTo>
                <a:lnTo>
                  <a:pt x="183281" y="114982"/>
                </a:lnTo>
                <a:lnTo>
                  <a:pt x="184108" y="114229"/>
                </a:lnTo>
                <a:lnTo>
                  <a:pt x="184912" y="113457"/>
                </a:lnTo>
                <a:lnTo>
                  <a:pt x="185695" y="112666"/>
                </a:lnTo>
                <a:lnTo>
                  <a:pt x="186455" y="111856"/>
                </a:lnTo>
                <a:lnTo>
                  <a:pt x="187193" y="111026"/>
                </a:lnTo>
                <a:lnTo>
                  <a:pt x="187909" y="110178"/>
                </a:lnTo>
                <a:lnTo>
                  <a:pt x="188602" y="109310"/>
                </a:lnTo>
                <a:lnTo>
                  <a:pt x="189274" y="108423"/>
                </a:lnTo>
                <a:lnTo>
                  <a:pt x="189923" y="107517"/>
                </a:lnTo>
                <a:lnTo>
                  <a:pt x="190551" y="106592"/>
                </a:lnTo>
                <a:lnTo>
                  <a:pt x="191156" y="105648"/>
                </a:lnTo>
                <a:lnTo>
                  <a:pt x="191739" y="104685"/>
                </a:lnTo>
                <a:lnTo>
                  <a:pt x="192299" y="103702"/>
                </a:lnTo>
                <a:lnTo>
                  <a:pt x="192838" y="102701"/>
                </a:lnTo>
                <a:lnTo>
                  <a:pt x="193354" y="101680"/>
                </a:lnTo>
                <a:lnTo>
                  <a:pt x="193849" y="100642"/>
                </a:lnTo>
                <a:lnTo>
                  <a:pt x="194323" y="99589"/>
                </a:lnTo>
                <a:lnTo>
                  <a:pt x="194776" y="98521"/>
                </a:lnTo>
                <a:lnTo>
                  <a:pt x="195207" y="97437"/>
                </a:lnTo>
                <a:lnTo>
                  <a:pt x="195618" y="96339"/>
                </a:lnTo>
                <a:lnTo>
                  <a:pt x="196007" y="95226"/>
                </a:lnTo>
                <a:lnTo>
                  <a:pt x="196376" y="94098"/>
                </a:lnTo>
                <a:lnTo>
                  <a:pt x="196723" y="92954"/>
                </a:lnTo>
                <a:lnTo>
                  <a:pt x="197050" y="91796"/>
                </a:lnTo>
                <a:lnTo>
                  <a:pt x="197355" y="90623"/>
                </a:lnTo>
                <a:lnTo>
                  <a:pt x="197639" y="89434"/>
                </a:lnTo>
                <a:lnTo>
                  <a:pt x="197902" y="88231"/>
                </a:lnTo>
                <a:lnTo>
                  <a:pt x="198145" y="87012"/>
                </a:lnTo>
                <a:lnTo>
                  <a:pt x="198366" y="85779"/>
                </a:lnTo>
                <a:lnTo>
                  <a:pt x="198566" y="84530"/>
                </a:lnTo>
                <a:lnTo>
                  <a:pt x="198745" y="83266"/>
                </a:lnTo>
                <a:lnTo>
                  <a:pt x="198903" y="81988"/>
                </a:lnTo>
                <a:lnTo>
                  <a:pt x="199039" y="80694"/>
                </a:lnTo>
                <a:lnTo>
                  <a:pt x="199155" y="79385"/>
                </a:lnTo>
                <a:lnTo>
                  <a:pt x="199250" y="78062"/>
                </a:lnTo>
                <a:lnTo>
                  <a:pt x="199324" y="76723"/>
                </a:lnTo>
                <a:lnTo>
                  <a:pt x="199376" y="75369"/>
                </a:lnTo>
                <a:lnTo>
                  <a:pt x="199408" y="74000"/>
                </a:lnTo>
                <a:lnTo>
                  <a:pt x="199418" y="72616"/>
                </a:lnTo>
                <a:lnTo>
                  <a:pt x="199408" y="71232"/>
                </a:lnTo>
                <a:lnTo>
                  <a:pt x="199376" y="69864"/>
                </a:lnTo>
                <a:lnTo>
                  <a:pt x="199324" y="68510"/>
                </a:lnTo>
                <a:lnTo>
                  <a:pt x="199250" y="67171"/>
                </a:lnTo>
                <a:lnTo>
                  <a:pt x="199155" y="65848"/>
                </a:lnTo>
                <a:lnTo>
                  <a:pt x="199039" y="64539"/>
                </a:lnTo>
                <a:lnTo>
                  <a:pt x="198903" y="63246"/>
                </a:lnTo>
                <a:lnTo>
                  <a:pt x="198745" y="61967"/>
                </a:lnTo>
                <a:lnTo>
                  <a:pt x="198566" y="60704"/>
                </a:lnTo>
                <a:lnTo>
                  <a:pt x="198366" y="59455"/>
                </a:lnTo>
                <a:lnTo>
                  <a:pt x="198145" y="58222"/>
                </a:lnTo>
                <a:lnTo>
                  <a:pt x="197902" y="57003"/>
                </a:lnTo>
                <a:lnTo>
                  <a:pt x="197639" y="55800"/>
                </a:lnTo>
                <a:lnTo>
                  <a:pt x="197355" y="54612"/>
                </a:lnTo>
                <a:lnTo>
                  <a:pt x="197050" y="53438"/>
                </a:lnTo>
                <a:lnTo>
                  <a:pt x="196723" y="52280"/>
                </a:lnTo>
                <a:lnTo>
                  <a:pt x="196376" y="51137"/>
                </a:lnTo>
                <a:lnTo>
                  <a:pt x="196007" y="50008"/>
                </a:lnTo>
                <a:lnTo>
                  <a:pt x="195618" y="48895"/>
                </a:lnTo>
                <a:lnTo>
                  <a:pt x="195207" y="47797"/>
                </a:lnTo>
                <a:lnTo>
                  <a:pt x="194776" y="46714"/>
                </a:lnTo>
                <a:lnTo>
                  <a:pt x="194323" y="45646"/>
                </a:lnTo>
                <a:lnTo>
                  <a:pt x="193849" y="44593"/>
                </a:lnTo>
                <a:lnTo>
                  <a:pt x="193354" y="43555"/>
                </a:lnTo>
                <a:lnTo>
                  <a:pt x="192838" y="42534"/>
                </a:lnTo>
                <a:lnTo>
                  <a:pt x="192299" y="41532"/>
                </a:lnTo>
                <a:lnTo>
                  <a:pt x="191737" y="40549"/>
                </a:lnTo>
                <a:lnTo>
                  <a:pt x="191154" y="39586"/>
                </a:lnTo>
                <a:lnTo>
                  <a:pt x="190547" y="38642"/>
                </a:lnTo>
                <a:lnTo>
                  <a:pt x="189919" y="37716"/>
                </a:lnTo>
                <a:lnTo>
                  <a:pt x="189267" y="36810"/>
                </a:lnTo>
                <a:lnTo>
                  <a:pt x="188594" y="35923"/>
                </a:lnTo>
                <a:lnTo>
                  <a:pt x="187898" y="35056"/>
                </a:lnTo>
                <a:lnTo>
                  <a:pt x="187180" y="34207"/>
                </a:lnTo>
                <a:lnTo>
                  <a:pt x="186439" y="33378"/>
                </a:lnTo>
                <a:lnTo>
                  <a:pt x="185676" y="32568"/>
                </a:lnTo>
                <a:lnTo>
                  <a:pt x="184890" y="31776"/>
                </a:lnTo>
                <a:lnTo>
                  <a:pt x="184082" y="31004"/>
                </a:lnTo>
                <a:lnTo>
                  <a:pt x="183251" y="30252"/>
                </a:lnTo>
                <a:lnTo>
                  <a:pt x="182398" y="29518"/>
                </a:lnTo>
                <a:lnTo>
                  <a:pt x="181523" y="28804"/>
                </a:lnTo>
                <a:lnTo>
                  <a:pt x="180625" y="28108"/>
                </a:lnTo>
                <a:lnTo>
                  <a:pt x="179705" y="27432"/>
                </a:lnTo>
                <a:lnTo>
                  <a:pt x="178762" y="26775"/>
                </a:lnTo>
                <a:lnTo>
                  <a:pt x="177797" y="26137"/>
                </a:lnTo>
                <a:lnTo>
                  <a:pt x="176810" y="25518"/>
                </a:lnTo>
                <a:lnTo>
                  <a:pt x="175800" y="24919"/>
                </a:lnTo>
                <a:lnTo>
                  <a:pt x="174768" y="24338"/>
                </a:lnTo>
                <a:lnTo>
                  <a:pt x="173712" y="23779"/>
                </a:lnTo>
                <a:lnTo>
                  <a:pt x="172634" y="23244"/>
                </a:lnTo>
                <a:lnTo>
                  <a:pt x="171532" y="22732"/>
                </a:lnTo>
                <a:lnTo>
                  <a:pt x="170407" y="22245"/>
                </a:lnTo>
                <a:lnTo>
                  <a:pt x="169259" y="21781"/>
                </a:lnTo>
                <a:lnTo>
                  <a:pt x="168088" y="21340"/>
                </a:lnTo>
                <a:lnTo>
                  <a:pt x="166893" y="20924"/>
                </a:lnTo>
                <a:lnTo>
                  <a:pt x="165675" y="20531"/>
                </a:lnTo>
                <a:lnTo>
                  <a:pt x="164434" y="20163"/>
                </a:lnTo>
                <a:lnTo>
                  <a:pt x="163170" y="19818"/>
                </a:lnTo>
                <a:lnTo>
                  <a:pt x="161882" y="19496"/>
                </a:lnTo>
                <a:lnTo>
                  <a:pt x="160571" y="19199"/>
                </a:lnTo>
                <a:lnTo>
                  <a:pt x="159237" y="18925"/>
                </a:lnTo>
                <a:lnTo>
                  <a:pt x="157879" y="18676"/>
                </a:lnTo>
                <a:lnTo>
                  <a:pt x="156499" y="18449"/>
                </a:lnTo>
                <a:lnTo>
                  <a:pt x="155095" y="18247"/>
                </a:lnTo>
                <a:lnTo>
                  <a:pt x="153668" y="18069"/>
                </a:lnTo>
                <a:lnTo>
                  <a:pt x="152217" y="17914"/>
                </a:lnTo>
                <a:lnTo>
                  <a:pt x="150744" y="17783"/>
                </a:lnTo>
                <a:lnTo>
                  <a:pt x="149247" y="17676"/>
                </a:lnTo>
                <a:lnTo>
                  <a:pt x="147726" y="17593"/>
                </a:lnTo>
                <a:lnTo>
                  <a:pt x="146183" y="17533"/>
                </a:lnTo>
                <a:lnTo>
                  <a:pt x="144616" y="17498"/>
                </a:lnTo>
                <a:lnTo>
                  <a:pt x="143026" y="17486"/>
                </a:lnTo>
                <a:lnTo>
                  <a:pt x="106168" y="17486"/>
                </a:lnTo>
                <a:lnTo>
                  <a:pt x="106168" y="127749"/>
                </a:lnTo>
                <a:lnTo>
                  <a:pt x="143026" y="127749"/>
                </a:lnTo>
                <a:lnTo>
                  <a:pt x="144629" y="127737"/>
                </a:lnTo>
                <a:lnTo>
                  <a:pt x="146207" y="127701"/>
                </a:lnTo>
                <a:lnTo>
                  <a:pt x="147762" y="127642"/>
                </a:lnTo>
                <a:lnTo>
                  <a:pt x="149292" y="127558"/>
                </a:lnTo>
                <a:close/>
                <a:moveTo>
                  <a:pt x="145222" y="35668"/>
                </a:moveTo>
                <a:lnTo>
                  <a:pt x="146281" y="35722"/>
                </a:lnTo>
                <a:lnTo>
                  <a:pt x="147320" y="35790"/>
                </a:lnTo>
                <a:lnTo>
                  <a:pt x="148339" y="35875"/>
                </a:lnTo>
                <a:lnTo>
                  <a:pt x="149338" y="35974"/>
                </a:lnTo>
                <a:lnTo>
                  <a:pt x="150318" y="36089"/>
                </a:lnTo>
                <a:lnTo>
                  <a:pt x="151277" y="36219"/>
                </a:lnTo>
                <a:lnTo>
                  <a:pt x="152216" y="36365"/>
                </a:lnTo>
                <a:lnTo>
                  <a:pt x="153135" y="36526"/>
                </a:lnTo>
                <a:lnTo>
                  <a:pt x="154035" y="36702"/>
                </a:lnTo>
                <a:lnTo>
                  <a:pt x="154914" y="36893"/>
                </a:lnTo>
                <a:lnTo>
                  <a:pt x="155773" y="37100"/>
                </a:lnTo>
                <a:lnTo>
                  <a:pt x="156613" y="37322"/>
                </a:lnTo>
                <a:lnTo>
                  <a:pt x="157432" y="37559"/>
                </a:lnTo>
                <a:lnTo>
                  <a:pt x="158232" y="37812"/>
                </a:lnTo>
                <a:lnTo>
                  <a:pt x="159011" y="38080"/>
                </a:lnTo>
                <a:lnTo>
                  <a:pt x="159771" y="38363"/>
                </a:lnTo>
                <a:lnTo>
                  <a:pt x="160510" y="38662"/>
                </a:lnTo>
                <a:lnTo>
                  <a:pt x="161230" y="38976"/>
                </a:lnTo>
                <a:lnTo>
                  <a:pt x="161930" y="39305"/>
                </a:lnTo>
                <a:lnTo>
                  <a:pt x="162609" y="39650"/>
                </a:lnTo>
                <a:lnTo>
                  <a:pt x="163269" y="40010"/>
                </a:lnTo>
                <a:lnTo>
                  <a:pt x="163911" y="40384"/>
                </a:lnTo>
                <a:lnTo>
                  <a:pt x="164537" y="40771"/>
                </a:lnTo>
                <a:lnTo>
                  <a:pt x="165148" y="41172"/>
                </a:lnTo>
                <a:lnTo>
                  <a:pt x="165743" y="41587"/>
                </a:lnTo>
                <a:lnTo>
                  <a:pt x="166323" y="42015"/>
                </a:lnTo>
                <a:lnTo>
                  <a:pt x="166887" y="42456"/>
                </a:lnTo>
                <a:lnTo>
                  <a:pt x="167435" y="42911"/>
                </a:lnTo>
                <a:lnTo>
                  <a:pt x="167968" y="43379"/>
                </a:lnTo>
                <a:lnTo>
                  <a:pt x="168485" y="43860"/>
                </a:lnTo>
                <a:lnTo>
                  <a:pt x="168987" y="44355"/>
                </a:lnTo>
                <a:lnTo>
                  <a:pt x="169473" y="44863"/>
                </a:lnTo>
                <a:lnTo>
                  <a:pt x="169944" y="45385"/>
                </a:lnTo>
                <a:lnTo>
                  <a:pt x="170399" y="45920"/>
                </a:lnTo>
                <a:lnTo>
                  <a:pt x="170838" y="46469"/>
                </a:lnTo>
                <a:lnTo>
                  <a:pt x="171262" y="47031"/>
                </a:lnTo>
                <a:lnTo>
                  <a:pt x="171670" y="47606"/>
                </a:lnTo>
                <a:lnTo>
                  <a:pt x="172062" y="48195"/>
                </a:lnTo>
                <a:lnTo>
                  <a:pt x="172439" y="48797"/>
                </a:lnTo>
                <a:lnTo>
                  <a:pt x="172801" y="49412"/>
                </a:lnTo>
                <a:lnTo>
                  <a:pt x="173146" y="50041"/>
                </a:lnTo>
                <a:lnTo>
                  <a:pt x="173476" y="50683"/>
                </a:lnTo>
                <a:lnTo>
                  <a:pt x="173791" y="51339"/>
                </a:lnTo>
                <a:lnTo>
                  <a:pt x="174090" y="52008"/>
                </a:lnTo>
                <a:lnTo>
                  <a:pt x="174373" y="52691"/>
                </a:lnTo>
                <a:lnTo>
                  <a:pt x="174643" y="53386"/>
                </a:lnTo>
                <a:lnTo>
                  <a:pt x="174902" y="54093"/>
                </a:lnTo>
                <a:lnTo>
                  <a:pt x="175149" y="54811"/>
                </a:lnTo>
                <a:lnTo>
                  <a:pt x="175384" y="55542"/>
                </a:lnTo>
                <a:lnTo>
                  <a:pt x="175608" y="56284"/>
                </a:lnTo>
                <a:lnTo>
                  <a:pt x="175820" y="57037"/>
                </a:lnTo>
                <a:lnTo>
                  <a:pt x="176021" y="57803"/>
                </a:lnTo>
                <a:lnTo>
                  <a:pt x="176211" y="58580"/>
                </a:lnTo>
                <a:lnTo>
                  <a:pt x="176389" y="59370"/>
                </a:lnTo>
                <a:lnTo>
                  <a:pt x="176555" y="60170"/>
                </a:lnTo>
                <a:lnTo>
                  <a:pt x="176710" y="60983"/>
                </a:lnTo>
                <a:lnTo>
                  <a:pt x="176854" y="61807"/>
                </a:lnTo>
                <a:lnTo>
                  <a:pt x="176986" y="62643"/>
                </a:lnTo>
                <a:lnTo>
                  <a:pt x="177107" y="63491"/>
                </a:lnTo>
                <a:lnTo>
                  <a:pt x="177216" y="64351"/>
                </a:lnTo>
                <a:lnTo>
                  <a:pt x="177313" y="65222"/>
                </a:lnTo>
                <a:lnTo>
                  <a:pt x="177399" y="66105"/>
                </a:lnTo>
                <a:lnTo>
                  <a:pt x="177474" y="67000"/>
                </a:lnTo>
                <a:lnTo>
                  <a:pt x="177537" y="67907"/>
                </a:lnTo>
                <a:lnTo>
                  <a:pt x="177589" y="68825"/>
                </a:lnTo>
                <a:lnTo>
                  <a:pt x="177629" y="69755"/>
                </a:lnTo>
                <a:lnTo>
                  <a:pt x="177658" y="70697"/>
                </a:lnTo>
                <a:lnTo>
                  <a:pt x="177675" y="71651"/>
                </a:lnTo>
                <a:lnTo>
                  <a:pt x="177681" y="72616"/>
                </a:lnTo>
                <a:lnTo>
                  <a:pt x="177675" y="73569"/>
                </a:lnTo>
                <a:lnTo>
                  <a:pt x="177658" y="74510"/>
                </a:lnTo>
                <a:lnTo>
                  <a:pt x="177629" y="75441"/>
                </a:lnTo>
                <a:lnTo>
                  <a:pt x="177589" y="76360"/>
                </a:lnTo>
                <a:lnTo>
                  <a:pt x="177537" y="77268"/>
                </a:lnTo>
                <a:lnTo>
                  <a:pt x="177474" y="78165"/>
                </a:lnTo>
                <a:lnTo>
                  <a:pt x="177399" y="79050"/>
                </a:lnTo>
                <a:lnTo>
                  <a:pt x="177313" y="79924"/>
                </a:lnTo>
                <a:lnTo>
                  <a:pt x="177216" y="80788"/>
                </a:lnTo>
                <a:lnTo>
                  <a:pt x="177107" y="81639"/>
                </a:lnTo>
                <a:lnTo>
                  <a:pt x="176986" y="82480"/>
                </a:lnTo>
                <a:lnTo>
                  <a:pt x="176854" y="83309"/>
                </a:lnTo>
                <a:lnTo>
                  <a:pt x="176710" y="84128"/>
                </a:lnTo>
                <a:lnTo>
                  <a:pt x="176555" y="84935"/>
                </a:lnTo>
                <a:lnTo>
                  <a:pt x="176389" y="85730"/>
                </a:lnTo>
                <a:lnTo>
                  <a:pt x="176211" y="86515"/>
                </a:lnTo>
                <a:lnTo>
                  <a:pt x="176021" y="87288"/>
                </a:lnTo>
                <a:lnTo>
                  <a:pt x="175820" y="88050"/>
                </a:lnTo>
                <a:lnTo>
                  <a:pt x="175608" y="88801"/>
                </a:lnTo>
                <a:lnTo>
                  <a:pt x="175384" y="89541"/>
                </a:lnTo>
                <a:lnTo>
                  <a:pt x="175149" y="90270"/>
                </a:lnTo>
                <a:lnTo>
                  <a:pt x="174902" y="90987"/>
                </a:lnTo>
                <a:lnTo>
                  <a:pt x="174643" y="91693"/>
                </a:lnTo>
                <a:lnTo>
                  <a:pt x="174373" y="92388"/>
                </a:lnTo>
                <a:lnTo>
                  <a:pt x="174090" y="93070"/>
                </a:lnTo>
                <a:lnTo>
                  <a:pt x="173791" y="93739"/>
                </a:lnTo>
                <a:lnTo>
                  <a:pt x="173476" y="94394"/>
                </a:lnTo>
                <a:lnTo>
                  <a:pt x="173146" y="95037"/>
                </a:lnTo>
                <a:lnTo>
                  <a:pt x="172801" y="95665"/>
                </a:lnTo>
                <a:lnTo>
                  <a:pt x="172439" y="96281"/>
                </a:lnTo>
                <a:lnTo>
                  <a:pt x="172062" y="96883"/>
                </a:lnTo>
                <a:lnTo>
                  <a:pt x="171670" y="97471"/>
                </a:lnTo>
                <a:lnTo>
                  <a:pt x="171262" y="98046"/>
                </a:lnTo>
                <a:lnTo>
                  <a:pt x="170838" y="98608"/>
                </a:lnTo>
                <a:lnTo>
                  <a:pt x="170399" y="99157"/>
                </a:lnTo>
                <a:lnTo>
                  <a:pt x="169944" y="99691"/>
                </a:lnTo>
                <a:lnTo>
                  <a:pt x="169473" y="100213"/>
                </a:lnTo>
                <a:lnTo>
                  <a:pt x="168987" y="100721"/>
                </a:lnTo>
                <a:lnTo>
                  <a:pt x="168485" y="101216"/>
                </a:lnTo>
                <a:lnTo>
                  <a:pt x="167968" y="101697"/>
                </a:lnTo>
                <a:lnTo>
                  <a:pt x="167435" y="102165"/>
                </a:lnTo>
                <a:lnTo>
                  <a:pt x="166887" y="102620"/>
                </a:lnTo>
                <a:lnTo>
                  <a:pt x="166323" y="103061"/>
                </a:lnTo>
                <a:lnTo>
                  <a:pt x="165743" y="103489"/>
                </a:lnTo>
                <a:lnTo>
                  <a:pt x="165148" y="103904"/>
                </a:lnTo>
                <a:lnTo>
                  <a:pt x="164537" y="104305"/>
                </a:lnTo>
                <a:lnTo>
                  <a:pt x="163911" y="104692"/>
                </a:lnTo>
                <a:lnTo>
                  <a:pt x="163269" y="105066"/>
                </a:lnTo>
                <a:lnTo>
                  <a:pt x="162609" y="105426"/>
                </a:lnTo>
                <a:lnTo>
                  <a:pt x="161930" y="105771"/>
                </a:lnTo>
                <a:lnTo>
                  <a:pt x="161230" y="106100"/>
                </a:lnTo>
                <a:lnTo>
                  <a:pt x="160510" y="106414"/>
                </a:lnTo>
                <a:lnTo>
                  <a:pt x="159771" y="106713"/>
                </a:lnTo>
                <a:lnTo>
                  <a:pt x="159011" y="106996"/>
                </a:lnTo>
                <a:lnTo>
                  <a:pt x="158232" y="107264"/>
                </a:lnTo>
                <a:lnTo>
                  <a:pt x="157432" y="107517"/>
                </a:lnTo>
                <a:lnTo>
                  <a:pt x="156613" y="107754"/>
                </a:lnTo>
                <a:lnTo>
                  <a:pt x="155773" y="107976"/>
                </a:lnTo>
                <a:lnTo>
                  <a:pt x="154914" y="108183"/>
                </a:lnTo>
                <a:lnTo>
                  <a:pt x="154035" y="108374"/>
                </a:lnTo>
                <a:lnTo>
                  <a:pt x="153135" y="108550"/>
                </a:lnTo>
                <a:lnTo>
                  <a:pt x="152216" y="108711"/>
                </a:lnTo>
                <a:lnTo>
                  <a:pt x="151277" y="108857"/>
                </a:lnTo>
                <a:lnTo>
                  <a:pt x="150318" y="108987"/>
                </a:lnTo>
                <a:lnTo>
                  <a:pt x="149338" y="109102"/>
                </a:lnTo>
                <a:lnTo>
                  <a:pt x="148339" y="109201"/>
                </a:lnTo>
                <a:lnTo>
                  <a:pt x="147320" y="109286"/>
                </a:lnTo>
                <a:lnTo>
                  <a:pt x="146281" y="109354"/>
                </a:lnTo>
                <a:lnTo>
                  <a:pt x="145222" y="109408"/>
                </a:lnTo>
                <a:lnTo>
                  <a:pt x="144143" y="109446"/>
                </a:lnTo>
                <a:lnTo>
                  <a:pt x="143044" y="109469"/>
                </a:lnTo>
                <a:lnTo>
                  <a:pt x="141926" y="109477"/>
                </a:lnTo>
                <a:lnTo>
                  <a:pt x="127432" y="109477"/>
                </a:lnTo>
                <a:lnTo>
                  <a:pt x="127432" y="35599"/>
                </a:lnTo>
                <a:lnTo>
                  <a:pt x="141926" y="35599"/>
                </a:lnTo>
                <a:lnTo>
                  <a:pt x="143044" y="35607"/>
                </a:lnTo>
                <a:lnTo>
                  <a:pt x="144143" y="35630"/>
                </a:lnTo>
                <a:lnTo>
                  <a:pt x="145222" y="35668"/>
                </a:lnTo>
                <a:close/>
                <a:moveTo>
                  <a:pt x="298071" y="86129"/>
                </a:moveTo>
                <a:lnTo>
                  <a:pt x="299170" y="86087"/>
                </a:lnTo>
                <a:lnTo>
                  <a:pt x="300253" y="86029"/>
                </a:lnTo>
                <a:lnTo>
                  <a:pt x="301319" y="85954"/>
                </a:lnTo>
                <a:lnTo>
                  <a:pt x="302368" y="85862"/>
                </a:lnTo>
                <a:lnTo>
                  <a:pt x="303400" y="85754"/>
                </a:lnTo>
                <a:lnTo>
                  <a:pt x="304415" y="85629"/>
                </a:lnTo>
                <a:lnTo>
                  <a:pt x="305413" y="85487"/>
                </a:lnTo>
                <a:lnTo>
                  <a:pt x="306393" y="85329"/>
                </a:lnTo>
                <a:lnTo>
                  <a:pt x="307358" y="85154"/>
                </a:lnTo>
                <a:lnTo>
                  <a:pt x="308305" y="84962"/>
                </a:lnTo>
                <a:lnTo>
                  <a:pt x="309235" y="84753"/>
                </a:lnTo>
                <a:lnTo>
                  <a:pt x="310148" y="84528"/>
                </a:lnTo>
                <a:lnTo>
                  <a:pt x="311044" y="84287"/>
                </a:lnTo>
                <a:lnTo>
                  <a:pt x="311923" y="84028"/>
                </a:lnTo>
                <a:lnTo>
                  <a:pt x="312786" y="83753"/>
                </a:lnTo>
                <a:lnTo>
                  <a:pt x="313631" y="83461"/>
                </a:lnTo>
                <a:lnTo>
                  <a:pt x="314459" y="83153"/>
                </a:lnTo>
                <a:lnTo>
                  <a:pt x="315271" y="82828"/>
                </a:lnTo>
                <a:lnTo>
                  <a:pt x="316065" y="82486"/>
                </a:lnTo>
                <a:lnTo>
                  <a:pt x="316843" y="82127"/>
                </a:lnTo>
                <a:lnTo>
                  <a:pt x="317603" y="81752"/>
                </a:lnTo>
                <a:lnTo>
                  <a:pt x="318347" y="81360"/>
                </a:lnTo>
                <a:lnTo>
                  <a:pt x="319073" y="80955"/>
                </a:lnTo>
                <a:lnTo>
                  <a:pt x="319784" y="80539"/>
                </a:lnTo>
                <a:lnTo>
                  <a:pt x="320478" y="80114"/>
                </a:lnTo>
                <a:lnTo>
                  <a:pt x="321156" y="79678"/>
                </a:lnTo>
                <a:lnTo>
                  <a:pt x="321817" y="79232"/>
                </a:lnTo>
                <a:lnTo>
                  <a:pt x="322462" y="78776"/>
                </a:lnTo>
                <a:lnTo>
                  <a:pt x="323090" y="78310"/>
                </a:lnTo>
                <a:lnTo>
                  <a:pt x="323702" y="77833"/>
                </a:lnTo>
                <a:lnTo>
                  <a:pt x="324298" y="77347"/>
                </a:lnTo>
                <a:lnTo>
                  <a:pt x="324877" y="76851"/>
                </a:lnTo>
                <a:lnTo>
                  <a:pt x="325440" y="76344"/>
                </a:lnTo>
                <a:lnTo>
                  <a:pt x="325986" y="75827"/>
                </a:lnTo>
                <a:lnTo>
                  <a:pt x="326516" y="75300"/>
                </a:lnTo>
                <a:lnTo>
                  <a:pt x="327030" y="74763"/>
                </a:lnTo>
                <a:lnTo>
                  <a:pt x="327527" y="74216"/>
                </a:lnTo>
                <a:lnTo>
                  <a:pt x="328008" y="73659"/>
                </a:lnTo>
                <a:lnTo>
                  <a:pt x="328472" y="73092"/>
                </a:lnTo>
                <a:lnTo>
                  <a:pt x="328920" y="72515"/>
                </a:lnTo>
                <a:lnTo>
                  <a:pt x="329352" y="71927"/>
                </a:lnTo>
                <a:lnTo>
                  <a:pt x="329767" y="71329"/>
                </a:lnTo>
                <a:lnTo>
                  <a:pt x="330166" y="70722"/>
                </a:lnTo>
                <a:lnTo>
                  <a:pt x="330548" y="70104"/>
                </a:lnTo>
                <a:lnTo>
                  <a:pt x="330914" y="69476"/>
                </a:lnTo>
                <a:lnTo>
                  <a:pt x="331263" y="68838"/>
                </a:lnTo>
                <a:lnTo>
                  <a:pt x="331597" y="68192"/>
                </a:lnTo>
                <a:lnTo>
                  <a:pt x="331917" y="67541"/>
                </a:lnTo>
                <a:lnTo>
                  <a:pt x="332223" y="66886"/>
                </a:lnTo>
                <a:lnTo>
                  <a:pt x="332515" y="66225"/>
                </a:lnTo>
                <a:lnTo>
                  <a:pt x="332792" y="65560"/>
                </a:lnTo>
                <a:lnTo>
                  <a:pt x="333055" y="64889"/>
                </a:lnTo>
                <a:lnTo>
                  <a:pt x="333304" y="64214"/>
                </a:lnTo>
                <a:lnTo>
                  <a:pt x="333539" y="63534"/>
                </a:lnTo>
                <a:lnTo>
                  <a:pt x="333759" y="62848"/>
                </a:lnTo>
                <a:lnTo>
                  <a:pt x="333965" y="62158"/>
                </a:lnTo>
                <a:lnTo>
                  <a:pt x="334157" y="61463"/>
                </a:lnTo>
                <a:lnTo>
                  <a:pt x="334335" y="60764"/>
                </a:lnTo>
                <a:lnTo>
                  <a:pt x="334499" y="60059"/>
                </a:lnTo>
                <a:lnTo>
                  <a:pt x="334648" y="59349"/>
                </a:lnTo>
                <a:lnTo>
                  <a:pt x="334783" y="58634"/>
                </a:lnTo>
                <a:lnTo>
                  <a:pt x="334904" y="57915"/>
                </a:lnTo>
                <a:lnTo>
                  <a:pt x="335011" y="57190"/>
                </a:lnTo>
                <a:lnTo>
                  <a:pt x="335103" y="56461"/>
                </a:lnTo>
                <a:lnTo>
                  <a:pt x="335181" y="55727"/>
                </a:lnTo>
                <a:lnTo>
                  <a:pt x="335245" y="54988"/>
                </a:lnTo>
                <a:lnTo>
                  <a:pt x="335295" y="54243"/>
                </a:lnTo>
                <a:lnTo>
                  <a:pt x="335331" y="53494"/>
                </a:lnTo>
                <a:lnTo>
                  <a:pt x="335352" y="52740"/>
                </a:lnTo>
                <a:lnTo>
                  <a:pt x="335359" y="51982"/>
                </a:lnTo>
                <a:lnTo>
                  <a:pt x="335352" y="51158"/>
                </a:lnTo>
                <a:lnTo>
                  <a:pt x="335329" y="50343"/>
                </a:lnTo>
                <a:lnTo>
                  <a:pt x="335292" y="49535"/>
                </a:lnTo>
                <a:lnTo>
                  <a:pt x="335241" y="48735"/>
                </a:lnTo>
                <a:lnTo>
                  <a:pt x="335174" y="47942"/>
                </a:lnTo>
                <a:lnTo>
                  <a:pt x="335093" y="47157"/>
                </a:lnTo>
                <a:lnTo>
                  <a:pt x="334997" y="46380"/>
                </a:lnTo>
                <a:lnTo>
                  <a:pt x="334886" y="45611"/>
                </a:lnTo>
                <a:lnTo>
                  <a:pt x="334761" y="44849"/>
                </a:lnTo>
                <a:lnTo>
                  <a:pt x="334620" y="44094"/>
                </a:lnTo>
                <a:lnTo>
                  <a:pt x="334465" y="43348"/>
                </a:lnTo>
                <a:lnTo>
                  <a:pt x="334295" y="42609"/>
                </a:lnTo>
                <a:lnTo>
                  <a:pt x="334111" y="41878"/>
                </a:lnTo>
                <a:lnTo>
                  <a:pt x="333911" y="41154"/>
                </a:lnTo>
                <a:lnTo>
                  <a:pt x="333697" y="40438"/>
                </a:lnTo>
                <a:lnTo>
                  <a:pt x="333468" y="39730"/>
                </a:lnTo>
                <a:lnTo>
                  <a:pt x="333224" y="39029"/>
                </a:lnTo>
                <a:lnTo>
                  <a:pt x="332966" y="38336"/>
                </a:lnTo>
                <a:lnTo>
                  <a:pt x="332693" y="37651"/>
                </a:lnTo>
                <a:lnTo>
                  <a:pt x="332405" y="36973"/>
                </a:lnTo>
                <a:lnTo>
                  <a:pt x="332102" y="36303"/>
                </a:lnTo>
                <a:lnTo>
                  <a:pt x="331784" y="35641"/>
                </a:lnTo>
                <a:lnTo>
                  <a:pt x="331452" y="34987"/>
                </a:lnTo>
                <a:lnTo>
                  <a:pt x="331105" y="34340"/>
                </a:lnTo>
                <a:lnTo>
                  <a:pt x="330742" y="33702"/>
                </a:lnTo>
                <a:lnTo>
                  <a:pt x="330364" y="33075"/>
                </a:lnTo>
                <a:lnTo>
                  <a:pt x="329970" y="32459"/>
                </a:lnTo>
                <a:lnTo>
                  <a:pt x="329560" y="31854"/>
                </a:lnTo>
                <a:lnTo>
                  <a:pt x="329135" y="31261"/>
                </a:lnTo>
                <a:lnTo>
                  <a:pt x="328693" y="30678"/>
                </a:lnTo>
                <a:lnTo>
                  <a:pt x="328236" y="30106"/>
                </a:lnTo>
                <a:lnTo>
                  <a:pt x="327762" y="29544"/>
                </a:lnTo>
                <a:lnTo>
                  <a:pt x="327273" y="28994"/>
                </a:lnTo>
                <a:lnTo>
                  <a:pt x="326768" y="28455"/>
                </a:lnTo>
                <a:lnTo>
                  <a:pt x="326247" y="27927"/>
                </a:lnTo>
                <a:lnTo>
                  <a:pt x="325710" y="27409"/>
                </a:lnTo>
                <a:lnTo>
                  <a:pt x="325158" y="26903"/>
                </a:lnTo>
                <a:lnTo>
                  <a:pt x="324589" y="26408"/>
                </a:lnTo>
                <a:lnTo>
                  <a:pt x="324005" y="25923"/>
                </a:lnTo>
                <a:lnTo>
                  <a:pt x="323405" y="25450"/>
                </a:lnTo>
                <a:lnTo>
                  <a:pt x="322789" y="24987"/>
                </a:lnTo>
                <a:lnTo>
                  <a:pt x="322157" y="24535"/>
                </a:lnTo>
                <a:lnTo>
                  <a:pt x="321509" y="24095"/>
                </a:lnTo>
                <a:lnTo>
                  <a:pt x="320845" y="23665"/>
                </a:lnTo>
                <a:lnTo>
                  <a:pt x="320166" y="23246"/>
                </a:lnTo>
                <a:lnTo>
                  <a:pt x="319470" y="22838"/>
                </a:lnTo>
                <a:lnTo>
                  <a:pt x="318759" y="22441"/>
                </a:lnTo>
                <a:lnTo>
                  <a:pt x="318032" y="22055"/>
                </a:lnTo>
                <a:lnTo>
                  <a:pt x="317289" y="21682"/>
                </a:lnTo>
                <a:lnTo>
                  <a:pt x="316530" y="21325"/>
                </a:lnTo>
                <a:lnTo>
                  <a:pt x="315755" y="20984"/>
                </a:lnTo>
                <a:lnTo>
                  <a:pt x="314964" y="20659"/>
                </a:lnTo>
                <a:lnTo>
                  <a:pt x="314158" y="20349"/>
                </a:lnTo>
                <a:lnTo>
                  <a:pt x="313336" y="20056"/>
                </a:lnTo>
                <a:lnTo>
                  <a:pt x="312497" y="19778"/>
                </a:lnTo>
                <a:lnTo>
                  <a:pt x="311643" y="19517"/>
                </a:lnTo>
                <a:lnTo>
                  <a:pt x="310773" y="19271"/>
                </a:lnTo>
                <a:lnTo>
                  <a:pt x="309888" y="19041"/>
                </a:lnTo>
                <a:lnTo>
                  <a:pt x="308986" y="18826"/>
                </a:lnTo>
                <a:lnTo>
                  <a:pt x="308068" y="18628"/>
                </a:lnTo>
                <a:lnTo>
                  <a:pt x="307135" y="18446"/>
                </a:lnTo>
                <a:lnTo>
                  <a:pt x="306186" y="18279"/>
                </a:lnTo>
                <a:lnTo>
                  <a:pt x="305221" y="18128"/>
                </a:lnTo>
                <a:lnTo>
                  <a:pt x="304240" y="17994"/>
                </a:lnTo>
                <a:lnTo>
                  <a:pt x="303243" y="17875"/>
                </a:lnTo>
                <a:lnTo>
                  <a:pt x="302230" y="17771"/>
                </a:lnTo>
                <a:lnTo>
                  <a:pt x="301201" y="17684"/>
                </a:lnTo>
                <a:lnTo>
                  <a:pt x="300157" y="17613"/>
                </a:lnTo>
                <a:lnTo>
                  <a:pt x="299097" y="17557"/>
                </a:lnTo>
                <a:lnTo>
                  <a:pt x="298020" y="17518"/>
                </a:lnTo>
                <a:lnTo>
                  <a:pt x="296928" y="17494"/>
                </a:lnTo>
                <a:lnTo>
                  <a:pt x="295821" y="17486"/>
                </a:lnTo>
                <a:lnTo>
                  <a:pt x="254552" y="17486"/>
                </a:lnTo>
                <a:lnTo>
                  <a:pt x="254552" y="127749"/>
                </a:lnTo>
                <a:lnTo>
                  <a:pt x="275816" y="127749"/>
                </a:lnTo>
                <a:lnTo>
                  <a:pt x="275816" y="86163"/>
                </a:lnTo>
                <a:lnTo>
                  <a:pt x="295821" y="86163"/>
                </a:lnTo>
                <a:lnTo>
                  <a:pt x="296954" y="86154"/>
                </a:lnTo>
                <a:lnTo>
                  <a:pt x="298071" y="86129"/>
                </a:lnTo>
                <a:close/>
                <a:moveTo>
                  <a:pt x="297031" y="34883"/>
                </a:moveTo>
                <a:lnTo>
                  <a:pt x="297814" y="34938"/>
                </a:lnTo>
                <a:lnTo>
                  <a:pt x="298578" y="35008"/>
                </a:lnTo>
                <a:lnTo>
                  <a:pt x="299321" y="35094"/>
                </a:lnTo>
                <a:lnTo>
                  <a:pt x="300045" y="35195"/>
                </a:lnTo>
                <a:lnTo>
                  <a:pt x="300748" y="35312"/>
                </a:lnTo>
                <a:lnTo>
                  <a:pt x="301432" y="35444"/>
                </a:lnTo>
                <a:lnTo>
                  <a:pt x="302096" y="35593"/>
                </a:lnTo>
                <a:lnTo>
                  <a:pt x="302739" y="35756"/>
                </a:lnTo>
                <a:lnTo>
                  <a:pt x="303363" y="35935"/>
                </a:lnTo>
                <a:lnTo>
                  <a:pt x="303967" y="36130"/>
                </a:lnTo>
                <a:lnTo>
                  <a:pt x="304550" y="36341"/>
                </a:lnTo>
                <a:lnTo>
                  <a:pt x="305114" y="36567"/>
                </a:lnTo>
                <a:lnTo>
                  <a:pt x="305658" y="36809"/>
                </a:lnTo>
                <a:lnTo>
                  <a:pt x="306182" y="37066"/>
                </a:lnTo>
                <a:lnTo>
                  <a:pt x="306686" y="37339"/>
                </a:lnTo>
                <a:lnTo>
                  <a:pt x="307170" y="37627"/>
                </a:lnTo>
                <a:lnTo>
                  <a:pt x="307634" y="37931"/>
                </a:lnTo>
                <a:lnTo>
                  <a:pt x="308078" y="38251"/>
                </a:lnTo>
                <a:lnTo>
                  <a:pt x="308502" y="38586"/>
                </a:lnTo>
                <a:lnTo>
                  <a:pt x="308906" y="38937"/>
                </a:lnTo>
                <a:lnTo>
                  <a:pt x="309290" y="39303"/>
                </a:lnTo>
                <a:lnTo>
                  <a:pt x="309656" y="39683"/>
                </a:lnTo>
                <a:lnTo>
                  <a:pt x="310007" y="40077"/>
                </a:lnTo>
                <a:lnTo>
                  <a:pt x="310342" y="40483"/>
                </a:lnTo>
                <a:lnTo>
                  <a:pt x="310662" y="40902"/>
                </a:lnTo>
                <a:lnTo>
                  <a:pt x="310966" y="41333"/>
                </a:lnTo>
                <a:lnTo>
                  <a:pt x="311254" y="41778"/>
                </a:lnTo>
                <a:lnTo>
                  <a:pt x="311527" y="42236"/>
                </a:lnTo>
                <a:lnTo>
                  <a:pt x="311784" y="42706"/>
                </a:lnTo>
                <a:lnTo>
                  <a:pt x="312026" y="43189"/>
                </a:lnTo>
                <a:lnTo>
                  <a:pt x="312252" y="43685"/>
                </a:lnTo>
                <a:lnTo>
                  <a:pt x="312463" y="44194"/>
                </a:lnTo>
                <a:lnTo>
                  <a:pt x="312657" y="44716"/>
                </a:lnTo>
                <a:lnTo>
                  <a:pt x="312837" y="45251"/>
                </a:lnTo>
                <a:lnTo>
                  <a:pt x="313000" y="45799"/>
                </a:lnTo>
                <a:lnTo>
                  <a:pt x="313148" y="46359"/>
                </a:lnTo>
                <a:lnTo>
                  <a:pt x="313281" y="46932"/>
                </a:lnTo>
                <a:lnTo>
                  <a:pt x="313398" y="47518"/>
                </a:lnTo>
                <a:lnTo>
                  <a:pt x="313499" y="48117"/>
                </a:lnTo>
                <a:lnTo>
                  <a:pt x="313585" y="48729"/>
                </a:lnTo>
                <a:lnTo>
                  <a:pt x="313655" y="49354"/>
                </a:lnTo>
                <a:lnTo>
                  <a:pt x="313710" y="49992"/>
                </a:lnTo>
                <a:lnTo>
                  <a:pt x="313749" y="50642"/>
                </a:lnTo>
                <a:lnTo>
                  <a:pt x="313772" y="51305"/>
                </a:lnTo>
                <a:lnTo>
                  <a:pt x="313780" y="51982"/>
                </a:lnTo>
                <a:lnTo>
                  <a:pt x="313772" y="52619"/>
                </a:lnTo>
                <a:lnTo>
                  <a:pt x="313749" y="53247"/>
                </a:lnTo>
                <a:lnTo>
                  <a:pt x="313710" y="53863"/>
                </a:lnTo>
                <a:lnTo>
                  <a:pt x="313655" y="54469"/>
                </a:lnTo>
                <a:lnTo>
                  <a:pt x="313585" y="55064"/>
                </a:lnTo>
                <a:lnTo>
                  <a:pt x="313499" y="55649"/>
                </a:lnTo>
                <a:lnTo>
                  <a:pt x="313398" y="56223"/>
                </a:lnTo>
                <a:lnTo>
                  <a:pt x="313281" y="56786"/>
                </a:lnTo>
                <a:lnTo>
                  <a:pt x="313148" y="57338"/>
                </a:lnTo>
                <a:lnTo>
                  <a:pt x="313000" y="57880"/>
                </a:lnTo>
                <a:lnTo>
                  <a:pt x="312837" y="58411"/>
                </a:lnTo>
                <a:lnTo>
                  <a:pt x="312657" y="58932"/>
                </a:lnTo>
                <a:lnTo>
                  <a:pt x="312463" y="59442"/>
                </a:lnTo>
                <a:lnTo>
                  <a:pt x="312252" y="59941"/>
                </a:lnTo>
                <a:lnTo>
                  <a:pt x="312026" y="60430"/>
                </a:lnTo>
                <a:lnTo>
                  <a:pt x="311784" y="60908"/>
                </a:lnTo>
                <a:lnTo>
                  <a:pt x="311527" y="61375"/>
                </a:lnTo>
                <a:lnTo>
                  <a:pt x="311254" y="61832"/>
                </a:lnTo>
                <a:lnTo>
                  <a:pt x="310966" y="62278"/>
                </a:lnTo>
                <a:lnTo>
                  <a:pt x="310662" y="62713"/>
                </a:lnTo>
                <a:lnTo>
                  <a:pt x="310342" y="63138"/>
                </a:lnTo>
                <a:lnTo>
                  <a:pt x="310007" y="63552"/>
                </a:lnTo>
                <a:lnTo>
                  <a:pt x="309656" y="63955"/>
                </a:lnTo>
                <a:lnTo>
                  <a:pt x="309290" y="64348"/>
                </a:lnTo>
                <a:lnTo>
                  <a:pt x="308906" y="64727"/>
                </a:lnTo>
                <a:lnTo>
                  <a:pt x="308502" y="65090"/>
                </a:lnTo>
                <a:lnTo>
                  <a:pt x="308078" y="65437"/>
                </a:lnTo>
                <a:lnTo>
                  <a:pt x="307634" y="65768"/>
                </a:lnTo>
                <a:lnTo>
                  <a:pt x="307170" y="66082"/>
                </a:lnTo>
                <a:lnTo>
                  <a:pt x="306686" y="66381"/>
                </a:lnTo>
                <a:lnTo>
                  <a:pt x="306182" y="66663"/>
                </a:lnTo>
                <a:lnTo>
                  <a:pt x="305658" y="66929"/>
                </a:lnTo>
                <a:lnTo>
                  <a:pt x="305114" y="67179"/>
                </a:lnTo>
                <a:lnTo>
                  <a:pt x="304550" y="67413"/>
                </a:lnTo>
                <a:lnTo>
                  <a:pt x="303967" y="67631"/>
                </a:lnTo>
                <a:lnTo>
                  <a:pt x="303363" y="67832"/>
                </a:lnTo>
                <a:lnTo>
                  <a:pt x="302739" y="68018"/>
                </a:lnTo>
                <a:lnTo>
                  <a:pt x="302096" y="68187"/>
                </a:lnTo>
                <a:lnTo>
                  <a:pt x="301432" y="68341"/>
                </a:lnTo>
                <a:lnTo>
                  <a:pt x="300748" y="68478"/>
                </a:lnTo>
                <a:lnTo>
                  <a:pt x="300045" y="68599"/>
                </a:lnTo>
                <a:lnTo>
                  <a:pt x="299321" y="68704"/>
                </a:lnTo>
                <a:lnTo>
                  <a:pt x="298578" y="68792"/>
                </a:lnTo>
                <a:lnTo>
                  <a:pt x="297814" y="68865"/>
                </a:lnTo>
                <a:lnTo>
                  <a:pt x="297031" y="68921"/>
                </a:lnTo>
                <a:lnTo>
                  <a:pt x="296228" y="68962"/>
                </a:lnTo>
                <a:lnTo>
                  <a:pt x="295404" y="68986"/>
                </a:lnTo>
                <a:lnTo>
                  <a:pt x="294561" y="68994"/>
                </a:lnTo>
                <a:lnTo>
                  <a:pt x="275816" y="68994"/>
                </a:lnTo>
                <a:lnTo>
                  <a:pt x="275816" y="34813"/>
                </a:lnTo>
                <a:lnTo>
                  <a:pt x="294561" y="34813"/>
                </a:lnTo>
                <a:lnTo>
                  <a:pt x="295404" y="34821"/>
                </a:lnTo>
                <a:lnTo>
                  <a:pt x="296228" y="34844"/>
                </a:lnTo>
                <a:lnTo>
                  <a:pt x="297031" y="34883"/>
                </a:lnTo>
                <a:close/>
                <a:moveTo>
                  <a:pt x="789333" y="109630"/>
                </a:moveTo>
                <a:lnTo>
                  <a:pt x="788877" y="109619"/>
                </a:lnTo>
                <a:lnTo>
                  <a:pt x="788433" y="109601"/>
                </a:lnTo>
                <a:lnTo>
                  <a:pt x="788001" y="109576"/>
                </a:lnTo>
                <a:lnTo>
                  <a:pt x="787580" y="109544"/>
                </a:lnTo>
                <a:lnTo>
                  <a:pt x="787171" y="109505"/>
                </a:lnTo>
                <a:lnTo>
                  <a:pt x="786773" y="109459"/>
                </a:lnTo>
                <a:lnTo>
                  <a:pt x="786387" y="109406"/>
                </a:lnTo>
                <a:lnTo>
                  <a:pt x="786012" y="109345"/>
                </a:lnTo>
                <a:lnTo>
                  <a:pt x="785648" y="109278"/>
                </a:lnTo>
                <a:lnTo>
                  <a:pt x="785297" y="109203"/>
                </a:lnTo>
                <a:lnTo>
                  <a:pt x="784956" y="109121"/>
                </a:lnTo>
                <a:lnTo>
                  <a:pt x="784627" y="109032"/>
                </a:lnTo>
                <a:lnTo>
                  <a:pt x="784310" y="108936"/>
                </a:lnTo>
                <a:lnTo>
                  <a:pt x="784004" y="108833"/>
                </a:lnTo>
                <a:lnTo>
                  <a:pt x="783709" y="108723"/>
                </a:lnTo>
                <a:lnTo>
                  <a:pt x="783426" y="108606"/>
                </a:lnTo>
                <a:lnTo>
                  <a:pt x="783155" y="108481"/>
                </a:lnTo>
                <a:lnTo>
                  <a:pt x="782895" y="108350"/>
                </a:lnTo>
                <a:lnTo>
                  <a:pt x="782646" y="108211"/>
                </a:lnTo>
                <a:lnTo>
                  <a:pt x="782409" y="108065"/>
                </a:lnTo>
                <a:lnTo>
                  <a:pt x="782183" y="107912"/>
                </a:lnTo>
                <a:lnTo>
                  <a:pt x="781969" y="107752"/>
                </a:lnTo>
                <a:lnTo>
                  <a:pt x="781767" y="107585"/>
                </a:lnTo>
                <a:lnTo>
                  <a:pt x="781574" y="107409"/>
                </a:lnTo>
                <a:lnTo>
                  <a:pt x="781389" y="107221"/>
                </a:lnTo>
                <a:lnTo>
                  <a:pt x="781213" y="107022"/>
                </a:lnTo>
                <a:lnTo>
                  <a:pt x="781045" y="106811"/>
                </a:lnTo>
                <a:lnTo>
                  <a:pt x="780885" y="106589"/>
                </a:lnTo>
                <a:lnTo>
                  <a:pt x="780733" y="106355"/>
                </a:lnTo>
                <a:lnTo>
                  <a:pt x="780589" y="106109"/>
                </a:lnTo>
                <a:lnTo>
                  <a:pt x="780454" y="105853"/>
                </a:lnTo>
                <a:lnTo>
                  <a:pt x="780327" y="105584"/>
                </a:lnTo>
                <a:lnTo>
                  <a:pt x="780208" y="105305"/>
                </a:lnTo>
                <a:lnTo>
                  <a:pt x="780097" y="105013"/>
                </a:lnTo>
                <a:lnTo>
                  <a:pt x="779995" y="104711"/>
                </a:lnTo>
                <a:lnTo>
                  <a:pt x="779900" y="104397"/>
                </a:lnTo>
                <a:lnTo>
                  <a:pt x="779814" y="104071"/>
                </a:lnTo>
                <a:lnTo>
                  <a:pt x="779736" y="103734"/>
                </a:lnTo>
                <a:lnTo>
                  <a:pt x="779666" y="103385"/>
                </a:lnTo>
                <a:lnTo>
                  <a:pt x="779605" y="103025"/>
                </a:lnTo>
                <a:lnTo>
                  <a:pt x="779552" y="102653"/>
                </a:lnTo>
                <a:lnTo>
                  <a:pt x="779506" y="102270"/>
                </a:lnTo>
                <a:lnTo>
                  <a:pt x="779470" y="101876"/>
                </a:lnTo>
                <a:lnTo>
                  <a:pt x="779441" y="101470"/>
                </a:lnTo>
                <a:lnTo>
                  <a:pt x="779420" y="101052"/>
                </a:lnTo>
                <a:lnTo>
                  <a:pt x="779408" y="100623"/>
                </a:lnTo>
                <a:lnTo>
                  <a:pt x="779404" y="100182"/>
                </a:lnTo>
                <a:lnTo>
                  <a:pt x="779404" y="66158"/>
                </a:lnTo>
                <a:lnTo>
                  <a:pt x="800353" y="66158"/>
                </a:lnTo>
                <a:lnTo>
                  <a:pt x="800353" y="48359"/>
                </a:lnTo>
                <a:lnTo>
                  <a:pt x="779404" y="48359"/>
                </a:lnTo>
                <a:lnTo>
                  <a:pt x="779404" y="26778"/>
                </a:lnTo>
                <a:lnTo>
                  <a:pt x="760502" y="26778"/>
                </a:lnTo>
                <a:lnTo>
                  <a:pt x="758140" y="48359"/>
                </a:lnTo>
                <a:lnTo>
                  <a:pt x="744593" y="48359"/>
                </a:lnTo>
                <a:lnTo>
                  <a:pt x="744593" y="66158"/>
                </a:lnTo>
                <a:lnTo>
                  <a:pt x="758140" y="66158"/>
                </a:lnTo>
                <a:lnTo>
                  <a:pt x="758140" y="99868"/>
                </a:lnTo>
                <a:lnTo>
                  <a:pt x="758146" y="100739"/>
                </a:lnTo>
                <a:lnTo>
                  <a:pt x="758164" y="101595"/>
                </a:lnTo>
                <a:lnTo>
                  <a:pt x="758194" y="102436"/>
                </a:lnTo>
                <a:lnTo>
                  <a:pt x="758236" y="103261"/>
                </a:lnTo>
                <a:lnTo>
                  <a:pt x="758290" y="104070"/>
                </a:lnTo>
                <a:lnTo>
                  <a:pt x="758356" y="104864"/>
                </a:lnTo>
                <a:lnTo>
                  <a:pt x="758434" y="105642"/>
                </a:lnTo>
                <a:lnTo>
                  <a:pt x="758525" y="106405"/>
                </a:lnTo>
                <a:lnTo>
                  <a:pt x="758627" y="107152"/>
                </a:lnTo>
                <a:lnTo>
                  <a:pt x="758741" y="107883"/>
                </a:lnTo>
                <a:lnTo>
                  <a:pt x="758867" y="108599"/>
                </a:lnTo>
                <a:lnTo>
                  <a:pt x="759006" y="109299"/>
                </a:lnTo>
                <a:lnTo>
                  <a:pt x="759156" y="109984"/>
                </a:lnTo>
                <a:lnTo>
                  <a:pt x="759318" y="110653"/>
                </a:lnTo>
                <a:lnTo>
                  <a:pt x="759493" y="111306"/>
                </a:lnTo>
                <a:lnTo>
                  <a:pt x="759679" y="111944"/>
                </a:lnTo>
                <a:lnTo>
                  <a:pt x="759877" y="112566"/>
                </a:lnTo>
                <a:lnTo>
                  <a:pt x="760088" y="113173"/>
                </a:lnTo>
                <a:lnTo>
                  <a:pt x="760310" y="113764"/>
                </a:lnTo>
                <a:lnTo>
                  <a:pt x="760545" y="114340"/>
                </a:lnTo>
                <a:lnTo>
                  <a:pt x="760791" y="114900"/>
                </a:lnTo>
                <a:lnTo>
                  <a:pt x="761050" y="115444"/>
                </a:lnTo>
                <a:lnTo>
                  <a:pt x="761321" y="115973"/>
                </a:lnTo>
                <a:lnTo>
                  <a:pt x="761603" y="116486"/>
                </a:lnTo>
                <a:lnTo>
                  <a:pt x="761897" y="116985"/>
                </a:lnTo>
                <a:lnTo>
                  <a:pt x="762200" y="117472"/>
                </a:lnTo>
                <a:lnTo>
                  <a:pt x="762513" y="117948"/>
                </a:lnTo>
                <a:lnTo>
                  <a:pt x="762835" y="118411"/>
                </a:lnTo>
                <a:lnTo>
                  <a:pt x="763167" y="118862"/>
                </a:lnTo>
                <a:lnTo>
                  <a:pt x="763508" y="119301"/>
                </a:lnTo>
                <a:lnTo>
                  <a:pt x="763860" y="119728"/>
                </a:lnTo>
                <a:lnTo>
                  <a:pt x="764220" y="120144"/>
                </a:lnTo>
                <a:lnTo>
                  <a:pt x="764590" y="120547"/>
                </a:lnTo>
                <a:lnTo>
                  <a:pt x="764970" y="120938"/>
                </a:lnTo>
                <a:lnTo>
                  <a:pt x="765359" y="121317"/>
                </a:lnTo>
                <a:lnTo>
                  <a:pt x="765758" y="121684"/>
                </a:lnTo>
                <a:lnTo>
                  <a:pt x="766167" y="122039"/>
                </a:lnTo>
                <a:lnTo>
                  <a:pt x="766585" y="122382"/>
                </a:lnTo>
                <a:lnTo>
                  <a:pt x="767013" y="122713"/>
                </a:lnTo>
                <a:lnTo>
                  <a:pt x="767450" y="123032"/>
                </a:lnTo>
                <a:lnTo>
                  <a:pt x="767896" y="123339"/>
                </a:lnTo>
                <a:lnTo>
                  <a:pt x="768353" y="123634"/>
                </a:lnTo>
                <a:lnTo>
                  <a:pt x="768819" y="123917"/>
                </a:lnTo>
                <a:lnTo>
                  <a:pt x="769294" y="124187"/>
                </a:lnTo>
                <a:lnTo>
                  <a:pt x="769779" y="124446"/>
                </a:lnTo>
                <a:lnTo>
                  <a:pt x="770274" y="124693"/>
                </a:lnTo>
                <a:lnTo>
                  <a:pt x="770778" y="124928"/>
                </a:lnTo>
                <a:lnTo>
                  <a:pt x="771292" y="125151"/>
                </a:lnTo>
                <a:lnTo>
                  <a:pt x="771814" y="125363"/>
                </a:lnTo>
                <a:lnTo>
                  <a:pt x="772344" y="125566"/>
                </a:lnTo>
                <a:lnTo>
                  <a:pt x="772881" y="125759"/>
                </a:lnTo>
                <a:lnTo>
                  <a:pt x="773425" y="125944"/>
                </a:lnTo>
                <a:lnTo>
                  <a:pt x="773977" y="126120"/>
                </a:lnTo>
                <a:lnTo>
                  <a:pt x="774536" y="126287"/>
                </a:lnTo>
                <a:lnTo>
                  <a:pt x="775103" y="126445"/>
                </a:lnTo>
                <a:lnTo>
                  <a:pt x="775677" y="126594"/>
                </a:lnTo>
                <a:lnTo>
                  <a:pt x="776258" y="126734"/>
                </a:lnTo>
                <a:lnTo>
                  <a:pt x="776846" y="126865"/>
                </a:lnTo>
                <a:lnTo>
                  <a:pt x="777442" y="126986"/>
                </a:lnTo>
                <a:lnTo>
                  <a:pt x="778046" y="127099"/>
                </a:lnTo>
                <a:lnTo>
                  <a:pt x="778657" y="127203"/>
                </a:lnTo>
                <a:lnTo>
                  <a:pt x="779275" y="127298"/>
                </a:lnTo>
                <a:lnTo>
                  <a:pt x="779900" y="127383"/>
                </a:lnTo>
                <a:lnTo>
                  <a:pt x="780533" y="127460"/>
                </a:lnTo>
                <a:lnTo>
                  <a:pt x="781174" y="127528"/>
                </a:lnTo>
                <a:lnTo>
                  <a:pt x="781821" y="127586"/>
                </a:lnTo>
                <a:lnTo>
                  <a:pt x="782476" y="127636"/>
                </a:lnTo>
                <a:lnTo>
                  <a:pt x="783139" y="127677"/>
                </a:lnTo>
                <a:lnTo>
                  <a:pt x="783809" y="127708"/>
                </a:lnTo>
                <a:lnTo>
                  <a:pt x="784486" y="127731"/>
                </a:lnTo>
                <a:lnTo>
                  <a:pt x="785170" y="127744"/>
                </a:lnTo>
                <a:lnTo>
                  <a:pt x="785862" y="127749"/>
                </a:lnTo>
                <a:lnTo>
                  <a:pt x="800197" y="127749"/>
                </a:lnTo>
                <a:lnTo>
                  <a:pt x="800197" y="109633"/>
                </a:lnTo>
                <a:lnTo>
                  <a:pt x="789799" y="109633"/>
                </a:lnTo>
                <a:lnTo>
                  <a:pt x="789333" y="109630"/>
                </a:lnTo>
                <a:close/>
                <a:moveTo>
                  <a:pt x="372086" y="89466"/>
                </a:moveTo>
                <a:lnTo>
                  <a:pt x="372105" y="88955"/>
                </a:lnTo>
                <a:lnTo>
                  <a:pt x="372129" y="88451"/>
                </a:lnTo>
                <a:lnTo>
                  <a:pt x="372159" y="87955"/>
                </a:lnTo>
                <a:lnTo>
                  <a:pt x="372195" y="87467"/>
                </a:lnTo>
                <a:lnTo>
                  <a:pt x="372236" y="86986"/>
                </a:lnTo>
                <a:lnTo>
                  <a:pt x="372282" y="86513"/>
                </a:lnTo>
                <a:lnTo>
                  <a:pt x="372334" y="86048"/>
                </a:lnTo>
                <a:lnTo>
                  <a:pt x="372392" y="85590"/>
                </a:lnTo>
                <a:lnTo>
                  <a:pt x="372455" y="85140"/>
                </a:lnTo>
                <a:lnTo>
                  <a:pt x="372523" y="84697"/>
                </a:lnTo>
                <a:lnTo>
                  <a:pt x="372597" y="84263"/>
                </a:lnTo>
                <a:lnTo>
                  <a:pt x="372676" y="83835"/>
                </a:lnTo>
                <a:lnTo>
                  <a:pt x="372761" y="83416"/>
                </a:lnTo>
                <a:lnTo>
                  <a:pt x="372851" y="83004"/>
                </a:lnTo>
                <a:lnTo>
                  <a:pt x="372947" y="82600"/>
                </a:lnTo>
                <a:lnTo>
                  <a:pt x="373048" y="82204"/>
                </a:lnTo>
                <a:lnTo>
                  <a:pt x="373154" y="81815"/>
                </a:lnTo>
                <a:lnTo>
                  <a:pt x="373266" y="81434"/>
                </a:lnTo>
                <a:lnTo>
                  <a:pt x="373384" y="81060"/>
                </a:lnTo>
                <a:lnTo>
                  <a:pt x="373507" y="80694"/>
                </a:lnTo>
                <a:lnTo>
                  <a:pt x="373635" y="80336"/>
                </a:lnTo>
                <a:lnTo>
                  <a:pt x="373769" y="79985"/>
                </a:lnTo>
                <a:lnTo>
                  <a:pt x="373908" y="79640"/>
                </a:lnTo>
                <a:lnTo>
                  <a:pt x="374051" y="79301"/>
                </a:lnTo>
                <a:lnTo>
                  <a:pt x="374200" y="78969"/>
                </a:lnTo>
                <a:lnTo>
                  <a:pt x="374353" y="78642"/>
                </a:lnTo>
                <a:lnTo>
                  <a:pt x="374511" y="78323"/>
                </a:lnTo>
                <a:lnTo>
                  <a:pt x="374674" y="78009"/>
                </a:lnTo>
                <a:lnTo>
                  <a:pt x="374842" y="77702"/>
                </a:lnTo>
                <a:lnTo>
                  <a:pt x="375016" y="77401"/>
                </a:lnTo>
                <a:lnTo>
                  <a:pt x="375194" y="77106"/>
                </a:lnTo>
                <a:lnTo>
                  <a:pt x="375376" y="76818"/>
                </a:lnTo>
                <a:lnTo>
                  <a:pt x="375564" y="76536"/>
                </a:lnTo>
                <a:lnTo>
                  <a:pt x="375757" y="76260"/>
                </a:lnTo>
                <a:lnTo>
                  <a:pt x="375955" y="75990"/>
                </a:lnTo>
                <a:lnTo>
                  <a:pt x="376157" y="75727"/>
                </a:lnTo>
                <a:lnTo>
                  <a:pt x="376365" y="75470"/>
                </a:lnTo>
                <a:lnTo>
                  <a:pt x="376577" y="75220"/>
                </a:lnTo>
                <a:lnTo>
                  <a:pt x="376795" y="74976"/>
                </a:lnTo>
                <a:lnTo>
                  <a:pt x="377017" y="74738"/>
                </a:lnTo>
                <a:lnTo>
                  <a:pt x="377244" y="74506"/>
                </a:lnTo>
                <a:lnTo>
                  <a:pt x="377476" y="74281"/>
                </a:lnTo>
                <a:lnTo>
                  <a:pt x="377713" y="74062"/>
                </a:lnTo>
                <a:lnTo>
                  <a:pt x="377955" y="73849"/>
                </a:lnTo>
                <a:lnTo>
                  <a:pt x="378202" y="73642"/>
                </a:lnTo>
                <a:lnTo>
                  <a:pt x="378453" y="73441"/>
                </a:lnTo>
                <a:lnTo>
                  <a:pt x="378708" y="73245"/>
                </a:lnTo>
                <a:lnTo>
                  <a:pt x="378967" y="73053"/>
                </a:lnTo>
                <a:lnTo>
                  <a:pt x="379229" y="72866"/>
                </a:lnTo>
                <a:lnTo>
                  <a:pt x="379494" y="72683"/>
                </a:lnTo>
                <a:lnTo>
                  <a:pt x="379763" y="72505"/>
                </a:lnTo>
                <a:lnTo>
                  <a:pt x="380036" y="72332"/>
                </a:lnTo>
                <a:lnTo>
                  <a:pt x="380312" y="72163"/>
                </a:lnTo>
                <a:lnTo>
                  <a:pt x="380592" y="71999"/>
                </a:lnTo>
                <a:lnTo>
                  <a:pt x="380875" y="71840"/>
                </a:lnTo>
                <a:lnTo>
                  <a:pt x="381162" y="71685"/>
                </a:lnTo>
                <a:lnTo>
                  <a:pt x="381452" y="71535"/>
                </a:lnTo>
                <a:lnTo>
                  <a:pt x="381746" y="71390"/>
                </a:lnTo>
                <a:lnTo>
                  <a:pt x="382044" y="71249"/>
                </a:lnTo>
                <a:lnTo>
                  <a:pt x="382345" y="71113"/>
                </a:lnTo>
                <a:lnTo>
                  <a:pt x="382649" y="70981"/>
                </a:lnTo>
                <a:lnTo>
                  <a:pt x="382957" y="70855"/>
                </a:lnTo>
                <a:lnTo>
                  <a:pt x="383269" y="70732"/>
                </a:lnTo>
                <a:lnTo>
                  <a:pt x="383584" y="70615"/>
                </a:lnTo>
                <a:lnTo>
                  <a:pt x="383903" y="70502"/>
                </a:lnTo>
                <a:lnTo>
                  <a:pt x="384225" y="70394"/>
                </a:lnTo>
                <a:lnTo>
                  <a:pt x="384551" y="70290"/>
                </a:lnTo>
                <a:lnTo>
                  <a:pt x="384880" y="70191"/>
                </a:lnTo>
                <a:lnTo>
                  <a:pt x="385213" y="70097"/>
                </a:lnTo>
                <a:lnTo>
                  <a:pt x="385549" y="70007"/>
                </a:lnTo>
                <a:lnTo>
                  <a:pt x="385888" y="69921"/>
                </a:lnTo>
                <a:lnTo>
                  <a:pt x="386228" y="69839"/>
                </a:lnTo>
                <a:lnTo>
                  <a:pt x="386572" y="69760"/>
                </a:lnTo>
                <a:lnTo>
                  <a:pt x="386918" y="69685"/>
                </a:lnTo>
                <a:lnTo>
                  <a:pt x="387266" y="69615"/>
                </a:lnTo>
                <a:lnTo>
                  <a:pt x="387616" y="69547"/>
                </a:lnTo>
                <a:lnTo>
                  <a:pt x="387970" y="69484"/>
                </a:lnTo>
                <a:lnTo>
                  <a:pt x="388325" y="69425"/>
                </a:lnTo>
                <a:lnTo>
                  <a:pt x="388683" y="69369"/>
                </a:lnTo>
                <a:lnTo>
                  <a:pt x="389044" y="69318"/>
                </a:lnTo>
                <a:lnTo>
                  <a:pt x="389407" y="69270"/>
                </a:lnTo>
                <a:lnTo>
                  <a:pt x="389772" y="69226"/>
                </a:lnTo>
                <a:lnTo>
                  <a:pt x="390140" y="69185"/>
                </a:lnTo>
                <a:lnTo>
                  <a:pt x="390511" y="69149"/>
                </a:lnTo>
                <a:lnTo>
                  <a:pt x="390884" y="69117"/>
                </a:lnTo>
                <a:lnTo>
                  <a:pt x="391259" y="69088"/>
                </a:lnTo>
                <a:lnTo>
                  <a:pt x="391637" y="69063"/>
                </a:lnTo>
                <a:lnTo>
                  <a:pt x="392017" y="69042"/>
                </a:lnTo>
                <a:lnTo>
                  <a:pt x="392400" y="69025"/>
                </a:lnTo>
                <a:lnTo>
                  <a:pt x="392785" y="69011"/>
                </a:lnTo>
                <a:lnTo>
                  <a:pt x="393172" y="69002"/>
                </a:lnTo>
                <a:lnTo>
                  <a:pt x="393562" y="68996"/>
                </a:lnTo>
                <a:lnTo>
                  <a:pt x="393955" y="68994"/>
                </a:lnTo>
                <a:lnTo>
                  <a:pt x="401202" y="68994"/>
                </a:lnTo>
                <a:lnTo>
                  <a:pt x="401202" y="46468"/>
                </a:lnTo>
                <a:lnTo>
                  <a:pt x="400639" y="46471"/>
                </a:lnTo>
                <a:lnTo>
                  <a:pt x="400081" y="46482"/>
                </a:lnTo>
                <a:lnTo>
                  <a:pt x="399527" y="46500"/>
                </a:lnTo>
                <a:lnTo>
                  <a:pt x="398977" y="46525"/>
                </a:lnTo>
                <a:lnTo>
                  <a:pt x="398431" y="46557"/>
                </a:lnTo>
                <a:lnTo>
                  <a:pt x="397889" y="46596"/>
                </a:lnTo>
                <a:lnTo>
                  <a:pt x="397351" y="46642"/>
                </a:lnTo>
                <a:lnTo>
                  <a:pt x="396817" y="46695"/>
                </a:lnTo>
                <a:lnTo>
                  <a:pt x="396288" y="46756"/>
                </a:lnTo>
                <a:lnTo>
                  <a:pt x="395762" y="46823"/>
                </a:lnTo>
                <a:lnTo>
                  <a:pt x="395241" y="46898"/>
                </a:lnTo>
                <a:lnTo>
                  <a:pt x="394724" y="46980"/>
                </a:lnTo>
                <a:lnTo>
                  <a:pt x="394210" y="47069"/>
                </a:lnTo>
                <a:lnTo>
                  <a:pt x="393701" y="47165"/>
                </a:lnTo>
                <a:lnTo>
                  <a:pt x="393196" y="47268"/>
                </a:lnTo>
                <a:lnTo>
                  <a:pt x="392695" y="47378"/>
                </a:lnTo>
                <a:lnTo>
                  <a:pt x="392198" y="47495"/>
                </a:lnTo>
                <a:lnTo>
                  <a:pt x="391706" y="47620"/>
                </a:lnTo>
                <a:lnTo>
                  <a:pt x="391217" y="47751"/>
                </a:lnTo>
                <a:lnTo>
                  <a:pt x="390733" y="47890"/>
                </a:lnTo>
                <a:lnTo>
                  <a:pt x="390252" y="48036"/>
                </a:lnTo>
                <a:lnTo>
                  <a:pt x="389776" y="48189"/>
                </a:lnTo>
                <a:lnTo>
                  <a:pt x="389304" y="48349"/>
                </a:lnTo>
                <a:lnTo>
                  <a:pt x="388835" y="48516"/>
                </a:lnTo>
                <a:lnTo>
                  <a:pt x="388372" y="48689"/>
                </a:lnTo>
                <a:lnTo>
                  <a:pt x="387912" y="48868"/>
                </a:lnTo>
                <a:lnTo>
                  <a:pt x="387457" y="49052"/>
                </a:lnTo>
                <a:lnTo>
                  <a:pt x="387007" y="49242"/>
                </a:lnTo>
                <a:lnTo>
                  <a:pt x="386561" y="49437"/>
                </a:lnTo>
                <a:lnTo>
                  <a:pt x="386119" y="49638"/>
                </a:lnTo>
                <a:lnTo>
                  <a:pt x="385681" y="49844"/>
                </a:lnTo>
                <a:lnTo>
                  <a:pt x="385248" y="50056"/>
                </a:lnTo>
                <a:lnTo>
                  <a:pt x="384819" y="50273"/>
                </a:lnTo>
                <a:lnTo>
                  <a:pt x="384395" y="50496"/>
                </a:lnTo>
                <a:lnTo>
                  <a:pt x="383975" y="50724"/>
                </a:lnTo>
                <a:lnTo>
                  <a:pt x="383559" y="50958"/>
                </a:lnTo>
                <a:lnTo>
                  <a:pt x="383148" y="51197"/>
                </a:lnTo>
                <a:lnTo>
                  <a:pt x="382741" y="51441"/>
                </a:lnTo>
                <a:lnTo>
                  <a:pt x="382338" y="51691"/>
                </a:lnTo>
                <a:lnTo>
                  <a:pt x="381940" y="51947"/>
                </a:lnTo>
                <a:lnTo>
                  <a:pt x="381546" y="52208"/>
                </a:lnTo>
                <a:lnTo>
                  <a:pt x="381157" y="52474"/>
                </a:lnTo>
                <a:lnTo>
                  <a:pt x="380771" y="52746"/>
                </a:lnTo>
                <a:lnTo>
                  <a:pt x="380391" y="53024"/>
                </a:lnTo>
                <a:lnTo>
                  <a:pt x="380014" y="53307"/>
                </a:lnTo>
                <a:lnTo>
                  <a:pt x="379642" y="53595"/>
                </a:lnTo>
                <a:lnTo>
                  <a:pt x="379274" y="53889"/>
                </a:lnTo>
                <a:lnTo>
                  <a:pt x="378911" y="54188"/>
                </a:lnTo>
                <a:lnTo>
                  <a:pt x="378553" y="54493"/>
                </a:lnTo>
                <a:lnTo>
                  <a:pt x="378200" y="54803"/>
                </a:lnTo>
                <a:lnTo>
                  <a:pt x="377852" y="55118"/>
                </a:lnTo>
                <a:lnTo>
                  <a:pt x="377509" y="55439"/>
                </a:lnTo>
                <a:lnTo>
                  <a:pt x="377171" y="55766"/>
                </a:lnTo>
                <a:lnTo>
                  <a:pt x="376839" y="56098"/>
                </a:lnTo>
                <a:lnTo>
                  <a:pt x="376512" y="56435"/>
                </a:lnTo>
                <a:lnTo>
                  <a:pt x="376190" y="56778"/>
                </a:lnTo>
                <a:lnTo>
                  <a:pt x="375873" y="57126"/>
                </a:lnTo>
                <a:lnTo>
                  <a:pt x="375562" y="57480"/>
                </a:lnTo>
                <a:lnTo>
                  <a:pt x="375255" y="57840"/>
                </a:lnTo>
                <a:lnTo>
                  <a:pt x="374954" y="58204"/>
                </a:lnTo>
                <a:lnTo>
                  <a:pt x="374658" y="58575"/>
                </a:lnTo>
                <a:lnTo>
                  <a:pt x="374368" y="58950"/>
                </a:lnTo>
                <a:lnTo>
                  <a:pt x="374082" y="59332"/>
                </a:lnTo>
                <a:lnTo>
                  <a:pt x="373802" y="59718"/>
                </a:lnTo>
                <a:lnTo>
                  <a:pt x="373527" y="60111"/>
                </a:lnTo>
                <a:lnTo>
                  <a:pt x="373257" y="60508"/>
                </a:lnTo>
                <a:lnTo>
                  <a:pt x="372992" y="60911"/>
                </a:lnTo>
                <a:lnTo>
                  <a:pt x="372732" y="61320"/>
                </a:lnTo>
                <a:lnTo>
                  <a:pt x="372478" y="61734"/>
                </a:lnTo>
                <a:lnTo>
                  <a:pt x="372229" y="62154"/>
                </a:lnTo>
                <a:lnTo>
                  <a:pt x="371985" y="62579"/>
                </a:lnTo>
                <a:lnTo>
                  <a:pt x="371746" y="63009"/>
                </a:lnTo>
                <a:lnTo>
                  <a:pt x="369698" y="48359"/>
                </a:lnTo>
                <a:lnTo>
                  <a:pt x="350794" y="48359"/>
                </a:lnTo>
                <a:lnTo>
                  <a:pt x="350794" y="127749"/>
                </a:lnTo>
                <a:lnTo>
                  <a:pt x="372061" y="127749"/>
                </a:lnTo>
                <a:lnTo>
                  <a:pt x="372061" y="91047"/>
                </a:lnTo>
                <a:lnTo>
                  <a:pt x="372064" y="90512"/>
                </a:lnTo>
                <a:lnTo>
                  <a:pt x="372072" y="89985"/>
                </a:lnTo>
                <a:lnTo>
                  <a:pt x="372086" y="89466"/>
                </a:lnTo>
                <a:close/>
                <a:moveTo>
                  <a:pt x="491217" y="92742"/>
                </a:moveTo>
                <a:lnTo>
                  <a:pt x="491239" y="92573"/>
                </a:lnTo>
                <a:lnTo>
                  <a:pt x="491261" y="92403"/>
                </a:lnTo>
                <a:lnTo>
                  <a:pt x="491281" y="92234"/>
                </a:lnTo>
                <a:lnTo>
                  <a:pt x="491300" y="92065"/>
                </a:lnTo>
                <a:lnTo>
                  <a:pt x="491319" y="91897"/>
                </a:lnTo>
                <a:lnTo>
                  <a:pt x="491336" y="91728"/>
                </a:lnTo>
                <a:lnTo>
                  <a:pt x="491352" y="91560"/>
                </a:lnTo>
                <a:lnTo>
                  <a:pt x="491367" y="91392"/>
                </a:lnTo>
                <a:lnTo>
                  <a:pt x="491380" y="91225"/>
                </a:lnTo>
                <a:lnTo>
                  <a:pt x="491393" y="91058"/>
                </a:lnTo>
                <a:lnTo>
                  <a:pt x="491405" y="90891"/>
                </a:lnTo>
                <a:lnTo>
                  <a:pt x="491415" y="90724"/>
                </a:lnTo>
                <a:lnTo>
                  <a:pt x="491424" y="90558"/>
                </a:lnTo>
                <a:lnTo>
                  <a:pt x="491433" y="90392"/>
                </a:lnTo>
                <a:lnTo>
                  <a:pt x="491440" y="90226"/>
                </a:lnTo>
                <a:lnTo>
                  <a:pt x="491446" y="90060"/>
                </a:lnTo>
                <a:lnTo>
                  <a:pt x="491451" y="89895"/>
                </a:lnTo>
                <a:lnTo>
                  <a:pt x="491455" y="89730"/>
                </a:lnTo>
                <a:lnTo>
                  <a:pt x="491457" y="89565"/>
                </a:lnTo>
                <a:lnTo>
                  <a:pt x="491459" y="89401"/>
                </a:lnTo>
                <a:lnTo>
                  <a:pt x="491460" y="89237"/>
                </a:lnTo>
                <a:lnTo>
                  <a:pt x="491460" y="89073"/>
                </a:lnTo>
                <a:lnTo>
                  <a:pt x="491460" y="88911"/>
                </a:lnTo>
                <a:lnTo>
                  <a:pt x="491460" y="88750"/>
                </a:lnTo>
                <a:lnTo>
                  <a:pt x="491460" y="88591"/>
                </a:lnTo>
                <a:lnTo>
                  <a:pt x="491460" y="88433"/>
                </a:lnTo>
                <a:lnTo>
                  <a:pt x="491460" y="88276"/>
                </a:lnTo>
                <a:lnTo>
                  <a:pt x="491460" y="88121"/>
                </a:lnTo>
                <a:lnTo>
                  <a:pt x="491460" y="87967"/>
                </a:lnTo>
                <a:lnTo>
                  <a:pt x="491460" y="87814"/>
                </a:lnTo>
                <a:lnTo>
                  <a:pt x="491460" y="87663"/>
                </a:lnTo>
                <a:lnTo>
                  <a:pt x="491460" y="87513"/>
                </a:lnTo>
                <a:lnTo>
                  <a:pt x="491460" y="87365"/>
                </a:lnTo>
                <a:lnTo>
                  <a:pt x="491460" y="87218"/>
                </a:lnTo>
                <a:lnTo>
                  <a:pt x="491460" y="87072"/>
                </a:lnTo>
                <a:lnTo>
                  <a:pt x="491460" y="86928"/>
                </a:lnTo>
                <a:lnTo>
                  <a:pt x="491460" y="86785"/>
                </a:lnTo>
                <a:lnTo>
                  <a:pt x="491460" y="86644"/>
                </a:lnTo>
                <a:lnTo>
                  <a:pt x="491460" y="86503"/>
                </a:lnTo>
                <a:lnTo>
                  <a:pt x="491460" y="86365"/>
                </a:lnTo>
                <a:lnTo>
                  <a:pt x="491460" y="86227"/>
                </a:lnTo>
                <a:lnTo>
                  <a:pt x="491460" y="86091"/>
                </a:lnTo>
                <a:lnTo>
                  <a:pt x="491460" y="85957"/>
                </a:lnTo>
                <a:lnTo>
                  <a:pt x="491460" y="85823"/>
                </a:lnTo>
                <a:lnTo>
                  <a:pt x="491460" y="85691"/>
                </a:lnTo>
                <a:lnTo>
                  <a:pt x="491451" y="84764"/>
                </a:lnTo>
                <a:lnTo>
                  <a:pt x="491426" y="83844"/>
                </a:lnTo>
                <a:lnTo>
                  <a:pt x="491383" y="82932"/>
                </a:lnTo>
                <a:lnTo>
                  <a:pt x="491324" y="82029"/>
                </a:lnTo>
                <a:lnTo>
                  <a:pt x="491248" y="81134"/>
                </a:lnTo>
                <a:lnTo>
                  <a:pt x="491154" y="80247"/>
                </a:lnTo>
                <a:lnTo>
                  <a:pt x="491044" y="79369"/>
                </a:lnTo>
                <a:lnTo>
                  <a:pt x="490917" y="78498"/>
                </a:lnTo>
                <a:lnTo>
                  <a:pt x="490773" y="77636"/>
                </a:lnTo>
                <a:lnTo>
                  <a:pt x="490612" y="76782"/>
                </a:lnTo>
                <a:lnTo>
                  <a:pt x="490434" y="75936"/>
                </a:lnTo>
                <a:lnTo>
                  <a:pt x="490239" y="75098"/>
                </a:lnTo>
                <a:lnTo>
                  <a:pt x="490027" y="74269"/>
                </a:lnTo>
                <a:lnTo>
                  <a:pt x="489798" y="73448"/>
                </a:lnTo>
                <a:lnTo>
                  <a:pt x="489552" y="72635"/>
                </a:lnTo>
                <a:lnTo>
                  <a:pt x="489289" y="71830"/>
                </a:lnTo>
                <a:lnTo>
                  <a:pt x="489009" y="71033"/>
                </a:lnTo>
                <a:lnTo>
                  <a:pt x="488712" y="70245"/>
                </a:lnTo>
                <a:lnTo>
                  <a:pt x="488399" y="69465"/>
                </a:lnTo>
                <a:lnTo>
                  <a:pt x="488068" y="68693"/>
                </a:lnTo>
                <a:lnTo>
                  <a:pt x="487720" y="67929"/>
                </a:lnTo>
                <a:lnTo>
                  <a:pt x="487356" y="67173"/>
                </a:lnTo>
                <a:lnTo>
                  <a:pt x="486974" y="66426"/>
                </a:lnTo>
                <a:lnTo>
                  <a:pt x="486576" y="65687"/>
                </a:lnTo>
                <a:lnTo>
                  <a:pt x="486162" y="64958"/>
                </a:lnTo>
                <a:lnTo>
                  <a:pt x="485734" y="64242"/>
                </a:lnTo>
                <a:lnTo>
                  <a:pt x="485293" y="63538"/>
                </a:lnTo>
                <a:lnTo>
                  <a:pt x="484838" y="62847"/>
                </a:lnTo>
                <a:lnTo>
                  <a:pt x="484370" y="62168"/>
                </a:lnTo>
                <a:lnTo>
                  <a:pt x="483888" y="61503"/>
                </a:lnTo>
                <a:lnTo>
                  <a:pt x="483392" y="60849"/>
                </a:lnTo>
                <a:lnTo>
                  <a:pt x="482882" y="60208"/>
                </a:lnTo>
                <a:lnTo>
                  <a:pt x="482359" y="59580"/>
                </a:lnTo>
                <a:lnTo>
                  <a:pt x="481822" y="58965"/>
                </a:lnTo>
                <a:lnTo>
                  <a:pt x="481272" y="58362"/>
                </a:lnTo>
                <a:lnTo>
                  <a:pt x="480707" y="57771"/>
                </a:lnTo>
                <a:lnTo>
                  <a:pt x="480129" y="57193"/>
                </a:lnTo>
                <a:lnTo>
                  <a:pt x="479538" y="56628"/>
                </a:lnTo>
                <a:lnTo>
                  <a:pt x="478933" y="56075"/>
                </a:lnTo>
                <a:lnTo>
                  <a:pt x="478314" y="55535"/>
                </a:lnTo>
                <a:lnTo>
                  <a:pt x="477681" y="55008"/>
                </a:lnTo>
                <a:lnTo>
                  <a:pt x="477035" y="54493"/>
                </a:lnTo>
                <a:lnTo>
                  <a:pt x="476375" y="53990"/>
                </a:lnTo>
                <a:lnTo>
                  <a:pt x="475702" y="53500"/>
                </a:lnTo>
                <a:lnTo>
                  <a:pt x="475014" y="53023"/>
                </a:lnTo>
                <a:lnTo>
                  <a:pt x="474313" y="52558"/>
                </a:lnTo>
                <a:lnTo>
                  <a:pt x="473599" y="52106"/>
                </a:lnTo>
                <a:lnTo>
                  <a:pt x="472871" y="51667"/>
                </a:lnTo>
                <a:lnTo>
                  <a:pt x="472130" y="51243"/>
                </a:lnTo>
                <a:lnTo>
                  <a:pt x="471380" y="50836"/>
                </a:lnTo>
                <a:lnTo>
                  <a:pt x="470619" y="50448"/>
                </a:lnTo>
                <a:lnTo>
                  <a:pt x="469847" y="50078"/>
                </a:lnTo>
                <a:lnTo>
                  <a:pt x="469065" y="49726"/>
                </a:lnTo>
                <a:lnTo>
                  <a:pt x="468273" y="49392"/>
                </a:lnTo>
                <a:lnTo>
                  <a:pt x="467470" y="49076"/>
                </a:lnTo>
                <a:lnTo>
                  <a:pt x="466657" y="48778"/>
                </a:lnTo>
                <a:lnTo>
                  <a:pt x="465834" y="48499"/>
                </a:lnTo>
                <a:lnTo>
                  <a:pt x="465000" y="48237"/>
                </a:lnTo>
                <a:lnTo>
                  <a:pt x="464156" y="47993"/>
                </a:lnTo>
                <a:lnTo>
                  <a:pt x="463301" y="47768"/>
                </a:lnTo>
                <a:lnTo>
                  <a:pt x="462436" y="47560"/>
                </a:lnTo>
                <a:lnTo>
                  <a:pt x="461561" y="47370"/>
                </a:lnTo>
                <a:lnTo>
                  <a:pt x="460675" y="47199"/>
                </a:lnTo>
                <a:lnTo>
                  <a:pt x="459779" y="47046"/>
                </a:lnTo>
                <a:lnTo>
                  <a:pt x="458873" y="46910"/>
                </a:lnTo>
                <a:lnTo>
                  <a:pt x="457956" y="46793"/>
                </a:lnTo>
                <a:lnTo>
                  <a:pt x="457028" y="46694"/>
                </a:lnTo>
                <a:lnTo>
                  <a:pt x="456091" y="46612"/>
                </a:lnTo>
                <a:lnTo>
                  <a:pt x="455143" y="46549"/>
                </a:lnTo>
                <a:lnTo>
                  <a:pt x="454184" y="46504"/>
                </a:lnTo>
                <a:lnTo>
                  <a:pt x="453215" y="46477"/>
                </a:lnTo>
                <a:lnTo>
                  <a:pt x="452236" y="46468"/>
                </a:lnTo>
                <a:lnTo>
                  <a:pt x="451231" y="46477"/>
                </a:lnTo>
                <a:lnTo>
                  <a:pt x="450235" y="46506"/>
                </a:lnTo>
                <a:lnTo>
                  <a:pt x="449251" y="46553"/>
                </a:lnTo>
                <a:lnTo>
                  <a:pt x="448276" y="46619"/>
                </a:lnTo>
                <a:lnTo>
                  <a:pt x="447313" y="46704"/>
                </a:lnTo>
                <a:lnTo>
                  <a:pt x="446359" y="46808"/>
                </a:lnTo>
                <a:lnTo>
                  <a:pt x="445416" y="46930"/>
                </a:lnTo>
                <a:lnTo>
                  <a:pt x="444483" y="47072"/>
                </a:lnTo>
                <a:lnTo>
                  <a:pt x="443561" y="47232"/>
                </a:lnTo>
                <a:lnTo>
                  <a:pt x="442649" y="47411"/>
                </a:lnTo>
                <a:lnTo>
                  <a:pt x="441747" y="47609"/>
                </a:lnTo>
                <a:lnTo>
                  <a:pt x="440856" y="47826"/>
                </a:lnTo>
                <a:lnTo>
                  <a:pt x="439975" y="48062"/>
                </a:lnTo>
                <a:lnTo>
                  <a:pt x="439105" y="48317"/>
                </a:lnTo>
                <a:lnTo>
                  <a:pt x="438245" y="48591"/>
                </a:lnTo>
                <a:lnTo>
                  <a:pt x="437395" y="48883"/>
                </a:lnTo>
                <a:lnTo>
                  <a:pt x="436556" y="49195"/>
                </a:lnTo>
                <a:lnTo>
                  <a:pt x="435727" y="49525"/>
                </a:lnTo>
                <a:lnTo>
                  <a:pt x="434908" y="49874"/>
                </a:lnTo>
                <a:lnTo>
                  <a:pt x="434100" y="50242"/>
                </a:lnTo>
                <a:lnTo>
                  <a:pt x="433303" y="50629"/>
                </a:lnTo>
                <a:lnTo>
                  <a:pt x="432515" y="51034"/>
                </a:lnTo>
                <a:lnTo>
                  <a:pt x="431738" y="51459"/>
                </a:lnTo>
                <a:lnTo>
                  <a:pt x="430972" y="51902"/>
                </a:lnTo>
                <a:lnTo>
                  <a:pt x="430218" y="52362"/>
                </a:lnTo>
                <a:lnTo>
                  <a:pt x="429477" y="52836"/>
                </a:lnTo>
                <a:lnTo>
                  <a:pt x="428751" y="53325"/>
                </a:lnTo>
                <a:lnTo>
                  <a:pt x="428038" y="53828"/>
                </a:lnTo>
                <a:lnTo>
                  <a:pt x="427340" y="54344"/>
                </a:lnTo>
                <a:lnTo>
                  <a:pt x="426655" y="54875"/>
                </a:lnTo>
                <a:lnTo>
                  <a:pt x="425984" y="55421"/>
                </a:lnTo>
                <a:lnTo>
                  <a:pt x="425328" y="55980"/>
                </a:lnTo>
                <a:lnTo>
                  <a:pt x="424685" y="56554"/>
                </a:lnTo>
                <a:lnTo>
                  <a:pt x="424056" y="57142"/>
                </a:lnTo>
                <a:lnTo>
                  <a:pt x="423441" y="57744"/>
                </a:lnTo>
                <a:lnTo>
                  <a:pt x="422840" y="58361"/>
                </a:lnTo>
                <a:lnTo>
                  <a:pt x="422253" y="58991"/>
                </a:lnTo>
                <a:lnTo>
                  <a:pt x="421680" y="59636"/>
                </a:lnTo>
                <a:lnTo>
                  <a:pt x="421121" y="60295"/>
                </a:lnTo>
                <a:lnTo>
                  <a:pt x="420576" y="60968"/>
                </a:lnTo>
                <a:lnTo>
                  <a:pt x="420044" y="61656"/>
                </a:lnTo>
                <a:lnTo>
                  <a:pt x="419527" y="62358"/>
                </a:lnTo>
                <a:lnTo>
                  <a:pt x="419024" y="63074"/>
                </a:lnTo>
                <a:lnTo>
                  <a:pt x="418535" y="63804"/>
                </a:lnTo>
                <a:lnTo>
                  <a:pt x="418059" y="64548"/>
                </a:lnTo>
                <a:lnTo>
                  <a:pt x="417598" y="65307"/>
                </a:lnTo>
                <a:lnTo>
                  <a:pt x="417150" y="66080"/>
                </a:lnTo>
                <a:lnTo>
                  <a:pt x="416716" y="66867"/>
                </a:lnTo>
                <a:lnTo>
                  <a:pt x="416299" y="67666"/>
                </a:lnTo>
                <a:lnTo>
                  <a:pt x="415899" y="68475"/>
                </a:lnTo>
                <a:lnTo>
                  <a:pt x="415517" y="69295"/>
                </a:lnTo>
                <a:lnTo>
                  <a:pt x="415152" y="70124"/>
                </a:lnTo>
                <a:lnTo>
                  <a:pt x="414805" y="70964"/>
                </a:lnTo>
                <a:lnTo>
                  <a:pt x="414477" y="71814"/>
                </a:lnTo>
                <a:lnTo>
                  <a:pt x="414166" y="72674"/>
                </a:lnTo>
                <a:lnTo>
                  <a:pt x="413872" y="73544"/>
                </a:lnTo>
                <a:lnTo>
                  <a:pt x="413597" y="74424"/>
                </a:lnTo>
                <a:lnTo>
                  <a:pt x="413339" y="75315"/>
                </a:lnTo>
                <a:lnTo>
                  <a:pt x="413099" y="76215"/>
                </a:lnTo>
                <a:lnTo>
                  <a:pt x="412877" y="77126"/>
                </a:lnTo>
                <a:lnTo>
                  <a:pt x="412672" y="78046"/>
                </a:lnTo>
                <a:lnTo>
                  <a:pt x="412486" y="78977"/>
                </a:lnTo>
                <a:lnTo>
                  <a:pt x="412317" y="79918"/>
                </a:lnTo>
                <a:lnTo>
                  <a:pt x="412166" y="80869"/>
                </a:lnTo>
                <a:lnTo>
                  <a:pt x="412032" y="81831"/>
                </a:lnTo>
                <a:lnTo>
                  <a:pt x="411917" y="82802"/>
                </a:lnTo>
                <a:lnTo>
                  <a:pt x="411819" y="83783"/>
                </a:lnTo>
                <a:lnTo>
                  <a:pt x="411739" y="84775"/>
                </a:lnTo>
                <a:lnTo>
                  <a:pt x="411677" y="85777"/>
                </a:lnTo>
                <a:lnTo>
                  <a:pt x="411632" y="86788"/>
                </a:lnTo>
                <a:lnTo>
                  <a:pt x="411606" y="87810"/>
                </a:lnTo>
                <a:lnTo>
                  <a:pt x="411597" y="88842"/>
                </a:lnTo>
                <a:lnTo>
                  <a:pt x="411606" y="89848"/>
                </a:lnTo>
                <a:lnTo>
                  <a:pt x="411632" y="90844"/>
                </a:lnTo>
                <a:lnTo>
                  <a:pt x="411677" y="91829"/>
                </a:lnTo>
                <a:lnTo>
                  <a:pt x="411739" y="92804"/>
                </a:lnTo>
                <a:lnTo>
                  <a:pt x="411819" y="93769"/>
                </a:lnTo>
                <a:lnTo>
                  <a:pt x="411917" y="94725"/>
                </a:lnTo>
                <a:lnTo>
                  <a:pt x="412032" y="95670"/>
                </a:lnTo>
                <a:lnTo>
                  <a:pt x="412166" y="96604"/>
                </a:lnTo>
                <a:lnTo>
                  <a:pt x="412317" y="97529"/>
                </a:lnTo>
                <a:lnTo>
                  <a:pt x="412486" y="98444"/>
                </a:lnTo>
                <a:lnTo>
                  <a:pt x="412672" y="99348"/>
                </a:lnTo>
                <a:lnTo>
                  <a:pt x="412877" y="100243"/>
                </a:lnTo>
                <a:lnTo>
                  <a:pt x="413099" y="101127"/>
                </a:lnTo>
                <a:lnTo>
                  <a:pt x="413339" y="102001"/>
                </a:lnTo>
                <a:lnTo>
                  <a:pt x="413597" y="102865"/>
                </a:lnTo>
                <a:lnTo>
                  <a:pt x="413872" y="103719"/>
                </a:lnTo>
                <a:lnTo>
                  <a:pt x="414166" y="104563"/>
                </a:lnTo>
                <a:lnTo>
                  <a:pt x="414477" y="105396"/>
                </a:lnTo>
                <a:lnTo>
                  <a:pt x="414805" y="106220"/>
                </a:lnTo>
                <a:lnTo>
                  <a:pt x="415152" y="107033"/>
                </a:lnTo>
                <a:lnTo>
                  <a:pt x="415517" y="107837"/>
                </a:lnTo>
                <a:lnTo>
                  <a:pt x="415899" y="108630"/>
                </a:lnTo>
                <a:lnTo>
                  <a:pt x="416299" y="109413"/>
                </a:lnTo>
                <a:lnTo>
                  <a:pt x="416716" y="110186"/>
                </a:lnTo>
                <a:lnTo>
                  <a:pt x="417150" y="110947"/>
                </a:lnTo>
                <a:lnTo>
                  <a:pt x="417598" y="111693"/>
                </a:lnTo>
                <a:lnTo>
                  <a:pt x="418060" y="112426"/>
                </a:lnTo>
                <a:lnTo>
                  <a:pt x="418537" y="113144"/>
                </a:lnTo>
                <a:lnTo>
                  <a:pt x="419027" y="113848"/>
                </a:lnTo>
                <a:lnTo>
                  <a:pt x="419532" y="114538"/>
                </a:lnTo>
                <a:lnTo>
                  <a:pt x="420051" y="115213"/>
                </a:lnTo>
                <a:lnTo>
                  <a:pt x="420584" y="115874"/>
                </a:lnTo>
                <a:lnTo>
                  <a:pt x="421132" y="116521"/>
                </a:lnTo>
                <a:lnTo>
                  <a:pt x="421693" y="117154"/>
                </a:lnTo>
                <a:lnTo>
                  <a:pt x="422269" y="117773"/>
                </a:lnTo>
                <a:lnTo>
                  <a:pt x="422859" y="118377"/>
                </a:lnTo>
                <a:lnTo>
                  <a:pt x="423464" y="118967"/>
                </a:lnTo>
                <a:lnTo>
                  <a:pt x="424082" y="119543"/>
                </a:lnTo>
                <a:lnTo>
                  <a:pt x="424715" y="120105"/>
                </a:lnTo>
                <a:lnTo>
                  <a:pt x="425362" y="120653"/>
                </a:lnTo>
                <a:lnTo>
                  <a:pt x="426023" y="121186"/>
                </a:lnTo>
                <a:lnTo>
                  <a:pt x="426698" y="121705"/>
                </a:lnTo>
                <a:lnTo>
                  <a:pt x="427388" y="122210"/>
                </a:lnTo>
                <a:lnTo>
                  <a:pt x="428092" y="122700"/>
                </a:lnTo>
                <a:lnTo>
                  <a:pt x="428810" y="123177"/>
                </a:lnTo>
                <a:lnTo>
                  <a:pt x="429542" y="123639"/>
                </a:lnTo>
                <a:lnTo>
                  <a:pt x="430288" y="124087"/>
                </a:lnTo>
                <a:lnTo>
                  <a:pt x="431049" y="124521"/>
                </a:lnTo>
                <a:lnTo>
                  <a:pt x="431822" y="124938"/>
                </a:lnTo>
                <a:lnTo>
                  <a:pt x="432604" y="125338"/>
                </a:lnTo>
                <a:lnTo>
                  <a:pt x="433396" y="125720"/>
                </a:lnTo>
                <a:lnTo>
                  <a:pt x="434197" y="126084"/>
                </a:lnTo>
                <a:lnTo>
                  <a:pt x="435008" y="126431"/>
                </a:lnTo>
                <a:lnTo>
                  <a:pt x="435829" y="126760"/>
                </a:lnTo>
                <a:lnTo>
                  <a:pt x="436659" y="127070"/>
                </a:lnTo>
                <a:lnTo>
                  <a:pt x="437499" y="127364"/>
                </a:lnTo>
                <a:lnTo>
                  <a:pt x="438348" y="127639"/>
                </a:lnTo>
                <a:lnTo>
                  <a:pt x="439207" y="127897"/>
                </a:lnTo>
                <a:lnTo>
                  <a:pt x="440075" y="128137"/>
                </a:lnTo>
                <a:lnTo>
                  <a:pt x="440953" y="128359"/>
                </a:lnTo>
                <a:lnTo>
                  <a:pt x="441841" y="128563"/>
                </a:lnTo>
                <a:lnTo>
                  <a:pt x="442738" y="128750"/>
                </a:lnTo>
                <a:lnTo>
                  <a:pt x="443645" y="128918"/>
                </a:lnTo>
                <a:lnTo>
                  <a:pt x="444561" y="129069"/>
                </a:lnTo>
                <a:lnTo>
                  <a:pt x="445487" y="129203"/>
                </a:lnTo>
                <a:lnTo>
                  <a:pt x="446422" y="129318"/>
                </a:lnTo>
                <a:lnTo>
                  <a:pt x="447367" y="129416"/>
                </a:lnTo>
                <a:lnTo>
                  <a:pt x="448322" y="129496"/>
                </a:lnTo>
                <a:lnTo>
                  <a:pt x="449286" y="129558"/>
                </a:lnTo>
                <a:lnTo>
                  <a:pt x="450260" y="129602"/>
                </a:lnTo>
                <a:lnTo>
                  <a:pt x="451243" y="129629"/>
                </a:lnTo>
                <a:lnTo>
                  <a:pt x="452236" y="129638"/>
                </a:lnTo>
                <a:lnTo>
                  <a:pt x="453008" y="129632"/>
                </a:lnTo>
                <a:lnTo>
                  <a:pt x="453773" y="129614"/>
                </a:lnTo>
                <a:lnTo>
                  <a:pt x="454533" y="129584"/>
                </a:lnTo>
                <a:lnTo>
                  <a:pt x="455286" y="129542"/>
                </a:lnTo>
                <a:lnTo>
                  <a:pt x="456033" y="129488"/>
                </a:lnTo>
                <a:lnTo>
                  <a:pt x="456775" y="129421"/>
                </a:lnTo>
                <a:lnTo>
                  <a:pt x="457510" y="129343"/>
                </a:lnTo>
                <a:lnTo>
                  <a:pt x="458240" y="129253"/>
                </a:lnTo>
                <a:lnTo>
                  <a:pt x="458963" y="129151"/>
                </a:lnTo>
                <a:lnTo>
                  <a:pt x="459680" y="129037"/>
                </a:lnTo>
                <a:lnTo>
                  <a:pt x="460392" y="128910"/>
                </a:lnTo>
                <a:lnTo>
                  <a:pt x="461097" y="128772"/>
                </a:lnTo>
                <a:lnTo>
                  <a:pt x="461796" y="128622"/>
                </a:lnTo>
                <a:lnTo>
                  <a:pt x="462489" y="128459"/>
                </a:lnTo>
                <a:lnTo>
                  <a:pt x="463176" y="128285"/>
                </a:lnTo>
                <a:lnTo>
                  <a:pt x="463858" y="128099"/>
                </a:lnTo>
                <a:lnTo>
                  <a:pt x="464533" y="127900"/>
                </a:lnTo>
                <a:lnTo>
                  <a:pt x="465202" y="127690"/>
                </a:lnTo>
                <a:lnTo>
                  <a:pt x="465865" y="127467"/>
                </a:lnTo>
                <a:lnTo>
                  <a:pt x="466522" y="127233"/>
                </a:lnTo>
                <a:lnTo>
                  <a:pt x="467173" y="126986"/>
                </a:lnTo>
                <a:lnTo>
                  <a:pt x="467818" y="126728"/>
                </a:lnTo>
                <a:lnTo>
                  <a:pt x="468457" y="126457"/>
                </a:lnTo>
                <a:lnTo>
                  <a:pt x="469090" y="126174"/>
                </a:lnTo>
                <a:lnTo>
                  <a:pt x="469716" y="125881"/>
                </a:lnTo>
                <a:lnTo>
                  <a:pt x="470334" y="125579"/>
                </a:lnTo>
                <a:lnTo>
                  <a:pt x="470943" y="125269"/>
                </a:lnTo>
                <a:lnTo>
                  <a:pt x="471545" y="124949"/>
                </a:lnTo>
                <a:lnTo>
                  <a:pt x="472138" y="124621"/>
                </a:lnTo>
                <a:lnTo>
                  <a:pt x="472723" y="124284"/>
                </a:lnTo>
                <a:lnTo>
                  <a:pt x="473300" y="123938"/>
                </a:lnTo>
                <a:lnTo>
                  <a:pt x="473868" y="123584"/>
                </a:lnTo>
                <a:lnTo>
                  <a:pt x="474429" y="123221"/>
                </a:lnTo>
                <a:lnTo>
                  <a:pt x="474981" y="122849"/>
                </a:lnTo>
                <a:lnTo>
                  <a:pt x="475525" y="122468"/>
                </a:lnTo>
                <a:lnTo>
                  <a:pt x="476061" y="122079"/>
                </a:lnTo>
                <a:lnTo>
                  <a:pt x="476588" y="121681"/>
                </a:lnTo>
                <a:lnTo>
                  <a:pt x="477108" y="121274"/>
                </a:lnTo>
                <a:lnTo>
                  <a:pt x="477619" y="120858"/>
                </a:lnTo>
                <a:lnTo>
                  <a:pt x="478122" y="120434"/>
                </a:lnTo>
                <a:lnTo>
                  <a:pt x="478617" y="120001"/>
                </a:lnTo>
                <a:lnTo>
                  <a:pt x="479103" y="119559"/>
                </a:lnTo>
                <a:lnTo>
                  <a:pt x="479582" y="119108"/>
                </a:lnTo>
                <a:lnTo>
                  <a:pt x="480052" y="118649"/>
                </a:lnTo>
                <a:lnTo>
                  <a:pt x="480514" y="118181"/>
                </a:lnTo>
                <a:lnTo>
                  <a:pt x="480967" y="117704"/>
                </a:lnTo>
                <a:lnTo>
                  <a:pt x="481413" y="117218"/>
                </a:lnTo>
                <a:lnTo>
                  <a:pt x="481850" y="116724"/>
                </a:lnTo>
                <a:lnTo>
                  <a:pt x="482278" y="116222"/>
                </a:lnTo>
                <a:lnTo>
                  <a:pt x="482696" y="115716"/>
                </a:lnTo>
                <a:lnTo>
                  <a:pt x="483103" y="115205"/>
                </a:lnTo>
                <a:lnTo>
                  <a:pt x="483500" y="114689"/>
                </a:lnTo>
                <a:lnTo>
                  <a:pt x="483886" y="114168"/>
                </a:lnTo>
                <a:lnTo>
                  <a:pt x="484263" y="113642"/>
                </a:lnTo>
                <a:lnTo>
                  <a:pt x="484628" y="113111"/>
                </a:lnTo>
                <a:lnTo>
                  <a:pt x="484983" y="112575"/>
                </a:lnTo>
                <a:lnTo>
                  <a:pt x="485328" y="112034"/>
                </a:lnTo>
                <a:lnTo>
                  <a:pt x="485663" y="111489"/>
                </a:lnTo>
                <a:lnTo>
                  <a:pt x="485987" y="110938"/>
                </a:lnTo>
                <a:lnTo>
                  <a:pt x="486300" y="110382"/>
                </a:lnTo>
                <a:lnTo>
                  <a:pt x="486604" y="109822"/>
                </a:lnTo>
                <a:lnTo>
                  <a:pt x="486897" y="109257"/>
                </a:lnTo>
                <a:lnTo>
                  <a:pt x="487179" y="108687"/>
                </a:lnTo>
                <a:lnTo>
                  <a:pt x="487451" y="108111"/>
                </a:lnTo>
                <a:lnTo>
                  <a:pt x="487713" y="107531"/>
                </a:lnTo>
                <a:lnTo>
                  <a:pt x="487964" y="106946"/>
                </a:lnTo>
                <a:lnTo>
                  <a:pt x="488205" y="106357"/>
                </a:lnTo>
                <a:lnTo>
                  <a:pt x="488435" y="105762"/>
                </a:lnTo>
                <a:lnTo>
                  <a:pt x="488655" y="105162"/>
                </a:lnTo>
                <a:lnTo>
                  <a:pt x="488865" y="104557"/>
                </a:lnTo>
                <a:lnTo>
                  <a:pt x="489064" y="103948"/>
                </a:lnTo>
                <a:lnTo>
                  <a:pt x="489253" y="103333"/>
                </a:lnTo>
                <a:lnTo>
                  <a:pt x="467515" y="103333"/>
                </a:lnTo>
                <a:lnTo>
                  <a:pt x="467355" y="103659"/>
                </a:lnTo>
                <a:lnTo>
                  <a:pt x="467187" y="103980"/>
                </a:lnTo>
                <a:lnTo>
                  <a:pt x="467012" y="104296"/>
                </a:lnTo>
                <a:lnTo>
                  <a:pt x="466831" y="104606"/>
                </a:lnTo>
                <a:lnTo>
                  <a:pt x="466643" y="104912"/>
                </a:lnTo>
                <a:lnTo>
                  <a:pt x="466448" y="105214"/>
                </a:lnTo>
                <a:lnTo>
                  <a:pt x="466246" y="105510"/>
                </a:lnTo>
                <a:lnTo>
                  <a:pt x="466037" y="105801"/>
                </a:lnTo>
                <a:lnTo>
                  <a:pt x="465821" y="106087"/>
                </a:lnTo>
                <a:lnTo>
                  <a:pt x="465599" y="106369"/>
                </a:lnTo>
                <a:lnTo>
                  <a:pt x="465370" y="106645"/>
                </a:lnTo>
                <a:lnTo>
                  <a:pt x="465134" y="106917"/>
                </a:lnTo>
                <a:lnTo>
                  <a:pt x="464891" y="107183"/>
                </a:lnTo>
                <a:lnTo>
                  <a:pt x="464641" y="107445"/>
                </a:lnTo>
                <a:lnTo>
                  <a:pt x="464384" y="107702"/>
                </a:lnTo>
                <a:lnTo>
                  <a:pt x="464121" y="107954"/>
                </a:lnTo>
                <a:lnTo>
                  <a:pt x="463850" y="108201"/>
                </a:lnTo>
                <a:lnTo>
                  <a:pt x="463573" y="108443"/>
                </a:lnTo>
                <a:lnTo>
                  <a:pt x="463289" y="108680"/>
                </a:lnTo>
                <a:lnTo>
                  <a:pt x="462998" y="108912"/>
                </a:lnTo>
                <a:lnTo>
                  <a:pt x="462700" y="109139"/>
                </a:lnTo>
                <a:lnTo>
                  <a:pt x="462396" y="109362"/>
                </a:lnTo>
                <a:lnTo>
                  <a:pt x="462084" y="109579"/>
                </a:lnTo>
                <a:lnTo>
                  <a:pt x="461766" y="109792"/>
                </a:lnTo>
                <a:lnTo>
                  <a:pt x="461441" y="109997"/>
                </a:lnTo>
                <a:lnTo>
                  <a:pt x="461109" y="110194"/>
                </a:lnTo>
                <a:lnTo>
                  <a:pt x="460770" y="110382"/>
                </a:lnTo>
                <a:lnTo>
                  <a:pt x="460425" y="110561"/>
                </a:lnTo>
                <a:lnTo>
                  <a:pt x="460072" y="110732"/>
                </a:lnTo>
                <a:lnTo>
                  <a:pt x="459713" y="110894"/>
                </a:lnTo>
                <a:lnTo>
                  <a:pt x="459347" y="111047"/>
                </a:lnTo>
                <a:lnTo>
                  <a:pt x="458974" y="111191"/>
                </a:lnTo>
                <a:lnTo>
                  <a:pt x="458595" y="111327"/>
                </a:lnTo>
                <a:lnTo>
                  <a:pt x="458208" y="111454"/>
                </a:lnTo>
                <a:lnTo>
                  <a:pt x="457815" y="111572"/>
                </a:lnTo>
                <a:lnTo>
                  <a:pt x="457415" y="111681"/>
                </a:lnTo>
                <a:lnTo>
                  <a:pt x="457008" y="111782"/>
                </a:lnTo>
                <a:lnTo>
                  <a:pt x="456594" y="111873"/>
                </a:lnTo>
                <a:lnTo>
                  <a:pt x="456173" y="111957"/>
                </a:lnTo>
                <a:lnTo>
                  <a:pt x="455746" y="112031"/>
                </a:lnTo>
                <a:lnTo>
                  <a:pt x="455311" y="112096"/>
                </a:lnTo>
                <a:lnTo>
                  <a:pt x="454870" y="112153"/>
                </a:lnTo>
                <a:lnTo>
                  <a:pt x="454422" y="112201"/>
                </a:lnTo>
                <a:lnTo>
                  <a:pt x="453967" y="112241"/>
                </a:lnTo>
                <a:lnTo>
                  <a:pt x="453506" y="112271"/>
                </a:lnTo>
                <a:lnTo>
                  <a:pt x="453037" y="112293"/>
                </a:lnTo>
                <a:lnTo>
                  <a:pt x="452562" y="112306"/>
                </a:lnTo>
                <a:lnTo>
                  <a:pt x="452080" y="112311"/>
                </a:lnTo>
                <a:lnTo>
                  <a:pt x="451597" y="112306"/>
                </a:lnTo>
                <a:lnTo>
                  <a:pt x="451118" y="112293"/>
                </a:lnTo>
                <a:lnTo>
                  <a:pt x="450645" y="112270"/>
                </a:lnTo>
                <a:lnTo>
                  <a:pt x="450176" y="112239"/>
                </a:lnTo>
                <a:lnTo>
                  <a:pt x="449713" y="112198"/>
                </a:lnTo>
                <a:lnTo>
                  <a:pt x="449254" y="112148"/>
                </a:lnTo>
                <a:lnTo>
                  <a:pt x="448800" y="112090"/>
                </a:lnTo>
                <a:lnTo>
                  <a:pt x="448352" y="112022"/>
                </a:lnTo>
                <a:lnTo>
                  <a:pt x="447908" y="111945"/>
                </a:lnTo>
                <a:lnTo>
                  <a:pt x="447469" y="111860"/>
                </a:lnTo>
                <a:lnTo>
                  <a:pt x="447035" y="111765"/>
                </a:lnTo>
                <a:lnTo>
                  <a:pt x="446606" y="111661"/>
                </a:lnTo>
                <a:lnTo>
                  <a:pt x="446182" y="111548"/>
                </a:lnTo>
                <a:lnTo>
                  <a:pt x="445762" y="111427"/>
                </a:lnTo>
                <a:lnTo>
                  <a:pt x="445348" y="111296"/>
                </a:lnTo>
                <a:lnTo>
                  <a:pt x="444939" y="111156"/>
                </a:lnTo>
                <a:lnTo>
                  <a:pt x="444534" y="111007"/>
                </a:lnTo>
                <a:lnTo>
                  <a:pt x="444135" y="110849"/>
                </a:lnTo>
                <a:lnTo>
                  <a:pt x="443740" y="110682"/>
                </a:lnTo>
                <a:lnTo>
                  <a:pt x="443350" y="110506"/>
                </a:lnTo>
                <a:lnTo>
                  <a:pt x="442966" y="110321"/>
                </a:lnTo>
                <a:lnTo>
                  <a:pt x="442586" y="110127"/>
                </a:lnTo>
                <a:lnTo>
                  <a:pt x="442211" y="109925"/>
                </a:lnTo>
                <a:lnTo>
                  <a:pt x="441841" y="109712"/>
                </a:lnTo>
                <a:lnTo>
                  <a:pt x="441477" y="109492"/>
                </a:lnTo>
                <a:lnTo>
                  <a:pt x="441119" y="109264"/>
                </a:lnTo>
                <a:lnTo>
                  <a:pt x="440769" y="109028"/>
                </a:lnTo>
                <a:lnTo>
                  <a:pt x="440425" y="108785"/>
                </a:lnTo>
                <a:lnTo>
                  <a:pt x="440088" y="108534"/>
                </a:lnTo>
                <a:lnTo>
                  <a:pt x="439759" y="108275"/>
                </a:lnTo>
                <a:lnTo>
                  <a:pt x="439435" y="108009"/>
                </a:lnTo>
                <a:lnTo>
                  <a:pt x="439119" y="107735"/>
                </a:lnTo>
                <a:lnTo>
                  <a:pt x="438810" y="107454"/>
                </a:lnTo>
                <a:lnTo>
                  <a:pt x="438507" y="107164"/>
                </a:lnTo>
                <a:lnTo>
                  <a:pt x="438211" y="106867"/>
                </a:lnTo>
                <a:lnTo>
                  <a:pt x="437922" y="106563"/>
                </a:lnTo>
                <a:lnTo>
                  <a:pt x="437640" y="106250"/>
                </a:lnTo>
                <a:lnTo>
                  <a:pt x="437365" y="105930"/>
                </a:lnTo>
                <a:lnTo>
                  <a:pt x="437097" y="105603"/>
                </a:lnTo>
                <a:lnTo>
                  <a:pt x="436835" y="105268"/>
                </a:lnTo>
                <a:lnTo>
                  <a:pt x="436580" y="104925"/>
                </a:lnTo>
                <a:lnTo>
                  <a:pt x="436332" y="104574"/>
                </a:lnTo>
                <a:lnTo>
                  <a:pt x="436091" y="104216"/>
                </a:lnTo>
                <a:lnTo>
                  <a:pt x="435857" y="103850"/>
                </a:lnTo>
                <a:lnTo>
                  <a:pt x="435629" y="103476"/>
                </a:lnTo>
                <a:lnTo>
                  <a:pt x="435409" y="103095"/>
                </a:lnTo>
                <a:lnTo>
                  <a:pt x="435195" y="102706"/>
                </a:lnTo>
                <a:lnTo>
                  <a:pt x="434988" y="102310"/>
                </a:lnTo>
                <a:lnTo>
                  <a:pt x="434789" y="101906"/>
                </a:lnTo>
                <a:lnTo>
                  <a:pt x="434598" y="101497"/>
                </a:lnTo>
                <a:lnTo>
                  <a:pt x="434416" y="101083"/>
                </a:lnTo>
                <a:lnTo>
                  <a:pt x="434242" y="100662"/>
                </a:lnTo>
                <a:lnTo>
                  <a:pt x="434077" y="100236"/>
                </a:lnTo>
                <a:lnTo>
                  <a:pt x="433920" y="99804"/>
                </a:lnTo>
                <a:lnTo>
                  <a:pt x="433771" y="99366"/>
                </a:lnTo>
                <a:lnTo>
                  <a:pt x="433632" y="98923"/>
                </a:lnTo>
                <a:lnTo>
                  <a:pt x="433500" y="98473"/>
                </a:lnTo>
                <a:lnTo>
                  <a:pt x="433377" y="98019"/>
                </a:lnTo>
                <a:lnTo>
                  <a:pt x="433263" y="97558"/>
                </a:lnTo>
                <a:lnTo>
                  <a:pt x="433157" y="97091"/>
                </a:lnTo>
                <a:lnTo>
                  <a:pt x="433059" y="96619"/>
                </a:lnTo>
                <a:lnTo>
                  <a:pt x="432970" y="96141"/>
                </a:lnTo>
                <a:lnTo>
                  <a:pt x="432890" y="95658"/>
                </a:lnTo>
                <a:lnTo>
                  <a:pt x="432818" y="95168"/>
                </a:lnTo>
                <a:lnTo>
                  <a:pt x="432754" y="94673"/>
                </a:lnTo>
                <a:lnTo>
                  <a:pt x="432699" y="94172"/>
                </a:lnTo>
                <a:lnTo>
                  <a:pt x="432652" y="93666"/>
                </a:lnTo>
                <a:lnTo>
                  <a:pt x="432621" y="93253"/>
                </a:lnTo>
                <a:lnTo>
                  <a:pt x="491142" y="93253"/>
                </a:lnTo>
                <a:lnTo>
                  <a:pt x="491168" y="93082"/>
                </a:lnTo>
                <a:lnTo>
                  <a:pt x="491193" y="92912"/>
                </a:lnTo>
                <a:lnTo>
                  <a:pt x="491217" y="92742"/>
                </a:lnTo>
                <a:close/>
                <a:moveTo>
                  <a:pt x="433430" y="78385"/>
                </a:moveTo>
                <a:lnTo>
                  <a:pt x="433561" y="77876"/>
                </a:lnTo>
                <a:lnTo>
                  <a:pt x="433701" y="77377"/>
                </a:lnTo>
                <a:lnTo>
                  <a:pt x="433850" y="76887"/>
                </a:lnTo>
                <a:lnTo>
                  <a:pt x="434008" y="76407"/>
                </a:lnTo>
                <a:lnTo>
                  <a:pt x="434175" y="75936"/>
                </a:lnTo>
                <a:lnTo>
                  <a:pt x="434351" y="75474"/>
                </a:lnTo>
                <a:lnTo>
                  <a:pt x="434535" y="75021"/>
                </a:lnTo>
                <a:lnTo>
                  <a:pt x="434729" y="74578"/>
                </a:lnTo>
                <a:lnTo>
                  <a:pt x="434932" y="74144"/>
                </a:lnTo>
                <a:lnTo>
                  <a:pt x="435144" y="73719"/>
                </a:lnTo>
                <a:lnTo>
                  <a:pt x="435365" y="73304"/>
                </a:lnTo>
                <a:lnTo>
                  <a:pt x="435592" y="72897"/>
                </a:lnTo>
                <a:lnTo>
                  <a:pt x="435825" y="72500"/>
                </a:lnTo>
                <a:lnTo>
                  <a:pt x="436066" y="72111"/>
                </a:lnTo>
                <a:lnTo>
                  <a:pt x="436313" y="71732"/>
                </a:lnTo>
                <a:lnTo>
                  <a:pt x="436568" y="71362"/>
                </a:lnTo>
                <a:lnTo>
                  <a:pt x="436829" y="71000"/>
                </a:lnTo>
                <a:lnTo>
                  <a:pt x="437097" y="70648"/>
                </a:lnTo>
                <a:lnTo>
                  <a:pt x="437371" y="70305"/>
                </a:lnTo>
                <a:lnTo>
                  <a:pt x="437653" y="69970"/>
                </a:lnTo>
                <a:lnTo>
                  <a:pt x="437941" y="69645"/>
                </a:lnTo>
                <a:lnTo>
                  <a:pt x="438237" y="69329"/>
                </a:lnTo>
                <a:lnTo>
                  <a:pt x="438539" y="69021"/>
                </a:lnTo>
                <a:lnTo>
                  <a:pt x="438848" y="68723"/>
                </a:lnTo>
                <a:lnTo>
                  <a:pt x="439163" y="68434"/>
                </a:lnTo>
                <a:lnTo>
                  <a:pt x="439486" y="68154"/>
                </a:lnTo>
                <a:lnTo>
                  <a:pt x="439815" y="67883"/>
                </a:lnTo>
                <a:lnTo>
                  <a:pt x="440151" y="67620"/>
                </a:lnTo>
                <a:lnTo>
                  <a:pt x="440494" y="67367"/>
                </a:lnTo>
                <a:lnTo>
                  <a:pt x="440844" y="67123"/>
                </a:lnTo>
                <a:lnTo>
                  <a:pt x="441201" y="66888"/>
                </a:lnTo>
                <a:lnTo>
                  <a:pt x="441564" y="66662"/>
                </a:lnTo>
                <a:lnTo>
                  <a:pt x="441935" y="66445"/>
                </a:lnTo>
                <a:lnTo>
                  <a:pt x="442312" y="66237"/>
                </a:lnTo>
                <a:lnTo>
                  <a:pt x="442694" y="66038"/>
                </a:lnTo>
                <a:lnTo>
                  <a:pt x="443079" y="65847"/>
                </a:lnTo>
                <a:lnTo>
                  <a:pt x="443466" y="65665"/>
                </a:lnTo>
                <a:lnTo>
                  <a:pt x="443857" y="65491"/>
                </a:lnTo>
                <a:lnTo>
                  <a:pt x="444250" y="65326"/>
                </a:lnTo>
                <a:lnTo>
                  <a:pt x="444646" y="65169"/>
                </a:lnTo>
                <a:lnTo>
                  <a:pt x="445044" y="65020"/>
                </a:lnTo>
                <a:lnTo>
                  <a:pt x="445445" y="64880"/>
                </a:lnTo>
                <a:lnTo>
                  <a:pt x="445849" y="64749"/>
                </a:lnTo>
                <a:lnTo>
                  <a:pt x="446256" y="64626"/>
                </a:lnTo>
                <a:lnTo>
                  <a:pt x="446665" y="64512"/>
                </a:lnTo>
                <a:lnTo>
                  <a:pt x="447077" y="64406"/>
                </a:lnTo>
                <a:lnTo>
                  <a:pt x="447492" y="64308"/>
                </a:lnTo>
                <a:lnTo>
                  <a:pt x="447910" y="64219"/>
                </a:lnTo>
                <a:lnTo>
                  <a:pt x="448330" y="64138"/>
                </a:lnTo>
                <a:lnTo>
                  <a:pt x="448753" y="64066"/>
                </a:lnTo>
                <a:lnTo>
                  <a:pt x="449179" y="64003"/>
                </a:lnTo>
                <a:lnTo>
                  <a:pt x="449608" y="63948"/>
                </a:lnTo>
                <a:lnTo>
                  <a:pt x="450039" y="63901"/>
                </a:lnTo>
                <a:lnTo>
                  <a:pt x="450473" y="63863"/>
                </a:lnTo>
                <a:lnTo>
                  <a:pt x="450910" y="63833"/>
                </a:lnTo>
                <a:lnTo>
                  <a:pt x="451349" y="63812"/>
                </a:lnTo>
                <a:lnTo>
                  <a:pt x="451791" y="63799"/>
                </a:lnTo>
                <a:lnTo>
                  <a:pt x="452236" y="63795"/>
                </a:lnTo>
                <a:lnTo>
                  <a:pt x="452849" y="63803"/>
                </a:lnTo>
                <a:lnTo>
                  <a:pt x="453453" y="63826"/>
                </a:lnTo>
                <a:lnTo>
                  <a:pt x="454049" y="63864"/>
                </a:lnTo>
                <a:lnTo>
                  <a:pt x="454636" y="63918"/>
                </a:lnTo>
                <a:lnTo>
                  <a:pt x="455215" y="63986"/>
                </a:lnTo>
                <a:lnTo>
                  <a:pt x="455785" y="64071"/>
                </a:lnTo>
                <a:lnTo>
                  <a:pt x="456347" y="64170"/>
                </a:lnTo>
                <a:lnTo>
                  <a:pt x="456900" y="64285"/>
                </a:lnTo>
                <a:lnTo>
                  <a:pt x="457445" y="64415"/>
                </a:lnTo>
                <a:lnTo>
                  <a:pt x="457981" y="64561"/>
                </a:lnTo>
                <a:lnTo>
                  <a:pt x="458509" y="64722"/>
                </a:lnTo>
                <a:lnTo>
                  <a:pt x="459029" y="64898"/>
                </a:lnTo>
                <a:lnTo>
                  <a:pt x="459539" y="65089"/>
                </a:lnTo>
                <a:lnTo>
                  <a:pt x="460042" y="65296"/>
                </a:lnTo>
                <a:lnTo>
                  <a:pt x="460536" y="65518"/>
                </a:lnTo>
                <a:lnTo>
                  <a:pt x="461021" y="65755"/>
                </a:lnTo>
                <a:lnTo>
                  <a:pt x="461498" y="66008"/>
                </a:lnTo>
                <a:lnTo>
                  <a:pt x="461967" y="66276"/>
                </a:lnTo>
                <a:lnTo>
                  <a:pt x="462427" y="66559"/>
                </a:lnTo>
                <a:lnTo>
                  <a:pt x="462878" y="66858"/>
                </a:lnTo>
                <a:lnTo>
                  <a:pt x="463322" y="67172"/>
                </a:lnTo>
                <a:lnTo>
                  <a:pt x="463756" y="67501"/>
                </a:lnTo>
                <a:lnTo>
                  <a:pt x="464182" y="67846"/>
                </a:lnTo>
                <a:lnTo>
                  <a:pt x="464600" y="68206"/>
                </a:lnTo>
                <a:lnTo>
                  <a:pt x="465006" y="68579"/>
                </a:lnTo>
                <a:lnTo>
                  <a:pt x="465396" y="68964"/>
                </a:lnTo>
                <a:lnTo>
                  <a:pt x="465771" y="69360"/>
                </a:lnTo>
                <a:lnTo>
                  <a:pt x="466130" y="69768"/>
                </a:lnTo>
                <a:lnTo>
                  <a:pt x="466473" y="70187"/>
                </a:lnTo>
                <a:lnTo>
                  <a:pt x="466801" y="70618"/>
                </a:lnTo>
                <a:lnTo>
                  <a:pt x="467113" y="71060"/>
                </a:lnTo>
                <a:lnTo>
                  <a:pt x="467410" y="71514"/>
                </a:lnTo>
                <a:lnTo>
                  <a:pt x="467691" y="71979"/>
                </a:lnTo>
                <a:lnTo>
                  <a:pt x="467957" y="72456"/>
                </a:lnTo>
                <a:lnTo>
                  <a:pt x="468207" y="72944"/>
                </a:lnTo>
                <a:lnTo>
                  <a:pt x="468441" y="73444"/>
                </a:lnTo>
                <a:lnTo>
                  <a:pt x="468660" y="73955"/>
                </a:lnTo>
                <a:lnTo>
                  <a:pt x="468863" y="74477"/>
                </a:lnTo>
                <a:lnTo>
                  <a:pt x="469050" y="75012"/>
                </a:lnTo>
                <a:lnTo>
                  <a:pt x="469222" y="75557"/>
                </a:lnTo>
                <a:lnTo>
                  <a:pt x="469379" y="76114"/>
                </a:lnTo>
                <a:lnTo>
                  <a:pt x="469519" y="76683"/>
                </a:lnTo>
                <a:lnTo>
                  <a:pt x="469645" y="77263"/>
                </a:lnTo>
                <a:lnTo>
                  <a:pt x="469754" y="77855"/>
                </a:lnTo>
                <a:lnTo>
                  <a:pt x="469848" y="78458"/>
                </a:lnTo>
                <a:lnTo>
                  <a:pt x="469927" y="79073"/>
                </a:lnTo>
                <a:lnTo>
                  <a:pt x="469990" y="79699"/>
                </a:lnTo>
                <a:lnTo>
                  <a:pt x="470037" y="80336"/>
                </a:lnTo>
                <a:lnTo>
                  <a:pt x="433028" y="80336"/>
                </a:lnTo>
                <a:lnTo>
                  <a:pt x="433092" y="79966"/>
                </a:lnTo>
                <a:lnTo>
                  <a:pt x="433196" y="79430"/>
                </a:lnTo>
                <a:lnTo>
                  <a:pt x="433309" y="78903"/>
                </a:lnTo>
                <a:lnTo>
                  <a:pt x="433430" y="78385"/>
                </a:lnTo>
                <a:close/>
                <a:moveTo>
                  <a:pt x="699812" y="129286"/>
                </a:moveTo>
                <a:lnTo>
                  <a:pt x="700984" y="129131"/>
                </a:lnTo>
                <a:lnTo>
                  <a:pt x="702139" y="128948"/>
                </a:lnTo>
                <a:lnTo>
                  <a:pt x="703278" y="128737"/>
                </a:lnTo>
                <a:lnTo>
                  <a:pt x="704401" y="128497"/>
                </a:lnTo>
                <a:lnTo>
                  <a:pt x="705508" y="128230"/>
                </a:lnTo>
                <a:lnTo>
                  <a:pt x="706599" y="127934"/>
                </a:lnTo>
                <a:lnTo>
                  <a:pt x="707674" y="127610"/>
                </a:lnTo>
                <a:lnTo>
                  <a:pt x="708732" y="127258"/>
                </a:lnTo>
                <a:lnTo>
                  <a:pt x="709774" y="126878"/>
                </a:lnTo>
                <a:lnTo>
                  <a:pt x="710801" y="126469"/>
                </a:lnTo>
                <a:lnTo>
                  <a:pt x="711811" y="126033"/>
                </a:lnTo>
                <a:lnTo>
                  <a:pt x="712805" y="125568"/>
                </a:lnTo>
                <a:lnTo>
                  <a:pt x="713782" y="125075"/>
                </a:lnTo>
                <a:lnTo>
                  <a:pt x="714744" y="124554"/>
                </a:lnTo>
                <a:lnTo>
                  <a:pt x="715690" y="124005"/>
                </a:lnTo>
                <a:lnTo>
                  <a:pt x="716619" y="123427"/>
                </a:lnTo>
                <a:lnTo>
                  <a:pt x="717532" y="122822"/>
                </a:lnTo>
                <a:lnTo>
                  <a:pt x="718429" y="122188"/>
                </a:lnTo>
                <a:lnTo>
                  <a:pt x="719310" y="121526"/>
                </a:lnTo>
                <a:lnTo>
                  <a:pt x="720170" y="120840"/>
                </a:lnTo>
                <a:lnTo>
                  <a:pt x="721003" y="120135"/>
                </a:lnTo>
                <a:lnTo>
                  <a:pt x="721810" y="119411"/>
                </a:lnTo>
                <a:lnTo>
                  <a:pt x="722590" y="118667"/>
                </a:lnTo>
                <a:lnTo>
                  <a:pt x="723343" y="117903"/>
                </a:lnTo>
                <a:lnTo>
                  <a:pt x="724070" y="117121"/>
                </a:lnTo>
                <a:lnTo>
                  <a:pt x="724771" y="116318"/>
                </a:lnTo>
                <a:lnTo>
                  <a:pt x="725445" y="115497"/>
                </a:lnTo>
                <a:lnTo>
                  <a:pt x="726092" y="114656"/>
                </a:lnTo>
                <a:lnTo>
                  <a:pt x="726713" y="113795"/>
                </a:lnTo>
                <a:lnTo>
                  <a:pt x="727308" y="112916"/>
                </a:lnTo>
                <a:lnTo>
                  <a:pt x="727875" y="112016"/>
                </a:lnTo>
                <a:lnTo>
                  <a:pt x="728417" y="111098"/>
                </a:lnTo>
                <a:lnTo>
                  <a:pt x="728932" y="110160"/>
                </a:lnTo>
                <a:lnTo>
                  <a:pt x="729420" y="109202"/>
                </a:lnTo>
                <a:lnTo>
                  <a:pt x="729882" y="108225"/>
                </a:lnTo>
                <a:lnTo>
                  <a:pt x="730317" y="107229"/>
                </a:lnTo>
                <a:lnTo>
                  <a:pt x="730726" y="106213"/>
                </a:lnTo>
                <a:lnTo>
                  <a:pt x="731108" y="105178"/>
                </a:lnTo>
                <a:lnTo>
                  <a:pt x="731464" y="104124"/>
                </a:lnTo>
                <a:lnTo>
                  <a:pt x="731793" y="103050"/>
                </a:lnTo>
                <a:lnTo>
                  <a:pt x="732095" y="101956"/>
                </a:lnTo>
                <a:lnTo>
                  <a:pt x="732372" y="100844"/>
                </a:lnTo>
                <a:lnTo>
                  <a:pt x="732621" y="99711"/>
                </a:lnTo>
                <a:lnTo>
                  <a:pt x="710095" y="99711"/>
                </a:lnTo>
                <a:lnTo>
                  <a:pt x="710014" y="100024"/>
                </a:lnTo>
                <a:lnTo>
                  <a:pt x="709928" y="100333"/>
                </a:lnTo>
                <a:lnTo>
                  <a:pt x="709837" y="100638"/>
                </a:lnTo>
                <a:lnTo>
                  <a:pt x="709741" y="100938"/>
                </a:lnTo>
                <a:lnTo>
                  <a:pt x="709640" y="101235"/>
                </a:lnTo>
                <a:lnTo>
                  <a:pt x="709534" y="101527"/>
                </a:lnTo>
                <a:lnTo>
                  <a:pt x="709423" y="101815"/>
                </a:lnTo>
                <a:lnTo>
                  <a:pt x="709308" y="102099"/>
                </a:lnTo>
                <a:lnTo>
                  <a:pt x="709187" y="102379"/>
                </a:lnTo>
                <a:lnTo>
                  <a:pt x="709062" y="102656"/>
                </a:lnTo>
                <a:lnTo>
                  <a:pt x="708931" y="102927"/>
                </a:lnTo>
                <a:lnTo>
                  <a:pt x="708796" y="103195"/>
                </a:lnTo>
                <a:lnTo>
                  <a:pt x="708656" y="103459"/>
                </a:lnTo>
                <a:lnTo>
                  <a:pt x="708511" y="103719"/>
                </a:lnTo>
                <a:lnTo>
                  <a:pt x="708360" y="103974"/>
                </a:lnTo>
                <a:lnTo>
                  <a:pt x="708205" y="104226"/>
                </a:lnTo>
                <a:lnTo>
                  <a:pt x="708045" y="104473"/>
                </a:lnTo>
                <a:lnTo>
                  <a:pt x="707881" y="104716"/>
                </a:lnTo>
                <a:lnTo>
                  <a:pt x="707711" y="104956"/>
                </a:lnTo>
                <a:lnTo>
                  <a:pt x="707536" y="105191"/>
                </a:lnTo>
                <a:lnTo>
                  <a:pt x="707356" y="105422"/>
                </a:lnTo>
                <a:lnTo>
                  <a:pt x="707172" y="105649"/>
                </a:lnTo>
                <a:lnTo>
                  <a:pt x="706982" y="105872"/>
                </a:lnTo>
                <a:lnTo>
                  <a:pt x="706788" y="106090"/>
                </a:lnTo>
                <a:lnTo>
                  <a:pt x="706589" y="106305"/>
                </a:lnTo>
                <a:lnTo>
                  <a:pt x="706387" y="106515"/>
                </a:lnTo>
                <a:lnTo>
                  <a:pt x="706181" y="106721"/>
                </a:lnTo>
                <a:lnTo>
                  <a:pt x="705972" y="106924"/>
                </a:lnTo>
                <a:lnTo>
                  <a:pt x="705759" y="107122"/>
                </a:lnTo>
                <a:lnTo>
                  <a:pt x="705543" y="107316"/>
                </a:lnTo>
                <a:lnTo>
                  <a:pt x="705323" y="107506"/>
                </a:lnTo>
                <a:lnTo>
                  <a:pt x="705099" y="107691"/>
                </a:lnTo>
                <a:lnTo>
                  <a:pt x="704872" y="107873"/>
                </a:lnTo>
                <a:lnTo>
                  <a:pt x="704641" y="108051"/>
                </a:lnTo>
                <a:lnTo>
                  <a:pt x="704407" y="108224"/>
                </a:lnTo>
                <a:lnTo>
                  <a:pt x="704169" y="108394"/>
                </a:lnTo>
                <a:lnTo>
                  <a:pt x="703928" y="108559"/>
                </a:lnTo>
                <a:lnTo>
                  <a:pt x="703683" y="108720"/>
                </a:lnTo>
                <a:lnTo>
                  <a:pt x="703435" y="108877"/>
                </a:lnTo>
                <a:lnTo>
                  <a:pt x="703183" y="109030"/>
                </a:lnTo>
                <a:lnTo>
                  <a:pt x="702927" y="109179"/>
                </a:lnTo>
                <a:lnTo>
                  <a:pt x="702668" y="109324"/>
                </a:lnTo>
                <a:lnTo>
                  <a:pt x="702405" y="109465"/>
                </a:lnTo>
                <a:lnTo>
                  <a:pt x="702139" y="109601"/>
                </a:lnTo>
                <a:lnTo>
                  <a:pt x="701869" y="109734"/>
                </a:lnTo>
                <a:lnTo>
                  <a:pt x="701596" y="109862"/>
                </a:lnTo>
                <a:lnTo>
                  <a:pt x="701319" y="109986"/>
                </a:lnTo>
                <a:lnTo>
                  <a:pt x="701039" y="110107"/>
                </a:lnTo>
                <a:lnTo>
                  <a:pt x="700755" y="110222"/>
                </a:lnTo>
                <a:lnTo>
                  <a:pt x="700469" y="110333"/>
                </a:lnTo>
                <a:lnTo>
                  <a:pt x="700181" y="110439"/>
                </a:lnTo>
                <a:lnTo>
                  <a:pt x="699890" y="110540"/>
                </a:lnTo>
                <a:lnTo>
                  <a:pt x="699597" y="110636"/>
                </a:lnTo>
                <a:lnTo>
                  <a:pt x="699301" y="110727"/>
                </a:lnTo>
                <a:lnTo>
                  <a:pt x="699003" y="110813"/>
                </a:lnTo>
                <a:lnTo>
                  <a:pt x="698702" y="110895"/>
                </a:lnTo>
                <a:lnTo>
                  <a:pt x="698399" y="110971"/>
                </a:lnTo>
                <a:lnTo>
                  <a:pt x="698093" y="111042"/>
                </a:lnTo>
                <a:lnTo>
                  <a:pt x="697785" y="111109"/>
                </a:lnTo>
                <a:lnTo>
                  <a:pt x="697475" y="111170"/>
                </a:lnTo>
                <a:lnTo>
                  <a:pt x="697162" y="111227"/>
                </a:lnTo>
                <a:lnTo>
                  <a:pt x="696846" y="111279"/>
                </a:lnTo>
                <a:lnTo>
                  <a:pt x="696528" y="111325"/>
                </a:lnTo>
                <a:lnTo>
                  <a:pt x="696208" y="111367"/>
                </a:lnTo>
                <a:lnTo>
                  <a:pt x="695885" y="111404"/>
                </a:lnTo>
                <a:lnTo>
                  <a:pt x="695560" y="111436"/>
                </a:lnTo>
                <a:lnTo>
                  <a:pt x="695232" y="111463"/>
                </a:lnTo>
                <a:lnTo>
                  <a:pt x="694902" y="111485"/>
                </a:lnTo>
                <a:lnTo>
                  <a:pt x="694569" y="111503"/>
                </a:lnTo>
                <a:lnTo>
                  <a:pt x="694234" y="111515"/>
                </a:lnTo>
                <a:lnTo>
                  <a:pt x="693896" y="111522"/>
                </a:lnTo>
                <a:lnTo>
                  <a:pt x="693556" y="111525"/>
                </a:lnTo>
                <a:lnTo>
                  <a:pt x="693216" y="111522"/>
                </a:lnTo>
                <a:lnTo>
                  <a:pt x="692878" y="111514"/>
                </a:lnTo>
                <a:lnTo>
                  <a:pt x="692541" y="111500"/>
                </a:lnTo>
                <a:lnTo>
                  <a:pt x="692206" y="111481"/>
                </a:lnTo>
                <a:lnTo>
                  <a:pt x="691874" y="111456"/>
                </a:lnTo>
                <a:lnTo>
                  <a:pt x="691543" y="111426"/>
                </a:lnTo>
                <a:lnTo>
                  <a:pt x="691214" y="111391"/>
                </a:lnTo>
                <a:lnTo>
                  <a:pt x="690887" y="111350"/>
                </a:lnTo>
                <a:lnTo>
                  <a:pt x="690562" y="111303"/>
                </a:lnTo>
                <a:lnTo>
                  <a:pt x="690239" y="111251"/>
                </a:lnTo>
                <a:lnTo>
                  <a:pt x="689918" y="111194"/>
                </a:lnTo>
                <a:lnTo>
                  <a:pt x="689598" y="111131"/>
                </a:lnTo>
                <a:lnTo>
                  <a:pt x="689281" y="111063"/>
                </a:lnTo>
                <a:lnTo>
                  <a:pt x="688965" y="110989"/>
                </a:lnTo>
                <a:lnTo>
                  <a:pt x="688652" y="110910"/>
                </a:lnTo>
                <a:lnTo>
                  <a:pt x="688340" y="110825"/>
                </a:lnTo>
                <a:lnTo>
                  <a:pt x="688030" y="110735"/>
                </a:lnTo>
                <a:lnTo>
                  <a:pt x="687722" y="110639"/>
                </a:lnTo>
                <a:lnTo>
                  <a:pt x="687416" y="110538"/>
                </a:lnTo>
                <a:lnTo>
                  <a:pt x="687112" y="110431"/>
                </a:lnTo>
                <a:lnTo>
                  <a:pt x="686810" y="110319"/>
                </a:lnTo>
                <a:lnTo>
                  <a:pt x="686510" y="110202"/>
                </a:lnTo>
                <a:lnTo>
                  <a:pt x="686212" y="110079"/>
                </a:lnTo>
                <a:lnTo>
                  <a:pt x="685915" y="109950"/>
                </a:lnTo>
                <a:lnTo>
                  <a:pt x="685622" y="109816"/>
                </a:lnTo>
                <a:lnTo>
                  <a:pt x="685332" y="109677"/>
                </a:lnTo>
                <a:lnTo>
                  <a:pt x="685046" y="109533"/>
                </a:lnTo>
                <a:lnTo>
                  <a:pt x="684763" y="109383"/>
                </a:lnTo>
                <a:lnTo>
                  <a:pt x="684484" y="109229"/>
                </a:lnTo>
                <a:lnTo>
                  <a:pt x="684208" y="109069"/>
                </a:lnTo>
                <a:lnTo>
                  <a:pt x="683936" y="108904"/>
                </a:lnTo>
                <a:lnTo>
                  <a:pt x="683667" y="108733"/>
                </a:lnTo>
                <a:lnTo>
                  <a:pt x="683402" y="108558"/>
                </a:lnTo>
                <a:lnTo>
                  <a:pt x="683140" y="108377"/>
                </a:lnTo>
                <a:lnTo>
                  <a:pt x="682882" y="108191"/>
                </a:lnTo>
                <a:lnTo>
                  <a:pt x="682628" y="108000"/>
                </a:lnTo>
                <a:lnTo>
                  <a:pt x="682377" y="107804"/>
                </a:lnTo>
                <a:lnTo>
                  <a:pt x="682130" y="107602"/>
                </a:lnTo>
                <a:lnTo>
                  <a:pt x="681886" y="107396"/>
                </a:lnTo>
                <a:lnTo>
                  <a:pt x="681646" y="107184"/>
                </a:lnTo>
                <a:lnTo>
                  <a:pt x="681409" y="106967"/>
                </a:lnTo>
                <a:lnTo>
                  <a:pt x="681176" y="106744"/>
                </a:lnTo>
                <a:lnTo>
                  <a:pt x="680946" y="106517"/>
                </a:lnTo>
                <a:lnTo>
                  <a:pt x="680720" y="106284"/>
                </a:lnTo>
                <a:lnTo>
                  <a:pt x="680498" y="106047"/>
                </a:lnTo>
                <a:lnTo>
                  <a:pt x="680279" y="105804"/>
                </a:lnTo>
                <a:lnTo>
                  <a:pt x="680063" y="105555"/>
                </a:lnTo>
                <a:lnTo>
                  <a:pt x="679851" y="105302"/>
                </a:lnTo>
                <a:lnTo>
                  <a:pt x="679643" y="105044"/>
                </a:lnTo>
                <a:lnTo>
                  <a:pt x="679439" y="104781"/>
                </a:lnTo>
                <a:lnTo>
                  <a:pt x="679238" y="104514"/>
                </a:lnTo>
                <a:lnTo>
                  <a:pt x="679041" y="104243"/>
                </a:lnTo>
                <a:lnTo>
                  <a:pt x="678849" y="103967"/>
                </a:lnTo>
                <a:lnTo>
                  <a:pt x="678660" y="103687"/>
                </a:lnTo>
                <a:lnTo>
                  <a:pt x="678474" y="103403"/>
                </a:lnTo>
                <a:lnTo>
                  <a:pt x="678293" y="103114"/>
                </a:lnTo>
                <a:lnTo>
                  <a:pt x="678115" y="102821"/>
                </a:lnTo>
                <a:lnTo>
                  <a:pt x="677942" y="102524"/>
                </a:lnTo>
                <a:lnTo>
                  <a:pt x="677772" y="102222"/>
                </a:lnTo>
                <a:lnTo>
                  <a:pt x="677606" y="101915"/>
                </a:lnTo>
                <a:lnTo>
                  <a:pt x="677444" y="101605"/>
                </a:lnTo>
                <a:lnTo>
                  <a:pt x="677285" y="101290"/>
                </a:lnTo>
                <a:lnTo>
                  <a:pt x="677131" y="100970"/>
                </a:lnTo>
                <a:lnTo>
                  <a:pt x="676980" y="100647"/>
                </a:lnTo>
                <a:lnTo>
                  <a:pt x="676833" y="100318"/>
                </a:lnTo>
                <a:lnTo>
                  <a:pt x="676690" y="99986"/>
                </a:lnTo>
                <a:lnTo>
                  <a:pt x="676551" y="99649"/>
                </a:lnTo>
                <a:lnTo>
                  <a:pt x="676415" y="99308"/>
                </a:lnTo>
                <a:lnTo>
                  <a:pt x="676284" y="98962"/>
                </a:lnTo>
                <a:lnTo>
                  <a:pt x="676156" y="98612"/>
                </a:lnTo>
                <a:lnTo>
                  <a:pt x="676032" y="98258"/>
                </a:lnTo>
                <a:lnTo>
                  <a:pt x="675912" y="97899"/>
                </a:lnTo>
                <a:lnTo>
                  <a:pt x="675796" y="97536"/>
                </a:lnTo>
                <a:lnTo>
                  <a:pt x="675686" y="97169"/>
                </a:lnTo>
                <a:lnTo>
                  <a:pt x="675580" y="96798"/>
                </a:lnTo>
                <a:lnTo>
                  <a:pt x="675479" y="96422"/>
                </a:lnTo>
                <a:lnTo>
                  <a:pt x="675383" y="96043"/>
                </a:lnTo>
                <a:lnTo>
                  <a:pt x="675292" y="95660"/>
                </a:lnTo>
                <a:lnTo>
                  <a:pt x="675206" y="95272"/>
                </a:lnTo>
                <a:lnTo>
                  <a:pt x="675125" y="94880"/>
                </a:lnTo>
                <a:lnTo>
                  <a:pt x="675049" y="94484"/>
                </a:lnTo>
                <a:lnTo>
                  <a:pt x="674978" y="94084"/>
                </a:lnTo>
                <a:lnTo>
                  <a:pt x="674912" y="93680"/>
                </a:lnTo>
                <a:lnTo>
                  <a:pt x="674850" y="93272"/>
                </a:lnTo>
                <a:lnTo>
                  <a:pt x="674794" y="92860"/>
                </a:lnTo>
                <a:lnTo>
                  <a:pt x="674742" y="92444"/>
                </a:lnTo>
                <a:lnTo>
                  <a:pt x="674695" y="92023"/>
                </a:lnTo>
                <a:lnTo>
                  <a:pt x="674653" y="91599"/>
                </a:lnTo>
                <a:lnTo>
                  <a:pt x="674617" y="91170"/>
                </a:lnTo>
                <a:lnTo>
                  <a:pt x="674585" y="90737"/>
                </a:lnTo>
                <a:lnTo>
                  <a:pt x="674558" y="90300"/>
                </a:lnTo>
                <a:lnTo>
                  <a:pt x="674535" y="89859"/>
                </a:lnTo>
                <a:lnTo>
                  <a:pt x="674518" y="89414"/>
                </a:lnTo>
                <a:lnTo>
                  <a:pt x="674506" y="88965"/>
                </a:lnTo>
                <a:lnTo>
                  <a:pt x="674499" y="88512"/>
                </a:lnTo>
                <a:lnTo>
                  <a:pt x="674496" y="88054"/>
                </a:lnTo>
                <a:lnTo>
                  <a:pt x="674500" y="87454"/>
                </a:lnTo>
                <a:lnTo>
                  <a:pt x="674513" y="86860"/>
                </a:lnTo>
                <a:lnTo>
                  <a:pt x="674534" y="86273"/>
                </a:lnTo>
                <a:lnTo>
                  <a:pt x="674564" y="85693"/>
                </a:lnTo>
                <a:lnTo>
                  <a:pt x="674602" y="85120"/>
                </a:lnTo>
                <a:lnTo>
                  <a:pt x="674649" y="84554"/>
                </a:lnTo>
                <a:lnTo>
                  <a:pt x="674704" y="83995"/>
                </a:lnTo>
                <a:lnTo>
                  <a:pt x="674767" y="83442"/>
                </a:lnTo>
                <a:lnTo>
                  <a:pt x="674839" y="82896"/>
                </a:lnTo>
                <a:lnTo>
                  <a:pt x="674920" y="82357"/>
                </a:lnTo>
                <a:lnTo>
                  <a:pt x="675009" y="81825"/>
                </a:lnTo>
                <a:lnTo>
                  <a:pt x="675106" y="81300"/>
                </a:lnTo>
                <a:lnTo>
                  <a:pt x="675212" y="80782"/>
                </a:lnTo>
                <a:lnTo>
                  <a:pt x="675326" y="80270"/>
                </a:lnTo>
                <a:lnTo>
                  <a:pt x="675449" y="79766"/>
                </a:lnTo>
                <a:lnTo>
                  <a:pt x="675580" y="79268"/>
                </a:lnTo>
                <a:lnTo>
                  <a:pt x="675720" y="78777"/>
                </a:lnTo>
                <a:lnTo>
                  <a:pt x="675868" y="78293"/>
                </a:lnTo>
                <a:lnTo>
                  <a:pt x="676025" y="77815"/>
                </a:lnTo>
                <a:lnTo>
                  <a:pt x="676190" y="77345"/>
                </a:lnTo>
                <a:lnTo>
                  <a:pt x="676364" y="76881"/>
                </a:lnTo>
                <a:lnTo>
                  <a:pt x="676546" y="76425"/>
                </a:lnTo>
                <a:lnTo>
                  <a:pt x="676737" y="75975"/>
                </a:lnTo>
                <a:lnTo>
                  <a:pt x="676936" y="75532"/>
                </a:lnTo>
                <a:lnTo>
                  <a:pt x="677143" y="75096"/>
                </a:lnTo>
                <a:lnTo>
                  <a:pt x="677356" y="74669"/>
                </a:lnTo>
                <a:lnTo>
                  <a:pt x="677576" y="74251"/>
                </a:lnTo>
                <a:lnTo>
                  <a:pt x="677802" y="73842"/>
                </a:lnTo>
                <a:lnTo>
                  <a:pt x="678035" y="73442"/>
                </a:lnTo>
                <a:lnTo>
                  <a:pt x="678275" y="73050"/>
                </a:lnTo>
                <a:lnTo>
                  <a:pt x="678521" y="72667"/>
                </a:lnTo>
                <a:lnTo>
                  <a:pt x="678774" y="72293"/>
                </a:lnTo>
                <a:lnTo>
                  <a:pt x="679033" y="71928"/>
                </a:lnTo>
                <a:lnTo>
                  <a:pt x="679299" y="71571"/>
                </a:lnTo>
                <a:lnTo>
                  <a:pt x="679571" y="71223"/>
                </a:lnTo>
                <a:lnTo>
                  <a:pt x="679850" y="70884"/>
                </a:lnTo>
                <a:lnTo>
                  <a:pt x="680136" y="70554"/>
                </a:lnTo>
                <a:lnTo>
                  <a:pt x="680428" y="70232"/>
                </a:lnTo>
                <a:lnTo>
                  <a:pt x="680726" y="69920"/>
                </a:lnTo>
                <a:lnTo>
                  <a:pt x="681031" y="69616"/>
                </a:lnTo>
                <a:lnTo>
                  <a:pt x="681343" y="69320"/>
                </a:lnTo>
                <a:lnTo>
                  <a:pt x="681661" y="69034"/>
                </a:lnTo>
                <a:lnTo>
                  <a:pt x="681986" y="68756"/>
                </a:lnTo>
                <a:lnTo>
                  <a:pt x="682318" y="68487"/>
                </a:lnTo>
                <a:lnTo>
                  <a:pt x="682656" y="68227"/>
                </a:lnTo>
                <a:lnTo>
                  <a:pt x="683000" y="67976"/>
                </a:lnTo>
                <a:lnTo>
                  <a:pt x="683351" y="67733"/>
                </a:lnTo>
                <a:lnTo>
                  <a:pt x="683709" y="67499"/>
                </a:lnTo>
                <a:lnTo>
                  <a:pt x="684072" y="67274"/>
                </a:lnTo>
                <a:lnTo>
                  <a:pt x="684439" y="67059"/>
                </a:lnTo>
                <a:lnTo>
                  <a:pt x="684811" y="66853"/>
                </a:lnTo>
                <a:lnTo>
                  <a:pt x="685186" y="66657"/>
                </a:lnTo>
                <a:lnTo>
                  <a:pt x="685566" y="66470"/>
                </a:lnTo>
                <a:lnTo>
                  <a:pt x="685950" y="66293"/>
                </a:lnTo>
                <a:lnTo>
                  <a:pt x="686337" y="66125"/>
                </a:lnTo>
                <a:lnTo>
                  <a:pt x="686729" y="65967"/>
                </a:lnTo>
                <a:lnTo>
                  <a:pt x="687125" y="65819"/>
                </a:lnTo>
                <a:lnTo>
                  <a:pt x="687525" y="65680"/>
                </a:lnTo>
                <a:lnTo>
                  <a:pt x="687929" y="65551"/>
                </a:lnTo>
                <a:lnTo>
                  <a:pt x="688338" y="65431"/>
                </a:lnTo>
                <a:lnTo>
                  <a:pt x="688750" y="65321"/>
                </a:lnTo>
                <a:lnTo>
                  <a:pt x="689166" y="65221"/>
                </a:lnTo>
                <a:lnTo>
                  <a:pt x="689587" y="65130"/>
                </a:lnTo>
                <a:lnTo>
                  <a:pt x="690012" y="65048"/>
                </a:lnTo>
                <a:lnTo>
                  <a:pt x="690440" y="64977"/>
                </a:lnTo>
                <a:lnTo>
                  <a:pt x="690873" y="64914"/>
                </a:lnTo>
                <a:lnTo>
                  <a:pt x="691310" y="64862"/>
                </a:lnTo>
                <a:lnTo>
                  <a:pt x="691751" y="64819"/>
                </a:lnTo>
                <a:lnTo>
                  <a:pt x="692196" y="64785"/>
                </a:lnTo>
                <a:lnTo>
                  <a:pt x="692646" y="64761"/>
                </a:lnTo>
                <a:lnTo>
                  <a:pt x="693099" y="64747"/>
                </a:lnTo>
                <a:lnTo>
                  <a:pt x="693556" y="64742"/>
                </a:lnTo>
                <a:lnTo>
                  <a:pt x="694065" y="64748"/>
                </a:lnTo>
                <a:lnTo>
                  <a:pt x="694569" y="64764"/>
                </a:lnTo>
                <a:lnTo>
                  <a:pt x="695066" y="64791"/>
                </a:lnTo>
                <a:lnTo>
                  <a:pt x="695558" y="64830"/>
                </a:lnTo>
                <a:lnTo>
                  <a:pt x="696044" y="64879"/>
                </a:lnTo>
                <a:lnTo>
                  <a:pt x="696525" y="64939"/>
                </a:lnTo>
                <a:lnTo>
                  <a:pt x="696999" y="65010"/>
                </a:lnTo>
                <a:lnTo>
                  <a:pt x="697468" y="65092"/>
                </a:lnTo>
                <a:lnTo>
                  <a:pt x="697931" y="65185"/>
                </a:lnTo>
                <a:lnTo>
                  <a:pt x="698388" y="65289"/>
                </a:lnTo>
                <a:lnTo>
                  <a:pt x="698840" y="65404"/>
                </a:lnTo>
                <a:lnTo>
                  <a:pt x="699286" y="65530"/>
                </a:lnTo>
                <a:lnTo>
                  <a:pt x="699726" y="65667"/>
                </a:lnTo>
                <a:lnTo>
                  <a:pt x="700160" y="65814"/>
                </a:lnTo>
                <a:lnTo>
                  <a:pt x="700589" y="65973"/>
                </a:lnTo>
                <a:lnTo>
                  <a:pt x="701012" y="66143"/>
                </a:lnTo>
                <a:lnTo>
                  <a:pt x="701429" y="66323"/>
                </a:lnTo>
                <a:lnTo>
                  <a:pt x="701840" y="66515"/>
                </a:lnTo>
                <a:lnTo>
                  <a:pt x="702246" y="66717"/>
                </a:lnTo>
                <a:lnTo>
                  <a:pt x="702645" y="66930"/>
                </a:lnTo>
                <a:lnTo>
                  <a:pt x="703039" y="67155"/>
                </a:lnTo>
                <a:lnTo>
                  <a:pt x="703428" y="67390"/>
                </a:lnTo>
                <a:lnTo>
                  <a:pt x="703810" y="67636"/>
                </a:lnTo>
                <a:lnTo>
                  <a:pt x="704187" y="67893"/>
                </a:lnTo>
                <a:lnTo>
                  <a:pt x="704556" y="68160"/>
                </a:lnTo>
                <a:lnTo>
                  <a:pt x="704914" y="68434"/>
                </a:lnTo>
                <a:lnTo>
                  <a:pt x="705262" y="68717"/>
                </a:lnTo>
                <a:lnTo>
                  <a:pt x="705598" y="69008"/>
                </a:lnTo>
                <a:lnTo>
                  <a:pt x="705925" y="69308"/>
                </a:lnTo>
                <a:lnTo>
                  <a:pt x="706240" y="69615"/>
                </a:lnTo>
                <a:lnTo>
                  <a:pt x="706545" y="69931"/>
                </a:lnTo>
                <a:lnTo>
                  <a:pt x="706839" y="70255"/>
                </a:lnTo>
                <a:lnTo>
                  <a:pt x="707123" y="70587"/>
                </a:lnTo>
                <a:lnTo>
                  <a:pt x="707395" y="70928"/>
                </a:lnTo>
                <a:lnTo>
                  <a:pt x="707658" y="71276"/>
                </a:lnTo>
                <a:lnTo>
                  <a:pt x="707909" y="71633"/>
                </a:lnTo>
                <a:lnTo>
                  <a:pt x="708150" y="71998"/>
                </a:lnTo>
                <a:lnTo>
                  <a:pt x="708380" y="72371"/>
                </a:lnTo>
                <a:lnTo>
                  <a:pt x="708600" y="72753"/>
                </a:lnTo>
                <a:lnTo>
                  <a:pt x="708808" y="73142"/>
                </a:lnTo>
                <a:lnTo>
                  <a:pt x="709007" y="73540"/>
                </a:lnTo>
                <a:lnTo>
                  <a:pt x="709194" y="73946"/>
                </a:lnTo>
                <a:lnTo>
                  <a:pt x="709371" y="74361"/>
                </a:lnTo>
                <a:lnTo>
                  <a:pt x="709537" y="74783"/>
                </a:lnTo>
                <a:lnTo>
                  <a:pt x="709693" y="75214"/>
                </a:lnTo>
                <a:lnTo>
                  <a:pt x="709837" y="75653"/>
                </a:lnTo>
                <a:lnTo>
                  <a:pt x="709972" y="76100"/>
                </a:lnTo>
                <a:lnTo>
                  <a:pt x="710095" y="76556"/>
                </a:lnTo>
                <a:lnTo>
                  <a:pt x="732621" y="76556"/>
                </a:lnTo>
                <a:lnTo>
                  <a:pt x="732372" y="75398"/>
                </a:lnTo>
                <a:lnTo>
                  <a:pt x="732096" y="74260"/>
                </a:lnTo>
                <a:lnTo>
                  <a:pt x="731794" y="73144"/>
                </a:lnTo>
                <a:lnTo>
                  <a:pt x="731466" y="72049"/>
                </a:lnTo>
                <a:lnTo>
                  <a:pt x="731111" y="70974"/>
                </a:lnTo>
                <a:lnTo>
                  <a:pt x="730731" y="69920"/>
                </a:lnTo>
                <a:lnTo>
                  <a:pt x="730324" y="68887"/>
                </a:lnTo>
                <a:lnTo>
                  <a:pt x="729890" y="67874"/>
                </a:lnTo>
                <a:lnTo>
                  <a:pt x="729431" y="66883"/>
                </a:lnTo>
                <a:lnTo>
                  <a:pt x="728945" y="65912"/>
                </a:lnTo>
                <a:lnTo>
                  <a:pt x="728433" y="64962"/>
                </a:lnTo>
                <a:lnTo>
                  <a:pt x="727895" y="64032"/>
                </a:lnTo>
                <a:lnTo>
                  <a:pt x="727330" y="63124"/>
                </a:lnTo>
                <a:lnTo>
                  <a:pt x="726739" y="62236"/>
                </a:lnTo>
                <a:lnTo>
                  <a:pt x="726122" y="61369"/>
                </a:lnTo>
                <a:lnTo>
                  <a:pt x="725479" y="60523"/>
                </a:lnTo>
                <a:lnTo>
                  <a:pt x="724809" y="59698"/>
                </a:lnTo>
                <a:lnTo>
                  <a:pt x="724114" y="58893"/>
                </a:lnTo>
                <a:lnTo>
                  <a:pt x="723391" y="58110"/>
                </a:lnTo>
                <a:lnTo>
                  <a:pt x="722643" y="57347"/>
                </a:lnTo>
                <a:lnTo>
                  <a:pt x="721869" y="56605"/>
                </a:lnTo>
                <a:lnTo>
                  <a:pt x="721068" y="55883"/>
                </a:lnTo>
                <a:lnTo>
                  <a:pt x="720241" y="55183"/>
                </a:lnTo>
                <a:lnTo>
                  <a:pt x="719387" y="54503"/>
                </a:lnTo>
                <a:lnTo>
                  <a:pt x="718513" y="53847"/>
                </a:lnTo>
                <a:lnTo>
                  <a:pt x="717621" y="53220"/>
                </a:lnTo>
                <a:lnTo>
                  <a:pt x="716712" y="52620"/>
                </a:lnTo>
                <a:lnTo>
                  <a:pt x="715786" y="52048"/>
                </a:lnTo>
                <a:lnTo>
                  <a:pt x="714844" y="51504"/>
                </a:lnTo>
                <a:lnTo>
                  <a:pt x="713884" y="50988"/>
                </a:lnTo>
                <a:lnTo>
                  <a:pt x="712908" y="50499"/>
                </a:lnTo>
                <a:lnTo>
                  <a:pt x="711914" y="50039"/>
                </a:lnTo>
                <a:lnTo>
                  <a:pt x="710904" y="49607"/>
                </a:lnTo>
                <a:lnTo>
                  <a:pt x="709877" y="49202"/>
                </a:lnTo>
                <a:lnTo>
                  <a:pt x="708832" y="48825"/>
                </a:lnTo>
                <a:lnTo>
                  <a:pt x="707771" y="48477"/>
                </a:lnTo>
                <a:lnTo>
                  <a:pt x="706693" y="48156"/>
                </a:lnTo>
                <a:lnTo>
                  <a:pt x="705597" y="47863"/>
                </a:lnTo>
                <a:lnTo>
                  <a:pt x="704485" y="47598"/>
                </a:lnTo>
                <a:lnTo>
                  <a:pt x="703356" y="47361"/>
                </a:lnTo>
                <a:lnTo>
                  <a:pt x="702210" y="47151"/>
                </a:lnTo>
                <a:lnTo>
                  <a:pt x="701047" y="46970"/>
                </a:lnTo>
                <a:lnTo>
                  <a:pt x="699867" y="46817"/>
                </a:lnTo>
                <a:lnTo>
                  <a:pt x="698670" y="46691"/>
                </a:lnTo>
                <a:lnTo>
                  <a:pt x="697456" y="46593"/>
                </a:lnTo>
                <a:lnTo>
                  <a:pt x="696225" y="46524"/>
                </a:lnTo>
                <a:lnTo>
                  <a:pt x="694977" y="46482"/>
                </a:lnTo>
                <a:lnTo>
                  <a:pt x="693713" y="46468"/>
                </a:lnTo>
                <a:lnTo>
                  <a:pt x="692720" y="46477"/>
                </a:lnTo>
                <a:lnTo>
                  <a:pt x="691736" y="46506"/>
                </a:lnTo>
                <a:lnTo>
                  <a:pt x="690761" y="46553"/>
                </a:lnTo>
                <a:lnTo>
                  <a:pt x="689796" y="46619"/>
                </a:lnTo>
                <a:lnTo>
                  <a:pt x="688840" y="46704"/>
                </a:lnTo>
                <a:lnTo>
                  <a:pt x="687894" y="46808"/>
                </a:lnTo>
                <a:lnTo>
                  <a:pt x="686957" y="46930"/>
                </a:lnTo>
                <a:lnTo>
                  <a:pt x="686029" y="47072"/>
                </a:lnTo>
                <a:lnTo>
                  <a:pt x="685110" y="47232"/>
                </a:lnTo>
                <a:lnTo>
                  <a:pt x="684201" y="47411"/>
                </a:lnTo>
                <a:lnTo>
                  <a:pt x="683301" y="47609"/>
                </a:lnTo>
                <a:lnTo>
                  <a:pt x="682410" y="47826"/>
                </a:lnTo>
                <a:lnTo>
                  <a:pt x="681528" y="48062"/>
                </a:lnTo>
                <a:lnTo>
                  <a:pt x="680656" y="48317"/>
                </a:lnTo>
                <a:lnTo>
                  <a:pt x="679793" y="48591"/>
                </a:lnTo>
                <a:lnTo>
                  <a:pt x="678940" y="48883"/>
                </a:lnTo>
                <a:lnTo>
                  <a:pt x="678095" y="49195"/>
                </a:lnTo>
                <a:lnTo>
                  <a:pt x="677261" y="49525"/>
                </a:lnTo>
                <a:lnTo>
                  <a:pt x="676435" y="49874"/>
                </a:lnTo>
                <a:lnTo>
                  <a:pt x="675618" y="50242"/>
                </a:lnTo>
                <a:lnTo>
                  <a:pt x="674811" y="50629"/>
                </a:lnTo>
                <a:lnTo>
                  <a:pt x="674014" y="51034"/>
                </a:lnTo>
                <a:lnTo>
                  <a:pt x="673225" y="51459"/>
                </a:lnTo>
                <a:lnTo>
                  <a:pt x="672446" y="51902"/>
                </a:lnTo>
                <a:lnTo>
                  <a:pt x="671679" y="52362"/>
                </a:lnTo>
                <a:lnTo>
                  <a:pt x="670926" y="52835"/>
                </a:lnTo>
                <a:lnTo>
                  <a:pt x="670187" y="53322"/>
                </a:lnTo>
                <a:lnTo>
                  <a:pt x="669462" y="53823"/>
                </a:lnTo>
                <a:lnTo>
                  <a:pt x="668752" y="54338"/>
                </a:lnTo>
                <a:lnTo>
                  <a:pt x="668056" y="54866"/>
                </a:lnTo>
                <a:lnTo>
                  <a:pt x="667374" y="55407"/>
                </a:lnTo>
                <a:lnTo>
                  <a:pt x="666706" y="55963"/>
                </a:lnTo>
                <a:lnTo>
                  <a:pt x="666052" y="56532"/>
                </a:lnTo>
                <a:lnTo>
                  <a:pt x="665413" y="57115"/>
                </a:lnTo>
                <a:lnTo>
                  <a:pt x="664788" y="57711"/>
                </a:lnTo>
                <a:lnTo>
                  <a:pt x="664177" y="58322"/>
                </a:lnTo>
                <a:lnTo>
                  <a:pt x="663580" y="58945"/>
                </a:lnTo>
                <a:lnTo>
                  <a:pt x="662998" y="59583"/>
                </a:lnTo>
                <a:lnTo>
                  <a:pt x="662430" y="60234"/>
                </a:lnTo>
                <a:lnTo>
                  <a:pt x="661876" y="60899"/>
                </a:lnTo>
                <a:lnTo>
                  <a:pt x="661336" y="61578"/>
                </a:lnTo>
                <a:lnTo>
                  <a:pt x="660810" y="62270"/>
                </a:lnTo>
                <a:lnTo>
                  <a:pt x="660299" y="62976"/>
                </a:lnTo>
                <a:lnTo>
                  <a:pt x="659802" y="63695"/>
                </a:lnTo>
                <a:lnTo>
                  <a:pt x="659319" y="64429"/>
                </a:lnTo>
                <a:lnTo>
                  <a:pt x="658850" y="65176"/>
                </a:lnTo>
                <a:lnTo>
                  <a:pt x="658395" y="65936"/>
                </a:lnTo>
                <a:lnTo>
                  <a:pt x="657955" y="66711"/>
                </a:lnTo>
                <a:lnTo>
                  <a:pt x="657531" y="67497"/>
                </a:lnTo>
                <a:lnTo>
                  <a:pt x="657125" y="68293"/>
                </a:lnTo>
                <a:lnTo>
                  <a:pt x="656737" y="69099"/>
                </a:lnTo>
                <a:lnTo>
                  <a:pt x="656367" y="69915"/>
                </a:lnTo>
                <a:lnTo>
                  <a:pt x="656015" y="70742"/>
                </a:lnTo>
                <a:lnTo>
                  <a:pt x="655681" y="71579"/>
                </a:lnTo>
                <a:lnTo>
                  <a:pt x="655366" y="72425"/>
                </a:lnTo>
                <a:lnTo>
                  <a:pt x="655068" y="73282"/>
                </a:lnTo>
                <a:lnTo>
                  <a:pt x="654788" y="74149"/>
                </a:lnTo>
                <a:lnTo>
                  <a:pt x="654527" y="75026"/>
                </a:lnTo>
                <a:lnTo>
                  <a:pt x="654283" y="75914"/>
                </a:lnTo>
                <a:lnTo>
                  <a:pt x="654058" y="76811"/>
                </a:lnTo>
                <a:lnTo>
                  <a:pt x="653850" y="77718"/>
                </a:lnTo>
                <a:lnTo>
                  <a:pt x="653661" y="78636"/>
                </a:lnTo>
                <a:lnTo>
                  <a:pt x="653489" y="79564"/>
                </a:lnTo>
                <a:lnTo>
                  <a:pt x="653336" y="80502"/>
                </a:lnTo>
                <a:lnTo>
                  <a:pt x="653200" y="81450"/>
                </a:lnTo>
                <a:lnTo>
                  <a:pt x="653083" y="82408"/>
                </a:lnTo>
                <a:lnTo>
                  <a:pt x="652984" y="83376"/>
                </a:lnTo>
                <a:lnTo>
                  <a:pt x="652903" y="84354"/>
                </a:lnTo>
                <a:lnTo>
                  <a:pt x="652840" y="85343"/>
                </a:lnTo>
                <a:lnTo>
                  <a:pt x="652795" y="86341"/>
                </a:lnTo>
                <a:lnTo>
                  <a:pt x="652767" y="87350"/>
                </a:lnTo>
                <a:lnTo>
                  <a:pt x="652758" y="88369"/>
                </a:lnTo>
                <a:lnTo>
                  <a:pt x="652767" y="89362"/>
                </a:lnTo>
                <a:lnTo>
                  <a:pt x="652795" y="90346"/>
                </a:lnTo>
                <a:lnTo>
                  <a:pt x="652840" y="91320"/>
                </a:lnTo>
                <a:lnTo>
                  <a:pt x="652903" y="92285"/>
                </a:lnTo>
                <a:lnTo>
                  <a:pt x="652984" y="93241"/>
                </a:lnTo>
                <a:lnTo>
                  <a:pt x="653083" y="94188"/>
                </a:lnTo>
                <a:lnTo>
                  <a:pt x="653200" y="95125"/>
                </a:lnTo>
                <a:lnTo>
                  <a:pt x="653336" y="96053"/>
                </a:lnTo>
                <a:lnTo>
                  <a:pt x="653489" y="96971"/>
                </a:lnTo>
                <a:lnTo>
                  <a:pt x="653661" y="97881"/>
                </a:lnTo>
                <a:lnTo>
                  <a:pt x="653850" y="98781"/>
                </a:lnTo>
                <a:lnTo>
                  <a:pt x="654058" y="99672"/>
                </a:lnTo>
                <a:lnTo>
                  <a:pt x="654283" y="100553"/>
                </a:lnTo>
                <a:lnTo>
                  <a:pt x="654527" y="101425"/>
                </a:lnTo>
                <a:lnTo>
                  <a:pt x="654788" y="102288"/>
                </a:lnTo>
                <a:lnTo>
                  <a:pt x="655068" y="103142"/>
                </a:lnTo>
                <a:lnTo>
                  <a:pt x="655366" y="103986"/>
                </a:lnTo>
                <a:lnTo>
                  <a:pt x="655681" y="104821"/>
                </a:lnTo>
                <a:lnTo>
                  <a:pt x="656015" y="105647"/>
                </a:lnTo>
                <a:lnTo>
                  <a:pt x="656367" y="106463"/>
                </a:lnTo>
                <a:lnTo>
                  <a:pt x="656737" y="107270"/>
                </a:lnTo>
                <a:lnTo>
                  <a:pt x="657125" y="108068"/>
                </a:lnTo>
                <a:lnTo>
                  <a:pt x="657531" y="108856"/>
                </a:lnTo>
                <a:lnTo>
                  <a:pt x="657955" y="109636"/>
                </a:lnTo>
                <a:lnTo>
                  <a:pt x="658395" y="110403"/>
                </a:lnTo>
                <a:lnTo>
                  <a:pt x="658850" y="111157"/>
                </a:lnTo>
                <a:lnTo>
                  <a:pt x="659319" y="111897"/>
                </a:lnTo>
                <a:lnTo>
                  <a:pt x="659802" y="112624"/>
                </a:lnTo>
                <a:lnTo>
                  <a:pt x="660299" y="113336"/>
                </a:lnTo>
                <a:lnTo>
                  <a:pt x="660810" y="114036"/>
                </a:lnTo>
                <a:lnTo>
                  <a:pt x="661336" y="114721"/>
                </a:lnTo>
                <a:lnTo>
                  <a:pt x="661876" y="115393"/>
                </a:lnTo>
                <a:lnTo>
                  <a:pt x="662430" y="116051"/>
                </a:lnTo>
                <a:lnTo>
                  <a:pt x="662998" y="116696"/>
                </a:lnTo>
                <a:lnTo>
                  <a:pt x="663580" y="117326"/>
                </a:lnTo>
                <a:lnTo>
                  <a:pt x="664177" y="117943"/>
                </a:lnTo>
                <a:lnTo>
                  <a:pt x="664788" y="118547"/>
                </a:lnTo>
                <a:lnTo>
                  <a:pt x="665413" y="119137"/>
                </a:lnTo>
                <a:lnTo>
                  <a:pt x="666052" y="119713"/>
                </a:lnTo>
                <a:lnTo>
                  <a:pt x="666706" y="120275"/>
                </a:lnTo>
                <a:lnTo>
                  <a:pt x="667374" y="120824"/>
                </a:lnTo>
                <a:lnTo>
                  <a:pt x="668056" y="121359"/>
                </a:lnTo>
                <a:lnTo>
                  <a:pt x="668752" y="121881"/>
                </a:lnTo>
                <a:lnTo>
                  <a:pt x="669462" y="122388"/>
                </a:lnTo>
                <a:lnTo>
                  <a:pt x="670187" y="122883"/>
                </a:lnTo>
                <a:lnTo>
                  <a:pt x="670926" y="123363"/>
                </a:lnTo>
                <a:lnTo>
                  <a:pt x="671679" y="123830"/>
                </a:lnTo>
                <a:lnTo>
                  <a:pt x="672446" y="124283"/>
                </a:lnTo>
                <a:lnTo>
                  <a:pt x="673225" y="124720"/>
                </a:lnTo>
                <a:lnTo>
                  <a:pt x="674014" y="125138"/>
                </a:lnTo>
                <a:lnTo>
                  <a:pt x="674811" y="125538"/>
                </a:lnTo>
                <a:lnTo>
                  <a:pt x="675618" y="125919"/>
                </a:lnTo>
                <a:lnTo>
                  <a:pt x="676435" y="126282"/>
                </a:lnTo>
                <a:lnTo>
                  <a:pt x="677261" y="126626"/>
                </a:lnTo>
                <a:lnTo>
                  <a:pt x="678095" y="126951"/>
                </a:lnTo>
                <a:lnTo>
                  <a:pt x="678940" y="127258"/>
                </a:lnTo>
                <a:lnTo>
                  <a:pt x="679793" y="127546"/>
                </a:lnTo>
                <a:lnTo>
                  <a:pt x="680656" y="127816"/>
                </a:lnTo>
                <a:lnTo>
                  <a:pt x="681528" y="128067"/>
                </a:lnTo>
                <a:lnTo>
                  <a:pt x="682410" y="128299"/>
                </a:lnTo>
                <a:lnTo>
                  <a:pt x="683301" y="128513"/>
                </a:lnTo>
                <a:lnTo>
                  <a:pt x="684201" y="128708"/>
                </a:lnTo>
                <a:lnTo>
                  <a:pt x="685110" y="128885"/>
                </a:lnTo>
                <a:lnTo>
                  <a:pt x="686029" y="129043"/>
                </a:lnTo>
                <a:lnTo>
                  <a:pt x="686957" y="129182"/>
                </a:lnTo>
                <a:lnTo>
                  <a:pt x="687894" y="129303"/>
                </a:lnTo>
                <a:lnTo>
                  <a:pt x="688840" y="129406"/>
                </a:lnTo>
                <a:lnTo>
                  <a:pt x="689796" y="129489"/>
                </a:lnTo>
                <a:lnTo>
                  <a:pt x="690761" y="129554"/>
                </a:lnTo>
                <a:lnTo>
                  <a:pt x="691736" y="129601"/>
                </a:lnTo>
                <a:lnTo>
                  <a:pt x="692720" y="129629"/>
                </a:lnTo>
                <a:lnTo>
                  <a:pt x="693713" y="129638"/>
                </a:lnTo>
                <a:lnTo>
                  <a:pt x="694965" y="129624"/>
                </a:lnTo>
                <a:lnTo>
                  <a:pt x="696201" y="129582"/>
                </a:lnTo>
                <a:lnTo>
                  <a:pt x="697421" y="129511"/>
                </a:lnTo>
                <a:lnTo>
                  <a:pt x="698624" y="129413"/>
                </a:lnTo>
                <a:lnTo>
                  <a:pt x="699812" y="129286"/>
                </a:lnTo>
                <a:close/>
                <a:moveTo>
                  <a:pt x="633855" y="127749"/>
                </a:moveTo>
                <a:lnTo>
                  <a:pt x="633855" y="48359"/>
                </a:lnTo>
                <a:lnTo>
                  <a:pt x="612590" y="48359"/>
                </a:lnTo>
                <a:lnTo>
                  <a:pt x="612590" y="127749"/>
                </a:lnTo>
                <a:lnTo>
                  <a:pt x="633855" y="127749"/>
                </a:lnTo>
                <a:close/>
                <a:moveTo>
                  <a:pt x="818784" y="127749"/>
                </a:moveTo>
                <a:lnTo>
                  <a:pt x="840048" y="127749"/>
                </a:lnTo>
                <a:lnTo>
                  <a:pt x="840048" y="48359"/>
                </a:lnTo>
                <a:lnTo>
                  <a:pt x="818784" y="48359"/>
                </a:lnTo>
                <a:lnTo>
                  <a:pt x="818784" y="127749"/>
                </a:lnTo>
                <a:close/>
                <a:moveTo>
                  <a:pt x="1545390" y="37344"/>
                </a:moveTo>
                <a:lnTo>
                  <a:pt x="1545835" y="37279"/>
                </a:lnTo>
                <a:lnTo>
                  <a:pt x="1546273" y="37202"/>
                </a:lnTo>
                <a:lnTo>
                  <a:pt x="1546703" y="37114"/>
                </a:lnTo>
                <a:lnTo>
                  <a:pt x="1547126" y="37014"/>
                </a:lnTo>
                <a:lnTo>
                  <a:pt x="1547542" y="36903"/>
                </a:lnTo>
                <a:lnTo>
                  <a:pt x="1547950" y="36779"/>
                </a:lnTo>
                <a:lnTo>
                  <a:pt x="1548351" y="36644"/>
                </a:lnTo>
                <a:lnTo>
                  <a:pt x="1548744" y="36497"/>
                </a:lnTo>
                <a:lnTo>
                  <a:pt x="1549130" y="36338"/>
                </a:lnTo>
                <a:lnTo>
                  <a:pt x="1549509" y="36168"/>
                </a:lnTo>
                <a:lnTo>
                  <a:pt x="1549880" y="35985"/>
                </a:lnTo>
                <a:lnTo>
                  <a:pt x="1550244" y="35791"/>
                </a:lnTo>
                <a:lnTo>
                  <a:pt x="1550600" y="35586"/>
                </a:lnTo>
                <a:lnTo>
                  <a:pt x="1550949" y="35368"/>
                </a:lnTo>
                <a:lnTo>
                  <a:pt x="1551291" y="35139"/>
                </a:lnTo>
                <a:lnTo>
                  <a:pt x="1551625" y="34898"/>
                </a:lnTo>
                <a:lnTo>
                  <a:pt x="1551952" y="34645"/>
                </a:lnTo>
                <a:lnTo>
                  <a:pt x="1552272" y="34380"/>
                </a:lnTo>
                <a:lnTo>
                  <a:pt x="1552584" y="34104"/>
                </a:lnTo>
                <a:lnTo>
                  <a:pt x="1552886" y="33819"/>
                </a:lnTo>
                <a:lnTo>
                  <a:pt x="1553175" y="33527"/>
                </a:lnTo>
                <a:lnTo>
                  <a:pt x="1553451" y="33229"/>
                </a:lnTo>
                <a:lnTo>
                  <a:pt x="1553715" y="32925"/>
                </a:lnTo>
                <a:lnTo>
                  <a:pt x="1553965" y="32614"/>
                </a:lnTo>
                <a:lnTo>
                  <a:pt x="1554203" y="32297"/>
                </a:lnTo>
                <a:lnTo>
                  <a:pt x="1554428" y="31974"/>
                </a:lnTo>
                <a:lnTo>
                  <a:pt x="1554640" y="31645"/>
                </a:lnTo>
                <a:lnTo>
                  <a:pt x="1554839" y="31309"/>
                </a:lnTo>
                <a:lnTo>
                  <a:pt x="1555026" y="30967"/>
                </a:lnTo>
                <a:lnTo>
                  <a:pt x="1555199" y="30619"/>
                </a:lnTo>
                <a:lnTo>
                  <a:pt x="1555360" y="30264"/>
                </a:lnTo>
                <a:lnTo>
                  <a:pt x="1555508" y="29903"/>
                </a:lnTo>
                <a:lnTo>
                  <a:pt x="1555643" y="29536"/>
                </a:lnTo>
                <a:lnTo>
                  <a:pt x="1555765" y="29163"/>
                </a:lnTo>
                <a:lnTo>
                  <a:pt x="1555874" y="28783"/>
                </a:lnTo>
                <a:lnTo>
                  <a:pt x="1555970" y="28397"/>
                </a:lnTo>
                <a:lnTo>
                  <a:pt x="1556054" y="28005"/>
                </a:lnTo>
                <a:lnTo>
                  <a:pt x="1556125" y="27606"/>
                </a:lnTo>
                <a:lnTo>
                  <a:pt x="1556183" y="27201"/>
                </a:lnTo>
                <a:lnTo>
                  <a:pt x="1556227" y="26790"/>
                </a:lnTo>
                <a:lnTo>
                  <a:pt x="1556260" y="26372"/>
                </a:lnTo>
                <a:lnTo>
                  <a:pt x="1556279" y="25949"/>
                </a:lnTo>
                <a:lnTo>
                  <a:pt x="1556285" y="25519"/>
                </a:lnTo>
                <a:lnTo>
                  <a:pt x="1556279" y="25088"/>
                </a:lnTo>
                <a:lnTo>
                  <a:pt x="1556260" y="24665"/>
                </a:lnTo>
                <a:lnTo>
                  <a:pt x="1556227" y="24247"/>
                </a:lnTo>
                <a:lnTo>
                  <a:pt x="1556183" y="23836"/>
                </a:lnTo>
                <a:lnTo>
                  <a:pt x="1556125" y="23431"/>
                </a:lnTo>
                <a:lnTo>
                  <a:pt x="1556054" y="23032"/>
                </a:lnTo>
                <a:lnTo>
                  <a:pt x="1555970" y="22640"/>
                </a:lnTo>
                <a:lnTo>
                  <a:pt x="1555874" y="22254"/>
                </a:lnTo>
                <a:lnTo>
                  <a:pt x="1555765" y="21874"/>
                </a:lnTo>
                <a:lnTo>
                  <a:pt x="1555643" y="21501"/>
                </a:lnTo>
                <a:lnTo>
                  <a:pt x="1555508" y="21134"/>
                </a:lnTo>
                <a:lnTo>
                  <a:pt x="1555360" y="20773"/>
                </a:lnTo>
                <a:lnTo>
                  <a:pt x="1555199" y="20418"/>
                </a:lnTo>
                <a:lnTo>
                  <a:pt x="1555026" y="20070"/>
                </a:lnTo>
                <a:lnTo>
                  <a:pt x="1554839" y="19728"/>
                </a:lnTo>
                <a:lnTo>
                  <a:pt x="1554640" y="19392"/>
                </a:lnTo>
                <a:lnTo>
                  <a:pt x="1554428" y="19063"/>
                </a:lnTo>
                <a:lnTo>
                  <a:pt x="1554203" y="18740"/>
                </a:lnTo>
                <a:lnTo>
                  <a:pt x="1553965" y="18423"/>
                </a:lnTo>
                <a:lnTo>
                  <a:pt x="1553715" y="18112"/>
                </a:lnTo>
                <a:lnTo>
                  <a:pt x="1553451" y="17808"/>
                </a:lnTo>
                <a:lnTo>
                  <a:pt x="1553175" y="17510"/>
                </a:lnTo>
                <a:lnTo>
                  <a:pt x="1552886" y="17218"/>
                </a:lnTo>
                <a:lnTo>
                  <a:pt x="1552584" y="16933"/>
                </a:lnTo>
                <a:lnTo>
                  <a:pt x="1552272" y="16657"/>
                </a:lnTo>
                <a:lnTo>
                  <a:pt x="1551952" y="16392"/>
                </a:lnTo>
                <a:lnTo>
                  <a:pt x="1551625" y="16139"/>
                </a:lnTo>
                <a:lnTo>
                  <a:pt x="1551291" y="15898"/>
                </a:lnTo>
                <a:lnTo>
                  <a:pt x="1550949" y="15669"/>
                </a:lnTo>
                <a:lnTo>
                  <a:pt x="1550600" y="15451"/>
                </a:lnTo>
                <a:lnTo>
                  <a:pt x="1550244" y="15246"/>
                </a:lnTo>
                <a:lnTo>
                  <a:pt x="1549880" y="15052"/>
                </a:lnTo>
                <a:lnTo>
                  <a:pt x="1549509" y="14869"/>
                </a:lnTo>
                <a:lnTo>
                  <a:pt x="1549130" y="14699"/>
                </a:lnTo>
                <a:lnTo>
                  <a:pt x="1548744" y="14540"/>
                </a:lnTo>
                <a:lnTo>
                  <a:pt x="1548351" y="14393"/>
                </a:lnTo>
                <a:lnTo>
                  <a:pt x="1547950" y="14258"/>
                </a:lnTo>
                <a:lnTo>
                  <a:pt x="1547542" y="14134"/>
                </a:lnTo>
                <a:lnTo>
                  <a:pt x="1547126" y="14023"/>
                </a:lnTo>
                <a:lnTo>
                  <a:pt x="1546703" y="13923"/>
                </a:lnTo>
                <a:lnTo>
                  <a:pt x="1546273" y="13835"/>
                </a:lnTo>
                <a:lnTo>
                  <a:pt x="1545835" y="13758"/>
                </a:lnTo>
                <a:lnTo>
                  <a:pt x="1545390" y="13693"/>
                </a:lnTo>
                <a:lnTo>
                  <a:pt x="1544938" y="13640"/>
                </a:lnTo>
                <a:lnTo>
                  <a:pt x="1544478" y="13599"/>
                </a:lnTo>
                <a:lnTo>
                  <a:pt x="1544010" y="13570"/>
                </a:lnTo>
                <a:lnTo>
                  <a:pt x="1543536" y="13552"/>
                </a:lnTo>
                <a:lnTo>
                  <a:pt x="1543054" y="13546"/>
                </a:lnTo>
                <a:lnTo>
                  <a:pt x="1542585" y="13552"/>
                </a:lnTo>
                <a:lnTo>
                  <a:pt x="1542122" y="13570"/>
                </a:lnTo>
                <a:lnTo>
                  <a:pt x="1541667" y="13599"/>
                </a:lnTo>
                <a:lnTo>
                  <a:pt x="1541218" y="13640"/>
                </a:lnTo>
                <a:lnTo>
                  <a:pt x="1540777" y="13693"/>
                </a:lnTo>
                <a:lnTo>
                  <a:pt x="1540342" y="13758"/>
                </a:lnTo>
                <a:lnTo>
                  <a:pt x="1539914" y="13835"/>
                </a:lnTo>
                <a:lnTo>
                  <a:pt x="1539493" y="13923"/>
                </a:lnTo>
                <a:lnTo>
                  <a:pt x="1539078" y="14023"/>
                </a:lnTo>
                <a:lnTo>
                  <a:pt x="1538671" y="14134"/>
                </a:lnTo>
                <a:lnTo>
                  <a:pt x="1538270" y="14258"/>
                </a:lnTo>
                <a:lnTo>
                  <a:pt x="1537876" y="14393"/>
                </a:lnTo>
                <a:lnTo>
                  <a:pt x="1537489" y="14540"/>
                </a:lnTo>
                <a:lnTo>
                  <a:pt x="1537109" y="14699"/>
                </a:lnTo>
                <a:lnTo>
                  <a:pt x="1536735" y="14869"/>
                </a:lnTo>
                <a:lnTo>
                  <a:pt x="1536369" y="15052"/>
                </a:lnTo>
                <a:lnTo>
                  <a:pt x="1536009" y="15246"/>
                </a:lnTo>
                <a:lnTo>
                  <a:pt x="1535656" y="15451"/>
                </a:lnTo>
                <a:lnTo>
                  <a:pt x="1535310" y="15669"/>
                </a:lnTo>
                <a:lnTo>
                  <a:pt x="1534971" y="15898"/>
                </a:lnTo>
                <a:lnTo>
                  <a:pt x="1534638" y="16139"/>
                </a:lnTo>
                <a:lnTo>
                  <a:pt x="1534313" y="16392"/>
                </a:lnTo>
                <a:lnTo>
                  <a:pt x="1533994" y="16657"/>
                </a:lnTo>
                <a:lnTo>
                  <a:pt x="1533682" y="16933"/>
                </a:lnTo>
                <a:lnTo>
                  <a:pt x="1533380" y="17218"/>
                </a:lnTo>
                <a:lnTo>
                  <a:pt x="1533091" y="17510"/>
                </a:lnTo>
                <a:lnTo>
                  <a:pt x="1532815" y="17808"/>
                </a:lnTo>
                <a:lnTo>
                  <a:pt x="1532551" y="18112"/>
                </a:lnTo>
                <a:lnTo>
                  <a:pt x="1532301" y="18423"/>
                </a:lnTo>
                <a:lnTo>
                  <a:pt x="1532063" y="18740"/>
                </a:lnTo>
                <a:lnTo>
                  <a:pt x="1531838" y="19063"/>
                </a:lnTo>
                <a:lnTo>
                  <a:pt x="1531626" y="19392"/>
                </a:lnTo>
                <a:lnTo>
                  <a:pt x="1531427" y="19728"/>
                </a:lnTo>
                <a:lnTo>
                  <a:pt x="1531240" y="20070"/>
                </a:lnTo>
                <a:lnTo>
                  <a:pt x="1531067" y="20418"/>
                </a:lnTo>
                <a:lnTo>
                  <a:pt x="1530906" y="20773"/>
                </a:lnTo>
                <a:lnTo>
                  <a:pt x="1530758" y="21134"/>
                </a:lnTo>
                <a:lnTo>
                  <a:pt x="1530623" y="21501"/>
                </a:lnTo>
                <a:lnTo>
                  <a:pt x="1530501" y="21874"/>
                </a:lnTo>
                <a:lnTo>
                  <a:pt x="1530392" y="22254"/>
                </a:lnTo>
                <a:lnTo>
                  <a:pt x="1530296" y="22640"/>
                </a:lnTo>
                <a:lnTo>
                  <a:pt x="1530212" y="23032"/>
                </a:lnTo>
                <a:lnTo>
                  <a:pt x="1530142" y="23431"/>
                </a:lnTo>
                <a:lnTo>
                  <a:pt x="1530084" y="23836"/>
                </a:lnTo>
                <a:lnTo>
                  <a:pt x="1530039" y="24247"/>
                </a:lnTo>
                <a:lnTo>
                  <a:pt x="1530007" y="24665"/>
                </a:lnTo>
                <a:lnTo>
                  <a:pt x="1529987" y="25088"/>
                </a:lnTo>
                <a:lnTo>
                  <a:pt x="1529981" y="25519"/>
                </a:lnTo>
                <a:lnTo>
                  <a:pt x="1529987" y="25949"/>
                </a:lnTo>
                <a:lnTo>
                  <a:pt x="1530007" y="26372"/>
                </a:lnTo>
                <a:lnTo>
                  <a:pt x="1530039" y="26790"/>
                </a:lnTo>
                <a:lnTo>
                  <a:pt x="1530084" y="27201"/>
                </a:lnTo>
                <a:lnTo>
                  <a:pt x="1530142" y="27606"/>
                </a:lnTo>
                <a:lnTo>
                  <a:pt x="1530212" y="28005"/>
                </a:lnTo>
                <a:lnTo>
                  <a:pt x="1530296" y="28397"/>
                </a:lnTo>
                <a:lnTo>
                  <a:pt x="1530392" y="28783"/>
                </a:lnTo>
                <a:lnTo>
                  <a:pt x="1530501" y="29163"/>
                </a:lnTo>
                <a:lnTo>
                  <a:pt x="1530623" y="29536"/>
                </a:lnTo>
                <a:lnTo>
                  <a:pt x="1530758" y="29903"/>
                </a:lnTo>
                <a:lnTo>
                  <a:pt x="1530906" y="30264"/>
                </a:lnTo>
                <a:lnTo>
                  <a:pt x="1531067" y="30619"/>
                </a:lnTo>
                <a:lnTo>
                  <a:pt x="1531240" y="30967"/>
                </a:lnTo>
                <a:lnTo>
                  <a:pt x="1531427" y="31309"/>
                </a:lnTo>
                <a:lnTo>
                  <a:pt x="1531626" y="31645"/>
                </a:lnTo>
                <a:lnTo>
                  <a:pt x="1531838" y="31974"/>
                </a:lnTo>
                <a:lnTo>
                  <a:pt x="1532063" y="32297"/>
                </a:lnTo>
                <a:lnTo>
                  <a:pt x="1532301" y="32614"/>
                </a:lnTo>
                <a:lnTo>
                  <a:pt x="1532551" y="32925"/>
                </a:lnTo>
                <a:lnTo>
                  <a:pt x="1532815" y="33229"/>
                </a:lnTo>
                <a:lnTo>
                  <a:pt x="1533091" y="33527"/>
                </a:lnTo>
                <a:lnTo>
                  <a:pt x="1533380" y="33819"/>
                </a:lnTo>
                <a:lnTo>
                  <a:pt x="1533682" y="34104"/>
                </a:lnTo>
                <a:lnTo>
                  <a:pt x="1533994" y="34380"/>
                </a:lnTo>
                <a:lnTo>
                  <a:pt x="1534313" y="34645"/>
                </a:lnTo>
                <a:lnTo>
                  <a:pt x="1534638" y="34898"/>
                </a:lnTo>
                <a:lnTo>
                  <a:pt x="1534971" y="35139"/>
                </a:lnTo>
                <a:lnTo>
                  <a:pt x="1535310" y="35368"/>
                </a:lnTo>
                <a:lnTo>
                  <a:pt x="1535656" y="35586"/>
                </a:lnTo>
                <a:lnTo>
                  <a:pt x="1536009" y="35791"/>
                </a:lnTo>
                <a:lnTo>
                  <a:pt x="1536369" y="35985"/>
                </a:lnTo>
                <a:lnTo>
                  <a:pt x="1536735" y="36168"/>
                </a:lnTo>
                <a:lnTo>
                  <a:pt x="1537109" y="36338"/>
                </a:lnTo>
                <a:lnTo>
                  <a:pt x="1537489" y="36497"/>
                </a:lnTo>
                <a:lnTo>
                  <a:pt x="1537876" y="36644"/>
                </a:lnTo>
                <a:lnTo>
                  <a:pt x="1538270" y="36779"/>
                </a:lnTo>
                <a:lnTo>
                  <a:pt x="1538671" y="36903"/>
                </a:lnTo>
                <a:lnTo>
                  <a:pt x="1539078" y="37014"/>
                </a:lnTo>
                <a:lnTo>
                  <a:pt x="1539493" y="37114"/>
                </a:lnTo>
                <a:lnTo>
                  <a:pt x="1539914" y="37202"/>
                </a:lnTo>
                <a:lnTo>
                  <a:pt x="1540342" y="37279"/>
                </a:lnTo>
                <a:lnTo>
                  <a:pt x="1540777" y="37344"/>
                </a:lnTo>
                <a:lnTo>
                  <a:pt x="1541218" y="37397"/>
                </a:lnTo>
                <a:lnTo>
                  <a:pt x="1541667" y="37438"/>
                </a:lnTo>
                <a:lnTo>
                  <a:pt x="1542122" y="37467"/>
                </a:lnTo>
                <a:lnTo>
                  <a:pt x="1542585" y="37485"/>
                </a:lnTo>
                <a:lnTo>
                  <a:pt x="1543054" y="37491"/>
                </a:lnTo>
                <a:lnTo>
                  <a:pt x="1543536" y="37485"/>
                </a:lnTo>
                <a:lnTo>
                  <a:pt x="1544010" y="37467"/>
                </a:lnTo>
                <a:lnTo>
                  <a:pt x="1544478" y="37438"/>
                </a:lnTo>
                <a:lnTo>
                  <a:pt x="1544938" y="37397"/>
                </a:lnTo>
                <a:lnTo>
                  <a:pt x="1545390" y="37344"/>
                </a:lnTo>
                <a:close/>
                <a:moveTo>
                  <a:pt x="1466661" y="129563"/>
                </a:moveTo>
                <a:lnTo>
                  <a:pt x="1467179" y="129530"/>
                </a:lnTo>
                <a:lnTo>
                  <a:pt x="1467692" y="129491"/>
                </a:lnTo>
                <a:lnTo>
                  <a:pt x="1468198" y="129445"/>
                </a:lnTo>
                <a:lnTo>
                  <a:pt x="1468698" y="129394"/>
                </a:lnTo>
                <a:lnTo>
                  <a:pt x="1469192" y="129337"/>
                </a:lnTo>
                <a:lnTo>
                  <a:pt x="1469680" y="129274"/>
                </a:lnTo>
                <a:lnTo>
                  <a:pt x="1470162" y="129205"/>
                </a:lnTo>
                <a:lnTo>
                  <a:pt x="1470639" y="129129"/>
                </a:lnTo>
                <a:lnTo>
                  <a:pt x="1471109" y="129048"/>
                </a:lnTo>
                <a:lnTo>
                  <a:pt x="1471573" y="128961"/>
                </a:lnTo>
                <a:lnTo>
                  <a:pt x="1472031" y="128868"/>
                </a:lnTo>
                <a:lnTo>
                  <a:pt x="1472483" y="128768"/>
                </a:lnTo>
                <a:lnTo>
                  <a:pt x="1472929" y="128663"/>
                </a:lnTo>
                <a:lnTo>
                  <a:pt x="1473369" y="128552"/>
                </a:lnTo>
                <a:lnTo>
                  <a:pt x="1473802" y="128434"/>
                </a:lnTo>
                <a:lnTo>
                  <a:pt x="1474230" y="128311"/>
                </a:lnTo>
                <a:lnTo>
                  <a:pt x="1474652" y="128182"/>
                </a:lnTo>
                <a:lnTo>
                  <a:pt x="1475068" y="128046"/>
                </a:lnTo>
                <a:lnTo>
                  <a:pt x="1475478" y="127905"/>
                </a:lnTo>
                <a:lnTo>
                  <a:pt x="1475883" y="127759"/>
                </a:lnTo>
                <a:lnTo>
                  <a:pt x="1476283" y="127608"/>
                </a:lnTo>
                <a:lnTo>
                  <a:pt x="1476678" y="127453"/>
                </a:lnTo>
                <a:lnTo>
                  <a:pt x="1477069" y="127293"/>
                </a:lnTo>
                <a:lnTo>
                  <a:pt x="1477455" y="127129"/>
                </a:lnTo>
                <a:lnTo>
                  <a:pt x="1477836" y="126961"/>
                </a:lnTo>
                <a:lnTo>
                  <a:pt x="1478213" y="126788"/>
                </a:lnTo>
                <a:lnTo>
                  <a:pt x="1478585" y="126611"/>
                </a:lnTo>
                <a:lnTo>
                  <a:pt x="1478952" y="126430"/>
                </a:lnTo>
                <a:lnTo>
                  <a:pt x="1479315" y="126244"/>
                </a:lnTo>
                <a:lnTo>
                  <a:pt x="1479673" y="126054"/>
                </a:lnTo>
                <a:lnTo>
                  <a:pt x="1480027" y="125859"/>
                </a:lnTo>
                <a:lnTo>
                  <a:pt x="1480375" y="125660"/>
                </a:lnTo>
                <a:lnTo>
                  <a:pt x="1480720" y="125457"/>
                </a:lnTo>
                <a:lnTo>
                  <a:pt x="1481059" y="125249"/>
                </a:lnTo>
                <a:lnTo>
                  <a:pt x="1481394" y="125037"/>
                </a:lnTo>
                <a:lnTo>
                  <a:pt x="1481724" y="124820"/>
                </a:lnTo>
                <a:lnTo>
                  <a:pt x="1482049" y="124599"/>
                </a:lnTo>
                <a:lnTo>
                  <a:pt x="1482370" y="124374"/>
                </a:lnTo>
                <a:lnTo>
                  <a:pt x="1482687" y="124144"/>
                </a:lnTo>
                <a:lnTo>
                  <a:pt x="1482998" y="123910"/>
                </a:lnTo>
                <a:lnTo>
                  <a:pt x="1483305" y="123672"/>
                </a:lnTo>
                <a:lnTo>
                  <a:pt x="1483607" y="123429"/>
                </a:lnTo>
                <a:lnTo>
                  <a:pt x="1483905" y="123182"/>
                </a:lnTo>
                <a:lnTo>
                  <a:pt x="1484198" y="122932"/>
                </a:lnTo>
                <a:lnTo>
                  <a:pt x="1484487" y="122681"/>
                </a:lnTo>
                <a:lnTo>
                  <a:pt x="1484773" y="122428"/>
                </a:lnTo>
                <a:lnTo>
                  <a:pt x="1485054" y="122175"/>
                </a:lnTo>
                <a:lnTo>
                  <a:pt x="1485331" y="121921"/>
                </a:lnTo>
                <a:lnTo>
                  <a:pt x="1485603" y="121665"/>
                </a:lnTo>
                <a:lnTo>
                  <a:pt x="1485872" y="121408"/>
                </a:lnTo>
                <a:lnTo>
                  <a:pt x="1486137" y="121151"/>
                </a:lnTo>
                <a:lnTo>
                  <a:pt x="1486397" y="120892"/>
                </a:lnTo>
                <a:lnTo>
                  <a:pt x="1486654" y="120632"/>
                </a:lnTo>
                <a:lnTo>
                  <a:pt x="1486906" y="120371"/>
                </a:lnTo>
                <a:lnTo>
                  <a:pt x="1487154" y="120109"/>
                </a:lnTo>
                <a:lnTo>
                  <a:pt x="1487398" y="119846"/>
                </a:lnTo>
                <a:lnTo>
                  <a:pt x="1487638" y="119582"/>
                </a:lnTo>
                <a:lnTo>
                  <a:pt x="1487874" y="119316"/>
                </a:lnTo>
                <a:lnTo>
                  <a:pt x="1488106" y="119050"/>
                </a:lnTo>
                <a:lnTo>
                  <a:pt x="1488334" y="118783"/>
                </a:lnTo>
                <a:lnTo>
                  <a:pt x="1488557" y="118514"/>
                </a:lnTo>
                <a:lnTo>
                  <a:pt x="1488777" y="118244"/>
                </a:lnTo>
                <a:lnTo>
                  <a:pt x="1488992" y="117974"/>
                </a:lnTo>
                <a:lnTo>
                  <a:pt x="1489204" y="117702"/>
                </a:lnTo>
                <a:lnTo>
                  <a:pt x="1489411" y="117429"/>
                </a:lnTo>
                <a:lnTo>
                  <a:pt x="1489614" y="117155"/>
                </a:lnTo>
                <a:lnTo>
                  <a:pt x="1489813" y="116880"/>
                </a:lnTo>
                <a:lnTo>
                  <a:pt x="1492175" y="127749"/>
                </a:lnTo>
                <a:lnTo>
                  <a:pt x="1511079" y="127749"/>
                </a:lnTo>
                <a:lnTo>
                  <a:pt x="1511079" y="14335"/>
                </a:lnTo>
                <a:lnTo>
                  <a:pt x="1489813" y="14335"/>
                </a:lnTo>
                <a:lnTo>
                  <a:pt x="1489813" y="58599"/>
                </a:lnTo>
                <a:lnTo>
                  <a:pt x="1489480" y="58118"/>
                </a:lnTo>
                <a:lnTo>
                  <a:pt x="1489139" y="57646"/>
                </a:lnTo>
                <a:lnTo>
                  <a:pt x="1488789" y="57183"/>
                </a:lnTo>
                <a:lnTo>
                  <a:pt x="1488430" y="56730"/>
                </a:lnTo>
                <a:lnTo>
                  <a:pt x="1488063" y="56286"/>
                </a:lnTo>
                <a:lnTo>
                  <a:pt x="1487687" y="55852"/>
                </a:lnTo>
                <a:lnTo>
                  <a:pt x="1487302" y="55426"/>
                </a:lnTo>
                <a:lnTo>
                  <a:pt x="1486908" y="55010"/>
                </a:lnTo>
                <a:lnTo>
                  <a:pt x="1486505" y="54604"/>
                </a:lnTo>
                <a:lnTo>
                  <a:pt x="1486094" y="54206"/>
                </a:lnTo>
                <a:lnTo>
                  <a:pt x="1485674" y="53818"/>
                </a:lnTo>
                <a:lnTo>
                  <a:pt x="1485245" y="53439"/>
                </a:lnTo>
                <a:lnTo>
                  <a:pt x="1484808" y="53070"/>
                </a:lnTo>
                <a:lnTo>
                  <a:pt x="1484362" y="52710"/>
                </a:lnTo>
                <a:lnTo>
                  <a:pt x="1483906" y="52359"/>
                </a:lnTo>
                <a:lnTo>
                  <a:pt x="1483443" y="52017"/>
                </a:lnTo>
                <a:lnTo>
                  <a:pt x="1482970" y="51685"/>
                </a:lnTo>
                <a:lnTo>
                  <a:pt x="1482489" y="51362"/>
                </a:lnTo>
                <a:lnTo>
                  <a:pt x="1481999" y="51048"/>
                </a:lnTo>
                <a:lnTo>
                  <a:pt x="1481500" y="50744"/>
                </a:lnTo>
                <a:lnTo>
                  <a:pt x="1480992" y="50449"/>
                </a:lnTo>
                <a:lnTo>
                  <a:pt x="1480476" y="50163"/>
                </a:lnTo>
                <a:lnTo>
                  <a:pt x="1479951" y="49886"/>
                </a:lnTo>
                <a:lnTo>
                  <a:pt x="1479417" y="49619"/>
                </a:lnTo>
                <a:lnTo>
                  <a:pt x="1478876" y="49362"/>
                </a:lnTo>
                <a:lnTo>
                  <a:pt x="1478327" y="49116"/>
                </a:lnTo>
                <a:lnTo>
                  <a:pt x="1477771" y="48880"/>
                </a:lnTo>
                <a:lnTo>
                  <a:pt x="1477208" y="48656"/>
                </a:lnTo>
                <a:lnTo>
                  <a:pt x="1476637" y="48443"/>
                </a:lnTo>
                <a:lnTo>
                  <a:pt x="1476060" y="48240"/>
                </a:lnTo>
                <a:lnTo>
                  <a:pt x="1475476" y="48049"/>
                </a:lnTo>
                <a:lnTo>
                  <a:pt x="1474884" y="47868"/>
                </a:lnTo>
                <a:lnTo>
                  <a:pt x="1474286" y="47699"/>
                </a:lnTo>
                <a:lnTo>
                  <a:pt x="1473680" y="47540"/>
                </a:lnTo>
                <a:lnTo>
                  <a:pt x="1473067" y="47392"/>
                </a:lnTo>
                <a:lnTo>
                  <a:pt x="1472447" y="47256"/>
                </a:lnTo>
                <a:lnTo>
                  <a:pt x="1471820" y="47130"/>
                </a:lnTo>
                <a:lnTo>
                  <a:pt x="1471186" y="47015"/>
                </a:lnTo>
                <a:lnTo>
                  <a:pt x="1470544" y="46911"/>
                </a:lnTo>
                <a:lnTo>
                  <a:pt x="1469896" y="46818"/>
                </a:lnTo>
                <a:lnTo>
                  <a:pt x="1469241" y="46736"/>
                </a:lnTo>
                <a:lnTo>
                  <a:pt x="1468578" y="46665"/>
                </a:lnTo>
                <a:lnTo>
                  <a:pt x="1467908" y="46605"/>
                </a:lnTo>
                <a:lnTo>
                  <a:pt x="1467231" y="46555"/>
                </a:lnTo>
                <a:lnTo>
                  <a:pt x="1466547" y="46517"/>
                </a:lnTo>
                <a:lnTo>
                  <a:pt x="1465856" y="46490"/>
                </a:lnTo>
                <a:lnTo>
                  <a:pt x="1465158" y="46473"/>
                </a:lnTo>
                <a:lnTo>
                  <a:pt x="1464453" y="46468"/>
                </a:lnTo>
                <a:lnTo>
                  <a:pt x="1463551" y="46477"/>
                </a:lnTo>
                <a:lnTo>
                  <a:pt x="1462656" y="46506"/>
                </a:lnTo>
                <a:lnTo>
                  <a:pt x="1461769" y="46553"/>
                </a:lnTo>
                <a:lnTo>
                  <a:pt x="1460889" y="46619"/>
                </a:lnTo>
                <a:lnTo>
                  <a:pt x="1460016" y="46704"/>
                </a:lnTo>
                <a:lnTo>
                  <a:pt x="1459151" y="46808"/>
                </a:lnTo>
                <a:lnTo>
                  <a:pt x="1458294" y="46930"/>
                </a:lnTo>
                <a:lnTo>
                  <a:pt x="1457443" y="47072"/>
                </a:lnTo>
                <a:lnTo>
                  <a:pt x="1456600" y="47232"/>
                </a:lnTo>
                <a:lnTo>
                  <a:pt x="1455765" y="47411"/>
                </a:lnTo>
                <a:lnTo>
                  <a:pt x="1454937" y="47609"/>
                </a:lnTo>
                <a:lnTo>
                  <a:pt x="1454116" y="47826"/>
                </a:lnTo>
                <a:lnTo>
                  <a:pt x="1453302" y="48062"/>
                </a:lnTo>
                <a:lnTo>
                  <a:pt x="1452496" y="48317"/>
                </a:lnTo>
                <a:lnTo>
                  <a:pt x="1451698" y="48591"/>
                </a:lnTo>
                <a:lnTo>
                  <a:pt x="1450906" y="48883"/>
                </a:lnTo>
                <a:lnTo>
                  <a:pt x="1450122" y="49195"/>
                </a:lnTo>
                <a:lnTo>
                  <a:pt x="1449346" y="49525"/>
                </a:lnTo>
                <a:lnTo>
                  <a:pt x="1448577" y="49874"/>
                </a:lnTo>
                <a:lnTo>
                  <a:pt x="1447815" y="50242"/>
                </a:lnTo>
                <a:lnTo>
                  <a:pt x="1447061" y="50629"/>
                </a:lnTo>
                <a:lnTo>
                  <a:pt x="1446314" y="51034"/>
                </a:lnTo>
                <a:lnTo>
                  <a:pt x="1445574" y="51459"/>
                </a:lnTo>
                <a:lnTo>
                  <a:pt x="1444842" y="51902"/>
                </a:lnTo>
                <a:lnTo>
                  <a:pt x="1444120" y="52362"/>
                </a:lnTo>
                <a:lnTo>
                  <a:pt x="1443411" y="52835"/>
                </a:lnTo>
                <a:lnTo>
                  <a:pt x="1442716" y="53322"/>
                </a:lnTo>
                <a:lnTo>
                  <a:pt x="1442033" y="53823"/>
                </a:lnTo>
                <a:lnTo>
                  <a:pt x="1441364" y="54338"/>
                </a:lnTo>
                <a:lnTo>
                  <a:pt x="1440707" y="54866"/>
                </a:lnTo>
                <a:lnTo>
                  <a:pt x="1440064" y="55407"/>
                </a:lnTo>
                <a:lnTo>
                  <a:pt x="1439434" y="55963"/>
                </a:lnTo>
                <a:lnTo>
                  <a:pt x="1438817" y="56532"/>
                </a:lnTo>
                <a:lnTo>
                  <a:pt x="1438213" y="57115"/>
                </a:lnTo>
                <a:lnTo>
                  <a:pt x="1437623" y="57711"/>
                </a:lnTo>
                <a:lnTo>
                  <a:pt x="1437045" y="58322"/>
                </a:lnTo>
                <a:lnTo>
                  <a:pt x="1436481" y="58945"/>
                </a:lnTo>
                <a:lnTo>
                  <a:pt x="1435929" y="59583"/>
                </a:lnTo>
                <a:lnTo>
                  <a:pt x="1435391" y="60234"/>
                </a:lnTo>
                <a:lnTo>
                  <a:pt x="1434866" y="60899"/>
                </a:lnTo>
                <a:lnTo>
                  <a:pt x="1434354" y="61578"/>
                </a:lnTo>
                <a:lnTo>
                  <a:pt x="1433855" y="62270"/>
                </a:lnTo>
                <a:lnTo>
                  <a:pt x="1433369" y="62976"/>
                </a:lnTo>
                <a:lnTo>
                  <a:pt x="1432897" y="63695"/>
                </a:lnTo>
                <a:lnTo>
                  <a:pt x="1432437" y="64429"/>
                </a:lnTo>
                <a:lnTo>
                  <a:pt x="1431991" y="65176"/>
                </a:lnTo>
                <a:lnTo>
                  <a:pt x="1431557" y="65936"/>
                </a:lnTo>
                <a:lnTo>
                  <a:pt x="1431137" y="66711"/>
                </a:lnTo>
                <a:lnTo>
                  <a:pt x="1430732" y="67496"/>
                </a:lnTo>
                <a:lnTo>
                  <a:pt x="1430345" y="68292"/>
                </a:lnTo>
                <a:lnTo>
                  <a:pt x="1429974" y="69097"/>
                </a:lnTo>
                <a:lnTo>
                  <a:pt x="1429621" y="69911"/>
                </a:lnTo>
                <a:lnTo>
                  <a:pt x="1429285" y="70735"/>
                </a:lnTo>
                <a:lnTo>
                  <a:pt x="1428967" y="71569"/>
                </a:lnTo>
                <a:lnTo>
                  <a:pt x="1428665" y="72412"/>
                </a:lnTo>
                <a:lnTo>
                  <a:pt x="1428381" y="73265"/>
                </a:lnTo>
                <a:lnTo>
                  <a:pt x="1428114" y="74127"/>
                </a:lnTo>
                <a:lnTo>
                  <a:pt x="1427864" y="74999"/>
                </a:lnTo>
                <a:lnTo>
                  <a:pt x="1427632" y="75880"/>
                </a:lnTo>
                <a:lnTo>
                  <a:pt x="1427416" y="76771"/>
                </a:lnTo>
                <a:lnTo>
                  <a:pt x="1427218" y="77672"/>
                </a:lnTo>
                <a:lnTo>
                  <a:pt x="1427038" y="78582"/>
                </a:lnTo>
                <a:lnTo>
                  <a:pt x="1426874" y="79502"/>
                </a:lnTo>
                <a:lnTo>
                  <a:pt x="1426727" y="80431"/>
                </a:lnTo>
                <a:lnTo>
                  <a:pt x="1426598" y="81370"/>
                </a:lnTo>
                <a:lnTo>
                  <a:pt x="1426486" y="82318"/>
                </a:lnTo>
                <a:lnTo>
                  <a:pt x="1426392" y="83277"/>
                </a:lnTo>
                <a:lnTo>
                  <a:pt x="1426314" y="84244"/>
                </a:lnTo>
                <a:lnTo>
                  <a:pt x="1426254" y="85221"/>
                </a:lnTo>
                <a:lnTo>
                  <a:pt x="1426211" y="86208"/>
                </a:lnTo>
                <a:lnTo>
                  <a:pt x="1426185" y="87204"/>
                </a:lnTo>
                <a:lnTo>
                  <a:pt x="1426176" y="88210"/>
                </a:lnTo>
                <a:lnTo>
                  <a:pt x="1426185" y="89191"/>
                </a:lnTo>
                <a:lnTo>
                  <a:pt x="1426210" y="90163"/>
                </a:lnTo>
                <a:lnTo>
                  <a:pt x="1426253" y="91127"/>
                </a:lnTo>
                <a:lnTo>
                  <a:pt x="1426312" y="92083"/>
                </a:lnTo>
                <a:lnTo>
                  <a:pt x="1426388" y="93031"/>
                </a:lnTo>
                <a:lnTo>
                  <a:pt x="1426481" y="93970"/>
                </a:lnTo>
                <a:lnTo>
                  <a:pt x="1426592" y="94902"/>
                </a:lnTo>
                <a:lnTo>
                  <a:pt x="1426719" y="95825"/>
                </a:lnTo>
                <a:lnTo>
                  <a:pt x="1426863" y="96740"/>
                </a:lnTo>
                <a:lnTo>
                  <a:pt x="1427024" y="97646"/>
                </a:lnTo>
                <a:lnTo>
                  <a:pt x="1427202" y="98545"/>
                </a:lnTo>
                <a:lnTo>
                  <a:pt x="1427397" y="99435"/>
                </a:lnTo>
                <a:lnTo>
                  <a:pt x="1427609" y="100317"/>
                </a:lnTo>
                <a:lnTo>
                  <a:pt x="1427837" y="101191"/>
                </a:lnTo>
                <a:lnTo>
                  <a:pt x="1428083" y="102056"/>
                </a:lnTo>
                <a:lnTo>
                  <a:pt x="1428346" y="102914"/>
                </a:lnTo>
                <a:lnTo>
                  <a:pt x="1428626" y="103763"/>
                </a:lnTo>
                <a:lnTo>
                  <a:pt x="1428922" y="104604"/>
                </a:lnTo>
                <a:lnTo>
                  <a:pt x="1429236" y="105436"/>
                </a:lnTo>
                <a:lnTo>
                  <a:pt x="1429566" y="106261"/>
                </a:lnTo>
                <a:lnTo>
                  <a:pt x="1429914" y="107077"/>
                </a:lnTo>
                <a:lnTo>
                  <a:pt x="1430278" y="107885"/>
                </a:lnTo>
                <a:lnTo>
                  <a:pt x="1430660" y="108685"/>
                </a:lnTo>
                <a:lnTo>
                  <a:pt x="1431058" y="109477"/>
                </a:lnTo>
                <a:lnTo>
                  <a:pt x="1431471" y="110257"/>
                </a:lnTo>
                <a:lnTo>
                  <a:pt x="1431898" y="111024"/>
                </a:lnTo>
                <a:lnTo>
                  <a:pt x="1432337" y="111776"/>
                </a:lnTo>
                <a:lnTo>
                  <a:pt x="1432789" y="112513"/>
                </a:lnTo>
                <a:lnTo>
                  <a:pt x="1433253" y="113237"/>
                </a:lnTo>
                <a:lnTo>
                  <a:pt x="1433731" y="113946"/>
                </a:lnTo>
                <a:lnTo>
                  <a:pt x="1434222" y="114641"/>
                </a:lnTo>
                <a:lnTo>
                  <a:pt x="1434725" y="115322"/>
                </a:lnTo>
                <a:lnTo>
                  <a:pt x="1435241" y="115989"/>
                </a:lnTo>
                <a:lnTo>
                  <a:pt x="1435770" y="116642"/>
                </a:lnTo>
                <a:lnTo>
                  <a:pt x="1436312" y="117280"/>
                </a:lnTo>
                <a:lnTo>
                  <a:pt x="1436867" y="117904"/>
                </a:lnTo>
                <a:lnTo>
                  <a:pt x="1437434" y="118514"/>
                </a:lnTo>
                <a:lnTo>
                  <a:pt x="1438015" y="119109"/>
                </a:lnTo>
                <a:lnTo>
                  <a:pt x="1438608" y="119691"/>
                </a:lnTo>
                <a:lnTo>
                  <a:pt x="1439214" y="120258"/>
                </a:lnTo>
                <a:lnTo>
                  <a:pt x="1439833" y="120811"/>
                </a:lnTo>
                <a:lnTo>
                  <a:pt x="1440465" y="121349"/>
                </a:lnTo>
                <a:lnTo>
                  <a:pt x="1441109" y="121874"/>
                </a:lnTo>
                <a:lnTo>
                  <a:pt x="1441767" y="122384"/>
                </a:lnTo>
                <a:lnTo>
                  <a:pt x="1442437" y="122880"/>
                </a:lnTo>
                <a:lnTo>
                  <a:pt x="1443120" y="123362"/>
                </a:lnTo>
                <a:lnTo>
                  <a:pt x="1443816" y="123829"/>
                </a:lnTo>
                <a:lnTo>
                  <a:pt x="1444525" y="124283"/>
                </a:lnTo>
                <a:lnTo>
                  <a:pt x="1445244" y="124720"/>
                </a:lnTo>
                <a:lnTo>
                  <a:pt x="1445972" y="125138"/>
                </a:lnTo>
                <a:lnTo>
                  <a:pt x="1446707" y="125538"/>
                </a:lnTo>
                <a:lnTo>
                  <a:pt x="1447450" y="125919"/>
                </a:lnTo>
                <a:lnTo>
                  <a:pt x="1448201" y="126282"/>
                </a:lnTo>
                <a:lnTo>
                  <a:pt x="1448960" y="126626"/>
                </a:lnTo>
                <a:lnTo>
                  <a:pt x="1449727" y="126951"/>
                </a:lnTo>
                <a:lnTo>
                  <a:pt x="1450502" y="127258"/>
                </a:lnTo>
                <a:lnTo>
                  <a:pt x="1451285" y="127546"/>
                </a:lnTo>
                <a:lnTo>
                  <a:pt x="1452076" y="127816"/>
                </a:lnTo>
                <a:lnTo>
                  <a:pt x="1452875" y="128067"/>
                </a:lnTo>
                <a:lnTo>
                  <a:pt x="1453681" y="128299"/>
                </a:lnTo>
                <a:lnTo>
                  <a:pt x="1454496" y="128513"/>
                </a:lnTo>
                <a:lnTo>
                  <a:pt x="1455318" y="128708"/>
                </a:lnTo>
                <a:lnTo>
                  <a:pt x="1456149" y="128885"/>
                </a:lnTo>
                <a:lnTo>
                  <a:pt x="1456987" y="129043"/>
                </a:lnTo>
                <a:lnTo>
                  <a:pt x="1457833" y="129182"/>
                </a:lnTo>
                <a:lnTo>
                  <a:pt x="1458688" y="129303"/>
                </a:lnTo>
                <a:lnTo>
                  <a:pt x="1459550" y="129406"/>
                </a:lnTo>
                <a:lnTo>
                  <a:pt x="1460420" y="129489"/>
                </a:lnTo>
                <a:lnTo>
                  <a:pt x="1461298" y="129554"/>
                </a:lnTo>
                <a:lnTo>
                  <a:pt x="1462184" y="129601"/>
                </a:lnTo>
                <a:lnTo>
                  <a:pt x="1463078" y="129629"/>
                </a:lnTo>
                <a:lnTo>
                  <a:pt x="1463979" y="129638"/>
                </a:lnTo>
                <a:lnTo>
                  <a:pt x="1464528" y="129635"/>
                </a:lnTo>
                <a:lnTo>
                  <a:pt x="1465070" y="129626"/>
                </a:lnTo>
                <a:lnTo>
                  <a:pt x="1465606" y="129611"/>
                </a:lnTo>
                <a:lnTo>
                  <a:pt x="1466137" y="129590"/>
                </a:lnTo>
                <a:lnTo>
                  <a:pt x="1466661" y="129563"/>
                </a:lnTo>
                <a:close/>
                <a:moveTo>
                  <a:pt x="1466520" y="110925"/>
                </a:moveTo>
                <a:lnTo>
                  <a:pt x="1466034" y="110869"/>
                </a:lnTo>
                <a:lnTo>
                  <a:pt x="1465552" y="110803"/>
                </a:lnTo>
                <a:lnTo>
                  <a:pt x="1465075" y="110728"/>
                </a:lnTo>
                <a:lnTo>
                  <a:pt x="1464603" y="110642"/>
                </a:lnTo>
                <a:lnTo>
                  <a:pt x="1464135" y="110546"/>
                </a:lnTo>
                <a:lnTo>
                  <a:pt x="1463672" y="110439"/>
                </a:lnTo>
                <a:lnTo>
                  <a:pt x="1463213" y="110323"/>
                </a:lnTo>
                <a:lnTo>
                  <a:pt x="1462759" y="110197"/>
                </a:lnTo>
                <a:lnTo>
                  <a:pt x="1462310" y="110060"/>
                </a:lnTo>
                <a:lnTo>
                  <a:pt x="1461866" y="109913"/>
                </a:lnTo>
                <a:lnTo>
                  <a:pt x="1461426" y="109757"/>
                </a:lnTo>
                <a:lnTo>
                  <a:pt x="1460990" y="109590"/>
                </a:lnTo>
                <a:lnTo>
                  <a:pt x="1460560" y="109413"/>
                </a:lnTo>
                <a:lnTo>
                  <a:pt x="1460134" y="109226"/>
                </a:lnTo>
                <a:lnTo>
                  <a:pt x="1459713" y="109028"/>
                </a:lnTo>
                <a:lnTo>
                  <a:pt x="1459296" y="108821"/>
                </a:lnTo>
                <a:lnTo>
                  <a:pt x="1458884" y="108603"/>
                </a:lnTo>
                <a:lnTo>
                  <a:pt x="1458476" y="108376"/>
                </a:lnTo>
                <a:lnTo>
                  <a:pt x="1458074" y="108138"/>
                </a:lnTo>
                <a:lnTo>
                  <a:pt x="1457677" y="107891"/>
                </a:lnTo>
                <a:lnTo>
                  <a:pt x="1457287" y="107636"/>
                </a:lnTo>
                <a:lnTo>
                  <a:pt x="1456905" y="107374"/>
                </a:lnTo>
                <a:lnTo>
                  <a:pt x="1456529" y="107103"/>
                </a:lnTo>
                <a:lnTo>
                  <a:pt x="1456161" y="106824"/>
                </a:lnTo>
                <a:lnTo>
                  <a:pt x="1455799" y="106538"/>
                </a:lnTo>
                <a:lnTo>
                  <a:pt x="1455445" y="106243"/>
                </a:lnTo>
                <a:lnTo>
                  <a:pt x="1455098" y="105941"/>
                </a:lnTo>
                <a:lnTo>
                  <a:pt x="1454758" y="105631"/>
                </a:lnTo>
                <a:lnTo>
                  <a:pt x="1454425" y="105313"/>
                </a:lnTo>
                <a:lnTo>
                  <a:pt x="1454100" y="104986"/>
                </a:lnTo>
                <a:lnTo>
                  <a:pt x="1453781" y="104652"/>
                </a:lnTo>
                <a:lnTo>
                  <a:pt x="1453470" y="104310"/>
                </a:lnTo>
                <a:lnTo>
                  <a:pt x="1453165" y="103961"/>
                </a:lnTo>
                <a:lnTo>
                  <a:pt x="1452868" y="103603"/>
                </a:lnTo>
                <a:lnTo>
                  <a:pt x="1452578" y="103237"/>
                </a:lnTo>
                <a:lnTo>
                  <a:pt x="1452295" y="102863"/>
                </a:lnTo>
                <a:lnTo>
                  <a:pt x="1452019" y="102482"/>
                </a:lnTo>
                <a:lnTo>
                  <a:pt x="1451750" y="102092"/>
                </a:lnTo>
                <a:lnTo>
                  <a:pt x="1451488" y="101695"/>
                </a:lnTo>
                <a:lnTo>
                  <a:pt x="1451233" y="101290"/>
                </a:lnTo>
                <a:lnTo>
                  <a:pt x="1450986" y="100876"/>
                </a:lnTo>
                <a:lnTo>
                  <a:pt x="1450745" y="100455"/>
                </a:lnTo>
                <a:lnTo>
                  <a:pt x="1450512" y="100026"/>
                </a:lnTo>
                <a:lnTo>
                  <a:pt x="1450287" y="99590"/>
                </a:lnTo>
                <a:lnTo>
                  <a:pt x="1450072" y="99148"/>
                </a:lnTo>
                <a:lnTo>
                  <a:pt x="1449866" y="98699"/>
                </a:lnTo>
                <a:lnTo>
                  <a:pt x="1449670" y="98245"/>
                </a:lnTo>
                <a:lnTo>
                  <a:pt x="1449483" y="97785"/>
                </a:lnTo>
                <a:lnTo>
                  <a:pt x="1449306" y="97318"/>
                </a:lnTo>
                <a:lnTo>
                  <a:pt x="1449139" y="96846"/>
                </a:lnTo>
                <a:lnTo>
                  <a:pt x="1448981" y="96368"/>
                </a:lnTo>
                <a:lnTo>
                  <a:pt x="1448832" y="95883"/>
                </a:lnTo>
                <a:lnTo>
                  <a:pt x="1448693" y="95393"/>
                </a:lnTo>
                <a:lnTo>
                  <a:pt x="1448564" y="94897"/>
                </a:lnTo>
                <a:lnTo>
                  <a:pt x="1448445" y="94394"/>
                </a:lnTo>
                <a:lnTo>
                  <a:pt x="1448334" y="93886"/>
                </a:lnTo>
                <a:lnTo>
                  <a:pt x="1448234" y="93371"/>
                </a:lnTo>
                <a:lnTo>
                  <a:pt x="1448143" y="92851"/>
                </a:lnTo>
                <a:lnTo>
                  <a:pt x="1448062" y="92324"/>
                </a:lnTo>
                <a:lnTo>
                  <a:pt x="1447990" y="91792"/>
                </a:lnTo>
                <a:lnTo>
                  <a:pt x="1447928" y="91253"/>
                </a:lnTo>
                <a:lnTo>
                  <a:pt x="1447875" y="90709"/>
                </a:lnTo>
                <a:lnTo>
                  <a:pt x="1447832" y="90158"/>
                </a:lnTo>
                <a:lnTo>
                  <a:pt x="1447798" y="89601"/>
                </a:lnTo>
                <a:lnTo>
                  <a:pt x="1447774" y="89039"/>
                </a:lnTo>
                <a:lnTo>
                  <a:pt x="1447760" y="88470"/>
                </a:lnTo>
                <a:lnTo>
                  <a:pt x="1447755" y="87895"/>
                </a:lnTo>
                <a:lnTo>
                  <a:pt x="1447760" y="87347"/>
                </a:lnTo>
                <a:lnTo>
                  <a:pt x="1447774" y="86803"/>
                </a:lnTo>
                <a:lnTo>
                  <a:pt x="1447798" y="86264"/>
                </a:lnTo>
                <a:lnTo>
                  <a:pt x="1447832" y="85730"/>
                </a:lnTo>
                <a:lnTo>
                  <a:pt x="1447875" y="85201"/>
                </a:lnTo>
                <a:lnTo>
                  <a:pt x="1447928" y="84677"/>
                </a:lnTo>
                <a:lnTo>
                  <a:pt x="1447990" y="84158"/>
                </a:lnTo>
                <a:lnTo>
                  <a:pt x="1448062" y="83643"/>
                </a:lnTo>
                <a:lnTo>
                  <a:pt x="1448143" y="83134"/>
                </a:lnTo>
                <a:lnTo>
                  <a:pt x="1448234" y="82630"/>
                </a:lnTo>
                <a:lnTo>
                  <a:pt x="1448334" y="82130"/>
                </a:lnTo>
                <a:lnTo>
                  <a:pt x="1448445" y="81635"/>
                </a:lnTo>
                <a:lnTo>
                  <a:pt x="1448564" y="81146"/>
                </a:lnTo>
                <a:lnTo>
                  <a:pt x="1448693" y="80661"/>
                </a:lnTo>
                <a:lnTo>
                  <a:pt x="1448832" y="80181"/>
                </a:lnTo>
                <a:lnTo>
                  <a:pt x="1448981" y="79706"/>
                </a:lnTo>
                <a:lnTo>
                  <a:pt x="1449139" y="79236"/>
                </a:lnTo>
                <a:lnTo>
                  <a:pt x="1449306" y="78771"/>
                </a:lnTo>
                <a:lnTo>
                  <a:pt x="1449483" y="78311"/>
                </a:lnTo>
                <a:lnTo>
                  <a:pt x="1449670" y="77856"/>
                </a:lnTo>
                <a:lnTo>
                  <a:pt x="1449866" y="77406"/>
                </a:lnTo>
                <a:lnTo>
                  <a:pt x="1450072" y="76960"/>
                </a:lnTo>
                <a:lnTo>
                  <a:pt x="1450287" y="76520"/>
                </a:lnTo>
                <a:lnTo>
                  <a:pt x="1450512" y="76084"/>
                </a:lnTo>
                <a:lnTo>
                  <a:pt x="1450746" y="75655"/>
                </a:lnTo>
                <a:lnTo>
                  <a:pt x="1450986" y="75234"/>
                </a:lnTo>
                <a:lnTo>
                  <a:pt x="1451235" y="74820"/>
                </a:lnTo>
                <a:lnTo>
                  <a:pt x="1451490" y="74415"/>
                </a:lnTo>
                <a:lnTo>
                  <a:pt x="1451753" y="74017"/>
                </a:lnTo>
                <a:lnTo>
                  <a:pt x="1452023" y="73628"/>
                </a:lnTo>
                <a:lnTo>
                  <a:pt x="1452301" y="73246"/>
                </a:lnTo>
                <a:lnTo>
                  <a:pt x="1452586" y="72872"/>
                </a:lnTo>
                <a:lnTo>
                  <a:pt x="1452879" y="72507"/>
                </a:lnTo>
                <a:lnTo>
                  <a:pt x="1453178" y="72149"/>
                </a:lnTo>
                <a:lnTo>
                  <a:pt x="1453486" y="71799"/>
                </a:lnTo>
                <a:lnTo>
                  <a:pt x="1453800" y="71457"/>
                </a:lnTo>
                <a:lnTo>
                  <a:pt x="1454122" y="71123"/>
                </a:lnTo>
                <a:lnTo>
                  <a:pt x="1454452" y="70797"/>
                </a:lnTo>
                <a:lnTo>
                  <a:pt x="1454788" y="70479"/>
                </a:lnTo>
                <a:lnTo>
                  <a:pt x="1455132" y="70168"/>
                </a:lnTo>
                <a:lnTo>
                  <a:pt x="1455484" y="69866"/>
                </a:lnTo>
                <a:lnTo>
                  <a:pt x="1455843" y="69572"/>
                </a:lnTo>
                <a:lnTo>
                  <a:pt x="1456209" y="69285"/>
                </a:lnTo>
                <a:lnTo>
                  <a:pt x="1456582" y="69007"/>
                </a:lnTo>
                <a:lnTo>
                  <a:pt x="1456963" y="68736"/>
                </a:lnTo>
                <a:lnTo>
                  <a:pt x="1457352" y="68474"/>
                </a:lnTo>
                <a:lnTo>
                  <a:pt x="1457748" y="68219"/>
                </a:lnTo>
                <a:lnTo>
                  <a:pt x="1458151" y="67972"/>
                </a:lnTo>
                <a:lnTo>
                  <a:pt x="1458560" y="67735"/>
                </a:lnTo>
                <a:lnTo>
                  <a:pt x="1458972" y="67507"/>
                </a:lnTo>
                <a:lnTo>
                  <a:pt x="1459389" y="67289"/>
                </a:lnTo>
                <a:lnTo>
                  <a:pt x="1459809" y="67082"/>
                </a:lnTo>
                <a:lnTo>
                  <a:pt x="1460234" y="66884"/>
                </a:lnTo>
                <a:lnTo>
                  <a:pt x="1460662" y="66697"/>
                </a:lnTo>
                <a:lnTo>
                  <a:pt x="1461094" y="66520"/>
                </a:lnTo>
                <a:lnTo>
                  <a:pt x="1461529" y="66353"/>
                </a:lnTo>
                <a:lnTo>
                  <a:pt x="1461969" y="66196"/>
                </a:lnTo>
                <a:lnTo>
                  <a:pt x="1462412" y="66049"/>
                </a:lnTo>
                <a:lnTo>
                  <a:pt x="1462859" y="65912"/>
                </a:lnTo>
                <a:lnTo>
                  <a:pt x="1463310" y="65786"/>
                </a:lnTo>
                <a:lnTo>
                  <a:pt x="1463765" y="65669"/>
                </a:lnTo>
                <a:lnTo>
                  <a:pt x="1464224" y="65563"/>
                </a:lnTo>
                <a:lnTo>
                  <a:pt x="1464687" y="65467"/>
                </a:lnTo>
                <a:lnTo>
                  <a:pt x="1465153" y="65381"/>
                </a:lnTo>
                <a:lnTo>
                  <a:pt x="1465623" y="65305"/>
                </a:lnTo>
                <a:lnTo>
                  <a:pt x="1466097" y="65239"/>
                </a:lnTo>
                <a:lnTo>
                  <a:pt x="1466575" y="65183"/>
                </a:lnTo>
                <a:lnTo>
                  <a:pt x="1467057" y="65138"/>
                </a:lnTo>
                <a:lnTo>
                  <a:pt x="1467542" y="65102"/>
                </a:lnTo>
                <a:lnTo>
                  <a:pt x="1468032" y="65077"/>
                </a:lnTo>
                <a:lnTo>
                  <a:pt x="1468525" y="65062"/>
                </a:lnTo>
                <a:lnTo>
                  <a:pt x="1469022" y="65057"/>
                </a:lnTo>
                <a:lnTo>
                  <a:pt x="1469544" y="65062"/>
                </a:lnTo>
                <a:lnTo>
                  <a:pt x="1470062" y="65077"/>
                </a:lnTo>
                <a:lnTo>
                  <a:pt x="1470574" y="65102"/>
                </a:lnTo>
                <a:lnTo>
                  <a:pt x="1471080" y="65138"/>
                </a:lnTo>
                <a:lnTo>
                  <a:pt x="1471582" y="65183"/>
                </a:lnTo>
                <a:lnTo>
                  <a:pt x="1472078" y="65239"/>
                </a:lnTo>
                <a:lnTo>
                  <a:pt x="1472570" y="65305"/>
                </a:lnTo>
                <a:lnTo>
                  <a:pt x="1473056" y="65381"/>
                </a:lnTo>
                <a:lnTo>
                  <a:pt x="1473536" y="65467"/>
                </a:lnTo>
                <a:lnTo>
                  <a:pt x="1474012" y="65563"/>
                </a:lnTo>
                <a:lnTo>
                  <a:pt x="1474483" y="65669"/>
                </a:lnTo>
                <a:lnTo>
                  <a:pt x="1474948" y="65786"/>
                </a:lnTo>
                <a:lnTo>
                  <a:pt x="1475408" y="65912"/>
                </a:lnTo>
                <a:lnTo>
                  <a:pt x="1475863" y="66049"/>
                </a:lnTo>
                <a:lnTo>
                  <a:pt x="1476313" y="66196"/>
                </a:lnTo>
                <a:lnTo>
                  <a:pt x="1476757" y="66353"/>
                </a:lnTo>
                <a:lnTo>
                  <a:pt x="1477196" y="66520"/>
                </a:lnTo>
                <a:lnTo>
                  <a:pt x="1477631" y="66697"/>
                </a:lnTo>
                <a:lnTo>
                  <a:pt x="1478059" y="66884"/>
                </a:lnTo>
                <a:lnTo>
                  <a:pt x="1478483" y="67082"/>
                </a:lnTo>
                <a:lnTo>
                  <a:pt x="1478902" y="67289"/>
                </a:lnTo>
                <a:lnTo>
                  <a:pt x="1479315" y="67507"/>
                </a:lnTo>
                <a:lnTo>
                  <a:pt x="1479723" y="67735"/>
                </a:lnTo>
                <a:lnTo>
                  <a:pt x="1480126" y="67972"/>
                </a:lnTo>
                <a:lnTo>
                  <a:pt x="1480523" y="68219"/>
                </a:lnTo>
                <a:lnTo>
                  <a:pt x="1480912" y="68474"/>
                </a:lnTo>
                <a:lnTo>
                  <a:pt x="1481294" y="68736"/>
                </a:lnTo>
                <a:lnTo>
                  <a:pt x="1481669" y="69007"/>
                </a:lnTo>
                <a:lnTo>
                  <a:pt x="1482036" y="69285"/>
                </a:lnTo>
                <a:lnTo>
                  <a:pt x="1482396" y="69572"/>
                </a:lnTo>
                <a:lnTo>
                  <a:pt x="1482748" y="69866"/>
                </a:lnTo>
                <a:lnTo>
                  <a:pt x="1483093" y="70168"/>
                </a:lnTo>
                <a:lnTo>
                  <a:pt x="1483431" y="70479"/>
                </a:lnTo>
                <a:lnTo>
                  <a:pt x="1483761" y="70797"/>
                </a:lnTo>
                <a:lnTo>
                  <a:pt x="1484084" y="71123"/>
                </a:lnTo>
                <a:lnTo>
                  <a:pt x="1484399" y="71457"/>
                </a:lnTo>
                <a:lnTo>
                  <a:pt x="1484707" y="71799"/>
                </a:lnTo>
                <a:lnTo>
                  <a:pt x="1485008" y="72149"/>
                </a:lnTo>
                <a:lnTo>
                  <a:pt x="1485301" y="72507"/>
                </a:lnTo>
                <a:lnTo>
                  <a:pt x="1485587" y="72872"/>
                </a:lnTo>
                <a:lnTo>
                  <a:pt x="1485866" y="73246"/>
                </a:lnTo>
                <a:lnTo>
                  <a:pt x="1486137" y="73628"/>
                </a:lnTo>
                <a:lnTo>
                  <a:pt x="1486401" y="74017"/>
                </a:lnTo>
                <a:lnTo>
                  <a:pt x="1486657" y="74415"/>
                </a:lnTo>
                <a:lnTo>
                  <a:pt x="1486906" y="74820"/>
                </a:lnTo>
                <a:lnTo>
                  <a:pt x="1487148" y="75234"/>
                </a:lnTo>
                <a:lnTo>
                  <a:pt x="1487382" y="75655"/>
                </a:lnTo>
                <a:lnTo>
                  <a:pt x="1487609" y="76084"/>
                </a:lnTo>
                <a:lnTo>
                  <a:pt x="1487827" y="76520"/>
                </a:lnTo>
                <a:lnTo>
                  <a:pt x="1488036" y="76961"/>
                </a:lnTo>
                <a:lnTo>
                  <a:pt x="1488236" y="77408"/>
                </a:lnTo>
                <a:lnTo>
                  <a:pt x="1488427" y="77860"/>
                </a:lnTo>
                <a:lnTo>
                  <a:pt x="1488608" y="78318"/>
                </a:lnTo>
                <a:lnTo>
                  <a:pt x="1488780" y="78781"/>
                </a:lnTo>
                <a:lnTo>
                  <a:pt x="1488943" y="79250"/>
                </a:lnTo>
                <a:lnTo>
                  <a:pt x="1489096" y="79724"/>
                </a:lnTo>
                <a:lnTo>
                  <a:pt x="1489240" y="80204"/>
                </a:lnTo>
                <a:lnTo>
                  <a:pt x="1489375" y="80689"/>
                </a:lnTo>
                <a:lnTo>
                  <a:pt x="1489501" y="81179"/>
                </a:lnTo>
                <a:lnTo>
                  <a:pt x="1489617" y="81675"/>
                </a:lnTo>
                <a:lnTo>
                  <a:pt x="1489724" y="82177"/>
                </a:lnTo>
                <a:lnTo>
                  <a:pt x="1489821" y="82683"/>
                </a:lnTo>
                <a:lnTo>
                  <a:pt x="1489910" y="83196"/>
                </a:lnTo>
                <a:lnTo>
                  <a:pt x="1489989" y="83714"/>
                </a:lnTo>
                <a:lnTo>
                  <a:pt x="1490058" y="84237"/>
                </a:lnTo>
                <a:lnTo>
                  <a:pt x="1490119" y="84766"/>
                </a:lnTo>
                <a:lnTo>
                  <a:pt x="1490170" y="85300"/>
                </a:lnTo>
                <a:lnTo>
                  <a:pt x="1490212" y="85840"/>
                </a:lnTo>
                <a:lnTo>
                  <a:pt x="1490244" y="86385"/>
                </a:lnTo>
                <a:lnTo>
                  <a:pt x="1490268" y="86936"/>
                </a:lnTo>
                <a:lnTo>
                  <a:pt x="1490282" y="87492"/>
                </a:lnTo>
                <a:lnTo>
                  <a:pt x="1490286" y="88054"/>
                </a:lnTo>
                <a:lnTo>
                  <a:pt x="1490282" y="88616"/>
                </a:lnTo>
                <a:lnTo>
                  <a:pt x="1490268" y="89172"/>
                </a:lnTo>
                <a:lnTo>
                  <a:pt x="1490244" y="89723"/>
                </a:lnTo>
                <a:lnTo>
                  <a:pt x="1490212" y="90268"/>
                </a:lnTo>
                <a:lnTo>
                  <a:pt x="1490170" y="90808"/>
                </a:lnTo>
                <a:lnTo>
                  <a:pt x="1490119" y="91342"/>
                </a:lnTo>
                <a:lnTo>
                  <a:pt x="1490058" y="91871"/>
                </a:lnTo>
                <a:lnTo>
                  <a:pt x="1489989" y="92395"/>
                </a:lnTo>
                <a:lnTo>
                  <a:pt x="1489910" y="92913"/>
                </a:lnTo>
                <a:lnTo>
                  <a:pt x="1489821" y="93425"/>
                </a:lnTo>
                <a:lnTo>
                  <a:pt x="1489724" y="93932"/>
                </a:lnTo>
                <a:lnTo>
                  <a:pt x="1489617" y="94434"/>
                </a:lnTo>
                <a:lnTo>
                  <a:pt x="1489501" y="94930"/>
                </a:lnTo>
                <a:lnTo>
                  <a:pt x="1489375" y="95420"/>
                </a:lnTo>
                <a:lnTo>
                  <a:pt x="1489240" y="95906"/>
                </a:lnTo>
                <a:lnTo>
                  <a:pt x="1489096" y="96385"/>
                </a:lnTo>
                <a:lnTo>
                  <a:pt x="1488943" y="96860"/>
                </a:lnTo>
                <a:lnTo>
                  <a:pt x="1488780" y="97328"/>
                </a:lnTo>
                <a:lnTo>
                  <a:pt x="1488608" y="97792"/>
                </a:lnTo>
                <a:lnTo>
                  <a:pt x="1488427" y="98249"/>
                </a:lnTo>
                <a:lnTo>
                  <a:pt x="1488236" y="98702"/>
                </a:lnTo>
                <a:lnTo>
                  <a:pt x="1488036" y="99149"/>
                </a:lnTo>
                <a:lnTo>
                  <a:pt x="1487827" y="99590"/>
                </a:lnTo>
                <a:lnTo>
                  <a:pt x="1487609" y="100026"/>
                </a:lnTo>
                <a:lnTo>
                  <a:pt x="1487382" y="100455"/>
                </a:lnTo>
                <a:lnTo>
                  <a:pt x="1487148" y="100876"/>
                </a:lnTo>
                <a:lnTo>
                  <a:pt x="1486906" y="101290"/>
                </a:lnTo>
                <a:lnTo>
                  <a:pt x="1486657" y="101695"/>
                </a:lnTo>
                <a:lnTo>
                  <a:pt x="1486401" y="102092"/>
                </a:lnTo>
                <a:lnTo>
                  <a:pt x="1486137" y="102482"/>
                </a:lnTo>
                <a:lnTo>
                  <a:pt x="1485866" y="102863"/>
                </a:lnTo>
                <a:lnTo>
                  <a:pt x="1485587" y="103237"/>
                </a:lnTo>
                <a:lnTo>
                  <a:pt x="1485301" y="103603"/>
                </a:lnTo>
                <a:lnTo>
                  <a:pt x="1485008" y="103961"/>
                </a:lnTo>
                <a:lnTo>
                  <a:pt x="1484707" y="104310"/>
                </a:lnTo>
                <a:lnTo>
                  <a:pt x="1484399" y="104652"/>
                </a:lnTo>
                <a:lnTo>
                  <a:pt x="1484084" y="104986"/>
                </a:lnTo>
                <a:lnTo>
                  <a:pt x="1483761" y="105313"/>
                </a:lnTo>
                <a:lnTo>
                  <a:pt x="1483431" y="105631"/>
                </a:lnTo>
                <a:lnTo>
                  <a:pt x="1483093" y="105941"/>
                </a:lnTo>
                <a:lnTo>
                  <a:pt x="1482748" y="106243"/>
                </a:lnTo>
                <a:lnTo>
                  <a:pt x="1482396" y="106538"/>
                </a:lnTo>
                <a:lnTo>
                  <a:pt x="1482036" y="106824"/>
                </a:lnTo>
                <a:lnTo>
                  <a:pt x="1481669" y="107103"/>
                </a:lnTo>
                <a:lnTo>
                  <a:pt x="1481294" y="107374"/>
                </a:lnTo>
                <a:lnTo>
                  <a:pt x="1480912" y="107636"/>
                </a:lnTo>
                <a:lnTo>
                  <a:pt x="1480523" y="107891"/>
                </a:lnTo>
                <a:lnTo>
                  <a:pt x="1480126" y="108138"/>
                </a:lnTo>
                <a:lnTo>
                  <a:pt x="1479723" y="108376"/>
                </a:lnTo>
                <a:lnTo>
                  <a:pt x="1479315" y="108603"/>
                </a:lnTo>
                <a:lnTo>
                  <a:pt x="1478902" y="108821"/>
                </a:lnTo>
                <a:lnTo>
                  <a:pt x="1478483" y="109028"/>
                </a:lnTo>
                <a:lnTo>
                  <a:pt x="1478059" y="109226"/>
                </a:lnTo>
                <a:lnTo>
                  <a:pt x="1477631" y="109413"/>
                </a:lnTo>
                <a:lnTo>
                  <a:pt x="1477196" y="109590"/>
                </a:lnTo>
                <a:lnTo>
                  <a:pt x="1476757" y="109757"/>
                </a:lnTo>
                <a:lnTo>
                  <a:pt x="1476313" y="109913"/>
                </a:lnTo>
                <a:lnTo>
                  <a:pt x="1475863" y="110060"/>
                </a:lnTo>
                <a:lnTo>
                  <a:pt x="1475408" y="110197"/>
                </a:lnTo>
                <a:lnTo>
                  <a:pt x="1474948" y="110323"/>
                </a:lnTo>
                <a:lnTo>
                  <a:pt x="1474483" y="110439"/>
                </a:lnTo>
                <a:lnTo>
                  <a:pt x="1474012" y="110546"/>
                </a:lnTo>
                <a:lnTo>
                  <a:pt x="1473536" y="110642"/>
                </a:lnTo>
                <a:lnTo>
                  <a:pt x="1473056" y="110728"/>
                </a:lnTo>
                <a:lnTo>
                  <a:pt x="1472570" y="110803"/>
                </a:lnTo>
                <a:lnTo>
                  <a:pt x="1472078" y="110869"/>
                </a:lnTo>
                <a:lnTo>
                  <a:pt x="1471582" y="110925"/>
                </a:lnTo>
                <a:lnTo>
                  <a:pt x="1471080" y="110970"/>
                </a:lnTo>
                <a:lnTo>
                  <a:pt x="1470574" y="111006"/>
                </a:lnTo>
                <a:lnTo>
                  <a:pt x="1470062" y="111031"/>
                </a:lnTo>
                <a:lnTo>
                  <a:pt x="1469544" y="111046"/>
                </a:lnTo>
                <a:lnTo>
                  <a:pt x="1469022" y="111051"/>
                </a:lnTo>
                <a:lnTo>
                  <a:pt x="1468512" y="111046"/>
                </a:lnTo>
                <a:lnTo>
                  <a:pt x="1468007" y="111031"/>
                </a:lnTo>
                <a:lnTo>
                  <a:pt x="1467507" y="111006"/>
                </a:lnTo>
                <a:lnTo>
                  <a:pt x="1467011" y="110970"/>
                </a:lnTo>
                <a:lnTo>
                  <a:pt x="1466520" y="110925"/>
                </a:lnTo>
                <a:close/>
                <a:moveTo>
                  <a:pt x="1337549" y="129511"/>
                </a:moveTo>
                <a:lnTo>
                  <a:pt x="1338515" y="129440"/>
                </a:lnTo>
                <a:lnTo>
                  <a:pt x="1339468" y="129353"/>
                </a:lnTo>
                <a:lnTo>
                  <a:pt x="1340408" y="129249"/>
                </a:lnTo>
                <a:lnTo>
                  <a:pt x="1341336" y="129131"/>
                </a:lnTo>
                <a:lnTo>
                  <a:pt x="1342250" y="128996"/>
                </a:lnTo>
                <a:lnTo>
                  <a:pt x="1343152" y="128845"/>
                </a:lnTo>
                <a:lnTo>
                  <a:pt x="1344041" y="128679"/>
                </a:lnTo>
                <a:lnTo>
                  <a:pt x="1344917" y="128496"/>
                </a:lnTo>
                <a:lnTo>
                  <a:pt x="1345780" y="128298"/>
                </a:lnTo>
                <a:lnTo>
                  <a:pt x="1346630" y="128084"/>
                </a:lnTo>
                <a:lnTo>
                  <a:pt x="1347468" y="127854"/>
                </a:lnTo>
                <a:lnTo>
                  <a:pt x="1348292" y="127608"/>
                </a:lnTo>
                <a:lnTo>
                  <a:pt x="1349104" y="127347"/>
                </a:lnTo>
                <a:lnTo>
                  <a:pt x="1349903" y="127069"/>
                </a:lnTo>
                <a:lnTo>
                  <a:pt x="1350689" y="126776"/>
                </a:lnTo>
                <a:lnTo>
                  <a:pt x="1351462" y="126467"/>
                </a:lnTo>
                <a:lnTo>
                  <a:pt x="1352222" y="126142"/>
                </a:lnTo>
                <a:lnTo>
                  <a:pt x="1352970" y="125801"/>
                </a:lnTo>
                <a:lnTo>
                  <a:pt x="1353704" y="125444"/>
                </a:lnTo>
                <a:lnTo>
                  <a:pt x="1354426" y="125071"/>
                </a:lnTo>
                <a:lnTo>
                  <a:pt x="1355134" y="124685"/>
                </a:lnTo>
                <a:lnTo>
                  <a:pt x="1355827" y="124288"/>
                </a:lnTo>
                <a:lnTo>
                  <a:pt x="1356506" y="123881"/>
                </a:lnTo>
                <a:lnTo>
                  <a:pt x="1357169" y="123463"/>
                </a:lnTo>
                <a:lnTo>
                  <a:pt x="1357818" y="123034"/>
                </a:lnTo>
                <a:lnTo>
                  <a:pt x="1358453" y="122595"/>
                </a:lnTo>
                <a:lnTo>
                  <a:pt x="1359072" y="122145"/>
                </a:lnTo>
                <a:lnTo>
                  <a:pt x="1359677" y="121684"/>
                </a:lnTo>
                <a:lnTo>
                  <a:pt x="1360267" y="121213"/>
                </a:lnTo>
                <a:lnTo>
                  <a:pt x="1360842" y="120731"/>
                </a:lnTo>
                <a:lnTo>
                  <a:pt x="1361402" y="120238"/>
                </a:lnTo>
                <a:lnTo>
                  <a:pt x="1361948" y="119735"/>
                </a:lnTo>
                <a:lnTo>
                  <a:pt x="1362479" y="119221"/>
                </a:lnTo>
                <a:lnTo>
                  <a:pt x="1362995" y="118696"/>
                </a:lnTo>
                <a:lnTo>
                  <a:pt x="1363496" y="118161"/>
                </a:lnTo>
                <a:lnTo>
                  <a:pt x="1363982" y="117615"/>
                </a:lnTo>
                <a:lnTo>
                  <a:pt x="1364454" y="117058"/>
                </a:lnTo>
                <a:lnTo>
                  <a:pt x="1364911" y="116491"/>
                </a:lnTo>
                <a:lnTo>
                  <a:pt x="1365353" y="115913"/>
                </a:lnTo>
                <a:lnTo>
                  <a:pt x="1365781" y="115324"/>
                </a:lnTo>
                <a:lnTo>
                  <a:pt x="1366193" y="114725"/>
                </a:lnTo>
                <a:lnTo>
                  <a:pt x="1366591" y="114115"/>
                </a:lnTo>
                <a:lnTo>
                  <a:pt x="1366974" y="113495"/>
                </a:lnTo>
                <a:lnTo>
                  <a:pt x="1367343" y="112864"/>
                </a:lnTo>
                <a:lnTo>
                  <a:pt x="1367696" y="112224"/>
                </a:lnTo>
                <a:lnTo>
                  <a:pt x="1368035" y="111581"/>
                </a:lnTo>
                <a:lnTo>
                  <a:pt x="1368358" y="110932"/>
                </a:lnTo>
                <a:lnTo>
                  <a:pt x="1368667" y="110279"/>
                </a:lnTo>
                <a:lnTo>
                  <a:pt x="1368960" y="109622"/>
                </a:lnTo>
                <a:lnTo>
                  <a:pt x="1369238" y="108960"/>
                </a:lnTo>
                <a:lnTo>
                  <a:pt x="1369502" y="108293"/>
                </a:lnTo>
                <a:lnTo>
                  <a:pt x="1369750" y="107621"/>
                </a:lnTo>
                <a:lnTo>
                  <a:pt x="1369983" y="106945"/>
                </a:lnTo>
                <a:lnTo>
                  <a:pt x="1370201" y="106264"/>
                </a:lnTo>
                <a:lnTo>
                  <a:pt x="1370405" y="105579"/>
                </a:lnTo>
                <a:lnTo>
                  <a:pt x="1370593" y="104889"/>
                </a:lnTo>
                <a:lnTo>
                  <a:pt x="1370766" y="104194"/>
                </a:lnTo>
                <a:lnTo>
                  <a:pt x="1370924" y="103494"/>
                </a:lnTo>
                <a:lnTo>
                  <a:pt x="1371067" y="102790"/>
                </a:lnTo>
                <a:lnTo>
                  <a:pt x="1371195" y="102082"/>
                </a:lnTo>
                <a:lnTo>
                  <a:pt x="1371307" y="101368"/>
                </a:lnTo>
                <a:lnTo>
                  <a:pt x="1371405" y="100651"/>
                </a:lnTo>
                <a:lnTo>
                  <a:pt x="1371488" y="99928"/>
                </a:lnTo>
                <a:lnTo>
                  <a:pt x="1371556" y="99201"/>
                </a:lnTo>
                <a:lnTo>
                  <a:pt x="1371608" y="98469"/>
                </a:lnTo>
                <a:lnTo>
                  <a:pt x="1371646" y="97732"/>
                </a:lnTo>
                <a:lnTo>
                  <a:pt x="1371669" y="96991"/>
                </a:lnTo>
                <a:lnTo>
                  <a:pt x="1371676" y="96245"/>
                </a:lnTo>
                <a:lnTo>
                  <a:pt x="1371672" y="95645"/>
                </a:lnTo>
                <a:lnTo>
                  <a:pt x="1371658" y="95050"/>
                </a:lnTo>
                <a:lnTo>
                  <a:pt x="1371635" y="94461"/>
                </a:lnTo>
                <a:lnTo>
                  <a:pt x="1371604" y="93878"/>
                </a:lnTo>
                <a:lnTo>
                  <a:pt x="1371563" y="93301"/>
                </a:lnTo>
                <a:lnTo>
                  <a:pt x="1371514" y="92731"/>
                </a:lnTo>
                <a:lnTo>
                  <a:pt x="1371455" y="92166"/>
                </a:lnTo>
                <a:lnTo>
                  <a:pt x="1371387" y="91607"/>
                </a:lnTo>
                <a:lnTo>
                  <a:pt x="1371310" y="91054"/>
                </a:lnTo>
                <a:lnTo>
                  <a:pt x="1371225" y="90508"/>
                </a:lnTo>
                <a:lnTo>
                  <a:pt x="1371130" y="89967"/>
                </a:lnTo>
                <a:lnTo>
                  <a:pt x="1371026" y="89433"/>
                </a:lnTo>
                <a:lnTo>
                  <a:pt x="1370913" y="88904"/>
                </a:lnTo>
                <a:lnTo>
                  <a:pt x="1370791" y="88381"/>
                </a:lnTo>
                <a:lnTo>
                  <a:pt x="1370660" y="87865"/>
                </a:lnTo>
                <a:lnTo>
                  <a:pt x="1370520" y="87354"/>
                </a:lnTo>
                <a:lnTo>
                  <a:pt x="1370371" y="86850"/>
                </a:lnTo>
                <a:lnTo>
                  <a:pt x="1370213" y="86351"/>
                </a:lnTo>
                <a:lnTo>
                  <a:pt x="1370046" y="85859"/>
                </a:lnTo>
                <a:lnTo>
                  <a:pt x="1369870" y="85373"/>
                </a:lnTo>
                <a:lnTo>
                  <a:pt x="1369685" y="84892"/>
                </a:lnTo>
                <a:lnTo>
                  <a:pt x="1369491" y="84418"/>
                </a:lnTo>
                <a:lnTo>
                  <a:pt x="1369288" y="83950"/>
                </a:lnTo>
                <a:lnTo>
                  <a:pt x="1369075" y="83487"/>
                </a:lnTo>
                <a:lnTo>
                  <a:pt x="1368855" y="83031"/>
                </a:lnTo>
                <a:lnTo>
                  <a:pt x="1368628" y="82582"/>
                </a:lnTo>
                <a:lnTo>
                  <a:pt x="1368394" y="82140"/>
                </a:lnTo>
                <a:lnTo>
                  <a:pt x="1368152" y="81704"/>
                </a:lnTo>
                <a:lnTo>
                  <a:pt x="1367904" y="81275"/>
                </a:lnTo>
                <a:lnTo>
                  <a:pt x="1367648" y="80854"/>
                </a:lnTo>
                <a:lnTo>
                  <a:pt x="1367385" y="80439"/>
                </a:lnTo>
                <a:lnTo>
                  <a:pt x="1367116" y="80031"/>
                </a:lnTo>
                <a:lnTo>
                  <a:pt x="1366838" y="79629"/>
                </a:lnTo>
                <a:lnTo>
                  <a:pt x="1366554" y="79235"/>
                </a:lnTo>
                <a:lnTo>
                  <a:pt x="1366263" y="78847"/>
                </a:lnTo>
                <a:lnTo>
                  <a:pt x="1365965" y="78466"/>
                </a:lnTo>
                <a:lnTo>
                  <a:pt x="1365659" y="78092"/>
                </a:lnTo>
                <a:lnTo>
                  <a:pt x="1365347" y="77725"/>
                </a:lnTo>
                <a:lnTo>
                  <a:pt x="1365027" y="77365"/>
                </a:lnTo>
                <a:lnTo>
                  <a:pt x="1364700" y="77012"/>
                </a:lnTo>
                <a:lnTo>
                  <a:pt x="1364366" y="76665"/>
                </a:lnTo>
                <a:lnTo>
                  <a:pt x="1364025" y="76325"/>
                </a:lnTo>
                <a:lnTo>
                  <a:pt x="1363677" y="75992"/>
                </a:lnTo>
                <a:lnTo>
                  <a:pt x="1363321" y="75666"/>
                </a:lnTo>
                <a:lnTo>
                  <a:pt x="1362959" y="75347"/>
                </a:lnTo>
                <a:lnTo>
                  <a:pt x="1362589" y="75035"/>
                </a:lnTo>
                <a:lnTo>
                  <a:pt x="1362213" y="74729"/>
                </a:lnTo>
                <a:lnTo>
                  <a:pt x="1361829" y="74431"/>
                </a:lnTo>
                <a:lnTo>
                  <a:pt x="1361439" y="74139"/>
                </a:lnTo>
                <a:lnTo>
                  <a:pt x="1361044" y="73856"/>
                </a:lnTo>
                <a:lnTo>
                  <a:pt x="1360644" y="73580"/>
                </a:lnTo>
                <a:lnTo>
                  <a:pt x="1360238" y="73312"/>
                </a:lnTo>
                <a:lnTo>
                  <a:pt x="1359828" y="73053"/>
                </a:lnTo>
                <a:lnTo>
                  <a:pt x="1359412" y="72801"/>
                </a:lnTo>
                <a:lnTo>
                  <a:pt x="1358991" y="72557"/>
                </a:lnTo>
                <a:lnTo>
                  <a:pt x="1358565" y="72321"/>
                </a:lnTo>
                <a:lnTo>
                  <a:pt x="1358134" y="72093"/>
                </a:lnTo>
                <a:lnTo>
                  <a:pt x="1357697" y="71873"/>
                </a:lnTo>
                <a:lnTo>
                  <a:pt x="1357255" y="71661"/>
                </a:lnTo>
                <a:lnTo>
                  <a:pt x="1356808" y="71456"/>
                </a:lnTo>
                <a:lnTo>
                  <a:pt x="1356356" y="71260"/>
                </a:lnTo>
                <a:lnTo>
                  <a:pt x="1355899" y="71072"/>
                </a:lnTo>
                <a:lnTo>
                  <a:pt x="1355436" y="70891"/>
                </a:lnTo>
                <a:lnTo>
                  <a:pt x="1354969" y="70719"/>
                </a:lnTo>
                <a:lnTo>
                  <a:pt x="1354496" y="70554"/>
                </a:lnTo>
                <a:lnTo>
                  <a:pt x="1354017" y="70397"/>
                </a:lnTo>
                <a:lnTo>
                  <a:pt x="1353534" y="70249"/>
                </a:lnTo>
                <a:lnTo>
                  <a:pt x="1353045" y="70108"/>
                </a:lnTo>
                <a:lnTo>
                  <a:pt x="1352552" y="69975"/>
                </a:lnTo>
                <a:lnTo>
                  <a:pt x="1352053" y="69850"/>
                </a:lnTo>
                <a:lnTo>
                  <a:pt x="1351549" y="69733"/>
                </a:lnTo>
                <a:lnTo>
                  <a:pt x="1351039" y="69624"/>
                </a:lnTo>
                <a:lnTo>
                  <a:pt x="1351445" y="69502"/>
                </a:lnTo>
                <a:lnTo>
                  <a:pt x="1351848" y="69374"/>
                </a:lnTo>
                <a:lnTo>
                  <a:pt x="1352248" y="69240"/>
                </a:lnTo>
                <a:lnTo>
                  <a:pt x="1352645" y="69098"/>
                </a:lnTo>
                <a:lnTo>
                  <a:pt x="1353040" y="68951"/>
                </a:lnTo>
                <a:lnTo>
                  <a:pt x="1353432" y="68797"/>
                </a:lnTo>
                <a:lnTo>
                  <a:pt x="1353821" y="68636"/>
                </a:lnTo>
                <a:lnTo>
                  <a:pt x="1354208" y="68468"/>
                </a:lnTo>
                <a:lnTo>
                  <a:pt x="1354591" y="68294"/>
                </a:lnTo>
                <a:lnTo>
                  <a:pt x="1354972" y="68114"/>
                </a:lnTo>
                <a:lnTo>
                  <a:pt x="1355351" y="67927"/>
                </a:lnTo>
                <a:lnTo>
                  <a:pt x="1355726" y="67733"/>
                </a:lnTo>
                <a:lnTo>
                  <a:pt x="1356099" y="67533"/>
                </a:lnTo>
                <a:lnTo>
                  <a:pt x="1356469" y="67326"/>
                </a:lnTo>
                <a:lnTo>
                  <a:pt x="1356836" y="67113"/>
                </a:lnTo>
                <a:lnTo>
                  <a:pt x="1357201" y="66893"/>
                </a:lnTo>
                <a:lnTo>
                  <a:pt x="1357563" y="66667"/>
                </a:lnTo>
                <a:lnTo>
                  <a:pt x="1357922" y="66434"/>
                </a:lnTo>
                <a:lnTo>
                  <a:pt x="1358278" y="66194"/>
                </a:lnTo>
                <a:lnTo>
                  <a:pt x="1358632" y="65948"/>
                </a:lnTo>
                <a:lnTo>
                  <a:pt x="1358983" y="65696"/>
                </a:lnTo>
                <a:lnTo>
                  <a:pt x="1359331" y="65436"/>
                </a:lnTo>
                <a:lnTo>
                  <a:pt x="1359676" y="65171"/>
                </a:lnTo>
                <a:lnTo>
                  <a:pt x="1360019" y="64898"/>
                </a:lnTo>
                <a:lnTo>
                  <a:pt x="1360357" y="64620"/>
                </a:lnTo>
                <a:lnTo>
                  <a:pt x="1360690" y="64335"/>
                </a:lnTo>
                <a:lnTo>
                  <a:pt x="1361017" y="64044"/>
                </a:lnTo>
                <a:lnTo>
                  <a:pt x="1361338" y="63748"/>
                </a:lnTo>
                <a:lnTo>
                  <a:pt x="1361654" y="63445"/>
                </a:lnTo>
                <a:lnTo>
                  <a:pt x="1361963" y="63136"/>
                </a:lnTo>
                <a:lnTo>
                  <a:pt x="1362267" y="62822"/>
                </a:lnTo>
                <a:lnTo>
                  <a:pt x="1362565" y="62501"/>
                </a:lnTo>
                <a:lnTo>
                  <a:pt x="1362858" y="62174"/>
                </a:lnTo>
                <a:lnTo>
                  <a:pt x="1363144" y="61841"/>
                </a:lnTo>
                <a:lnTo>
                  <a:pt x="1363425" y="61503"/>
                </a:lnTo>
                <a:lnTo>
                  <a:pt x="1363701" y="61158"/>
                </a:lnTo>
                <a:lnTo>
                  <a:pt x="1363970" y="60807"/>
                </a:lnTo>
                <a:lnTo>
                  <a:pt x="1364234" y="60450"/>
                </a:lnTo>
                <a:lnTo>
                  <a:pt x="1364492" y="60087"/>
                </a:lnTo>
                <a:lnTo>
                  <a:pt x="1364744" y="59718"/>
                </a:lnTo>
                <a:lnTo>
                  <a:pt x="1364990" y="59343"/>
                </a:lnTo>
                <a:lnTo>
                  <a:pt x="1365231" y="58963"/>
                </a:lnTo>
                <a:lnTo>
                  <a:pt x="1365466" y="58576"/>
                </a:lnTo>
                <a:lnTo>
                  <a:pt x="1365695" y="58183"/>
                </a:lnTo>
                <a:lnTo>
                  <a:pt x="1365918" y="57784"/>
                </a:lnTo>
                <a:lnTo>
                  <a:pt x="1366136" y="57379"/>
                </a:lnTo>
                <a:lnTo>
                  <a:pt x="1366348" y="56968"/>
                </a:lnTo>
                <a:lnTo>
                  <a:pt x="1366554" y="56551"/>
                </a:lnTo>
                <a:lnTo>
                  <a:pt x="1366753" y="56128"/>
                </a:lnTo>
                <a:lnTo>
                  <a:pt x="1366944" y="55701"/>
                </a:lnTo>
                <a:lnTo>
                  <a:pt x="1367127" y="55269"/>
                </a:lnTo>
                <a:lnTo>
                  <a:pt x="1367300" y="54831"/>
                </a:lnTo>
                <a:lnTo>
                  <a:pt x="1367466" y="54389"/>
                </a:lnTo>
                <a:lnTo>
                  <a:pt x="1367623" y="53942"/>
                </a:lnTo>
                <a:lnTo>
                  <a:pt x="1367771" y="53490"/>
                </a:lnTo>
                <a:lnTo>
                  <a:pt x="1367911" y="53033"/>
                </a:lnTo>
                <a:lnTo>
                  <a:pt x="1368042" y="52571"/>
                </a:lnTo>
                <a:lnTo>
                  <a:pt x="1368165" y="52104"/>
                </a:lnTo>
                <a:lnTo>
                  <a:pt x="1368280" y="51633"/>
                </a:lnTo>
                <a:lnTo>
                  <a:pt x="1368386" y="51156"/>
                </a:lnTo>
                <a:lnTo>
                  <a:pt x="1368483" y="50674"/>
                </a:lnTo>
                <a:lnTo>
                  <a:pt x="1368572" y="50188"/>
                </a:lnTo>
                <a:lnTo>
                  <a:pt x="1368653" y="49697"/>
                </a:lnTo>
                <a:lnTo>
                  <a:pt x="1368725" y="49200"/>
                </a:lnTo>
                <a:lnTo>
                  <a:pt x="1368788" y="48699"/>
                </a:lnTo>
                <a:lnTo>
                  <a:pt x="1368844" y="48193"/>
                </a:lnTo>
                <a:lnTo>
                  <a:pt x="1368890" y="47682"/>
                </a:lnTo>
                <a:lnTo>
                  <a:pt x="1368928" y="47166"/>
                </a:lnTo>
                <a:lnTo>
                  <a:pt x="1368958" y="46645"/>
                </a:lnTo>
                <a:lnTo>
                  <a:pt x="1368979" y="46119"/>
                </a:lnTo>
                <a:lnTo>
                  <a:pt x="1368992" y="45588"/>
                </a:lnTo>
                <a:lnTo>
                  <a:pt x="1368996" y="45052"/>
                </a:lnTo>
                <a:lnTo>
                  <a:pt x="1368989" y="44398"/>
                </a:lnTo>
                <a:lnTo>
                  <a:pt x="1368968" y="43747"/>
                </a:lnTo>
                <a:lnTo>
                  <a:pt x="1368932" y="43100"/>
                </a:lnTo>
                <a:lnTo>
                  <a:pt x="1368882" y="42457"/>
                </a:lnTo>
                <a:lnTo>
                  <a:pt x="1368818" y="41818"/>
                </a:lnTo>
                <a:lnTo>
                  <a:pt x="1368740" y="41183"/>
                </a:lnTo>
                <a:lnTo>
                  <a:pt x="1368648" y="40551"/>
                </a:lnTo>
                <a:lnTo>
                  <a:pt x="1368541" y="39924"/>
                </a:lnTo>
                <a:lnTo>
                  <a:pt x="1368420" y="39300"/>
                </a:lnTo>
                <a:lnTo>
                  <a:pt x="1368285" y="38680"/>
                </a:lnTo>
                <a:lnTo>
                  <a:pt x="1368136" y="38064"/>
                </a:lnTo>
                <a:lnTo>
                  <a:pt x="1367972" y="37452"/>
                </a:lnTo>
                <a:lnTo>
                  <a:pt x="1367794" y="36843"/>
                </a:lnTo>
                <a:lnTo>
                  <a:pt x="1367603" y="36238"/>
                </a:lnTo>
                <a:lnTo>
                  <a:pt x="1367396" y="35638"/>
                </a:lnTo>
                <a:lnTo>
                  <a:pt x="1367176" y="35041"/>
                </a:lnTo>
                <a:lnTo>
                  <a:pt x="1366941" y="34447"/>
                </a:lnTo>
                <a:lnTo>
                  <a:pt x="1366692" y="33858"/>
                </a:lnTo>
                <a:lnTo>
                  <a:pt x="1366429" y="33273"/>
                </a:lnTo>
                <a:lnTo>
                  <a:pt x="1366152" y="32691"/>
                </a:lnTo>
                <a:lnTo>
                  <a:pt x="1365860" y="32113"/>
                </a:lnTo>
                <a:lnTo>
                  <a:pt x="1365555" y="31539"/>
                </a:lnTo>
                <a:lnTo>
                  <a:pt x="1365235" y="30969"/>
                </a:lnTo>
                <a:lnTo>
                  <a:pt x="1364901" y="30403"/>
                </a:lnTo>
                <a:lnTo>
                  <a:pt x="1364553" y="29843"/>
                </a:lnTo>
                <a:lnTo>
                  <a:pt x="1364191" y="29293"/>
                </a:lnTo>
                <a:lnTo>
                  <a:pt x="1363817" y="28752"/>
                </a:lnTo>
                <a:lnTo>
                  <a:pt x="1363429" y="28221"/>
                </a:lnTo>
                <a:lnTo>
                  <a:pt x="1363027" y="27700"/>
                </a:lnTo>
                <a:lnTo>
                  <a:pt x="1362612" y="27188"/>
                </a:lnTo>
                <a:lnTo>
                  <a:pt x="1362184" y="26686"/>
                </a:lnTo>
                <a:lnTo>
                  <a:pt x="1361743" y="26193"/>
                </a:lnTo>
                <a:lnTo>
                  <a:pt x="1361287" y="25710"/>
                </a:lnTo>
                <a:lnTo>
                  <a:pt x="1360819" y="25237"/>
                </a:lnTo>
                <a:lnTo>
                  <a:pt x="1360337" y="24773"/>
                </a:lnTo>
                <a:lnTo>
                  <a:pt x="1359842" y="24319"/>
                </a:lnTo>
                <a:lnTo>
                  <a:pt x="1359333" y="23874"/>
                </a:lnTo>
                <a:lnTo>
                  <a:pt x="1358811" y="23439"/>
                </a:lnTo>
                <a:lnTo>
                  <a:pt x="1358275" y="23013"/>
                </a:lnTo>
                <a:lnTo>
                  <a:pt x="1357726" y="22597"/>
                </a:lnTo>
                <a:lnTo>
                  <a:pt x="1357164" y="22190"/>
                </a:lnTo>
                <a:lnTo>
                  <a:pt x="1356588" y="21793"/>
                </a:lnTo>
                <a:lnTo>
                  <a:pt x="1355999" y="21406"/>
                </a:lnTo>
                <a:lnTo>
                  <a:pt x="1355396" y="21028"/>
                </a:lnTo>
                <a:lnTo>
                  <a:pt x="1354780" y="20660"/>
                </a:lnTo>
                <a:lnTo>
                  <a:pt x="1354151" y="20302"/>
                </a:lnTo>
                <a:lnTo>
                  <a:pt x="1353508" y="19952"/>
                </a:lnTo>
                <a:lnTo>
                  <a:pt x="1352852" y="19613"/>
                </a:lnTo>
                <a:lnTo>
                  <a:pt x="1352182" y="19285"/>
                </a:lnTo>
                <a:lnTo>
                  <a:pt x="1351501" y="18971"/>
                </a:lnTo>
                <a:lnTo>
                  <a:pt x="1350807" y="18671"/>
                </a:lnTo>
                <a:lnTo>
                  <a:pt x="1350101" y="18385"/>
                </a:lnTo>
                <a:lnTo>
                  <a:pt x="1349383" y="18113"/>
                </a:lnTo>
                <a:lnTo>
                  <a:pt x="1348652" y="17855"/>
                </a:lnTo>
                <a:lnTo>
                  <a:pt x="1347909" y="17611"/>
                </a:lnTo>
                <a:lnTo>
                  <a:pt x="1347154" y="17380"/>
                </a:lnTo>
                <a:lnTo>
                  <a:pt x="1346386" y="17164"/>
                </a:lnTo>
                <a:lnTo>
                  <a:pt x="1345607" y="16962"/>
                </a:lnTo>
                <a:lnTo>
                  <a:pt x="1344814" y="16773"/>
                </a:lnTo>
                <a:lnTo>
                  <a:pt x="1344010" y="16599"/>
                </a:lnTo>
                <a:lnTo>
                  <a:pt x="1343193" y="16438"/>
                </a:lnTo>
                <a:lnTo>
                  <a:pt x="1342364" y="16292"/>
                </a:lnTo>
                <a:lnTo>
                  <a:pt x="1341523" y="16159"/>
                </a:lnTo>
                <a:lnTo>
                  <a:pt x="1340669" y="16041"/>
                </a:lnTo>
                <a:lnTo>
                  <a:pt x="1339803" y="15936"/>
                </a:lnTo>
                <a:lnTo>
                  <a:pt x="1338925" y="15845"/>
                </a:lnTo>
                <a:lnTo>
                  <a:pt x="1338034" y="15769"/>
                </a:lnTo>
                <a:lnTo>
                  <a:pt x="1337132" y="15706"/>
                </a:lnTo>
                <a:lnTo>
                  <a:pt x="1336216" y="15657"/>
                </a:lnTo>
                <a:lnTo>
                  <a:pt x="1335289" y="15622"/>
                </a:lnTo>
                <a:lnTo>
                  <a:pt x="1334349" y="15601"/>
                </a:lnTo>
                <a:lnTo>
                  <a:pt x="1333397" y="15594"/>
                </a:lnTo>
                <a:lnTo>
                  <a:pt x="1332496" y="15601"/>
                </a:lnTo>
                <a:lnTo>
                  <a:pt x="1331604" y="15622"/>
                </a:lnTo>
                <a:lnTo>
                  <a:pt x="1330722" y="15656"/>
                </a:lnTo>
                <a:lnTo>
                  <a:pt x="1329849" y="15704"/>
                </a:lnTo>
                <a:lnTo>
                  <a:pt x="1328985" y="15765"/>
                </a:lnTo>
                <a:lnTo>
                  <a:pt x="1328130" y="15840"/>
                </a:lnTo>
                <a:lnTo>
                  <a:pt x="1327285" y="15929"/>
                </a:lnTo>
                <a:lnTo>
                  <a:pt x="1326449" y="16032"/>
                </a:lnTo>
                <a:lnTo>
                  <a:pt x="1325622" y="16148"/>
                </a:lnTo>
                <a:lnTo>
                  <a:pt x="1324805" y="16278"/>
                </a:lnTo>
                <a:lnTo>
                  <a:pt x="1323997" y="16422"/>
                </a:lnTo>
                <a:lnTo>
                  <a:pt x="1323198" y="16579"/>
                </a:lnTo>
                <a:lnTo>
                  <a:pt x="1322408" y="16750"/>
                </a:lnTo>
                <a:lnTo>
                  <a:pt x="1321628" y="16935"/>
                </a:lnTo>
                <a:lnTo>
                  <a:pt x="1320857" y="17133"/>
                </a:lnTo>
                <a:lnTo>
                  <a:pt x="1320095" y="17345"/>
                </a:lnTo>
                <a:lnTo>
                  <a:pt x="1319343" y="17571"/>
                </a:lnTo>
                <a:lnTo>
                  <a:pt x="1318600" y="17810"/>
                </a:lnTo>
                <a:lnTo>
                  <a:pt x="1317866" y="18063"/>
                </a:lnTo>
                <a:lnTo>
                  <a:pt x="1317142" y="18330"/>
                </a:lnTo>
                <a:lnTo>
                  <a:pt x="1316427" y="18610"/>
                </a:lnTo>
                <a:lnTo>
                  <a:pt x="1315721" y="18904"/>
                </a:lnTo>
                <a:lnTo>
                  <a:pt x="1315024" y="19212"/>
                </a:lnTo>
                <a:lnTo>
                  <a:pt x="1314337" y="19534"/>
                </a:lnTo>
                <a:lnTo>
                  <a:pt x="1313660" y="19868"/>
                </a:lnTo>
                <a:lnTo>
                  <a:pt x="1312996" y="20214"/>
                </a:lnTo>
                <a:lnTo>
                  <a:pt x="1312343" y="20573"/>
                </a:lnTo>
                <a:lnTo>
                  <a:pt x="1311701" y="20944"/>
                </a:lnTo>
                <a:lnTo>
                  <a:pt x="1311072" y="21328"/>
                </a:lnTo>
                <a:lnTo>
                  <a:pt x="1310454" y="21724"/>
                </a:lnTo>
                <a:lnTo>
                  <a:pt x="1309848" y="22132"/>
                </a:lnTo>
                <a:lnTo>
                  <a:pt x="1309254" y="22552"/>
                </a:lnTo>
                <a:lnTo>
                  <a:pt x="1308671" y="22985"/>
                </a:lnTo>
                <a:lnTo>
                  <a:pt x="1308100" y="23430"/>
                </a:lnTo>
                <a:lnTo>
                  <a:pt x="1307541" y="23887"/>
                </a:lnTo>
                <a:lnTo>
                  <a:pt x="1306994" y="24357"/>
                </a:lnTo>
                <a:lnTo>
                  <a:pt x="1306459" y="24839"/>
                </a:lnTo>
                <a:lnTo>
                  <a:pt x="1305935" y="25333"/>
                </a:lnTo>
                <a:lnTo>
                  <a:pt x="1305423" y="25840"/>
                </a:lnTo>
                <a:lnTo>
                  <a:pt x="1304923" y="26359"/>
                </a:lnTo>
                <a:lnTo>
                  <a:pt x="1304434" y="26890"/>
                </a:lnTo>
                <a:lnTo>
                  <a:pt x="1303957" y="27433"/>
                </a:lnTo>
                <a:lnTo>
                  <a:pt x="1303492" y="27989"/>
                </a:lnTo>
                <a:lnTo>
                  <a:pt x="1303039" y="28557"/>
                </a:lnTo>
                <a:lnTo>
                  <a:pt x="1302597" y="29138"/>
                </a:lnTo>
                <a:lnTo>
                  <a:pt x="1302168" y="29731"/>
                </a:lnTo>
                <a:lnTo>
                  <a:pt x="1301750" y="30336"/>
                </a:lnTo>
                <a:lnTo>
                  <a:pt x="1301343" y="30953"/>
                </a:lnTo>
                <a:lnTo>
                  <a:pt x="1300951" y="31582"/>
                </a:lnTo>
                <a:lnTo>
                  <a:pt x="1300573" y="32220"/>
                </a:lnTo>
                <a:lnTo>
                  <a:pt x="1300210" y="32869"/>
                </a:lnTo>
                <a:lnTo>
                  <a:pt x="1299862" y="33528"/>
                </a:lnTo>
                <a:lnTo>
                  <a:pt x="1299529" y="34197"/>
                </a:lnTo>
                <a:lnTo>
                  <a:pt x="1299212" y="34876"/>
                </a:lnTo>
                <a:lnTo>
                  <a:pt x="1298909" y="35565"/>
                </a:lnTo>
                <a:lnTo>
                  <a:pt x="1298622" y="36265"/>
                </a:lnTo>
                <a:lnTo>
                  <a:pt x="1298349" y="36974"/>
                </a:lnTo>
                <a:lnTo>
                  <a:pt x="1298091" y="37694"/>
                </a:lnTo>
                <a:lnTo>
                  <a:pt x="1297849" y="38424"/>
                </a:lnTo>
                <a:lnTo>
                  <a:pt x="1297622" y="39163"/>
                </a:lnTo>
                <a:lnTo>
                  <a:pt x="1297409" y="39913"/>
                </a:lnTo>
                <a:lnTo>
                  <a:pt x="1297212" y="40673"/>
                </a:lnTo>
                <a:lnTo>
                  <a:pt x="1297029" y="41444"/>
                </a:lnTo>
                <a:lnTo>
                  <a:pt x="1296862" y="42224"/>
                </a:lnTo>
                <a:lnTo>
                  <a:pt x="1296710" y="43014"/>
                </a:lnTo>
                <a:lnTo>
                  <a:pt x="1296573" y="43815"/>
                </a:lnTo>
                <a:lnTo>
                  <a:pt x="1296450" y="44626"/>
                </a:lnTo>
                <a:lnTo>
                  <a:pt x="1296343" y="45446"/>
                </a:lnTo>
                <a:lnTo>
                  <a:pt x="1296251" y="46277"/>
                </a:lnTo>
                <a:lnTo>
                  <a:pt x="1296174" y="47118"/>
                </a:lnTo>
                <a:lnTo>
                  <a:pt x="1296112" y="47969"/>
                </a:lnTo>
                <a:lnTo>
                  <a:pt x="1296065" y="48831"/>
                </a:lnTo>
                <a:lnTo>
                  <a:pt x="1316858" y="48831"/>
                </a:lnTo>
                <a:lnTo>
                  <a:pt x="1316904" y="48296"/>
                </a:lnTo>
                <a:lnTo>
                  <a:pt x="1316963" y="47768"/>
                </a:lnTo>
                <a:lnTo>
                  <a:pt x="1317036" y="47248"/>
                </a:lnTo>
                <a:lnTo>
                  <a:pt x="1317121" y="46735"/>
                </a:lnTo>
                <a:lnTo>
                  <a:pt x="1317220" y="46228"/>
                </a:lnTo>
                <a:lnTo>
                  <a:pt x="1317331" y="45729"/>
                </a:lnTo>
                <a:lnTo>
                  <a:pt x="1317456" y="45237"/>
                </a:lnTo>
                <a:lnTo>
                  <a:pt x="1317594" y="44753"/>
                </a:lnTo>
                <a:lnTo>
                  <a:pt x="1317745" y="44275"/>
                </a:lnTo>
                <a:lnTo>
                  <a:pt x="1317909" y="43804"/>
                </a:lnTo>
                <a:lnTo>
                  <a:pt x="1318086" y="43341"/>
                </a:lnTo>
                <a:lnTo>
                  <a:pt x="1318276" y="42884"/>
                </a:lnTo>
                <a:lnTo>
                  <a:pt x="1318480" y="42435"/>
                </a:lnTo>
                <a:lnTo>
                  <a:pt x="1318696" y="41993"/>
                </a:lnTo>
                <a:lnTo>
                  <a:pt x="1318926" y="41558"/>
                </a:lnTo>
                <a:lnTo>
                  <a:pt x="1319169" y="41130"/>
                </a:lnTo>
                <a:lnTo>
                  <a:pt x="1319425" y="40709"/>
                </a:lnTo>
                <a:lnTo>
                  <a:pt x="1319694" y="40295"/>
                </a:lnTo>
                <a:lnTo>
                  <a:pt x="1319976" y="39888"/>
                </a:lnTo>
                <a:lnTo>
                  <a:pt x="1320271" y="39489"/>
                </a:lnTo>
                <a:lnTo>
                  <a:pt x="1320580" y="39096"/>
                </a:lnTo>
                <a:lnTo>
                  <a:pt x="1320901" y="38711"/>
                </a:lnTo>
                <a:lnTo>
                  <a:pt x="1321236" y="38333"/>
                </a:lnTo>
                <a:lnTo>
                  <a:pt x="1321584" y="37962"/>
                </a:lnTo>
                <a:lnTo>
                  <a:pt x="1321944" y="37602"/>
                </a:lnTo>
                <a:lnTo>
                  <a:pt x="1322316" y="37257"/>
                </a:lnTo>
                <a:lnTo>
                  <a:pt x="1322699" y="36928"/>
                </a:lnTo>
                <a:lnTo>
                  <a:pt x="1323094" y="36614"/>
                </a:lnTo>
                <a:lnTo>
                  <a:pt x="1323500" y="36315"/>
                </a:lnTo>
                <a:lnTo>
                  <a:pt x="1323917" y="36032"/>
                </a:lnTo>
                <a:lnTo>
                  <a:pt x="1324347" y="35764"/>
                </a:lnTo>
                <a:lnTo>
                  <a:pt x="1324787" y="35511"/>
                </a:lnTo>
                <a:lnTo>
                  <a:pt x="1325239" y="35274"/>
                </a:lnTo>
                <a:lnTo>
                  <a:pt x="1325703" y="35052"/>
                </a:lnTo>
                <a:lnTo>
                  <a:pt x="1326178" y="34845"/>
                </a:lnTo>
                <a:lnTo>
                  <a:pt x="1326664" y="34654"/>
                </a:lnTo>
                <a:lnTo>
                  <a:pt x="1327162" y="34478"/>
                </a:lnTo>
                <a:lnTo>
                  <a:pt x="1327672" y="34317"/>
                </a:lnTo>
                <a:lnTo>
                  <a:pt x="1328193" y="34171"/>
                </a:lnTo>
                <a:lnTo>
                  <a:pt x="1328725" y="34041"/>
                </a:lnTo>
                <a:lnTo>
                  <a:pt x="1329269" y="33926"/>
                </a:lnTo>
                <a:lnTo>
                  <a:pt x="1329824" y="33827"/>
                </a:lnTo>
                <a:lnTo>
                  <a:pt x="1330391" y="33743"/>
                </a:lnTo>
                <a:lnTo>
                  <a:pt x="1330969" y="33674"/>
                </a:lnTo>
                <a:lnTo>
                  <a:pt x="1331559" y="33620"/>
                </a:lnTo>
                <a:lnTo>
                  <a:pt x="1332160" y="33582"/>
                </a:lnTo>
                <a:lnTo>
                  <a:pt x="1332773" y="33559"/>
                </a:lnTo>
                <a:lnTo>
                  <a:pt x="1333397" y="33551"/>
                </a:lnTo>
                <a:lnTo>
                  <a:pt x="1333969" y="33557"/>
                </a:lnTo>
                <a:lnTo>
                  <a:pt x="1334531" y="33576"/>
                </a:lnTo>
                <a:lnTo>
                  <a:pt x="1335082" y="33608"/>
                </a:lnTo>
                <a:lnTo>
                  <a:pt x="1335622" y="33652"/>
                </a:lnTo>
                <a:lnTo>
                  <a:pt x="1336152" y="33708"/>
                </a:lnTo>
                <a:lnTo>
                  <a:pt x="1336671" y="33778"/>
                </a:lnTo>
                <a:lnTo>
                  <a:pt x="1337179" y="33860"/>
                </a:lnTo>
                <a:lnTo>
                  <a:pt x="1337677" y="33954"/>
                </a:lnTo>
                <a:lnTo>
                  <a:pt x="1338164" y="34061"/>
                </a:lnTo>
                <a:lnTo>
                  <a:pt x="1338640" y="34180"/>
                </a:lnTo>
                <a:lnTo>
                  <a:pt x="1339106" y="34313"/>
                </a:lnTo>
                <a:lnTo>
                  <a:pt x="1339560" y="34457"/>
                </a:lnTo>
                <a:lnTo>
                  <a:pt x="1340005" y="34615"/>
                </a:lnTo>
                <a:lnTo>
                  <a:pt x="1340438" y="34785"/>
                </a:lnTo>
                <a:lnTo>
                  <a:pt x="1340861" y="34967"/>
                </a:lnTo>
                <a:lnTo>
                  <a:pt x="1341273" y="35162"/>
                </a:lnTo>
                <a:lnTo>
                  <a:pt x="1341675" y="35370"/>
                </a:lnTo>
                <a:lnTo>
                  <a:pt x="1342066" y="35590"/>
                </a:lnTo>
                <a:lnTo>
                  <a:pt x="1342446" y="35823"/>
                </a:lnTo>
                <a:lnTo>
                  <a:pt x="1342815" y="36068"/>
                </a:lnTo>
                <a:lnTo>
                  <a:pt x="1343174" y="36326"/>
                </a:lnTo>
                <a:lnTo>
                  <a:pt x="1343522" y="36597"/>
                </a:lnTo>
                <a:lnTo>
                  <a:pt x="1343860" y="36880"/>
                </a:lnTo>
                <a:lnTo>
                  <a:pt x="1344187" y="37176"/>
                </a:lnTo>
                <a:lnTo>
                  <a:pt x="1344502" y="37482"/>
                </a:lnTo>
                <a:lnTo>
                  <a:pt x="1344803" y="37796"/>
                </a:lnTo>
                <a:lnTo>
                  <a:pt x="1345091" y="38118"/>
                </a:lnTo>
                <a:lnTo>
                  <a:pt x="1345366" y="38449"/>
                </a:lnTo>
                <a:lnTo>
                  <a:pt x="1345628" y="38788"/>
                </a:lnTo>
                <a:lnTo>
                  <a:pt x="1345876" y="39134"/>
                </a:lnTo>
                <a:lnTo>
                  <a:pt x="1346110" y="39490"/>
                </a:lnTo>
                <a:lnTo>
                  <a:pt x="1346331" y="39853"/>
                </a:lnTo>
                <a:lnTo>
                  <a:pt x="1346539" y="40225"/>
                </a:lnTo>
                <a:lnTo>
                  <a:pt x="1346733" y="40604"/>
                </a:lnTo>
                <a:lnTo>
                  <a:pt x="1346914" y="40992"/>
                </a:lnTo>
                <a:lnTo>
                  <a:pt x="1347082" y="41389"/>
                </a:lnTo>
                <a:lnTo>
                  <a:pt x="1347236" y="41793"/>
                </a:lnTo>
                <a:lnTo>
                  <a:pt x="1347377" y="42206"/>
                </a:lnTo>
                <a:lnTo>
                  <a:pt x="1347504" y="42626"/>
                </a:lnTo>
                <a:lnTo>
                  <a:pt x="1347618" y="43055"/>
                </a:lnTo>
                <a:lnTo>
                  <a:pt x="1347718" y="43493"/>
                </a:lnTo>
                <a:lnTo>
                  <a:pt x="1347806" y="43938"/>
                </a:lnTo>
                <a:lnTo>
                  <a:pt x="1347879" y="44392"/>
                </a:lnTo>
                <a:lnTo>
                  <a:pt x="1347940" y="44853"/>
                </a:lnTo>
                <a:lnTo>
                  <a:pt x="1347986" y="45323"/>
                </a:lnTo>
                <a:lnTo>
                  <a:pt x="1348020" y="45802"/>
                </a:lnTo>
                <a:lnTo>
                  <a:pt x="1348040" y="46288"/>
                </a:lnTo>
                <a:lnTo>
                  <a:pt x="1348047" y="46783"/>
                </a:lnTo>
                <a:lnTo>
                  <a:pt x="1348038" y="47380"/>
                </a:lnTo>
                <a:lnTo>
                  <a:pt x="1348010" y="47965"/>
                </a:lnTo>
                <a:lnTo>
                  <a:pt x="1347964" y="48538"/>
                </a:lnTo>
                <a:lnTo>
                  <a:pt x="1347900" y="49098"/>
                </a:lnTo>
                <a:lnTo>
                  <a:pt x="1347818" y="49645"/>
                </a:lnTo>
                <a:lnTo>
                  <a:pt x="1347717" y="50180"/>
                </a:lnTo>
                <a:lnTo>
                  <a:pt x="1347598" y="50702"/>
                </a:lnTo>
                <a:lnTo>
                  <a:pt x="1347460" y="51211"/>
                </a:lnTo>
                <a:lnTo>
                  <a:pt x="1347305" y="51708"/>
                </a:lnTo>
                <a:lnTo>
                  <a:pt x="1347130" y="52193"/>
                </a:lnTo>
                <a:lnTo>
                  <a:pt x="1346938" y="52665"/>
                </a:lnTo>
                <a:lnTo>
                  <a:pt x="1346727" y="53124"/>
                </a:lnTo>
                <a:lnTo>
                  <a:pt x="1346498" y="53571"/>
                </a:lnTo>
                <a:lnTo>
                  <a:pt x="1346251" y="54005"/>
                </a:lnTo>
                <a:lnTo>
                  <a:pt x="1345985" y="54426"/>
                </a:lnTo>
                <a:lnTo>
                  <a:pt x="1345701" y="54835"/>
                </a:lnTo>
                <a:lnTo>
                  <a:pt x="1345399" y="55232"/>
                </a:lnTo>
                <a:lnTo>
                  <a:pt x="1345078" y="55615"/>
                </a:lnTo>
                <a:lnTo>
                  <a:pt x="1344739" y="55987"/>
                </a:lnTo>
                <a:lnTo>
                  <a:pt x="1344381" y="56345"/>
                </a:lnTo>
                <a:lnTo>
                  <a:pt x="1344006" y="56691"/>
                </a:lnTo>
                <a:lnTo>
                  <a:pt x="1343612" y="57025"/>
                </a:lnTo>
                <a:lnTo>
                  <a:pt x="1343199" y="57346"/>
                </a:lnTo>
                <a:lnTo>
                  <a:pt x="1342769" y="57654"/>
                </a:lnTo>
                <a:lnTo>
                  <a:pt x="1342325" y="57950"/>
                </a:lnTo>
                <a:lnTo>
                  <a:pt x="1341872" y="58233"/>
                </a:lnTo>
                <a:lnTo>
                  <a:pt x="1341412" y="58503"/>
                </a:lnTo>
                <a:lnTo>
                  <a:pt x="1340942" y="58761"/>
                </a:lnTo>
                <a:lnTo>
                  <a:pt x="1340464" y="59006"/>
                </a:lnTo>
                <a:lnTo>
                  <a:pt x="1339978" y="59239"/>
                </a:lnTo>
                <a:lnTo>
                  <a:pt x="1339483" y="59459"/>
                </a:lnTo>
                <a:lnTo>
                  <a:pt x="1338980" y="59666"/>
                </a:lnTo>
                <a:lnTo>
                  <a:pt x="1338468" y="59861"/>
                </a:lnTo>
                <a:lnTo>
                  <a:pt x="1337948" y="60044"/>
                </a:lnTo>
                <a:lnTo>
                  <a:pt x="1337419" y="60213"/>
                </a:lnTo>
                <a:lnTo>
                  <a:pt x="1336882" y="60371"/>
                </a:lnTo>
                <a:lnTo>
                  <a:pt x="1336337" y="60515"/>
                </a:lnTo>
                <a:lnTo>
                  <a:pt x="1335783" y="60647"/>
                </a:lnTo>
                <a:lnTo>
                  <a:pt x="1335220" y="60767"/>
                </a:lnTo>
                <a:lnTo>
                  <a:pt x="1334649" y="60874"/>
                </a:lnTo>
                <a:lnTo>
                  <a:pt x="1334069" y="60968"/>
                </a:lnTo>
                <a:lnTo>
                  <a:pt x="1333481" y="61050"/>
                </a:lnTo>
                <a:lnTo>
                  <a:pt x="1332885" y="61119"/>
                </a:lnTo>
                <a:lnTo>
                  <a:pt x="1332280" y="61176"/>
                </a:lnTo>
                <a:lnTo>
                  <a:pt x="1331666" y="61220"/>
                </a:lnTo>
                <a:lnTo>
                  <a:pt x="1331044" y="61251"/>
                </a:lnTo>
                <a:lnTo>
                  <a:pt x="1330414" y="61270"/>
                </a:lnTo>
                <a:lnTo>
                  <a:pt x="1329775" y="61276"/>
                </a:lnTo>
                <a:lnTo>
                  <a:pt x="1321584" y="61276"/>
                </a:lnTo>
                <a:lnTo>
                  <a:pt x="1321584" y="78760"/>
                </a:lnTo>
                <a:lnTo>
                  <a:pt x="1329775" y="78760"/>
                </a:lnTo>
                <a:lnTo>
                  <a:pt x="1330285" y="78763"/>
                </a:lnTo>
                <a:lnTo>
                  <a:pt x="1330790" y="78773"/>
                </a:lnTo>
                <a:lnTo>
                  <a:pt x="1331290" y="78789"/>
                </a:lnTo>
                <a:lnTo>
                  <a:pt x="1331786" y="78812"/>
                </a:lnTo>
                <a:lnTo>
                  <a:pt x="1332277" y="78842"/>
                </a:lnTo>
                <a:lnTo>
                  <a:pt x="1332763" y="78878"/>
                </a:lnTo>
                <a:lnTo>
                  <a:pt x="1333245" y="78920"/>
                </a:lnTo>
                <a:lnTo>
                  <a:pt x="1333722" y="78970"/>
                </a:lnTo>
                <a:lnTo>
                  <a:pt x="1334194" y="79026"/>
                </a:lnTo>
                <a:lnTo>
                  <a:pt x="1334662" y="79088"/>
                </a:lnTo>
                <a:lnTo>
                  <a:pt x="1335125" y="79157"/>
                </a:lnTo>
                <a:lnTo>
                  <a:pt x="1335584" y="79232"/>
                </a:lnTo>
                <a:lnTo>
                  <a:pt x="1336038" y="79315"/>
                </a:lnTo>
                <a:lnTo>
                  <a:pt x="1336487" y="79403"/>
                </a:lnTo>
                <a:lnTo>
                  <a:pt x="1336931" y="79498"/>
                </a:lnTo>
                <a:lnTo>
                  <a:pt x="1337371" y="79600"/>
                </a:lnTo>
                <a:lnTo>
                  <a:pt x="1337807" y="79709"/>
                </a:lnTo>
                <a:lnTo>
                  <a:pt x="1338237" y="79824"/>
                </a:lnTo>
                <a:lnTo>
                  <a:pt x="1338663" y="79945"/>
                </a:lnTo>
                <a:lnTo>
                  <a:pt x="1339084" y="80073"/>
                </a:lnTo>
                <a:lnTo>
                  <a:pt x="1339501" y="80208"/>
                </a:lnTo>
                <a:lnTo>
                  <a:pt x="1339913" y="80349"/>
                </a:lnTo>
                <a:lnTo>
                  <a:pt x="1340320" y="80497"/>
                </a:lnTo>
                <a:lnTo>
                  <a:pt x="1340723" y="80651"/>
                </a:lnTo>
                <a:lnTo>
                  <a:pt x="1341120" y="80812"/>
                </a:lnTo>
                <a:lnTo>
                  <a:pt x="1341510" y="80979"/>
                </a:lnTo>
                <a:lnTo>
                  <a:pt x="1341892" y="81152"/>
                </a:lnTo>
                <a:lnTo>
                  <a:pt x="1342268" y="81331"/>
                </a:lnTo>
                <a:lnTo>
                  <a:pt x="1342636" y="81517"/>
                </a:lnTo>
                <a:lnTo>
                  <a:pt x="1342997" y="81709"/>
                </a:lnTo>
                <a:lnTo>
                  <a:pt x="1343352" y="81907"/>
                </a:lnTo>
                <a:lnTo>
                  <a:pt x="1343699" y="82112"/>
                </a:lnTo>
                <a:lnTo>
                  <a:pt x="1344038" y="82323"/>
                </a:lnTo>
                <a:lnTo>
                  <a:pt x="1344371" y="82540"/>
                </a:lnTo>
                <a:lnTo>
                  <a:pt x="1344697" y="82764"/>
                </a:lnTo>
                <a:lnTo>
                  <a:pt x="1345015" y="82993"/>
                </a:lnTo>
                <a:lnTo>
                  <a:pt x="1345327" y="83230"/>
                </a:lnTo>
                <a:lnTo>
                  <a:pt x="1345631" y="83472"/>
                </a:lnTo>
                <a:lnTo>
                  <a:pt x="1345928" y="83721"/>
                </a:lnTo>
                <a:lnTo>
                  <a:pt x="1346218" y="83976"/>
                </a:lnTo>
                <a:lnTo>
                  <a:pt x="1346501" y="84237"/>
                </a:lnTo>
                <a:lnTo>
                  <a:pt x="1346777" y="84504"/>
                </a:lnTo>
                <a:lnTo>
                  <a:pt x="1347046" y="84778"/>
                </a:lnTo>
                <a:lnTo>
                  <a:pt x="1347307" y="85058"/>
                </a:lnTo>
                <a:lnTo>
                  <a:pt x="1347562" y="85345"/>
                </a:lnTo>
                <a:lnTo>
                  <a:pt x="1347809" y="85637"/>
                </a:lnTo>
                <a:lnTo>
                  <a:pt x="1348049" y="85937"/>
                </a:lnTo>
                <a:lnTo>
                  <a:pt x="1348282" y="86242"/>
                </a:lnTo>
                <a:lnTo>
                  <a:pt x="1348507" y="86553"/>
                </a:lnTo>
                <a:lnTo>
                  <a:pt x="1348723" y="86871"/>
                </a:lnTo>
                <a:lnTo>
                  <a:pt x="1348929" y="87196"/>
                </a:lnTo>
                <a:lnTo>
                  <a:pt x="1349125" y="87526"/>
                </a:lnTo>
                <a:lnTo>
                  <a:pt x="1349311" y="87863"/>
                </a:lnTo>
                <a:lnTo>
                  <a:pt x="1349488" y="88206"/>
                </a:lnTo>
                <a:lnTo>
                  <a:pt x="1349656" y="88555"/>
                </a:lnTo>
                <a:lnTo>
                  <a:pt x="1349814" y="88911"/>
                </a:lnTo>
                <a:lnTo>
                  <a:pt x="1349962" y="89273"/>
                </a:lnTo>
                <a:lnTo>
                  <a:pt x="1350101" y="89641"/>
                </a:lnTo>
                <a:lnTo>
                  <a:pt x="1350230" y="90016"/>
                </a:lnTo>
                <a:lnTo>
                  <a:pt x="1350350" y="90396"/>
                </a:lnTo>
                <a:lnTo>
                  <a:pt x="1350460" y="90783"/>
                </a:lnTo>
                <a:lnTo>
                  <a:pt x="1350561" y="91177"/>
                </a:lnTo>
                <a:lnTo>
                  <a:pt x="1350652" y="91577"/>
                </a:lnTo>
                <a:lnTo>
                  <a:pt x="1350733" y="91983"/>
                </a:lnTo>
                <a:lnTo>
                  <a:pt x="1350805" y="92395"/>
                </a:lnTo>
                <a:lnTo>
                  <a:pt x="1350867" y="92813"/>
                </a:lnTo>
                <a:lnTo>
                  <a:pt x="1350920" y="93238"/>
                </a:lnTo>
                <a:lnTo>
                  <a:pt x="1350963" y="93669"/>
                </a:lnTo>
                <a:lnTo>
                  <a:pt x="1350996" y="94107"/>
                </a:lnTo>
                <a:lnTo>
                  <a:pt x="1351020" y="94551"/>
                </a:lnTo>
                <a:lnTo>
                  <a:pt x="1351034" y="95001"/>
                </a:lnTo>
                <a:lnTo>
                  <a:pt x="1351039" y="95457"/>
                </a:lnTo>
                <a:lnTo>
                  <a:pt x="1351036" y="95849"/>
                </a:lnTo>
                <a:lnTo>
                  <a:pt x="1351025" y="96237"/>
                </a:lnTo>
                <a:lnTo>
                  <a:pt x="1351007" y="96621"/>
                </a:lnTo>
                <a:lnTo>
                  <a:pt x="1350982" y="97002"/>
                </a:lnTo>
                <a:lnTo>
                  <a:pt x="1350950" y="97378"/>
                </a:lnTo>
                <a:lnTo>
                  <a:pt x="1350911" y="97751"/>
                </a:lnTo>
                <a:lnTo>
                  <a:pt x="1350865" y="98120"/>
                </a:lnTo>
                <a:lnTo>
                  <a:pt x="1350812" y="98485"/>
                </a:lnTo>
                <a:lnTo>
                  <a:pt x="1350751" y="98846"/>
                </a:lnTo>
                <a:lnTo>
                  <a:pt x="1350684" y="99204"/>
                </a:lnTo>
                <a:lnTo>
                  <a:pt x="1350609" y="99557"/>
                </a:lnTo>
                <a:lnTo>
                  <a:pt x="1350527" y="99907"/>
                </a:lnTo>
                <a:lnTo>
                  <a:pt x="1350438" y="100253"/>
                </a:lnTo>
                <a:lnTo>
                  <a:pt x="1350342" y="100595"/>
                </a:lnTo>
                <a:lnTo>
                  <a:pt x="1350239" y="100934"/>
                </a:lnTo>
                <a:lnTo>
                  <a:pt x="1350129" y="101268"/>
                </a:lnTo>
                <a:lnTo>
                  <a:pt x="1350012" y="101599"/>
                </a:lnTo>
                <a:lnTo>
                  <a:pt x="1349887" y="101926"/>
                </a:lnTo>
                <a:lnTo>
                  <a:pt x="1349756" y="102249"/>
                </a:lnTo>
                <a:lnTo>
                  <a:pt x="1349617" y="102568"/>
                </a:lnTo>
                <a:lnTo>
                  <a:pt x="1349471" y="102884"/>
                </a:lnTo>
                <a:lnTo>
                  <a:pt x="1349318" y="103195"/>
                </a:lnTo>
                <a:lnTo>
                  <a:pt x="1349159" y="103503"/>
                </a:lnTo>
                <a:lnTo>
                  <a:pt x="1348991" y="103807"/>
                </a:lnTo>
                <a:lnTo>
                  <a:pt x="1348817" y="104106"/>
                </a:lnTo>
                <a:lnTo>
                  <a:pt x="1348637" y="104401"/>
                </a:lnTo>
                <a:lnTo>
                  <a:pt x="1348450" y="104690"/>
                </a:lnTo>
                <a:lnTo>
                  <a:pt x="1348256" y="104975"/>
                </a:lnTo>
                <a:lnTo>
                  <a:pt x="1348056" y="105255"/>
                </a:lnTo>
                <a:lnTo>
                  <a:pt x="1347849" y="105530"/>
                </a:lnTo>
                <a:lnTo>
                  <a:pt x="1347636" y="105799"/>
                </a:lnTo>
                <a:lnTo>
                  <a:pt x="1347416" y="106064"/>
                </a:lnTo>
                <a:lnTo>
                  <a:pt x="1347190" y="106325"/>
                </a:lnTo>
                <a:lnTo>
                  <a:pt x="1346957" y="106580"/>
                </a:lnTo>
                <a:lnTo>
                  <a:pt x="1346717" y="106830"/>
                </a:lnTo>
                <a:lnTo>
                  <a:pt x="1346471" y="107075"/>
                </a:lnTo>
                <a:lnTo>
                  <a:pt x="1346219" y="107316"/>
                </a:lnTo>
                <a:lnTo>
                  <a:pt x="1345959" y="107551"/>
                </a:lnTo>
                <a:lnTo>
                  <a:pt x="1345694" y="107782"/>
                </a:lnTo>
                <a:lnTo>
                  <a:pt x="1345421" y="108007"/>
                </a:lnTo>
                <a:lnTo>
                  <a:pt x="1345142" y="108228"/>
                </a:lnTo>
                <a:lnTo>
                  <a:pt x="1344857" y="108444"/>
                </a:lnTo>
                <a:lnTo>
                  <a:pt x="1344565" y="108655"/>
                </a:lnTo>
                <a:lnTo>
                  <a:pt x="1344266" y="108861"/>
                </a:lnTo>
                <a:lnTo>
                  <a:pt x="1343961" y="109062"/>
                </a:lnTo>
                <a:lnTo>
                  <a:pt x="1343650" y="109258"/>
                </a:lnTo>
                <a:lnTo>
                  <a:pt x="1343331" y="109449"/>
                </a:lnTo>
                <a:lnTo>
                  <a:pt x="1343007" y="109636"/>
                </a:lnTo>
                <a:lnTo>
                  <a:pt x="1342676" y="109815"/>
                </a:lnTo>
                <a:lnTo>
                  <a:pt x="1342339" y="109988"/>
                </a:lnTo>
                <a:lnTo>
                  <a:pt x="1341998" y="110152"/>
                </a:lnTo>
                <a:lnTo>
                  <a:pt x="1341650" y="110309"/>
                </a:lnTo>
                <a:lnTo>
                  <a:pt x="1341298" y="110458"/>
                </a:lnTo>
                <a:lnTo>
                  <a:pt x="1340940" y="110600"/>
                </a:lnTo>
                <a:lnTo>
                  <a:pt x="1340576" y="110734"/>
                </a:lnTo>
                <a:lnTo>
                  <a:pt x="1340207" y="110860"/>
                </a:lnTo>
                <a:lnTo>
                  <a:pt x="1339832" y="110979"/>
                </a:lnTo>
                <a:lnTo>
                  <a:pt x="1339452" y="111090"/>
                </a:lnTo>
                <a:lnTo>
                  <a:pt x="1339066" y="111193"/>
                </a:lnTo>
                <a:lnTo>
                  <a:pt x="1338675" y="111289"/>
                </a:lnTo>
                <a:lnTo>
                  <a:pt x="1338279" y="111377"/>
                </a:lnTo>
                <a:lnTo>
                  <a:pt x="1337877" y="111457"/>
                </a:lnTo>
                <a:lnTo>
                  <a:pt x="1337469" y="111530"/>
                </a:lnTo>
                <a:lnTo>
                  <a:pt x="1337056" y="111595"/>
                </a:lnTo>
                <a:lnTo>
                  <a:pt x="1336638" y="111652"/>
                </a:lnTo>
                <a:lnTo>
                  <a:pt x="1336214" y="111702"/>
                </a:lnTo>
                <a:lnTo>
                  <a:pt x="1335785" y="111744"/>
                </a:lnTo>
                <a:lnTo>
                  <a:pt x="1335350" y="111778"/>
                </a:lnTo>
                <a:lnTo>
                  <a:pt x="1334910" y="111805"/>
                </a:lnTo>
                <a:lnTo>
                  <a:pt x="1334464" y="111824"/>
                </a:lnTo>
                <a:lnTo>
                  <a:pt x="1334013" y="111836"/>
                </a:lnTo>
                <a:lnTo>
                  <a:pt x="1333556" y="111840"/>
                </a:lnTo>
                <a:lnTo>
                  <a:pt x="1333073" y="111835"/>
                </a:lnTo>
                <a:lnTo>
                  <a:pt x="1332595" y="111823"/>
                </a:lnTo>
                <a:lnTo>
                  <a:pt x="1332123" y="111801"/>
                </a:lnTo>
                <a:lnTo>
                  <a:pt x="1331657" y="111772"/>
                </a:lnTo>
                <a:lnTo>
                  <a:pt x="1331196" y="111734"/>
                </a:lnTo>
                <a:lnTo>
                  <a:pt x="1330740" y="111687"/>
                </a:lnTo>
                <a:lnTo>
                  <a:pt x="1330290" y="111632"/>
                </a:lnTo>
                <a:lnTo>
                  <a:pt x="1329845" y="111568"/>
                </a:lnTo>
                <a:lnTo>
                  <a:pt x="1329406" y="111496"/>
                </a:lnTo>
                <a:lnTo>
                  <a:pt x="1328972" y="111416"/>
                </a:lnTo>
                <a:lnTo>
                  <a:pt x="1328544" y="111327"/>
                </a:lnTo>
                <a:lnTo>
                  <a:pt x="1328121" y="111229"/>
                </a:lnTo>
                <a:lnTo>
                  <a:pt x="1327703" y="111123"/>
                </a:lnTo>
                <a:lnTo>
                  <a:pt x="1327291" y="111009"/>
                </a:lnTo>
                <a:lnTo>
                  <a:pt x="1326885" y="110886"/>
                </a:lnTo>
                <a:lnTo>
                  <a:pt x="1326484" y="110754"/>
                </a:lnTo>
                <a:lnTo>
                  <a:pt x="1326088" y="110614"/>
                </a:lnTo>
                <a:lnTo>
                  <a:pt x="1325698" y="110466"/>
                </a:lnTo>
                <a:lnTo>
                  <a:pt x="1325314" y="110309"/>
                </a:lnTo>
                <a:lnTo>
                  <a:pt x="1324935" y="110144"/>
                </a:lnTo>
                <a:lnTo>
                  <a:pt x="1324561" y="109970"/>
                </a:lnTo>
                <a:lnTo>
                  <a:pt x="1324193" y="109788"/>
                </a:lnTo>
                <a:lnTo>
                  <a:pt x="1323830" y="109597"/>
                </a:lnTo>
                <a:lnTo>
                  <a:pt x="1323473" y="109398"/>
                </a:lnTo>
                <a:lnTo>
                  <a:pt x="1323122" y="109191"/>
                </a:lnTo>
                <a:lnTo>
                  <a:pt x="1322778" y="108979"/>
                </a:lnTo>
                <a:lnTo>
                  <a:pt x="1322442" y="108760"/>
                </a:lnTo>
                <a:lnTo>
                  <a:pt x="1322112" y="108536"/>
                </a:lnTo>
                <a:lnTo>
                  <a:pt x="1321790" y="108305"/>
                </a:lnTo>
                <a:lnTo>
                  <a:pt x="1321475" y="108068"/>
                </a:lnTo>
                <a:lnTo>
                  <a:pt x="1321167" y="107826"/>
                </a:lnTo>
                <a:lnTo>
                  <a:pt x="1320866" y="107577"/>
                </a:lnTo>
                <a:lnTo>
                  <a:pt x="1320572" y="107323"/>
                </a:lnTo>
                <a:lnTo>
                  <a:pt x="1320285" y="107062"/>
                </a:lnTo>
                <a:lnTo>
                  <a:pt x="1320005" y="106796"/>
                </a:lnTo>
                <a:lnTo>
                  <a:pt x="1319732" y="106523"/>
                </a:lnTo>
                <a:lnTo>
                  <a:pt x="1319467" y="106244"/>
                </a:lnTo>
                <a:lnTo>
                  <a:pt x="1319208" y="105960"/>
                </a:lnTo>
                <a:lnTo>
                  <a:pt x="1318957" y="105669"/>
                </a:lnTo>
                <a:lnTo>
                  <a:pt x="1318713" y="105372"/>
                </a:lnTo>
                <a:lnTo>
                  <a:pt x="1318476" y="105070"/>
                </a:lnTo>
                <a:lnTo>
                  <a:pt x="1318246" y="104761"/>
                </a:lnTo>
                <a:lnTo>
                  <a:pt x="1318023" y="104447"/>
                </a:lnTo>
                <a:lnTo>
                  <a:pt x="1317807" y="104126"/>
                </a:lnTo>
                <a:lnTo>
                  <a:pt x="1317598" y="103799"/>
                </a:lnTo>
                <a:lnTo>
                  <a:pt x="1317397" y="103466"/>
                </a:lnTo>
                <a:lnTo>
                  <a:pt x="1317202" y="103128"/>
                </a:lnTo>
                <a:lnTo>
                  <a:pt x="1317015" y="102783"/>
                </a:lnTo>
                <a:lnTo>
                  <a:pt x="1316834" y="102433"/>
                </a:lnTo>
                <a:lnTo>
                  <a:pt x="1316661" y="102080"/>
                </a:lnTo>
                <a:lnTo>
                  <a:pt x="1316496" y="101723"/>
                </a:lnTo>
                <a:lnTo>
                  <a:pt x="1316337" y="101363"/>
                </a:lnTo>
                <a:lnTo>
                  <a:pt x="1316185" y="100999"/>
                </a:lnTo>
                <a:lnTo>
                  <a:pt x="1316040" y="100632"/>
                </a:lnTo>
                <a:lnTo>
                  <a:pt x="1315903" y="100261"/>
                </a:lnTo>
                <a:lnTo>
                  <a:pt x="1315772" y="99886"/>
                </a:lnTo>
                <a:lnTo>
                  <a:pt x="1315649" y="99508"/>
                </a:lnTo>
                <a:lnTo>
                  <a:pt x="1315533" y="99126"/>
                </a:lnTo>
                <a:lnTo>
                  <a:pt x="1315424" y="98741"/>
                </a:lnTo>
                <a:lnTo>
                  <a:pt x="1315322" y="98352"/>
                </a:lnTo>
                <a:lnTo>
                  <a:pt x="1315227" y="97960"/>
                </a:lnTo>
                <a:lnTo>
                  <a:pt x="1315139" y="97564"/>
                </a:lnTo>
                <a:lnTo>
                  <a:pt x="1315058" y="97164"/>
                </a:lnTo>
                <a:lnTo>
                  <a:pt x="1314985" y="96761"/>
                </a:lnTo>
                <a:lnTo>
                  <a:pt x="1314918" y="96355"/>
                </a:lnTo>
                <a:lnTo>
                  <a:pt x="1314859" y="95945"/>
                </a:lnTo>
                <a:lnTo>
                  <a:pt x="1314807" y="95531"/>
                </a:lnTo>
                <a:lnTo>
                  <a:pt x="1314762" y="95114"/>
                </a:lnTo>
                <a:lnTo>
                  <a:pt x="1314723" y="94693"/>
                </a:lnTo>
                <a:lnTo>
                  <a:pt x="1314693" y="94269"/>
                </a:lnTo>
                <a:lnTo>
                  <a:pt x="1314669" y="93841"/>
                </a:lnTo>
                <a:lnTo>
                  <a:pt x="1314652" y="93409"/>
                </a:lnTo>
                <a:lnTo>
                  <a:pt x="1293861" y="93409"/>
                </a:lnTo>
                <a:lnTo>
                  <a:pt x="1293896" y="94426"/>
                </a:lnTo>
                <a:lnTo>
                  <a:pt x="1293949" y="95428"/>
                </a:lnTo>
                <a:lnTo>
                  <a:pt x="1294019" y="96415"/>
                </a:lnTo>
                <a:lnTo>
                  <a:pt x="1294106" y="97387"/>
                </a:lnTo>
                <a:lnTo>
                  <a:pt x="1294211" y="98344"/>
                </a:lnTo>
                <a:lnTo>
                  <a:pt x="1294334" y="99287"/>
                </a:lnTo>
                <a:lnTo>
                  <a:pt x="1294474" y="100215"/>
                </a:lnTo>
                <a:lnTo>
                  <a:pt x="1294631" y="101128"/>
                </a:lnTo>
                <a:lnTo>
                  <a:pt x="1294806" y="102027"/>
                </a:lnTo>
                <a:lnTo>
                  <a:pt x="1294999" y="102910"/>
                </a:lnTo>
                <a:lnTo>
                  <a:pt x="1295209" y="103779"/>
                </a:lnTo>
                <a:lnTo>
                  <a:pt x="1295436" y="104633"/>
                </a:lnTo>
                <a:lnTo>
                  <a:pt x="1295681" y="105473"/>
                </a:lnTo>
                <a:lnTo>
                  <a:pt x="1295944" y="106297"/>
                </a:lnTo>
                <a:lnTo>
                  <a:pt x="1296224" y="107107"/>
                </a:lnTo>
                <a:lnTo>
                  <a:pt x="1296521" y="107902"/>
                </a:lnTo>
                <a:lnTo>
                  <a:pt x="1296836" y="108682"/>
                </a:lnTo>
                <a:lnTo>
                  <a:pt x="1297169" y="109448"/>
                </a:lnTo>
                <a:lnTo>
                  <a:pt x="1297519" y="110199"/>
                </a:lnTo>
                <a:lnTo>
                  <a:pt x="1297886" y="110935"/>
                </a:lnTo>
                <a:lnTo>
                  <a:pt x="1298271" y="111656"/>
                </a:lnTo>
                <a:lnTo>
                  <a:pt x="1298674" y="112363"/>
                </a:lnTo>
                <a:lnTo>
                  <a:pt x="1299094" y="113054"/>
                </a:lnTo>
                <a:lnTo>
                  <a:pt x="1299531" y="113731"/>
                </a:lnTo>
                <a:lnTo>
                  <a:pt x="1299984" y="114394"/>
                </a:lnTo>
                <a:lnTo>
                  <a:pt x="1300449" y="115042"/>
                </a:lnTo>
                <a:lnTo>
                  <a:pt x="1300927" y="115675"/>
                </a:lnTo>
                <a:lnTo>
                  <a:pt x="1301417" y="116295"/>
                </a:lnTo>
                <a:lnTo>
                  <a:pt x="1301920" y="116900"/>
                </a:lnTo>
                <a:lnTo>
                  <a:pt x="1302435" y="117492"/>
                </a:lnTo>
                <a:lnTo>
                  <a:pt x="1302963" y="118069"/>
                </a:lnTo>
                <a:lnTo>
                  <a:pt x="1303504" y="118631"/>
                </a:lnTo>
                <a:lnTo>
                  <a:pt x="1304057" y="119180"/>
                </a:lnTo>
                <a:lnTo>
                  <a:pt x="1304623" y="119714"/>
                </a:lnTo>
                <a:lnTo>
                  <a:pt x="1305201" y="120234"/>
                </a:lnTo>
                <a:lnTo>
                  <a:pt x="1305792" y="120740"/>
                </a:lnTo>
                <a:lnTo>
                  <a:pt x="1306395" y="121232"/>
                </a:lnTo>
                <a:lnTo>
                  <a:pt x="1307011" y="121709"/>
                </a:lnTo>
                <a:lnTo>
                  <a:pt x="1307640" y="122172"/>
                </a:lnTo>
                <a:lnTo>
                  <a:pt x="1308281" y="122621"/>
                </a:lnTo>
                <a:lnTo>
                  <a:pt x="1308935" y="123056"/>
                </a:lnTo>
                <a:lnTo>
                  <a:pt x="1309601" y="123476"/>
                </a:lnTo>
                <a:lnTo>
                  <a:pt x="1310280" y="123883"/>
                </a:lnTo>
                <a:lnTo>
                  <a:pt x="1310972" y="124275"/>
                </a:lnTo>
                <a:lnTo>
                  <a:pt x="1311676" y="124653"/>
                </a:lnTo>
                <a:lnTo>
                  <a:pt x="1312392" y="125016"/>
                </a:lnTo>
                <a:lnTo>
                  <a:pt x="1313122" y="125366"/>
                </a:lnTo>
                <a:lnTo>
                  <a:pt x="1313864" y="125701"/>
                </a:lnTo>
                <a:lnTo>
                  <a:pt x="1314615" y="126022"/>
                </a:lnTo>
                <a:lnTo>
                  <a:pt x="1315372" y="126330"/>
                </a:lnTo>
                <a:lnTo>
                  <a:pt x="1316136" y="126624"/>
                </a:lnTo>
                <a:lnTo>
                  <a:pt x="1316905" y="126904"/>
                </a:lnTo>
                <a:lnTo>
                  <a:pt x="1317680" y="127170"/>
                </a:lnTo>
                <a:lnTo>
                  <a:pt x="1318462" y="127423"/>
                </a:lnTo>
                <a:lnTo>
                  <a:pt x="1319249" y="127663"/>
                </a:lnTo>
                <a:lnTo>
                  <a:pt x="1320043" y="127888"/>
                </a:lnTo>
                <a:lnTo>
                  <a:pt x="1320842" y="128100"/>
                </a:lnTo>
                <a:lnTo>
                  <a:pt x="1321647" y="128298"/>
                </a:lnTo>
                <a:lnTo>
                  <a:pt x="1322459" y="128483"/>
                </a:lnTo>
                <a:lnTo>
                  <a:pt x="1323276" y="128654"/>
                </a:lnTo>
                <a:lnTo>
                  <a:pt x="1324100" y="128811"/>
                </a:lnTo>
                <a:lnTo>
                  <a:pt x="1324929" y="128954"/>
                </a:lnTo>
                <a:lnTo>
                  <a:pt x="1325765" y="129084"/>
                </a:lnTo>
                <a:lnTo>
                  <a:pt x="1326607" y="129200"/>
                </a:lnTo>
                <a:lnTo>
                  <a:pt x="1327454" y="129303"/>
                </a:lnTo>
                <a:lnTo>
                  <a:pt x="1328308" y="129392"/>
                </a:lnTo>
                <a:lnTo>
                  <a:pt x="1329167" y="129467"/>
                </a:lnTo>
                <a:lnTo>
                  <a:pt x="1330033" y="129529"/>
                </a:lnTo>
                <a:lnTo>
                  <a:pt x="1330905" y="129576"/>
                </a:lnTo>
                <a:lnTo>
                  <a:pt x="1331782" y="129611"/>
                </a:lnTo>
                <a:lnTo>
                  <a:pt x="1332666" y="129631"/>
                </a:lnTo>
                <a:lnTo>
                  <a:pt x="1333556" y="129638"/>
                </a:lnTo>
                <a:lnTo>
                  <a:pt x="1334573" y="129630"/>
                </a:lnTo>
                <a:lnTo>
                  <a:pt x="1335578" y="129606"/>
                </a:lnTo>
                <a:lnTo>
                  <a:pt x="1336570" y="129567"/>
                </a:lnTo>
                <a:lnTo>
                  <a:pt x="1337549" y="129511"/>
                </a:lnTo>
                <a:close/>
                <a:moveTo>
                  <a:pt x="1233847" y="47100"/>
                </a:moveTo>
                <a:lnTo>
                  <a:pt x="1253378" y="41901"/>
                </a:lnTo>
                <a:lnTo>
                  <a:pt x="1253378" y="127749"/>
                </a:lnTo>
                <a:lnTo>
                  <a:pt x="1275431" y="127749"/>
                </a:lnTo>
                <a:lnTo>
                  <a:pt x="1275431" y="17486"/>
                </a:lnTo>
                <a:lnTo>
                  <a:pt x="1262514" y="17486"/>
                </a:lnTo>
                <a:lnTo>
                  <a:pt x="1233847" y="30088"/>
                </a:lnTo>
                <a:lnTo>
                  <a:pt x="1233847" y="47100"/>
                </a:lnTo>
                <a:close/>
                <a:moveTo>
                  <a:pt x="1221636" y="145995"/>
                </a:moveTo>
                <a:lnTo>
                  <a:pt x="1220890" y="145135"/>
                </a:lnTo>
                <a:lnTo>
                  <a:pt x="1220153" y="144269"/>
                </a:lnTo>
                <a:lnTo>
                  <a:pt x="1219423" y="143397"/>
                </a:lnTo>
                <a:lnTo>
                  <a:pt x="1218702" y="142520"/>
                </a:lnTo>
                <a:lnTo>
                  <a:pt x="1217989" y="141636"/>
                </a:lnTo>
                <a:lnTo>
                  <a:pt x="1217284" y="140747"/>
                </a:lnTo>
                <a:lnTo>
                  <a:pt x="1216588" y="139853"/>
                </a:lnTo>
                <a:lnTo>
                  <a:pt x="1215899" y="138952"/>
                </a:lnTo>
                <a:lnTo>
                  <a:pt x="1215219" y="138046"/>
                </a:lnTo>
                <a:lnTo>
                  <a:pt x="1214547" y="137134"/>
                </a:lnTo>
                <a:lnTo>
                  <a:pt x="1213883" y="136217"/>
                </a:lnTo>
                <a:lnTo>
                  <a:pt x="1213228" y="135293"/>
                </a:lnTo>
                <a:lnTo>
                  <a:pt x="1212580" y="134364"/>
                </a:lnTo>
                <a:lnTo>
                  <a:pt x="1211941" y="133429"/>
                </a:lnTo>
                <a:lnTo>
                  <a:pt x="1211310" y="132489"/>
                </a:lnTo>
                <a:lnTo>
                  <a:pt x="1210687" y="131542"/>
                </a:lnTo>
                <a:lnTo>
                  <a:pt x="1210073" y="130590"/>
                </a:lnTo>
                <a:lnTo>
                  <a:pt x="1209466" y="129633"/>
                </a:lnTo>
                <a:lnTo>
                  <a:pt x="1208868" y="128669"/>
                </a:lnTo>
                <a:lnTo>
                  <a:pt x="1208278" y="127700"/>
                </a:lnTo>
                <a:lnTo>
                  <a:pt x="1207697" y="126725"/>
                </a:lnTo>
                <a:lnTo>
                  <a:pt x="1207125" y="125745"/>
                </a:lnTo>
                <a:lnTo>
                  <a:pt x="1206564" y="124760"/>
                </a:lnTo>
                <a:lnTo>
                  <a:pt x="1206013" y="123772"/>
                </a:lnTo>
                <a:lnTo>
                  <a:pt x="1205474" y="122778"/>
                </a:lnTo>
                <a:lnTo>
                  <a:pt x="1204946" y="121781"/>
                </a:lnTo>
                <a:lnTo>
                  <a:pt x="1204429" y="120779"/>
                </a:lnTo>
                <a:lnTo>
                  <a:pt x="1203922" y="119773"/>
                </a:lnTo>
                <a:lnTo>
                  <a:pt x="1203427" y="118762"/>
                </a:lnTo>
                <a:lnTo>
                  <a:pt x="1202942" y="117747"/>
                </a:lnTo>
                <a:lnTo>
                  <a:pt x="1202469" y="116727"/>
                </a:lnTo>
                <a:lnTo>
                  <a:pt x="1202006" y="115703"/>
                </a:lnTo>
                <a:lnTo>
                  <a:pt x="1201554" y="114675"/>
                </a:lnTo>
                <a:lnTo>
                  <a:pt x="1201114" y="113643"/>
                </a:lnTo>
                <a:lnTo>
                  <a:pt x="1200684" y="112606"/>
                </a:lnTo>
                <a:lnTo>
                  <a:pt x="1200265" y="111564"/>
                </a:lnTo>
                <a:lnTo>
                  <a:pt x="1199857" y="110518"/>
                </a:lnTo>
                <a:lnTo>
                  <a:pt x="1199460" y="109468"/>
                </a:lnTo>
                <a:lnTo>
                  <a:pt x="1199074" y="108414"/>
                </a:lnTo>
                <a:lnTo>
                  <a:pt x="1198698" y="107355"/>
                </a:lnTo>
                <a:lnTo>
                  <a:pt x="1198334" y="106292"/>
                </a:lnTo>
                <a:lnTo>
                  <a:pt x="1197981" y="105224"/>
                </a:lnTo>
                <a:lnTo>
                  <a:pt x="1197638" y="104152"/>
                </a:lnTo>
                <a:lnTo>
                  <a:pt x="1197307" y="103076"/>
                </a:lnTo>
                <a:lnTo>
                  <a:pt x="1196986" y="101995"/>
                </a:lnTo>
                <a:lnTo>
                  <a:pt x="1196678" y="100910"/>
                </a:lnTo>
                <a:lnTo>
                  <a:pt x="1196382" y="99824"/>
                </a:lnTo>
                <a:lnTo>
                  <a:pt x="1196100" y="98735"/>
                </a:lnTo>
                <a:lnTo>
                  <a:pt x="1195831" y="97643"/>
                </a:lnTo>
                <a:lnTo>
                  <a:pt x="1195575" y="96549"/>
                </a:lnTo>
                <a:lnTo>
                  <a:pt x="1195332" y="95453"/>
                </a:lnTo>
                <a:lnTo>
                  <a:pt x="1195103" y="94354"/>
                </a:lnTo>
                <a:lnTo>
                  <a:pt x="1194886" y="93252"/>
                </a:lnTo>
                <a:lnTo>
                  <a:pt x="1194682" y="92148"/>
                </a:lnTo>
                <a:lnTo>
                  <a:pt x="1194492" y="91042"/>
                </a:lnTo>
                <a:lnTo>
                  <a:pt x="1194315" y="89933"/>
                </a:lnTo>
                <a:lnTo>
                  <a:pt x="1194151" y="88822"/>
                </a:lnTo>
                <a:lnTo>
                  <a:pt x="1194000" y="87708"/>
                </a:lnTo>
                <a:lnTo>
                  <a:pt x="1193862" y="86592"/>
                </a:lnTo>
                <a:lnTo>
                  <a:pt x="1193737" y="85474"/>
                </a:lnTo>
                <a:lnTo>
                  <a:pt x="1193626" y="84353"/>
                </a:lnTo>
                <a:lnTo>
                  <a:pt x="1193527" y="83229"/>
                </a:lnTo>
                <a:lnTo>
                  <a:pt x="1193442" y="82103"/>
                </a:lnTo>
                <a:lnTo>
                  <a:pt x="1193370" y="80975"/>
                </a:lnTo>
                <a:lnTo>
                  <a:pt x="1193311" y="79844"/>
                </a:lnTo>
                <a:lnTo>
                  <a:pt x="1193265" y="78711"/>
                </a:lnTo>
                <a:lnTo>
                  <a:pt x="1193232" y="77575"/>
                </a:lnTo>
                <a:lnTo>
                  <a:pt x="1193212" y="76437"/>
                </a:lnTo>
                <a:lnTo>
                  <a:pt x="1193206" y="75296"/>
                </a:lnTo>
                <a:lnTo>
                  <a:pt x="1193212" y="74155"/>
                </a:lnTo>
                <a:lnTo>
                  <a:pt x="1193232" y="73017"/>
                </a:lnTo>
                <a:lnTo>
                  <a:pt x="1193265" y="71881"/>
                </a:lnTo>
                <a:lnTo>
                  <a:pt x="1193311" y="70747"/>
                </a:lnTo>
                <a:lnTo>
                  <a:pt x="1193370" y="69616"/>
                </a:lnTo>
                <a:lnTo>
                  <a:pt x="1193442" y="68488"/>
                </a:lnTo>
                <a:lnTo>
                  <a:pt x="1193527" y="67362"/>
                </a:lnTo>
                <a:lnTo>
                  <a:pt x="1193626" y="66238"/>
                </a:lnTo>
                <a:lnTo>
                  <a:pt x="1193737" y="65117"/>
                </a:lnTo>
                <a:lnTo>
                  <a:pt x="1193862" y="63998"/>
                </a:lnTo>
                <a:lnTo>
                  <a:pt x="1194000" y="62882"/>
                </a:lnTo>
                <a:lnTo>
                  <a:pt x="1194151" y="61768"/>
                </a:lnTo>
                <a:lnTo>
                  <a:pt x="1194315" y="60657"/>
                </a:lnTo>
                <a:lnTo>
                  <a:pt x="1194492" y="59548"/>
                </a:lnTo>
                <a:lnTo>
                  <a:pt x="1194682" y="58442"/>
                </a:lnTo>
                <a:lnTo>
                  <a:pt x="1194886" y="57338"/>
                </a:lnTo>
                <a:lnTo>
                  <a:pt x="1195103" y="56236"/>
                </a:lnTo>
                <a:lnTo>
                  <a:pt x="1195332" y="55137"/>
                </a:lnTo>
                <a:lnTo>
                  <a:pt x="1195575" y="54041"/>
                </a:lnTo>
                <a:lnTo>
                  <a:pt x="1195831" y="52947"/>
                </a:lnTo>
                <a:lnTo>
                  <a:pt x="1196100" y="51855"/>
                </a:lnTo>
                <a:lnTo>
                  <a:pt x="1196382" y="50766"/>
                </a:lnTo>
                <a:lnTo>
                  <a:pt x="1196678" y="49679"/>
                </a:lnTo>
                <a:lnTo>
                  <a:pt x="1196986" y="48595"/>
                </a:lnTo>
                <a:lnTo>
                  <a:pt x="1197307" y="47514"/>
                </a:lnTo>
                <a:lnTo>
                  <a:pt x="1197638" y="46437"/>
                </a:lnTo>
                <a:lnTo>
                  <a:pt x="1197980" y="45364"/>
                </a:lnTo>
                <a:lnTo>
                  <a:pt x="1198332" y="44296"/>
                </a:lnTo>
                <a:lnTo>
                  <a:pt x="1198695" y="43231"/>
                </a:lnTo>
                <a:lnTo>
                  <a:pt x="1199069" y="42171"/>
                </a:lnTo>
                <a:lnTo>
                  <a:pt x="1199453" y="41115"/>
                </a:lnTo>
                <a:lnTo>
                  <a:pt x="1199848" y="40062"/>
                </a:lnTo>
                <a:lnTo>
                  <a:pt x="1200254" y="39014"/>
                </a:lnTo>
                <a:lnTo>
                  <a:pt x="1200670" y="37970"/>
                </a:lnTo>
                <a:lnTo>
                  <a:pt x="1201097" y="36930"/>
                </a:lnTo>
                <a:lnTo>
                  <a:pt x="1201535" y="35895"/>
                </a:lnTo>
                <a:lnTo>
                  <a:pt x="1201983" y="34863"/>
                </a:lnTo>
                <a:lnTo>
                  <a:pt x="1202443" y="33835"/>
                </a:lnTo>
                <a:lnTo>
                  <a:pt x="1202912" y="32812"/>
                </a:lnTo>
                <a:lnTo>
                  <a:pt x="1203393" y="31793"/>
                </a:lnTo>
                <a:lnTo>
                  <a:pt x="1203884" y="30777"/>
                </a:lnTo>
                <a:lnTo>
                  <a:pt x="1204385" y="29766"/>
                </a:lnTo>
                <a:lnTo>
                  <a:pt x="1204898" y="28759"/>
                </a:lnTo>
                <a:lnTo>
                  <a:pt x="1205421" y="27756"/>
                </a:lnTo>
                <a:lnTo>
                  <a:pt x="1205955" y="26757"/>
                </a:lnTo>
                <a:lnTo>
                  <a:pt x="1206499" y="25763"/>
                </a:lnTo>
                <a:lnTo>
                  <a:pt x="1207054" y="24772"/>
                </a:lnTo>
                <a:lnTo>
                  <a:pt x="1207620" y="23786"/>
                </a:lnTo>
                <a:lnTo>
                  <a:pt x="1208195" y="22804"/>
                </a:lnTo>
                <a:lnTo>
                  <a:pt x="1208780" y="21830"/>
                </a:lnTo>
                <a:lnTo>
                  <a:pt x="1209373" y="20862"/>
                </a:lnTo>
                <a:lnTo>
                  <a:pt x="1209976" y="19900"/>
                </a:lnTo>
                <a:lnTo>
                  <a:pt x="1210588" y="18945"/>
                </a:lnTo>
                <a:lnTo>
                  <a:pt x="1211208" y="17997"/>
                </a:lnTo>
                <a:lnTo>
                  <a:pt x="1211838" y="17055"/>
                </a:lnTo>
                <a:lnTo>
                  <a:pt x="1212477" y="16120"/>
                </a:lnTo>
                <a:lnTo>
                  <a:pt x="1213124" y="15191"/>
                </a:lnTo>
                <a:lnTo>
                  <a:pt x="1213781" y="14269"/>
                </a:lnTo>
                <a:lnTo>
                  <a:pt x="1214447" y="13353"/>
                </a:lnTo>
                <a:lnTo>
                  <a:pt x="1215122" y="12444"/>
                </a:lnTo>
                <a:lnTo>
                  <a:pt x="1215806" y="11542"/>
                </a:lnTo>
                <a:lnTo>
                  <a:pt x="1216498" y="10646"/>
                </a:lnTo>
                <a:lnTo>
                  <a:pt x="1217200" y="9757"/>
                </a:lnTo>
                <a:lnTo>
                  <a:pt x="1217911" y="8874"/>
                </a:lnTo>
                <a:lnTo>
                  <a:pt x="1218631" y="7998"/>
                </a:lnTo>
                <a:lnTo>
                  <a:pt x="1219360" y="7128"/>
                </a:lnTo>
                <a:lnTo>
                  <a:pt x="1220098" y="6265"/>
                </a:lnTo>
                <a:lnTo>
                  <a:pt x="1220845" y="5408"/>
                </a:lnTo>
                <a:lnTo>
                  <a:pt x="1221601" y="4558"/>
                </a:lnTo>
                <a:lnTo>
                  <a:pt x="1222366" y="3715"/>
                </a:lnTo>
                <a:lnTo>
                  <a:pt x="1223140" y="2878"/>
                </a:lnTo>
                <a:lnTo>
                  <a:pt x="1223923" y="2048"/>
                </a:lnTo>
                <a:lnTo>
                  <a:pt x="1223923" y="0"/>
                </a:lnTo>
                <a:lnTo>
                  <a:pt x="1202815" y="0"/>
                </a:lnTo>
                <a:lnTo>
                  <a:pt x="1202083" y="740"/>
                </a:lnTo>
                <a:lnTo>
                  <a:pt x="1201358" y="1490"/>
                </a:lnTo>
                <a:lnTo>
                  <a:pt x="1200639" y="2250"/>
                </a:lnTo>
                <a:lnTo>
                  <a:pt x="1199927" y="3019"/>
                </a:lnTo>
                <a:lnTo>
                  <a:pt x="1199222" y="3799"/>
                </a:lnTo>
                <a:lnTo>
                  <a:pt x="1198523" y="4588"/>
                </a:lnTo>
                <a:lnTo>
                  <a:pt x="1197830" y="5387"/>
                </a:lnTo>
                <a:lnTo>
                  <a:pt x="1197144" y="6196"/>
                </a:lnTo>
                <a:lnTo>
                  <a:pt x="1196465" y="7015"/>
                </a:lnTo>
                <a:lnTo>
                  <a:pt x="1195792" y="7843"/>
                </a:lnTo>
                <a:lnTo>
                  <a:pt x="1195126" y="8682"/>
                </a:lnTo>
                <a:lnTo>
                  <a:pt x="1194466" y="9530"/>
                </a:lnTo>
                <a:lnTo>
                  <a:pt x="1193813" y="10388"/>
                </a:lnTo>
                <a:lnTo>
                  <a:pt x="1193167" y="11256"/>
                </a:lnTo>
                <a:lnTo>
                  <a:pt x="1192527" y="12134"/>
                </a:lnTo>
                <a:lnTo>
                  <a:pt x="1191893" y="13022"/>
                </a:lnTo>
                <a:lnTo>
                  <a:pt x="1191266" y="13919"/>
                </a:lnTo>
                <a:lnTo>
                  <a:pt x="1190646" y="14827"/>
                </a:lnTo>
                <a:lnTo>
                  <a:pt x="1190032" y="15744"/>
                </a:lnTo>
                <a:lnTo>
                  <a:pt x="1189425" y="16671"/>
                </a:lnTo>
                <a:lnTo>
                  <a:pt x="1188825" y="17608"/>
                </a:lnTo>
                <a:lnTo>
                  <a:pt x="1188231" y="18555"/>
                </a:lnTo>
                <a:lnTo>
                  <a:pt x="1187643" y="19512"/>
                </a:lnTo>
                <a:lnTo>
                  <a:pt x="1187062" y="20478"/>
                </a:lnTo>
                <a:lnTo>
                  <a:pt x="1186490" y="21453"/>
                </a:lnTo>
                <a:lnTo>
                  <a:pt x="1185929" y="22436"/>
                </a:lnTo>
                <a:lnTo>
                  <a:pt x="1185378" y="23426"/>
                </a:lnTo>
                <a:lnTo>
                  <a:pt x="1184838" y="24423"/>
                </a:lnTo>
                <a:lnTo>
                  <a:pt x="1184308" y="25428"/>
                </a:lnTo>
                <a:lnTo>
                  <a:pt x="1183789" y="26440"/>
                </a:lnTo>
                <a:lnTo>
                  <a:pt x="1183281" y="27459"/>
                </a:lnTo>
                <a:lnTo>
                  <a:pt x="1182784" y="28486"/>
                </a:lnTo>
                <a:lnTo>
                  <a:pt x="1182297" y="29520"/>
                </a:lnTo>
                <a:lnTo>
                  <a:pt x="1181820" y="30561"/>
                </a:lnTo>
                <a:lnTo>
                  <a:pt x="1181355" y="31610"/>
                </a:lnTo>
                <a:lnTo>
                  <a:pt x="1180900" y="32667"/>
                </a:lnTo>
                <a:lnTo>
                  <a:pt x="1180456" y="33730"/>
                </a:lnTo>
                <a:lnTo>
                  <a:pt x="1180022" y="34801"/>
                </a:lnTo>
                <a:lnTo>
                  <a:pt x="1179599" y="35880"/>
                </a:lnTo>
                <a:lnTo>
                  <a:pt x="1179187" y="36966"/>
                </a:lnTo>
                <a:lnTo>
                  <a:pt x="1178785" y="38059"/>
                </a:lnTo>
                <a:lnTo>
                  <a:pt x="1178394" y="39159"/>
                </a:lnTo>
                <a:lnTo>
                  <a:pt x="1178014" y="40267"/>
                </a:lnTo>
                <a:lnTo>
                  <a:pt x="1177645" y="41382"/>
                </a:lnTo>
                <a:lnTo>
                  <a:pt x="1177286" y="42505"/>
                </a:lnTo>
                <a:lnTo>
                  <a:pt x="1176937" y="43635"/>
                </a:lnTo>
                <a:lnTo>
                  <a:pt x="1176600" y="44773"/>
                </a:lnTo>
                <a:lnTo>
                  <a:pt x="1176273" y="45917"/>
                </a:lnTo>
                <a:lnTo>
                  <a:pt x="1175958" y="47069"/>
                </a:lnTo>
                <a:lnTo>
                  <a:pt x="1175656" y="48227"/>
                </a:lnTo>
                <a:lnTo>
                  <a:pt x="1175368" y="49391"/>
                </a:lnTo>
                <a:lnTo>
                  <a:pt x="1175094" y="50562"/>
                </a:lnTo>
                <a:lnTo>
                  <a:pt x="1174833" y="51739"/>
                </a:lnTo>
                <a:lnTo>
                  <a:pt x="1174585" y="52922"/>
                </a:lnTo>
                <a:lnTo>
                  <a:pt x="1174350" y="54111"/>
                </a:lnTo>
                <a:lnTo>
                  <a:pt x="1174129" y="55307"/>
                </a:lnTo>
                <a:lnTo>
                  <a:pt x="1173922" y="56509"/>
                </a:lnTo>
                <a:lnTo>
                  <a:pt x="1173728" y="57717"/>
                </a:lnTo>
                <a:lnTo>
                  <a:pt x="1173547" y="58932"/>
                </a:lnTo>
                <a:lnTo>
                  <a:pt x="1173379" y="60153"/>
                </a:lnTo>
                <a:lnTo>
                  <a:pt x="1173225" y="61380"/>
                </a:lnTo>
                <a:lnTo>
                  <a:pt x="1173085" y="62614"/>
                </a:lnTo>
                <a:lnTo>
                  <a:pt x="1172957" y="63854"/>
                </a:lnTo>
                <a:lnTo>
                  <a:pt x="1172843" y="65100"/>
                </a:lnTo>
                <a:lnTo>
                  <a:pt x="1172743" y="66352"/>
                </a:lnTo>
                <a:lnTo>
                  <a:pt x="1172656" y="67611"/>
                </a:lnTo>
                <a:lnTo>
                  <a:pt x="1172582" y="68876"/>
                </a:lnTo>
                <a:lnTo>
                  <a:pt x="1172522" y="70148"/>
                </a:lnTo>
                <a:lnTo>
                  <a:pt x="1172475" y="71425"/>
                </a:lnTo>
                <a:lnTo>
                  <a:pt x="1172442" y="72709"/>
                </a:lnTo>
                <a:lnTo>
                  <a:pt x="1172422" y="73999"/>
                </a:lnTo>
                <a:lnTo>
                  <a:pt x="1172415" y="75296"/>
                </a:lnTo>
                <a:lnTo>
                  <a:pt x="1172422" y="76580"/>
                </a:lnTo>
                <a:lnTo>
                  <a:pt x="1172442" y="77858"/>
                </a:lnTo>
                <a:lnTo>
                  <a:pt x="1172475" y="79130"/>
                </a:lnTo>
                <a:lnTo>
                  <a:pt x="1172522" y="80398"/>
                </a:lnTo>
                <a:lnTo>
                  <a:pt x="1172582" y="81659"/>
                </a:lnTo>
                <a:lnTo>
                  <a:pt x="1172656" y="82915"/>
                </a:lnTo>
                <a:lnTo>
                  <a:pt x="1172743" y="84166"/>
                </a:lnTo>
                <a:lnTo>
                  <a:pt x="1172843" y="85412"/>
                </a:lnTo>
                <a:lnTo>
                  <a:pt x="1172957" y="86651"/>
                </a:lnTo>
                <a:lnTo>
                  <a:pt x="1173085" y="87886"/>
                </a:lnTo>
                <a:lnTo>
                  <a:pt x="1173225" y="89115"/>
                </a:lnTo>
                <a:lnTo>
                  <a:pt x="1173379" y="90338"/>
                </a:lnTo>
                <a:lnTo>
                  <a:pt x="1173547" y="91556"/>
                </a:lnTo>
                <a:lnTo>
                  <a:pt x="1173728" y="92769"/>
                </a:lnTo>
                <a:lnTo>
                  <a:pt x="1173922" y="93976"/>
                </a:lnTo>
                <a:lnTo>
                  <a:pt x="1174129" y="95177"/>
                </a:lnTo>
                <a:lnTo>
                  <a:pt x="1174350" y="96373"/>
                </a:lnTo>
                <a:lnTo>
                  <a:pt x="1174585" y="97564"/>
                </a:lnTo>
                <a:lnTo>
                  <a:pt x="1174833" y="98749"/>
                </a:lnTo>
                <a:lnTo>
                  <a:pt x="1175094" y="99929"/>
                </a:lnTo>
                <a:lnTo>
                  <a:pt x="1175368" y="101103"/>
                </a:lnTo>
                <a:lnTo>
                  <a:pt x="1175656" y="102272"/>
                </a:lnTo>
                <a:lnTo>
                  <a:pt x="1175958" y="103435"/>
                </a:lnTo>
                <a:lnTo>
                  <a:pt x="1176273" y="104593"/>
                </a:lnTo>
                <a:lnTo>
                  <a:pt x="1176600" y="105744"/>
                </a:lnTo>
                <a:lnTo>
                  <a:pt x="1176937" y="106887"/>
                </a:lnTo>
                <a:lnTo>
                  <a:pt x="1177286" y="108023"/>
                </a:lnTo>
                <a:lnTo>
                  <a:pt x="1177645" y="109150"/>
                </a:lnTo>
                <a:lnTo>
                  <a:pt x="1178014" y="110269"/>
                </a:lnTo>
                <a:lnTo>
                  <a:pt x="1178394" y="111381"/>
                </a:lnTo>
                <a:lnTo>
                  <a:pt x="1178785" y="112484"/>
                </a:lnTo>
                <a:lnTo>
                  <a:pt x="1179187" y="113580"/>
                </a:lnTo>
                <a:lnTo>
                  <a:pt x="1179599" y="114668"/>
                </a:lnTo>
                <a:lnTo>
                  <a:pt x="1180022" y="115748"/>
                </a:lnTo>
                <a:lnTo>
                  <a:pt x="1180456" y="116819"/>
                </a:lnTo>
                <a:lnTo>
                  <a:pt x="1180900" y="117883"/>
                </a:lnTo>
                <a:lnTo>
                  <a:pt x="1181355" y="118939"/>
                </a:lnTo>
                <a:lnTo>
                  <a:pt x="1181820" y="119987"/>
                </a:lnTo>
                <a:lnTo>
                  <a:pt x="1182297" y="121028"/>
                </a:lnTo>
                <a:lnTo>
                  <a:pt x="1182784" y="122060"/>
                </a:lnTo>
                <a:lnTo>
                  <a:pt x="1183281" y="123084"/>
                </a:lnTo>
                <a:lnTo>
                  <a:pt x="1183789" y="124100"/>
                </a:lnTo>
                <a:lnTo>
                  <a:pt x="1184308" y="125109"/>
                </a:lnTo>
                <a:lnTo>
                  <a:pt x="1184838" y="126109"/>
                </a:lnTo>
                <a:lnTo>
                  <a:pt x="1185378" y="127102"/>
                </a:lnTo>
                <a:lnTo>
                  <a:pt x="1185929" y="128087"/>
                </a:lnTo>
                <a:lnTo>
                  <a:pt x="1186490" y="129063"/>
                </a:lnTo>
                <a:lnTo>
                  <a:pt x="1187062" y="130032"/>
                </a:lnTo>
                <a:lnTo>
                  <a:pt x="1187643" y="130992"/>
                </a:lnTo>
                <a:lnTo>
                  <a:pt x="1188231" y="131944"/>
                </a:lnTo>
                <a:lnTo>
                  <a:pt x="1188825" y="132886"/>
                </a:lnTo>
                <a:lnTo>
                  <a:pt x="1189425" y="133819"/>
                </a:lnTo>
                <a:lnTo>
                  <a:pt x="1190032" y="134743"/>
                </a:lnTo>
                <a:lnTo>
                  <a:pt x="1190646" y="135659"/>
                </a:lnTo>
                <a:lnTo>
                  <a:pt x="1191266" y="136565"/>
                </a:lnTo>
                <a:lnTo>
                  <a:pt x="1191893" y="137462"/>
                </a:lnTo>
                <a:lnTo>
                  <a:pt x="1192527" y="138350"/>
                </a:lnTo>
                <a:lnTo>
                  <a:pt x="1193167" y="139229"/>
                </a:lnTo>
                <a:lnTo>
                  <a:pt x="1193813" y="140099"/>
                </a:lnTo>
                <a:lnTo>
                  <a:pt x="1194466" y="140960"/>
                </a:lnTo>
                <a:lnTo>
                  <a:pt x="1195126" y="141813"/>
                </a:lnTo>
                <a:lnTo>
                  <a:pt x="1195792" y="142656"/>
                </a:lnTo>
                <a:lnTo>
                  <a:pt x="1196465" y="143490"/>
                </a:lnTo>
                <a:lnTo>
                  <a:pt x="1197144" y="144315"/>
                </a:lnTo>
                <a:lnTo>
                  <a:pt x="1197830" y="145131"/>
                </a:lnTo>
                <a:lnTo>
                  <a:pt x="1198523" y="145937"/>
                </a:lnTo>
                <a:lnTo>
                  <a:pt x="1199222" y="146735"/>
                </a:lnTo>
                <a:lnTo>
                  <a:pt x="1199927" y="147524"/>
                </a:lnTo>
                <a:lnTo>
                  <a:pt x="1200639" y="148304"/>
                </a:lnTo>
                <a:lnTo>
                  <a:pt x="1201358" y="149075"/>
                </a:lnTo>
                <a:lnTo>
                  <a:pt x="1202083" y="149837"/>
                </a:lnTo>
                <a:lnTo>
                  <a:pt x="1202815" y="150590"/>
                </a:lnTo>
                <a:lnTo>
                  <a:pt x="1223923" y="150590"/>
                </a:lnTo>
                <a:lnTo>
                  <a:pt x="1223923" y="148542"/>
                </a:lnTo>
                <a:lnTo>
                  <a:pt x="1223153" y="147699"/>
                </a:lnTo>
                <a:lnTo>
                  <a:pt x="1222390" y="146850"/>
                </a:lnTo>
                <a:lnTo>
                  <a:pt x="1221636" y="145995"/>
                </a:lnTo>
                <a:close/>
                <a:moveTo>
                  <a:pt x="1823646" y="147524"/>
                </a:moveTo>
                <a:lnTo>
                  <a:pt x="1824351" y="146735"/>
                </a:lnTo>
                <a:lnTo>
                  <a:pt x="1825048" y="145937"/>
                </a:lnTo>
                <a:lnTo>
                  <a:pt x="1825739" y="145131"/>
                </a:lnTo>
                <a:lnTo>
                  <a:pt x="1826423" y="144315"/>
                </a:lnTo>
                <a:lnTo>
                  <a:pt x="1827100" y="143490"/>
                </a:lnTo>
                <a:lnTo>
                  <a:pt x="1827770" y="142656"/>
                </a:lnTo>
                <a:lnTo>
                  <a:pt x="1828433" y="141813"/>
                </a:lnTo>
                <a:lnTo>
                  <a:pt x="1829090" y="140960"/>
                </a:lnTo>
                <a:lnTo>
                  <a:pt x="1829739" y="140099"/>
                </a:lnTo>
                <a:lnTo>
                  <a:pt x="1830382" y="139229"/>
                </a:lnTo>
                <a:lnTo>
                  <a:pt x="1831018" y="138350"/>
                </a:lnTo>
                <a:lnTo>
                  <a:pt x="1831647" y="137462"/>
                </a:lnTo>
                <a:lnTo>
                  <a:pt x="1832270" y="136565"/>
                </a:lnTo>
                <a:lnTo>
                  <a:pt x="1832885" y="135659"/>
                </a:lnTo>
                <a:lnTo>
                  <a:pt x="1833494" y="134743"/>
                </a:lnTo>
                <a:lnTo>
                  <a:pt x="1834095" y="133819"/>
                </a:lnTo>
                <a:lnTo>
                  <a:pt x="1834690" y="132886"/>
                </a:lnTo>
                <a:lnTo>
                  <a:pt x="1835279" y="131944"/>
                </a:lnTo>
                <a:lnTo>
                  <a:pt x="1835860" y="130992"/>
                </a:lnTo>
                <a:lnTo>
                  <a:pt x="1836434" y="130032"/>
                </a:lnTo>
                <a:lnTo>
                  <a:pt x="1837000" y="129063"/>
                </a:lnTo>
                <a:lnTo>
                  <a:pt x="1837556" y="128087"/>
                </a:lnTo>
                <a:lnTo>
                  <a:pt x="1838102" y="127102"/>
                </a:lnTo>
                <a:lnTo>
                  <a:pt x="1838638" y="126109"/>
                </a:lnTo>
                <a:lnTo>
                  <a:pt x="1839163" y="125109"/>
                </a:lnTo>
                <a:lnTo>
                  <a:pt x="1839678" y="124100"/>
                </a:lnTo>
                <a:lnTo>
                  <a:pt x="1840184" y="123084"/>
                </a:lnTo>
                <a:lnTo>
                  <a:pt x="1840679" y="122060"/>
                </a:lnTo>
                <a:lnTo>
                  <a:pt x="1841164" y="121028"/>
                </a:lnTo>
                <a:lnTo>
                  <a:pt x="1841639" y="119987"/>
                </a:lnTo>
                <a:lnTo>
                  <a:pt x="1842103" y="118939"/>
                </a:lnTo>
                <a:lnTo>
                  <a:pt x="1842558" y="117883"/>
                </a:lnTo>
                <a:lnTo>
                  <a:pt x="1843002" y="116819"/>
                </a:lnTo>
                <a:lnTo>
                  <a:pt x="1843437" y="115748"/>
                </a:lnTo>
                <a:lnTo>
                  <a:pt x="1843861" y="114668"/>
                </a:lnTo>
                <a:lnTo>
                  <a:pt x="1844275" y="113580"/>
                </a:lnTo>
                <a:lnTo>
                  <a:pt x="1844679" y="112484"/>
                </a:lnTo>
                <a:lnTo>
                  <a:pt x="1845073" y="111381"/>
                </a:lnTo>
                <a:lnTo>
                  <a:pt x="1845457" y="110269"/>
                </a:lnTo>
                <a:lnTo>
                  <a:pt x="1845831" y="109150"/>
                </a:lnTo>
                <a:lnTo>
                  <a:pt x="1846194" y="108023"/>
                </a:lnTo>
                <a:lnTo>
                  <a:pt x="1846547" y="106887"/>
                </a:lnTo>
                <a:lnTo>
                  <a:pt x="1846891" y="105744"/>
                </a:lnTo>
                <a:lnTo>
                  <a:pt x="1847224" y="104593"/>
                </a:lnTo>
                <a:lnTo>
                  <a:pt x="1847545" y="103435"/>
                </a:lnTo>
                <a:lnTo>
                  <a:pt x="1847853" y="102272"/>
                </a:lnTo>
                <a:lnTo>
                  <a:pt x="1848147" y="101103"/>
                </a:lnTo>
                <a:lnTo>
                  <a:pt x="1848427" y="99929"/>
                </a:lnTo>
                <a:lnTo>
                  <a:pt x="1848693" y="98749"/>
                </a:lnTo>
                <a:lnTo>
                  <a:pt x="1848946" y="97564"/>
                </a:lnTo>
                <a:lnTo>
                  <a:pt x="1849186" y="96373"/>
                </a:lnTo>
                <a:lnTo>
                  <a:pt x="1849411" y="95177"/>
                </a:lnTo>
                <a:lnTo>
                  <a:pt x="1849623" y="93976"/>
                </a:lnTo>
                <a:lnTo>
                  <a:pt x="1849821" y="92769"/>
                </a:lnTo>
                <a:lnTo>
                  <a:pt x="1850006" y="91556"/>
                </a:lnTo>
                <a:lnTo>
                  <a:pt x="1850177" y="90338"/>
                </a:lnTo>
                <a:lnTo>
                  <a:pt x="1850334" y="89115"/>
                </a:lnTo>
                <a:lnTo>
                  <a:pt x="1850477" y="87886"/>
                </a:lnTo>
                <a:lnTo>
                  <a:pt x="1850607" y="86651"/>
                </a:lnTo>
                <a:lnTo>
                  <a:pt x="1850723" y="85412"/>
                </a:lnTo>
                <a:lnTo>
                  <a:pt x="1850826" y="84166"/>
                </a:lnTo>
                <a:lnTo>
                  <a:pt x="1850915" y="82915"/>
                </a:lnTo>
                <a:lnTo>
                  <a:pt x="1850990" y="81659"/>
                </a:lnTo>
                <a:lnTo>
                  <a:pt x="1851052" y="80398"/>
                </a:lnTo>
                <a:lnTo>
                  <a:pt x="1851099" y="79130"/>
                </a:lnTo>
                <a:lnTo>
                  <a:pt x="1851134" y="77858"/>
                </a:lnTo>
                <a:lnTo>
                  <a:pt x="1851154" y="76580"/>
                </a:lnTo>
                <a:lnTo>
                  <a:pt x="1851161" y="75296"/>
                </a:lnTo>
                <a:lnTo>
                  <a:pt x="1851154" y="73999"/>
                </a:lnTo>
                <a:lnTo>
                  <a:pt x="1851134" y="72709"/>
                </a:lnTo>
                <a:lnTo>
                  <a:pt x="1851099" y="71425"/>
                </a:lnTo>
                <a:lnTo>
                  <a:pt x="1851052" y="70148"/>
                </a:lnTo>
                <a:lnTo>
                  <a:pt x="1850990" y="68876"/>
                </a:lnTo>
                <a:lnTo>
                  <a:pt x="1850915" y="67611"/>
                </a:lnTo>
                <a:lnTo>
                  <a:pt x="1850826" y="66352"/>
                </a:lnTo>
                <a:lnTo>
                  <a:pt x="1850723" y="65100"/>
                </a:lnTo>
                <a:lnTo>
                  <a:pt x="1850607" y="63854"/>
                </a:lnTo>
                <a:lnTo>
                  <a:pt x="1850477" y="62614"/>
                </a:lnTo>
                <a:lnTo>
                  <a:pt x="1850334" y="61380"/>
                </a:lnTo>
                <a:lnTo>
                  <a:pt x="1850177" y="60153"/>
                </a:lnTo>
                <a:lnTo>
                  <a:pt x="1850006" y="58932"/>
                </a:lnTo>
                <a:lnTo>
                  <a:pt x="1849821" y="57717"/>
                </a:lnTo>
                <a:lnTo>
                  <a:pt x="1849623" y="56509"/>
                </a:lnTo>
                <a:lnTo>
                  <a:pt x="1849411" y="55307"/>
                </a:lnTo>
                <a:lnTo>
                  <a:pt x="1849186" y="54111"/>
                </a:lnTo>
                <a:lnTo>
                  <a:pt x="1848946" y="52922"/>
                </a:lnTo>
                <a:lnTo>
                  <a:pt x="1848693" y="51739"/>
                </a:lnTo>
                <a:lnTo>
                  <a:pt x="1848427" y="50562"/>
                </a:lnTo>
                <a:lnTo>
                  <a:pt x="1848147" y="49391"/>
                </a:lnTo>
                <a:lnTo>
                  <a:pt x="1847853" y="48227"/>
                </a:lnTo>
                <a:lnTo>
                  <a:pt x="1847545" y="47069"/>
                </a:lnTo>
                <a:lnTo>
                  <a:pt x="1847224" y="45917"/>
                </a:lnTo>
                <a:lnTo>
                  <a:pt x="1846891" y="44773"/>
                </a:lnTo>
                <a:lnTo>
                  <a:pt x="1846547" y="43635"/>
                </a:lnTo>
                <a:lnTo>
                  <a:pt x="1846194" y="42505"/>
                </a:lnTo>
                <a:lnTo>
                  <a:pt x="1845831" y="41382"/>
                </a:lnTo>
                <a:lnTo>
                  <a:pt x="1845457" y="40267"/>
                </a:lnTo>
                <a:lnTo>
                  <a:pt x="1845073" y="39159"/>
                </a:lnTo>
                <a:lnTo>
                  <a:pt x="1844679" y="38059"/>
                </a:lnTo>
                <a:lnTo>
                  <a:pt x="1844275" y="36966"/>
                </a:lnTo>
                <a:lnTo>
                  <a:pt x="1843861" y="35880"/>
                </a:lnTo>
                <a:lnTo>
                  <a:pt x="1843437" y="34801"/>
                </a:lnTo>
                <a:lnTo>
                  <a:pt x="1843002" y="33730"/>
                </a:lnTo>
                <a:lnTo>
                  <a:pt x="1842558" y="32667"/>
                </a:lnTo>
                <a:lnTo>
                  <a:pt x="1842103" y="31610"/>
                </a:lnTo>
                <a:lnTo>
                  <a:pt x="1841639" y="30561"/>
                </a:lnTo>
                <a:lnTo>
                  <a:pt x="1841164" y="29520"/>
                </a:lnTo>
                <a:lnTo>
                  <a:pt x="1840679" y="28486"/>
                </a:lnTo>
                <a:lnTo>
                  <a:pt x="1840184" y="27459"/>
                </a:lnTo>
                <a:lnTo>
                  <a:pt x="1839678" y="26440"/>
                </a:lnTo>
                <a:lnTo>
                  <a:pt x="1839163" y="25428"/>
                </a:lnTo>
                <a:lnTo>
                  <a:pt x="1838638" y="24423"/>
                </a:lnTo>
                <a:lnTo>
                  <a:pt x="1838102" y="23426"/>
                </a:lnTo>
                <a:lnTo>
                  <a:pt x="1837556" y="22436"/>
                </a:lnTo>
                <a:lnTo>
                  <a:pt x="1837000" y="21453"/>
                </a:lnTo>
                <a:lnTo>
                  <a:pt x="1836434" y="20478"/>
                </a:lnTo>
                <a:lnTo>
                  <a:pt x="1835860" y="19512"/>
                </a:lnTo>
                <a:lnTo>
                  <a:pt x="1835279" y="18555"/>
                </a:lnTo>
                <a:lnTo>
                  <a:pt x="1834690" y="17608"/>
                </a:lnTo>
                <a:lnTo>
                  <a:pt x="1834095" y="16671"/>
                </a:lnTo>
                <a:lnTo>
                  <a:pt x="1833494" y="15744"/>
                </a:lnTo>
                <a:lnTo>
                  <a:pt x="1832885" y="14827"/>
                </a:lnTo>
                <a:lnTo>
                  <a:pt x="1832270" y="13919"/>
                </a:lnTo>
                <a:lnTo>
                  <a:pt x="1831647" y="13022"/>
                </a:lnTo>
                <a:lnTo>
                  <a:pt x="1831018" y="12134"/>
                </a:lnTo>
                <a:lnTo>
                  <a:pt x="1830382" y="11256"/>
                </a:lnTo>
                <a:lnTo>
                  <a:pt x="1829739" y="10388"/>
                </a:lnTo>
                <a:lnTo>
                  <a:pt x="1829090" y="9530"/>
                </a:lnTo>
                <a:lnTo>
                  <a:pt x="1828433" y="8682"/>
                </a:lnTo>
                <a:lnTo>
                  <a:pt x="1827770" y="7843"/>
                </a:lnTo>
                <a:lnTo>
                  <a:pt x="1827100" y="7015"/>
                </a:lnTo>
                <a:lnTo>
                  <a:pt x="1826423" y="6196"/>
                </a:lnTo>
                <a:lnTo>
                  <a:pt x="1825739" y="5387"/>
                </a:lnTo>
                <a:lnTo>
                  <a:pt x="1825048" y="4588"/>
                </a:lnTo>
                <a:lnTo>
                  <a:pt x="1824351" y="3799"/>
                </a:lnTo>
                <a:lnTo>
                  <a:pt x="1823646" y="3019"/>
                </a:lnTo>
                <a:lnTo>
                  <a:pt x="1822935" y="2250"/>
                </a:lnTo>
                <a:lnTo>
                  <a:pt x="1822217" y="1490"/>
                </a:lnTo>
                <a:lnTo>
                  <a:pt x="1821492" y="740"/>
                </a:lnTo>
                <a:lnTo>
                  <a:pt x="1820761" y="0"/>
                </a:lnTo>
                <a:lnTo>
                  <a:pt x="1799497" y="0"/>
                </a:lnTo>
                <a:lnTo>
                  <a:pt x="1799497" y="2048"/>
                </a:lnTo>
                <a:lnTo>
                  <a:pt x="1800280" y="2878"/>
                </a:lnTo>
                <a:lnTo>
                  <a:pt x="1801054" y="3715"/>
                </a:lnTo>
                <a:lnTo>
                  <a:pt x="1801820" y="4558"/>
                </a:lnTo>
                <a:lnTo>
                  <a:pt x="1802577" y="5408"/>
                </a:lnTo>
                <a:lnTo>
                  <a:pt x="1803325" y="6265"/>
                </a:lnTo>
                <a:lnTo>
                  <a:pt x="1804064" y="7128"/>
                </a:lnTo>
                <a:lnTo>
                  <a:pt x="1804795" y="7998"/>
                </a:lnTo>
                <a:lnTo>
                  <a:pt x="1805517" y="8874"/>
                </a:lnTo>
                <a:lnTo>
                  <a:pt x="1806230" y="9757"/>
                </a:lnTo>
                <a:lnTo>
                  <a:pt x="1806934" y="10646"/>
                </a:lnTo>
                <a:lnTo>
                  <a:pt x="1807630" y="11542"/>
                </a:lnTo>
                <a:lnTo>
                  <a:pt x="1808317" y="12444"/>
                </a:lnTo>
                <a:lnTo>
                  <a:pt x="1808995" y="13353"/>
                </a:lnTo>
                <a:lnTo>
                  <a:pt x="1809664" y="14269"/>
                </a:lnTo>
                <a:lnTo>
                  <a:pt x="1810325" y="15191"/>
                </a:lnTo>
                <a:lnTo>
                  <a:pt x="1810977" y="16120"/>
                </a:lnTo>
                <a:lnTo>
                  <a:pt x="1811620" y="17055"/>
                </a:lnTo>
                <a:lnTo>
                  <a:pt x="1812254" y="17997"/>
                </a:lnTo>
                <a:lnTo>
                  <a:pt x="1812880" y="18945"/>
                </a:lnTo>
                <a:lnTo>
                  <a:pt x="1813497" y="19900"/>
                </a:lnTo>
                <a:lnTo>
                  <a:pt x="1814105" y="20862"/>
                </a:lnTo>
                <a:lnTo>
                  <a:pt x="1814704" y="21830"/>
                </a:lnTo>
                <a:lnTo>
                  <a:pt x="1815295" y="22804"/>
                </a:lnTo>
                <a:lnTo>
                  <a:pt x="1815877" y="23786"/>
                </a:lnTo>
                <a:lnTo>
                  <a:pt x="1816449" y="24772"/>
                </a:lnTo>
                <a:lnTo>
                  <a:pt x="1817010" y="25763"/>
                </a:lnTo>
                <a:lnTo>
                  <a:pt x="1817559" y="26757"/>
                </a:lnTo>
                <a:lnTo>
                  <a:pt x="1818098" y="27756"/>
                </a:lnTo>
                <a:lnTo>
                  <a:pt x="1818625" y="28759"/>
                </a:lnTo>
                <a:lnTo>
                  <a:pt x="1819141" y="29766"/>
                </a:lnTo>
                <a:lnTo>
                  <a:pt x="1819646" y="30777"/>
                </a:lnTo>
                <a:lnTo>
                  <a:pt x="1820139" y="31793"/>
                </a:lnTo>
                <a:lnTo>
                  <a:pt x="1820621" y="32812"/>
                </a:lnTo>
                <a:lnTo>
                  <a:pt x="1821092" y="33835"/>
                </a:lnTo>
                <a:lnTo>
                  <a:pt x="1821552" y="34863"/>
                </a:lnTo>
                <a:lnTo>
                  <a:pt x="1822001" y="35895"/>
                </a:lnTo>
                <a:lnTo>
                  <a:pt x="1822438" y="36930"/>
                </a:lnTo>
                <a:lnTo>
                  <a:pt x="1822865" y="37970"/>
                </a:lnTo>
                <a:lnTo>
                  <a:pt x="1823280" y="39014"/>
                </a:lnTo>
                <a:lnTo>
                  <a:pt x="1823683" y="40062"/>
                </a:lnTo>
                <a:lnTo>
                  <a:pt x="1824076" y="41115"/>
                </a:lnTo>
                <a:lnTo>
                  <a:pt x="1824457" y="42171"/>
                </a:lnTo>
                <a:lnTo>
                  <a:pt x="1824828" y="43231"/>
                </a:lnTo>
                <a:lnTo>
                  <a:pt x="1825187" y="44296"/>
                </a:lnTo>
                <a:lnTo>
                  <a:pt x="1825534" y="45364"/>
                </a:lnTo>
                <a:lnTo>
                  <a:pt x="1825871" y="46437"/>
                </a:lnTo>
                <a:lnTo>
                  <a:pt x="1826196" y="47514"/>
                </a:lnTo>
                <a:lnTo>
                  <a:pt x="1826510" y="48595"/>
                </a:lnTo>
                <a:lnTo>
                  <a:pt x="1826812" y="49679"/>
                </a:lnTo>
                <a:lnTo>
                  <a:pt x="1827101" y="50766"/>
                </a:lnTo>
                <a:lnTo>
                  <a:pt x="1827378" y="51855"/>
                </a:lnTo>
                <a:lnTo>
                  <a:pt x="1827641" y="52947"/>
                </a:lnTo>
                <a:lnTo>
                  <a:pt x="1827892" y="54041"/>
                </a:lnTo>
                <a:lnTo>
                  <a:pt x="1828129" y="55137"/>
                </a:lnTo>
                <a:lnTo>
                  <a:pt x="1828354" y="56236"/>
                </a:lnTo>
                <a:lnTo>
                  <a:pt x="1828566" y="57338"/>
                </a:lnTo>
                <a:lnTo>
                  <a:pt x="1828766" y="58442"/>
                </a:lnTo>
                <a:lnTo>
                  <a:pt x="1828952" y="59548"/>
                </a:lnTo>
                <a:lnTo>
                  <a:pt x="1829126" y="60657"/>
                </a:lnTo>
                <a:lnTo>
                  <a:pt x="1829286" y="61768"/>
                </a:lnTo>
                <a:lnTo>
                  <a:pt x="1829434" y="62882"/>
                </a:lnTo>
                <a:lnTo>
                  <a:pt x="1829569" y="63998"/>
                </a:lnTo>
                <a:lnTo>
                  <a:pt x="1829691" y="65117"/>
                </a:lnTo>
                <a:lnTo>
                  <a:pt x="1829800" y="66238"/>
                </a:lnTo>
                <a:lnTo>
                  <a:pt x="1829897" y="67362"/>
                </a:lnTo>
                <a:lnTo>
                  <a:pt x="1829980" y="68488"/>
                </a:lnTo>
                <a:lnTo>
                  <a:pt x="1830051" y="69616"/>
                </a:lnTo>
                <a:lnTo>
                  <a:pt x="1830109" y="70747"/>
                </a:lnTo>
                <a:lnTo>
                  <a:pt x="1830154" y="71881"/>
                </a:lnTo>
                <a:lnTo>
                  <a:pt x="1830186" y="73017"/>
                </a:lnTo>
                <a:lnTo>
                  <a:pt x="1830205" y="74155"/>
                </a:lnTo>
                <a:lnTo>
                  <a:pt x="1830212" y="75296"/>
                </a:lnTo>
                <a:lnTo>
                  <a:pt x="1830205" y="76437"/>
                </a:lnTo>
                <a:lnTo>
                  <a:pt x="1830186" y="77575"/>
                </a:lnTo>
                <a:lnTo>
                  <a:pt x="1830154" y="78711"/>
                </a:lnTo>
                <a:lnTo>
                  <a:pt x="1830109" y="79844"/>
                </a:lnTo>
                <a:lnTo>
                  <a:pt x="1830051" y="80975"/>
                </a:lnTo>
                <a:lnTo>
                  <a:pt x="1829980" y="82103"/>
                </a:lnTo>
                <a:lnTo>
                  <a:pt x="1829897" y="83229"/>
                </a:lnTo>
                <a:lnTo>
                  <a:pt x="1829800" y="84353"/>
                </a:lnTo>
                <a:lnTo>
                  <a:pt x="1829691" y="85474"/>
                </a:lnTo>
                <a:lnTo>
                  <a:pt x="1829569" y="86592"/>
                </a:lnTo>
                <a:lnTo>
                  <a:pt x="1829434" y="87708"/>
                </a:lnTo>
                <a:lnTo>
                  <a:pt x="1829286" y="88822"/>
                </a:lnTo>
                <a:lnTo>
                  <a:pt x="1829126" y="89933"/>
                </a:lnTo>
                <a:lnTo>
                  <a:pt x="1828952" y="91042"/>
                </a:lnTo>
                <a:lnTo>
                  <a:pt x="1828766" y="92148"/>
                </a:lnTo>
                <a:lnTo>
                  <a:pt x="1828566" y="93252"/>
                </a:lnTo>
                <a:lnTo>
                  <a:pt x="1828354" y="94354"/>
                </a:lnTo>
                <a:lnTo>
                  <a:pt x="1828129" y="95453"/>
                </a:lnTo>
                <a:lnTo>
                  <a:pt x="1827892" y="96549"/>
                </a:lnTo>
                <a:lnTo>
                  <a:pt x="1827641" y="97643"/>
                </a:lnTo>
                <a:lnTo>
                  <a:pt x="1827378" y="98735"/>
                </a:lnTo>
                <a:lnTo>
                  <a:pt x="1827101" y="99824"/>
                </a:lnTo>
                <a:lnTo>
                  <a:pt x="1826812" y="100910"/>
                </a:lnTo>
                <a:lnTo>
                  <a:pt x="1826510" y="101995"/>
                </a:lnTo>
                <a:lnTo>
                  <a:pt x="1826196" y="103076"/>
                </a:lnTo>
                <a:lnTo>
                  <a:pt x="1825871" y="104152"/>
                </a:lnTo>
                <a:lnTo>
                  <a:pt x="1825534" y="105224"/>
                </a:lnTo>
                <a:lnTo>
                  <a:pt x="1825187" y="106292"/>
                </a:lnTo>
                <a:lnTo>
                  <a:pt x="1824828" y="107355"/>
                </a:lnTo>
                <a:lnTo>
                  <a:pt x="1824457" y="108414"/>
                </a:lnTo>
                <a:lnTo>
                  <a:pt x="1824076" y="109468"/>
                </a:lnTo>
                <a:lnTo>
                  <a:pt x="1823683" y="110518"/>
                </a:lnTo>
                <a:lnTo>
                  <a:pt x="1823280" y="111564"/>
                </a:lnTo>
                <a:lnTo>
                  <a:pt x="1822865" y="112606"/>
                </a:lnTo>
                <a:lnTo>
                  <a:pt x="1822438" y="113643"/>
                </a:lnTo>
                <a:lnTo>
                  <a:pt x="1822001" y="114675"/>
                </a:lnTo>
                <a:lnTo>
                  <a:pt x="1821552" y="115703"/>
                </a:lnTo>
                <a:lnTo>
                  <a:pt x="1821092" y="116727"/>
                </a:lnTo>
                <a:lnTo>
                  <a:pt x="1820621" y="117747"/>
                </a:lnTo>
                <a:lnTo>
                  <a:pt x="1820139" y="118762"/>
                </a:lnTo>
                <a:lnTo>
                  <a:pt x="1819646" y="119773"/>
                </a:lnTo>
                <a:lnTo>
                  <a:pt x="1819141" y="120779"/>
                </a:lnTo>
                <a:lnTo>
                  <a:pt x="1818625" y="121781"/>
                </a:lnTo>
                <a:lnTo>
                  <a:pt x="1818098" y="122778"/>
                </a:lnTo>
                <a:lnTo>
                  <a:pt x="1817559" y="123772"/>
                </a:lnTo>
                <a:lnTo>
                  <a:pt x="1817010" y="124760"/>
                </a:lnTo>
                <a:lnTo>
                  <a:pt x="1816449" y="125745"/>
                </a:lnTo>
                <a:lnTo>
                  <a:pt x="1815877" y="126725"/>
                </a:lnTo>
                <a:lnTo>
                  <a:pt x="1815295" y="127700"/>
                </a:lnTo>
                <a:lnTo>
                  <a:pt x="1814704" y="128669"/>
                </a:lnTo>
                <a:lnTo>
                  <a:pt x="1814105" y="129633"/>
                </a:lnTo>
                <a:lnTo>
                  <a:pt x="1813497" y="130590"/>
                </a:lnTo>
                <a:lnTo>
                  <a:pt x="1812880" y="131542"/>
                </a:lnTo>
                <a:lnTo>
                  <a:pt x="1812254" y="132489"/>
                </a:lnTo>
                <a:lnTo>
                  <a:pt x="1811620" y="133429"/>
                </a:lnTo>
                <a:lnTo>
                  <a:pt x="1810977" y="134364"/>
                </a:lnTo>
                <a:lnTo>
                  <a:pt x="1810325" y="135293"/>
                </a:lnTo>
                <a:lnTo>
                  <a:pt x="1809664" y="136217"/>
                </a:lnTo>
                <a:lnTo>
                  <a:pt x="1808995" y="137134"/>
                </a:lnTo>
                <a:lnTo>
                  <a:pt x="1808317" y="138046"/>
                </a:lnTo>
                <a:lnTo>
                  <a:pt x="1807630" y="138952"/>
                </a:lnTo>
                <a:lnTo>
                  <a:pt x="1806934" y="139853"/>
                </a:lnTo>
                <a:lnTo>
                  <a:pt x="1806230" y="140747"/>
                </a:lnTo>
                <a:lnTo>
                  <a:pt x="1805517" y="141636"/>
                </a:lnTo>
                <a:lnTo>
                  <a:pt x="1804795" y="142520"/>
                </a:lnTo>
                <a:lnTo>
                  <a:pt x="1804064" y="143397"/>
                </a:lnTo>
                <a:lnTo>
                  <a:pt x="1803325" y="144269"/>
                </a:lnTo>
                <a:lnTo>
                  <a:pt x="1802577" y="145135"/>
                </a:lnTo>
                <a:lnTo>
                  <a:pt x="1801820" y="145995"/>
                </a:lnTo>
                <a:lnTo>
                  <a:pt x="1801054" y="146850"/>
                </a:lnTo>
                <a:lnTo>
                  <a:pt x="1800280" y="147699"/>
                </a:lnTo>
                <a:lnTo>
                  <a:pt x="1799497" y="148542"/>
                </a:lnTo>
                <a:lnTo>
                  <a:pt x="1799497" y="150590"/>
                </a:lnTo>
                <a:lnTo>
                  <a:pt x="1820761" y="150590"/>
                </a:lnTo>
                <a:lnTo>
                  <a:pt x="1821492" y="149837"/>
                </a:lnTo>
                <a:lnTo>
                  <a:pt x="1822217" y="149075"/>
                </a:lnTo>
                <a:lnTo>
                  <a:pt x="1822935" y="148304"/>
                </a:lnTo>
                <a:lnTo>
                  <a:pt x="1823646" y="147524"/>
                </a:lnTo>
                <a:close/>
                <a:moveTo>
                  <a:pt x="978862" y="83753"/>
                </a:moveTo>
                <a:lnTo>
                  <a:pt x="978890" y="83226"/>
                </a:lnTo>
                <a:lnTo>
                  <a:pt x="978927" y="82705"/>
                </a:lnTo>
                <a:lnTo>
                  <a:pt x="978972" y="82191"/>
                </a:lnTo>
                <a:lnTo>
                  <a:pt x="979026" y="81684"/>
                </a:lnTo>
                <a:lnTo>
                  <a:pt x="979087" y="81184"/>
                </a:lnTo>
                <a:lnTo>
                  <a:pt x="979157" y="80691"/>
                </a:lnTo>
                <a:lnTo>
                  <a:pt x="979235" y="80205"/>
                </a:lnTo>
                <a:lnTo>
                  <a:pt x="979321" y="79725"/>
                </a:lnTo>
                <a:lnTo>
                  <a:pt x="979415" y="79252"/>
                </a:lnTo>
                <a:lnTo>
                  <a:pt x="979518" y="78786"/>
                </a:lnTo>
                <a:lnTo>
                  <a:pt x="979629" y="78327"/>
                </a:lnTo>
                <a:lnTo>
                  <a:pt x="979748" y="77875"/>
                </a:lnTo>
                <a:lnTo>
                  <a:pt x="979875" y="77430"/>
                </a:lnTo>
                <a:lnTo>
                  <a:pt x="980010" y="76991"/>
                </a:lnTo>
                <a:lnTo>
                  <a:pt x="980154" y="76560"/>
                </a:lnTo>
                <a:lnTo>
                  <a:pt x="980305" y="76135"/>
                </a:lnTo>
                <a:lnTo>
                  <a:pt x="980465" y="75717"/>
                </a:lnTo>
                <a:lnTo>
                  <a:pt x="980634" y="75306"/>
                </a:lnTo>
                <a:lnTo>
                  <a:pt x="980810" y="74902"/>
                </a:lnTo>
                <a:lnTo>
                  <a:pt x="980995" y="74504"/>
                </a:lnTo>
                <a:lnTo>
                  <a:pt x="981187" y="74114"/>
                </a:lnTo>
                <a:lnTo>
                  <a:pt x="981387" y="73730"/>
                </a:lnTo>
                <a:lnTo>
                  <a:pt x="981594" y="73354"/>
                </a:lnTo>
                <a:lnTo>
                  <a:pt x="981806" y="72985"/>
                </a:lnTo>
                <a:lnTo>
                  <a:pt x="982025" y="72624"/>
                </a:lnTo>
                <a:lnTo>
                  <a:pt x="982250" y="72270"/>
                </a:lnTo>
                <a:lnTo>
                  <a:pt x="982482" y="71923"/>
                </a:lnTo>
                <a:lnTo>
                  <a:pt x="982719" y="71584"/>
                </a:lnTo>
                <a:lnTo>
                  <a:pt x="982964" y="71252"/>
                </a:lnTo>
                <a:lnTo>
                  <a:pt x="983214" y="70928"/>
                </a:lnTo>
                <a:lnTo>
                  <a:pt x="983470" y="70611"/>
                </a:lnTo>
                <a:lnTo>
                  <a:pt x="983733" y="70301"/>
                </a:lnTo>
                <a:lnTo>
                  <a:pt x="984002" y="69999"/>
                </a:lnTo>
                <a:lnTo>
                  <a:pt x="984278" y="69704"/>
                </a:lnTo>
                <a:lnTo>
                  <a:pt x="984560" y="69417"/>
                </a:lnTo>
                <a:lnTo>
                  <a:pt x="984848" y="69137"/>
                </a:lnTo>
                <a:lnTo>
                  <a:pt x="985142" y="68864"/>
                </a:lnTo>
                <a:lnTo>
                  <a:pt x="985443" y="68599"/>
                </a:lnTo>
                <a:lnTo>
                  <a:pt x="985749" y="68341"/>
                </a:lnTo>
                <a:lnTo>
                  <a:pt x="986063" y="68090"/>
                </a:lnTo>
                <a:lnTo>
                  <a:pt x="986382" y="67847"/>
                </a:lnTo>
                <a:lnTo>
                  <a:pt x="986708" y="67611"/>
                </a:lnTo>
                <a:lnTo>
                  <a:pt x="987040" y="67383"/>
                </a:lnTo>
                <a:lnTo>
                  <a:pt x="987378" y="67162"/>
                </a:lnTo>
                <a:lnTo>
                  <a:pt x="987723" y="66949"/>
                </a:lnTo>
                <a:lnTo>
                  <a:pt x="988073" y="66743"/>
                </a:lnTo>
                <a:lnTo>
                  <a:pt x="988427" y="66546"/>
                </a:lnTo>
                <a:lnTo>
                  <a:pt x="988785" y="66358"/>
                </a:lnTo>
                <a:lnTo>
                  <a:pt x="989147" y="66178"/>
                </a:lnTo>
                <a:lnTo>
                  <a:pt x="989513" y="66007"/>
                </a:lnTo>
                <a:lnTo>
                  <a:pt x="989884" y="65845"/>
                </a:lnTo>
                <a:lnTo>
                  <a:pt x="990258" y="65692"/>
                </a:lnTo>
                <a:lnTo>
                  <a:pt x="990637" y="65548"/>
                </a:lnTo>
                <a:lnTo>
                  <a:pt x="991020" y="65412"/>
                </a:lnTo>
                <a:lnTo>
                  <a:pt x="991407" y="65285"/>
                </a:lnTo>
                <a:lnTo>
                  <a:pt x="991798" y="65167"/>
                </a:lnTo>
                <a:lnTo>
                  <a:pt x="992193" y="65058"/>
                </a:lnTo>
                <a:lnTo>
                  <a:pt x="992592" y="64957"/>
                </a:lnTo>
                <a:lnTo>
                  <a:pt x="992995" y="64865"/>
                </a:lnTo>
                <a:lnTo>
                  <a:pt x="993402" y="64782"/>
                </a:lnTo>
                <a:lnTo>
                  <a:pt x="993814" y="64707"/>
                </a:lnTo>
                <a:lnTo>
                  <a:pt x="994229" y="64642"/>
                </a:lnTo>
                <a:lnTo>
                  <a:pt x="994649" y="64585"/>
                </a:lnTo>
                <a:lnTo>
                  <a:pt x="995073" y="64537"/>
                </a:lnTo>
                <a:lnTo>
                  <a:pt x="995500" y="64497"/>
                </a:lnTo>
                <a:lnTo>
                  <a:pt x="995932" y="64467"/>
                </a:lnTo>
                <a:lnTo>
                  <a:pt x="996368" y="64445"/>
                </a:lnTo>
                <a:lnTo>
                  <a:pt x="996808" y="64432"/>
                </a:lnTo>
                <a:lnTo>
                  <a:pt x="997253" y="64427"/>
                </a:lnTo>
                <a:lnTo>
                  <a:pt x="997941" y="64436"/>
                </a:lnTo>
                <a:lnTo>
                  <a:pt x="998614" y="64462"/>
                </a:lnTo>
                <a:lnTo>
                  <a:pt x="999272" y="64506"/>
                </a:lnTo>
                <a:lnTo>
                  <a:pt x="999916" y="64567"/>
                </a:lnTo>
                <a:lnTo>
                  <a:pt x="1000544" y="64646"/>
                </a:lnTo>
                <a:lnTo>
                  <a:pt x="1001157" y="64742"/>
                </a:lnTo>
                <a:lnTo>
                  <a:pt x="1001755" y="64856"/>
                </a:lnTo>
                <a:lnTo>
                  <a:pt x="1002338" y="64987"/>
                </a:lnTo>
                <a:lnTo>
                  <a:pt x="1002906" y="65136"/>
                </a:lnTo>
                <a:lnTo>
                  <a:pt x="1003459" y="65302"/>
                </a:lnTo>
                <a:lnTo>
                  <a:pt x="1003996" y="65486"/>
                </a:lnTo>
                <a:lnTo>
                  <a:pt x="1004519" y="65687"/>
                </a:lnTo>
                <a:lnTo>
                  <a:pt x="1005027" y="65906"/>
                </a:lnTo>
                <a:lnTo>
                  <a:pt x="1005520" y="66142"/>
                </a:lnTo>
                <a:lnTo>
                  <a:pt x="1005997" y="66396"/>
                </a:lnTo>
                <a:lnTo>
                  <a:pt x="1006460" y="66667"/>
                </a:lnTo>
                <a:lnTo>
                  <a:pt x="1006907" y="66956"/>
                </a:lnTo>
                <a:lnTo>
                  <a:pt x="1007340" y="67262"/>
                </a:lnTo>
                <a:lnTo>
                  <a:pt x="1007757" y="67586"/>
                </a:lnTo>
                <a:lnTo>
                  <a:pt x="1008160" y="67927"/>
                </a:lnTo>
                <a:lnTo>
                  <a:pt x="1008547" y="68286"/>
                </a:lnTo>
                <a:lnTo>
                  <a:pt x="1008919" y="68662"/>
                </a:lnTo>
                <a:lnTo>
                  <a:pt x="1009277" y="69056"/>
                </a:lnTo>
                <a:lnTo>
                  <a:pt x="1009619" y="69467"/>
                </a:lnTo>
                <a:lnTo>
                  <a:pt x="1009947" y="69895"/>
                </a:lnTo>
                <a:lnTo>
                  <a:pt x="1010260" y="70338"/>
                </a:lnTo>
                <a:lnTo>
                  <a:pt x="1010560" y="70796"/>
                </a:lnTo>
                <a:lnTo>
                  <a:pt x="1010846" y="71270"/>
                </a:lnTo>
                <a:lnTo>
                  <a:pt x="1011118" y="71759"/>
                </a:lnTo>
                <a:lnTo>
                  <a:pt x="1011376" y="72263"/>
                </a:lnTo>
                <a:lnTo>
                  <a:pt x="1011620" y="72783"/>
                </a:lnTo>
                <a:lnTo>
                  <a:pt x="1011850" y="73318"/>
                </a:lnTo>
                <a:lnTo>
                  <a:pt x="1012066" y="73868"/>
                </a:lnTo>
                <a:lnTo>
                  <a:pt x="1012269" y="74433"/>
                </a:lnTo>
                <a:lnTo>
                  <a:pt x="1012457" y="75014"/>
                </a:lnTo>
                <a:lnTo>
                  <a:pt x="1012631" y="75610"/>
                </a:lnTo>
                <a:lnTo>
                  <a:pt x="1012792" y="76222"/>
                </a:lnTo>
                <a:lnTo>
                  <a:pt x="1012938" y="76849"/>
                </a:lnTo>
                <a:lnTo>
                  <a:pt x="1013070" y="77491"/>
                </a:lnTo>
                <a:lnTo>
                  <a:pt x="1013189" y="78148"/>
                </a:lnTo>
                <a:lnTo>
                  <a:pt x="1013294" y="78821"/>
                </a:lnTo>
                <a:lnTo>
                  <a:pt x="1013384" y="79509"/>
                </a:lnTo>
                <a:lnTo>
                  <a:pt x="1013461" y="80212"/>
                </a:lnTo>
                <a:lnTo>
                  <a:pt x="1013524" y="80931"/>
                </a:lnTo>
                <a:lnTo>
                  <a:pt x="1013572" y="81665"/>
                </a:lnTo>
                <a:lnTo>
                  <a:pt x="1013607" y="82414"/>
                </a:lnTo>
                <a:lnTo>
                  <a:pt x="1013628" y="83179"/>
                </a:lnTo>
                <a:lnTo>
                  <a:pt x="1013635" y="83958"/>
                </a:lnTo>
                <a:lnTo>
                  <a:pt x="1013635" y="127749"/>
                </a:lnTo>
                <a:lnTo>
                  <a:pt x="1034743" y="127749"/>
                </a:lnTo>
                <a:lnTo>
                  <a:pt x="1034743" y="81911"/>
                </a:lnTo>
                <a:lnTo>
                  <a:pt x="1034737" y="80959"/>
                </a:lnTo>
                <a:lnTo>
                  <a:pt x="1034719" y="80019"/>
                </a:lnTo>
                <a:lnTo>
                  <a:pt x="1034688" y="79093"/>
                </a:lnTo>
                <a:lnTo>
                  <a:pt x="1034645" y="78178"/>
                </a:lnTo>
                <a:lnTo>
                  <a:pt x="1034589" y="77277"/>
                </a:lnTo>
                <a:lnTo>
                  <a:pt x="1034522" y="76388"/>
                </a:lnTo>
                <a:lnTo>
                  <a:pt x="1034442" y="75511"/>
                </a:lnTo>
                <a:lnTo>
                  <a:pt x="1034349" y="74647"/>
                </a:lnTo>
                <a:lnTo>
                  <a:pt x="1034245" y="73796"/>
                </a:lnTo>
                <a:lnTo>
                  <a:pt x="1034128" y="72957"/>
                </a:lnTo>
                <a:lnTo>
                  <a:pt x="1033998" y="72131"/>
                </a:lnTo>
                <a:lnTo>
                  <a:pt x="1033857" y="71318"/>
                </a:lnTo>
                <a:lnTo>
                  <a:pt x="1033703" y="70517"/>
                </a:lnTo>
                <a:lnTo>
                  <a:pt x="1033537" y="69728"/>
                </a:lnTo>
                <a:lnTo>
                  <a:pt x="1033358" y="68952"/>
                </a:lnTo>
                <a:lnTo>
                  <a:pt x="1033168" y="68189"/>
                </a:lnTo>
                <a:lnTo>
                  <a:pt x="1032964" y="67438"/>
                </a:lnTo>
                <a:lnTo>
                  <a:pt x="1032749" y="66700"/>
                </a:lnTo>
                <a:lnTo>
                  <a:pt x="1032521" y="65975"/>
                </a:lnTo>
                <a:lnTo>
                  <a:pt x="1032281" y="65262"/>
                </a:lnTo>
                <a:lnTo>
                  <a:pt x="1032029" y="64561"/>
                </a:lnTo>
                <a:lnTo>
                  <a:pt x="1031764" y="63873"/>
                </a:lnTo>
                <a:lnTo>
                  <a:pt x="1031487" y="63198"/>
                </a:lnTo>
                <a:lnTo>
                  <a:pt x="1031198" y="62536"/>
                </a:lnTo>
                <a:lnTo>
                  <a:pt x="1030897" y="61886"/>
                </a:lnTo>
                <a:lnTo>
                  <a:pt x="1030585" y="61249"/>
                </a:lnTo>
                <a:lnTo>
                  <a:pt x="1030262" y="60626"/>
                </a:lnTo>
                <a:lnTo>
                  <a:pt x="1029927" y="60015"/>
                </a:lnTo>
                <a:lnTo>
                  <a:pt x="1029582" y="59418"/>
                </a:lnTo>
                <a:lnTo>
                  <a:pt x="1029225" y="58834"/>
                </a:lnTo>
                <a:lnTo>
                  <a:pt x="1028857" y="58263"/>
                </a:lnTo>
                <a:lnTo>
                  <a:pt x="1028477" y="57705"/>
                </a:lnTo>
                <a:lnTo>
                  <a:pt x="1028087" y="57160"/>
                </a:lnTo>
                <a:lnTo>
                  <a:pt x="1027685" y="56628"/>
                </a:lnTo>
                <a:lnTo>
                  <a:pt x="1027272" y="56110"/>
                </a:lnTo>
                <a:lnTo>
                  <a:pt x="1026848" y="55604"/>
                </a:lnTo>
                <a:lnTo>
                  <a:pt x="1026412" y="55112"/>
                </a:lnTo>
                <a:lnTo>
                  <a:pt x="1025965" y="54633"/>
                </a:lnTo>
                <a:lnTo>
                  <a:pt x="1025508" y="54167"/>
                </a:lnTo>
                <a:lnTo>
                  <a:pt x="1025038" y="53714"/>
                </a:lnTo>
                <a:lnTo>
                  <a:pt x="1024558" y="53274"/>
                </a:lnTo>
                <a:lnTo>
                  <a:pt x="1024067" y="52848"/>
                </a:lnTo>
                <a:lnTo>
                  <a:pt x="1023564" y="52434"/>
                </a:lnTo>
                <a:lnTo>
                  <a:pt x="1023050" y="52034"/>
                </a:lnTo>
                <a:lnTo>
                  <a:pt x="1022525" y="51646"/>
                </a:lnTo>
                <a:lnTo>
                  <a:pt x="1021988" y="51272"/>
                </a:lnTo>
                <a:lnTo>
                  <a:pt x="1021441" y="50911"/>
                </a:lnTo>
                <a:lnTo>
                  <a:pt x="1020882" y="50564"/>
                </a:lnTo>
                <a:lnTo>
                  <a:pt x="1020312" y="50229"/>
                </a:lnTo>
                <a:lnTo>
                  <a:pt x="1019731" y="49909"/>
                </a:lnTo>
                <a:lnTo>
                  <a:pt x="1019139" y="49604"/>
                </a:lnTo>
                <a:lnTo>
                  <a:pt x="1018537" y="49312"/>
                </a:lnTo>
                <a:lnTo>
                  <a:pt x="1017923" y="49035"/>
                </a:lnTo>
                <a:lnTo>
                  <a:pt x="1017298" y="48772"/>
                </a:lnTo>
                <a:lnTo>
                  <a:pt x="1016663" y="48523"/>
                </a:lnTo>
                <a:lnTo>
                  <a:pt x="1016016" y="48288"/>
                </a:lnTo>
                <a:lnTo>
                  <a:pt x="1015359" y="48068"/>
                </a:lnTo>
                <a:lnTo>
                  <a:pt x="1014691" y="47862"/>
                </a:lnTo>
                <a:lnTo>
                  <a:pt x="1014011" y="47670"/>
                </a:lnTo>
                <a:lnTo>
                  <a:pt x="1013321" y="47492"/>
                </a:lnTo>
                <a:lnTo>
                  <a:pt x="1012620" y="47328"/>
                </a:lnTo>
                <a:lnTo>
                  <a:pt x="1011908" y="47179"/>
                </a:lnTo>
                <a:lnTo>
                  <a:pt x="1011185" y="47044"/>
                </a:lnTo>
                <a:lnTo>
                  <a:pt x="1010451" y="46923"/>
                </a:lnTo>
                <a:lnTo>
                  <a:pt x="1009706" y="46816"/>
                </a:lnTo>
                <a:lnTo>
                  <a:pt x="1008950" y="46724"/>
                </a:lnTo>
                <a:lnTo>
                  <a:pt x="1008183" y="46646"/>
                </a:lnTo>
                <a:lnTo>
                  <a:pt x="1007405" y="46582"/>
                </a:lnTo>
                <a:lnTo>
                  <a:pt x="1006616" y="46532"/>
                </a:lnTo>
                <a:lnTo>
                  <a:pt x="1005817" y="46496"/>
                </a:lnTo>
                <a:lnTo>
                  <a:pt x="1005006" y="46475"/>
                </a:lnTo>
                <a:lnTo>
                  <a:pt x="1004184" y="46468"/>
                </a:lnTo>
                <a:lnTo>
                  <a:pt x="1003414" y="46475"/>
                </a:lnTo>
                <a:lnTo>
                  <a:pt x="1002653" y="46496"/>
                </a:lnTo>
                <a:lnTo>
                  <a:pt x="1001901" y="46532"/>
                </a:lnTo>
                <a:lnTo>
                  <a:pt x="1001159" y="46582"/>
                </a:lnTo>
                <a:lnTo>
                  <a:pt x="1000425" y="46646"/>
                </a:lnTo>
                <a:lnTo>
                  <a:pt x="999700" y="46724"/>
                </a:lnTo>
                <a:lnTo>
                  <a:pt x="998984" y="46816"/>
                </a:lnTo>
                <a:lnTo>
                  <a:pt x="998277" y="46923"/>
                </a:lnTo>
                <a:lnTo>
                  <a:pt x="997579" y="47044"/>
                </a:lnTo>
                <a:lnTo>
                  <a:pt x="996891" y="47179"/>
                </a:lnTo>
                <a:lnTo>
                  <a:pt x="996211" y="47328"/>
                </a:lnTo>
                <a:lnTo>
                  <a:pt x="995540" y="47492"/>
                </a:lnTo>
                <a:lnTo>
                  <a:pt x="994878" y="47670"/>
                </a:lnTo>
                <a:lnTo>
                  <a:pt x="994226" y="47862"/>
                </a:lnTo>
                <a:lnTo>
                  <a:pt x="993582" y="48068"/>
                </a:lnTo>
                <a:lnTo>
                  <a:pt x="992948" y="48288"/>
                </a:lnTo>
                <a:lnTo>
                  <a:pt x="992322" y="48523"/>
                </a:lnTo>
                <a:lnTo>
                  <a:pt x="991706" y="48772"/>
                </a:lnTo>
                <a:lnTo>
                  <a:pt x="991098" y="49035"/>
                </a:lnTo>
                <a:lnTo>
                  <a:pt x="990500" y="49312"/>
                </a:lnTo>
                <a:lnTo>
                  <a:pt x="989910" y="49604"/>
                </a:lnTo>
                <a:lnTo>
                  <a:pt x="989330" y="49909"/>
                </a:lnTo>
                <a:lnTo>
                  <a:pt x="988758" y="50229"/>
                </a:lnTo>
                <a:lnTo>
                  <a:pt x="988196" y="50564"/>
                </a:lnTo>
                <a:lnTo>
                  <a:pt x="987644" y="50909"/>
                </a:lnTo>
                <a:lnTo>
                  <a:pt x="987102" y="51264"/>
                </a:lnTo>
                <a:lnTo>
                  <a:pt x="986571" y="51627"/>
                </a:lnTo>
                <a:lnTo>
                  <a:pt x="986050" y="51999"/>
                </a:lnTo>
                <a:lnTo>
                  <a:pt x="985540" y="52379"/>
                </a:lnTo>
                <a:lnTo>
                  <a:pt x="985041" y="52769"/>
                </a:lnTo>
                <a:lnTo>
                  <a:pt x="984553" y="53167"/>
                </a:lnTo>
                <a:lnTo>
                  <a:pt x="984075" y="53574"/>
                </a:lnTo>
                <a:lnTo>
                  <a:pt x="983608" y="53990"/>
                </a:lnTo>
                <a:lnTo>
                  <a:pt x="983151" y="54414"/>
                </a:lnTo>
                <a:lnTo>
                  <a:pt x="982705" y="54848"/>
                </a:lnTo>
                <a:lnTo>
                  <a:pt x="982270" y="55289"/>
                </a:lnTo>
                <a:lnTo>
                  <a:pt x="981846" y="55740"/>
                </a:lnTo>
                <a:lnTo>
                  <a:pt x="981432" y="56200"/>
                </a:lnTo>
                <a:lnTo>
                  <a:pt x="981029" y="56668"/>
                </a:lnTo>
                <a:lnTo>
                  <a:pt x="980636" y="57145"/>
                </a:lnTo>
                <a:lnTo>
                  <a:pt x="980254" y="57631"/>
                </a:lnTo>
                <a:lnTo>
                  <a:pt x="979883" y="58125"/>
                </a:lnTo>
                <a:lnTo>
                  <a:pt x="979523" y="58628"/>
                </a:lnTo>
                <a:lnTo>
                  <a:pt x="979173" y="59141"/>
                </a:lnTo>
                <a:lnTo>
                  <a:pt x="978834" y="59661"/>
                </a:lnTo>
                <a:lnTo>
                  <a:pt x="978505" y="60191"/>
                </a:lnTo>
                <a:lnTo>
                  <a:pt x="978187" y="60729"/>
                </a:lnTo>
                <a:lnTo>
                  <a:pt x="977880" y="61276"/>
                </a:lnTo>
                <a:lnTo>
                  <a:pt x="976303" y="48359"/>
                </a:lnTo>
                <a:lnTo>
                  <a:pt x="957558" y="48359"/>
                </a:lnTo>
                <a:lnTo>
                  <a:pt x="957558" y="127749"/>
                </a:lnTo>
                <a:lnTo>
                  <a:pt x="978825" y="127749"/>
                </a:lnTo>
                <a:lnTo>
                  <a:pt x="978825" y="85377"/>
                </a:lnTo>
                <a:lnTo>
                  <a:pt x="978829" y="84829"/>
                </a:lnTo>
                <a:lnTo>
                  <a:pt x="978841" y="84287"/>
                </a:lnTo>
                <a:lnTo>
                  <a:pt x="978862" y="83753"/>
                </a:lnTo>
                <a:close/>
                <a:moveTo>
                  <a:pt x="1596330" y="83909"/>
                </a:moveTo>
                <a:lnTo>
                  <a:pt x="1596356" y="83380"/>
                </a:lnTo>
                <a:lnTo>
                  <a:pt x="1596389" y="82859"/>
                </a:lnTo>
                <a:lnTo>
                  <a:pt x="1596430" y="82344"/>
                </a:lnTo>
                <a:lnTo>
                  <a:pt x="1596478" y="81835"/>
                </a:lnTo>
                <a:lnTo>
                  <a:pt x="1596533" y="81333"/>
                </a:lnTo>
                <a:lnTo>
                  <a:pt x="1596596" y="80838"/>
                </a:lnTo>
                <a:lnTo>
                  <a:pt x="1596666" y="80349"/>
                </a:lnTo>
                <a:lnTo>
                  <a:pt x="1596744" y="79866"/>
                </a:lnTo>
                <a:lnTo>
                  <a:pt x="1596828" y="79390"/>
                </a:lnTo>
                <a:lnTo>
                  <a:pt x="1596921" y="78921"/>
                </a:lnTo>
                <a:lnTo>
                  <a:pt x="1597020" y="78459"/>
                </a:lnTo>
                <a:lnTo>
                  <a:pt x="1597127" y="78003"/>
                </a:lnTo>
                <a:lnTo>
                  <a:pt x="1597242" y="77553"/>
                </a:lnTo>
                <a:lnTo>
                  <a:pt x="1597363" y="77110"/>
                </a:lnTo>
                <a:lnTo>
                  <a:pt x="1597492" y="76674"/>
                </a:lnTo>
                <a:lnTo>
                  <a:pt x="1597629" y="76244"/>
                </a:lnTo>
                <a:lnTo>
                  <a:pt x="1597773" y="75820"/>
                </a:lnTo>
                <a:lnTo>
                  <a:pt x="1597924" y="75404"/>
                </a:lnTo>
                <a:lnTo>
                  <a:pt x="1598083" y="74994"/>
                </a:lnTo>
                <a:lnTo>
                  <a:pt x="1598249" y="74590"/>
                </a:lnTo>
                <a:lnTo>
                  <a:pt x="1598422" y="74193"/>
                </a:lnTo>
                <a:lnTo>
                  <a:pt x="1598602" y="73803"/>
                </a:lnTo>
                <a:lnTo>
                  <a:pt x="1598788" y="73421"/>
                </a:lnTo>
                <a:lnTo>
                  <a:pt x="1598981" y="73046"/>
                </a:lnTo>
                <a:lnTo>
                  <a:pt x="1599179" y="72679"/>
                </a:lnTo>
                <a:lnTo>
                  <a:pt x="1599383" y="72320"/>
                </a:lnTo>
                <a:lnTo>
                  <a:pt x="1599594" y="71968"/>
                </a:lnTo>
                <a:lnTo>
                  <a:pt x="1599810" y="71624"/>
                </a:lnTo>
                <a:lnTo>
                  <a:pt x="1600032" y="71288"/>
                </a:lnTo>
                <a:lnTo>
                  <a:pt x="1600261" y="70959"/>
                </a:lnTo>
                <a:lnTo>
                  <a:pt x="1600495" y="70638"/>
                </a:lnTo>
                <a:lnTo>
                  <a:pt x="1600735" y="70325"/>
                </a:lnTo>
                <a:lnTo>
                  <a:pt x="1600982" y="70019"/>
                </a:lnTo>
                <a:lnTo>
                  <a:pt x="1601234" y="69721"/>
                </a:lnTo>
                <a:lnTo>
                  <a:pt x="1601492" y="69431"/>
                </a:lnTo>
                <a:lnTo>
                  <a:pt x="1601757" y="69148"/>
                </a:lnTo>
                <a:lnTo>
                  <a:pt x="1602027" y="68873"/>
                </a:lnTo>
                <a:lnTo>
                  <a:pt x="1602304" y="68606"/>
                </a:lnTo>
                <a:lnTo>
                  <a:pt x="1602586" y="68346"/>
                </a:lnTo>
                <a:lnTo>
                  <a:pt x="1602875" y="68094"/>
                </a:lnTo>
                <a:lnTo>
                  <a:pt x="1603169" y="67849"/>
                </a:lnTo>
                <a:lnTo>
                  <a:pt x="1603469" y="67613"/>
                </a:lnTo>
                <a:lnTo>
                  <a:pt x="1603776" y="67384"/>
                </a:lnTo>
                <a:lnTo>
                  <a:pt x="1604088" y="67162"/>
                </a:lnTo>
                <a:lnTo>
                  <a:pt x="1604407" y="66949"/>
                </a:lnTo>
                <a:lnTo>
                  <a:pt x="1604730" y="66743"/>
                </a:lnTo>
                <a:lnTo>
                  <a:pt x="1605057" y="66546"/>
                </a:lnTo>
                <a:lnTo>
                  <a:pt x="1605388" y="66358"/>
                </a:lnTo>
                <a:lnTo>
                  <a:pt x="1605722" y="66178"/>
                </a:lnTo>
                <a:lnTo>
                  <a:pt x="1606060" y="66007"/>
                </a:lnTo>
                <a:lnTo>
                  <a:pt x="1606401" y="65845"/>
                </a:lnTo>
                <a:lnTo>
                  <a:pt x="1606746" y="65692"/>
                </a:lnTo>
                <a:lnTo>
                  <a:pt x="1607094" y="65548"/>
                </a:lnTo>
                <a:lnTo>
                  <a:pt x="1607446" y="65412"/>
                </a:lnTo>
                <a:lnTo>
                  <a:pt x="1607801" y="65285"/>
                </a:lnTo>
                <a:lnTo>
                  <a:pt x="1608160" y="65167"/>
                </a:lnTo>
                <a:lnTo>
                  <a:pt x="1608523" y="65058"/>
                </a:lnTo>
                <a:lnTo>
                  <a:pt x="1608889" y="64957"/>
                </a:lnTo>
                <a:lnTo>
                  <a:pt x="1609259" y="64865"/>
                </a:lnTo>
                <a:lnTo>
                  <a:pt x="1609632" y="64782"/>
                </a:lnTo>
                <a:lnTo>
                  <a:pt x="1610009" y="64707"/>
                </a:lnTo>
                <a:lnTo>
                  <a:pt x="1610389" y="64642"/>
                </a:lnTo>
                <a:lnTo>
                  <a:pt x="1610773" y="64585"/>
                </a:lnTo>
                <a:lnTo>
                  <a:pt x="1611160" y="64537"/>
                </a:lnTo>
                <a:lnTo>
                  <a:pt x="1611551" y="64497"/>
                </a:lnTo>
                <a:lnTo>
                  <a:pt x="1611946" y="64467"/>
                </a:lnTo>
                <a:lnTo>
                  <a:pt x="1612344" y="64445"/>
                </a:lnTo>
                <a:lnTo>
                  <a:pt x="1612746" y="64432"/>
                </a:lnTo>
                <a:lnTo>
                  <a:pt x="1613151" y="64427"/>
                </a:lnTo>
                <a:lnTo>
                  <a:pt x="1613800" y="64436"/>
                </a:lnTo>
                <a:lnTo>
                  <a:pt x="1614435" y="64462"/>
                </a:lnTo>
                <a:lnTo>
                  <a:pt x="1615056" y="64506"/>
                </a:lnTo>
                <a:lnTo>
                  <a:pt x="1615663" y="64567"/>
                </a:lnTo>
                <a:lnTo>
                  <a:pt x="1616255" y="64646"/>
                </a:lnTo>
                <a:lnTo>
                  <a:pt x="1616833" y="64742"/>
                </a:lnTo>
                <a:lnTo>
                  <a:pt x="1617397" y="64856"/>
                </a:lnTo>
                <a:lnTo>
                  <a:pt x="1617947" y="64987"/>
                </a:lnTo>
                <a:lnTo>
                  <a:pt x="1618482" y="65136"/>
                </a:lnTo>
                <a:lnTo>
                  <a:pt x="1619004" y="65302"/>
                </a:lnTo>
                <a:lnTo>
                  <a:pt x="1619511" y="65486"/>
                </a:lnTo>
                <a:lnTo>
                  <a:pt x="1620003" y="65687"/>
                </a:lnTo>
                <a:lnTo>
                  <a:pt x="1620482" y="65906"/>
                </a:lnTo>
                <a:lnTo>
                  <a:pt x="1620946" y="66142"/>
                </a:lnTo>
                <a:lnTo>
                  <a:pt x="1621397" y="66396"/>
                </a:lnTo>
                <a:lnTo>
                  <a:pt x="1621833" y="66667"/>
                </a:lnTo>
                <a:lnTo>
                  <a:pt x="1622254" y="66956"/>
                </a:lnTo>
                <a:lnTo>
                  <a:pt x="1622662" y="67262"/>
                </a:lnTo>
                <a:lnTo>
                  <a:pt x="1623055" y="67586"/>
                </a:lnTo>
                <a:lnTo>
                  <a:pt x="1623434" y="67927"/>
                </a:lnTo>
                <a:lnTo>
                  <a:pt x="1623799" y="68286"/>
                </a:lnTo>
                <a:lnTo>
                  <a:pt x="1624150" y="68662"/>
                </a:lnTo>
                <a:lnTo>
                  <a:pt x="1624486" y="69056"/>
                </a:lnTo>
                <a:lnTo>
                  <a:pt x="1624808" y="69467"/>
                </a:lnTo>
                <a:lnTo>
                  <a:pt x="1625117" y="69895"/>
                </a:lnTo>
                <a:lnTo>
                  <a:pt x="1625412" y="70338"/>
                </a:lnTo>
                <a:lnTo>
                  <a:pt x="1625694" y="70796"/>
                </a:lnTo>
                <a:lnTo>
                  <a:pt x="1625963" y="71270"/>
                </a:lnTo>
                <a:lnTo>
                  <a:pt x="1626219" y="71759"/>
                </a:lnTo>
                <a:lnTo>
                  <a:pt x="1626462" y="72263"/>
                </a:lnTo>
                <a:lnTo>
                  <a:pt x="1626692" y="72783"/>
                </a:lnTo>
                <a:lnTo>
                  <a:pt x="1626909" y="73318"/>
                </a:lnTo>
                <a:lnTo>
                  <a:pt x="1627112" y="73868"/>
                </a:lnTo>
                <a:lnTo>
                  <a:pt x="1627302" y="74433"/>
                </a:lnTo>
                <a:lnTo>
                  <a:pt x="1627480" y="75014"/>
                </a:lnTo>
                <a:lnTo>
                  <a:pt x="1627644" y="75610"/>
                </a:lnTo>
                <a:lnTo>
                  <a:pt x="1627795" y="76222"/>
                </a:lnTo>
                <a:lnTo>
                  <a:pt x="1627933" y="76849"/>
                </a:lnTo>
                <a:lnTo>
                  <a:pt x="1628057" y="77491"/>
                </a:lnTo>
                <a:lnTo>
                  <a:pt x="1628169" y="78148"/>
                </a:lnTo>
                <a:lnTo>
                  <a:pt x="1628267" y="78821"/>
                </a:lnTo>
                <a:lnTo>
                  <a:pt x="1628353" y="79509"/>
                </a:lnTo>
                <a:lnTo>
                  <a:pt x="1628425" y="80212"/>
                </a:lnTo>
                <a:lnTo>
                  <a:pt x="1628484" y="80931"/>
                </a:lnTo>
                <a:lnTo>
                  <a:pt x="1628530" y="81665"/>
                </a:lnTo>
                <a:lnTo>
                  <a:pt x="1628563" y="82414"/>
                </a:lnTo>
                <a:lnTo>
                  <a:pt x="1628582" y="83179"/>
                </a:lnTo>
                <a:lnTo>
                  <a:pt x="1628589" y="83958"/>
                </a:lnTo>
                <a:lnTo>
                  <a:pt x="1628589" y="127749"/>
                </a:lnTo>
                <a:lnTo>
                  <a:pt x="1649853" y="127749"/>
                </a:lnTo>
                <a:lnTo>
                  <a:pt x="1649853" y="85533"/>
                </a:lnTo>
                <a:lnTo>
                  <a:pt x="1649857" y="84985"/>
                </a:lnTo>
                <a:lnTo>
                  <a:pt x="1649868" y="84443"/>
                </a:lnTo>
                <a:lnTo>
                  <a:pt x="1649886" y="83909"/>
                </a:lnTo>
                <a:lnTo>
                  <a:pt x="1649912" y="83380"/>
                </a:lnTo>
                <a:lnTo>
                  <a:pt x="1649945" y="82859"/>
                </a:lnTo>
                <a:lnTo>
                  <a:pt x="1649986" y="82344"/>
                </a:lnTo>
                <a:lnTo>
                  <a:pt x="1650034" y="81835"/>
                </a:lnTo>
                <a:lnTo>
                  <a:pt x="1650089" y="81333"/>
                </a:lnTo>
                <a:lnTo>
                  <a:pt x="1650152" y="80838"/>
                </a:lnTo>
                <a:lnTo>
                  <a:pt x="1650222" y="80349"/>
                </a:lnTo>
                <a:lnTo>
                  <a:pt x="1650299" y="79866"/>
                </a:lnTo>
                <a:lnTo>
                  <a:pt x="1650384" y="79390"/>
                </a:lnTo>
                <a:lnTo>
                  <a:pt x="1650477" y="78921"/>
                </a:lnTo>
                <a:lnTo>
                  <a:pt x="1650576" y="78459"/>
                </a:lnTo>
                <a:lnTo>
                  <a:pt x="1650683" y="78003"/>
                </a:lnTo>
                <a:lnTo>
                  <a:pt x="1650797" y="77553"/>
                </a:lnTo>
                <a:lnTo>
                  <a:pt x="1650919" y="77110"/>
                </a:lnTo>
                <a:lnTo>
                  <a:pt x="1651048" y="76674"/>
                </a:lnTo>
                <a:lnTo>
                  <a:pt x="1651185" y="76244"/>
                </a:lnTo>
                <a:lnTo>
                  <a:pt x="1651329" y="75820"/>
                </a:lnTo>
                <a:lnTo>
                  <a:pt x="1651480" y="75404"/>
                </a:lnTo>
                <a:lnTo>
                  <a:pt x="1651639" y="74994"/>
                </a:lnTo>
                <a:lnTo>
                  <a:pt x="1651805" y="74590"/>
                </a:lnTo>
                <a:lnTo>
                  <a:pt x="1651978" y="74193"/>
                </a:lnTo>
                <a:lnTo>
                  <a:pt x="1652158" y="73803"/>
                </a:lnTo>
                <a:lnTo>
                  <a:pt x="1652345" y="73421"/>
                </a:lnTo>
                <a:lnTo>
                  <a:pt x="1652538" y="73046"/>
                </a:lnTo>
                <a:lnTo>
                  <a:pt x="1652737" y="72679"/>
                </a:lnTo>
                <a:lnTo>
                  <a:pt x="1652943" y="72320"/>
                </a:lnTo>
                <a:lnTo>
                  <a:pt x="1653155" y="71968"/>
                </a:lnTo>
                <a:lnTo>
                  <a:pt x="1653373" y="71624"/>
                </a:lnTo>
                <a:lnTo>
                  <a:pt x="1653597" y="71288"/>
                </a:lnTo>
                <a:lnTo>
                  <a:pt x="1653828" y="70959"/>
                </a:lnTo>
                <a:lnTo>
                  <a:pt x="1654065" y="70638"/>
                </a:lnTo>
                <a:lnTo>
                  <a:pt x="1654308" y="70325"/>
                </a:lnTo>
                <a:lnTo>
                  <a:pt x="1654557" y="70019"/>
                </a:lnTo>
                <a:lnTo>
                  <a:pt x="1654813" y="69721"/>
                </a:lnTo>
                <a:lnTo>
                  <a:pt x="1655075" y="69431"/>
                </a:lnTo>
                <a:lnTo>
                  <a:pt x="1655344" y="69148"/>
                </a:lnTo>
                <a:lnTo>
                  <a:pt x="1655618" y="68873"/>
                </a:lnTo>
                <a:lnTo>
                  <a:pt x="1655899" y="68606"/>
                </a:lnTo>
                <a:lnTo>
                  <a:pt x="1656187" y="68346"/>
                </a:lnTo>
                <a:lnTo>
                  <a:pt x="1656480" y="68094"/>
                </a:lnTo>
                <a:lnTo>
                  <a:pt x="1656780" y="67849"/>
                </a:lnTo>
                <a:lnTo>
                  <a:pt x="1657086" y="67613"/>
                </a:lnTo>
                <a:lnTo>
                  <a:pt x="1657398" y="67384"/>
                </a:lnTo>
                <a:lnTo>
                  <a:pt x="1657717" y="67162"/>
                </a:lnTo>
                <a:lnTo>
                  <a:pt x="1658042" y="66949"/>
                </a:lnTo>
                <a:lnTo>
                  <a:pt x="1658372" y="66743"/>
                </a:lnTo>
                <a:lnTo>
                  <a:pt x="1658706" y="66546"/>
                </a:lnTo>
                <a:lnTo>
                  <a:pt x="1659044" y="66358"/>
                </a:lnTo>
                <a:lnTo>
                  <a:pt x="1659386" y="66178"/>
                </a:lnTo>
                <a:lnTo>
                  <a:pt x="1659731" y="66007"/>
                </a:lnTo>
                <a:lnTo>
                  <a:pt x="1660081" y="65845"/>
                </a:lnTo>
                <a:lnTo>
                  <a:pt x="1660434" y="65692"/>
                </a:lnTo>
                <a:lnTo>
                  <a:pt x="1660791" y="65548"/>
                </a:lnTo>
                <a:lnTo>
                  <a:pt x="1661151" y="65412"/>
                </a:lnTo>
                <a:lnTo>
                  <a:pt x="1661516" y="65285"/>
                </a:lnTo>
                <a:lnTo>
                  <a:pt x="1661884" y="65167"/>
                </a:lnTo>
                <a:lnTo>
                  <a:pt x="1662257" y="65058"/>
                </a:lnTo>
                <a:lnTo>
                  <a:pt x="1662633" y="64957"/>
                </a:lnTo>
                <a:lnTo>
                  <a:pt x="1663013" y="64865"/>
                </a:lnTo>
                <a:lnTo>
                  <a:pt x="1663396" y="64782"/>
                </a:lnTo>
                <a:lnTo>
                  <a:pt x="1663784" y="64707"/>
                </a:lnTo>
                <a:lnTo>
                  <a:pt x="1664175" y="64642"/>
                </a:lnTo>
                <a:lnTo>
                  <a:pt x="1664570" y="64585"/>
                </a:lnTo>
                <a:lnTo>
                  <a:pt x="1664969" y="64537"/>
                </a:lnTo>
                <a:lnTo>
                  <a:pt x="1665372" y="64497"/>
                </a:lnTo>
                <a:lnTo>
                  <a:pt x="1665779" y="64467"/>
                </a:lnTo>
                <a:lnTo>
                  <a:pt x="1666189" y="64445"/>
                </a:lnTo>
                <a:lnTo>
                  <a:pt x="1666604" y="64432"/>
                </a:lnTo>
                <a:lnTo>
                  <a:pt x="1667022" y="64427"/>
                </a:lnTo>
                <a:lnTo>
                  <a:pt x="1667658" y="64436"/>
                </a:lnTo>
                <a:lnTo>
                  <a:pt x="1668280" y="64462"/>
                </a:lnTo>
                <a:lnTo>
                  <a:pt x="1668889" y="64506"/>
                </a:lnTo>
                <a:lnTo>
                  <a:pt x="1669483" y="64567"/>
                </a:lnTo>
                <a:lnTo>
                  <a:pt x="1670064" y="64646"/>
                </a:lnTo>
                <a:lnTo>
                  <a:pt x="1670631" y="64742"/>
                </a:lnTo>
                <a:lnTo>
                  <a:pt x="1671183" y="64856"/>
                </a:lnTo>
                <a:lnTo>
                  <a:pt x="1671722" y="64987"/>
                </a:lnTo>
                <a:lnTo>
                  <a:pt x="1672247" y="65136"/>
                </a:lnTo>
                <a:lnTo>
                  <a:pt x="1672758" y="65302"/>
                </a:lnTo>
                <a:lnTo>
                  <a:pt x="1673254" y="65486"/>
                </a:lnTo>
                <a:lnTo>
                  <a:pt x="1673737" y="65687"/>
                </a:lnTo>
                <a:lnTo>
                  <a:pt x="1674206" y="65906"/>
                </a:lnTo>
                <a:lnTo>
                  <a:pt x="1674661" y="66142"/>
                </a:lnTo>
                <a:lnTo>
                  <a:pt x="1675102" y="66396"/>
                </a:lnTo>
                <a:lnTo>
                  <a:pt x="1675529" y="66667"/>
                </a:lnTo>
                <a:lnTo>
                  <a:pt x="1675942" y="66956"/>
                </a:lnTo>
                <a:lnTo>
                  <a:pt x="1676341" y="67262"/>
                </a:lnTo>
                <a:lnTo>
                  <a:pt x="1676727" y="67586"/>
                </a:lnTo>
                <a:lnTo>
                  <a:pt x="1677098" y="67927"/>
                </a:lnTo>
                <a:lnTo>
                  <a:pt x="1677455" y="68286"/>
                </a:lnTo>
                <a:lnTo>
                  <a:pt x="1677799" y="68662"/>
                </a:lnTo>
                <a:lnTo>
                  <a:pt x="1678128" y="69056"/>
                </a:lnTo>
                <a:lnTo>
                  <a:pt x="1678443" y="69467"/>
                </a:lnTo>
                <a:lnTo>
                  <a:pt x="1678745" y="69895"/>
                </a:lnTo>
                <a:lnTo>
                  <a:pt x="1679035" y="70338"/>
                </a:lnTo>
                <a:lnTo>
                  <a:pt x="1679311" y="70796"/>
                </a:lnTo>
                <a:lnTo>
                  <a:pt x="1679574" y="71270"/>
                </a:lnTo>
                <a:lnTo>
                  <a:pt x="1679825" y="71759"/>
                </a:lnTo>
                <a:lnTo>
                  <a:pt x="1680063" y="72263"/>
                </a:lnTo>
                <a:lnTo>
                  <a:pt x="1680288" y="72783"/>
                </a:lnTo>
                <a:lnTo>
                  <a:pt x="1680500" y="73318"/>
                </a:lnTo>
                <a:lnTo>
                  <a:pt x="1680699" y="73868"/>
                </a:lnTo>
                <a:lnTo>
                  <a:pt x="1680885" y="74433"/>
                </a:lnTo>
                <a:lnTo>
                  <a:pt x="1681059" y="75014"/>
                </a:lnTo>
                <a:lnTo>
                  <a:pt x="1681219" y="75610"/>
                </a:lnTo>
                <a:lnTo>
                  <a:pt x="1681367" y="76222"/>
                </a:lnTo>
                <a:lnTo>
                  <a:pt x="1681502" y="76849"/>
                </a:lnTo>
                <a:lnTo>
                  <a:pt x="1681624" y="77491"/>
                </a:lnTo>
                <a:lnTo>
                  <a:pt x="1681734" y="78148"/>
                </a:lnTo>
                <a:lnTo>
                  <a:pt x="1681830" y="78821"/>
                </a:lnTo>
                <a:lnTo>
                  <a:pt x="1681914" y="79509"/>
                </a:lnTo>
                <a:lnTo>
                  <a:pt x="1681984" y="80212"/>
                </a:lnTo>
                <a:lnTo>
                  <a:pt x="1682042" y="80931"/>
                </a:lnTo>
                <a:lnTo>
                  <a:pt x="1682087" y="81665"/>
                </a:lnTo>
                <a:lnTo>
                  <a:pt x="1682119" y="82414"/>
                </a:lnTo>
                <a:lnTo>
                  <a:pt x="1682138" y="83179"/>
                </a:lnTo>
                <a:lnTo>
                  <a:pt x="1682145" y="83958"/>
                </a:lnTo>
                <a:lnTo>
                  <a:pt x="1682145" y="127749"/>
                </a:lnTo>
                <a:lnTo>
                  <a:pt x="1703253" y="127749"/>
                </a:lnTo>
                <a:lnTo>
                  <a:pt x="1703253" y="82069"/>
                </a:lnTo>
                <a:lnTo>
                  <a:pt x="1703247" y="81117"/>
                </a:lnTo>
                <a:lnTo>
                  <a:pt x="1703228" y="80178"/>
                </a:lnTo>
                <a:lnTo>
                  <a:pt x="1703197" y="79251"/>
                </a:lnTo>
                <a:lnTo>
                  <a:pt x="1703154" y="78336"/>
                </a:lnTo>
                <a:lnTo>
                  <a:pt x="1703099" y="77435"/>
                </a:lnTo>
                <a:lnTo>
                  <a:pt x="1703031" y="76545"/>
                </a:lnTo>
                <a:lnTo>
                  <a:pt x="1702951" y="75669"/>
                </a:lnTo>
                <a:lnTo>
                  <a:pt x="1702859" y="74805"/>
                </a:lnTo>
                <a:lnTo>
                  <a:pt x="1702754" y="73954"/>
                </a:lnTo>
                <a:lnTo>
                  <a:pt x="1702637" y="73115"/>
                </a:lnTo>
                <a:lnTo>
                  <a:pt x="1702508" y="72289"/>
                </a:lnTo>
                <a:lnTo>
                  <a:pt x="1702367" y="71475"/>
                </a:lnTo>
                <a:lnTo>
                  <a:pt x="1702213" y="70674"/>
                </a:lnTo>
                <a:lnTo>
                  <a:pt x="1702046" y="69886"/>
                </a:lnTo>
                <a:lnTo>
                  <a:pt x="1701868" y="69110"/>
                </a:lnTo>
                <a:lnTo>
                  <a:pt x="1701677" y="68347"/>
                </a:lnTo>
                <a:lnTo>
                  <a:pt x="1701474" y="67596"/>
                </a:lnTo>
                <a:lnTo>
                  <a:pt x="1701259" y="66858"/>
                </a:lnTo>
                <a:lnTo>
                  <a:pt x="1701031" y="66132"/>
                </a:lnTo>
                <a:lnTo>
                  <a:pt x="1700791" y="65420"/>
                </a:lnTo>
                <a:lnTo>
                  <a:pt x="1700539" y="64719"/>
                </a:lnTo>
                <a:lnTo>
                  <a:pt x="1700274" y="64032"/>
                </a:lnTo>
                <a:lnTo>
                  <a:pt x="1699997" y="63357"/>
                </a:lnTo>
                <a:lnTo>
                  <a:pt x="1699708" y="62694"/>
                </a:lnTo>
                <a:lnTo>
                  <a:pt x="1699406" y="62044"/>
                </a:lnTo>
                <a:lnTo>
                  <a:pt x="1699094" y="61407"/>
                </a:lnTo>
                <a:lnTo>
                  <a:pt x="1698769" y="60783"/>
                </a:lnTo>
                <a:lnTo>
                  <a:pt x="1698433" y="60172"/>
                </a:lnTo>
                <a:lnTo>
                  <a:pt x="1698084" y="59573"/>
                </a:lnTo>
                <a:lnTo>
                  <a:pt x="1697724" y="58987"/>
                </a:lnTo>
                <a:lnTo>
                  <a:pt x="1697353" y="58415"/>
                </a:lnTo>
                <a:lnTo>
                  <a:pt x="1696969" y="57855"/>
                </a:lnTo>
                <a:lnTo>
                  <a:pt x="1696574" y="57307"/>
                </a:lnTo>
                <a:lnTo>
                  <a:pt x="1696167" y="56773"/>
                </a:lnTo>
                <a:lnTo>
                  <a:pt x="1695748" y="56252"/>
                </a:lnTo>
                <a:lnTo>
                  <a:pt x="1695318" y="55743"/>
                </a:lnTo>
                <a:lnTo>
                  <a:pt x="1694875" y="55247"/>
                </a:lnTo>
                <a:lnTo>
                  <a:pt x="1694421" y="54765"/>
                </a:lnTo>
                <a:lnTo>
                  <a:pt x="1693955" y="54295"/>
                </a:lnTo>
                <a:lnTo>
                  <a:pt x="1693478" y="53837"/>
                </a:lnTo>
                <a:lnTo>
                  <a:pt x="1692988" y="53393"/>
                </a:lnTo>
                <a:lnTo>
                  <a:pt x="1692487" y="52962"/>
                </a:lnTo>
                <a:lnTo>
                  <a:pt x="1691974" y="52543"/>
                </a:lnTo>
                <a:lnTo>
                  <a:pt x="1691449" y="52137"/>
                </a:lnTo>
                <a:lnTo>
                  <a:pt x="1690913" y="51744"/>
                </a:lnTo>
                <a:lnTo>
                  <a:pt x="1690365" y="51364"/>
                </a:lnTo>
                <a:lnTo>
                  <a:pt x="1689805" y="50997"/>
                </a:lnTo>
                <a:lnTo>
                  <a:pt x="1689233" y="50643"/>
                </a:lnTo>
                <a:lnTo>
                  <a:pt x="1688649" y="50302"/>
                </a:lnTo>
                <a:lnTo>
                  <a:pt x="1688054" y="49976"/>
                </a:lnTo>
                <a:lnTo>
                  <a:pt x="1687446" y="49664"/>
                </a:lnTo>
                <a:lnTo>
                  <a:pt x="1686826" y="49367"/>
                </a:lnTo>
                <a:lnTo>
                  <a:pt x="1686194" y="49084"/>
                </a:lnTo>
                <a:lnTo>
                  <a:pt x="1685551" y="48816"/>
                </a:lnTo>
                <a:lnTo>
                  <a:pt x="1684895" y="48563"/>
                </a:lnTo>
                <a:lnTo>
                  <a:pt x="1684227" y="48323"/>
                </a:lnTo>
                <a:lnTo>
                  <a:pt x="1683547" y="48099"/>
                </a:lnTo>
                <a:lnTo>
                  <a:pt x="1682855" y="47889"/>
                </a:lnTo>
                <a:lnTo>
                  <a:pt x="1682151" y="47693"/>
                </a:lnTo>
                <a:lnTo>
                  <a:pt x="1681435" y="47512"/>
                </a:lnTo>
                <a:lnTo>
                  <a:pt x="1680707" y="47345"/>
                </a:lnTo>
                <a:lnTo>
                  <a:pt x="1679967" y="47193"/>
                </a:lnTo>
                <a:lnTo>
                  <a:pt x="1679215" y="47055"/>
                </a:lnTo>
                <a:lnTo>
                  <a:pt x="1678451" y="46932"/>
                </a:lnTo>
                <a:lnTo>
                  <a:pt x="1677675" y="46823"/>
                </a:lnTo>
                <a:lnTo>
                  <a:pt x="1676887" y="46729"/>
                </a:lnTo>
                <a:lnTo>
                  <a:pt x="1676087" y="46649"/>
                </a:lnTo>
                <a:lnTo>
                  <a:pt x="1675275" y="46584"/>
                </a:lnTo>
                <a:lnTo>
                  <a:pt x="1674450" y="46533"/>
                </a:lnTo>
                <a:lnTo>
                  <a:pt x="1673614" y="46497"/>
                </a:lnTo>
                <a:lnTo>
                  <a:pt x="1672766" y="46475"/>
                </a:lnTo>
                <a:lnTo>
                  <a:pt x="1671906" y="46468"/>
                </a:lnTo>
                <a:lnTo>
                  <a:pt x="1671212" y="46474"/>
                </a:lnTo>
                <a:lnTo>
                  <a:pt x="1670523" y="46493"/>
                </a:lnTo>
                <a:lnTo>
                  <a:pt x="1669838" y="46524"/>
                </a:lnTo>
                <a:lnTo>
                  <a:pt x="1669158" y="46569"/>
                </a:lnTo>
                <a:lnTo>
                  <a:pt x="1668482" y="46625"/>
                </a:lnTo>
                <a:lnTo>
                  <a:pt x="1667811" y="46694"/>
                </a:lnTo>
                <a:lnTo>
                  <a:pt x="1667143" y="46776"/>
                </a:lnTo>
                <a:lnTo>
                  <a:pt x="1666480" y="46871"/>
                </a:lnTo>
                <a:lnTo>
                  <a:pt x="1665822" y="46978"/>
                </a:lnTo>
                <a:lnTo>
                  <a:pt x="1665168" y="47097"/>
                </a:lnTo>
                <a:lnTo>
                  <a:pt x="1664518" y="47229"/>
                </a:lnTo>
                <a:lnTo>
                  <a:pt x="1663872" y="47374"/>
                </a:lnTo>
                <a:lnTo>
                  <a:pt x="1663231" y="47531"/>
                </a:lnTo>
                <a:lnTo>
                  <a:pt x="1662595" y="47701"/>
                </a:lnTo>
                <a:lnTo>
                  <a:pt x="1661962" y="47884"/>
                </a:lnTo>
                <a:lnTo>
                  <a:pt x="1661334" y="48079"/>
                </a:lnTo>
                <a:lnTo>
                  <a:pt x="1660711" y="48286"/>
                </a:lnTo>
                <a:lnTo>
                  <a:pt x="1660092" y="48507"/>
                </a:lnTo>
                <a:lnTo>
                  <a:pt x="1659477" y="48739"/>
                </a:lnTo>
                <a:lnTo>
                  <a:pt x="1658866" y="48985"/>
                </a:lnTo>
                <a:lnTo>
                  <a:pt x="1658260" y="49243"/>
                </a:lnTo>
                <a:lnTo>
                  <a:pt x="1657658" y="49513"/>
                </a:lnTo>
                <a:lnTo>
                  <a:pt x="1657061" y="49797"/>
                </a:lnTo>
                <a:lnTo>
                  <a:pt x="1656468" y="50092"/>
                </a:lnTo>
                <a:lnTo>
                  <a:pt x="1655882" y="50399"/>
                </a:lnTo>
                <a:lnTo>
                  <a:pt x="1655305" y="50716"/>
                </a:lnTo>
                <a:lnTo>
                  <a:pt x="1654738" y="51042"/>
                </a:lnTo>
                <a:lnTo>
                  <a:pt x="1654179" y="51379"/>
                </a:lnTo>
                <a:lnTo>
                  <a:pt x="1653631" y="51725"/>
                </a:lnTo>
                <a:lnTo>
                  <a:pt x="1653091" y="52081"/>
                </a:lnTo>
                <a:lnTo>
                  <a:pt x="1652561" y="52447"/>
                </a:lnTo>
                <a:lnTo>
                  <a:pt x="1652040" y="52822"/>
                </a:lnTo>
                <a:lnTo>
                  <a:pt x="1651528" y="53208"/>
                </a:lnTo>
                <a:lnTo>
                  <a:pt x="1651026" y="53603"/>
                </a:lnTo>
                <a:lnTo>
                  <a:pt x="1650533" y="54009"/>
                </a:lnTo>
                <a:lnTo>
                  <a:pt x="1650049" y="54424"/>
                </a:lnTo>
                <a:lnTo>
                  <a:pt x="1649575" y="54849"/>
                </a:lnTo>
                <a:lnTo>
                  <a:pt x="1649109" y="55283"/>
                </a:lnTo>
                <a:lnTo>
                  <a:pt x="1648654" y="55728"/>
                </a:lnTo>
                <a:lnTo>
                  <a:pt x="1648207" y="56182"/>
                </a:lnTo>
                <a:lnTo>
                  <a:pt x="1647770" y="56647"/>
                </a:lnTo>
                <a:lnTo>
                  <a:pt x="1647342" y="57121"/>
                </a:lnTo>
                <a:lnTo>
                  <a:pt x="1646923" y="57605"/>
                </a:lnTo>
                <a:lnTo>
                  <a:pt x="1646514" y="58099"/>
                </a:lnTo>
                <a:lnTo>
                  <a:pt x="1646114" y="58603"/>
                </a:lnTo>
                <a:lnTo>
                  <a:pt x="1645723" y="59116"/>
                </a:lnTo>
                <a:lnTo>
                  <a:pt x="1645341" y="59640"/>
                </a:lnTo>
                <a:lnTo>
                  <a:pt x="1644969" y="60173"/>
                </a:lnTo>
                <a:lnTo>
                  <a:pt x="1644770" y="59795"/>
                </a:lnTo>
                <a:lnTo>
                  <a:pt x="1644566" y="59423"/>
                </a:lnTo>
                <a:lnTo>
                  <a:pt x="1644358" y="59056"/>
                </a:lnTo>
                <a:lnTo>
                  <a:pt x="1644144" y="58694"/>
                </a:lnTo>
                <a:lnTo>
                  <a:pt x="1643927" y="58338"/>
                </a:lnTo>
                <a:lnTo>
                  <a:pt x="1643704" y="57988"/>
                </a:lnTo>
                <a:lnTo>
                  <a:pt x="1643477" y="57643"/>
                </a:lnTo>
                <a:lnTo>
                  <a:pt x="1643245" y="57303"/>
                </a:lnTo>
                <a:lnTo>
                  <a:pt x="1643009" y="56969"/>
                </a:lnTo>
                <a:lnTo>
                  <a:pt x="1642768" y="56641"/>
                </a:lnTo>
                <a:lnTo>
                  <a:pt x="1642522" y="56317"/>
                </a:lnTo>
                <a:lnTo>
                  <a:pt x="1642272" y="56000"/>
                </a:lnTo>
                <a:lnTo>
                  <a:pt x="1642017" y="55688"/>
                </a:lnTo>
                <a:lnTo>
                  <a:pt x="1641757" y="55381"/>
                </a:lnTo>
                <a:lnTo>
                  <a:pt x="1641493" y="55079"/>
                </a:lnTo>
                <a:lnTo>
                  <a:pt x="1641224" y="54784"/>
                </a:lnTo>
                <a:lnTo>
                  <a:pt x="1640950" y="54493"/>
                </a:lnTo>
                <a:lnTo>
                  <a:pt x="1640672" y="54208"/>
                </a:lnTo>
                <a:lnTo>
                  <a:pt x="1640389" y="53929"/>
                </a:lnTo>
                <a:lnTo>
                  <a:pt x="1640102" y="53655"/>
                </a:lnTo>
                <a:lnTo>
                  <a:pt x="1639809" y="53386"/>
                </a:lnTo>
                <a:lnTo>
                  <a:pt x="1639513" y="53123"/>
                </a:lnTo>
                <a:lnTo>
                  <a:pt x="1639211" y="52866"/>
                </a:lnTo>
                <a:lnTo>
                  <a:pt x="1638905" y="52614"/>
                </a:lnTo>
                <a:lnTo>
                  <a:pt x="1638595" y="52367"/>
                </a:lnTo>
                <a:lnTo>
                  <a:pt x="1638281" y="52124"/>
                </a:lnTo>
                <a:lnTo>
                  <a:pt x="1637964" y="51887"/>
                </a:lnTo>
                <a:lnTo>
                  <a:pt x="1637643" y="51655"/>
                </a:lnTo>
                <a:lnTo>
                  <a:pt x="1637318" y="51428"/>
                </a:lnTo>
                <a:lnTo>
                  <a:pt x="1636990" y="51205"/>
                </a:lnTo>
                <a:lnTo>
                  <a:pt x="1636659" y="50988"/>
                </a:lnTo>
                <a:lnTo>
                  <a:pt x="1636324" y="50775"/>
                </a:lnTo>
                <a:lnTo>
                  <a:pt x="1635985" y="50567"/>
                </a:lnTo>
                <a:lnTo>
                  <a:pt x="1635643" y="50365"/>
                </a:lnTo>
                <a:lnTo>
                  <a:pt x="1635297" y="50167"/>
                </a:lnTo>
                <a:lnTo>
                  <a:pt x="1634948" y="49974"/>
                </a:lnTo>
                <a:lnTo>
                  <a:pt x="1634595" y="49786"/>
                </a:lnTo>
                <a:lnTo>
                  <a:pt x="1634238" y="49603"/>
                </a:lnTo>
                <a:lnTo>
                  <a:pt x="1633878" y="49425"/>
                </a:lnTo>
                <a:lnTo>
                  <a:pt x="1633515" y="49252"/>
                </a:lnTo>
                <a:lnTo>
                  <a:pt x="1633147" y="49084"/>
                </a:lnTo>
                <a:lnTo>
                  <a:pt x="1632777" y="48921"/>
                </a:lnTo>
                <a:lnTo>
                  <a:pt x="1632403" y="48762"/>
                </a:lnTo>
                <a:lnTo>
                  <a:pt x="1632025" y="48609"/>
                </a:lnTo>
                <a:lnTo>
                  <a:pt x="1631643" y="48460"/>
                </a:lnTo>
                <a:lnTo>
                  <a:pt x="1631259" y="48317"/>
                </a:lnTo>
                <a:lnTo>
                  <a:pt x="1630870" y="48178"/>
                </a:lnTo>
                <a:lnTo>
                  <a:pt x="1630478" y="48045"/>
                </a:lnTo>
                <a:lnTo>
                  <a:pt x="1630082" y="47916"/>
                </a:lnTo>
                <a:lnTo>
                  <a:pt x="1629682" y="47793"/>
                </a:lnTo>
                <a:lnTo>
                  <a:pt x="1629277" y="47675"/>
                </a:lnTo>
                <a:lnTo>
                  <a:pt x="1628868" y="47563"/>
                </a:lnTo>
                <a:lnTo>
                  <a:pt x="1628455" y="47456"/>
                </a:lnTo>
                <a:lnTo>
                  <a:pt x="1628037" y="47355"/>
                </a:lnTo>
                <a:lnTo>
                  <a:pt x="1627614" y="47259"/>
                </a:lnTo>
                <a:lnTo>
                  <a:pt x="1627188" y="47169"/>
                </a:lnTo>
                <a:lnTo>
                  <a:pt x="1626757" y="47084"/>
                </a:lnTo>
                <a:lnTo>
                  <a:pt x="1626322" y="47004"/>
                </a:lnTo>
                <a:lnTo>
                  <a:pt x="1625882" y="46930"/>
                </a:lnTo>
                <a:lnTo>
                  <a:pt x="1625438" y="46862"/>
                </a:lnTo>
                <a:lnTo>
                  <a:pt x="1624989" y="46799"/>
                </a:lnTo>
                <a:lnTo>
                  <a:pt x="1624537" y="46742"/>
                </a:lnTo>
                <a:lnTo>
                  <a:pt x="1624079" y="46690"/>
                </a:lnTo>
                <a:lnTo>
                  <a:pt x="1623618" y="46643"/>
                </a:lnTo>
                <a:lnTo>
                  <a:pt x="1623152" y="46602"/>
                </a:lnTo>
                <a:lnTo>
                  <a:pt x="1622682" y="46566"/>
                </a:lnTo>
                <a:lnTo>
                  <a:pt x="1622207" y="46536"/>
                </a:lnTo>
                <a:lnTo>
                  <a:pt x="1621728" y="46512"/>
                </a:lnTo>
                <a:lnTo>
                  <a:pt x="1621244" y="46492"/>
                </a:lnTo>
                <a:lnTo>
                  <a:pt x="1620757" y="46479"/>
                </a:lnTo>
                <a:lnTo>
                  <a:pt x="1620264" y="46471"/>
                </a:lnTo>
                <a:lnTo>
                  <a:pt x="1619768" y="46468"/>
                </a:lnTo>
                <a:lnTo>
                  <a:pt x="1619101" y="46474"/>
                </a:lnTo>
                <a:lnTo>
                  <a:pt x="1618441" y="46491"/>
                </a:lnTo>
                <a:lnTo>
                  <a:pt x="1617787" y="46521"/>
                </a:lnTo>
                <a:lnTo>
                  <a:pt x="1617140" y="46562"/>
                </a:lnTo>
                <a:lnTo>
                  <a:pt x="1616499" y="46615"/>
                </a:lnTo>
                <a:lnTo>
                  <a:pt x="1615864" y="46680"/>
                </a:lnTo>
                <a:lnTo>
                  <a:pt x="1615235" y="46756"/>
                </a:lnTo>
                <a:lnTo>
                  <a:pt x="1614613" y="46844"/>
                </a:lnTo>
                <a:lnTo>
                  <a:pt x="1613996" y="46944"/>
                </a:lnTo>
                <a:lnTo>
                  <a:pt x="1613387" y="47056"/>
                </a:lnTo>
                <a:lnTo>
                  <a:pt x="1612783" y="47179"/>
                </a:lnTo>
                <a:lnTo>
                  <a:pt x="1612186" y="47315"/>
                </a:lnTo>
                <a:lnTo>
                  <a:pt x="1611595" y="47461"/>
                </a:lnTo>
                <a:lnTo>
                  <a:pt x="1611010" y="47620"/>
                </a:lnTo>
                <a:lnTo>
                  <a:pt x="1610432" y="47791"/>
                </a:lnTo>
                <a:lnTo>
                  <a:pt x="1609860" y="47973"/>
                </a:lnTo>
                <a:lnTo>
                  <a:pt x="1609294" y="48167"/>
                </a:lnTo>
                <a:lnTo>
                  <a:pt x="1608735" y="48373"/>
                </a:lnTo>
                <a:lnTo>
                  <a:pt x="1608182" y="48590"/>
                </a:lnTo>
                <a:lnTo>
                  <a:pt x="1607635" y="48820"/>
                </a:lnTo>
                <a:lnTo>
                  <a:pt x="1607094" y="49061"/>
                </a:lnTo>
                <a:lnTo>
                  <a:pt x="1606560" y="49314"/>
                </a:lnTo>
                <a:lnTo>
                  <a:pt x="1606032" y="49578"/>
                </a:lnTo>
                <a:lnTo>
                  <a:pt x="1605510" y="49854"/>
                </a:lnTo>
                <a:lnTo>
                  <a:pt x="1604996" y="50141"/>
                </a:lnTo>
                <a:lnTo>
                  <a:pt x="1604490" y="50435"/>
                </a:lnTo>
                <a:lnTo>
                  <a:pt x="1603993" y="50737"/>
                </a:lnTo>
                <a:lnTo>
                  <a:pt x="1603504" y="51047"/>
                </a:lnTo>
                <a:lnTo>
                  <a:pt x="1603024" y="51365"/>
                </a:lnTo>
                <a:lnTo>
                  <a:pt x="1602552" y="51691"/>
                </a:lnTo>
                <a:lnTo>
                  <a:pt x="1602089" y="52024"/>
                </a:lnTo>
                <a:lnTo>
                  <a:pt x="1601634" y="52366"/>
                </a:lnTo>
                <a:lnTo>
                  <a:pt x="1601188" y="52716"/>
                </a:lnTo>
                <a:lnTo>
                  <a:pt x="1600750" y="53073"/>
                </a:lnTo>
                <a:lnTo>
                  <a:pt x="1600320" y="53439"/>
                </a:lnTo>
                <a:lnTo>
                  <a:pt x="1599900" y="53813"/>
                </a:lnTo>
                <a:lnTo>
                  <a:pt x="1599487" y="54194"/>
                </a:lnTo>
                <a:lnTo>
                  <a:pt x="1599083" y="54583"/>
                </a:lnTo>
                <a:lnTo>
                  <a:pt x="1598688" y="54981"/>
                </a:lnTo>
                <a:lnTo>
                  <a:pt x="1598300" y="55386"/>
                </a:lnTo>
                <a:lnTo>
                  <a:pt x="1597922" y="55799"/>
                </a:lnTo>
                <a:lnTo>
                  <a:pt x="1597552" y="56220"/>
                </a:lnTo>
                <a:lnTo>
                  <a:pt x="1597190" y="56649"/>
                </a:lnTo>
                <a:lnTo>
                  <a:pt x="1596837" y="57086"/>
                </a:lnTo>
                <a:lnTo>
                  <a:pt x="1596492" y="57531"/>
                </a:lnTo>
                <a:lnTo>
                  <a:pt x="1596156" y="57984"/>
                </a:lnTo>
                <a:lnTo>
                  <a:pt x="1595828" y="58445"/>
                </a:lnTo>
                <a:lnTo>
                  <a:pt x="1595509" y="58913"/>
                </a:lnTo>
                <a:lnTo>
                  <a:pt x="1593776" y="48359"/>
                </a:lnTo>
                <a:lnTo>
                  <a:pt x="1575031" y="48359"/>
                </a:lnTo>
                <a:lnTo>
                  <a:pt x="1575031" y="127749"/>
                </a:lnTo>
                <a:lnTo>
                  <a:pt x="1596297" y="127749"/>
                </a:lnTo>
                <a:lnTo>
                  <a:pt x="1596297" y="85533"/>
                </a:lnTo>
                <a:lnTo>
                  <a:pt x="1596301" y="84985"/>
                </a:lnTo>
                <a:lnTo>
                  <a:pt x="1596312" y="84443"/>
                </a:lnTo>
                <a:lnTo>
                  <a:pt x="1596330" y="83909"/>
                </a:lnTo>
                <a:close/>
                <a:moveTo>
                  <a:pt x="903651" y="129409"/>
                </a:moveTo>
                <a:lnTo>
                  <a:pt x="904564" y="129308"/>
                </a:lnTo>
                <a:lnTo>
                  <a:pt x="905469" y="129189"/>
                </a:lnTo>
                <a:lnTo>
                  <a:pt x="906365" y="129052"/>
                </a:lnTo>
                <a:lnTo>
                  <a:pt x="907254" y="128896"/>
                </a:lnTo>
                <a:lnTo>
                  <a:pt x="908134" y="128722"/>
                </a:lnTo>
                <a:lnTo>
                  <a:pt x="909006" y="128530"/>
                </a:lnTo>
                <a:lnTo>
                  <a:pt x="909870" y="128319"/>
                </a:lnTo>
                <a:lnTo>
                  <a:pt x="910726" y="128090"/>
                </a:lnTo>
                <a:lnTo>
                  <a:pt x="911573" y="127843"/>
                </a:lnTo>
                <a:lnTo>
                  <a:pt x="912412" y="127577"/>
                </a:lnTo>
                <a:lnTo>
                  <a:pt x="913243" y="127293"/>
                </a:lnTo>
                <a:lnTo>
                  <a:pt x="914066" y="126991"/>
                </a:lnTo>
                <a:lnTo>
                  <a:pt x="914881" y="126670"/>
                </a:lnTo>
                <a:lnTo>
                  <a:pt x="915687" y="126331"/>
                </a:lnTo>
                <a:lnTo>
                  <a:pt x="916486" y="125974"/>
                </a:lnTo>
                <a:lnTo>
                  <a:pt x="917276" y="125599"/>
                </a:lnTo>
                <a:lnTo>
                  <a:pt x="918057" y="125205"/>
                </a:lnTo>
                <a:lnTo>
                  <a:pt x="918831" y="124793"/>
                </a:lnTo>
                <a:lnTo>
                  <a:pt x="919596" y="124362"/>
                </a:lnTo>
                <a:lnTo>
                  <a:pt x="920351" y="123915"/>
                </a:lnTo>
                <a:lnTo>
                  <a:pt x="921092" y="123454"/>
                </a:lnTo>
                <a:lnTo>
                  <a:pt x="921820" y="122979"/>
                </a:lnTo>
                <a:lnTo>
                  <a:pt x="922535" y="122490"/>
                </a:lnTo>
                <a:lnTo>
                  <a:pt x="923236" y="121986"/>
                </a:lnTo>
                <a:lnTo>
                  <a:pt x="923923" y="121468"/>
                </a:lnTo>
                <a:lnTo>
                  <a:pt x="924597" y="120936"/>
                </a:lnTo>
                <a:lnTo>
                  <a:pt x="925258" y="120390"/>
                </a:lnTo>
                <a:lnTo>
                  <a:pt x="925906" y="119829"/>
                </a:lnTo>
                <a:lnTo>
                  <a:pt x="926540" y="119255"/>
                </a:lnTo>
                <a:lnTo>
                  <a:pt x="927160" y="118666"/>
                </a:lnTo>
                <a:lnTo>
                  <a:pt x="927767" y="118062"/>
                </a:lnTo>
                <a:lnTo>
                  <a:pt x="928361" y="117445"/>
                </a:lnTo>
                <a:lnTo>
                  <a:pt x="928942" y="116813"/>
                </a:lnTo>
                <a:lnTo>
                  <a:pt x="929509" y="116168"/>
                </a:lnTo>
                <a:lnTo>
                  <a:pt x="930062" y="115507"/>
                </a:lnTo>
                <a:lnTo>
                  <a:pt x="930602" y="114833"/>
                </a:lnTo>
                <a:lnTo>
                  <a:pt x="931129" y="114145"/>
                </a:lnTo>
                <a:lnTo>
                  <a:pt x="931642" y="113442"/>
                </a:lnTo>
                <a:lnTo>
                  <a:pt x="932142" y="112725"/>
                </a:lnTo>
                <a:lnTo>
                  <a:pt x="932629" y="111994"/>
                </a:lnTo>
                <a:lnTo>
                  <a:pt x="933102" y="111248"/>
                </a:lnTo>
                <a:lnTo>
                  <a:pt x="933562" y="110489"/>
                </a:lnTo>
                <a:lnTo>
                  <a:pt x="934008" y="109715"/>
                </a:lnTo>
                <a:lnTo>
                  <a:pt x="934439" y="108929"/>
                </a:lnTo>
                <a:lnTo>
                  <a:pt x="934851" y="108132"/>
                </a:lnTo>
                <a:lnTo>
                  <a:pt x="935245" y="107326"/>
                </a:lnTo>
                <a:lnTo>
                  <a:pt x="935621" y="106509"/>
                </a:lnTo>
                <a:lnTo>
                  <a:pt x="935978" y="105683"/>
                </a:lnTo>
                <a:lnTo>
                  <a:pt x="936317" y="104846"/>
                </a:lnTo>
                <a:lnTo>
                  <a:pt x="936638" y="103999"/>
                </a:lnTo>
                <a:lnTo>
                  <a:pt x="936941" y="103142"/>
                </a:lnTo>
                <a:lnTo>
                  <a:pt x="937225" y="102275"/>
                </a:lnTo>
                <a:lnTo>
                  <a:pt x="937490" y="101398"/>
                </a:lnTo>
                <a:lnTo>
                  <a:pt x="937738" y="100510"/>
                </a:lnTo>
                <a:lnTo>
                  <a:pt x="937967" y="99613"/>
                </a:lnTo>
                <a:lnTo>
                  <a:pt x="938178" y="98705"/>
                </a:lnTo>
                <a:lnTo>
                  <a:pt x="938370" y="97787"/>
                </a:lnTo>
                <a:lnTo>
                  <a:pt x="938544" y="96860"/>
                </a:lnTo>
                <a:lnTo>
                  <a:pt x="938700" y="95922"/>
                </a:lnTo>
                <a:lnTo>
                  <a:pt x="938837" y="94974"/>
                </a:lnTo>
                <a:lnTo>
                  <a:pt x="938956" y="94016"/>
                </a:lnTo>
                <a:lnTo>
                  <a:pt x="939057" y="93047"/>
                </a:lnTo>
                <a:lnTo>
                  <a:pt x="939140" y="92069"/>
                </a:lnTo>
                <a:lnTo>
                  <a:pt x="939204" y="91080"/>
                </a:lnTo>
                <a:lnTo>
                  <a:pt x="939250" y="90082"/>
                </a:lnTo>
                <a:lnTo>
                  <a:pt x="939277" y="89073"/>
                </a:lnTo>
                <a:lnTo>
                  <a:pt x="939286" y="88054"/>
                </a:lnTo>
                <a:lnTo>
                  <a:pt x="939277" y="87035"/>
                </a:lnTo>
                <a:lnTo>
                  <a:pt x="939250" y="86027"/>
                </a:lnTo>
                <a:lnTo>
                  <a:pt x="939204" y="85028"/>
                </a:lnTo>
                <a:lnTo>
                  <a:pt x="939140" y="84039"/>
                </a:lnTo>
                <a:lnTo>
                  <a:pt x="939057" y="83061"/>
                </a:lnTo>
                <a:lnTo>
                  <a:pt x="938956" y="82093"/>
                </a:lnTo>
                <a:lnTo>
                  <a:pt x="938837" y="81135"/>
                </a:lnTo>
                <a:lnTo>
                  <a:pt x="938700" y="80187"/>
                </a:lnTo>
                <a:lnTo>
                  <a:pt x="938544" y="79249"/>
                </a:lnTo>
                <a:lnTo>
                  <a:pt x="938370" y="78321"/>
                </a:lnTo>
                <a:lnTo>
                  <a:pt x="938178" y="77404"/>
                </a:lnTo>
                <a:lnTo>
                  <a:pt x="937967" y="76496"/>
                </a:lnTo>
                <a:lnTo>
                  <a:pt x="937738" y="75599"/>
                </a:lnTo>
                <a:lnTo>
                  <a:pt x="937490" y="74711"/>
                </a:lnTo>
                <a:lnTo>
                  <a:pt x="937225" y="73834"/>
                </a:lnTo>
                <a:lnTo>
                  <a:pt x="936941" y="72967"/>
                </a:lnTo>
                <a:lnTo>
                  <a:pt x="936638" y="72110"/>
                </a:lnTo>
                <a:lnTo>
                  <a:pt x="936317" y="71264"/>
                </a:lnTo>
                <a:lnTo>
                  <a:pt x="935978" y="70427"/>
                </a:lnTo>
                <a:lnTo>
                  <a:pt x="935621" y="69601"/>
                </a:lnTo>
                <a:lnTo>
                  <a:pt x="935245" y="68784"/>
                </a:lnTo>
                <a:lnTo>
                  <a:pt x="934851" y="67978"/>
                </a:lnTo>
                <a:lnTo>
                  <a:pt x="934439" y="67182"/>
                </a:lnTo>
                <a:lnTo>
                  <a:pt x="934008" y="66396"/>
                </a:lnTo>
                <a:lnTo>
                  <a:pt x="933562" y="65622"/>
                </a:lnTo>
                <a:lnTo>
                  <a:pt x="933103" y="64862"/>
                </a:lnTo>
                <a:lnTo>
                  <a:pt x="932630" y="64116"/>
                </a:lnTo>
                <a:lnTo>
                  <a:pt x="932145" y="63385"/>
                </a:lnTo>
                <a:lnTo>
                  <a:pt x="931646" y="62668"/>
                </a:lnTo>
                <a:lnTo>
                  <a:pt x="931134" y="61965"/>
                </a:lnTo>
                <a:lnTo>
                  <a:pt x="930609" y="61276"/>
                </a:lnTo>
                <a:lnTo>
                  <a:pt x="930071" y="60602"/>
                </a:lnTo>
                <a:lnTo>
                  <a:pt x="929520" y="59942"/>
                </a:lnTo>
                <a:lnTo>
                  <a:pt x="928955" y="59296"/>
                </a:lnTo>
                <a:lnTo>
                  <a:pt x="928378" y="58664"/>
                </a:lnTo>
                <a:lnTo>
                  <a:pt x="927787" y="58046"/>
                </a:lnTo>
                <a:lnTo>
                  <a:pt x="927183" y="57443"/>
                </a:lnTo>
                <a:lnTo>
                  <a:pt x="926567" y="56854"/>
                </a:lnTo>
                <a:lnTo>
                  <a:pt x="925937" y="56279"/>
                </a:lnTo>
                <a:lnTo>
                  <a:pt x="925293" y="55719"/>
                </a:lnTo>
                <a:lnTo>
                  <a:pt x="924637" y="55172"/>
                </a:lnTo>
                <a:lnTo>
                  <a:pt x="923968" y="54640"/>
                </a:lnTo>
                <a:lnTo>
                  <a:pt x="923285" y="54122"/>
                </a:lnTo>
                <a:lnTo>
                  <a:pt x="922590" y="53618"/>
                </a:lnTo>
                <a:lnTo>
                  <a:pt x="921881" y="53129"/>
                </a:lnTo>
                <a:lnTo>
                  <a:pt x="921159" y="52654"/>
                </a:lnTo>
                <a:lnTo>
                  <a:pt x="920424" y="52193"/>
                </a:lnTo>
                <a:lnTo>
                  <a:pt x="919676" y="51746"/>
                </a:lnTo>
                <a:lnTo>
                  <a:pt x="918917" y="51315"/>
                </a:lnTo>
                <a:lnTo>
                  <a:pt x="918149" y="50903"/>
                </a:lnTo>
                <a:lnTo>
                  <a:pt x="917373" y="50509"/>
                </a:lnTo>
                <a:lnTo>
                  <a:pt x="916589" y="50133"/>
                </a:lnTo>
                <a:lnTo>
                  <a:pt x="915796" y="49776"/>
                </a:lnTo>
                <a:lnTo>
                  <a:pt x="914995" y="49437"/>
                </a:lnTo>
                <a:lnTo>
                  <a:pt x="914185" y="49116"/>
                </a:lnTo>
                <a:lnTo>
                  <a:pt x="913366" y="48814"/>
                </a:lnTo>
                <a:lnTo>
                  <a:pt x="912540" y="48530"/>
                </a:lnTo>
                <a:lnTo>
                  <a:pt x="911704" y="48264"/>
                </a:lnTo>
                <a:lnTo>
                  <a:pt x="910860" y="48016"/>
                </a:lnTo>
                <a:lnTo>
                  <a:pt x="910008" y="47787"/>
                </a:lnTo>
                <a:lnTo>
                  <a:pt x="909147" y="47577"/>
                </a:lnTo>
                <a:lnTo>
                  <a:pt x="908278" y="47384"/>
                </a:lnTo>
                <a:lnTo>
                  <a:pt x="907400" y="47210"/>
                </a:lnTo>
                <a:lnTo>
                  <a:pt x="906514" y="47054"/>
                </a:lnTo>
                <a:lnTo>
                  <a:pt x="905619" y="46917"/>
                </a:lnTo>
                <a:lnTo>
                  <a:pt x="904716" y="46798"/>
                </a:lnTo>
                <a:lnTo>
                  <a:pt x="903804" y="46697"/>
                </a:lnTo>
                <a:lnTo>
                  <a:pt x="902884" y="46614"/>
                </a:lnTo>
                <a:lnTo>
                  <a:pt x="901955" y="46550"/>
                </a:lnTo>
                <a:lnTo>
                  <a:pt x="901018" y="46505"/>
                </a:lnTo>
                <a:lnTo>
                  <a:pt x="900072" y="46477"/>
                </a:lnTo>
                <a:lnTo>
                  <a:pt x="899118" y="46468"/>
                </a:lnTo>
                <a:lnTo>
                  <a:pt x="898177" y="46477"/>
                </a:lnTo>
                <a:lnTo>
                  <a:pt x="897244" y="46505"/>
                </a:lnTo>
                <a:lnTo>
                  <a:pt x="896318" y="46550"/>
                </a:lnTo>
                <a:lnTo>
                  <a:pt x="895399" y="46614"/>
                </a:lnTo>
                <a:lnTo>
                  <a:pt x="894489" y="46697"/>
                </a:lnTo>
                <a:lnTo>
                  <a:pt x="893586" y="46798"/>
                </a:lnTo>
                <a:lnTo>
                  <a:pt x="892691" y="46917"/>
                </a:lnTo>
                <a:lnTo>
                  <a:pt x="891803" y="47054"/>
                </a:lnTo>
                <a:lnTo>
                  <a:pt x="890923" y="47210"/>
                </a:lnTo>
                <a:lnTo>
                  <a:pt x="890051" y="47384"/>
                </a:lnTo>
                <a:lnTo>
                  <a:pt x="889186" y="47577"/>
                </a:lnTo>
                <a:lnTo>
                  <a:pt x="888329" y="47787"/>
                </a:lnTo>
                <a:lnTo>
                  <a:pt x="887480" y="48016"/>
                </a:lnTo>
                <a:lnTo>
                  <a:pt x="886638" y="48264"/>
                </a:lnTo>
                <a:lnTo>
                  <a:pt x="885804" y="48530"/>
                </a:lnTo>
                <a:lnTo>
                  <a:pt x="884978" y="48814"/>
                </a:lnTo>
                <a:lnTo>
                  <a:pt x="884159" y="49116"/>
                </a:lnTo>
                <a:lnTo>
                  <a:pt x="883348" y="49437"/>
                </a:lnTo>
                <a:lnTo>
                  <a:pt x="882545" y="49776"/>
                </a:lnTo>
                <a:lnTo>
                  <a:pt x="881749" y="50133"/>
                </a:lnTo>
                <a:lnTo>
                  <a:pt x="880961" y="50509"/>
                </a:lnTo>
                <a:lnTo>
                  <a:pt x="880180" y="50903"/>
                </a:lnTo>
                <a:lnTo>
                  <a:pt x="879408" y="51315"/>
                </a:lnTo>
                <a:lnTo>
                  <a:pt x="878642" y="51746"/>
                </a:lnTo>
                <a:lnTo>
                  <a:pt x="877888" y="52193"/>
                </a:lnTo>
                <a:lnTo>
                  <a:pt x="877147" y="52654"/>
                </a:lnTo>
                <a:lnTo>
                  <a:pt x="876419" y="53129"/>
                </a:lnTo>
                <a:lnTo>
                  <a:pt x="875704" y="53618"/>
                </a:lnTo>
                <a:lnTo>
                  <a:pt x="875003" y="54122"/>
                </a:lnTo>
                <a:lnTo>
                  <a:pt x="874316" y="54640"/>
                </a:lnTo>
                <a:lnTo>
                  <a:pt x="873641" y="55172"/>
                </a:lnTo>
                <a:lnTo>
                  <a:pt x="872980" y="55719"/>
                </a:lnTo>
                <a:lnTo>
                  <a:pt x="872333" y="56279"/>
                </a:lnTo>
                <a:lnTo>
                  <a:pt x="871699" y="56854"/>
                </a:lnTo>
                <a:lnTo>
                  <a:pt x="871078" y="57443"/>
                </a:lnTo>
                <a:lnTo>
                  <a:pt x="870471" y="58046"/>
                </a:lnTo>
                <a:lnTo>
                  <a:pt x="869877" y="58664"/>
                </a:lnTo>
                <a:lnTo>
                  <a:pt x="869297" y="59296"/>
                </a:lnTo>
                <a:lnTo>
                  <a:pt x="868729" y="59942"/>
                </a:lnTo>
                <a:lnTo>
                  <a:pt x="868176" y="60602"/>
                </a:lnTo>
                <a:lnTo>
                  <a:pt x="867635" y="61276"/>
                </a:lnTo>
                <a:lnTo>
                  <a:pt x="867108" y="61965"/>
                </a:lnTo>
                <a:lnTo>
                  <a:pt x="866595" y="62668"/>
                </a:lnTo>
                <a:lnTo>
                  <a:pt x="866095" y="63385"/>
                </a:lnTo>
                <a:lnTo>
                  <a:pt x="865608" y="64116"/>
                </a:lnTo>
                <a:lnTo>
                  <a:pt x="865135" y="64862"/>
                </a:lnTo>
                <a:lnTo>
                  <a:pt x="864675" y="65622"/>
                </a:lnTo>
                <a:lnTo>
                  <a:pt x="864228" y="66396"/>
                </a:lnTo>
                <a:lnTo>
                  <a:pt x="863798" y="67182"/>
                </a:lnTo>
                <a:lnTo>
                  <a:pt x="863386" y="67979"/>
                </a:lnTo>
                <a:lnTo>
                  <a:pt x="862992" y="68787"/>
                </a:lnTo>
                <a:lnTo>
                  <a:pt x="862616" y="69605"/>
                </a:lnTo>
                <a:lnTo>
                  <a:pt x="862259" y="70434"/>
                </a:lnTo>
                <a:lnTo>
                  <a:pt x="861920" y="71273"/>
                </a:lnTo>
                <a:lnTo>
                  <a:pt x="861600" y="72124"/>
                </a:lnTo>
                <a:lnTo>
                  <a:pt x="861297" y="72985"/>
                </a:lnTo>
                <a:lnTo>
                  <a:pt x="861013" y="73856"/>
                </a:lnTo>
                <a:lnTo>
                  <a:pt x="860748" y="74739"/>
                </a:lnTo>
                <a:lnTo>
                  <a:pt x="860500" y="75631"/>
                </a:lnTo>
                <a:lnTo>
                  <a:pt x="860271" y="76535"/>
                </a:lnTo>
                <a:lnTo>
                  <a:pt x="860061" y="77449"/>
                </a:lnTo>
                <a:lnTo>
                  <a:pt x="859868" y="78374"/>
                </a:lnTo>
                <a:lnTo>
                  <a:pt x="859694" y="79310"/>
                </a:lnTo>
                <a:lnTo>
                  <a:pt x="859539" y="80256"/>
                </a:lnTo>
                <a:lnTo>
                  <a:pt x="859401" y="81213"/>
                </a:lnTo>
                <a:lnTo>
                  <a:pt x="859282" y="82181"/>
                </a:lnTo>
                <a:lnTo>
                  <a:pt x="859181" y="83159"/>
                </a:lnTo>
                <a:lnTo>
                  <a:pt x="859099" y="84148"/>
                </a:lnTo>
                <a:lnTo>
                  <a:pt x="859035" y="85148"/>
                </a:lnTo>
                <a:lnTo>
                  <a:pt x="858989" y="86158"/>
                </a:lnTo>
                <a:lnTo>
                  <a:pt x="858962" y="87179"/>
                </a:lnTo>
                <a:lnTo>
                  <a:pt x="858952" y="88210"/>
                </a:lnTo>
                <a:lnTo>
                  <a:pt x="858962" y="89216"/>
                </a:lnTo>
                <a:lnTo>
                  <a:pt x="858989" y="90213"/>
                </a:lnTo>
                <a:lnTo>
                  <a:pt x="859035" y="91200"/>
                </a:lnTo>
                <a:lnTo>
                  <a:pt x="859099" y="92177"/>
                </a:lnTo>
                <a:lnTo>
                  <a:pt x="859181" y="93145"/>
                </a:lnTo>
                <a:lnTo>
                  <a:pt x="859282" y="94103"/>
                </a:lnTo>
                <a:lnTo>
                  <a:pt x="859401" y="95052"/>
                </a:lnTo>
                <a:lnTo>
                  <a:pt x="859539" y="95991"/>
                </a:lnTo>
                <a:lnTo>
                  <a:pt x="859694" y="96921"/>
                </a:lnTo>
                <a:lnTo>
                  <a:pt x="859868" y="97841"/>
                </a:lnTo>
                <a:lnTo>
                  <a:pt x="860061" y="98751"/>
                </a:lnTo>
                <a:lnTo>
                  <a:pt x="860271" y="99652"/>
                </a:lnTo>
                <a:lnTo>
                  <a:pt x="860500" y="100543"/>
                </a:lnTo>
                <a:lnTo>
                  <a:pt x="860748" y="101425"/>
                </a:lnTo>
                <a:lnTo>
                  <a:pt x="861013" y="102297"/>
                </a:lnTo>
                <a:lnTo>
                  <a:pt x="861297" y="103159"/>
                </a:lnTo>
                <a:lnTo>
                  <a:pt x="861600" y="104012"/>
                </a:lnTo>
                <a:lnTo>
                  <a:pt x="861920" y="104856"/>
                </a:lnTo>
                <a:lnTo>
                  <a:pt x="862259" y="105689"/>
                </a:lnTo>
                <a:lnTo>
                  <a:pt x="862616" y="106514"/>
                </a:lnTo>
                <a:lnTo>
                  <a:pt x="862992" y="107328"/>
                </a:lnTo>
                <a:lnTo>
                  <a:pt x="863386" y="108133"/>
                </a:lnTo>
                <a:lnTo>
                  <a:pt x="863798" y="108929"/>
                </a:lnTo>
                <a:lnTo>
                  <a:pt x="864228" y="109715"/>
                </a:lnTo>
                <a:lnTo>
                  <a:pt x="864675" y="110489"/>
                </a:lnTo>
                <a:lnTo>
                  <a:pt x="865134" y="111248"/>
                </a:lnTo>
                <a:lnTo>
                  <a:pt x="865607" y="111994"/>
                </a:lnTo>
                <a:lnTo>
                  <a:pt x="866093" y="112725"/>
                </a:lnTo>
                <a:lnTo>
                  <a:pt x="866592" y="113442"/>
                </a:lnTo>
                <a:lnTo>
                  <a:pt x="867104" y="114145"/>
                </a:lnTo>
                <a:lnTo>
                  <a:pt x="867629" y="114833"/>
                </a:lnTo>
                <a:lnTo>
                  <a:pt x="868167" y="115507"/>
                </a:lnTo>
                <a:lnTo>
                  <a:pt x="868718" y="116168"/>
                </a:lnTo>
                <a:lnTo>
                  <a:pt x="869283" y="116813"/>
                </a:lnTo>
                <a:lnTo>
                  <a:pt x="869860" y="117445"/>
                </a:lnTo>
                <a:lnTo>
                  <a:pt x="870451" y="118062"/>
                </a:lnTo>
                <a:lnTo>
                  <a:pt x="871055" y="118666"/>
                </a:lnTo>
                <a:lnTo>
                  <a:pt x="871672" y="119255"/>
                </a:lnTo>
                <a:lnTo>
                  <a:pt x="872302" y="119829"/>
                </a:lnTo>
                <a:lnTo>
                  <a:pt x="872945" y="120390"/>
                </a:lnTo>
                <a:lnTo>
                  <a:pt x="873601" y="120936"/>
                </a:lnTo>
                <a:lnTo>
                  <a:pt x="874271" y="121468"/>
                </a:lnTo>
                <a:lnTo>
                  <a:pt x="874953" y="121986"/>
                </a:lnTo>
                <a:lnTo>
                  <a:pt x="875649" y="122490"/>
                </a:lnTo>
                <a:lnTo>
                  <a:pt x="876358" y="122979"/>
                </a:lnTo>
                <a:lnTo>
                  <a:pt x="877080" y="123454"/>
                </a:lnTo>
                <a:lnTo>
                  <a:pt x="877815" y="123915"/>
                </a:lnTo>
                <a:lnTo>
                  <a:pt x="878563" y="124362"/>
                </a:lnTo>
                <a:lnTo>
                  <a:pt x="879322" y="124793"/>
                </a:lnTo>
                <a:lnTo>
                  <a:pt x="880088" y="125205"/>
                </a:lnTo>
                <a:lnTo>
                  <a:pt x="880863" y="125599"/>
                </a:lnTo>
                <a:lnTo>
                  <a:pt x="881645" y="125974"/>
                </a:lnTo>
                <a:lnTo>
                  <a:pt x="882436" y="126331"/>
                </a:lnTo>
                <a:lnTo>
                  <a:pt x="883234" y="126670"/>
                </a:lnTo>
                <a:lnTo>
                  <a:pt x="884041" y="126991"/>
                </a:lnTo>
                <a:lnTo>
                  <a:pt x="884855" y="127293"/>
                </a:lnTo>
                <a:lnTo>
                  <a:pt x="885677" y="127577"/>
                </a:lnTo>
                <a:lnTo>
                  <a:pt x="886507" y="127843"/>
                </a:lnTo>
                <a:lnTo>
                  <a:pt x="887345" y="128090"/>
                </a:lnTo>
                <a:lnTo>
                  <a:pt x="888191" y="128319"/>
                </a:lnTo>
                <a:lnTo>
                  <a:pt x="889045" y="128530"/>
                </a:lnTo>
                <a:lnTo>
                  <a:pt x="889907" y="128722"/>
                </a:lnTo>
                <a:lnTo>
                  <a:pt x="890777" y="128896"/>
                </a:lnTo>
                <a:lnTo>
                  <a:pt x="891654" y="129052"/>
                </a:lnTo>
                <a:lnTo>
                  <a:pt x="892540" y="129189"/>
                </a:lnTo>
                <a:lnTo>
                  <a:pt x="893434" y="129308"/>
                </a:lnTo>
                <a:lnTo>
                  <a:pt x="894335" y="129409"/>
                </a:lnTo>
                <a:lnTo>
                  <a:pt x="895245" y="129491"/>
                </a:lnTo>
                <a:lnTo>
                  <a:pt x="896162" y="129556"/>
                </a:lnTo>
                <a:lnTo>
                  <a:pt x="897087" y="129601"/>
                </a:lnTo>
                <a:lnTo>
                  <a:pt x="898021" y="129629"/>
                </a:lnTo>
                <a:lnTo>
                  <a:pt x="898962" y="129638"/>
                </a:lnTo>
                <a:lnTo>
                  <a:pt x="899916" y="129629"/>
                </a:lnTo>
                <a:lnTo>
                  <a:pt x="900862" y="129601"/>
                </a:lnTo>
                <a:lnTo>
                  <a:pt x="901800" y="129556"/>
                </a:lnTo>
                <a:lnTo>
                  <a:pt x="902729" y="129491"/>
                </a:lnTo>
                <a:lnTo>
                  <a:pt x="903651" y="129409"/>
                </a:lnTo>
                <a:close/>
                <a:moveTo>
                  <a:pt x="896899" y="111101"/>
                </a:moveTo>
                <a:lnTo>
                  <a:pt x="896496" y="111052"/>
                </a:lnTo>
                <a:lnTo>
                  <a:pt x="896095" y="110996"/>
                </a:lnTo>
                <a:lnTo>
                  <a:pt x="895698" y="110930"/>
                </a:lnTo>
                <a:lnTo>
                  <a:pt x="895303" y="110856"/>
                </a:lnTo>
                <a:lnTo>
                  <a:pt x="894912" y="110773"/>
                </a:lnTo>
                <a:lnTo>
                  <a:pt x="894524" y="110681"/>
                </a:lnTo>
                <a:lnTo>
                  <a:pt x="894138" y="110580"/>
                </a:lnTo>
                <a:lnTo>
                  <a:pt x="893756" y="110471"/>
                </a:lnTo>
                <a:lnTo>
                  <a:pt x="893376" y="110353"/>
                </a:lnTo>
                <a:lnTo>
                  <a:pt x="893000" y="110226"/>
                </a:lnTo>
                <a:lnTo>
                  <a:pt x="892626" y="110090"/>
                </a:lnTo>
                <a:lnTo>
                  <a:pt x="892256" y="109946"/>
                </a:lnTo>
                <a:lnTo>
                  <a:pt x="891888" y="109793"/>
                </a:lnTo>
                <a:lnTo>
                  <a:pt x="891524" y="109631"/>
                </a:lnTo>
                <a:lnTo>
                  <a:pt x="891162" y="109461"/>
                </a:lnTo>
                <a:lnTo>
                  <a:pt x="890804" y="109281"/>
                </a:lnTo>
                <a:lnTo>
                  <a:pt x="890449" y="109093"/>
                </a:lnTo>
                <a:lnTo>
                  <a:pt x="890096" y="108897"/>
                </a:lnTo>
                <a:lnTo>
                  <a:pt x="889747" y="108691"/>
                </a:lnTo>
                <a:lnTo>
                  <a:pt x="889402" y="108476"/>
                </a:lnTo>
                <a:lnTo>
                  <a:pt x="889063" y="108252"/>
                </a:lnTo>
                <a:lnTo>
                  <a:pt x="888730" y="108019"/>
                </a:lnTo>
                <a:lnTo>
                  <a:pt x="888403" y="107776"/>
                </a:lnTo>
                <a:lnTo>
                  <a:pt x="888082" y="107524"/>
                </a:lnTo>
                <a:lnTo>
                  <a:pt x="887768" y="107263"/>
                </a:lnTo>
                <a:lnTo>
                  <a:pt x="887459" y="106992"/>
                </a:lnTo>
                <a:lnTo>
                  <a:pt x="887156" y="106713"/>
                </a:lnTo>
                <a:lnTo>
                  <a:pt x="886859" y="106423"/>
                </a:lnTo>
                <a:lnTo>
                  <a:pt x="886568" y="106125"/>
                </a:lnTo>
                <a:lnTo>
                  <a:pt x="886284" y="105817"/>
                </a:lnTo>
                <a:lnTo>
                  <a:pt x="886005" y="105500"/>
                </a:lnTo>
                <a:lnTo>
                  <a:pt x="885732" y="105174"/>
                </a:lnTo>
                <a:lnTo>
                  <a:pt x="885466" y="104838"/>
                </a:lnTo>
                <a:lnTo>
                  <a:pt x="885205" y="104493"/>
                </a:lnTo>
                <a:lnTo>
                  <a:pt x="884950" y="104139"/>
                </a:lnTo>
                <a:lnTo>
                  <a:pt x="884702" y="103776"/>
                </a:lnTo>
                <a:lnTo>
                  <a:pt x="884459" y="103403"/>
                </a:lnTo>
                <a:lnTo>
                  <a:pt x="884223" y="103021"/>
                </a:lnTo>
                <a:lnTo>
                  <a:pt x="883992" y="102629"/>
                </a:lnTo>
                <a:lnTo>
                  <a:pt x="883767" y="102229"/>
                </a:lnTo>
                <a:lnTo>
                  <a:pt x="883549" y="101819"/>
                </a:lnTo>
                <a:lnTo>
                  <a:pt x="883336" y="101399"/>
                </a:lnTo>
                <a:lnTo>
                  <a:pt x="883130" y="100971"/>
                </a:lnTo>
                <a:lnTo>
                  <a:pt x="882931" y="100533"/>
                </a:lnTo>
                <a:lnTo>
                  <a:pt x="882740" y="100087"/>
                </a:lnTo>
                <a:lnTo>
                  <a:pt x="882558" y="99632"/>
                </a:lnTo>
                <a:lnTo>
                  <a:pt x="882384" y="99168"/>
                </a:lnTo>
                <a:lnTo>
                  <a:pt x="882219" y="98695"/>
                </a:lnTo>
                <a:lnTo>
                  <a:pt x="882062" y="98214"/>
                </a:lnTo>
                <a:lnTo>
                  <a:pt x="881914" y="97724"/>
                </a:lnTo>
                <a:lnTo>
                  <a:pt x="881774" y="97225"/>
                </a:lnTo>
                <a:lnTo>
                  <a:pt x="881643" y="96717"/>
                </a:lnTo>
                <a:lnTo>
                  <a:pt x="881520" y="96201"/>
                </a:lnTo>
                <a:lnTo>
                  <a:pt x="881406" y="95676"/>
                </a:lnTo>
                <a:lnTo>
                  <a:pt x="881300" y="95142"/>
                </a:lnTo>
                <a:lnTo>
                  <a:pt x="881203" y="94600"/>
                </a:lnTo>
                <a:lnTo>
                  <a:pt x="881114" y="94048"/>
                </a:lnTo>
                <a:lnTo>
                  <a:pt x="881033" y="93488"/>
                </a:lnTo>
                <a:lnTo>
                  <a:pt x="880961" y="92919"/>
                </a:lnTo>
                <a:lnTo>
                  <a:pt x="880898" y="92342"/>
                </a:lnTo>
                <a:lnTo>
                  <a:pt x="880843" y="91756"/>
                </a:lnTo>
                <a:lnTo>
                  <a:pt x="880796" y="91161"/>
                </a:lnTo>
                <a:lnTo>
                  <a:pt x="880758" y="90557"/>
                </a:lnTo>
                <a:lnTo>
                  <a:pt x="880728" y="89944"/>
                </a:lnTo>
                <a:lnTo>
                  <a:pt x="880707" y="89323"/>
                </a:lnTo>
                <a:lnTo>
                  <a:pt x="880694" y="88693"/>
                </a:lnTo>
                <a:lnTo>
                  <a:pt x="880690" y="88054"/>
                </a:lnTo>
                <a:lnTo>
                  <a:pt x="880694" y="87415"/>
                </a:lnTo>
                <a:lnTo>
                  <a:pt x="880707" y="86786"/>
                </a:lnTo>
                <a:lnTo>
                  <a:pt x="880728" y="86165"/>
                </a:lnTo>
                <a:lnTo>
                  <a:pt x="880758" y="85554"/>
                </a:lnTo>
                <a:lnTo>
                  <a:pt x="880796" y="84951"/>
                </a:lnTo>
                <a:lnTo>
                  <a:pt x="880843" y="84358"/>
                </a:lnTo>
                <a:lnTo>
                  <a:pt x="880898" y="83773"/>
                </a:lnTo>
                <a:lnTo>
                  <a:pt x="880961" y="83198"/>
                </a:lnTo>
                <a:lnTo>
                  <a:pt x="881033" y="82631"/>
                </a:lnTo>
                <a:lnTo>
                  <a:pt x="881114" y="82074"/>
                </a:lnTo>
                <a:lnTo>
                  <a:pt x="881203" y="81525"/>
                </a:lnTo>
                <a:lnTo>
                  <a:pt x="881300" y="80986"/>
                </a:lnTo>
                <a:lnTo>
                  <a:pt x="881406" y="80455"/>
                </a:lnTo>
                <a:lnTo>
                  <a:pt x="881520" y="79934"/>
                </a:lnTo>
                <a:lnTo>
                  <a:pt x="881643" y="79422"/>
                </a:lnTo>
                <a:lnTo>
                  <a:pt x="881774" y="78918"/>
                </a:lnTo>
                <a:lnTo>
                  <a:pt x="881914" y="78424"/>
                </a:lnTo>
                <a:lnTo>
                  <a:pt x="882062" y="77939"/>
                </a:lnTo>
                <a:lnTo>
                  <a:pt x="882219" y="77463"/>
                </a:lnTo>
                <a:lnTo>
                  <a:pt x="882384" y="76995"/>
                </a:lnTo>
                <a:lnTo>
                  <a:pt x="882558" y="76537"/>
                </a:lnTo>
                <a:lnTo>
                  <a:pt x="882740" y="76088"/>
                </a:lnTo>
                <a:lnTo>
                  <a:pt x="882931" y="75648"/>
                </a:lnTo>
                <a:lnTo>
                  <a:pt x="883130" y="75217"/>
                </a:lnTo>
                <a:lnTo>
                  <a:pt x="883336" y="74794"/>
                </a:lnTo>
                <a:lnTo>
                  <a:pt x="883549" y="74381"/>
                </a:lnTo>
                <a:lnTo>
                  <a:pt x="883769" y="73976"/>
                </a:lnTo>
                <a:lnTo>
                  <a:pt x="883994" y="73580"/>
                </a:lnTo>
                <a:lnTo>
                  <a:pt x="884226" y="73193"/>
                </a:lnTo>
                <a:lnTo>
                  <a:pt x="884464" y="72815"/>
                </a:lnTo>
                <a:lnTo>
                  <a:pt x="884708" y="72445"/>
                </a:lnTo>
                <a:lnTo>
                  <a:pt x="884959" y="72084"/>
                </a:lnTo>
                <a:lnTo>
                  <a:pt x="885216" y="71732"/>
                </a:lnTo>
                <a:lnTo>
                  <a:pt x="885479" y="71388"/>
                </a:lnTo>
                <a:lnTo>
                  <a:pt x="885749" y="71053"/>
                </a:lnTo>
                <a:lnTo>
                  <a:pt x="886024" y="70727"/>
                </a:lnTo>
                <a:lnTo>
                  <a:pt x="886306" y="70410"/>
                </a:lnTo>
                <a:lnTo>
                  <a:pt x="886595" y="70102"/>
                </a:lnTo>
                <a:lnTo>
                  <a:pt x="886889" y="69802"/>
                </a:lnTo>
                <a:lnTo>
                  <a:pt x="887190" y="69511"/>
                </a:lnTo>
                <a:lnTo>
                  <a:pt x="887497" y="69229"/>
                </a:lnTo>
                <a:lnTo>
                  <a:pt x="887811" y="68956"/>
                </a:lnTo>
                <a:lnTo>
                  <a:pt x="888131" y="68691"/>
                </a:lnTo>
                <a:lnTo>
                  <a:pt x="888457" y="68435"/>
                </a:lnTo>
                <a:lnTo>
                  <a:pt x="888789" y="68188"/>
                </a:lnTo>
                <a:lnTo>
                  <a:pt x="889128" y="67949"/>
                </a:lnTo>
                <a:lnTo>
                  <a:pt x="889473" y="67720"/>
                </a:lnTo>
                <a:lnTo>
                  <a:pt x="889824" y="67499"/>
                </a:lnTo>
                <a:lnTo>
                  <a:pt x="890180" y="67287"/>
                </a:lnTo>
                <a:lnTo>
                  <a:pt x="890538" y="67084"/>
                </a:lnTo>
                <a:lnTo>
                  <a:pt x="890900" y="66889"/>
                </a:lnTo>
                <a:lnTo>
                  <a:pt x="891264" y="66704"/>
                </a:lnTo>
                <a:lnTo>
                  <a:pt x="891630" y="66528"/>
                </a:lnTo>
                <a:lnTo>
                  <a:pt x="892000" y="66361"/>
                </a:lnTo>
                <a:lnTo>
                  <a:pt x="892372" y="66203"/>
                </a:lnTo>
                <a:lnTo>
                  <a:pt x="892747" y="66054"/>
                </a:lnTo>
                <a:lnTo>
                  <a:pt x="893125" y="65914"/>
                </a:lnTo>
                <a:lnTo>
                  <a:pt x="893505" y="65783"/>
                </a:lnTo>
                <a:lnTo>
                  <a:pt x="893889" y="65661"/>
                </a:lnTo>
                <a:lnTo>
                  <a:pt x="894274" y="65548"/>
                </a:lnTo>
                <a:lnTo>
                  <a:pt x="894663" y="65445"/>
                </a:lnTo>
                <a:lnTo>
                  <a:pt x="895054" y="65350"/>
                </a:lnTo>
                <a:lnTo>
                  <a:pt x="895449" y="65264"/>
                </a:lnTo>
                <a:lnTo>
                  <a:pt x="895845" y="65187"/>
                </a:lnTo>
                <a:lnTo>
                  <a:pt x="896245" y="65120"/>
                </a:lnTo>
                <a:lnTo>
                  <a:pt x="896647" y="65061"/>
                </a:lnTo>
                <a:lnTo>
                  <a:pt x="897052" y="65011"/>
                </a:lnTo>
                <a:lnTo>
                  <a:pt x="897460" y="64971"/>
                </a:lnTo>
                <a:lnTo>
                  <a:pt x="897870" y="64939"/>
                </a:lnTo>
                <a:lnTo>
                  <a:pt x="898284" y="64916"/>
                </a:lnTo>
                <a:lnTo>
                  <a:pt x="898700" y="64903"/>
                </a:lnTo>
                <a:lnTo>
                  <a:pt x="899118" y="64898"/>
                </a:lnTo>
                <a:lnTo>
                  <a:pt x="899550" y="64903"/>
                </a:lnTo>
                <a:lnTo>
                  <a:pt x="899978" y="64916"/>
                </a:lnTo>
                <a:lnTo>
                  <a:pt x="900402" y="64939"/>
                </a:lnTo>
                <a:lnTo>
                  <a:pt x="900823" y="64971"/>
                </a:lnTo>
                <a:lnTo>
                  <a:pt x="901240" y="65011"/>
                </a:lnTo>
                <a:lnTo>
                  <a:pt x="901654" y="65061"/>
                </a:lnTo>
                <a:lnTo>
                  <a:pt x="902064" y="65120"/>
                </a:lnTo>
                <a:lnTo>
                  <a:pt x="902470" y="65187"/>
                </a:lnTo>
                <a:lnTo>
                  <a:pt x="902873" y="65264"/>
                </a:lnTo>
                <a:lnTo>
                  <a:pt x="903273" y="65350"/>
                </a:lnTo>
                <a:lnTo>
                  <a:pt x="903669" y="65445"/>
                </a:lnTo>
                <a:lnTo>
                  <a:pt x="904061" y="65548"/>
                </a:lnTo>
                <a:lnTo>
                  <a:pt x="904450" y="65661"/>
                </a:lnTo>
                <a:lnTo>
                  <a:pt x="904835" y="65783"/>
                </a:lnTo>
                <a:lnTo>
                  <a:pt x="905217" y="65914"/>
                </a:lnTo>
                <a:lnTo>
                  <a:pt x="905595" y="66054"/>
                </a:lnTo>
                <a:lnTo>
                  <a:pt x="905970" y="66203"/>
                </a:lnTo>
                <a:lnTo>
                  <a:pt x="906341" y="66361"/>
                </a:lnTo>
                <a:lnTo>
                  <a:pt x="906708" y="66528"/>
                </a:lnTo>
                <a:lnTo>
                  <a:pt x="907072" y="66704"/>
                </a:lnTo>
                <a:lnTo>
                  <a:pt x="907432" y="66889"/>
                </a:lnTo>
                <a:lnTo>
                  <a:pt x="907789" y="67084"/>
                </a:lnTo>
                <a:lnTo>
                  <a:pt x="908142" y="67287"/>
                </a:lnTo>
                <a:lnTo>
                  <a:pt x="908492" y="67499"/>
                </a:lnTo>
                <a:lnTo>
                  <a:pt x="908837" y="67720"/>
                </a:lnTo>
                <a:lnTo>
                  <a:pt x="909176" y="67949"/>
                </a:lnTo>
                <a:lnTo>
                  <a:pt x="909509" y="68188"/>
                </a:lnTo>
                <a:lnTo>
                  <a:pt x="909836" y="68435"/>
                </a:lnTo>
                <a:lnTo>
                  <a:pt x="910156" y="68691"/>
                </a:lnTo>
                <a:lnTo>
                  <a:pt x="910471" y="68956"/>
                </a:lnTo>
                <a:lnTo>
                  <a:pt x="910780" y="69229"/>
                </a:lnTo>
                <a:lnTo>
                  <a:pt x="911083" y="69511"/>
                </a:lnTo>
                <a:lnTo>
                  <a:pt x="911379" y="69802"/>
                </a:lnTo>
                <a:lnTo>
                  <a:pt x="911670" y="70102"/>
                </a:lnTo>
                <a:lnTo>
                  <a:pt x="911955" y="70410"/>
                </a:lnTo>
                <a:lnTo>
                  <a:pt x="912233" y="70727"/>
                </a:lnTo>
                <a:lnTo>
                  <a:pt x="912506" y="71053"/>
                </a:lnTo>
                <a:lnTo>
                  <a:pt x="912772" y="71388"/>
                </a:lnTo>
                <a:lnTo>
                  <a:pt x="913033" y="71732"/>
                </a:lnTo>
                <a:lnTo>
                  <a:pt x="913287" y="72084"/>
                </a:lnTo>
                <a:lnTo>
                  <a:pt x="913536" y="72445"/>
                </a:lnTo>
                <a:lnTo>
                  <a:pt x="913778" y="72815"/>
                </a:lnTo>
                <a:lnTo>
                  <a:pt x="914015" y="73193"/>
                </a:lnTo>
                <a:lnTo>
                  <a:pt x="914245" y="73580"/>
                </a:lnTo>
                <a:lnTo>
                  <a:pt x="914470" y="73976"/>
                </a:lnTo>
                <a:lnTo>
                  <a:pt x="914688" y="74381"/>
                </a:lnTo>
                <a:lnTo>
                  <a:pt x="914900" y="74794"/>
                </a:lnTo>
                <a:lnTo>
                  <a:pt x="915107" y="75217"/>
                </a:lnTo>
                <a:lnTo>
                  <a:pt x="915306" y="75648"/>
                </a:lnTo>
                <a:lnTo>
                  <a:pt x="915497" y="76088"/>
                </a:lnTo>
                <a:lnTo>
                  <a:pt x="915679" y="76537"/>
                </a:lnTo>
                <a:lnTo>
                  <a:pt x="915853" y="76995"/>
                </a:lnTo>
                <a:lnTo>
                  <a:pt x="916018" y="77463"/>
                </a:lnTo>
                <a:lnTo>
                  <a:pt x="916175" y="77939"/>
                </a:lnTo>
                <a:lnTo>
                  <a:pt x="916323" y="78424"/>
                </a:lnTo>
                <a:lnTo>
                  <a:pt x="916463" y="78918"/>
                </a:lnTo>
                <a:lnTo>
                  <a:pt x="916595" y="79422"/>
                </a:lnTo>
                <a:lnTo>
                  <a:pt x="916718" y="79934"/>
                </a:lnTo>
                <a:lnTo>
                  <a:pt x="916832" y="80455"/>
                </a:lnTo>
                <a:lnTo>
                  <a:pt x="916938" y="80986"/>
                </a:lnTo>
                <a:lnTo>
                  <a:pt x="917036" y="81525"/>
                </a:lnTo>
                <a:lnTo>
                  <a:pt x="917125" y="82074"/>
                </a:lnTo>
                <a:lnTo>
                  <a:pt x="917205" y="82631"/>
                </a:lnTo>
                <a:lnTo>
                  <a:pt x="917277" y="83198"/>
                </a:lnTo>
                <a:lnTo>
                  <a:pt x="917341" y="83773"/>
                </a:lnTo>
                <a:lnTo>
                  <a:pt x="917396" y="84358"/>
                </a:lnTo>
                <a:lnTo>
                  <a:pt x="917443" y="84951"/>
                </a:lnTo>
                <a:lnTo>
                  <a:pt x="917481" y="85554"/>
                </a:lnTo>
                <a:lnTo>
                  <a:pt x="917510" y="86165"/>
                </a:lnTo>
                <a:lnTo>
                  <a:pt x="917532" y="86786"/>
                </a:lnTo>
                <a:lnTo>
                  <a:pt x="917544" y="87415"/>
                </a:lnTo>
                <a:lnTo>
                  <a:pt x="917549" y="88054"/>
                </a:lnTo>
                <a:lnTo>
                  <a:pt x="917544" y="88693"/>
                </a:lnTo>
                <a:lnTo>
                  <a:pt x="917532" y="89323"/>
                </a:lnTo>
                <a:lnTo>
                  <a:pt x="917510" y="89944"/>
                </a:lnTo>
                <a:lnTo>
                  <a:pt x="917481" y="90557"/>
                </a:lnTo>
                <a:lnTo>
                  <a:pt x="917443" y="91161"/>
                </a:lnTo>
                <a:lnTo>
                  <a:pt x="917396" y="91756"/>
                </a:lnTo>
                <a:lnTo>
                  <a:pt x="917341" y="92342"/>
                </a:lnTo>
                <a:lnTo>
                  <a:pt x="917277" y="92919"/>
                </a:lnTo>
                <a:lnTo>
                  <a:pt x="917205" y="93488"/>
                </a:lnTo>
                <a:lnTo>
                  <a:pt x="917125" y="94048"/>
                </a:lnTo>
                <a:lnTo>
                  <a:pt x="917036" y="94600"/>
                </a:lnTo>
                <a:lnTo>
                  <a:pt x="916938" y="95142"/>
                </a:lnTo>
                <a:lnTo>
                  <a:pt x="916832" y="95676"/>
                </a:lnTo>
                <a:lnTo>
                  <a:pt x="916718" y="96201"/>
                </a:lnTo>
                <a:lnTo>
                  <a:pt x="916595" y="96717"/>
                </a:lnTo>
                <a:lnTo>
                  <a:pt x="916463" y="97225"/>
                </a:lnTo>
                <a:lnTo>
                  <a:pt x="916323" y="97724"/>
                </a:lnTo>
                <a:lnTo>
                  <a:pt x="916175" y="98214"/>
                </a:lnTo>
                <a:lnTo>
                  <a:pt x="916018" y="98695"/>
                </a:lnTo>
                <a:lnTo>
                  <a:pt x="915853" y="99168"/>
                </a:lnTo>
                <a:lnTo>
                  <a:pt x="915679" y="99632"/>
                </a:lnTo>
                <a:lnTo>
                  <a:pt x="915497" y="100087"/>
                </a:lnTo>
                <a:lnTo>
                  <a:pt x="915306" y="100533"/>
                </a:lnTo>
                <a:lnTo>
                  <a:pt x="915107" y="100971"/>
                </a:lnTo>
                <a:lnTo>
                  <a:pt x="914900" y="101399"/>
                </a:lnTo>
                <a:lnTo>
                  <a:pt x="914688" y="101819"/>
                </a:lnTo>
                <a:lnTo>
                  <a:pt x="914470" y="102229"/>
                </a:lnTo>
                <a:lnTo>
                  <a:pt x="914245" y="102629"/>
                </a:lnTo>
                <a:lnTo>
                  <a:pt x="914015" y="103021"/>
                </a:lnTo>
                <a:lnTo>
                  <a:pt x="913778" y="103403"/>
                </a:lnTo>
                <a:lnTo>
                  <a:pt x="913536" y="103776"/>
                </a:lnTo>
                <a:lnTo>
                  <a:pt x="913287" y="104139"/>
                </a:lnTo>
                <a:lnTo>
                  <a:pt x="913033" y="104493"/>
                </a:lnTo>
                <a:lnTo>
                  <a:pt x="912772" y="104838"/>
                </a:lnTo>
                <a:lnTo>
                  <a:pt x="912506" y="105174"/>
                </a:lnTo>
                <a:lnTo>
                  <a:pt x="912233" y="105500"/>
                </a:lnTo>
                <a:lnTo>
                  <a:pt x="911955" y="105817"/>
                </a:lnTo>
                <a:lnTo>
                  <a:pt x="911670" y="106125"/>
                </a:lnTo>
                <a:lnTo>
                  <a:pt x="911379" y="106423"/>
                </a:lnTo>
                <a:lnTo>
                  <a:pt x="911083" y="106713"/>
                </a:lnTo>
                <a:lnTo>
                  <a:pt x="910780" y="106992"/>
                </a:lnTo>
                <a:lnTo>
                  <a:pt x="910471" y="107263"/>
                </a:lnTo>
                <a:lnTo>
                  <a:pt x="910156" y="107524"/>
                </a:lnTo>
                <a:lnTo>
                  <a:pt x="909836" y="107776"/>
                </a:lnTo>
                <a:lnTo>
                  <a:pt x="909509" y="108019"/>
                </a:lnTo>
                <a:lnTo>
                  <a:pt x="909176" y="108252"/>
                </a:lnTo>
                <a:lnTo>
                  <a:pt x="908837" y="108476"/>
                </a:lnTo>
                <a:lnTo>
                  <a:pt x="908492" y="108691"/>
                </a:lnTo>
                <a:lnTo>
                  <a:pt x="908142" y="108897"/>
                </a:lnTo>
                <a:lnTo>
                  <a:pt x="907788" y="109093"/>
                </a:lnTo>
                <a:lnTo>
                  <a:pt x="907430" y="109281"/>
                </a:lnTo>
                <a:lnTo>
                  <a:pt x="907068" y="109461"/>
                </a:lnTo>
                <a:lnTo>
                  <a:pt x="906701" y="109631"/>
                </a:lnTo>
                <a:lnTo>
                  <a:pt x="906331" y="109793"/>
                </a:lnTo>
                <a:lnTo>
                  <a:pt x="905956" y="109946"/>
                </a:lnTo>
                <a:lnTo>
                  <a:pt x="905578" y="110090"/>
                </a:lnTo>
                <a:lnTo>
                  <a:pt x="905195" y="110226"/>
                </a:lnTo>
                <a:lnTo>
                  <a:pt x="904808" y="110353"/>
                </a:lnTo>
                <a:lnTo>
                  <a:pt x="904417" y="110471"/>
                </a:lnTo>
                <a:lnTo>
                  <a:pt x="904022" y="110580"/>
                </a:lnTo>
                <a:lnTo>
                  <a:pt x="903623" y="110681"/>
                </a:lnTo>
                <a:lnTo>
                  <a:pt x="903220" y="110773"/>
                </a:lnTo>
                <a:lnTo>
                  <a:pt x="902812" y="110856"/>
                </a:lnTo>
                <a:lnTo>
                  <a:pt x="902401" y="110930"/>
                </a:lnTo>
                <a:lnTo>
                  <a:pt x="901985" y="110996"/>
                </a:lnTo>
                <a:lnTo>
                  <a:pt x="901566" y="111052"/>
                </a:lnTo>
                <a:lnTo>
                  <a:pt x="901142" y="111101"/>
                </a:lnTo>
                <a:lnTo>
                  <a:pt x="900714" y="111140"/>
                </a:lnTo>
                <a:lnTo>
                  <a:pt x="900282" y="111171"/>
                </a:lnTo>
                <a:lnTo>
                  <a:pt x="899846" y="111192"/>
                </a:lnTo>
                <a:lnTo>
                  <a:pt x="899406" y="111206"/>
                </a:lnTo>
                <a:lnTo>
                  <a:pt x="898962" y="111210"/>
                </a:lnTo>
                <a:lnTo>
                  <a:pt x="898543" y="111206"/>
                </a:lnTo>
                <a:lnTo>
                  <a:pt x="898128" y="111192"/>
                </a:lnTo>
                <a:lnTo>
                  <a:pt x="897715" y="111171"/>
                </a:lnTo>
                <a:lnTo>
                  <a:pt x="897306" y="111140"/>
                </a:lnTo>
                <a:lnTo>
                  <a:pt x="896899" y="111101"/>
                </a:lnTo>
                <a:close/>
                <a:moveTo>
                  <a:pt x="1091344" y="129494"/>
                </a:moveTo>
                <a:lnTo>
                  <a:pt x="1092144" y="129431"/>
                </a:lnTo>
                <a:lnTo>
                  <a:pt x="1092935" y="129357"/>
                </a:lnTo>
                <a:lnTo>
                  <a:pt x="1093717" y="129270"/>
                </a:lnTo>
                <a:lnTo>
                  <a:pt x="1094489" y="129173"/>
                </a:lnTo>
                <a:lnTo>
                  <a:pt x="1095251" y="129064"/>
                </a:lnTo>
                <a:lnTo>
                  <a:pt x="1096004" y="128943"/>
                </a:lnTo>
                <a:lnTo>
                  <a:pt x="1096747" y="128811"/>
                </a:lnTo>
                <a:lnTo>
                  <a:pt x="1097481" y="128668"/>
                </a:lnTo>
                <a:lnTo>
                  <a:pt x="1098205" y="128513"/>
                </a:lnTo>
                <a:lnTo>
                  <a:pt x="1098919" y="128346"/>
                </a:lnTo>
                <a:lnTo>
                  <a:pt x="1099624" y="128168"/>
                </a:lnTo>
                <a:lnTo>
                  <a:pt x="1100319" y="127979"/>
                </a:lnTo>
                <a:lnTo>
                  <a:pt x="1101005" y="127778"/>
                </a:lnTo>
                <a:lnTo>
                  <a:pt x="1101681" y="127565"/>
                </a:lnTo>
                <a:lnTo>
                  <a:pt x="1102348" y="127341"/>
                </a:lnTo>
                <a:lnTo>
                  <a:pt x="1103005" y="127106"/>
                </a:lnTo>
                <a:lnTo>
                  <a:pt x="1103652" y="126859"/>
                </a:lnTo>
                <a:lnTo>
                  <a:pt x="1104290" y="126601"/>
                </a:lnTo>
                <a:lnTo>
                  <a:pt x="1104918" y="126331"/>
                </a:lnTo>
                <a:lnTo>
                  <a:pt x="1105536" y="126051"/>
                </a:lnTo>
                <a:lnTo>
                  <a:pt x="1106142" y="125761"/>
                </a:lnTo>
                <a:lnTo>
                  <a:pt x="1106736" y="125463"/>
                </a:lnTo>
                <a:lnTo>
                  <a:pt x="1107318" y="125156"/>
                </a:lnTo>
                <a:lnTo>
                  <a:pt x="1107889" y="124840"/>
                </a:lnTo>
                <a:lnTo>
                  <a:pt x="1108448" y="124515"/>
                </a:lnTo>
                <a:lnTo>
                  <a:pt x="1108995" y="124180"/>
                </a:lnTo>
                <a:lnTo>
                  <a:pt x="1109530" y="123837"/>
                </a:lnTo>
                <a:lnTo>
                  <a:pt x="1110054" y="123485"/>
                </a:lnTo>
                <a:lnTo>
                  <a:pt x="1110565" y="123123"/>
                </a:lnTo>
                <a:lnTo>
                  <a:pt x="1111065" y="122753"/>
                </a:lnTo>
                <a:lnTo>
                  <a:pt x="1111553" y="122374"/>
                </a:lnTo>
                <a:lnTo>
                  <a:pt x="1112030" y="121985"/>
                </a:lnTo>
                <a:lnTo>
                  <a:pt x="1112495" y="121588"/>
                </a:lnTo>
                <a:lnTo>
                  <a:pt x="1112947" y="121182"/>
                </a:lnTo>
                <a:lnTo>
                  <a:pt x="1113389" y="120766"/>
                </a:lnTo>
                <a:lnTo>
                  <a:pt x="1113818" y="120342"/>
                </a:lnTo>
                <a:lnTo>
                  <a:pt x="1114235" y="119908"/>
                </a:lnTo>
                <a:lnTo>
                  <a:pt x="1114641" y="119466"/>
                </a:lnTo>
                <a:lnTo>
                  <a:pt x="1115035" y="119014"/>
                </a:lnTo>
                <a:lnTo>
                  <a:pt x="1115418" y="118554"/>
                </a:lnTo>
                <a:lnTo>
                  <a:pt x="1115788" y="118084"/>
                </a:lnTo>
                <a:lnTo>
                  <a:pt x="1116147" y="117605"/>
                </a:lnTo>
                <a:lnTo>
                  <a:pt x="1116494" y="117118"/>
                </a:lnTo>
                <a:lnTo>
                  <a:pt x="1116828" y="116623"/>
                </a:lnTo>
                <a:lnTo>
                  <a:pt x="1117148" y="116122"/>
                </a:lnTo>
                <a:lnTo>
                  <a:pt x="1117454" y="115615"/>
                </a:lnTo>
                <a:lnTo>
                  <a:pt x="1117745" y="115103"/>
                </a:lnTo>
                <a:lnTo>
                  <a:pt x="1118023" y="114584"/>
                </a:lnTo>
                <a:lnTo>
                  <a:pt x="1118286" y="114061"/>
                </a:lnTo>
                <a:lnTo>
                  <a:pt x="1118535" y="113531"/>
                </a:lnTo>
                <a:lnTo>
                  <a:pt x="1118769" y="112995"/>
                </a:lnTo>
                <a:lnTo>
                  <a:pt x="1118990" y="112454"/>
                </a:lnTo>
                <a:lnTo>
                  <a:pt x="1119196" y="111907"/>
                </a:lnTo>
                <a:lnTo>
                  <a:pt x="1119388" y="111355"/>
                </a:lnTo>
                <a:lnTo>
                  <a:pt x="1119566" y="110797"/>
                </a:lnTo>
                <a:lnTo>
                  <a:pt x="1119729" y="110232"/>
                </a:lnTo>
                <a:lnTo>
                  <a:pt x="1119879" y="109663"/>
                </a:lnTo>
                <a:lnTo>
                  <a:pt x="1120014" y="109087"/>
                </a:lnTo>
                <a:lnTo>
                  <a:pt x="1120135" y="108506"/>
                </a:lnTo>
                <a:lnTo>
                  <a:pt x="1120241" y="107919"/>
                </a:lnTo>
                <a:lnTo>
                  <a:pt x="1120334" y="107326"/>
                </a:lnTo>
                <a:lnTo>
                  <a:pt x="1120412" y="106727"/>
                </a:lnTo>
                <a:lnTo>
                  <a:pt x="1120476" y="106123"/>
                </a:lnTo>
                <a:lnTo>
                  <a:pt x="1120526" y="105513"/>
                </a:lnTo>
                <a:lnTo>
                  <a:pt x="1120561" y="104897"/>
                </a:lnTo>
                <a:lnTo>
                  <a:pt x="1120582" y="104276"/>
                </a:lnTo>
                <a:lnTo>
                  <a:pt x="1120590" y="103648"/>
                </a:lnTo>
                <a:lnTo>
                  <a:pt x="1120583" y="102946"/>
                </a:lnTo>
                <a:lnTo>
                  <a:pt x="1120562" y="102259"/>
                </a:lnTo>
                <a:lnTo>
                  <a:pt x="1120528" y="101585"/>
                </a:lnTo>
                <a:lnTo>
                  <a:pt x="1120480" y="100925"/>
                </a:lnTo>
                <a:lnTo>
                  <a:pt x="1120419" y="100278"/>
                </a:lnTo>
                <a:lnTo>
                  <a:pt x="1120344" y="99646"/>
                </a:lnTo>
                <a:lnTo>
                  <a:pt x="1120255" y="99028"/>
                </a:lnTo>
                <a:lnTo>
                  <a:pt x="1120152" y="98424"/>
                </a:lnTo>
                <a:lnTo>
                  <a:pt x="1120036" y="97834"/>
                </a:lnTo>
                <a:lnTo>
                  <a:pt x="1119906" y="97257"/>
                </a:lnTo>
                <a:lnTo>
                  <a:pt x="1119763" y="96695"/>
                </a:lnTo>
                <a:lnTo>
                  <a:pt x="1119605" y="96146"/>
                </a:lnTo>
                <a:lnTo>
                  <a:pt x="1119434" y="95612"/>
                </a:lnTo>
                <a:lnTo>
                  <a:pt x="1119250" y="95091"/>
                </a:lnTo>
                <a:lnTo>
                  <a:pt x="1119052" y="94585"/>
                </a:lnTo>
                <a:lnTo>
                  <a:pt x="1118840" y="94092"/>
                </a:lnTo>
                <a:lnTo>
                  <a:pt x="1118614" y="93613"/>
                </a:lnTo>
                <a:lnTo>
                  <a:pt x="1118375" y="93148"/>
                </a:lnTo>
                <a:lnTo>
                  <a:pt x="1118122" y="92697"/>
                </a:lnTo>
                <a:lnTo>
                  <a:pt x="1117856" y="92261"/>
                </a:lnTo>
                <a:lnTo>
                  <a:pt x="1117575" y="91838"/>
                </a:lnTo>
                <a:lnTo>
                  <a:pt x="1117281" y="91429"/>
                </a:lnTo>
                <a:lnTo>
                  <a:pt x="1116974" y="91033"/>
                </a:lnTo>
                <a:lnTo>
                  <a:pt x="1116653" y="90652"/>
                </a:lnTo>
                <a:lnTo>
                  <a:pt x="1116319" y="90282"/>
                </a:lnTo>
                <a:lnTo>
                  <a:pt x="1115976" y="89918"/>
                </a:lnTo>
                <a:lnTo>
                  <a:pt x="1115622" y="89562"/>
                </a:lnTo>
                <a:lnTo>
                  <a:pt x="1115257" y="89213"/>
                </a:lnTo>
                <a:lnTo>
                  <a:pt x="1114882" y="88871"/>
                </a:lnTo>
                <a:lnTo>
                  <a:pt x="1114497" y="88536"/>
                </a:lnTo>
                <a:lnTo>
                  <a:pt x="1114101" y="88208"/>
                </a:lnTo>
                <a:lnTo>
                  <a:pt x="1113695" y="87887"/>
                </a:lnTo>
                <a:lnTo>
                  <a:pt x="1113279" y="87573"/>
                </a:lnTo>
                <a:lnTo>
                  <a:pt x="1112852" y="87267"/>
                </a:lnTo>
                <a:lnTo>
                  <a:pt x="1112415" y="86967"/>
                </a:lnTo>
                <a:lnTo>
                  <a:pt x="1111967" y="86675"/>
                </a:lnTo>
                <a:lnTo>
                  <a:pt x="1111509" y="86390"/>
                </a:lnTo>
                <a:lnTo>
                  <a:pt x="1111040" y="86112"/>
                </a:lnTo>
                <a:lnTo>
                  <a:pt x="1110561" y="85841"/>
                </a:lnTo>
                <a:lnTo>
                  <a:pt x="1110072" y="85577"/>
                </a:lnTo>
                <a:lnTo>
                  <a:pt x="1109573" y="85320"/>
                </a:lnTo>
                <a:lnTo>
                  <a:pt x="1109062" y="85071"/>
                </a:lnTo>
                <a:lnTo>
                  <a:pt x="1108542" y="84828"/>
                </a:lnTo>
                <a:lnTo>
                  <a:pt x="1108011" y="84593"/>
                </a:lnTo>
                <a:lnTo>
                  <a:pt x="1107470" y="84365"/>
                </a:lnTo>
                <a:lnTo>
                  <a:pt x="1106918" y="84144"/>
                </a:lnTo>
                <a:lnTo>
                  <a:pt x="1106356" y="83930"/>
                </a:lnTo>
                <a:lnTo>
                  <a:pt x="1105784" y="83723"/>
                </a:lnTo>
                <a:lnTo>
                  <a:pt x="1105202" y="83520"/>
                </a:lnTo>
                <a:lnTo>
                  <a:pt x="1104613" y="83320"/>
                </a:lnTo>
                <a:lnTo>
                  <a:pt x="1104016" y="83121"/>
                </a:lnTo>
                <a:lnTo>
                  <a:pt x="1103412" y="82924"/>
                </a:lnTo>
                <a:lnTo>
                  <a:pt x="1102800" y="82729"/>
                </a:lnTo>
                <a:lnTo>
                  <a:pt x="1102180" y="82536"/>
                </a:lnTo>
                <a:lnTo>
                  <a:pt x="1101553" y="82345"/>
                </a:lnTo>
                <a:lnTo>
                  <a:pt x="1100918" y="82156"/>
                </a:lnTo>
                <a:lnTo>
                  <a:pt x="1100275" y="81969"/>
                </a:lnTo>
                <a:lnTo>
                  <a:pt x="1099625" y="81783"/>
                </a:lnTo>
                <a:lnTo>
                  <a:pt x="1098967" y="81600"/>
                </a:lnTo>
                <a:lnTo>
                  <a:pt x="1098301" y="81418"/>
                </a:lnTo>
                <a:lnTo>
                  <a:pt x="1097628" y="81239"/>
                </a:lnTo>
                <a:lnTo>
                  <a:pt x="1096947" y="81061"/>
                </a:lnTo>
                <a:lnTo>
                  <a:pt x="1096258" y="80885"/>
                </a:lnTo>
                <a:lnTo>
                  <a:pt x="1095562" y="80712"/>
                </a:lnTo>
                <a:lnTo>
                  <a:pt x="1094858" y="80540"/>
                </a:lnTo>
                <a:lnTo>
                  <a:pt x="1094146" y="80369"/>
                </a:lnTo>
                <a:lnTo>
                  <a:pt x="1093427" y="80201"/>
                </a:lnTo>
                <a:lnTo>
                  <a:pt x="1092700" y="80035"/>
                </a:lnTo>
                <a:lnTo>
                  <a:pt x="1091966" y="79871"/>
                </a:lnTo>
                <a:lnTo>
                  <a:pt x="1091223" y="79708"/>
                </a:lnTo>
                <a:lnTo>
                  <a:pt x="1090473" y="79548"/>
                </a:lnTo>
                <a:lnTo>
                  <a:pt x="1089716" y="79389"/>
                </a:lnTo>
                <a:lnTo>
                  <a:pt x="1089286" y="79297"/>
                </a:lnTo>
                <a:lnTo>
                  <a:pt x="1088861" y="79205"/>
                </a:lnTo>
                <a:lnTo>
                  <a:pt x="1088441" y="79113"/>
                </a:lnTo>
                <a:lnTo>
                  <a:pt x="1088027" y="79020"/>
                </a:lnTo>
                <a:lnTo>
                  <a:pt x="1087619" y="78927"/>
                </a:lnTo>
                <a:lnTo>
                  <a:pt x="1087216" y="78834"/>
                </a:lnTo>
                <a:lnTo>
                  <a:pt x="1086818" y="78740"/>
                </a:lnTo>
                <a:lnTo>
                  <a:pt x="1086426" y="78647"/>
                </a:lnTo>
                <a:lnTo>
                  <a:pt x="1086040" y="78553"/>
                </a:lnTo>
                <a:lnTo>
                  <a:pt x="1085658" y="78458"/>
                </a:lnTo>
                <a:lnTo>
                  <a:pt x="1085283" y="78364"/>
                </a:lnTo>
                <a:lnTo>
                  <a:pt x="1084912" y="78269"/>
                </a:lnTo>
                <a:lnTo>
                  <a:pt x="1084548" y="78173"/>
                </a:lnTo>
                <a:lnTo>
                  <a:pt x="1084188" y="78078"/>
                </a:lnTo>
                <a:lnTo>
                  <a:pt x="1083834" y="77982"/>
                </a:lnTo>
                <a:lnTo>
                  <a:pt x="1083486" y="77886"/>
                </a:lnTo>
                <a:lnTo>
                  <a:pt x="1083143" y="77790"/>
                </a:lnTo>
                <a:lnTo>
                  <a:pt x="1082805" y="77693"/>
                </a:lnTo>
                <a:lnTo>
                  <a:pt x="1082473" y="77597"/>
                </a:lnTo>
                <a:lnTo>
                  <a:pt x="1082147" y="77500"/>
                </a:lnTo>
                <a:lnTo>
                  <a:pt x="1081826" y="77402"/>
                </a:lnTo>
                <a:lnTo>
                  <a:pt x="1081510" y="77304"/>
                </a:lnTo>
                <a:lnTo>
                  <a:pt x="1081200" y="77207"/>
                </a:lnTo>
                <a:lnTo>
                  <a:pt x="1080895" y="77108"/>
                </a:lnTo>
                <a:lnTo>
                  <a:pt x="1080596" y="77009"/>
                </a:lnTo>
                <a:lnTo>
                  <a:pt x="1080303" y="76907"/>
                </a:lnTo>
                <a:lnTo>
                  <a:pt x="1080015" y="76804"/>
                </a:lnTo>
                <a:lnTo>
                  <a:pt x="1079733" y="76699"/>
                </a:lnTo>
                <a:lnTo>
                  <a:pt x="1079457" y="76592"/>
                </a:lnTo>
                <a:lnTo>
                  <a:pt x="1079187" y="76483"/>
                </a:lnTo>
                <a:lnTo>
                  <a:pt x="1078923" y="76372"/>
                </a:lnTo>
                <a:lnTo>
                  <a:pt x="1078664" y="76259"/>
                </a:lnTo>
                <a:lnTo>
                  <a:pt x="1078411" y="76144"/>
                </a:lnTo>
                <a:lnTo>
                  <a:pt x="1078164" y="76027"/>
                </a:lnTo>
                <a:lnTo>
                  <a:pt x="1077922" y="75909"/>
                </a:lnTo>
                <a:lnTo>
                  <a:pt x="1077686" y="75788"/>
                </a:lnTo>
                <a:lnTo>
                  <a:pt x="1077456" y="75666"/>
                </a:lnTo>
                <a:lnTo>
                  <a:pt x="1077232" y="75541"/>
                </a:lnTo>
                <a:lnTo>
                  <a:pt x="1077013" y="75415"/>
                </a:lnTo>
                <a:lnTo>
                  <a:pt x="1076800" y="75287"/>
                </a:lnTo>
                <a:lnTo>
                  <a:pt x="1076593" y="75157"/>
                </a:lnTo>
                <a:lnTo>
                  <a:pt x="1076392" y="75025"/>
                </a:lnTo>
                <a:lnTo>
                  <a:pt x="1076196" y="74891"/>
                </a:lnTo>
                <a:lnTo>
                  <a:pt x="1076006" y="74755"/>
                </a:lnTo>
                <a:lnTo>
                  <a:pt x="1075822" y="74617"/>
                </a:lnTo>
                <a:lnTo>
                  <a:pt x="1075644" y="74478"/>
                </a:lnTo>
                <a:lnTo>
                  <a:pt x="1075471" y="74336"/>
                </a:lnTo>
                <a:lnTo>
                  <a:pt x="1075304" y="74193"/>
                </a:lnTo>
                <a:lnTo>
                  <a:pt x="1075144" y="74048"/>
                </a:lnTo>
                <a:lnTo>
                  <a:pt x="1074990" y="73901"/>
                </a:lnTo>
                <a:lnTo>
                  <a:pt x="1074843" y="73752"/>
                </a:lnTo>
                <a:lnTo>
                  <a:pt x="1074703" y="73602"/>
                </a:lnTo>
                <a:lnTo>
                  <a:pt x="1074570" y="73450"/>
                </a:lnTo>
                <a:lnTo>
                  <a:pt x="1074443" y="73297"/>
                </a:lnTo>
                <a:lnTo>
                  <a:pt x="1074323" y="73142"/>
                </a:lnTo>
                <a:lnTo>
                  <a:pt x="1074211" y="72985"/>
                </a:lnTo>
                <a:lnTo>
                  <a:pt x="1074105" y="72827"/>
                </a:lnTo>
                <a:lnTo>
                  <a:pt x="1074006" y="72666"/>
                </a:lnTo>
                <a:lnTo>
                  <a:pt x="1073913" y="72505"/>
                </a:lnTo>
                <a:lnTo>
                  <a:pt x="1073828" y="72341"/>
                </a:lnTo>
                <a:lnTo>
                  <a:pt x="1073749" y="72177"/>
                </a:lnTo>
                <a:lnTo>
                  <a:pt x="1073678" y="72010"/>
                </a:lnTo>
                <a:lnTo>
                  <a:pt x="1073613" y="71842"/>
                </a:lnTo>
                <a:lnTo>
                  <a:pt x="1073554" y="71672"/>
                </a:lnTo>
                <a:lnTo>
                  <a:pt x="1073503" y="71500"/>
                </a:lnTo>
                <a:lnTo>
                  <a:pt x="1073459" y="71327"/>
                </a:lnTo>
                <a:lnTo>
                  <a:pt x="1073421" y="71152"/>
                </a:lnTo>
                <a:lnTo>
                  <a:pt x="1073390" y="70976"/>
                </a:lnTo>
                <a:lnTo>
                  <a:pt x="1073367" y="70798"/>
                </a:lnTo>
                <a:lnTo>
                  <a:pt x="1073349" y="70618"/>
                </a:lnTo>
                <a:lnTo>
                  <a:pt x="1073339" y="70436"/>
                </a:lnTo>
                <a:lnTo>
                  <a:pt x="1073336" y="70253"/>
                </a:lnTo>
                <a:lnTo>
                  <a:pt x="1073341" y="69980"/>
                </a:lnTo>
                <a:lnTo>
                  <a:pt x="1073357" y="69711"/>
                </a:lnTo>
                <a:lnTo>
                  <a:pt x="1073383" y="69446"/>
                </a:lnTo>
                <a:lnTo>
                  <a:pt x="1073419" y="69186"/>
                </a:lnTo>
                <a:lnTo>
                  <a:pt x="1073466" y="68930"/>
                </a:lnTo>
                <a:lnTo>
                  <a:pt x="1073523" y="68678"/>
                </a:lnTo>
                <a:lnTo>
                  <a:pt x="1073590" y="68431"/>
                </a:lnTo>
                <a:lnTo>
                  <a:pt x="1073668" y="68188"/>
                </a:lnTo>
                <a:lnTo>
                  <a:pt x="1073757" y="67950"/>
                </a:lnTo>
                <a:lnTo>
                  <a:pt x="1073855" y="67716"/>
                </a:lnTo>
                <a:lnTo>
                  <a:pt x="1073964" y="67486"/>
                </a:lnTo>
                <a:lnTo>
                  <a:pt x="1074084" y="67261"/>
                </a:lnTo>
                <a:lnTo>
                  <a:pt x="1074214" y="67040"/>
                </a:lnTo>
                <a:lnTo>
                  <a:pt x="1074354" y="66823"/>
                </a:lnTo>
                <a:lnTo>
                  <a:pt x="1074505" y="66611"/>
                </a:lnTo>
                <a:lnTo>
                  <a:pt x="1074666" y="66403"/>
                </a:lnTo>
                <a:lnTo>
                  <a:pt x="1074837" y="66200"/>
                </a:lnTo>
                <a:lnTo>
                  <a:pt x="1075019" y="66001"/>
                </a:lnTo>
                <a:lnTo>
                  <a:pt x="1075211" y="65806"/>
                </a:lnTo>
                <a:lnTo>
                  <a:pt x="1075414" y="65616"/>
                </a:lnTo>
                <a:lnTo>
                  <a:pt x="1075627" y="65430"/>
                </a:lnTo>
                <a:lnTo>
                  <a:pt x="1075850" y="65248"/>
                </a:lnTo>
                <a:lnTo>
                  <a:pt x="1076084" y="65071"/>
                </a:lnTo>
                <a:lnTo>
                  <a:pt x="1076328" y="64898"/>
                </a:lnTo>
                <a:lnTo>
                  <a:pt x="1076582" y="64731"/>
                </a:lnTo>
                <a:lnTo>
                  <a:pt x="1076846" y="64571"/>
                </a:lnTo>
                <a:lnTo>
                  <a:pt x="1077118" y="64418"/>
                </a:lnTo>
                <a:lnTo>
                  <a:pt x="1077400" y="64273"/>
                </a:lnTo>
                <a:lnTo>
                  <a:pt x="1077691" y="64134"/>
                </a:lnTo>
                <a:lnTo>
                  <a:pt x="1077992" y="64002"/>
                </a:lnTo>
                <a:lnTo>
                  <a:pt x="1078302" y="63878"/>
                </a:lnTo>
                <a:lnTo>
                  <a:pt x="1078621" y="63761"/>
                </a:lnTo>
                <a:lnTo>
                  <a:pt x="1078949" y="63650"/>
                </a:lnTo>
                <a:lnTo>
                  <a:pt x="1079287" y="63547"/>
                </a:lnTo>
                <a:lnTo>
                  <a:pt x="1079634" y="63451"/>
                </a:lnTo>
                <a:lnTo>
                  <a:pt x="1079990" y="63362"/>
                </a:lnTo>
                <a:lnTo>
                  <a:pt x="1080356" y="63281"/>
                </a:lnTo>
                <a:lnTo>
                  <a:pt x="1080730" y="63206"/>
                </a:lnTo>
                <a:lnTo>
                  <a:pt x="1081115" y="63138"/>
                </a:lnTo>
                <a:lnTo>
                  <a:pt x="1081508" y="63078"/>
                </a:lnTo>
                <a:lnTo>
                  <a:pt x="1081911" y="63025"/>
                </a:lnTo>
                <a:lnTo>
                  <a:pt x="1082323" y="62978"/>
                </a:lnTo>
                <a:lnTo>
                  <a:pt x="1082744" y="62939"/>
                </a:lnTo>
                <a:lnTo>
                  <a:pt x="1083175" y="62907"/>
                </a:lnTo>
                <a:lnTo>
                  <a:pt x="1083615" y="62882"/>
                </a:lnTo>
                <a:lnTo>
                  <a:pt x="1084064" y="62865"/>
                </a:lnTo>
                <a:lnTo>
                  <a:pt x="1084523" y="62854"/>
                </a:lnTo>
                <a:lnTo>
                  <a:pt x="1084991" y="62850"/>
                </a:lnTo>
                <a:lnTo>
                  <a:pt x="1085433" y="62854"/>
                </a:lnTo>
                <a:lnTo>
                  <a:pt x="1085869" y="62865"/>
                </a:lnTo>
                <a:lnTo>
                  <a:pt x="1086297" y="62884"/>
                </a:lnTo>
                <a:lnTo>
                  <a:pt x="1086717" y="62910"/>
                </a:lnTo>
                <a:lnTo>
                  <a:pt x="1087130" y="62943"/>
                </a:lnTo>
                <a:lnTo>
                  <a:pt x="1087536" y="62983"/>
                </a:lnTo>
                <a:lnTo>
                  <a:pt x="1087935" y="63031"/>
                </a:lnTo>
                <a:lnTo>
                  <a:pt x="1088326" y="63087"/>
                </a:lnTo>
                <a:lnTo>
                  <a:pt x="1088709" y="63150"/>
                </a:lnTo>
                <a:lnTo>
                  <a:pt x="1089085" y="63220"/>
                </a:lnTo>
                <a:lnTo>
                  <a:pt x="1089454" y="63297"/>
                </a:lnTo>
                <a:lnTo>
                  <a:pt x="1089816" y="63382"/>
                </a:lnTo>
                <a:lnTo>
                  <a:pt x="1090170" y="63475"/>
                </a:lnTo>
                <a:lnTo>
                  <a:pt x="1090516" y="63574"/>
                </a:lnTo>
                <a:lnTo>
                  <a:pt x="1090856" y="63681"/>
                </a:lnTo>
                <a:lnTo>
                  <a:pt x="1091187" y="63796"/>
                </a:lnTo>
                <a:lnTo>
                  <a:pt x="1091512" y="63918"/>
                </a:lnTo>
                <a:lnTo>
                  <a:pt x="1091829" y="64047"/>
                </a:lnTo>
                <a:lnTo>
                  <a:pt x="1092139" y="64184"/>
                </a:lnTo>
                <a:lnTo>
                  <a:pt x="1092441" y="64328"/>
                </a:lnTo>
                <a:lnTo>
                  <a:pt x="1092736" y="64479"/>
                </a:lnTo>
                <a:lnTo>
                  <a:pt x="1093023" y="64638"/>
                </a:lnTo>
                <a:lnTo>
                  <a:pt x="1093303" y="64804"/>
                </a:lnTo>
                <a:lnTo>
                  <a:pt x="1093576" y="64978"/>
                </a:lnTo>
                <a:lnTo>
                  <a:pt x="1093841" y="65157"/>
                </a:lnTo>
                <a:lnTo>
                  <a:pt x="1094098" y="65343"/>
                </a:lnTo>
                <a:lnTo>
                  <a:pt x="1094347" y="65533"/>
                </a:lnTo>
                <a:lnTo>
                  <a:pt x="1094589" y="65728"/>
                </a:lnTo>
                <a:lnTo>
                  <a:pt x="1094822" y="65929"/>
                </a:lnTo>
                <a:lnTo>
                  <a:pt x="1095047" y="66135"/>
                </a:lnTo>
                <a:lnTo>
                  <a:pt x="1095265" y="66346"/>
                </a:lnTo>
                <a:lnTo>
                  <a:pt x="1095475" y="66562"/>
                </a:lnTo>
                <a:lnTo>
                  <a:pt x="1095676" y="66783"/>
                </a:lnTo>
                <a:lnTo>
                  <a:pt x="1095870" y="67010"/>
                </a:lnTo>
                <a:lnTo>
                  <a:pt x="1096056" y="67242"/>
                </a:lnTo>
                <a:lnTo>
                  <a:pt x="1096234" y="67478"/>
                </a:lnTo>
                <a:lnTo>
                  <a:pt x="1096404" y="67721"/>
                </a:lnTo>
                <a:lnTo>
                  <a:pt x="1096566" y="67968"/>
                </a:lnTo>
                <a:lnTo>
                  <a:pt x="1096720" y="68221"/>
                </a:lnTo>
                <a:lnTo>
                  <a:pt x="1096866" y="68478"/>
                </a:lnTo>
                <a:lnTo>
                  <a:pt x="1097005" y="68741"/>
                </a:lnTo>
                <a:lnTo>
                  <a:pt x="1097135" y="69009"/>
                </a:lnTo>
                <a:lnTo>
                  <a:pt x="1097257" y="69283"/>
                </a:lnTo>
                <a:lnTo>
                  <a:pt x="1097372" y="69561"/>
                </a:lnTo>
                <a:lnTo>
                  <a:pt x="1097479" y="69845"/>
                </a:lnTo>
                <a:lnTo>
                  <a:pt x="1097577" y="70134"/>
                </a:lnTo>
                <a:lnTo>
                  <a:pt x="1097668" y="70428"/>
                </a:lnTo>
                <a:lnTo>
                  <a:pt x="1097751" y="70727"/>
                </a:lnTo>
                <a:lnTo>
                  <a:pt x="1117756" y="70727"/>
                </a:lnTo>
                <a:lnTo>
                  <a:pt x="1117613" y="69790"/>
                </a:lnTo>
                <a:lnTo>
                  <a:pt x="1117446" y="68870"/>
                </a:lnTo>
                <a:lnTo>
                  <a:pt x="1117256" y="67968"/>
                </a:lnTo>
                <a:lnTo>
                  <a:pt x="1117042" y="67082"/>
                </a:lnTo>
                <a:lnTo>
                  <a:pt x="1116805" y="66213"/>
                </a:lnTo>
                <a:lnTo>
                  <a:pt x="1116544" y="65361"/>
                </a:lnTo>
                <a:lnTo>
                  <a:pt x="1116260" y="64526"/>
                </a:lnTo>
                <a:lnTo>
                  <a:pt x="1115952" y="63708"/>
                </a:lnTo>
                <a:lnTo>
                  <a:pt x="1115621" y="62907"/>
                </a:lnTo>
                <a:lnTo>
                  <a:pt x="1115266" y="62123"/>
                </a:lnTo>
                <a:lnTo>
                  <a:pt x="1114888" y="61356"/>
                </a:lnTo>
                <a:lnTo>
                  <a:pt x="1114486" y="60606"/>
                </a:lnTo>
                <a:lnTo>
                  <a:pt x="1114061" y="59872"/>
                </a:lnTo>
                <a:lnTo>
                  <a:pt x="1113612" y="59156"/>
                </a:lnTo>
                <a:lnTo>
                  <a:pt x="1113140" y="58457"/>
                </a:lnTo>
                <a:lnTo>
                  <a:pt x="1112644" y="57774"/>
                </a:lnTo>
                <a:lnTo>
                  <a:pt x="1112125" y="57109"/>
                </a:lnTo>
                <a:lnTo>
                  <a:pt x="1111582" y="56461"/>
                </a:lnTo>
                <a:lnTo>
                  <a:pt x="1111016" y="55829"/>
                </a:lnTo>
                <a:lnTo>
                  <a:pt x="1110426" y="55215"/>
                </a:lnTo>
                <a:lnTo>
                  <a:pt x="1109813" y="54617"/>
                </a:lnTo>
                <a:lnTo>
                  <a:pt x="1109176" y="54037"/>
                </a:lnTo>
                <a:lnTo>
                  <a:pt x="1108515" y="53473"/>
                </a:lnTo>
                <a:lnTo>
                  <a:pt x="1107832" y="52926"/>
                </a:lnTo>
                <a:lnTo>
                  <a:pt x="1107126" y="52399"/>
                </a:lnTo>
                <a:lnTo>
                  <a:pt x="1106399" y="51895"/>
                </a:lnTo>
                <a:lnTo>
                  <a:pt x="1105651" y="51413"/>
                </a:lnTo>
                <a:lnTo>
                  <a:pt x="1104883" y="50953"/>
                </a:lnTo>
                <a:lnTo>
                  <a:pt x="1104094" y="50516"/>
                </a:lnTo>
                <a:lnTo>
                  <a:pt x="1103284" y="50101"/>
                </a:lnTo>
                <a:lnTo>
                  <a:pt x="1102453" y="49708"/>
                </a:lnTo>
                <a:lnTo>
                  <a:pt x="1101601" y="49338"/>
                </a:lnTo>
                <a:lnTo>
                  <a:pt x="1100729" y="48991"/>
                </a:lnTo>
                <a:lnTo>
                  <a:pt x="1099836" y="48665"/>
                </a:lnTo>
                <a:lnTo>
                  <a:pt x="1098922" y="48363"/>
                </a:lnTo>
                <a:lnTo>
                  <a:pt x="1097987" y="48082"/>
                </a:lnTo>
                <a:lnTo>
                  <a:pt x="1097032" y="47825"/>
                </a:lnTo>
                <a:lnTo>
                  <a:pt x="1096055" y="47589"/>
                </a:lnTo>
                <a:lnTo>
                  <a:pt x="1095058" y="47376"/>
                </a:lnTo>
                <a:lnTo>
                  <a:pt x="1094040" y="47185"/>
                </a:lnTo>
                <a:lnTo>
                  <a:pt x="1093002" y="47017"/>
                </a:lnTo>
                <a:lnTo>
                  <a:pt x="1091942" y="46872"/>
                </a:lnTo>
                <a:lnTo>
                  <a:pt x="1090862" y="46748"/>
                </a:lnTo>
                <a:lnTo>
                  <a:pt x="1089761" y="46647"/>
                </a:lnTo>
                <a:lnTo>
                  <a:pt x="1088639" y="46569"/>
                </a:lnTo>
                <a:lnTo>
                  <a:pt x="1087497" y="46513"/>
                </a:lnTo>
                <a:lnTo>
                  <a:pt x="1086333" y="46479"/>
                </a:lnTo>
                <a:lnTo>
                  <a:pt x="1085149" y="46468"/>
                </a:lnTo>
                <a:lnTo>
                  <a:pt x="1084301" y="46474"/>
                </a:lnTo>
                <a:lnTo>
                  <a:pt x="1083463" y="46491"/>
                </a:lnTo>
                <a:lnTo>
                  <a:pt x="1082636" y="46520"/>
                </a:lnTo>
                <a:lnTo>
                  <a:pt x="1081819" y="46560"/>
                </a:lnTo>
                <a:lnTo>
                  <a:pt x="1081013" y="46612"/>
                </a:lnTo>
                <a:lnTo>
                  <a:pt x="1080217" y="46675"/>
                </a:lnTo>
                <a:lnTo>
                  <a:pt x="1079431" y="46749"/>
                </a:lnTo>
                <a:lnTo>
                  <a:pt x="1078656" y="46836"/>
                </a:lnTo>
                <a:lnTo>
                  <a:pt x="1077891" y="46933"/>
                </a:lnTo>
                <a:lnTo>
                  <a:pt x="1077136" y="47042"/>
                </a:lnTo>
                <a:lnTo>
                  <a:pt x="1076392" y="47163"/>
                </a:lnTo>
                <a:lnTo>
                  <a:pt x="1075658" y="47295"/>
                </a:lnTo>
                <a:lnTo>
                  <a:pt x="1074935" y="47439"/>
                </a:lnTo>
                <a:lnTo>
                  <a:pt x="1074222" y="47594"/>
                </a:lnTo>
                <a:lnTo>
                  <a:pt x="1073519" y="47761"/>
                </a:lnTo>
                <a:lnTo>
                  <a:pt x="1072827" y="47939"/>
                </a:lnTo>
                <a:lnTo>
                  <a:pt x="1072145" y="48128"/>
                </a:lnTo>
                <a:lnTo>
                  <a:pt x="1071474" y="48330"/>
                </a:lnTo>
                <a:lnTo>
                  <a:pt x="1070813" y="48542"/>
                </a:lnTo>
                <a:lnTo>
                  <a:pt x="1070162" y="48766"/>
                </a:lnTo>
                <a:lnTo>
                  <a:pt x="1069522" y="49002"/>
                </a:lnTo>
                <a:lnTo>
                  <a:pt x="1068892" y="49249"/>
                </a:lnTo>
                <a:lnTo>
                  <a:pt x="1068272" y="49507"/>
                </a:lnTo>
                <a:lnTo>
                  <a:pt x="1067663" y="49778"/>
                </a:lnTo>
                <a:lnTo>
                  <a:pt x="1067066" y="50057"/>
                </a:lnTo>
                <a:lnTo>
                  <a:pt x="1066480" y="50345"/>
                </a:lnTo>
                <a:lnTo>
                  <a:pt x="1065906" y="50640"/>
                </a:lnTo>
                <a:lnTo>
                  <a:pt x="1065345" y="50943"/>
                </a:lnTo>
                <a:lnTo>
                  <a:pt x="1064795" y="51255"/>
                </a:lnTo>
                <a:lnTo>
                  <a:pt x="1064258" y="51574"/>
                </a:lnTo>
                <a:lnTo>
                  <a:pt x="1063732" y="51901"/>
                </a:lnTo>
                <a:lnTo>
                  <a:pt x="1063219" y="52236"/>
                </a:lnTo>
                <a:lnTo>
                  <a:pt x="1062717" y="52579"/>
                </a:lnTo>
                <a:lnTo>
                  <a:pt x="1062228" y="52930"/>
                </a:lnTo>
                <a:lnTo>
                  <a:pt x="1061750" y="53289"/>
                </a:lnTo>
                <a:lnTo>
                  <a:pt x="1061285" y="53656"/>
                </a:lnTo>
                <a:lnTo>
                  <a:pt x="1060832" y="54031"/>
                </a:lnTo>
                <a:lnTo>
                  <a:pt x="1060390" y="54414"/>
                </a:lnTo>
                <a:lnTo>
                  <a:pt x="1059961" y="54805"/>
                </a:lnTo>
                <a:lnTo>
                  <a:pt x="1059544" y="55203"/>
                </a:lnTo>
                <a:lnTo>
                  <a:pt x="1059138" y="55610"/>
                </a:lnTo>
                <a:lnTo>
                  <a:pt x="1058745" y="56024"/>
                </a:lnTo>
                <a:lnTo>
                  <a:pt x="1058364" y="56447"/>
                </a:lnTo>
                <a:lnTo>
                  <a:pt x="1057995" y="56877"/>
                </a:lnTo>
                <a:lnTo>
                  <a:pt x="1057638" y="57315"/>
                </a:lnTo>
                <a:lnTo>
                  <a:pt x="1057292" y="57762"/>
                </a:lnTo>
                <a:lnTo>
                  <a:pt x="1056959" y="58216"/>
                </a:lnTo>
                <a:lnTo>
                  <a:pt x="1056638" y="58678"/>
                </a:lnTo>
                <a:lnTo>
                  <a:pt x="1056330" y="59146"/>
                </a:lnTo>
                <a:lnTo>
                  <a:pt x="1056034" y="59620"/>
                </a:lnTo>
                <a:lnTo>
                  <a:pt x="1055752" y="60099"/>
                </a:lnTo>
                <a:lnTo>
                  <a:pt x="1055483" y="60583"/>
                </a:lnTo>
                <a:lnTo>
                  <a:pt x="1055227" y="61072"/>
                </a:lnTo>
                <a:lnTo>
                  <a:pt x="1054984" y="61567"/>
                </a:lnTo>
                <a:lnTo>
                  <a:pt x="1054754" y="62066"/>
                </a:lnTo>
                <a:lnTo>
                  <a:pt x="1054538" y="62571"/>
                </a:lnTo>
                <a:lnTo>
                  <a:pt x="1054334" y="63081"/>
                </a:lnTo>
                <a:lnTo>
                  <a:pt x="1054144" y="63597"/>
                </a:lnTo>
                <a:lnTo>
                  <a:pt x="1053967" y="64117"/>
                </a:lnTo>
                <a:lnTo>
                  <a:pt x="1053803" y="64643"/>
                </a:lnTo>
                <a:lnTo>
                  <a:pt x="1053652" y="65174"/>
                </a:lnTo>
                <a:lnTo>
                  <a:pt x="1053514" y="65710"/>
                </a:lnTo>
                <a:lnTo>
                  <a:pt x="1053389" y="66251"/>
                </a:lnTo>
                <a:lnTo>
                  <a:pt x="1053278" y="66798"/>
                </a:lnTo>
                <a:lnTo>
                  <a:pt x="1053179" y="67349"/>
                </a:lnTo>
                <a:lnTo>
                  <a:pt x="1053094" y="67906"/>
                </a:lnTo>
                <a:lnTo>
                  <a:pt x="1053022" y="68468"/>
                </a:lnTo>
                <a:lnTo>
                  <a:pt x="1052963" y="69036"/>
                </a:lnTo>
                <a:lnTo>
                  <a:pt x="1052917" y="69608"/>
                </a:lnTo>
                <a:lnTo>
                  <a:pt x="1052884" y="70186"/>
                </a:lnTo>
                <a:lnTo>
                  <a:pt x="1052864" y="70769"/>
                </a:lnTo>
                <a:lnTo>
                  <a:pt x="1052858" y="71357"/>
                </a:lnTo>
                <a:lnTo>
                  <a:pt x="1052862" y="71839"/>
                </a:lnTo>
                <a:lnTo>
                  <a:pt x="1052875" y="72315"/>
                </a:lnTo>
                <a:lnTo>
                  <a:pt x="1052897" y="72784"/>
                </a:lnTo>
                <a:lnTo>
                  <a:pt x="1052927" y="73247"/>
                </a:lnTo>
                <a:lnTo>
                  <a:pt x="1052967" y="73703"/>
                </a:lnTo>
                <a:lnTo>
                  <a:pt x="1053015" y="74153"/>
                </a:lnTo>
                <a:lnTo>
                  <a:pt x="1053072" y="74596"/>
                </a:lnTo>
                <a:lnTo>
                  <a:pt x="1053137" y="75032"/>
                </a:lnTo>
                <a:lnTo>
                  <a:pt x="1053212" y="75462"/>
                </a:lnTo>
                <a:lnTo>
                  <a:pt x="1053295" y="75886"/>
                </a:lnTo>
                <a:lnTo>
                  <a:pt x="1053387" y="76303"/>
                </a:lnTo>
                <a:lnTo>
                  <a:pt x="1053487" y="76713"/>
                </a:lnTo>
                <a:lnTo>
                  <a:pt x="1053597" y="77117"/>
                </a:lnTo>
                <a:lnTo>
                  <a:pt x="1053715" y="77514"/>
                </a:lnTo>
                <a:lnTo>
                  <a:pt x="1053841" y="77904"/>
                </a:lnTo>
                <a:lnTo>
                  <a:pt x="1053977" y="78288"/>
                </a:lnTo>
                <a:lnTo>
                  <a:pt x="1054121" y="78666"/>
                </a:lnTo>
                <a:lnTo>
                  <a:pt x="1054274" y="79037"/>
                </a:lnTo>
                <a:lnTo>
                  <a:pt x="1054436" y="79401"/>
                </a:lnTo>
                <a:lnTo>
                  <a:pt x="1054607" y="79759"/>
                </a:lnTo>
                <a:lnTo>
                  <a:pt x="1054786" y="80110"/>
                </a:lnTo>
                <a:lnTo>
                  <a:pt x="1054974" y="80455"/>
                </a:lnTo>
                <a:lnTo>
                  <a:pt x="1055171" y="80793"/>
                </a:lnTo>
                <a:lnTo>
                  <a:pt x="1055376" y="81125"/>
                </a:lnTo>
                <a:lnTo>
                  <a:pt x="1055590" y="81450"/>
                </a:lnTo>
                <a:lnTo>
                  <a:pt x="1055809" y="81771"/>
                </a:lnTo>
                <a:lnTo>
                  <a:pt x="1056034" y="82087"/>
                </a:lnTo>
                <a:lnTo>
                  <a:pt x="1056265" y="82398"/>
                </a:lnTo>
                <a:lnTo>
                  <a:pt x="1056502" y="82704"/>
                </a:lnTo>
                <a:lnTo>
                  <a:pt x="1056745" y="83005"/>
                </a:lnTo>
                <a:lnTo>
                  <a:pt x="1056994" y="83301"/>
                </a:lnTo>
                <a:lnTo>
                  <a:pt x="1057250" y="83592"/>
                </a:lnTo>
                <a:lnTo>
                  <a:pt x="1057511" y="83878"/>
                </a:lnTo>
                <a:lnTo>
                  <a:pt x="1057778" y="84160"/>
                </a:lnTo>
                <a:lnTo>
                  <a:pt x="1058051" y="84436"/>
                </a:lnTo>
                <a:lnTo>
                  <a:pt x="1058330" y="84708"/>
                </a:lnTo>
                <a:lnTo>
                  <a:pt x="1058616" y="84974"/>
                </a:lnTo>
                <a:lnTo>
                  <a:pt x="1058907" y="85236"/>
                </a:lnTo>
                <a:lnTo>
                  <a:pt x="1059204" y="85493"/>
                </a:lnTo>
                <a:lnTo>
                  <a:pt x="1059507" y="85745"/>
                </a:lnTo>
                <a:lnTo>
                  <a:pt x="1059817" y="85992"/>
                </a:lnTo>
                <a:lnTo>
                  <a:pt x="1060132" y="86234"/>
                </a:lnTo>
                <a:lnTo>
                  <a:pt x="1060453" y="86471"/>
                </a:lnTo>
                <a:lnTo>
                  <a:pt x="1060780" y="86703"/>
                </a:lnTo>
                <a:lnTo>
                  <a:pt x="1061114" y="86931"/>
                </a:lnTo>
                <a:lnTo>
                  <a:pt x="1061453" y="87153"/>
                </a:lnTo>
                <a:lnTo>
                  <a:pt x="1061798" y="87370"/>
                </a:lnTo>
                <a:lnTo>
                  <a:pt x="1062150" y="87583"/>
                </a:lnTo>
                <a:lnTo>
                  <a:pt x="1062506" y="87791"/>
                </a:lnTo>
                <a:lnTo>
                  <a:pt x="1062867" y="87997"/>
                </a:lnTo>
                <a:lnTo>
                  <a:pt x="1063232" y="88199"/>
                </a:lnTo>
                <a:lnTo>
                  <a:pt x="1063601" y="88399"/>
                </a:lnTo>
                <a:lnTo>
                  <a:pt x="1063973" y="88595"/>
                </a:lnTo>
                <a:lnTo>
                  <a:pt x="1064351" y="88788"/>
                </a:lnTo>
                <a:lnTo>
                  <a:pt x="1064732" y="88979"/>
                </a:lnTo>
                <a:lnTo>
                  <a:pt x="1065117" y="89166"/>
                </a:lnTo>
                <a:lnTo>
                  <a:pt x="1065506" y="89351"/>
                </a:lnTo>
                <a:lnTo>
                  <a:pt x="1065900" y="89532"/>
                </a:lnTo>
                <a:lnTo>
                  <a:pt x="1066297" y="89710"/>
                </a:lnTo>
                <a:lnTo>
                  <a:pt x="1066699" y="89886"/>
                </a:lnTo>
                <a:lnTo>
                  <a:pt x="1067105" y="90058"/>
                </a:lnTo>
                <a:lnTo>
                  <a:pt x="1067515" y="90227"/>
                </a:lnTo>
                <a:lnTo>
                  <a:pt x="1067928" y="90394"/>
                </a:lnTo>
                <a:lnTo>
                  <a:pt x="1068347" y="90557"/>
                </a:lnTo>
                <a:lnTo>
                  <a:pt x="1068769" y="90717"/>
                </a:lnTo>
                <a:lnTo>
                  <a:pt x="1069195" y="90875"/>
                </a:lnTo>
                <a:lnTo>
                  <a:pt x="1069625" y="91029"/>
                </a:lnTo>
                <a:lnTo>
                  <a:pt x="1070060" y="91180"/>
                </a:lnTo>
                <a:lnTo>
                  <a:pt x="1070498" y="91329"/>
                </a:lnTo>
                <a:lnTo>
                  <a:pt x="1070941" y="91474"/>
                </a:lnTo>
                <a:lnTo>
                  <a:pt x="1071388" y="91616"/>
                </a:lnTo>
                <a:lnTo>
                  <a:pt x="1071838" y="91756"/>
                </a:lnTo>
                <a:lnTo>
                  <a:pt x="1072292" y="91892"/>
                </a:lnTo>
                <a:lnTo>
                  <a:pt x="1072746" y="92027"/>
                </a:lnTo>
                <a:lnTo>
                  <a:pt x="1073201" y="92160"/>
                </a:lnTo>
                <a:lnTo>
                  <a:pt x="1073656" y="92291"/>
                </a:lnTo>
                <a:lnTo>
                  <a:pt x="1074113" y="92421"/>
                </a:lnTo>
                <a:lnTo>
                  <a:pt x="1074570" y="92548"/>
                </a:lnTo>
                <a:lnTo>
                  <a:pt x="1075028" y="92673"/>
                </a:lnTo>
                <a:lnTo>
                  <a:pt x="1075487" y="92797"/>
                </a:lnTo>
                <a:lnTo>
                  <a:pt x="1075947" y="92918"/>
                </a:lnTo>
                <a:lnTo>
                  <a:pt x="1076408" y="93038"/>
                </a:lnTo>
                <a:lnTo>
                  <a:pt x="1076869" y="93156"/>
                </a:lnTo>
                <a:lnTo>
                  <a:pt x="1077332" y="93272"/>
                </a:lnTo>
                <a:lnTo>
                  <a:pt x="1077795" y="93386"/>
                </a:lnTo>
                <a:lnTo>
                  <a:pt x="1078259" y="93498"/>
                </a:lnTo>
                <a:lnTo>
                  <a:pt x="1078723" y="93608"/>
                </a:lnTo>
                <a:lnTo>
                  <a:pt x="1079189" y="93716"/>
                </a:lnTo>
                <a:lnTo>
                  <a:pt x="1079655" y="93822"/>
                </a:lnTo>
                <a:lnTo>
                  <a:pt x="1080122" y="93926"/>
                </a:lnTo>
                <a:lnTo>
                  <a:pt x="1080590" y="94029"/>
                </a:lnTo>
                <a:lnTo>
                  <a:pt x="1081059" y="94129"/>
                </a:lnTo>
                <a:lnTo>
                  <a:pt x="1081529" y="94228"/>
                </a:lnTo>
                <a:lnTo>
                  <a:pt x="1081999" y="94325"/>
                </a:lnTo>
                <a:lnTo>
                  <a:pt x="1082471" y="94420"/>
                </a:lnTo>
                <a:lnTo>
                  <a:pt x="1082943" y="94512"/>
                </a:lnTo>
                <a:lnTo>
                  <a:pt x="1083373" y="94604"/>
                </a:lnTo>
                <a:lnTo>
                  <a:pt x="1083798" y="94696"/>
                </a:lnTo>
                <a:lnTo>
                  <a:pt x="1084218" y="94788"/>
                </a:lnTo>
                <a:lnTo>
                  <a:pt x="1084632" y="94880"/>
                </a:lnTo>
                <a:lnTo>
                  <a:pt x="1085041" y="94972"/>
                </a:lnTo>
                <a:lnTo>
                  <a:pt x="1085444" y="95064"/>
                </a:lnTo>
                <a:lnTo>
                  <a:pt x="1085841" y="95156"/>
                </a:lnTo>
                <a:lnTo>
                  <a:pt x="1086233" y="95248"/>
                </a:lnTo>
                <a:lnTo>
                  <a:pt x="1086620" y="95340"/>
                </a:lnTo>
                <a:lnTo>
                  <a:pt x="1087001" y="95432"/>
                </a:lnTo>
                <a:lnTo>
                  <a:pt x="1087377" y="95524"/>
                </a:lnTo>
                <a:lnTo>
                  <a:pt x="1087747" y="95616"/>
                </a:lnTo>
                <a:lnTo>
                  <a:pt x="1088112" y="95708"/>
                </a:lnTo>
                <a:lnTo>
                  <a:pt x="1088472" y="95800"/>
                </a:lnTo>
                <a:lnTo>
                  <a:pt x="1088825" y="95891"/>
                </a:lnTo>
                <a:lnTo>
                  <a:pt x="1089174" y="95983"/>
                </a:lnTo>
                <a:lnTo>
                  <a:pt x="1089517" y="96075"/>
                </a:lnTo>
                <a:lnTo>
                  <a:pt x="1089854" y="96167"/>
                </a:lnTo>
                <a:lnTo>
                  <a:pt x="1090186" y="96259"/>
                </a:lnTo>
                <a:lnTo>
                  <a:pt x="1090513" y="96351"/>
                </a:lnTo>
                <a:lnTo>
                  <a:pt x="1090834" y="96443"/>
                </a:lnTo>
                <a:lnTo>
                  <a:pt x="1091149" y="96535"/>
                </a:lnTo>
                <a:lnTo>
                  <a:pt x="1091459" y="96627"/>
                </a:lnTo>
                <a:lnTo>
                  <a:pt x="1091764" y="96719"/>
                </a:lnTo>
                <a:lnTo>
                  <a:pt x="1092063" y="96812"/>
                </a:lnTo>
                <a:lnTo>
                  <a:pt x="1092356" y="96907"/>
                </a:lnTo>
                <a:lnTo>
                  <a:pt x="1092643" y="97005"/>
                </a:lnTo>
                <a:lnTo>
                  <a:pt x="1092924" y="97106"/>
                </a:lnTo>
                <a:lnTo>
                  <a:pt x="1093199" y="97208"/>
                </a:lnTo>
                <a:lnTo>
                  <a:pt x="1093468" y="97314"/>
                </a:lnTo>
                <a:lnTo>
                  <a:pt x="1093730" y="97422"/>
                </a:lnTo>
                <a:lnTo>
                  <a:pt x="1093987" y="97532"/>
                </a:lnTo>
                <a:lnTo>
                  <a:pt x="1094238" y="97645"/>
                </a:lnTo>
                <a:lnTo>
                  <a:pt x="1094483" y="97760"/>
                </a:lnTo>
                <a:lnTo>
                  <a:pt x="1094722" y="97877"/>
                </a:lnTo>
                <a:lnTo>
                  <a:pt x="1094955" y="97998"/>
                </a:lnTo>
                <a:lnTo>
                  <a:pt x="1095181" y="98120"/>
                </a:lnTo>
                <a:lnTo>
                  <a:pt x="1095402" y="98245"/>
                </a:lnTo>
                <a:lnTo>
                  <a:pt x="1095617" y="98373"/>
                </a:lnTo>
                <a:lnTo>
                  <a:pt x="1095825" y="98503"/>
                </a:lnTo>
                <a:lnTo>
                  <a:pt x="1096028" y="98635"/>
                </a:lnTo>
                <a:lnTo>
                  <a:pt x="1096224" y="98770"/>
                </a:lnTo>
                <a:lnTo>
                  <a:pt x="1096415" y="98908"/>
                </a:lnTo>
                <a:lnTo>
                  <a:pt x="1096600" y="99048"/>
                </a:lnTo>
                <a:lnTo>
                  <a:pt x="1096778" y="99190"/>
                </a:lnTo>
                <a:lnTo>
                  <a:pt x="1096951" y="99335"/>
                </a:lnTo>
                <a:lnTo>
                  <a:pt x="1097117" y="99482"/>
                </a:lnTo>
                <a:lnTo>
                  <a:pt x="1097278" y="99632"/>
                </a:lnTo>
                <a:lnTo>
                  <a:pt x="1097432" y="99785"/>
                </a:lnTo>
                <a:lnTo>
                  <a:pt x="1097580" y="99944"/>
                </a:lnTo>
                <a:lnTo>
                  <a:pt x="1097721" y="100108"/>
                </a:lnTo>
                <a:lnTo>
                  <a:pt x="1097856" y="100277"/>
                </a:lnTo>
                <a:lnTo>
                  <a:pt x="1097984" y="100451"/>
                </a:lnTo>
                <a:lnTo>
                  <a:pt x="1098105" y="100631"/>
                </a:lnTo>
                <a:lnTo>
                  <a:pt x="1098220" y="100815"/>
                </a:lnTo>
                <a:lnTo>
                  <a:pt x="1098328" y="101005"/>
                </a:lnTo>
                <a:lnTo>
                  <a:pt x="1098430" y="101200"/>
                </a:lnTo>
                <a:lnTo>
                  <a:pt x="1098525" y="101401"/>
                </a:lnTo>
                <a:lnTo>
                  <a:pt x="1098614" y="101606"/>
                </a:lnTo>
                <a:lnTo>
                  <a:pt x="1098696" y="101817"/>
                </a:lnTo>
                <a:lnTo>
                  <a:pt x="1098772" y="102033"/>
                </a:lnTo>
                <a:lnTo>
                  <a:pt x="1098841" y="102254"/>
                </a:lnTo>
                <a:lnTo>
                  <a:pt x="1098903" y="102480"/>
                </a:lnTo>
                <a:lnTo>
                  <a:pt x="1098959" y="102712"/>
                </a:lnTo>
                <a:lnTo>
                  <a:pt x="1099008" y="102949"/>
                </a:lnTo>
                <a:lnTo>
                  <a:pt x="1099051" y="103190"/>
                </a:lnTo>
                <a:lnTo>
                  <a:pt x="1099087" y="103438"/>
                </a:lnTo>
                <a:lnTo>
                  <a:pt x="1099117" y="103690"/>
                </a:lnTo>
                <a:lnTo>
                  <a:pt x="1099140" y="103948"/>
                </a:lnTo>
                <a:lnTo>
                  <a:pt x="1099156" y="104210"/>
                </a:lnTo>
                <a:lnTo>
                  <a:pt x="1099166" y="104478"/>
                </a:lnTo>
                <a:lnTo>
                  <a:pt x="1099169" y="104752"/>
                </a:lnTo>
                <a:lnTo>
                  <a:pt x="1099167" y="104935"/>
                </a:lnTo>
                <a:lnTo>
                  <a:pt x="1099160" y="105118"/>
                </a:lnTo>
                <a:lnTo>
                  <a:pt x="1099148" y="105300"/>
                </a:lnTo>
                <a:lnTo>
                  <a:pt x="1099132" y="105482"/>
                </a:lnTo>
                <a:lnTo>
                  <a:pt x="1099111" y="105663"/>
                </a:lnTo>
                <a:lnTo>
                  <a:pt x="1099085" y="105844"/>
                </a:lnTo>
                <a:lnTo>
                  <a:pt x="1099055" y="106024"/>
                </a:lnTo>
                <a:lnTo>
                  <a:pt x="1099020" y="106204"/>
                </a:lnTo>
                <a:lnTo>
                  <a:pt x="1098981" y="106383"/>
                </a:lnTo>
                <a:lnTo>
                  <a:pt x="1098936" y="106561"/>
                </a:lnTo>
                <a:lnTo>
                  <a:pt x="1098887" y="106739"/>
                </a:lnTo>
                <a:lnTo>
                  <a:pt x="1098834" y="106917"/>
                </a:lnTo>
                <a:lnTo>
                  <a:pt x="1098776" y="107093"/>
                </a:lnTo>
                <a:lnTo>
                  <a:pt x="1098713" y="107270"/>
                </a:lnTo>
                <a:lnTo>
                  <a:pt x="1098645" y="107446"/>
                </a:lnTo>
                <a:lnTo>
                  <a:pt x="1098573" y="107621"/>
                </a:lnTo>
                <a:lnTo>
                  <a:pt x="1098496" y="107796"/>
                </a:lnTo>
                <a:lnTo>
                  <a:pt x="1098415" y="107970"/>
                </a:lnTo>
                <a:lnTo>
                  <a:pt x="1098329" y="108143"/>
                </a:lnTo>
                <a:lnTo>
                  <a:pt x="1098238" y="108317"/>
                </a:lnTo>
                <a:lnTo>
                  <a:pt x="1098142" y="108489"/>
                </a:lnTo>
                <a:lnTo>
                  <a:pt x="1098042" y="108661"/>
                </a:lnTo>
                <a:lnTo>
                  <a:pt x="1097937" y="108833"/>
                </a:lnTo>
                <a:lnTo>
                  <a:pt x="1097828" y="109003"/>
                </a:lnTo>
                <a:lnTo>
                  <a:pt x="1097714" y="109173"/>
                </a:lnTo>
                <a:lnTo>
                  <a:pt x="1097596" y="109339"/>
                </a:lnTo>
                <a:lnTo>
                  <a:pt x="1097472" y="109502"/>
                </a:lnTo>
                <a:lnTo>
                  <a:pt x="1097345" y="109662"/>
                </a:lnTo>
                <a:lnTo>
                  <a:pt x="1097212" y="109819"/>
                </a:lnTo>
                <a:lnTo>
                  <a:pt x="1097075" y="109973"/>
                </a:lnTo>
                <a:lnTo>
                  <a:pt x="1096933" y="110124"/>
                </a:lnTo>
                <a:lnTo>
                  <a:pt x="1096787" y="110273"/>
                </a:lnTo>
                <a:lnTo>
                  <a:pt x="1096636" y="110418"/>
                </a:lnTo>
                <a:lnTo>
                  <a:pt x="1096480" y="110560"/>
                </a:lnTo>
                <a:lnTo>
                  <a:pt x="1096320" y="110699"/>
                </a:lnTo>
                <a:lnTo>
                  <a:pt x="1096154" y="110835"/>
                </a:lnTo>
                <a:lnTo>
                  <a:pt x="1095985" y="110968"/>
                </a:lnTo>
                <a:lnTo>
                  <a:pt x="1095810" y="111098"/>
                </a:lnTo>
                <a:lnTo>
                  <a:pt x="1095632" y="111225"/>
                </a:lnTo>
                <a:lnTo>
                  <a:pt x="1095448" y="111349"/>
                </a:lnTo>
                <a:lnTo>
                  <a:pt x="1095260" y="111470"/>
                </a:lnTo>
                <a:lnTo>
                  <a:pt x="1095067" y="111588"/>
                </a:lnTo>
                <a:lnTo>
                  <a:pt x="1094869" y="111704"/>
                </a:lnTo>
                <a:lnTo>
                  <a:pt x="1094667" y="111816"/>
                </a:lnTo>
                <a:lnTo>
                  <a:pt x="1094460" y="111925"/>
                </a:lnTo>
                <a:lnTo>
                  <a:pt x="1094249" y="112031"/>
                </a:lnTo>
                <a:lnTo>
                  <a:pt x="1094032" y="112134"/>
                </a:lnTo>
                <a:lnTo>
                  <a:pt x="1093812" y="112234"/>
                </a:lnTo>
                <a:lnTo>
                  <a:pt x="1093586" y="112330"/>
                </a:lnTo>
                <a:lnTo>
                  <a:pt x="1093354" y="112422"/>
                </a:lnTo>
                <a:lnTo>
                  <a:pt x="1093118" y="112510"/>
                </a:lnTo>
                <a:lnTo>
                  <a:pt x="1092875" y="112594"/>
                </a:lnTo>
                <a:lnTo>
                  <a:pt x="1092628" y="112674"/>
                </a:lnTo>
                <a:lnTo>
                  <a:pt x="1092374" y="112750"/>
                </a:lnTo>
                <a:lnTo>
                  <a:pt x="1092116" y="112822"/>
                </a:lnTo>
                <a:lnTo>
                  <a:pt x="1091852" y="112889"/>
                </a:lnTo>
                <a:lnTo>
                  <a:pt x="1091582" y="112953"/>
                </a:lnTo>
                <a:lnTo>
                  <a:pt x="1091307" y="113012"/>
                </a:lnTo>
                <a:lnTo>
                  <a:pt x="1091026" y="113068"/>
                </a:lnTo>
                <a:lnTo>
                  <a:pt x="1090740" y="113119"/>
                </a:lnTo>
                <a:lnTo>
                  <a:pt x="1090449" y="113166"/>
                </a:lnTo>
                <a:lnTo>
                  <a:pt x="1090152" y="113209"/>
                </a:lnTo>
                <a:lnTo>
                  <a:pt x="1089850" y="113248"/>
                </a:lnTo>
                <a:lnTo>
                  <a:pt x="1089542" y="113283"/>
                </a:lnTo>
                <a:lnTo>
                  <a:pt x="1089229" y="113314"/>
                </a:lnTo>
                <a:lnTo>
                  <a:pt x="1088910" y="113340"/>
                </a:lnTo>
                <a:lnTo>
                  <a:pt x="1088585" y="113363"/>
                </a:lnTo>
                <a:lnTo>
                  <a:pt x="1088256" y="113381"/>
                </a:lnTo>
                <a:lnTo>
                  <a:pt x="1087921" y="113396"/>
                </a:lnTo>
                <a:lnTo>
                  <a:pt x="1087580" y="113406"/>
                </a:lnTo>
                <a:lnTo>
                  <a:pt x="1087234" y="113412"/>
                </a:lnTo>
                <a:lnTo>
                  <a:pt x="1086882" y="113414"/>
                </a:lnTo>
                <a:lnTo>
                  <a:pt x="1086517" y="113412"/>
                </a:lnTo>
                <a:lnTo>
                  <a:pt x="1086156" y="113404"/>
                </a:lnTo>
                <a:lnTo>
                  <a:pt x="1085799" y="113392"/>
                </a:lnTo>
                <a:lnTo>
                  <a:pt x="1085447" y="113375"/>
                </a:lnTo>
                <a:lnTo>
                  <a:pt x="1085099" y="113353"/>
                </a:lnTo>
                <a:lnTo>
                  <a:pt x="1084756" y="113325"/>
                </a:lnTo>
                <a:lnTo>
                  <a:pt x="1084417" y="113294"/>
                </a:lnTo>
                <a:lnTo>
                  <a:pt x="1084082" y="113257"/>
                </a:lnTo>
                <a:lnTo>
                  <a:pt x="1083751" y="113215"/>
                </a:lnTo>
                <a:lnTo>
                  <a:pt x="1083425" y="113168"/>
                </a:lnTo>
                <a:lnTo>
                  <a:pt x="1083104" y="113117"/>
                </a:lnTo>
                <a:lnTo>
                  <a:pt x="1082787" y="113060"/>
                </a:lnTo>
                <a:lnTo>
                  <a:pt x="1082474" y="112999"/>
                </a:lnTo>
                <a:lnTo>
                  <a:pt x="1082165" y="112932"/>
                </a:lnTo>
                <a:lnTo>
                  <a:pt x="1081861" y="112861"/>
                </a:lnTo>
                <a:lnTo>
                  <a:pt x="1081561" y="112785"/>
                </a:lnTo>
                <a:lnTo>
                  <a:pt x="1081266" y="112704"/>
                </a:lnTo>
                <a:lnTo>
                  <a:pt x="1080975" y="112618"/>
                </a:lnTo>
                <a:lnTo>
                  <a:pt x="1080688" y="112527"/>
                </a:lnTo>
                <a:lnTo>
                  <a:pt x="1080406" y="112431"/>
                </a:lnTo>
                <a:lnTo>
                  <a:pt x="1080128" y="112330"/>
                </a:lnTo>
                <a:lnTo>
                  <a:pt x="1079855" y="112224"/>
                </a:lnTo>
                <a:lnTo>
                  <a:pt x="1079585" y="112114"/>
                </a:lnTo>
                <a:lnTo>
                  <a:pt x="1079321" y="111998"/>
                </a:lnTo>
                <a:lnTo>
                  <a:pt x="1079060" y="111878"/>
                </a:lnTo>
                <a:lnTo>
                  <a:pt x="1078804" y="111755"/>
                </a:lnTo>
                <a:lnTo>
                  <a:pt x="1078553" y="111628"/>
                </a:lnTo>
                <a:lnTo>
                  <a:pt x="1078305" y="111497"/>
                </a:lnTo>
                <a:lnTo>
                  <a:pt x="1078062" y="111363"/>
                </a:lnTo>
                <a:lnTo>
                  <a:pt x="1077824" y="111225"/>
                </a:lnTo>
                <a:lnTo>
                  <a:pt x="1077590" y="111084"/>
                </a:lnTo>
                <a:lnTo>
                  <a:pt x="1077360" y="110939"/>
                </a:lnTo>
                <a:lnTo>
                  <a:pt x="1077134" y="110791"/>
                </a:lnTo>
                <a:lnTo>
                  <a:pt x="1076913" y="110639"/>
                </a:lnTo>
                <a:lnTo>
                  <a:pt x="1076697" y="110483"/>
                </a:lnTo>
                <a:lnTo>
                  <a:pt x="1076484" y="110324"/>
                </a:lnTo>
                <a:lnTo>
                  <a:pt x="1076276" y="110162"/>
                </a:lnTo>
                <a:lnTo>
                  <a:pt x="1076073" y="109995"/>
                </a:lnTo>
                <a:lnTo>
                  <a:pt x="1075874" y="109826"/>
                </a:lnTo>
                <a:lnTo>
                  <a:pt x="1075679" y="109652"/>
                </a:lnTo>
                <a:lnTo>
                  <a:pt x="1075489" y="109476"/>
                </a:lnTo>
                <a:lnTo>
                  <a:pt x="1075302" y="109295"/>
                </a:lnTo>
                <a:lnTo>
                  <a:pt x="1075121" y="109111"/>
                </a:lnTo>
                <a:lnTo>
                  <a:pt x="1074943" y="108924"/>
                </a:lnTo>
                <a:lnTo>
                  <a:pt x="1074771" y="108733"/>
                </a:lnTo>
                <a:lnTo>
                  <a:pt x="1074602" y="108538"/>
                </a:lnTo>
                <a:lnTo>
                  <a:pt x="1074438" y="108340"/>
                </a:lnTo>
                <a:lnTo>
                  <a:pt x="1074278" y="108138"/>
                </a:lnTo>
                <a:lnTo>
                  <a:pt x="1074122" y="107934"/>
                </a:lnTo>
                <a:lnTo>
                  <a:pt x="1073971" y="107727"/>
                </a:lnTo>
                <a:lnTo>
                  <a:pt x="1073823" y="107519"/>
                </a:lnTo>
                <a:lnTo>
                  <a:pt x="1073679" y="107309"/>
                </a:lnTo>
                <a:lnTo>
                  <a:pt x="1073539" y="107097"/>
                </a:lnTo>
                <a:lnTo>
                  <a:pt x="1073402" y="106883"/>
                </a:lnTo>
                <a:lnTo>
                  <a:pt x="1073270" y="106667"/>
                </a:lnTo>
                <a:lnTo>
                  <a:pt x="1073141" y="106449"/>
                </a:lnTo>
                <a:lnTo>
                  <a:pt x="1073016" y="106229"/>
                </a:lnTo>
                <a:lnTo>
                  <a:pt x="1072895" y="106008"/>
                </a:lnTo>
                <a:lnTo>
                  <a:pt x="1072778" y="105784"/>
                </a:lnTo>
                <a:lnTo>
                  <a:pt x="1072665" y="105559"/>
                </a:lnTo>
                <a:lnTo>
                  <a:pt x="1072555" y="105331"/>
                </a:lnTo>
                <a:lnTo>
                  <a:pt x="1072449" y="105102"/>
                </a:lnTo>
                <a:lnTo>
                  <a:pt x="1072347" y="104871"/>
                </a:lnTo>
                <a:lnTo>
                  <a:pt x="1072249" y="104638"/>
                </a:lnTo>
                <a:lnTo>
                  <a:pt x="1072155" y="104402"/>
                </a:lnTo>
                <a:lnTo>
                  <a:pt x="1072065" y="104166"/>
                </a:lnTo>
                <a:lnTo>
                  <a:pt x="1071978" y="103927"/>
                </a:lnTo>
                <a:lnTo>
                  <a:pt x="1071895" y="103686"/>
                </a:lnTo>
                <a:lnTo>
                  <a:pt x="1071817" y="103443"/>
                </a:lnTo>
                <a:lnTo>
                  <a:pt x="1071741" y="103199"/>
                </a:lnTo>
                <a:lnTo>
                  <a:pt x="1071670" y="102952"/>
                </a:lnTo>
                <a:lnTo>
                  <a:pt x="1071603" y="102704"/>
                </a:lnTo>
                <a:lnTo>
                  <a:pt x="1050495" y="102704"/>
                </a:lnTo>
                <a:lnTo>
                  <a:pt x="1050554" y="103344"/>
                </a:lnTo>
                <a:lnTo>
                  <a:pt x="1050627" y="103979"/>
                </a:lnTo>
                <a:lnTo>
                  <a:pt x="1050714" y="104609"/>
                </a:lnTo>
                <a:lnTo>
                  <a:pt x="1050814" y="105233"/>
                </a:lnTo>
                <a:lnTo>
                  <a:pt x="1050928" y="105851"/>
                </a:lnTo>
                <a:lnTo>
                  <a:pt x="1051056" y="106464"/>
                </a:lnTo>
                <a:lnTo>
                  <a:pt x="1051197" y="107072"/>
                </a:lnTo>
                <a:lnTo>
                  <a:pt x="1051352" y="107674"/>
                </a:lnTo>
                <a:lnTo>
                  <a:pt x="1051521" y="108271"/>
                </a:lnTo>
                <a:lnTo>
                  <a:pt x="1051703" y="108862"/>
                </a:lnTo>
                <a:lnTo>
                  <a:pt x="1051899" y="109448"/>
                </a:lnTo>
                <a:lnTo>
                  <a:pt x="1052109" y="110028"/>
                </a:lnTo>
                <a:lnTo>
                  <a:pt x="1052332" y="110603"/>
                </a:lnTo>
                <a:lnTo>
                  <a:pt x="1052569" y="111172"/>
                </a:lnTo>
                <a:lnTo>
                  <a:pt x="1052820" y="111736"/>
                </a:lnTo>
                <a:lnTo>
                  <a:pt x="1053084" y="112294"/>
                </a:lnTo>
                <a:lnTo>
                  <a:pt x="1053362" y="112847"/>
                </a:lnTo>
                <a:lnTo>
                  <a:pt x="1053654" y="113395"/>
                </a:lnTo>
                <a:lnTo>
                  <a:pt x="1053959" y="113937"/>
                </a:lnTo>
                <a:lnTo>
                  <a:pt x="1054278" y="114473"/>
                </a:lnTo>
                <a:lnTo>
                  <a:pt x="1054611" y="115005"/>
                </a:lnTo>
                <a:lnTo>
                  <a:pt x="1054958" y="115530"/>
                </a:lnTo>
                <a:lnTo>
                  <a:pt x="1055318" y="116050"/>
                </a:lnTo>
                <a:lnTo>
                  <a:pt x="1055691" y="116565"/>
                </a:lnTo>
                <a:lnTo>
                  <a:pt x="1056078" y="117072"/>
                </a:lnTo>
                <a:lnTo>
                  <a:pt x="1056477" y="117570"/>
                </a:lnTo>
                <a:lnTo>
                  <a:pt x="1056888" y="118059"/>
                </a:lnTo>
                <a:lnTo>
                  <a:pt x="1057311" y="118538"/>
                </a:lnTo>
                <a:lnTo>
                  <a:pt x="1057745" y="119009"/>
                </a:lnTo>
                <a:lnTo>
                  <a:pt x="1058192" y="119469"/>
                </a:lnTo>
                <a:lnTo>
                  <a:pt x="1058651" y="119921"/>
                </a:lnTo>
                <a:lnTo>
                  <a:pt x="1059122" y="120363"/>
                </a:lnTo>
                <a:lnTo>
                  <a:pt x="1059605" y="120796"/>
                </a:lnTo>
                <a:lnTo>
                  <a:pt x="1060100" y="121220"/>
                </a:lnTo>
                <a:lnTo>
                  <a:pt x="1060607" y="121634"/>
                </a:lnTo>
                <a:lnTo>
                  <a:pt x="1061126" y="122039"/>
                </a:lnTo>
                <a:lnTo>
                  <a:pt x="1061657" y="122435"/>
                </a:lnTo>
                <a:lnTo>
                  <a:pt x="1062201" y="122821"/>
                </a:lnTo>
                <a:lnTo>
                  <a:pt x="1062756" y="123198"/>
                </a:lnTo>
                <a:lnTo>
                  <a:pt x="1063323" y="123566"/>
                </a:lnTo>
                <a:lnTo>
                  <a:pt x="1063902" y="123925"/>
                </a:lnTo>
                <a:lnTo>
                  <a:pt x="1064493" y="124274"/>
                </a:lnTo>
                <a:lnTo>
                  <a:pt x="1065096" y="124614"/>
                </a:lnTo>
                <a:lnTo>
                  <a:pt x="1065712" y="124945"/>
                </a:lnTo>
                <a:lnTo>
                  <a:pt x="1066339" y="125266"/>
                </a:lnTo>
                <a:lnTo>
                  <a:pt x="1066978" y="125578"/>
                </a:lnTo>
                <a:lnTo>
                  <a:pt x="1067630" y="125881"/>
                </a:lnTo>
                <a:lnTo>
                  <a:pt x="1068293" y="126174"/>
                </a:lnTo>
                <a:lnTo>
                  <a:pt x="1068968" y="126457"/>
                </a:lnTo>
                <a:lnTo>
                  <a:pt x="1069652" y="126728"/>
                </a:lnTo>
                <a:lnTo>
                  <a:pt x="1070346" y="126986"/>
                </a:lnTo>
                <a:lnTo>
                  <a:pt x="1071050" y="127233"/>
                </a:lnTo>
                <a:lnTo>
                  <a:pt x="1071764" y="127467"/>
                </a:lnTo>
                <a:lnTo>
                  <a:pt x="1072488" y="127690"/>
                </a:lnTo>
                <a:lnTo>
                  <a:pt x="1073221" y="127900"/>
                </a:lnTo>
                <a:lnTo>
                  <a:pt x="1073965" y="128099"/>
                </a:lnTo>
                <a:lnTo>
                  <a:pt x="1074718" y="128285"/>
                </a:lnTo>
                <a:lnTo>
                  <a:pt x="1075481" y="128459"/>
                </a:lnTo>
                <a:lnTo>
                  <a:pt x="1076254" y="128622"/>
                </a:lnTo>
                <a:lnTo>
                  <a:pt x="1077037" y="128772"/>
                </a:lnTo>
                <a:lnTo>
                  <a:pt x="1077829" y="128910"/>
                </a:lnTo>
                <a:lnTo>
                  <a:pt x="1078632" y="129037"/>
                </a:lnTo>
                <a:lnTo>
                  <a:pt x="1079444" y="129151"/>
                </a:lnTo>
                <a:lnTo>
                  <a:pt x="1080266" y="129253"/>
                </a:lnTo>
                <a:lnTo>
                  <a:pt x="1081098" y="129343"/>
                </a:lnTo>
                <a:lnTo>
                  <a:pt x="1081940" y="129421"/>
                </a:lnTo>
                <a:lnTo>
                  <a:pt x="1082791" y="129488"/>
                </a:lnTo>
                <a:lnTo>
                  <a:pt x="1083653" y="129542"/>
                </a:lnTo>
                <a:lnTo>
                  <a:pt x="1084524" y="129584"/>
                </a:lnTo>
                <a:lnTo>
                  <a:pt x="1085405" y="129614"/>
                </a:lnTo>
                <a:lnTo>
                  <a:pt x="1086296" y="129632"/>
                </a:lnTo>
                <a:lnTo>
                  <a:pt x="1087197" y="129638"/>
                </a:lnTo>
                <a:lnTo>
                  <a:pt x="1088046" y="129632"/>
                </a:lnTo>
                <a:lnTo>
                  <a:pt x="1088884" y="129615"/>
                </a:lnTo>
                <a:lnTo>
                  <a:pt x="1089714" y="129586"/>
                </a:lnTo>
                <a:lnTo>
                  <a:pt x="1090534" y="129546"/>
                </a:lnTo>
                <a:lnTo>
                  <a:pt x="1091344" y="129494"/>
                </a:lnTo>
                <a:close/>
                <a:moveTo>
                  <a:pt x="1759854" y="129494"/>
                </a:moveTo>
                <a:lnTo>
                  <a:pt x="1760654" y="129431"/>
                </a:lnTo>
                <a:lnTo>
                  <a:pt x="1761445" y="129357"/>
                </a:lnTo>
                <a:lnTo>
                  <a:pt x="1762227" y="129270"/>
                </a:lnTo>
                <a:lnTo>
                  <a:pt x="1762999" y="129173"/>
                </a:lnTo>
                <a:lnTo>
                  <a:pt x="1763761" y="129064"/>
                </a:lnTo>
                <a:lnTo>
                  <a:pt x="1764514" y="128943"/>
                </a:lnTo>
                <a:lnTo>
                  <a:pt x="1765257" y="128811"/>
                </a:lnTo>
                <a:lnTo>
                  <a:pt x="1765991" y="128668"/>
                </a:lnTo>
                <a:lnTo>
                  <a:pt x="1766715" y="128513"/>
                </a:lnTo>
                <a:lnTo>
                  <a:pt x="1767429" y="128346"/>
                </a:lnTo>
                <a:lnTo>
                  <a:pt x="1768134" y="128168"/>
                </a:lnTo>
                <a:lnTo>
                  <a:pt x="1768829" y="127979"/>
                </a:lnTo>
                <a:lnTo>
                  <a:pt x="1769515" y="127778"/>
                </a:lnTo>
                <a:lnTo>
                  <a:pt x="1770191" y="127565"/>
                </a:lnTo>
                <a:lnTo>
                  <a:pt x="1770858" y="127341"/>
                </a:lnTo>
                <a:lnTo>
                  <a:pt x="1771515" y="127106"/>
                </a:lnTo>
                <a:lnTo>
                  <a:pt x="1772162" y="126859"/>
                </a:lnTo>
                <a:lnTo>
                  <a:pt x="1772800" y="126601"/>
                </a:lnTo>
                <a:lnTo>
                  <a:pt x="1773429" y="126331"/>
                </a:lnTo>
                <a:lnTo>
                  <a:pt x="1774046" y="126051"/>
                </a:lnTo>
                <a:lnTo>
                  <a:pt x="1774652" y="125761"/>
                </a:lnTo>
                <a:lnTo>
                  <a:pt x="1775246" y="125463"/>
                </a:lnTo>
                <a:lnTo>
                  <a:pt x="1775828" y="125156"/>
                </a:lnTo>
                <a:lnTo>
                  <a:pt x="1776399" y="124840"/>
                </a:lnTo>
                <a:lnTo>
                  <a:pt x="1776958" y="124515"/>
                </a:lnTo>
                <a:lnTo>
                  <a:pt x="1777505" y="124180"/>
                </a:lnTo>
                <a:lnTo>
                  <a:pt x="1778040" y="123837"/>
                </a:lnTo>
                <a:lnTo>
                  <a:pt x="1778564" y="123485"/>
                </a:lnTo>
                <a:lnTo>
                  <a:pt x="1779075" y="123123"/>
                </a:lnTo>
                <a:lnTo>
                  <a:pt x="1779575" y="122753"/>
                </a:lnTo>
                <a:lnTo>
                  <a:pt x="1780064" y="122374"/>
                </a:lnTo>
                <a:lnTo>
                  <a:pt x="1780540" y="121985"/>
                </a:lnTo>
                <a:lnTo>
                  <a:pt x="1781005" y="121588"/>
                </a:lnTo>
                <a:lnTo>
                  <a:pt x="1781458" y="121182"/>
                </a:lnTo>
                <a:lnTo>
                  <a:pt x="1781899" y="120766"/>
                </a:lnTo>
                <a:lnTo>
                  <a:pt x="1782328" y="120342"/>
                </a:lnTo>
                <a:lnTo>
                  <a:pt x="1782746" y="119908"/>
                </a:lnTo>
                <a:lnTo>
                  <a:pt x="1783151" y="119466"/>
                </a:lnTo>
                <a:lnTo>
                  <a:pt x="1783545" y="119014"/>
                </a:lnTo>
                <a:lnTo>
                  <a:pt x="1783928" y="118554"/>
                </a:lnTo>
                <a:lnTo>
                  <a:pt x="1784298" y="118084"/>
                </a:lnTo>
                <a:lnTo>
                  <a:pt x="1784657" y="117605"/>
                </a:lnTo>
                <a:lnTo>
                  <a:pt x="1785004" y="117118"/>
                </a:lnTo>
                <a:lnTo>
                  <a:pt x="1785338" y="116623"/>
                </a:lnTo>
                <a:lnTo>
                  <a:pt x="1785658" y="116122"/>
                </a:lnTo>
                <a:lnTo>
                  <a:pt x="1785964" y="115615"/>
                </a:lnTo>
                <a:lnTo>
                  <a:pt x="1786256" y="115103"/>
                </a:lnTo>
                <a:lnTo>
                  <a:pt x="1786533" y="114584"/>
                </a:lnTo>
                <a:lnTo>
                  <a:pt x="1786796" y="114061"/>
                </a:lnTo>
                <a:lnTo>
                  <a:pt x="1787045" y="113531"/>
                </a:lnTo>
                <a:lnTo>
                  <a:pt x="1787279" y="112995"/>
                </a:lnTo>
                <a:lnTo>
                  <a:pt x="1787500" y="112454"/>
                </a:lnTo>
                <a:lnTo>
                  <a:pt x="1787706" y="111907"/>
                </a:lnTo>
                <a:lnTo>
                  <a:pt x="1787898" y="111355"/>
                </a:lnTo>
                <a:lnTo>
                  <a:pt x="1788076" y="110797"/>
                </a:lnTo>
                <a:lnTo>
                  <a:pt x="1788239" y="110232"/>
                </a:lnTo>
                <a:lnTo>
                  <a:pt x="1788389" y="109663"/>
                </a:lnTo>
                <a:lnTo>
                  <a:pt x="1788524" y="109087"/>
                </a:lnTo>
                <a:lnTo>
                  <a:pt x="1788645" y="108506"/>
                </a:lnTo>
                <a:lnTo>
                  <a:pt x="1788751" y="107919"/>
                </a:lnTo>
                <a:lnTo>
                  <a:pt x="1788844" y="107326"/>
                </a:lnTo>
                <a:lnTo>
                  <a:pt x="1788922" y="106727"/>
                </a:lnTo>
                <a:lnTo>
                  <a:pt x="1788986" y="106123"/>
                </a:lnTo>
                <a:lnTo>
                  <a:pt x="1789036" y="105513"/>
                </a:lnTo>
                <a:lnTo>
                  <a:pt x="1789071" y="104897"/>
                </a:lnTo>
                <a:lnTo>
                  <a:pt x="1789093" y="104276"/>
                </a:lnTo>
                <a:lnTo>
                  <a:pt x="1789100" y="103648"/>
                </a:lnTo>
                <a:lnTo>
                  <a:pt x="1789093" y="102946"/>
                </a:lnTo>
                <a:lnTo>
                  <a:pt x="1789072" y="102259"/>
                </a:lnTo>
                <a:lnTo>
                  <a:pt x="1789038" y="101585"/>
                </a:lnTo>
                <a:lnTo>
                  <a:pt x="1788990" y="100925"/>
                </a:lnTo>
                <a:lnTo>
                  <a:pt x="1788929" y="100278"/>
                </a:lnTo>
                <a:lnTo>
                  <a:pt x="1788854" y="99646"/>
                </a:lnTo>
                <a:lnTo>
                  <a:pt x="1788765" y="99028"/>
                </a:lnTo>
                <a:lnTo>
                  <a:pt x="1788662" y="98424"/>
                </a:lnTo>
                <a:lnTo>
                  <a:pt x="1788546" y="97834"/>
                </a:lnTo>
                <a:lnTo>
                  <a:pt x="1788416" y="97257"/>
                </a:lnTo>
                <a:lnTo>
                  <a:pt x="1788273" y="96695"/>
                </a:lnTo>
                <a:lnTo>
                  <a:pt x="1788115" y="96146"/>
                </a:lnTo>
                <a:lnTo>
                  <a:pt x="1787945" y="95612"/>
                </a:lnTo>
                <a:lnTo>
                  <a:pt x="1787760" y="95091"/>
                </a:lnTo>
                <a:lnTo>
                  <a:pt x="1787562" y="94585"/>
                </a:lnTo>
                <a:lnTo>
                  <a:pt x="1787350" y="94092"/>
                </a:lnTo>
                <a:lnTo>
                  <a:pt x="1787124" y="93613"/>
                </a:lnTo>
                <a:lnTo>
                  <a:pt x="1786885" y="93148"/>
                </a:lnTo>
                <a:lnTo>
                  <a:pt x="1786632" y="92697"/>
                </a:lnTo>
                <a:lnTo>
                  <a:pt x="1786366" y="92261"/>
                </a:lnTo>
                <a:lnTo>
                  <a:pt x="1786085" y="91838"/>
                </a:lnTo>
                <a:lnTo>
                  <a:pt x="1785792" y="91429"/>
                </a:lnTo>
                <a:lnTo>
                  <a:pt x="1785484" y="91033"/>
                </a:lnTo>
                <a:lnTo>
                  <a:pt x="1785163" y="90652"/>
                </a:lnTo>
                <a:lnTo>
                  <a:pt x="1784829" y="90282"/>
                </a:lnTo>
                <a:lnTo>
                  <a:pt x="1784486" y="89918"/>
                </a:lnTo>
                <a:lnTo>
                  <a:pt x="1784132" y="89562"/>
                </a:lnTo>
                <a:lnTo>
                  <a:pt x="1783767" y="89213"/>
                </a:lnTo>
                <a:lnTo>
                  <a:pt x="1783392" y="88871"/>
                </a:lnTo>
                <a:lnTo>
                  <a:pt x="1783007" y="88536"/>
                </a:lnTo>
                <a:lnTo>
                  <a:pt x="1782611" y="88208"/>
                </a:lnTo>
                <a:lnTo>
                  <a:pt x="1782205" y="87887"/>
                </a:lnTo>
                <a:lnTo>
                  <a:pt x="1781789" y="87573"/>
                </a:lnTo>
                <a:lnTo>
                  <a:pt x="1781362" y="87267"/>
                </a:lnTo>
                <a:lnTo>
                  <a:pt x="1780925" y="86967"/>
                </a:lnTo>
                <a:lnTo>
                  <a:pt x="1780477" y="86675"/>
                </a:lnTo>
                <a:lnTo>
                  <a:pt x="1780019" y="86390"/>
                </a:lnTo>
                <a:lnTo>
                  <a:pt x="1779550" y="86112"/>
                </a:lnTo>
                <a:lnTo>
                  <a:pt x="1779072" y="85841"/>
                </a:lnTo>
                <a:lnTo>
                  <a:pt x="1778582" y="85577"/>
                </a:lnTo>
                <a:lnTo>
                  <a:pt x="1778083" y="85320"/>
                </a:lnTo>
                <a:lnTo>
                  <a:pt x="1777573" y="85071"/>
                </a:lnTo>
                <a:lnTo>
                  <a:pt x="1777052" y="84828"/>
                </a:lnTo>
                <a:lnTo>
                  <a:pt x="1776521" y="84593"/>
                </a:lnTo>
                <a:lnTo>
                  <a:pt x="1775980" y="84365"/>
                </a:lnTo>
                <a:lnTo>
                  <a:pt x="1775428" y="84144"/>
                </a:lnTo>
                <a:lnTo>
                  <a:pt x="1774866" y="83930"/>
                </a:lnTo>
                <a:lnTo>
                  <a:pt x="1774294" y="83723"/>
                </a:lnTo>
                <a:lnTo>
                  <a:pt x="1773712" y="83520"/>
                </a:lnTo>
                <a:lnTo>
                  <a:pt x="1773123" y="83320"/>
                </a:lnTo>
                <a:lnTo>
                  <a:pt x="1772526" y="83121"/>
                </a:lnTo>
                <a:lnTo>
                  <a:pt x="1771922" y="82924"/>
                </a:lnTo>
                <a:lnTo>
                  <a:pt x="1771310" y="82729"/>
                </a:lnTo>
                <a:lnTo>
                  <a:pt x="1770690" y="82536"/>
                </a:lnTo>
                <a:lnTo>
                  <a:pt x="1770063" y="82345"/>
                </a:lnTo>
                <a:lnTo>
                  <a:pt x="1769428" y="82156"/>
                </a:lnTo>
                <a:lnTo>
                  <a:pt x="1768785" y="81969"/>
                </a:lnTo>
                <a:lnTo>
                  <a:pt x="1768135" y="81783"/>
                </a:lnTo>
                <a:lnTo>
                  <a:pt x="1767477" y="81600"/>
                </a:lnTo>
                <a:lnTo>
                  <a:pt x="1766811" y="81418"/>
                </a:lnTo>
                <a:lnTo>
                  <a:pt x="1766138" y="81239"/>
                </a:lnTo>
                <a:lnTo>
                  <a:pt x="1765457" y="81061"/>
                </a:lnTo>
                <a:lnTo>
                  <a:pt x="1764768" y="80885"/>
                </a:lnTo>
                <a:lnTo>
                  <a:pt x="1764072" y="80712"/>
                </a:lnTo>
                <a:lnTo>
                  <a:pt x="1763368" y="80540"/>
                </a:lnTo>
                <a:lnTo>
                  <a:pt x="1762656" y="80369"/>
                </a:lnTo>
                <a:lnTo>
                  <a:pt x="1761937" y="80201"/>
                </a:lnTo>
                <a:lnTo>
                  <a:pt x="1761210" y="80035"/>
                </a:lnTo>
                <a:lnTo>
                  <a:pt x="1760476" y="79871"/>
                </a:lnTo>
                <a:lnTo>
                  <a:pt x="1759733" y="79708"/>
                </a:lnTo>
                <a:lnTo>
                  <a:pt x="1758984" y="79548"/>
                </a:lnTo>
                <a:lnTo>
                  <a:pt x="1758226" y="79389"/>
                </a:lnTo>
                <a:lnTo>
                  <a:pt x="1757796" y="79297"/>
                </a:lnTo>
                <a:lnTo>
                  <a:pt x="1757371" y="79205"/>
                </a:lnTo>
                <a:lnTo>
                  <a:pt x="1756952" y="79113"/>
                </a:lnTo>
                <a:lnTo>
                  <a:pt x="1756538" y="79020"/>
                </a:lnTo>
                <a:lnTo>
                  <a:pt x="1756129" y="78927"/>
                </a:lnTo>
                <a:lnTo>
                  <a:pt x="1755726" y="78834"/>
                </a:lnTo>
                <a:lnTo>
                  <a:pt x="1755329" y="78740"/>
                </a:lnTo>
                <a:lnTo>
                  <a:pt x="1754936" y="78647"/>
                </a:lnTo>
                <a:lnTo>
                  <a:pt x="1754550" y="78553"/>
                </a:lnTo>
                <a:lnTo>
                  <a:pt x="1754169" y="78458"/>
                </a:lnTo>
                <a:lnTo>
                  <a:pt x="1753793" y="78364"/>
                </a:lnTo>
                <a:lnTo>
                  <a:pt x="1753423" y="78269"/>
                </a:lnTo>
                <a:lnTo>
                  <a:pt x="1753058" y="78173"/>
                </a:lnTo>
                <a:lnTo>
                  <a:pt x="1752698" y="78078"/>
                </a:lnTo>
                <a:lnTo>
                  <a:pt x="1752345" y="77982"/>
                </a:lnTo>
                <a:lnTo>
                  <a:pt x="1751996" y="77886"/>
                </a:lnTo>
                <a:lnTo>
                  <a:pt x="1751653" y="77790"/>
                </a:lnTo>
                <a:lnTo>
                  <a:pt x="1751316" y="77693"/>
                </a:lnTo>
                <a:lnTo>
                  <a:pt x="1750984" y="77597"/>
                </a:lnTo>
                <a:lnTo>
                  <a:pt x="1750657" y="77500"/>
                </a:lnTo>
                <a:lnTo>
                  <a:pt x="1750336" y="77402"/>
                </a:lnTo>
                <a:lnTo>
                  <a:pt x="1750020" y="77304"/>
                </a:lnTo>
                <a:lnTo>
                  <a:pt x="1749710" y="77207"/>
                </a:lnTo>
                <a:lnTo>
                  <a:pt x="1749405" y="77108"/>
                </a:lnTo>
                <a:lnTo>
                  <a:pt x="1749106" y="77009"/>
                </a:lnTo>
                <a:lnTo>
                  <a:pt x="1748813" y="76907"/>
                </a:lnTo>
                <a:lnTo>
                  <a:pt x="1748525" y="76804"/>
                </a:lnTo>
                <a:lnTo>
                  <a:pt x="1748244" y="76699"/>
                </a:lnTo>
                <a:lnTo>
                  <a:pt x="1747968" y="76592"/>
                </a:lnTo>
                <a:lnTo>
                  <a:pt x="1747697" y="76483"/>
                </a:lnTo>
                <a:lnTo>
                  <a:pt x="1747433" y="76372"/>
                </a:lnTo>
                <a:lnTo>
                  <a:pt x="1747174" y="76259"/>
                </a:lnTo>
                <a:lnTo>
                  <a:pt x="1746921" y="76144"/>
                </a:lnTo>
                <a:lnTo>
                  <a:pt x="1746674" y="76027"/>
                </a:lnTo>
                <a:lnTo>
                  <a:pt x="1746432" y="75909"/>
                </a:lnTo>
                <a:lnTo>
                  <a:pt x="1746196" y="75788"/>
                </a:lnTo>
                <a:lnTo>
                  <a:pt x="1745966" y="75666"/>
                </a:lnTo>
                <a:lnTo>
                  <a:pt x="1745742" y="75541"/>
                </a:lnTo>
                <a:lnTo>
                  <a:pt x="1745523" y="75415"/>
                </a:lnTo>
                <a:lnTo>
                  <a:pt x="1745310" y="75287"/>
                </a:lnTo>
                <a:lnTo>
                  <a:pt x="1745103" y="75157"/>
                </a:lnTo>
                <a:lnTo>
                  <a:pt x="1744902" y="75025"/>
                </a:lnTo>
                <a:lnTo>
                  <a:pt x="1744706" y="74891"/>
                </a:lnTo>
                <a:lnTo>
                  <a:pt x="1744517" y="74755"/>
                </a:lnTo>
                <a:lnTo>
                  <a:pt x="1744332" y="74617"/>
                </a:lnTo>
                <a:lnTo>
                  <a:pt x="1744154" y="74478"/>
                </a:lnTo>
                <a:lnTo>
                  <a:pt x="1743981" y="74336"/>
                </a:lnTo>
                <a:lnTo>
                  <a:pt x="1743814" y="74193"/>
                </a:lnTo>
                <a:lnTo>
                  <a:pt x="1743654" y="74048"/>
                </a:lnTo>
                <a:lnTo>
                  <a:pt x="1743500" y="73901"/>
                </a:lnTo>
                <a:lnTo>
                  <a:pt x="1743353" y="73752"/>
                </a:lnTo>
                <a:lnTo>
                  <a:pt x="1743213" y="73602"/>
                </a:lnTo>
                <a:lnTo>
                  <a:pt x="1743080" y="73450"/>
                </a:lnTo>
                <a:lnTo>
                  <a:pt x="1742953" y="73297"/>
                </a:lnTo>
                <a:lnTo>
                  <a:pt x="1742834" y="73142"/>
                </a:lnTo>
                <a:lnTo>
                  <a:pt x="1742721" y="72985"/>
                </a:lnTo>
                <a:lnTo>
                  <a:pt x="1742615" y="72827"/>
                </a:lnTo>
                <a:lnTo>
                  <a:pt x="1742516" y="72666"/>
                </a:lnTo>
                <a:lnTo>
                  <a:pt x="1742423" y="72505"/>
                </a:lnTo>
                <a:lnTo>
                  <a:pt x="1742338" y="72341"/>
                </a:lnTo>
                <a:lnTo>
                  <a:pt x="1742259" y="72177"/>
                </a:lnTo>
                <a:lnTo>
                  <a:pt x="1742188" y="72010"/>
                </a:lnTo>
                <a:lnTo>
                  <a:pt x="1742123" y="71842"/>
                </a:lnTo>
                <a:lnTo>
                  <a:pt x="1742065" y="71672"/>
                </a:lnTo>
                <a:lnTo>
                  <a:pt x="1742013" y="71500"/>
                </a:lnTo>
                <a:lnTo>
                  <a:pt x="1741969" y="71327"/>
                </a:lnTo>
                <a:lnTo>
                  <a:pt x="1741931" y="71152"/>
                </a:lnTo>
                <a:lnTo>
                  <a:pt x="1741901" y="70976"/>
                </a:lnTo>
                <a:lnTo>
                  <a:pt x="1741877" y="70798"/>
                </a:lnTo>
                <a:lnTo>
                  <a:pt x="1741860" y="70618"/>
                </a:lnTo>
                <a:lnTo>
                  <a:pt x="1741849" y="70436"/>
                </a:lnTo>
                <a:lnTo>
                  <a:pt x="1741846" y="70253"/>
                </a:lnTo>
                <a:lnTo>
                  <a:pt x="1741851" y="69980"/>
                </a:lnTo>
                <a:lnTo>
                  <a:pt x="1741867" y="69711"/>
                </a:lnTo>
                <a:lnTo>
                  <a:pt x="1741893" y="69446"/>
                </a:lnTo>
                <a:lnTo>
                  <a:pt x="1741929" y="69186"/>
                </a:lnTo>
                <a:lnTo>
                  <a:pt x="1741976" y="68930"/>
                </a:lnTo>
                <a:lnTo>
                  <a:pt x="1742033" y="68678"/>
                </a:lnTo>
                <a:lnTo>
                  <a:pt x="1742100" y="68431"/>
                </a:lnTo>
                <a:lnTo>
                  <a:pt x="1742178" y="68188"/>
                </a:lnTo>
                <a:lnTo>
                  <a:pt x="1742267" y="67950"/>
                </a:lnTo>
                <a:lnTo>
                  <a:pt x="1742365" y="67716"/>
                </a:lnTo>
                <a:lnTo>
                  <a:pt x="1742475" y="67486"/>
                </a:lnTo>
                <a:lnTo>
                  <a:pt x="1742594" y="67261"/>
                </a:lnTo>
                <a:lnTo>
                  <a:pt x="1742724" y="67040"/>
                </a:lnTo>
                <a:lnTo>
                  <a:pt x="1742864" y="66823"/>
                </a:lnTo>
                <a:lnTo>
                  <a:pt x="1743015" y="66611"/>
                </a:lnTo>
                <a:lnTo>
                  <a:pt x="1743176" y="66403"/>
                </a:lnTo>
                <a:lnTo>
                  <a:pt x="1743347" y="66200"/>
                </a:lnTo>
                <a:lnTo>
                  <a:pt x="1743529" y="66001"/>
                </a:lnTo>
                <a:lnTo>
                  <a:pt x="1743721" y="65806"/>
                </a:lnTo>
                <a:lnTo>
                  <a:pt x="1743924" y="65616"/>
                </a:lnTo>
                <a:lnTo>
                  <a:pt x="1744137" y="65430"/>
                </a:lnTo>
                <a:lnTo>
                  <a:pt x="1744360" y="65248"/>
                </a:lnTo>
                <a:lnTo>
                  <a:pt x="1744594" y="65071"/>
                </a:lnTo>
                <a:lnTo>
                  <a:pt x="1744838" y="64898"/>
                </a:lnTo>
                <a:lnTo>
                  <a:pt x="1745092" y="64731"/>
                </a:lnTo>
                <a:lnTo>
                  <a:pt x="1745356" y="64571"/>
                </a:lnTo>
                <a:lnTo>
                  <a:pt x="1745628" y="64418"/>
                </a:lnTo>
                <a:lnTo>
                  <a:pt x="1745910" y="64273"/>
                </a:lnTo>
                <a:lnTo>
                  <a:pt x="1746201" y="64134"/>
                </a:lnTo>
                <a:lnTo>
                  <a:pt x="1746502" y="64002"/>
                </a:lnTo>
                <a:lnTo>
                  <a:pt x="1746812" y="63878"/>
                </a:lnTo>
                <a:lnTo>
                  <a:pt x="1747131" y="63761"/>
                </a:lnTo>
                <a:lnTo>
                  <a:pt x="1747459" y="63650"/>
                </a:lnTo>
                <a:lnTo>
                  <a:pt x="1747797" y="63547"/>
                </a:lnTo>
                <a:lnTo>
                  <a:pt x="1748144" y="63451"/>
                </a:lnTo>
                <a:lnTo>
                  <a:pt x="1748500" y="63362"/>
                </a:lnTo>
                <a:lnTo>
                  <a:pt x="1748866" y="63281"/>
                </a:lnTo>
                <a:lnTo>
                  <a:pt x="1749241" y="63206"/>
                </a:lnTo>
                <a:lnTo>
                  <a:pt x="1749625" y="63138"/>
                </a:lnTo>
                <a:lnTo>
                  <a:pt x="1750018" y="63078"/>
                </a:lnTo>
                <a:lnTo>
                  <a:pt x="1750421" y="63025"/>
                </a:lnTo>
                <a:lnTo>
                  <a:pt x="1750833" y="62978"/>
                </a:lnTo>
                <a:lnTo>
                  <a:pt x="1751254" y="62939"/>
                </a:lnTo>
                <a:lnTo>
                  <a:pt x="1751685" y="62907"/>
                </a:lnTo>
                <a:lnTo>
                  <a:pt x="1752125" y="62882"/>
                </a:lnTo>
                <a:lnTo>
                  <a:pt x="1752574" y="62865"/>
                </a:lnTo>
                <a:lnTo>
                  <a:pt x="1753033" y="62854"/>
                </a:lnTo>
                <a:lnTo>
                  <a:pt x="1753501" y="62850"/>
                </a:lnTo>
                <a:lnTo>
                  <a:pt x="1753943" y="62854"/>
                </a:lnTo>
                <a:lnTo>
                  <a:pt x="1754379" y="62865"/>
                </a:lnTo>
                <a:lnTo>
                  <a:pt x="1754807" y="62884"/>
                </a:lnTo>
                <a:lnTo>
                  <a:pt x="1755227" y="62910"/>
                </a:lnTo>
                <a:lnTo>
                  <a:pt x="1755641" y="62943"/>
                </a:lnTo>
                <a:lnTo>
                  <a:pt x="1756046" y="62983"/>
                </a:lnTo>
                <a:lnTo>
                  <a:pt x="1756445" y="63031"/>
                </a:lnTo>
                <a:lnTo>
                  <a:pt x="1756836" y="63087"/>
                </a:lnTo>
                <a:lnTo>
                  <a:pt x="1757219" y="63150"/>
                </a:lnTo>
                <a:lnTo>
                  <a:pt x="1757596" y="63220"/>
                </a:lnTo>
                <a:lnTo>
                  <a:pt x="1757964" y="63297"/>
                </a:lnTo>
                <a:lnTo>
                  <a:pt x="1758326" y="63382"/>
                </a:lnTo>
                <a:lnTo>
                  <a:pt x="1758680" y="63475"/>
                </a:lnTo>
                <a:lnTo>
                  <a:pt x="1759027" y="63574"/>
                </a:lnTo>
                <a:lnTo>
                  <a:pt x="1759366" y="63681"/>
                </a:lnTo>
                <a:lnTo>
                  <a:pt x="1759698" y="63796"/>
                </a:lnTo>
                <a:lnTo>
                  <a:pt x="1760022" y="63918"/>
                </a:lnTo>
                <a:lnTo>
                  <a:pt x="1760339" y="64047"/>
                </a:lnTo>
                <a:lnTo>
                  <a:pt x="1760649" y="64184"/>
                </a:lnTo>
                <a:lnTo>
                  <a:pt x="1760951" y="64328"/>
                </a:lnTo>
                <a:lnTo>
                  <a:pt x="1761246" y="64479"/>
                </a:lnTo>
                <a:lnTo>
                  <a:pt x="1761533" y="64638"/>
                </a:lnTo>
                <a:lnTo>
                  <a:pt x="1761813" y="64804"/>
                </a:lnTo>
                <a:lnTo>
                  <a:pt x="1762086" y="64978"/>
                </a:lnTo>
                <a:lnTo>
                  <a:pt x="1762351" y="65157"/>
                </a:lnTo>
                <a:lnTo>
                  <a:pt x="1762608" y="65343"/>
                </a:lnTo>
                <a:lnTo>
                  <a:pt x="1762858" y="65533"/>
                </a:lnTo>
                <a:lnTo>
                  <a:pt x="1763099" y="65728"/>
                </a:lnTo>
                <a:lnTo>
                  <a:pt x="1763332" y="65929"/>
                </a:lnTo>
                <a:lnTo>
                  <a:pt x="1763558" y="66135"/>
                </a:lnTo>
                <a:lnTo>
                  <a:pt x="1763775" y="66346"/>
                </a:lnTo>
                <a:lnTo>
                  <a:pt x="1763985" y="66562"/>
                </a:lnTo>
                <a:lnTo>
                  <a:pt x="1764186" y="66783"/>
                </a:lnTo>
                <a:lnTo>
                  <a:pt x="1764380" y="67010"/>
                </a:lnTo>
                <a:lnTo>
                  <a:pt x="1764566" y="67242"/>
                </a:lnTo>
                <a:lnTo>
                  <a:pt x="1764744" y="67478"/>
                </a:lnTo>
                <a:lnTo>
                  <a:pt x="1764914" y="67721"/>
                </a:lnTo>
                <a:lnTo>
                  <a:pt x="1765076" y="67968"/>
                </a:lnTo>
                <a:lnTo>
                  <a:pt x="1765230" y="68221"/>
                </a:lnTo>
                <a:lnTo>
                  <a:pt x="1765376" y="68478"/>
                </a:lnTo>
                <a:lnTo>
                  <a:pt x="1765515" y="68741"/>
                </a:lnTo>
                <a:lnTo>
                  <a:pt x="1765645" y="69009"/>
                </a:lnTo>
                <a:lnTo>
                  <a:pt x="1765768" y="69283"/>
                </a:lnTo>
                <a:lnTo>
                  <a:pt x="1765882" y="69561"/>
                </a:lnTo>
                <a:lnTo>
                  <a:pt x="1765989" y="69845"/>
                </a:lnTo>
                <a:lnTo>
                  <a:pt x="1766087" y="70134"/>
                </a:lnTo>
                <a:lnTo>
                  <a:pt x="1766178" y="70428"/>
                </a:lnTo>
                <a:lnTo>
                  <a:pt x="1766261" y="70727"/>
                </a:lnTo>
                <a:lnTo>
                  <a:pt x="1786266" y="70727"/>
                </a:lnTo>
                <a:lnTo>
                  <a:pt x="1786123" y="69790"/>
                </a:lnTo>
                <a:lnTo>
                  <a:pt x="1785956" y="68870"/>
                </a:lnTo>
                <a:lnTo>
                  <a:pt x="1785766" y="67968"/>
                </a:lnTo>
                <a:lnTo>
                  <a:pt x="1785552" y="67082"/>
                </a:lnTo>
                <a:lnTo>
                  <a:pt x="1785315" y="66213"/>
                </a:lnTo>
                <a:lnTo>
                  <a:pt x="1785054" y="65361"/>
                </a:lnTo>
                <a:lnTo>
                  <a:pt x="1784770" y="64526"/>
                </a:lnTo>
                <a:lnTo>
                  <a:pt x="1784462" y="63708"/>
                </a:lnTo>
                <a:lnTo>
                  <a:pt x="1784131" y="62907"/>
                </a:lnTo>
                <a:lnTo>
                  <a:pt x="1783776" y="62123"/>
                </a:lnTo>
                <a:lnTo>
                  <a:pt x="1783398" y="61356"/>
                </a:lnTo>
                <a:lnTo>
                  <a:pt x="1782996" y="60606"/>
                </a:lnTo>
                <a:lnTo>
                  <a:pt x="1782571" y="59872"/>
                </a:lnTo>
                <a:lnTo>
                  <a:pt x="1782122" y="59156"/>
                </a:lnTo>
                <a:lnTo>
                  <a:pt x="1781650" y="58457"/>
                </a:lnTo>
                <a:lnTo>
                  <a:pt x="1781154" y="57774"/>
                </a:lnTo>
                <a:lnTo>
                  <a:pt x="1780635" y="57109"/>
                </a:lnTo>
                <a:lnTo>
                  <a:pt x="1780092" y="56461"/>
                </a:lnTo>
                <a:lnTo>
                  <a:pt x="1779526" y="55829"/>
                </a:lnTo>
                <a:lnTo>
                  <a:pt x="1778936" y="55215"/>
                </a:lnTo>
                <a:lnTo>
                  <a:pt x="1778323" y="54617"/>
                </a:lnTo>
                <a:lnTo>
                  <a:pt x="1777686" y="54037"/>
                </a:lnTo>
                <a:lnTo>
                  <a:pt x="1777026" y="53473"/>
                </a:lnTo>
                <a:lnTo>
                  <a:pt x="1776342" y="52926"/>
                </a:lnTo>
                <a:lnTo>
                  <a:pt x="1775636" y="52399"/>
                </a:lnTo>
                <a:lnTo>
                  <a:pt x="1774909" y="51895"/>
                </a:lnTo>
                <a:lnTo>
                  <a:pt x="1774161" y="51413"/>
                </a:lnTo>
                <a:lnTo>
                  <a:pt x="1773393" y="50953"/>
                </a:lnTo>
                <a:lnTo>
                  <a:pt x="1772604" y="50516"/>
                </a:lnTo>
                <a:lnTo>
                  <a:pt x="1771794" y="50101"/>
                </a:lnTo>
                <a:lnTo>
                  <a:pt x="1770963" y="49708"/>
                </a:lnTo>
                <a:lnTo>
                  <a:pt x="1770111" y="49338"/>
                </a:lnTo>
                <a:lnTo>
                  <a:pt x="1769239" y="48991"/>
                </a:lnTo>
                <a:lnTo>
                  <a:pt x="1768346" y="48665"/>
                </a:lnTo>
                <a:lnTo>
                  <a:pt x="1767432" y="48363"/>
                </a:lnTo>
                <a:lnTo>
                  <a:pt x="1766497" y="48082"/>
                </a:lnTo>
                <a:lnTo>
                  <a:pt x="1765542" y="47825"/>
                </a:lnTo>
                <a:lnTo>
                  <a:pt x="1764566" y="47589"/>
                </a:lnTo>
                <a:lnTo>
                  <a:pt x="1763568" y="47376"/>
                </a:lnTo>
                <a:lnTo>
                  <a:pt x="1762551" y="47185"/>
                </a:lnTo>
                <a:lnTo>
                  <a:pt x="1761512" y="47017"/>
                </a:lnTo>
                <a:lnTo>
                  <a:pt x="1760453" y="46872"/>
                </a:lnTo>
                <a:lnTo>
                  <a:pt x="1759372" y="46748"/>
                </a:lnTo>
                <a:lnTo>
                  <a:pt x="1758271" y="46647"/>
                </a:lnTo>
                <a:lnTo>
                  <a:pt x="1757149" y="46569"/>
                </a:lnTo>
                <a:lnTo>
                  <a:pt x="1756007" y="46513"/>
                </a:lnTo>
                <a:lnTo>
                  <a:pt x="1754844" y="46479"/>
                </a:lnTo>
                <a:lnTo>
                  <a:pt x="1753659" y="46468"/>
                </a:lnTo>
                <a:lnTo>
                  <a:pt x="1752811" y="46474"/>
                </a:lnTo>
                <a:lnTo>
                  <a:pt x="1751974" y="46491"/>
                </a:lnTo>
                <a:lnTo>
                  <a:pt x="1751146" y="46520"/>
                </a:lnTo>
                <a:lnTo>
                  <a:pt x="1750329" y="46560"/>
                </a:lnTo>
                <a:lnTo>
                  <a:pt x="1749523" y="46612"/>
                </a:lnTo>
                <a:lnTo>
                  <a:pt x="1748727" y="46675"/>
                </a:lnTo>
                <a:lnTo>
                  <a:pt x="1747941" y="46749"/>
                </a:lnTo>
                <a:lnTo>
                  <a:pt x="1747166" y="46836"/>
                </a:lnTo>
                <a:lnTo>
                  <a:pt x="1746401" y="46933"/>
                </a:lnTo>
                <a:lnTo>
                  <a:pt x="1745646" y="47042"/>
                </a:lnTo>
                <a:lnTo>
                  <a:pt x="1744902" y="47163"/>
                </a:lnTo>
                <a:lnTo>
                  <a:pt x="1744168" y="47295"/>
                </a:lnTo>
                <a:lnTo>
                  <a:pt x="1743445" y="47439"/>
                </a:lnTo>
                <a:lnTo>
                  <a:pt x="1742732" y="47594"/>
                </a:lnTo>
                <a:lnTo>
                  <a:pt x="1742029" y="47761"/>
                </a:lnTo>
                <a:lnTo>
                  <a:pt x="1741337" y="47939"/>
                </a:lnTo>
                <a:lnTo>
                  <a:pt x="1740655" y="48128"/>
                </a:lnTo>
                <a:lnTo>
                  <a:pt x="1739984" y="48330"/>
                </a:lnTo>
                <a:lnTo>
                  <a:pt x="1739323" y="48542"/>
                </a:lnTo>
                <a:lnTo>
                  <a:pt x="1738672" y="48766"/>
                </a:lnTo>
                <a:lnTo>
                  <a:pt x="1738032" y="49002"/>
                </a:lnTo>
                <a:lnTo>
                  <a:pt x="1737402" y="49249"/>
                </a:lnTo>
                <a:lnTo>
                  <a:pt x="1736783" y="49507"/>
                </a:lnTo>
                <a:lnTo>
                  <a:pt x="1736174" y="49778"/>
                </a:lnTo>
                <a:lnTo>
                  <a:pt x="1735576" y="50057"/>
                </a:lnTo>
                <a:lnTo>
                  <a:pt x="1734990" y="50345"/>
                </a:lnTo>
                <a:lnTo>
                  <a:pt x="1734417" y="50640"/>
                </a:lnTo>
                <a:lnTo>
                  <a:pt x="1733855" y="50943"/>
                </a:lnTo>
                <a:lnTo>
                  <a:pt x="1733305" y="51255"/>
                </a:lnTo>
                <a:lnTo>
                  <a:pt x="1732768" y="51574"/>
                </a:lnTo>
                <a:lnTo>
                  <a:pt x="1732242" y="51901"/>
                </a:lnTo>
                <a:lnTo>
                  <a:pt x="1731729" y="52236"/>
                </a:lnTo>
                <a:lnTo>
                  <a:pt x="1731227" y="52579"/>
                </a:lnTo>
                <a:lnTo>
                  <a:pt x="1730738" y="52930"/>
                </a:lnTo>
                <a:lnTo>
                  <a:pt x="1730260" y="53289"/>
                </a:lnTo>
                <a:lnTo>
                  <a:pt x="1729795" y="53656"/>
                </a:lnTo>
                <a:lnTo>
                  <a:pt x="1729342" y="54031"/>
                </a:lnTo>
                <a:lnTo>
                  <a:pt x="1728900" y="54414"/>
                </a:lnTo>
                <a:lnTo>
                  <a:pt x="1728471" y="54805"/>
                </a:lnTo>
                <a:lnTo>
                  <a:pt x="1728054" y="55203"/>
                </a:lnTo>
                <a:lnTo>
                  <a:pt x="1727649" y="55610"/>
                </a:lnTo>
                <a:lnTo>
                  <a:pt x="1727255" y="56024"/>
                </a:lnTo>
                <a:lnTo>
                  <a:pt x="1726874" y="56447"/>
                </a:lnTo>
                <a:lnTo>
                  <a:pt x="1726505" y="56877"/>
                </a:lnTo>
                <a:lnTo>
                  <a:pt x="1726148" y="57315"/>
                </a:lnTo>
                <a:lnTo>
                  <a:pt x="1725803" y="57762"/>
                </a:lnTo>
                <a:lnTo>
                  <a:pt x="1725469" y="58216"/>
                </a:lnTo>
                <a:lnTo>
                  <a:pt x="1725148" y="58678"/>
                </a:lnTo>
                <a:lnTo>
                  <a:pt x="1724840" y="59146"/>
                </a:lnTo>
                <a:lnTo>
                  <a:pt x="1724545" y="59620"/>
                </a:lnTo>
                <a:lnTo>
                  <a:pt x="1724262" y="60099"/>
                </a:lnTo>
                <a:lnTo>
                  <a:pt x="1723993" y="60583"/>
                </a:lnTo>
                <a:lnTo>
                  <a:pt x="1723737" y="61072"/>
                </a:lnTo>
                <a:lnTo>
                  <a:pt x="1723494" y="61567"/>
                </a:lnTo>
                <a:lnTo>
                  <a:pt x="1723265" y="62066"/>
                </a:lnTo>
                <a:lnTo>
                  <a:pt x="1723048" y="62571"/>
                </a:lnTo>
                <a:lnTo>
                  <a:pt x="1722845" y="63081"/>
                </a:lnTo>
                <a:lnTo>
                  <a:pt x="1722654" y="63597"/>
                </a:lnTo>
                <a:lnTo>
                  <a:pt x="1722477" y="64117"/>
                </a:lnTo>
                <a:lnTo>
                  <a:pt x="1722313" y="64643"/>
                </a:lnTo>
                <a:lnTo>
                  <a:pt x="1722162" y="65174"/>
                </a:lnTo>
                <a:lnTo>
                  <a:pt x="1722024" y="65710"/>
                </a:lnTo>
                <a:lnTo>
                  <a:pt x="1721899" y="66251"/>
                </a:lnTo>
                <a:lnTo>
                  <a:pt x="1721788" y="66798"/>
                </a:lnTo>
                <a:lnTo>
                  <a:pt x="1721689" y="67349"/>
                </a:lnTo>
                <a:lnTo>
                  <a:pt x="1721604" y="67906"/>
                </a:lnTo>
                <a:lnTo>
                  <a:pt x="1721532" y="68468"/>
                </a:lnTo>
                <a:lnTo>
                  <a:pt x="1721473" y="69036"/>
                </a:lnTo>
                <a:lnTo>
                  <a:pt x="1721427" y="69608"/>
                </a:lnTo>
                <a:lnTo>
                  <a:pt x="1721394" y="70186"/>
                </a:lnTo>
                <a:lnTo>
                  <a:pt x="1721374" y="70769"/>
                </a:lnTo>
                <a:lnTo>
                  <a:pt x="1721368" y="71357"/>
                </a:lnTo>
                <a:lnTo>
                  <a:pt x="1721372" y="71839"/>
                </a:lnTo>
                <a:lnTo>
                  <a:pt x="1721385" y="72315"/>
                </a:lnTo>
                <a:lnTo>
                  <a:pt x="1721407" y="72784"/>
                </a:lnTo>
                <a:lnTo>
                  <a:pt x="1721438" y="73247"/>
                </a:lnTo>
                <a:lnTo>
                  <a:pt x="1721477" y="73703"/>
                </a:lnTo>
                <a:lnTo>
                  <a:pt x="1721525" y="74153"/>
                </a:lnTo>
                <a:lnTo>
                  <a:pt x="1721582" y="74596"/>
                </a:lnTo>
                <a:lnTo>
                  <a:pt x="1721648" y="75032"/>
                </a:lnTo>
                <a:lnTo>
                  <a:pt x="1721722" y="75462"/>
                </a:lnTo>
                <a:lnTo>
                  <a:pt x="1721805" y="75886"/>
                </a:lnTo>
                <a:lnTo>
                  <a:pt x="1721897" y="76303"/>
                </a:lnTo>
                <a:lnTo>
                  <a:pt x="1721997" y="76713"/>
                </a:lnTo>
                <a:lnTo>
                  <a:pt x="1722107" y="77117"/>
                </a:lnTo>
                <a:lnTo>
                  <a:pt x="1722225" y="77514"/>
                </a:lnTo>
                <a:lnTo>
                  <a:pt x="1722352" y="77904"/>
                </a:lnTo>
                <a:lnTo>
                  <a:pt x="1722487" y="78288"/>
                </a:lnTo>
                <a:lnTo>
                  <a:pt x="1722631" y="78666"/>
                </a:lnTo>
                <a:lnTo>
                  <a:pt x="1722785" y="79037"/>
                </a:lnTo>
                <a:lnTo>
                  <a:pt x="1722946" y="79401"/>
                </a:lnTo>
                <a:lnTo>
                  <a:pt x="1723117" y="79759"/>
                </a:lnTo>
                <a:lnTo>
                  <a:pt x="1723296" y="80110"/>
                </a:lnTo>
                <a:lnTo>
                  <a:pt x="1723484" y="80455"/>
                </a:lnTo>
                <a:lnTo>
                  <a:pt x="1723681" y="80793"/>
                </a:lnTo>
                <a:lnTo>
                  <a:pt x="1723887" y="81125"/>
                </a:lnTo>
                <a:lnTo>
                  <a:pt x="1724100" y="81450"/>
                </a:lnTo>
                <a:lnTo>
                  <a:pt x="1724319" y="81771"/>
                </a:lnTo>
                <a:lnTo>
                  <a:pt x="1724544" y="82087"/>
                </a:lnTo>
                <a:lnTo>
                  <a:pt x="1724775" y="82398"/>
                </a:lnTo>
                <a:lnTo>
                  <a:pt x="1725012" y="82704"/>
                </a:lnTo>
                <a:lnTo>
                  <a:pt x="1725255" y="83005"/>
                </a:lnTo>
                <a:lnTo>
                  <a:pt x="1725505" y="83301"/>
                </a:lnTo>
                <a:lnTo>
                  <a:pt x="1725760" y="83592"/>
                </a:lnTo>
                <a:lnTo>
                  <a:pt x="1726021" y="83878"/>
                </a:lnTo>
                <a:lnTo>
                  <a:pt x="1726288" y="84160"/>
                </a:lnTo>
                <a:lnTo>
                  <a:pt x="1726561" y="84436"/>
                </a:lnTo>
                <a:lnTo>
                  <a:pt x="1726841" y="84708"/>
                </a:lnTo>
                <a:lnTo>
                  <a:pt x="1727126" y="84974"/>
                </a:lnTo>
                <a:lnTo>
                  <a:pt x="1727417" y="85236"/>
                </a:lnTo>
                <a:lnTo>
                  <a:pt x="1727714" y="85493"/>
                </a:lnTo>
                <a:lnTo>
                  <a:pt x="1728017" y="85745"/>
                </a:lnTo>
                <a:lnTo>
                  <a:pt x="1728327" y="85992"/>
                </a:lnTo>
                <a:lnTo>
                  <a:pt x="1728642" y="86234"/>
                </a:lnTo>
                <a:lnTo>
                  <a:pt x="1728963" y="86471"/>
                </a:lnTo>
                <a:lnTo>
                  <a:pt x="1729291" y="86703"/>
                </a:lnTo>
                <a:lnTo>
                  <a:pt x="1729624" y="86931"/>
                </a:lnTo>
                <a:lnTo>
                  <a:pt x="1729963" y="87153"/>
                </a:lnTo>
                <a:lnTo>
                  <a:pt x="1730308" y="87370"/>
                </a:lnTo>
                <a:lnTo>
                  <a:pt x="1730660" y="87583"/>
                </a:lnTo>
                <a:lnTo>
                  <a:pt x="1731016" y="87791"/>
                </a:lnTo>
                <a:lnTo>
                  <a:pt x="1731377" y="87997"/>
                </a:lnTo>
                <a:lnTo>
                  <a:pt x="1731742" y="88199"/>
                </a:lnTo>
                <a:lnTo>
                  <a:pt x="1732111" y="88399"/>
                </a:lnTo>
                <a:lnTo>
                  <a:pt x="1732484" y="88595"/>
                </a:lnTo>
                <a:lnTo>
                  <a:pt x="1732861" y="88788"/>
                </a:lnTo>
                <a:lnTo>
                  <a:pt x="1733242" y="88979"/>
                </a:lnTo>
                <a:lnTo>
                  <a:pt x="1733627" y="89166"/>
                </a:lnTo>
                <a:lnTo>
                  <a:pt x="1734016" y="89351"/>
                </a:lnTo>
                <a:lnTo>
                  <a:pt x="1734410" y="89532"/>
                </a:lnTo>
                <a:lnTo>
                  <a:pt x="1734807" y="89710"/>
                </a:lnTo>
                <a:lnTo>
                  <a:pt x="1735209" y="89886"/>
                </a:lnTo>
                <a:lnTo>
                  <a:pt x="1735615" y="90058"/>
                </a:lnTo>
                <a:lnTo>
                  <a:pt x="1736025" y="90227"/>
                </a:lnTo>
                <a:lnTo>
                  <a:pt x="1736439" y="90394"/>
                </a:lnTo>
                <a:lnTo>
                  <a:pt x="1736857" y="90557"/>
                </a:lnTo>
                <a:lnTo>
                  <a:pt x="1737279" y="90717"/>
                </a:lnTo>
                <a:lnTo>
                  <a:pt x="1737705" y="90875"/>
                </a:lnTo>
                <a:lnTo>
                  <a:pt x="1738135" y="91029"/>
                </a:lnTo>
                <a:lnTo>
                  <a:pt x="1738570" y="91180"/>
                </a:lnTo>
                <a:lnTo>
                  <a:pt x="1739008" y="91329"/>
                </a:lnTo>
                <a:lnTo>
                  <a:pt x="1739451" y="91474"/>
                </a:lnTo>
                <a:lnTo>
                  <a:pt x="1739898" y="91616"/>
                </a:lnTo>
                <a:lnTo>
                  <a:pt x="1740348" y="91756"/>
                </a:lnTo>
                <a:lnTo>
                  <a:pt x="1740802" y="91892"/>
                </a:lnTo>
                <a:lnTo>
                  <a:pt x="1741256" y="92027"/>
                </a:lnTo>
                <a:lnTo>
                  <a:pt x="1741711" y="92160"/>
                </a:lnTo>
                <a:lnTo>
                  <a:pt x="1742166" y="92291"/>
                </a:lnTo>
                <a:lnTo>
                  <a:pt x="1742623" y="92421"/>
                </a:lnTo>
                <a:lnTo>
                  <a:pt x="1743080" y="92548"/>
                </a:lnTo>
                <a:lnTo>
                  <a:pt x="1743539" y="92673"/>
                </a:lnTo>
                <a:lnTo>
                  <a:pt x="1743998" y="92797"/>
                </a:lnTo>
                <a:lnTo>
                  <a:pt x="1744457" y="92918"/>
                </a:lnTo>
                <a:lnTo>
                  <a:pt x="1744918" y="93038"/>
                </a:lnTo>
                <a:lnTo>
                  <a:pt x="1745380" y="93156"/>
                </a:lnTo>
                <a:lnTo>
                  <a:pt x="1745842" y="93272"/>
                </a:lnTo>
                <a:lnTo>
                  <a:pt x="1746305" y="93386"/>
                </a:lnTo>
                <a:lnTo>
                  <a:pt x="1746769" y="93498"/>
                </a:lnTo>
                <a:lnTo>
                  <a:pt x="1747234" y="93608"/>
                </a:lnTo>
                <a:lnTo>
                  <a:pt x="1747699" y="93716"/>
                </a:lnTo>
                <a:lnTo>
                  <a:pt x="1748165" y="93822"/>
                </a:lnTo>
                <a:lnTo>
                  <a:pt x="1748633" y="93926"/>
                </a:lnTo>
                <a:lnTo>
                  <a:pt x="1749101" y="94029"/>
                </a:lnTo>
                <a:lnTo>
                  <a:pt x="1749569" y="94129"/>
                </a:lnTo>
                <a:lnTo>
                  <a:pt x="1750039" y="94228"/>
                </a:lnTo>
                <a:lnTo>
                  <a:pt x="1750510" y="94325"/>
                </a:lnTo>
                <a:lnTo>
                  <a:pt x="1750981" y="94420"/>
                </a:lnTo>
                <a:lnTo>
                  <a:pt x="1751453" y="94512"/>
                </a:lnTo>
                <a:lnTo>
                  <a:pt x="1751883" y="94604"/>
                </a:lnTo>
                <a:lnTo>
                  <a:pt x="1752308" y="94696"/>
                </a:lnTo>
                <a:lnTo>
                  <a:pt x="1752728" y="94788"/>
                </a:lnTo>
                <a:lnTo>
                  <a:pt x="1753142" y="94880"/>
                </a:lnTo>
                <a:lnTo>
                  <a:pt x="1753551" y="94972"/>
                </a:lnTo>
                <a:lnTo>
                  <a:pt x="1753954" y="95064"/>
                </a:lnTo>
                <a:lnTo>
                  <a:pt x="1754351" y="95156"/>
                </a:lnTo>
                <a:lnTo>
                  <a:pt x="1754744" y="95248"/>
                </a:lnTo>
                <a:lnTo>
                  <a:pt x="1755130" y="95340"/>
                </a:lnTo>
                <a:lnTo>
                  <a:pt x="1755512" y="95432"/>
                </a:lnTo>
                <a:lnTo>
                  <a:pt x="1755887" y="95524"/>
                </a:lnTo>
                <a:lnTo>
                  <a:pt x="1756258" y="95616"/>
                </a:lnTo>
                <a:lnTo>
                  <a:pt x="1756622" y="95708"/>
                </a:lnTo>
                <a:lnTo>
                  <a:pt x="1756982" y="95800"/>
                </a:lnTo>
                <a:lnTo>
                  <a:pt x="1757336" y="95891"/>
                </a:lnTo>
                <a:lnTo>
                  <a:pt x="1757684" y="95983"/>
                </a:lnTo>
                <a:lnTo>
                  <a:pt x="1758027" y="96075"/>
                </a:lnTo>
                <a:lnTo>
                  <a:pt x="1758364" y="96167"/>
                </a:lnTo>
                <a:lnTo>
                  <a:pt x="1758696" y="96259"/>
                </a:lnTo>
                <a:lnTo>
                  <a:pt x="1759023" y="96351"/>
                </a:lnTo>
                <a:lnTo>
                  <a:pt x="1759344" y="96443"/>
                </a:lnTo>
                <a:lnTo>
                  <a:pt x="1759659" y="96535"/>
                </a:lnTo>
                <a:lnTo>
                  <a:pt x="1759969" y="96627"/>
                </a:lnTo>
                <a:lnTo>
                  <a:pt x="1760274" y="96719"/>
                </a:lnTo>
                <a:lnTo>
                  <a:pt x="1760573" y="96812"/>
                </a:lnTo>
                <a:lnTo>
                  <a:pt x="1760866" y="96907"/>
                </a:lnTo>
                <a:lnTo>
                  <a:pt x="1761153" y="97005"/>
                </a:lnTo>
                <a:lnTo>
                  <a:pt x="1761434" y="97106"/>
                </a:lnTo>
                <a:lnTo>
                  <a:pt x="1761709" y="97208"/>
                </a:lnTo>
                <a:lnTo>
                  <a:pt x="1761978" y="97314"/>
                </a:lnTo>
                <a:lnTo>
                  <a:pt x="1762241" y="97422"/>
                </a:lnTo>
                <a:lnTo>
                  <a:pt x="1762497" y="97532"/>
                </a:lnTo>
                <a:lnTo>
                  <a:pt x="1762748" y="97645"/>
                </a:lnTo>
                <a:lnTo>
                  <a:pt x="1762993" y="97760"/>
                </a:lnTo>
                <a:lnTo>
                  <a:pt x="1763232" y="97877"/>
                </a:lnTo>
                <a:lnTo>
                  <a:pt x="1763465" y="97998"/>
                </a:lnTo>
                <a:lnTo>
                  <a:pt x="1763691" y="98120"/>
                </a:lnTo>
                <a:lnTo>
                  <a:pt x="1763912" y="98245"/>
                </a:lnTo>
                <a:lnTo>
                  <a:pt x="1764127" y="98373"/>
                </a:lnTo>
                <a:lnTo>
                  <a:pt x="1764335" y="98503"/>
                </a:lnTo>
                <a:lnTo>
                  <a:pt x="1764538" y="98635"/>
                </a:lnTo>
                <a:lnTo>
                  <a:pt x="1764735" y="98770"/>
                </a:lnTo>
                <a:lnTo>
                  <a:pt x="1764925" y="98908"/>
                </a:lnTo>
                <a:lnTo>
                  <a:pt x="1765110" y="99048"/>
                </a:lnTo>
                <a:lnTo>
                  <a:pt x="1765288" y="99190"/>
                </a:lnTo>
                <a:lnTo>
                  <a:pt x="1765461" y="99335"/>
                </a:lnTo>
                <a:lnTo>
                  <a:pt x="1765627" y="99482"/>
                </a:lnTo>
                <a:lnTo>
                  <a:pt x="1765788" y="99632"/>
                </a:lnTo>
                <a:lnTo>
                  <a:pt x="1765942" y="99785"/>
                </a:lnTo>
                <a:lnTo>
                  <a:pt x="1766090" y="99944"/>
                </a:lnTo>
                <a:lnTo>
                  <a:pt x="1766231" y="100108"/>
                </a:lnTo>
                <a:lnTo>
                  <a:pt x="1766366" y="100277"/>
                </a:lnTo>
                <a:lnTo>
                  <a:pt x="1766494" y="100451"/>
                </a:lnTo>
                <a:lnTo>
                  <a:pt x="1766615" y="100631"/>
                </a:lnTo>
                <a:lnTo>
                  <a:pt x="1766730" y="100815"/>
                </a:lnTo>
                <a:lnTo>
                  <a:pt x="1766839" y="101005"/>
                </a:lnTo>
                <a:lnTo>
                  <a:pt x="1766940" y="101200"/>
                </a:lnTo>
                <a:lnTo>
                  <a:pt x="1767036" y="101401"/>
                </a:lnTo>
                <a:lnTo>
                  <a:pt x="1767124" y="101606"/>
                </a:lnTo>
                <a:lnTo>
                  <a:pt x="1767206" y="101817"/>
                </a:lnTo>
                <a:lnTo>
                  <a:pt x="1767282" y="102033"/>
                </a:lnTo>
                <a:lnTo>
                  <a:pt x="1767351" y="102254"/>
                </a:lnTo>
                <a:lnTo>
                  <a:pt x="1767413" y="102480"/>
                </a:lnTo>
                <a:lnTo>
                  <a:pt x="1767469" y="102712"/>
                </a:lnTo>
                <a:lnTo>
                  <a:pt x="1767518" y="102949"/>
                </a:lnTo>
                <a:lnTo>
                  <a:pt x="1767561" y="103190"/>
                </a:lnTo>
                <a:lnTo>
                  <a:pt x="1767597" y="103438"/>
                </a:lnTo>
                <a:lnTo>
                  <a:pt x="1767627" y="103690"/>
                </a:lnTo>
                <a:lnTo>
                  <a:pt x="1767650" y="103948"/>
                </a:lnTo>
                <a:lnTo>
                  <a:pt x="1767666" y="104210"/>
                </a:lnTo>
                <a:lnTo>
                  <a:pt x="1767676" y="104478"/>
                </a:lnTo>
                <a:lnTo>
                  <a:pt x="1767679" y="104752"/>
                </a:lnTo>
                <a:lnTo>
                  <a:pt x="1767677" y="104935"/>
                </a:lnTo>
                <a:lnTo>
                  <a:pt x="1767670" y="105118"/>
                </a:lnTo>
                <a:lnTo>
                  <a:pt x="1767658" y="105300"/>
                </a:lnTo>
                <a:lnTo>
                  <a:pt x="1767642" y="105482"/>
                </a:lnTo>
                <a:lnTo>
                  <a:pt x="1767621" y="105663"/>
                </a:lnTo>
                <a:lnTo>
                  <a:pt x="1767595" y="105844"/>
                </a:lnTo>
                <a:lnTo>
                  <a:pt x="1767565" y="106024"/>
                </a:lnTo>
                <a:lnTo>
                  <a:pt x="1767530" y="106204"/>
                </a:lnTo>
                <a:lnTo>
                  <a:pt x="1767491" y="106383"/>
                </a:lnTo>
                <a:lnTo>
                  <a:pt x="1767446" y="106561"/>
                </a:lnTo>
                <a:lnTo>
                  <a:pt x="1767398" y="106739"/>
                </a:lnTo>
                <a:lnTo>
                  <a:pt x="1767344" y="106917"/>
                </a:lnTo>
                <a:lnTo>
                  <a:pt x="1767286" y="107093"/>
                </a:lnTo>
                <a:lnTo>
                  <a:pt x="1767223" y="107270"/>
                </a:lnTo>
                <a:lnTo>
                  <a:pt x="1767155" y="107446"/>
                </a:lnTo>
                <a:lnTo>
                  <a:pt x="1767083" y="107621"/>
                </a:lnTo>
                <a:lnTo>
                  <a:pt x="1767006" y="107796"/>
                </a:lnTo>
                <a:lnTo>
                  <a:pt x="1766925" y="107970"/>
                </a:lnTo>
                <a:lnTo>
                  <a:pt x="1766839" y="108143"/>
                </a:lnTo>
                <a:lnTo>
                  <a:pt x="1766748" y="108317"/>
                </a:lnTo>
                <a:lnTo>
                  <a:pt x="1766652" y="108489"/>
                </a:lnTo>
                <a:lnTo>
                  <a:pt x="1766552" y="108661"/>
                </a:lnTo>
                <a:lnTo>
                  <a:pt x="1766448" y="108833"/>
                </a:lnTo>
                <a:lnTo>
                  <a:pt x="1766338" y="109003"/>
                </a:lnTo>
                <a:lnTo>
                  <a:pt x="1766224" y="109173"/>
                </a:lnTo>
                <a:lnTo>
                  <a:pt x="1766106" y="109339"/>
                </a:lnTo>
                <a:lnTo>
                  <a:pt x="1765982" y="109502"/>
                </a:lnTo>
                <a:lnTo>
                  <a:pt x="1765855" y="109662"/>
                </a:lnTo>
                <a:lnTo>
                  <a:pt x="1765722" y="109819"/>
                </a:lnTo>
                <a:lnTo>
                  <a:pt x="1765585" y="109973"/>
                </a:lnTo>
                <a:lnTo>
                  <a:pt x="1765443" y="110124"/>
                </a:lnTo>
                <a:lnTo>
                  <a:pt x="1765297" y="110273"/>
                </a:lnTo>
                <a:lnTo>
                  <a:pt x="1765146" y="110418"/>
                </a:lnTo>
                <a:lnTo>
                  <a:pt x="1764990" y="110560"/>
                </a:lnTo>
                <a:lnTo>
                  <a:pt x="1764830" y="110699"/>
                </a:lnTo>
                <a:lnTo>
                  <a:pt x="1764665" y="110835"/>
                </a:lnTo>
                <a:lnTo>
                  <a:pt x="1764495" y="110968"/>
                </a:lnTo>
                <a:lnTo>
                  <a:pt x="1764321" y="111098"/>
                </a:lnTo>
                <a:lnTo>
                  <a:pt x="1764142" y="111225"/>
                </a:lnTo>
                <a:lnTo>
                  <a:pt x="1763958" y="111349"/>
                </a:lnTo>
                <a:lnTo>
                  <a:pt x="1763770" y="111470"/>
                </a:lnTo>
                <a:lnTo>
                  <a:pt x="1763577" y="111588"/>
                </a:lnTo>
                <a:lnTo>
                  <a:pt x="1763379" y="111704"/>
                </a:lnTo>
                <a:lnTo>
                  <a:pt x="1763177" y="111816"/>
                </a:lnTo>
                <a:lnTo>
                  <a:pt x="1762970" y="111925"/>
                </a:lnTo>
                <a:lnTo>
                  <a:pt x="1762759" y="112031"/>
                </a:lnTo>
                <a:lnTo>
                  <a:pt x="1762543" y="112134"/>
                </a:lnTo>
                <a:lnTo>
                  <a:pt x="1762322" y="112234"/>
                </a:lnTo>
                <a:lnTo>
                  <a:pt x="1762096" y="112330"/>
                </a:lnTo>
                <a:lnTo>
                  <a:pt x="1761865" y="112422"/>
                </a:lnTo>
                <a:lnTo>
                  <a:pt x="1761628" y="112510"/>
                </a:lnTo>
                <a:lnTo>
                  <a:pt x="1761385" y="112594"/>
                </a:lnTo>
                <a:lnTo>
                  <a:pt x="1761138" y="112674"/>
                </a:lnTo>
                <a:lnTo>
                  <a:pt x="1760885" y="112750"/>
                </a:lnTo>
                <a:lnTo>
                  <a:pt x="1760626" y="112822"/>
                </a:lnTo>
                <a:lnTo>
                  <a:pt x="1760362" y="112889"/>
                </a:lnTo>
                <a:lnTo>
                  <a:pt x="1760092" y="112953"/>
                </a:lnTo>
                <a:lnTo>
                  <a:pt x="1759817" y="113012"/>
                </a:lnTo>
                <a:lnTo>
                  <a:pt x="1759537" y="113068"/>
                </a:lnTo>
                <a:lnTo>
                  <a:pt x="1759251" y="113119"/>
                </a:lnTo>
                <a:lnTo>
                  <a:pt x="1758959" y="113166"/>
                </a:lnTo>
                <a:lnTo>
                  <a:pt x="1758662" y="113209"/>
                </a:lnTo>
                <a:lnTo>
                  <a:pt x="1758360" y="113248"/>
                </a:lnTo>
                <a:lnTo>
                  <a:pt x="1758052" y="113283"/>
                </a:lnTo>
                <a:lnTo>
                  <a:pt x="1757739" y="113314"/>
                </a:lnTo>
                <a:lnTo>
                  <a:pt x="1757420" y="113340"/>
                </a:lnTo>
                <a:lnTo>
                  <a:pt x="1757096" y="113363"/>
                </a:lnTo>
                <a:lnTo>
                  <a:pt x="1756766" y="113381"/>
                </a:lnTo>
                <a:lnTo>
                  <a:pt x="1756431" y="113396"/>
                </a:lnTo>
                <a:lnTo>
                  <a:pt x="1756090" y="113406"/>
                </a:lnTo>
                <a:lnTo>
                  <a:pt x="1755744" y="113412"/>
                </a:lnTo>
                <a:lnTo>
                  <a:pt x="1755392" y="113414"/>
                </a:lnTo>
                <a:lnTo>
                  <a:pt x="1755027" y="113412"/>
                </a:lnTo>
                <a:lnTo>
                  <a:pt x="1754666" y="113404"/>
                </a:lnTo>
                <a:lnTo>
                  <a:pt x="1754309" y="113392"/>
                </a:lnTo>
                <a:lnTo>
                  <a:pt x="1753957" y="113375"/>
                </a:lnTo>
                <a:lnTo>
                  <a:pt x="1753609" y="113353"/>
                </a:lnTo>
                <a:lnTo>
                  <a:pt x="1753266" y="113325"/>
                </a:lnTo>
                <a:lnTo>
                  <a:pt x="1752927" y="113294"/>
                </a:lnTo>
                <a:lnTo>
                  <a:pt x="1752592" y="113257"/>
                </a:lnTo>
                <a:lnTo>
                  <a:pt x="1752262" y="113215"/>
                </a:lnTo>
                <a:lnTo>
                  <a:pt x="1751936" y="113168"/>
                </a:lnTo>
                <a:lnTo>
                  <a:pt x="1751614" y="113117"/>
                </a:lnTo>
                <a:lnTo>
                  <a:pt x="1751297" y="113060"/>
                </a:lnTo>
                <a:lnTo>
                  <a:pt x="1750984" y="112999"/>
                </a:lnTo>
                <a:lnTo>
                  <a:pt x="1750675" y="112932"/>
                </a:lnTo>
                <a:lnTo>
                  <a:pt x="1750371" y="112861"/>
                </a:lnTo>
                <a:lnTo>
                  <a:pt x="1750071" y="112785"/>
                </a:lnTo>
                <a:lnTo>
                  <a:pt x="1749776" y="112704"/>
                </a:lnTo>
                <a:lnTo>
                  <a:pt x="1749485" y="112618"/>
                </a:lnTo>
                <a:lnTo>
                  <a:pt x="1749198" y="112527"/>
                </a:lnTo>
                <a:lnTo>
                  <a:pt x="1748916" y="112431"/>
                </a:lnTo>
                <a:lnTo>
                  <a:pt x="1748638" y="112330"/>
                </a:lnTo>
                <a:lnTo>
                  <a:pt x="1748365" y="112224"/>
                </a:lnTo>
                <a:lnTo>
                  <a:pt x="1748096" y="112114"/>
                </a:lnTo>
                <a:lnTo>
                  <a:pt x="1747831" y="111998"/>
                </a:lnTo>
                <a:lnTo>
                  <a:pt x="1747570" y="111878"/>
                </a:lnTo>
                <a:lnTo>
                  <a:pt x="1747314" y="111755"/>
                </a:lnTo>
                <a:lnTo>
                  <a:pt x="1747063" y="111628"/>
                </a:lnTo>
                <a:lnTo>
                  <a:pt x="1746815" y="111497"/>
                </a:lnTo>
                <a:lnTo>
                  <a:pt x="1746572" y="111363"/>
                </a:lnTo>
                <a:lnTo>
                  <a:pt x="1746334" y="111225"/>
                </a:lnTo>
                <a:lnTo>
                  <a:pt x="1746100" y="111084"/>
                </a:lnTo>
                <a:lnTo>
                  <a:pt x="1745870" y="110939"/>
                </a:lnTo>
                <a:lnTo>
                  <a:pt x="1745645" y="110791"/>
                </a:lnTo>
                <a:lnTo>
                  <a:pt x="1745424" y="110639"/>
                </a:lnTo>
                <a:lnTo>
                  <a:pt x="1745207" y="110483"/>
                </a:lnTo>
                <a:lnTo>
                  <a:pt x="1744995" y="110324"/>
                </a:lnTo>
                <a:lnTo>
                  <a:pt x="1744787" y="110162"/>
                </a:lnTo>
                <a:lnTo>
                  <a:pt x="1744583" y="109995"/>
                </a:lnTo>
                <a:lnTo>
                  <a:pt x="1744384" y="109826"/>
                </a:lnTo>
                <a:lnTo>
                  <a:pt x="1744189" y="109652"/>
                </a:lnTo>
                <a:lnTo>
                  <a:pt x="1743999" y="109476"/>
                </a:lnTo>
                <a:lnTo>
                  <a:pt x="1743813" y="109295"/>
                </a:lnTo>
                <a:lnTo>
                  <a:pt x="1743631" y="109111"/>
                </a:lnTo>
                <a:lnTo>
                  <a:pt x="1743454" y="108924"/>
                </a:lnTo>
                <a:lnTo>
                  <a:pt x="1743281" y="108733"/>
                </a:lnTo>
                <a:lnTo>
                  <a:pt x="1743112" y="108538"/>
                </a:lnTo>
                <a:lnTo>
                  <a:pt x="1742948" y="108340"/>
                </a:lnTo>
                <a:lnTo>
                  <a:pt x="1742788" y="108138"/>
                </a:lnTo>
                <a:lnTo>
                  <a:pt x="1742633" y="107934"/>
                </a:lnTo>
                <a:lnTo>
                  <a:pt x="1742481" y="107727"/>
                </a:lnTo>
                <a:lnTo>
                  <a:pt x="1742333" y="107519"/>
                </a:lnTo>
                <a:lnTo>
                  <a:pt x="1742189" y="107309"/>
                </a:lnTo>
                <a:lnTo>
                  <a:pt x="1742049" y="107097"/>
                </a:lnTo>
                <a:lnTo>
                  <a:pt x="1741912" y="106883"/>
                </a:lnTo>
                <a:lnTo>
                  <a:pt x="1741780" y="106667"/>
                </a:lnTo>
                <a:lnTo>
                  <a:pt x="1741651" y="106449"/>
                </a:lnTo>
                <a:lnTo>
                  <a:pt x="1741526" y="106229"/>
                </a:lnTo>
                <a:lnTo>
                  <a:pt x="1741405" y="106008"/>
                </a:lnTo>
                <a:lnTo>
                  <a:pt x="1741288" y="105784"/>
                </a:lnTo>
                <a:lnTo>
                  <a:pt x="1741175" y="105559"/>
                </a:lnTo>
                <a:lnTo>
                  <a:pt x="1741065" y="105331"/>
                </a:lnTo>
                <a:lnTo>
                  <a:pt x="1740959" y="105102"/>
                </a:lnTo>
                <a:lnTo>
                  <a:pt x="1740858" y="104871"/>
                </a:lnTo>
                <a:lnTo>
                  <a:pt x="1740759" y="104638"/>
                </a:lnTo>
                <a:lnTo>
                  <a:pt x="1740665" y="104402"/>
                </a:lnTo>
                <a:lnTo>
                  <a:pt x="1740575" y="104166"/>
                </a:lnTo>
                <a:lnTo>
                  <a:pt x="1740488" y="103927"/>
                </a:lnTo>
                <a:lnTo>
                  <a:pt x="1740406" y="103686"/>
                </a:lnTo>
                <a:lnTo>
                  <a:pt x="1740327" y="103443"/>
                </a:lnTo>
                <a:lnTo>
                  <a:pt x="1740252" y="103199"/>
                </a:lnTo>
                <a:lnTo>
                  <a:pt x="1740180" y="102952"/>
                </a:lnTo>
                <a:lnTo>
                  <a:pt x="1740113" y="102704"/>
                </a:lnTo>
                <a:lnTo>
                  <a:pt x="1719005" y="102704"/>
                </a:lnTo>
                <a:lnTo>
                  <a:pt x="1719064" y="103344"/>
                </a:lnTo>
                <a:lnTo>
                  <a:pt x="1719137" y="103979"/>
                </a:lnTo>
                <a:lnTo>
                  <a:pt x="1719224" y="104609"/>
                </a:lnTo>
                <a:lnTo>
                  <a:pt x="1719324" y="105233"/>
                </a:lnTo>
                <a:lnTo>
                  <a:pt x="1719438" y="105851"/>
                </a:lnTo>
                <a:lnTo>
                  <a:pt x="1719566" y="106464"/>
                </a:lnTo>
                <a:lnTo>
                  <a:pt x="1719707" y="107072"/>
                </a:lnTo>
                <a:lnTo>
                  <a:pt x="1719862" y="107674"/>
                </a:lnTo>
                <a:lnTo>
                  <a:pt x="1720031" y="108271"/>
                </a:lnTo>
                <a:lnTo>
                  <a:pt x="1720213" y="108862"/>
                </a:lnTo>
                <a:lnTo>
                  <a:pt x="1720409" y="109448"/>
                </a:lnTo>
                <a:lnTo>
                  <a:pt x="1720619" y="110028"/>
                </a:lnTo>
                <a:lnTo>
                  <a:pt x="1720842" y="110603"/>
                </a:lnTo>
                <a:lnTo>
                  <a:pt x="1721079" y="111172"/>
                </a:lnTo>
                <a:lnTo>
                  <a:pt x="1721330" y="111736"/>
                </a:lnTo>
                <a:lnTo>
                  <a:pt x="1721594" y="112294"/>
                </a:lnTo>
                <a:lnTo>
                  <a:pt x="1721872" y="112847"/>
                </a:lnTo>
                <a:lnTo>
                  <a:pt x="1722164" y="113395"/>
                </a:lnTo>
                <a:lnTo>
                  <a:pt x="1722469" y="113937"/>
                </a:lnTo>
                <a:lnTo>
                  <a:pt x="1722789" y="114473"/>
                </a:lnTo>
                <a:lnTo>
                  <a:pt x="1723121" y="115005"/>
                </a:lnTo>
                <a:lnTo>
                  <a:pt x="1723468" y="115530"/>
                </a:lnTo>
                <a:lnTo>
                  <a:pt x="1723828" y="116050"/>
                </a:lnTo>
                <a:lnTo>
                  <a:pt x="1724201" y="116565"/>
                </a:lnTo>
                <a:lnTo>
                  <a:pt x="1724588" y="117072"/>
                </a:lnTo>
                <a:lnTo>
                  <a:pt x="1724987" y="117570"/>
                </a:lnTo>
                <a:lnTo>
                  <a:pt x="1725398" y="118059"/>
                </a:lnTo>
                <a:lnTo>
                  <a:pt x="1725821" y="118538"/>
                </a:lnTo>
                <a:lnTo>
                  <a:pt x="1726256" y="119009"/>
                </a:lnTo>
                <a:lnTo>
                  <a:pt x="1726702" y="119469"/>
                </a:lnTo>
                <a:lnTo>
                  <a:pt x="1727161" y="119921"/>
                </a:lnTo>
                <a:lnTo>
                  <a:pt x="1727632" y="120363"/>
                </a:lnTo>
                <a:lnTo>
                  <a:pt x="1728115" y="120796"/>
                </a:lnTo>
                <a:lnTo>
                  <a:pt x="1728610" y="121220"/>
                </a:lnTo>
                <a:lnTo>
                  <a:pt x="1729117" y="121634"/>
                </a:lnTo>
                <a:lnTo>
                  <a:pt x="1729636" y="122039"/>
                </a:lnTo>
                <a:lnTo>
                  <a:pt x="1730168" y="122435"/>
                </a:lnTo>
                <a:lnTo>
                  <a:pt x="1730711" y="122821"/>
                </a:lnTo>
                <a:lnTo>
                  <a:pt x="1731266" y="123198"/>
                </a:lnTo>
                <a:lnTo>
                  <a:pt x="1731833" y="123566"/>
                </a:lnTo>
                <a:lnTo>
                  <a:pt x="1732412" y="123925"/>
                </a:lnTo>
                <a:lnTo>
                  <a:pt x="1733003" y="124274"/>
                </a:lnTo>
                <a:lnTo>
                  <a:pt x="1733607" y="124614"/>
                </a:lnTo>
                <a:lnTo>
                  <a:pt x="1734222" y="124945"/>
                </a:lnTo>
                <a:lnTo>
                  <a:pt x="1734849" y="125266"/>
                </a:lnTo>
                <a:lnTo>
                  <a:pt x="1735489" y="125578"/>
                </a:lnTo>
                <a:lnTo>
                  <a:pt x="1736140" y="125881"/>
                </a:lnTo>
                <a:lnTo>
                  <a:pt x="1736803" y="126174"/>
                </a:lnTo>
                <a:lnTo>
                  <a:pt x="1737478" y="126457"/>
                </a:lnTo>
                <a:lnTo>
                  <a:pt x="1738162" y="126728"/>
                </a:lnTo>
                <a:lnTo>
                  <a:pt x="1738856" y="126986"/>
                </a:lnTo>
                <a:lnTo>
                  <a:pt x="1739560" y="127233"/>
                </a:lnTo>
                <a:lnTo>
                  <a:pt x="1740274" y="127467"/>
                </a:lnTo>
                <a:lnTo>
                  <a:pt x="1740998" y="127690"/>
                </a:lnTo>
                <a:lnTo>
                  <a:pt x="1741731" y="127900"/>
                </a:lnTo>
                <a:lnTo>
                  <a:pt x="1742475" y="128099"/>
                </a:lnTo>
                <a:lnTo>
                  <a:pt x="1743228" y="128285"/>
                </a:lnTo>
                <a:lnTo>
                  <a:pt x="1743991" y="128459"/>
                </a:lnTo>
                <a:lnTo>
                  <a:pt x="1744764" y="128622"/>
                </a:lnTo>
                <a:lnTo>
                  <a:pt x="1745547" y="128772"/>
                </a:lnTo>
                <a:lnTo>
                  <a:pt x="1746339" y="128910"/>
                </a:lnTo>
                <a:lnTo>
                  <a:pt x="1747142" y="129037"/>
                </a:lnTo>
                <a:lnTo>
                  <a:pt x="1747954" y="129151"/>
                </a:lnTo>
                <a:lnTo>
                  <a:pt x="1748776" y="129253"/>
                </a:lnTo>
                <a:lnTo>
                  <a:pt x="1749608" y="129343"/>
                </a:lnTo>
                <a:lnTo>
                  <a:pt x="1750450" y="129421"/>
                </a:lnTo>
                <a:lnTo>
                  <a:pt x="1751301" y="129488"/>
                </a:lnTo>
                <a:lnTo>
                  <a:pt x="1752163" y="129542"/>
                </a:lnTo>
                <a:lnTo>
                  <a:pt x="1753034" y="129584"/>
                </a:lnTo>
                <a:lnTo>
                  <a:pt x="1753915" y="129614"/>
                </a:lnTo>
                <a:lnTo>
                  <a:pt x="1754806" y="129632"/>
                </a:lnTo>
                <a:lnTo>
                  <a:pt x="1755707" y="129638"/>
                </a:lnTo>
                <a:lnTo>
                  <a:pt x="1756556" y="129632"/>
                </a:lnTo>
                <a:lnTo>
                  <a:pt x="1757395" y="129615"/>
                </a:lnTo>
                <a:lnTo>
                  <a:pt x="1758224" y="129586"/>
                </a:lnTo>
                <a:lnTo>
                  <a:pt x="1759044" y="129546"/>
                </a:lnTo>
                <a:lnTo>
                  <a:pt x="1759854" y="129494"/>
                </a:lnTo>
                <a:close/>
                <a:moveTo>
                  <a:pt x="1553608" y="127749"/>
                </a:moveTo>
                <a:lnTo>
                  <a:pt x="1553608" y="48359"/>
                </a:lnTo>
                <a:lnTo>
                  <a:pt x="1532344" y="48359"/>
                </a:lnTo>
                <a:lnTo>
                  <a:pt x="1532344" y="127749"/>
                </a:lnTo>
                <a:lnTo>
                  <a:pt x="1553608" y="127749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3D">
            <a:extLst xmlns:a="http://schemas.openxmlformats.org/drawingml/2006/main">
              <a:ext uri="{FF2B5EF4-FFF2-40B4-BE49-F238E27FC236}">
                <a16:creationId xmlns:a16="http://schemas.microsoft.com/office/drawing/2014/main" id="{EDE80C9B-EDEB-4095-B398-AC7D0187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6517" y="1721395"/>
            <a:ext cx="187438" cy="108756"/>
          </a:xfrm>
          <a:custGeom xmlns:a="http://schemas.openxmlformats.org/drawingml/2006/main">
            <a:pathLst>
              <a:path w="187438" h="108756">
                <a:moveTo>
                  <a:pt x="18152" y="49840"/>
                </a:moveTo>
                <a:lnTo>
                  <a:pt x="19151" y="46456"/>
                </a:lnTo>
                <a:cubicBezTo>
                  <a:pt x="26279" y="45437"/>
                  <a:pt x="32022" y="43934"/>
                  <a:pt x="36380" y="41947"/>
                </a:cubicBezTo>
                <a:cubicBezTo>
                  <a:pt x="42226" y="39401"/>
                  <a:pt x="46481" y="36407"/>
                  <a:pt x="49148" y="32965"/>
                </a:cubicBezTo>
                <a:cubicBezTo>
                  <a:pt x="51814" y="29523"/>
                  <a:pt x="53147" y="25824"/>
                  <a:pt x="53147" y="21868"/>
                </a:cubicBezTo>
                <a:cubicBezTo>
                  <a:pt x="53147" y="18477"/>
                  <a:pt x="51942" y="15574"/>
                  <a:pt x="49532" y="13159"/>
                </a:cubicBezTo>
                <a:cubicBezTo>
                  <a:pt x="47122" y="10745"/>
                  <a:pt x="44123" y="9537"/>
                  <a:pt x="40533" y="9537"/>
                </a:cubicBezTo>
                <a:cubicBezTo>
                  <a:pt x="37713" y="9537"/>
                  <a:pt x="35098" y="10281"/>
                  <a:pt x="32688" y="11768"/>
                </a:cubicBezTo>
                <a:cubicBezTo>
                  <a:pt x="30278" y="13255"/>
                  <a:pt x="27663" y="15844"/>
                  <a:pt x="24843" y="19536"/>
                </a:cubicBezTo>
                <a:lnTo>
                  <a:pt x="21767" y="17998"/>
                </a:lnTo>
                <a:cubicBezTo>
                  <a:pt x="26074" y="11537"/>
                  <a:pt x="30394" y="6922"/>
                  <a:pt x="34727" y="4153"/>
                </a:cubicBezTo>
                <a:cubicBezTo>
                  <a:pt x="39059" y="1384"/>
                  <a:pt x="43918" y="0"/>
                  <a:pt x="49302" y="0"/>
                </a:cubicBezTo>
                <a:cubicBezTo>
                  <a:pt x="56070" y="0"/>
                  <a:pt x="61557" y="1913"/>
                  <a:pt x="65761" y="5740"/>
                </a:cubicBezTo>
                <a:cubicBezTo>
                  <a:pt x="69966" y="9565"/>
                  <a:pt x="72068" y="14147"/>
                  <a:pt x="72068" y="19488"/>
                </a:cubicBezTo>
                <a:cubicBezTo>
                  <a:pt x="72068" y="23699"/>
                  <a:pt x="71043" y="27371"/>
                  <a:pt x="68992" y="30503"/>
                </a:cubicBezTo>
                <a:cubicBezTo>
                  <a:pt x="66941" y="33636"/>
                  <a:pt x="63915" y="36358"/>
                  <a:pt x="59916" y="38668"/>
                </a:cubicBezTo>
                <a:cubicBezTo>
                  <a:pt x="56993" y="40362"/>
                  <a:pt x="52404" y="42082"/>
                  <a:pt x="46148" y="43829"/>
                </a:cubicBezTo>
                <a:cubicBezTo>
                  <a:pt x="51840" y="46293"/>
                  <a:pt x="55839" y="49066"/>
                  <a:pt x="58147" y="52147"/>
                </a:cubicBezTo>
                <a:cubicBezTo>
                  <a:pt x="61582" y="56717"/>
                  <a:pt x="63300" y="62237"/>
                  <a:pt x="63300" y="68706"/>
                </a:cubicBezTo>
                <a:cubicBezTo>
                  <a:pt x="63300" y="80824"/>
                  <a:pt x="58070" y="90837"/>
                  <a:pt x="47610" y="98743"/>
                </a:cubicBezTo>
                <a:cubicBezTo>
                  <a:pt x="38841" y="105418"/>
                  <a:pt x="28689" y="108756"/>
                  <a:pt x="17152" y="108756"/>
                </a:cubicBezTo>
                <a:cubicBezTo>
                  <a:pt x="10999" y="108756"/>
                  <a:pt x="6358" y="107597"/>
                  <a:pt x="3230" y="105280"/>
                </a:cubicBezTo>
                <a:cubicBezTo>
                  <a:pt x="1077" y="103684"/>
                  <a:pt x="0" y="101573"/>
                  <a:pt x="0" y="98947"/>
                </a:cubicBezTo>
                <a:cubicBezTo>
                  <a:pt x="0" y="96577"/>
                  <a:pt x="820" y="94620"/>
                  <a:pt x="2461" y="93075"/>
                </a:cubicBezTo>
                <a:cubicBezTo>
                  <a:pt x="4102" y="91530"/>
                  <a:pt x="6127" y="90758"/>
                  <a:pt x="8537" y="90758"/>
                </a:cubicBezTo>
                <a:cubicBezTo>
                  <a:pt x="9768" y="90758"/>
                  <a:pt x="10947" y="91016"/>
                  <a:pt x="12075" y="91532"/>
                </a:cubicBezTo>
                <a:cubicBezTo>
                  <a:pt x="14024" y="92359"/>
                  <a:pt x="16947" y="94103"/>
                  <a:pt x="20844" y="96765"/>
                </a:cubicBezTo>
                <a:cubicBezTo>
                  <a:pt x="24741" y="99426"/>
                  <a:pt x="27971" y="100757"/>
                  <a:pt x="30535" y="100757"/>
                </a:cubicBezTo>
                <a:cubicBezTo>
                  <a:pt x="33714" y="100757"/>
                  <a:pt x="36508" y="99139"/>
                  <a:pt x="38918" y="95904"/>
                </a:cubicBezTo>
                <a:cubicBezTo>
                  <a:pt x="42456" y="91127"/>
                  <a:pt x="44225" y="85145"/>
                  <a:pt x="44225" y="77957"/>
                </a:cubicBezTo>
                <a:cubicBezTo>
                  <a:pt x="44225" y="72358"/>
                  <a:pt x="43097" y="67453"/>
                  <a:pt x="40841" y="63242"/>
                </a:cubicBezTo>
                <a:cubicBezTo>
                  <a:pt x="38585" y="59031"/>
                  <a:pt x="35688" y="55912"/>
                  <a:pt x="32150" y="53885"/>
                </a:cubicBezTo>
                <a:cubicBezTo>
                  <a:pt x="28612" y="51857"/>
                  <a:pt x="23946" y="50508"/>
                  <a:pt x="18152" y="49840"/>
                </a:cubicBezTo>
                <a:close/>
                <a:moveTo>
                  <a:pt x="71222" y="106448"/>
                </a:moveTo>
                <a:lnTo>
                  <a:pt x="72145" y="103680"/>
                </a:lnTo>
                <a:cubicBezTo>
                  <a:pt x="77170" y="103680"/>
                  <a:pt x="80977" y="102636"/>
                  <a:pt x="83566" y="100548"/>
                </a:cubicBezTo>
                <a:cubicBezTo>
                  <a:pt x="86156" y="98460"/>
                  <a:pt x="88297" y="94556"/>
                  <a:pt x="89989" y="88835"/>
                </a:cubicBezTo>
                <a:lnTo>
                  <a:pt x="108909" y="23014"/>
                </a:lnTo>
                <a:cubicBezTo>
                  <a:pt x="110140" y="18702"/>
                  <a:pt x="110755" y="15161"/>
                  <a:pt x="110755" y="12390"/>
                </a:cubicBezTo>
                <a:cubicBezTo>
                  <a:pt x="110755" y="10028"/>
                  <a:pt x="110037" y="8283"/>
                  <a:pt x="108602" y="7155"/>
                </a:cubicBezTo>
                <a:cubicBezTo>
                  <a:pt x="107166" y="6026"/>
                  <a:pt x="103500" y="5281"/>
                  <a:pt x="97603" y="4922"/>
                </a:cubicBezTo>
                <a:lnTo>
                  <a:pt x="98526" y="2154"/>
                </a:lnTo>
                <a:lnTo>
                  <a:pt x="134214" y="2154"/>
                </a:lnTo>
                <a:cubicBezTo>
                  <a:pt x="153032" y="2154"/>
                  <a:pt x="166607" y="5961"/>
                  <a:pt x="174940" y="13575"/>
                </a:cubicBezTo>
                <a:cubicBezTo>
                  <a:pt x="183272" y="21190"/>
                  <a:pt x="187438" y="31868"/>
                  <a:pt x="187438" y="45610"/>
                </a:cubicBezTo>
                <a:cubicBezTo>
                  <a:pt x="187438" y="55301"/>
                  <a:pt x="185515" y="63428"/>
                  <a:pt x="181670" y="69991"/>
                </a:cubicBezTo>
                <a:cubicBezTo>
                  <a:pt x="174132" y="82810"/>
                  <a:pt x="165185" y="92091"/>
                  <a:pt x="154827" y="97834"/>
                </a:cubicBezTo>
                <a:cubicBezTo>
                  <a:pt x="144469" y="103577"/>
                  <a:pt x="131163" y="106448"/>
                  <a:pt x="114909" y="106448"/>
                </a:cubicBezTo>
                <a:lnTo>
                  <a:pt x="71222" y="106448"/>
                </a:lnTo>
                <a:moveTo>
                  <a:pt x="136368" y="8307"/>
                </a:moveTo>
                <a:lnTo>
                  <a:pt x="113447" y="87374"/>
                </a:lnTo>
                <a:cubicBezTo>
                  <a:pt x="112371" y="91014"/>
                  <a:pt x="111832" y="93630"/>
                  <a:pt x="111832" y="95219"/>
                </a:cubicBezTo>
                <a:cubicBezTo>
                  <a:pt x="111832" y="96655"/>
                  <a:pt x="112422" y="97809"/>
                  <a:pt x="113601" y="98680"/>
                </a:cubicBezTo>
                <a:cubicBezTo>
                  <a:pt x="115139" y="99860"/>
                  <a:pt x="117421" y="100449"/>
                  <a:pt x="120446" y="100449"/>
                </a:cubicBezTo>
                <a:cubicBezTo>
                  <a:pt x="127676" y="100449"/>
                  <a:pt x="134137" y="98193"/>
                  <a:pt x="139829" y="93681"/>
                </a:cubicBezTo>
                <a:cubicBezTo>
                  <a:pt x="147110" y="87887"/>
                  <a:pt x="152660" y="80093"/>
                  <a:pt x="156481" y="70299"/>
                </a:cubicBezTo>
                <a:cubicBezTo>
                  <a:pt x="160301" y="60505"/>
                  <a:pt x="162211" y="50789"/>
                  <a:pt x="162211" y="41149"/>
                </a:cubicBezTo>
                <a:cubicBezTo>
                  <a:pt x="162211" y="34175"/>
                  <a:pt x="161108" y="28099"/>
                  <a:pt x="158903" y="22920"/>
                </a:cubicBezTo>
                <a:cubicBezTo>
                  <a:pt x="156698" y="17741"/>
                  <a:pt x="153289" y="13793"/>
                  <a:pt x="148674" y="11076"/>
                </a:cubicBezTo>
                <a:cubicBezTo>
                  <a:pt x="145443" y="9230"/>
                  <a:pt x="141341" y="8307"/>
                  <a:pt x="136368" y="8307"/>
                </a:cubicBezTo>
                <a:close/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:XYZposition(3dims)">
            <a:extLst xmlns:a="http://schemas.openxmlformats.org/drawingml/2006/main">
              <a:ext uri="{FF2B5EF4-FFF2-40B4-BE49-F238E27FC236}">
                <a16:creationId xmlns:a16="http://schemas.microsoft.com/office/drawing/2014/main" id="{83D5F4FB-DD89-4BF4-8BF2-CB2F563F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921" y="1700095"/>
            <a:ext cx="1617804" cy="162403"/>
          </a:xfrm>
          <a:custGeom xmlns:a="http://schemas.openxmlformats.org/drawingml/2006/main">
            <a:pathLst>
              <a:path w="1617804" h="162403">
                <a:moveTo>
                  <a:pt x="674234" y="31434"/>
                </a:moveTo>
                <a:lnTo>
                  <a:pt x="674532" y="31393"/>
                </a:lnTo>
                <a:lnTo>
                  <a:pt x="674826" y="31343"/>
                </a:lnTo>
                <a:lnTo>
                  <a:pt x="675116" y="31285"/>
                </a:lnTo>
                <a:lnTo>
                  <a:pt x="675403" y="31217"/>
                </a:lnTo>
                <a:lnTo>
                  <a:pt x="675685" y="31140"/>
                </a:lnTo>
                <a:lnTo>
                  <a:pt x="675964" y="31055"/>
                </a:lnTo>
                <a:lnTo>
                  <a:pt x="676239" y="30960"/>
                </a:lnTo>
                <a:lnTo>
                  <a:pt x="676510" y="30856"/>
                </a:lnTo>
                <a:lnTo>
                  <a:pt x="676777" y="30743"/>
                </a:lnTo>
                <a:lnTo>
                  <a:pt x="677040" y="30622"/>
                </a:lnTo>
                <a:lnTo>
                  <a:pt x="677300" y="30491"/>
                </a:lnTo>
                <a:lnTo>
                  <a:pt x="677555" y="30351"/>
                </a:lnTo>
                <a:lnTo>
                  <a:pt x="677807" y="30202"/>
                </a:lnTo>
                <a:lnTo>
                  <a:pt x="678055" y="30044"/>
                </a:lnTo>
                <a:lnTo>
                  <a:pt x="678299" y="29877"/>
                </a:lnTo>
                <a:lnTo>
                  <a:pt x="678540" y="29701"/>
                </a:lnTo>
                <a:lnTo>
                  <a:pt x="678776" y="29516"/>
                </a:lnTo>
                <a:lnTo>
                  <a:pt x="679009" y="29323"/>
                </a:lnTo>
                <a:lnTo>
                  <a:pt x="679238" y="29120"/>
                </a:lnTo>
                <a:lnTo>
                  <a:pt x="679463" y="28908"/>
                </a:lnTo>
                <a:lnTo>
                  <a:pt x="679681" y="28688"/>
                </a:lnTo>
                <a:lnTo>
                  <a:pt x="679891" y="28465"/>
                </a:lnTo>
                <a:lnTo>
                  <a:pt x="680090" y="28236"/>
                </a:lnTo>
                <a:lnTo>
                  <a:pt x="680281" y="28003"/>
                </a:lnTo>
                <a:lnTo>
                  <a:pt x="680462" y="27766"/>
                </a:lnTo>
                <a:lnTo>
                  <a:pt x="680634" y="27524"/>
                </a:lnTo>
                <a:lnTo>
                  <a:pt x="680797" y="27277"/>
                </a:lnTo>
                <a:lnTo>
                  <a:pt x="680950" y="27025"/>
                </a:lnTo>
                <a:lnTo>
                  <a:pt x="681095" y="26769"/>
                </a:lnTo>
                <a:lnTo>
                  <a:pt x="681229" y="26508"/>
                </a:lnTo>
                <a:lnTo>
                  <a:pt x="681355" y="26242"/>
                </a:lnTo>
                <a:lnTo>
                  <a:pt x="681471" y="25972"/>
                </a:lnTo>
                <a:lnTo>
                  <a:pt x="681578" y="25697"/>
                </a:lnTo>
                <a:lnTo>
                  <a:pt x="681676" y="25418"/>
                </a:lnTo>
                <a:lnTo>
                  <a:pt x="681764" y="25134"/>
                </a:lnTo>
                <a:lnTo>
                  <a:pt x="681843" y="24845"/>
                </a:lnTo>
                <a:lnTo>
                  <a:pt x="681913" y="24552"/>
                </a:lnTo>
                <a:lnTo>
                  <a:pt x="681973" y="24253"/>
                </a:lnTo>
                <a:lnTo>
                  <a:pt x="682024" y="23951"/>
                </a:lnTo>
                <a:lnTo>
                  <a:pt x="682066" y="23643"/>
                </a:lnTo>
                <a:lnTo>
                  <a:pt x="682099" y="23331"/>
                </a:lnTo>
                <a:lnTo>
                  <a:pt x="682122" y="23015"/>
                </a:lnTo>
                <a:lnTo>
                  <a:pt x="682136" y="22693"/>
                </a:lnTo>
                <a:lnTo>
                  <a:pt x="682140" y="22367"/>
                </a:lnTo>
                <a:lnTo>
                  <a:pt x="682136" y="22042"/>
                </a:lnTo>
                <a:lnTo>
                  <a:pt x="682122" y="21722"/>
                </a:lnTo>
                <a:lnTo>
                  <a:pt x="682099" y="21407"/>
                </a:lnTo>
                <a:lnTo>
                  <a:pt x="682066" y="21097"/>
                </a:lnTo>
                <a:lnTo>
                  <a:pt x="682024" y="20792"/>
                </a:lnTo>
                <a:lnTo>
                  <a:pt x="681973" y="20492"/>
                </a:lnTo>
                <a:lnTo>
                  <a:pt x="681913" y="20198"/>
                </a:lnTo>
                <a:lnTo>
                  <a:pt x="681843" y="19909"/>
                </a:lnTo>
                <a:lnTo>
                  <a:pt x="681764" y="19625"/>
                </a:lnTo>
                <a:lnTo>
                  <a:pt x="681676" y="19346"/>
                </a:lnTo>
                <a:lnTo>
                  <a:pt x="681578" y="19073"/>
                </a:lnTo>
                <a:lnTo>
                  <a:pt x="681471" y="18804"/>
                </a:lnTo>
                <a:lnTo>
                  <a:pt x="681355" y="18541"/>
                </a:lnTo>
                <a:lnTo>
                  <a:pt x="681229" y="18283"/>
                </a:lnTo>
                <a:lnTo>
                  <a:pt x="681095" y="18030"/>
                </a:lnTo>
                <a:lnTo>
                  <a:pt x="680950" y="17783"/>
                </a:lnTo>
                <a:lnTo>
                  <a:pt x="680797" y="17540"/>
                </a:lnTo>
                <a:lnTo>
                  <a:pt x="680634" y="17303"/>
                </a:lnTo>
                <a:lnTo>
                  <a:pt x="680462" y="17071"/>
                </a:lnTo>
                <a:lnTo>
                  <a:pt x="680281" y="16844"/>
                </a:lnTo>
                <a:lnTo>
                  <a:pt x="680090" y="16622"/>
                </a:lnTo>
                <a:lnTo>
                  <a:pt x="679891" y="16406"/>
                </a:lnTo>
                <a:lnTo>
                  <a:pt x="679681" y="16195"/>
                </a:lnTo>
                <a:lnTo>
                  <a:pt x="679463" y="15988"/>
                </a:lnTo>
                <a:lnTo>
                  <a:pt x="679238" y="15789"/>
                </a:lnTo>
                <a:lnTo>
                  <a:pt x="679009" y="15598"/>
                </a:lnTo>
                <a:lnTo>
                  <a:pt x="678776" y="15416"/>
                </a:lnTo>
                <a:lnTo>
                  <a:pt x="678540" y="15242"/>
                </a:lnTo>
                <a:lnTo>
                  <a:pt x="678299" y="15077"/>
                </a:lnTo>
                <a:lnTo>
                  <a:pt x="678055" y="14920"/>
                </a:lnTo>
                <a:lnTo>
                  <a:pt x="677807" y="14772"/>
                </a:lnTo>
                <a:lnTo>
                  <a:pt x="677555" y="14632"/>
                </a:lnTo>
                <a:lnTo>
                  <a:pt x="677300" y="14500"/>
                </a:lnTo>
                <a:lnTo>
                  <a:pt x="677040" y="14377"/>
                </a:lnTo>
                <a:lnTo>
                  <a:pt x="676777" y="14263"/>
                </a:lnTo>
                <a:lnTo>
                  <a:pt x="676510" y="14157"/>
                </a:lnTo>
                <a:lnTo>
                  <a:pt x="676239" y="14059"/>
                </a:lnTo>
                <a:lnTo>
                  <a:pt x="675964" y="13970"/>
                </a:lnTo>
                <a:lnTo>
                  <a:pt x="675685" y="13890"/>
                </a:lnTo>
                <a:lnTo>
                  <a:pt x="675403" y="13818"/>
                </a:lnTo>
                <a:lnTo>
                  <a:pt x="675116" y="13754"/>
                </a:lnTo>
                <a:lnTo>
                  <a:pt x="674826" y="13699"/>
                </a:lnTo>
                <a:lnTo>
                  <a:pt x="674532" y="13652"/>
                </a:lnTo>
                <a:lnTo>
                  <a:pt x="674234" y="13614"/>
                </a:lnTo>
                <a:lnTo>
                  <a:pt x="673933" y="13585"/>
                </a:lnTo>
                <a:lnTo>
                  <a:pt x="673627" y="13563"/>
                </a:lnTo>
                <a:lnTo>
                  <a:pt x="673318" y="13551"/>
                </a:lnTo>
                <a:lnTo>
                  <a:pt x="673005" y="13546"/>
                </a:lnTo>
                <a:lnTo>
                  <a:pt x="672679" y="13551"/>
                </a:lnTo>
                <a:lnTo>
                  <a:pt x="672358" y="13563"/>
                </a:lnTo>
                <a:lnTo>
                  <a:pt x="672041" y="13585"/>
                </a:lnTo>
                <a:lnTo>
                  <a:pt x="671729" y="13614"/>
                </a:lnTo>
                <a:lnTo>
                  <a:pt x="671422" y="13652"/>
                </a:lnTo>
                <a:lnTo>
                  <a:pt x="671120" y="13699"/>
                </a:lnTo>
                <a:lnTo>
                  <a:pt x="670822" y="13754"/>
                </a:lnTo>
                <a:lnTo>
                  <a:pt x="670528" y="13818"/>
                </a:lnTo>
                <a:lnTo>
                  <a:pt x="670240" y="13890"/>
                </a:lnTo>
                <a:lnTo>
                  <a:pt x="669956" y="13970"/>
                </a:lnTo>
                <a:lnTo>
                  <a:pt x="669676" y="14059"/>
                </a:lnTo>
                <a:lnTo>
                  <a:pt x="669402" y="14157"/>
                </a:lnTo>
                <a:lnTo>
                  <a:pt x="669132" y="14263"/>
                </a:lnTo>
                <a:lnTo>
                  <a:pt x="668866" y="14377"/>
                </a:lnTo>
                <a:lnTo>
                  <a:pt x="668605" y="14500"/>
                </a:lnTo>
                <a:lnTo>
                  <a:pt x="668349" y="14632"/>
                </a:lnTo>
                <a:lnTo>
                  <a:pt x="668098" y="14772"/>
                </a:lnTo>
                <a:lnTo>
                  <a:pt x="667851" y="14920"/>
                </a:lnTo>
                <a:lnTo>
                  <a:pt x="667609" y="15077"/>
                </a:lnTo>
                <a:lnTo>
                  <a:pt x="667371" y="15242"/>
                </a:lnTo>
                <a:lnTo>
                  <a:pt x="667138" y="15416"/>
                </a:lnTo>
                <a:lnTo>
                  <a:pt x="666910" y="15598"/>
                </a:lnTo>
                <a:lnTo>
                  <a:pt x="666686" y="15789"/>
                </a:lnTo>
                <a:lnTo>
                  <a:pt x="666467" y="15988"/>
                </a:lnTo>
                <a:lnTo>
                  <a:pt x="666255" y="16195"/>
                </a:lnTo>
                <a:lnTo>
                  <a:pt x="666052" y="16406"/>
                </a:lnTo>
                <a:lnTo>
                  <a:pt x="665858" y="16622"/>
                </a:lnTo>
                <a:lnTo>
                  <a:pt x="665673" y="16844"/>
                </a:lnTo>
                <a:lnTo>
                  <a:pt x="665497" y="17071"/>
                </a:lnTo>
                <a:lnTo>
                  <a:pt x="665330" y="17303"/>
                </a:lnTo>
                <a:lnTo>
                  <a:pt x="665172" y="17540"/>
                </a:lnTo>
                <a:lnTo>
                  <a:pt x="665023" y="17783"/>
                </a:lnTo>
                <a:lnTo>
                  <a:pt x="664884" y="18030"/>
                </a:lnTo>
                <a:lnTo>
                  <a:pt x="664753" y="18283"/>
                </a:lnTo>
                <a:lnTo>
                  <a:pt x="664631" y="18541"/>
                </a:lnTo>
                <a:lnTo>
                  <a:pt x="664518" y="18804"/>
                </a:lnTo>
                <a:lnTo>
                  <a:pt x="664414" y="19073"/>
                </a:lnTo>
                <a:lnTo>
                  <a:pt x="664320" y="19346"/>
                </a:lnTo>
                <a:lnTo>
                  <a:pt x="664234" y="19625"/>
                </a:lnTo>
                <a:lnTo>
                  <a:pt x="664157" y="19909"/>
                </a:lnTo>
                <a:lnTo>
                  <a:pt x="664090" y="20198"/>
                </a:lnTo>
                <a:lnTo>
                  <a:pt x="664031" y="20492"/>
                </a:lnTo>
                <a:lnTo>
                  <a:pt x="663981" y="20792"/>
                </a:lnTo>
                <a:lnTo>
                  <a:pt x="663941" y="21097"/>
                </a:lnTo>
                <a:lnTo>
                  <a:pt x="663909" y="21407"/>
                </a:lnTo>
                <a:lnTo>
                  <a:pt x="663887" y="21722"/>
                </a:lnTo>
                <a:lnTo>
                  <a:pt x="663873" y="22042"/>
                </a:lnTo>
                <a:lnTo>
                  <a:pt x="663869" y="22367"/>
                </a:lnTo>
                <a:lnTo>
                  <a:pt x="663873" y="22693"/>
                </a:lnTo>
                <a:lnTo>
                  <a:pt x="663887" y="23015"/>
                </a:lnTo>
                <a:lnTo>
                  <a:pt x="663909" y="23331"/>
                </a:lnTo>
                <a:lnTo>
                  <a:pt x="663941" y="23643"/>
                </a:lnTo>
                <a:lnTo>
                  <a:pt x="663981" y="23951"/>
                </a:lnTo>
                <a:lnTo>
                  <a:pt x="664031" y="24253"/>
                </a:lnTo>
                <a:lnTo>
                  <a:pt x="664090" y="24552"/>
                </a:lnTo>
                <a:lnTo>
                  <a:pt x="664157" y="24845"/>
                </a:lnTo>
                <a:lnTo>
                  <a:pt x="664234" y="25134"/>
                </a:lnTo>
                <a:lnTo>
                  <a:pt x="664320" y="25418"/>
                </a:lnTo>
                <a:lnTo>
                  <a:pt x="664414" y="25697"/>
                </a:lnTo>
                <a:lnTo>
                  <a:pt x="664518" y="25972"/>
                </a:lnTo>
                <a:lnTo>
                  <a:pt x="664631" y="26242"/>
                </a:lnTo>
                <a:lnTo>
                  <a:pt x="664753" y="26508"/>
                </a:lnTo>
                <a:lnTo>
                  <a:pt x="664884" y="26769"/>
                </a:lnTo>
                <a:lnTo>
                  <a:pt x="665023" y="27025"/>
                </a:lnTo>
                <a:lnTo>
                  <a:pt x="665172" y="27277"/>
                </a:lnTo>
                <a:lnTo>
                  <a:pt x="665330" y="27524"/>
                </a:lnTo>
                <a:lnTo>
                  <a:pt x="665497" y="27766"/>
                </a:lnTo>
                <a:lnTo>
                  <a:pt x="665673" y="28003"/>
                </a:lnTo>
                <a:lnTo>
                  <a:pt x="665858" y="28236"/>
                </a:lnTo>
                <a:lnTo>
                  <a:pt x="666052" y="28465"/>
                </a:lnTo>
                <a:lnTo>
                  <a:pt x="666255" y="28688"/>
                </a:lnTo>
                <a:lnTo>
                  <a:pt x="666467" y="28908"/>
                </a:lnTo>
                <a:lnTo>
                  <a:pt x="666686" y="29120"/>
                </a:lnTo>
                <a:lnTo>
                  <a:pt x="666910" y="29323"/>
                </a:lnTo>
                <a:lnTo>
                  <a:pt x="667138" y="29516"/>
                </a:lnTo>
                <a:lnTo>
                  <a:pt x="667371" y="29701"/>
                </a:lnTo>
                <a:lnTo>
                  <a:pt x="667609" y="29877"/>
                </a:lnTo>
                <a:lnTo>
                  <a:pt x="667851" y="30044"/>
                </a:lnTo>
                <a:lnTo>
                  <a:pt x="668098" y="30202"/>
                </a:lnTo>
                <a:lnTo>
                  <a:pt x="668349" y="30351"/>
                </a:lnTo>
                <a:lnTo>
                  <a:pt x="668605" y="30491"/>
                </a:lnTo>
                <a:lnTo>
                  <a:pt x="668866" y="30622"/>
                </a:lnTo>
                <a:lnTo>
                  <a:pt x="669132" y="30743"/>
                </a:lnTo>
                <a:lnTo>
                  <a:pt x="669402" y="30856"/>
                </a:lnTo>
                <a:lnTo>
                  <a:pt x="669676" y="30960"/>
                </a:lnTo>
                <a:lnTo>
                  <a:pt x="669956" y="31055"/>
                </a:lnTo>
                <a:lnTo>
                  <a:pt x="670240" y="31140"/>
                </a:lnTo>
                <a:lnTo>
                  <a:pt x="670528" y="31217"/>
                </a:lnTo>
                <a:lnTo>
                  <a:pt x="670822" y="31285"/>
                </a:lnTo>
                <a:lnTo>
                  <a:pt x="671120" y="31343"/>
                </a:lnTo>
                <a:lnTo>
                  <a:pt x="671422" y="31393"/>
                </a:lnTo>
                <a:lnTo>
                  <a:pt x="671729" y="31434"/>
                </a:lnTo>
                <a:lnTo>
                  <a:pt x="672041" y="31465"/>
                </a:lnTo>
                <a:lnTo>
                  <a:pt x="672358" y="31488"/>
                </a:lnTo>
                <a:lnTo>
                  <a:pt x="672679" y="31501"/>
                </a:lnTo>
                <a:lnTo>
                  <a:pt x="673005" y="31506"/>
                </a:lnTo>
                <a:lnTo>
                  <a:pt x="673318" y="31501"/>
                </a:lnTo>
                <a:lnTo>
                  <a:pt x="673627" y="31488"/>
                </a:lnTo>
                <a:lnTo>
                  <a:pt x="673933" y="31465"/>
                </a:lnTo>
                <a:lnTo>
                  <a:pt x="674234" y="31434"/>
                </a:lnTo>
                <a:close/>
                <a:moveTo>
                  <a:pt x="10715" y="64278"/>
                </a:moveTo>
                <a:lnTo>
                  <a:pt x="11016" y="64229"/>
                </a:lnTo>
                <a:lnTo>
                  <a:pt x="11312" y="64170"/>
                </a:lnTo>
                <a:lnTo>
                  <a:pt x="11603" y="64102"/>
                </a:lnTo>
                <a:lnTo>
                  <a:pt x="11889" y="64026"/>
                </a:lnTo>
                <a:lnTo>
                  <a:pt x="12171" y="63940"/>
                </a:lnTo>
                <a:lnTo>
                  <a:pt x="12447" y="63845"/>
                </a:lnTo>
                <a:lnTo>
                  <a:pt x="12718" y="63742"/>
                </a:lnTo>
                <a:lnTo>
                  <a:pt x="12985" y="63629"/>
                </a:lnTo>
                <a:lnTo>
                  <a:pt x="13247" y="63507"/>
                </a:lnTo>
                <a:lnTo>
                  <a:pt x="13503" y="63376"/>
                </a:lnTo>
                <a:lnTo>
                  <a:pt x="13755" y="63236"/>
                </a:lnTo>
                <a:lnTo>
                  <a:pt x="14002" y="63088"/>
                </a:lnTo>
                <a:lnTo>
                  <a:pt x="14244" y="62930"/>
                </a:lnTo>
                <a:lnTo>
                  <a:pt x="14481" y="62763"/>
                </a:lnTo>
                <a:lnTo>
                  <a:pt x="14713" y="62587"/>
                </a:lnTo>
                <a:lnTo>
                  <a:pt x="14940" y="62402"/>
                </a:lnTo>
                <a:lnTo>
                  <a:pt x="15162" y="62208"/>
                </a:lnTo>
                <a:lnTo>
                  <a:pt x="15379" y="62005"/>
                </a:lnTo>
                <a:lnTo>
                  <a:pt x="15592" y="61793"/>
                </a:lnTo>
                <a:lnTo>
                  <a:pt x="15798" y="61574"/>
                </a:lnTo>
                <a:lnTo>
                  <a:pt x="15995" y="61351"/>
                </a:lnTo>
                <a:lnTo>
                  <a:pt x="16183" y="61124"/>
                </a:lnTo>
                <a:lnTo>
                  <a:pt x="16362" y="60893"/>
                </a:lnTo>
                <a:lnTo>
                  <a:pt x="16533" y="60658"/>
                </a:lnTo>
                <a:lnTo>
                  <a:pt x="16695" y="60419"/>
                </a:lnTo>
                <a:lnTo>
                  <a:pt x="16848" y="60175"/>
                </a:lnTo>
                <a:lnTo>
                  <a:pt x="16993" y="59928"/>
                </a:lnTo>
                <a:lnTo>
                  <a:pt x="17128" y="59676"/>
                </a:lnTo>
                <a:lnTo>
                  <a:pt x="17255" y="59421"/>
                </a:lnTo>
                <a:lnTo>
                  <a:pt x="17373" y="59161"/>
                </a:lnTo>
                <a:lnTo>
                  <a:pt x="17483" y="58897"/>
                </a:lnTo>
                <a:lnTo>
                  <a:pt x="17584" y="58629"/>
                </a:lnTo>
                <a:lnTo>
                  <a:pt x="17675" y="58357"/>
                </a:lnTo>
                <a:lnTo>
                  <a:pt x="17759" y="58081"/>
                </a:lnTo>
                <a:lnTo>
                  <a:pt x="17833" y="57801"/>
                </a:lnTo>
                <a:lnTo>
                  <a:pt x="17899" y="57517"/>
                </a:lnTo>
                <a:lnTo>
                  <a:pt x="17956" y="57228"/>
                </a:lnTo>
                <a:lnTo>
                  <a:pt x="18004" y="56936"/>
                </a:lnTo>
                <a:lnTo>
                  <a:pt x="18043" y="56639"/>
                </a:lnTo>
                <a:lnTo>
                  <a:pt x="18074" y="56338"/>
                </a:lnTo>
                <a:lnTo>
                  <a:pt x="18096" y="56033"/>
                </a:lnTo>
                <a:lnTo>
                  <a:pt x="18109" y="55724"/>
                </a:lnTo>
                <a:lnTo>
                  <a:pt x="18113" y="55411"/>
                </a:lnTo>
                <a:lnTo>
                  <a:pt x="18109" y="55098"/>
                </a:lnTo>
                <a:lnTo>
                  <a:pt x="18096" y="54790"/>
                </a:lnTo>
                <a:lnTo>
                  <a:pt x="18074" y="54485"/>
                </a:lnTo>
                <a:lnTo>
                  <a:pt x="18043" y="54184"/>
                </a:lnTo>
                <a:lnTo>
                  <a:pt x="18004" y="53887"/>
                </a:lnTo>
                <a:lnTo>
                  <a:pt x="17956" y="53595"/>
                </a:lnTo>
                <a:lnTo>
                  <a:pt x="17899" y="53307"/>
                </a:lnTo>
                <a:lnTo>
                  <a:pt x="17833" y="53022"/>
                </a:lnTo>
                <a:lnTo>
                  <a:pt x="17759" y="52742"/>
                </a:lnTo>
                <a:lnTo>
                  <a:pt x="17675" y="52466"/>
                </a:lnTo>
                <a:lnTo>
                  <a:pt x="17584" y="52194"/>
                </a:lnTo>
                <a:lnTo>
                  <a:pt x="17483" y="51926"/>
                </a:lnTo>
                <a:lnTo>
                  <a:pt x="17373" y="51663"/>
                </a:lnTo>
                <a:lnTo>
                  <a:pt x="17255" y="51403"/>
                </a:lnTo>
                <a:lnTo>
                  <a:pt x="17128" y="51147"/>
                </a:lnTo>
                <a:lnTo>
                  <a:pt x="16993" y="50896"/>
                </a:lnTo>
                <a:lnTo>
                  <a:pt x="16848" y="50649"/>
                </a:lnTo>
                <a:lnTo>
                  <a:pt x="16695" y="50405"/>
                </a:lnTo>
                <a:lnTo>
                  <a:pt x="16533" y="50166"/>
                </a:lnTo>
                <a:lnTo>
                  <a:pt x="16362" y="49931"/>
                </a:lnTo>
                <a:lnTo>
                  <a:pt x="16183" y="49700"/>
                </a:lnTo>
                <a:lnTo>
                  <a:pt x="15995" y="49474"/>
                </a:lnTo>
                <a:lnTo>
                  <a:pt x="15798" y="49251"/>
                </a:lnTo>
                <a:lnTo>
                  <a:pt x="15592" y="49032"/>
                </a:lnTo>
                <a:lnTo>
                  <a:pt x="15379" y="48820"/>
                </a:lnTo>
                <a:lnTo>
                  <a:pt x="15162" y="48617"/>
                </a:lnTo>
                <a:lnTo>
                  <a:pt x="14940" y="48423"/>
                </a:lnTo>
                <a:lnTo>
                  <a:pt x="14713" y="48239"/>
                </a:lnTo>
                <a:lnTo>
                  <a:pt x="14481" y="48063"/>
                </a:lnTo>
                <a:lnTo>
                  <a:pt x="14244" y="47896"/>
                </a:lnTo>
                <a:lnTo>
                  <a:pt x="14002" y="47738"/>
                </a:lnTo>
                <a:lnTo>
                  <a:pt x="13755" y="47589"/>
                </a:lnTo>
                <a:lnTo>
                  <a:pt x="13503" y="47449"/>
                </a:lnTo>
                <a:lnTo>
                  <a:pt x="13247" y="47318"/>
                </a:lnTo>
                <a:lnTo>
                  <a:pt x="12985" y="47197"/>
                </a:lnTo>
                <a:lnTo>
                  <a:pt x="12718" y="47084"/>
                </a:lnTo>
                <a:lnTo>
                  <a:pt x="12447" y="46980"/>
                </a:lnTo>
                <a:lnTo>
                  <a:pt x="12171" y="46885"/>
                </a:lnTo>
                <a:lnTo>
                  <a:pt x="11889" y="46800"/>
                </a:lnTo>
                <a:lnTo>
                  <a:pt x="11603" y="46723"/>
                </a:lnTo>
                <a:lnTo>
                  <a:pt x="11312" y="46655"/>
                </a:lnTo>
                <a:lnTo>
                  <a:pt x="11016" y="46597"/>
                </a:lnTo>
                <a:lnTo>
                  <a:pt x="10715" y="46547"/>
                </a:lnTo>
                <a:lnTo>
                  <a:pt x="10409" y="46506"/>
                </a:lnTo>
                <a:lnTo>
                  <a:pt x="10098" y="46475"/>
                </a:lnTo>
                <a:lnTo>
                  <a:pt x="9782" y="46452"/>
                </a:lnTo>
                <a:lnTo>
                  <a:pt x="9462" y="46439"/>
                </a:lnTo>
                <a:lnTo>
                  <a:pt x="9136" y="46434"/>
                </a:lnTo>
                <a:lnTo>
                  <a:pt x="8810" y="46439"/>
                </a:lnTo>
                <a:lnTo>
                  <a:pt x="8489" y="46452"/>
                </a:lnTo>
                <a:lnTo>
                  <a:pt x="8172" y="46475"/>
                </a:lnTo>
                <a:lnTo>
                  <a:pt x="7860" y="46506"/>
                </a:lnTo>
                <a:lnTo>
                  <a:pt x="7553" y="46547"/>
                </a:lnTo>
                <a:lnTo>
                  <a:pt x="7250" y="46597"/>
                </a:lnTo>
                <a:lnTo>
                  <a:pt x="6952" y="46655"/>
                </a:lnTo>
                <a:lnTo>
                  <a:pt x="6659" y="46723"/>
                </a:lnTo>
                <a:lnTo>
                  <a:pt x="6370" y="46800"/>
                </a:lnTo>
                <a:lnTo>
                  <a:pt x="6086" y="46885"/>
                </a:lnTo>
                <a:lnTo>
                  <a:pt x="5807" y="46980"/>
                </a:lnTo>
                <a:lnTo>
                  <a:pt x="5532" y="47084"/>
                </a:lnTo>
                <a:lnTo>
                  <a:pt x="5262" y="47197"/>
                </a:lnTo>
                <a:lnTo>
                  <a:pt x="4996" y="47318"/>
                </a:lnTo>
                <a:lnTo>
                  <a:pt x="4736" y="47449"/>
                </a:lnTo>
                <a:lnTo>
                  <a:pt x="4479" y="47589"/>
                </a:lnTo>
                <a:lnTo>
                  <a:pt x="4228" y="47738"/>
                </a:lnTo>
                <a:lnTo>
                  <a:pt x="3981" y="47896"/>
                </a:lnTo>
                <a:lnTo>
                  <a:pt x="3739" y="48063"/>
                </a:lnTo>
                <a:lnTo>
                  <a:pt x="3502" y="48239"/>
                </a:lnTo>
                <a:lnTo>
                  <a:pt x="3269" y="48423"/>
                </a:lnTo>
                <a:lnTo>
                  <a:pt x="3041" y="48617"/>
                </a:lnTo>
                <a:lnTo>
                  <a:pt x="2817" y="48820"/>
                </a:lnTo>
                <a:lnTo>
                  <a:pt x="2598" y="49032"/>
                </a:lnTo>
                <a:lnTo>
                  <a:pt x="2386" y="49251"/>
                </a:lnTo>
                <a:lnTo>
                  <a:pt x="2183" y="49474"/>
                </a:lnTo>
                <a:lnTo>
                  <a:pt x="1989" y="49700"/>
                </a:lnTo>
                <a:lnTo>
                  <a:pt x="1804" y="49931"/>
                </a:lnTo>
                <a:lnTo>
                  <a:pt x="1628" y="50166"/>
                </a:lnTo>
                <a:lnTo>
                  <a:pt x="1462" y="50405"/>
                </a:lnTo>
                <a:lnTo>
                  <a:pt x="1304" y="50649"/>
                </a:lnTo>
                <a:lnTo>
                  <a:pt x="1155" y="50896"/>
                </a:lnTo>
                <a:lnTo>
                  <a:pt x="1015" y="51147"/>
                </a:lnTo>
                <a:lnTo>
                  <a:pt x="884" y="51403"/>
                </a:lnTo>
                <a:lnTo>
                  <a:pt x="762" y="51663"/>
                </a:lnTo>
                <a:lnTo>
                  <a:pt x="650" y="51926"/>
                </a:lnTo>
                <a:lnTo>
                  <a:pt x="546" y="52194"/>
                </a:lnTo>
                <a:lnTo>
                  <a:pt x="451" y="52466"/>
                </a:lnTo>
                <a:lnTo>
                  <a:pt x="365" y="52742"/>
                </a:lnTo>
                <a:lnTo>
                  <a:pt x="289" y="53022"/>
                </a:lnTo>
                <a:lnTo>
                  <a:pt x="221" y="53307"/>
                </a:lnTo>
                <a:lnTo>
                  <a:pt x="162" y="53595"/>
                </a:lnTo>
                <a:lnTo>
                  <a:pt x="113" y="53887"/>
                </a:lnTo>
                <a:lnTo>
                  <a:pt x="72" y="54184"/>
                </a:lnTo>
                <a:lnTo>
                  <a:pt x="41" y="54485"/>
                </a:lnTo>
                <a:lnTo>
                  <a:pt x="18" y="54790"/>
                </a:lnTo>
                <a:lnTo>
                  <a:pt x="5" y="55098"/>
                </a:lnTo>
                <a:lnTo>
                  <a:pt x="0" y="55411"/>
                </a:lnTo>
                <a:lnTo>
                  <a:pt x="5" y="55724"/>
                </a:lnTo>
                <a:lnTo>
                  <a:pt x="18" y="56033"/>
                </a:lnTo>
                <a:lnTo>
                  <a:pt x="41" y="56338"/>
                </a:lnTo>
                <a:lnTo>
                  <a:pt x="72" y="56639"/>
                </a:lnTo>
                <a:lnTo>
                  <a:pt x="113" y="56936"/>
                </a:lnTo>
                <a:lnTo>
                  <a:pt x="162" y="57228"/>
                </a:lnTo>
                <a:lnTo>
                  <a:pt x="221" y="57517"/>
                </a:lnTo>
                <a:lnTo>
                  <a:pt x="289" y="57801"/>
                </a:lnTo>
                <a:lnTo>
                  <a:pt x="365" y="58081"/>
                </a:lnTo>
                <a:lnTo>
                  <a:pt x="451" y="58357"/>
                </a:lnTo>
                <a:lnTo>
                  <a:pt x="546" y="58629"/>
                </a:lnTo>
                <a:lnTo>
                  <a:pt x="650" y="58897"/>
                </a:lnTo>
                <a:lnTo>
                  <a:pt x="762" y="59161"/>
                </a:lnTo>
                <a:lnTo>
                  <a:pt x="884" y="59421"/>
                </a:lnTo>
                <a:lnTo>
                  <a:pt x="1015" y="59676"/>
                </a:lnTo>
                <a:lnTo>
                  <a:pt x="1155" y="59928"/>
                </a:lnTo>
                <a:lnTo>
                  <a:pt x="1304" y="60175"/>
                </a:lnTo>
                <a:lnTo>
                  <a:pt x="1462" y="60419"/>
                </a:lnTo>
                <a:lnTo>
                  <a:pt x="1628" y="60658"/>
                </a:lnTo>
                <a:lnTo>
                  <a:pt x="1804" y="60893"/>
                </a:lnTo>
                <a:lnTo>
                  <a:pt x="1989" y="61124"/>
                </a:lnTo>
                <a:lnTo>
                  <a:pt x="2183" y="61351"/>
                </a:lnTo>
                <a:lnTo>
                  <a:pt x="2386" y="61574"/>
                </a:lnTo>
                <a:lnTo>
                  <a:pt x="2598" y="61793"/>
                </a:lnTo>
                <a:lnTo>
                  <a:pt x="2817" y="62005"/>
                </a:lnTo>
                <a:lnTo>
                  <a:pt x="3041" y="62208"/>
                </a:lnTo>
                <a:lnTo>
                  <a:pt x="3269" y="62402"/>
                </a:lnTo>
                <a:lnTo>
                  <a:pt x="3502" y="62587"/>
                </a:lnTo>
                <a:lnTo>
                  <a:pt x="3739" y="62763"/>
                </a:lnTo>
                <a:lnTo>
                  <a:pt x="3981" y="62930"/>
                </a:lnTo>
                <a:lnTo>
                  <a:pt x="4228" y="63088"/>
                </a:lnTo>
                <a:lnTo>
                  <a:pt x="4479" y="63236"/>
                </a:lnTo>
                <a:lnTo>
                  <a:pt x="4736" y="63376"/>
                </a:lnTo>
                <a:lnTo>
                  <a:pt x="4996" y="63507"/>
                </a:lnTo>
                <a:lnTo>
                  <a:pt x="5262" y="63629"/>
                </a:lnTo>
                <a:lnTo>
                  <a:pt x="5532" y="63742"/>
                </a:lnTo>
                <a:lnTo>
                  <a:pt x="5807" y="63845"/>
                </a:lnTo>
                <a:lnTo>
                  <a:pt x="6086" y="63940"/>
                </a:lnTo>
                <a:lnTo>
                  <a:pt x="6370" y="64026"/>
                </a:lnTo>
                <a:lnTo>
                  <a:pt x="6659" y="64102"/>
                </a:lnTo>
                <a:lnTo>
                  <a:pt x="6952" y="64170"/>
                </a:lnTo>
                <a:lnTo>
                  <a:pt x="7250" y="64229"/>
                </a:lnTo>
                <a:lnTo>
                  <a:pt x="7553" y="64278"/>
                </a:lnTo>
                <a:lnTo>
                  <a:pt x="7860" y="64319"/>
                </a:lnTo>
                <a:lnTo>
                  <a:pt x="8172" y="64351"/>
                </a:lnTo>
                <a:lnTo>
                  <a:pt x="8489" y="64373"/>
                </a:lnTo>
                <a:lnTo>
                  <a:pt x="8810" y="64387"/>
                </a:lnTo>
                <a:lnTo>
                  <a:pt x="9136" y="64391"/>
                </a:lnTo>
                <a:lnTo>
                  <a:pt x="9462" y="64387"/>
                </a:lnTo>
                <a:lnTo>
                  <a:pt x="9782" y="64373"/>
                </a:lnTo>
                <a:lnTo>
                  <a:pt x="10098" y="64351"/>
                </a:lnTo>
                <a:lnTo>
                  <a:pt x="10409" y="64319"/>
                </a:lnTo>
                <a:lnTo>
                  <a:pt x="10715" y="64278"/>
                </a:lnTo>
                <a:close/>
                <a:moveTo>
                  <a:pt x="124524" y="72616"/>
                </a:moveTo>
                <a:lnTo>
                  <a:pt x="158234" y="17486"/>
                </a:lnTo>
                <a:lnTo>
                  <a:pt x="143426" y="17486"/>
                </a:lnTo>
                <a:lnTo>
                  <a:pt x="117592" y="61432"/>
                </a:lnTo>
                <a:lnTo>
                  <a:pt x="90500" y="17486"/>
                </a:lnTo>
                <a:lnTo>
                  <a:pt x="75535" y="17486"/>
                </a:lnTo>
                <a:lnTo>
                  <a:pt x="109245" y="72145"/>
                </a:lnTo>
                <a:lnTo>
                  <a:pt x="75535" y="127749"/>
                </a:lnTo>
                <a:lnTo>
                  <a:pt x="90500" y="127749"/>
                </a:lnTo>
                <a:lnTo>
                  <a:pt x="116177" y="83329"/>
                </a:lnTo>
                <a:lnTo>
                  <a:pt x="143426" y="127749"/>
                </a:lnTo>
                <a:lnTo>
                  <a:pt x="158390" y="127749"/>
                </a:lnTo>
                <a:lnTo>
                  <a:pt x="124524" y="72616"/>
                </a:lnTo>
                <a:close/>
                <a:moveTo>
                  <a:pt x="203598" y="127749"/>
                </a:moveTo>
                <a:lnTo>
                  <a:pt x="216830" y="127749"/>
                </a:lnTo>
                <a:lnTo>
                  <a:pt x="216830" y="85848"/>
                </a:lnTo>
                <a:lnTo>
                  <a:pt x="252588" y="17486"/>
                </a:lnTo>
                <a:lnTo>
                  <a:pt x="237779" y="17486"/>
                </a:lnTo>
                <a:lnTo>
                  <a:pt x="210287" y="73206"/>
                </a:lnTo>
                <a:lnTo>
                  <a:pt x="182649" y="17486"/>
                </a:lnTo>
                <a:lnTo>
                  <a:pt x="167685" y="17486"/>
                </a:lnTo>
                <a:lnTo>
                  <a:pt x="203598" y="85848"/>
                </a:lnTo>
                <a:lnTo>
                  <a:pt x="203598" y="127749"/>
                </a:lnTo>
                <a:close/>
                <a:moveTo>
                  <a:pt x="333395" y="17486"/>
                </a:moveTo>
                <a:lnTo>
                  <a:pt x="263771" y="17486"/>
                </a:lnTo>
                <a:lnTo>
                  <a:pt x="263771" y="28984"/>
                </a:lnTo>
                <a:lnTo>
                  <a:pt x="317957" y="28984"/>
                </a:lnTo>
                <a:lnTo>
                  <a:pt x="262983" y="117353"/>
                </a:lnTo>
                <a:lnTo>
                  <a:pt x="262983" y="127749"/>
                </a:lnTo>
                <a:lnTo>
                  <a:pt x="334025" y="127749"/>
                </a:lnTo>
                <a:lnTo>
                  <a:pt x="334025" y="116250"/>
                </a:lnTo>
                <a:lnTo>
                  <a:pt x="278262" y="116250"/>
                </a:lnTo>
                <a:lnTo>
                  <a:pt x="333395" y="27881"/>
                </a:lnTo>
                <a:lnTo>
                  <a:pt x="333395" y="17486"/>
                </a:lnTo>
                <a:close/>
                <a:moveTo>
                  <a:pt x="737282" y="116402"/>
                </a:moveTo>
                <a:lnTo>
                  <a:pt x="736676" y="116388"/>
                </a:lnTo>
                <a:lnTo>
                  <a:pt x="736085" y="116366"/>
                </a:lnTo>
                <a:lnTo>
                  <a:pt x="735511" y="116334"/>
                </a:lnTo>
                <a:lnTo>
                  <a:pt x="734952" y="116294"/>
                </a:lnTo>
                <a:lnTo>
                  <a:pt x="734409" y="116244"/>
                </a:lnTo>
                <a:lnTo>
                  <a:pt x="733882" y="116185"/>
                </a:lnTo>
                <a:lnTo>
                  <a:pt x="733371" y="116118"/>
                </a:lnTo>
                <a:lnTo>
                  <a:pt x="732876" y="116041"/>
                </a:lnTo>
                <a:lnTo>
                  <a:pt x="732396" y="115955"/>
                </a:lnTo>
                <a:lnTo>
                  <a:pt x="731932" y="115861"/>
                </a:lnTo>
                <a:lnTo>
                  <a:pt x="731485" y="115757"/>
                </a:lnTo>
                <a:lnTo>
                  <a:pt x="731053" y="115644"/>
                </a:lnTo>
                <a:lnTo>
                  <a:pt x="730637" y="115522"/>
                </a:lnTo>
                <a:lnTo>
                  <a:pt x="730236" y="115391"/>
                </a:lnTo>
                <a:lnTo>
                  <a:pt x="729852" y="115252"/>
                </a:lnTo>
                <a:lnTo>
                  <a:pt x="729484" y="115103"/>
                </a:lnTo>
                <a:lnTo>
                  <a:pt x="729131" y="114945"/>
                </a:lnTo>
                <a:lnTo>
                  <a:pt x="728794" y="114778"/>
                </a:lnTo>
                <a:lnTo>
                  <a:pt x="728473" y="114602"/>
                </a:lnTo>
                <a:lnTo>
                  <a:pt x="728168" y="114417"/>
                </a:lnTo>
                <a:lnTo>
                  <a:pt x="727879" y="114223"/>
                </a:lnTo>
                <a:lnTo>
                  <a:pt x="727606" y="114020"/>
                </a:lnTo>
                <a:lnTo>
                  <a:pt x="727348" y="113808"/>
                </a:lnTo>
                <a:lnTo>
                  <a:pt x="727104" y="113583"/>
                </a:lnTo>
                <a:lnTo>
                  <a:pt x="726870" y="113342"/>
                </a:lnTo>
                <a:lnTo>
                  <a:pt x="726647" y="113084"/>
                </a:lnTo>
                <a:lnTo>
                  <a:pt x="726434" y="112809"/>
                </a:lnTo>
                <a:lnTo>
                  <a:pt x="726231" y="112517"/>
                </a:lnTo>
                <a:lnTo>
                  <a:pt x="726039" y="112209"/>
                </a:lnTo>
                <a:lnTo>
                  <a:pt x="725857" y="111884"/>
                </a:lnTo>
                <a:lnTo>
                  <a:pt x="725686" y="111542"/>
                </a:lnTo>
                <a:lnTo>
                  <a:pt x="725525" y="111184"/>
                </a:lnTo>
                <a:lnTo>
                  <a:pt x="725374" y="110809"/>
                </a:lnTo>
                <a:lnTo>
                  <a:pt x="725234" y="110417"/>
                </a:lnTo>
                <a:lnTo>
                  <a:pt x="725104" y="110009"/>
                </a:lnTo>
                <a:lnTo>
                  <a:pt x="724984" y="109584"/>
                </a:lnTo>
                <a:lnTo>
                  <a:pt x="724875" y="109142"/>
                </a:lnTo>
                <a:lnTo>
                  <a:pt x="724777" y="108684"/>
                </a:lnTo>
                <a:lnTo>
                  <a:pt x="724688" y="108208"/>
                </a:lnTo>
                <a:lnTo>
                  <a:pt x="724610" y="107717"/>
                </a:lnTo>
                <a:lnTo>
                  <a:pt x="724543" y="107208"/>
                </a:lnTo>
                <a:lnTo>
                  <a:pt x="724486" y="106683"/>
                </a:lnTo>
                <a:lnTo>
                  <a:pt x="724439" y="106141"/>
                </a:lnTo>
                <a:lnTo>
                  <a:pt x="724402" y="105583"/>
                </a:lnTo>
                <a:lnTo>
                  <a:pt x="724376" y="105007"/>
                </a:lnTo>
                <a:lnTo>
                  <a:pt x="724361" y="104416"/>
                </a:lnTo>
                <a:lnTo>
                  <a:pt x="724356" y="103807"/>
                </a:lnTo>
                <a:lnTo>
                  <a:pt x="724356" y="59543"/>
                </a:lnTo>
                <a:lnTo>
                  <a:pt x="747355" y="59543"/>
                </a:lnTo>
                <a:lnTo>
                  <a:pt x="747355" y="48359"/>
                </a:lnTo>
                <a:lnTo>
                  <a:pt x="724356" y="48359"/>
                </a:lnTo>
                <a:lnTo>
                  <a:pt x="724356" y="29141"/>
                </a:lnTo>
                <a:lnTo>
                  <a:pt x="712857" y="29141"/>
                </a:lnTo>
                <a:lnTo>
                  <a:pt x="711124" y="48359"/>
                </a:lnTo>
                <a:lnTo>
                  <a:pt x="697263" y="48359"/>
                </a:lnTo>
                <a:lnTo>
                  <a:pt x="697263" y="59543"/>
                </a:lnTo>
                <a:lnTo>
                  <a:pt x="711124" y="59543"/>
                </a:lnTo>
                <a:lnTo>
                  <a:pt x="711124" y="103807"/>
                </a:lnTo>
                <a:lnTo>
                  <a:pt x="711129" y="104549"/>
                </a:lnTo>
                <a:lnTo>
                  <a:pt x="711143" y="105277"/>
                </a:lnTo>
                <a:lnTo>
                  <a:pt x="711167" y="105993"/>
                </a:lnTo>
                <a:lnTo>
                  <a:pt x="711201" y="106697"/>
                </a:lnTo>
                <a:lnTo>
                  <a:pt x="711244" y="107387"/>
                </a:lnTo>
                <a:lnTo>
                  <a:pt x="711296" y="108064"/>
                </a:lnTo>
                <a:lnTo>
                  <a:pt x="711359" y="108729"/>
                </a:lnTo>
                <a:lnTo>
                  <a:pt x="711430" y="109381"/>
                </a:lnTo>
                <a:lnTo>
                  <a:pt x="711512" y="110020"/>
                </a:lnTo>
                <a:lnTo>
                  <a:pt x="711603" y="110646"/>
                </a:lnTo>
                <a:lnTo>
                  <a:pt x="711703" y="111259"/>
                </a:lnTo>
                <a:lnTo>
                  <a:pt x="711813" y="111859"/>
                </a:lnTo>
                <a:lnTo>
                  <a:pt x="711933" y="112447"/>
                </a:lnTo>
                <a:lnTo>
                  <a:pt x="712062" y="113022"/>
                </a:lnTo>
                <a:lnTo>
                  <a:pt x="712201" y="113584"/>
                </a:lnTo>
                <a:lnTo>
                  <a:pt x="712349" y="114133"/>
                </a:lnTo>
                <a:lnTo>
                  <a:pt x="712507" y="114669"/>
                </a:lnTo>
                <a:lnTo>
                  <a:pt x="712675" y="115192"/>
                </a:lnTo>
                <a:lnTo>
                  <a:pt x="712852" y="115703"/>
                </a:lnTo>
                <a:lnTo>
                  <a:pt x="713039" y="116200"/>
                </a:lnTo>
                <a:lnTo>
                  <a:pt x="713235" y="116685"/>
                </a:lnTo>
                <a:lnTo>
                  <a:pt x="713441" y="117157"/>
                </a:lnTo>
                <a:lnTo>
                  <a:pt x="713656" y="117616"/>
                </a:lnTo>
                <a:lnTo>
                  <a:pt x="713881" y="118062"/>
                </a:lnTo>
                <a:lnTo>
                  <a:pt x="714115" y="118497"/>
                </a:lnTo>
                <a:lnTo>
                  <a:pt x="714357" y="118920"/>
                </a:lnTo>
                <a:lnTo>
                  <a:pt x="714608" y="119333"/>
                </a:lnTo>
                <a:lnTo>
                  <a:pt x="714868" y="119736"/>
                </a:lnTo>
                <a:lnTo>
                  <a:pt x="715136" y="120127"/>
                </a:lnTo>
                <a:lnTo>
                  <a:pt x="715412" y="120508"/>
                </a:lnTo>
                <a:lnTo>
                  <a:pt x="715697" y="120879"/>
                </a:lnTo>
                <a:lnTo>
                  <a:pt x="715990" y="121239"/>
                </a:lnTo>
                <a:lnTo>
                  <a:pt x="716292" y="121588"/>
                </a:lnTo>
                <a:lnTo>
                  <a:pt x="716602" y="121926"/>
                </a:lnTo>
                <a:lnTo>
                  <a:pt x="716921" y="122254"/>
                </a:lnTo>
                <a:lnTo>
                  <a:pt x="717248" y="122571"/>
                </a:lnTo>
                <a:lnTo>
                  <a:pt x="717584" y="122877"/>
                </a:lnTo>
                <a:lnTo>
                  <a:pt x="717928" y="123173"/>
                </a:lnTo>
                <a:lnTo>
                  <a:pt x="718281" y="123458"/>
                </a:lnTo>
                <a:lnTo>
                  <a:pt x="718642" y="123733"/>
                </a:lnTo>
                <a:lnTo>
                  <a:pt x="719012" y="123996"/>
                </a:lnTo>
                <a:lnTo>
                  <a:pt x="719390" y="124250"/>
                </a:lnTo>
                <a:lnTo>
                  <a:pt x="719777" y="124492"/>
                </a:lnTo>
                <a:lnTo>
                  <a:pt x="720172" y="124724"/>
                </a:lnTo>
                <a:lnTo>
                  <a:pt x="720575" y="124945"/>
                </a:lnTo>
                <a:lnTo>
                  <a:pt x="720987" y="125156"/>
                </a:lnTo>
                <a:lnTo>
                  <a:pt x="721408" y="125355"/>
                </a:lnTo>
                <a:lnTo>
                  <a:pt x="721837" y="125545"/>
                </a:lnTo>
                <a:lnTo>
                  <a:pt x="722273" y="125725"/>
                </a:lnTo>
                <a:lnTo>
                  <a:pt x="722716" y="125897"/>
                </a:lnTo>
                <a:lnTo>
                  <a:pt x="723166" y="126061"/>
                </a:lnTo>
                <a:lnTo>
                  <a:pt x="723622" y="126218"/>
                </a:lnTo>
                <a:lnTo>
                  <a:pt x="724085" y="126367"/>
                </a:lnTo>
                <a:lnTo>
                  <a:pt x="724554" y="126509"/>
                </a:lnTo>
                <a:lnTo>
                  <a:pt x="725030" y="126643"/>
                </a:lnTo>
                <a:lnTo>
                  <a:pt x="725513" y="126769"/>
                </a:lnTo>
                <a:lnTo>
                  <a:pt x="726002" y="126888"/>
                </a:lnTo>
                <a:lnTo>
                  <a:pt x="726497" y="126999"/>
                </a:lnTo>
                <a:lnTo>
                  <a:pt x="726999" y="127102"/>
                </a:lnTo>
                <a:lnTo>
                  <a:pt x="727508" y="127198"/>
                </a:lnTo>
                <a:lnTo>
                  <a:pt x="728023" y="127286"/>
                </a:lnTo>
                <a:lnTo>
                  <a:pt x="728545" y="127366"/>
                </a:lnTo>
                <a:lnTo>
                  <a:pt x="729073" y="127439"/>
                </a:lnTo>
                <a:lnTo>
                  <a:pt x="729608" y="127504"/>
                </a:lnTo>
                <a:lnTo>
                  <a:pt x="730150" y="127561"/>
                </a:lnTo>
                <a:lnTo>
                  <a:pt x="730698" y="127611"/>
                </a:lnTo>
                <a:lnTo>
                  <a:pt x="731252" y="127653"/>
                </a:lnTo>
                <a:lnTo>
                  <a:pt x="731814" y="127688"/>
                </a:lnTo>
                <a:lnTo>
                  <a:pt x="732381" y="127714"/>
                </a:lnTo>
                <a:lnTo>
                  <a:pt x="732956" y="127733"/>
                </a:lnTo>
                <a:lnTo>
                  <a:pt x="733536" y="127745"/>
                </a:lnTo>
                <a:lnTo>
                  <a:pt x="734124" y="127749"/>
                </a:lnTo>
                <a:lnTo>
                  <a:pt x="746408" y="127749"/>
                </a:lnTo>
                <a:lnTo>
                  <a:pt x="746408" y="116406"/>
                </a:lnTo>
                <a:lnTo>
                  <a:pt x="737905" y="116406"/>
                </a:lnTo>
                <a:lnTo>
                  <a:pt x="737282" y="116402"/>
                </a:lnTo>
                <a:close/>
                <a:moveTo>
                  <a:pt x="532704" y="129416"/>
                </a:moveTo>
                <a:lnTo>
                  <a:pt x="533601" y="129318"/>
                </a:lnTo>
                <a:lnTo>
                  <a:pt x="534490" y="129203"/>
                </a:lnTo>
                <a:lnTo>
                  <a:pt x="535369" y="129069"/>
                </a:lnTo>
                <a:lnTo>
                  <a:pt x="536240" y="128918"/>
                </a:lnTo>
                <a:lnTo>
                  <a:pt x="537102" y="128750"/>
                </a:lnTo>
                <a:lnTo>
                  <a:pt x="537955" y="128563"/>
                </a:lnTo>
                <a:lnTo>
                  <a:pt x="538800" y="128359"/>
                </a:lnTo>
                <a:lnTo>
                  <a:pt x="539635" y="128137"/>
                </a:lnTo>
                <a:lnTo>
                  <a:pt x="540462" y="127897"/>
                </a:lnTo>
                <a:lnTo>
                  <a:pt x="541281" y="127639"/>
                </a:lnTo>
                <a:lnTo>
                  <a:pt x="542090" y="127364"/>
                </a:lnTo>
                <a:lnTo>
                  <a:pt x="542891" y="127070"/>
                </a:lnTo>
                <a:lnTo>
                  <a:pt x="543683" y="126760"/>
                </a:lnTo>
                <a:lnTo>
                  <a:pt x="544466" y="126431"/>
                </a:lnTo>
                <a:lnTo>
                  <a:pt x="545241" y="126084"/>
                </a:lnTo>
                <a:lnTo>
                  <a:pt x="546006" y="125720"/>
                </a:lnTo>
                <a:lnTo>
                  <a:pt x="546763" y="125338"/>
                </a:lnTo>
                <a:lnTo>
                  <a:pt x="547512" y="124938"/>
                </a:lnTo>
                <a:lnTo>
                  <a:pt x="548251" y="124521"/>
                </a:lnTo>
                <a:lnTo>
                  <a:pt x="548980" y="124087"/>
                </a:lnTo>
                <a:lnTo>
                  <a:pt x="549696" y="123638"/>
                </a:lnTo>
                <a:lnTo>
                  <a:pt x="550400" y="123174"/>
                </a:lnTo>
                <a:lnTo>
                  <a:pt x="551091" y="122696"/>
                </a:lnTo>
                <a:lnTo>
                  <a:pt x="551769" y="122203"/>
                </a:lnTo>
                <a:lnTo>
                  <a:pt x="552435" y="121695"/>
                </a:lnTo>
                <a:lnTo>
                  <a:pt x="553088" y="121173"/>
                </a:lnTo>
                <a:lnTo>
                  <a:pt x="553729" y="120635"/>
                </a:lnTo>
                <a:lnTo>
                  <a:pt x="554357" y="120083"/>
                </a:lnTo>
                <a:lnTo>
                  <a:pt x="554973" y="119516"/>
                </a:lnTo>
                <a:lnTo>
                  <a:pt x="555576" y="118935"/>
                </a:lnTo>
                <a:lnTo>
                  <a:pt x="556166" y="118338"/>
                </a:lnTo>
                <a:lnTo>
                  <a:pt x="556744" y="117727"/>
                </a:lnTo>
                <a:lnTo>
                  <a:pt x="557309" y="117101"/>
                </a:lnTo>
                <a:lnTo>
                  <a:pt x="557861" y="116460"/>
                </a:lnTo>
                <a:lnTo>
                  <a:pt x="558401" y="115805"/>
                </a:lnTo>
                <a:lnTo>
                  <a:pt x="558929" y="115135"/>
                </a:lnTo>
                <a:lnTo>
                  <a:pt x="559444" y="114450"/>
                </a:lnTo>
                <a:lnTo>
                  <a:pt x="559946" y="113750"/>
                </a:lnTo>
                <a:lnTo>
                  <a:pt x="560436" y="113035"/>
                </a:lnTo>
                <a:lnTo>
                  <a:pt x="560913" y="112306"/>
                </a:lnTo>
                <a:lnTo>
                  <a:pt x="561377" y="111562"/>
                </a:lnTo>
                <a:lnTo>
                  <a:pt x="561829" y="110803"/>
                </a:lnTo>
                <a:lnTo>
                  <a:pt x="562269" y="110030"/>
                </a:lnTo>
                <a:lnTo>
                  <a:pt x="562693" y="109243"/>
                </a:lnTo>
                <a:lnTo>
                  <a:pt x="563099" y="108445"/>
                </a:lnTo>
                <a:lnTo>
                  <a:pt x="563487" y="107636"/>
                </a:lnTo>
                <a:lnTo>
                  <a:pt x="563857" y="106815"/>
                </a:lnTo>
                <a:lnTo>
                  <a:pt x="564209" y="105984"/>
                </a:lnTo>
                <a:lnTo>
                  <a:pt x="564543" y="105141"/>
                </a:lnTo>
                <a:lnTo>
                  <a:pt x="564859" y="104287"/>
                </a:lnTo>
                <a:lnTo>
                  <a:pt x="565157" y="103422"/>
                </a:lnTo>
                <a:lnTo>
                  <a:pt x="565437" y="102545"/>
                </a:lnTo>
                <a:lnTo>
                  <a:pt x="565698" y="101658"/>
                </a:lnTo>
                <a:lnTo>
                  <a:pt x="565942" y="100759"/>
                </a:lnTo>
                <a:lnTo>
                  <a:pt x="566168" y="99849"/>
                </a:lnTo>
                <a:lnTo>
                  <a:pt x="566375" y="98928"/>
                </a:lnTo>
                <a:lnTo>
                  <a:pt x="566565" y="97995"/>
                </a:lnTo>
                <a:lnTo>
                  <a:pt x="566736" y="97052"/>
                </a:lnTo>
                <a:lnTo>
                  <a:pt x="566890" y="96097"/>
                </a:lnTo>
                <a:lnTo>
                  <a:pt x="567025" y="95131"/>
                </a:lnTo>
                <a:lnTo>
                  <a:pt x="567142" y="94153"/>
                </a:lnTo>
                <a:lnTo>
                  <a:pt x="567242" y="93165"/>
                </a:lnTo>
                <a:lnTo>
                  <a:pt x="567323" y="92165"/>
                </a:lnTo>
                <a:lnTo>
                  <a:pt x="567386" y="91154"/>
                </a:lnTo>
                <a:lnTo>
                  <a:pt x="567431" y="90132"/>
                </a:lnTo>
                <a:lnTo>
                  <a:pt x="567458" y="89099"/>
                </a:lnTo>
                <a:lnTo>
                  <a:pt x="567467" y="88054"/>
                </a:lnTo>
                <a:lnTo>
                  <a:pt x="567459" y="87010"/>
                </a:lnTo>
                <a:lnTo>
                  <a:pt x="567432" y="85976"/>
                </a:lnTo>
                <a:lnTo>
                  <a:pt x="567387" y="84954"/>
                </a:lnTo>
                <a:lnTo>
                  <a:pt x="567325" y="83943"/>
                </a:lnTo>
                <a:lnTo>
                  <a:pt x="567245" y="82944"/>
                </a:lnTo>
                <a:lnTo>
                  <a:pt x="567147" y="81955"/>
                </a:lnTo>
                <a:lnTo>
                  <a:pt x="567032" y="80978"/>
                </a:lnTo>
                <a:lnTo>
                  <a:pt x="566899" y="80012"/>
                </a:lnTo>
                <a:lnTo>
                  <a:pt x="566747" y="79057"/>
                </a:lnTo>
                <a:lnTo>
                  <a:pt x="566579" y="78113"/>
                </a:lnTo>
                <a:lnTo>
                  <a:pt x="566392" y="77181"/>
                </a:lnTo>
                <a:lnTo>
                  <a:pt x="566188" y="76260"/>
                </a:lnTo>
                <a:lnTo>
                  <a:pt x="565965" y="75350"/>
                </a:lnTo>
                <a:lnTo>
                  <a:pt x="565725" y="74451"/>
                </a:lnTo>
                <a:lnTo>
                  <a:pt x="565468" y="73564"/>
                </a:lnTo>
                <a:lnTo>
                  <a:pt x="565192" y="72687"/>
                </a:lnTo>
                <a:lnTo>
                  <a:pt x="564899" y="71822"/>
                </a:lnTo>
                <a:lnTo>
                  <a:pt x="564588" y="70968"/>
                </a:lnTo>
                <a:lnTo>
                  <a:pt x="564259" y="70126"/>
                </a:lnTo>
                <a:lnTo>
                  <a:pt x="563912" y="69294"/>
                </a:lnTo>
                <a:lnTo>
                  <a:pt x="563548" y="68474"/>
                </a:lnTo>
                <a:lnTo>
                  <a:pt x="563166" y="67665"/>
                </a:lnTo>
                <a:lnTo>
                  <a:pt x="562766" y="66867"/>
                </a:lnTo>
                <a:lnTo>
                  <a:pt x="562348" y="66081"/>
                </a:lnTo>
                <a:lnTo>
                  <a:pt x="561915" y="65307"/>
                </a:lnTo>
                <a:lnTo>
                  <a:pt x="561469" y="64548"/>
                </a:lnTo>
                <a:lnTo>
                  <a:pt x="561011" y="63804"/>
                </a:lnTo>
                <a:lnTo>
                  <a:pt x="560541" y="63074"/>
                </a:lnTo>
                <a:lnTo>
                  <a:pt x="560057" y="62360"/>
                </a:lnTo>
                <a:lnTo>
                  <a:pt x="559562" y="61660"/>
                </a:lnTo>
                <a:lnTo>
                  <a:pt x="559053" y="60975"/>
                </a:lnTo>
                <a:lnTo>
                  <a:pt x="558532" y="60304"/>
                </a:lnTo>
                <a:lnTo>
                  <a:pt x="557999" y="59649"/>
                </a:lnTo>
                <a:lnTo>
                  <a:pt x="557453" y="59008"/>
                </a:lnTo>
                <a:lnTo>
                  <a:pt x="556894" y="58382"/>
                </a:lnTo>
                <a:lnTo>
                  <a:pt x="556323" y="57771"/>
                </a:lnTo>
                <a:lnTo>
                  <a:pt x="555739" y="57174"/>
                </a:lnTo>
                <a:lnTo>
                  <a:pt x="555142" y="56592"/>
                </a:lnTo>
                <a:lnTo>
                  <a:pt x="554533" y="56025"/>
                </a:lnTo>
                <a:lnTo>
                  <a:pt x="553912" y="55473"/>
                </a:lnTo>
                <a:lnTo>
                  <a:pt x="553278" y="54936"/>
                </a:lnTo>
                <a:lnTo>
                  <a:pt x="552631" y="54413"/>
                </a:lnTo>
                <a:lnTo>
                  <a:pt x="551972" y="53905"/>
                </a:lnTo>
                <a:lnTo>
                  <a:pt x="551300" y="53412"/>
                </a:lnTo>
                <a:lnTo>
                  <a:pt x="550615" y="52934"/>
                </a:lnTo>
                <a:lnTo>
                  <a:pt x="549918" y="52470"/>
                </a:lnTo>
                <a:lnTo>
                  <a:pt x="549209" y="52021"/>
                </a:lnTo>
                <a:lnTo>
                  <a:pt x="548487" y="51587"/>
                </a:lnTo>
                <a:lnTo>
                  <a:pt x="547754" y="51170"/>
                </a:lnTo>
                <a:lnTo>
                  <a:pt x="547012" y="50770"/>
                </a:lnTo>
                <a:lnTo>
                  <a:pt x="546260" y="50388"/>
                </a:lnTo>
                <a:lnTo>
                  <a:pt x="545500" y="50023"/>
                </a:lnTo>
                <a:lnTo>
                  <a:pt x="544731" y="49676"/>
                </a:lnTo>
                <a:lnTo>
                  <a:pt x="543953" y="49348"/>
                </a:lnTo>
                <a:lnTo>
                  <a:pt x="543166" y="49037"/>
                </a:lnTo>
                <a:lnTo>
                  <a:pt x="542370" y="48743"/>
                </a:lnTo>
                <a:lnTo>
                  <a:pt x="541565" y="48468"/>
                </a:lnTo>
                <a:lnTo>
                  <a:pt x="540750" y="48210"/>
                </a:lnTo>
                <a:lnTo>
                  <a:pt x="539927" y="47970"/>
                </a:lnTo>
                <a:lnTo>
                  <a:pt x="539095" y="47748"/>
                </a:lnTo>
                <a:lnTo>
                  <a:pt x="538253" y="47543"/>
                </a:lnTo>
                <a:lnTo>
                  <a:pt x="537403" y="47357"/>
                </a:lnTo>
                <a:lnTo>
                  <a:pt x="536544" y="47188"/>
                </a:lnTo>
                <a:lnTo>
                  <a:pt x="535675" y="47037"/>
                </a:lnTo>
                <a:lnTo>
                  <a:pt x="534798" y="46903"/>
                </a:lnTo>
                <a:lnTo>
                  <a:pt x="533911" y="46788"/>
                </a:lnTo>
                <a:lnTo>
                  <a:pt x="533016" y="46690"/>
                </a:lnTo>
                <a:lnTo>
                  <a:pt x="532111" y="46610"/>
                </a:lnTo>
                <a:lnTo>
                  <a:pt x="531197" y="46548"/>
                </a:lnTo>
                <a:lnTo>
                  <a:pt x="530275" y="46503"/>
                </a:lnTo>
                <a:lnTo>
                  <a:pt x="529343" y="46477"/>
                </a:lnTo>
                <a:lnTo>
                  <a:pt x="528402" y="46468"/>
                </a:lnTo>
                <a:lnTo>
                  <a:pt x="527487" y="46477"/>
                </a:lnTo>
                <a:lnTo>
                  <a:pt x="526580" y="46503"/>
                </a:lnTo>
                <a:lnTo>
                  <a:pt x="525679" y="46548"/>
                </a:lnTo>
                <a:lnTo>
                  <a:pt x="524786" y="46610"/>
                </a:lnTo>
                <a:lnTo>
                  <a:pt x="523901" y="46690"/>
                </a:lnTo>
                <a:lnTo>
                  <a:pt x="523023" y="46788"/>
                </a:lnTo>
                <a:lnTo>
                  <a:pt x="522152" y="46903"/>
                </a:lnTo>
                <a:lnTo>
                  <a:pt x="521289" y="47037"/>
                </a:lnTo>
                <a:lnTo>
                  <a:pt x="520432" y="47188"/>
                </a:lnTo>
                <a:lnTo>
                  <a:pt x="519584" y="47357"/>
                </a:lnTo>
                <a:lnTo>
                  <a:pt x="518742" y="47543"/>
                </a:lnTo>
                <a:lnTo>
                  <a:pt x="517909" y="47748"/>
                </a:lnTo>
                <a:lnTo>
                  <a:pt x="517082" y="47970"/>
                </a:lnTo>
                <a:lnTo>
                  <a:pt x="516263" y="48210"/>
                </a:lnTo>
                <a:lnTo>
                  <a:pt x="515451" y="48468"/>
                </a:lnTo>
                <a:lnTo>
                  <a:pt x="514647" y="48743"/>
                </a:lnTo>
                <a:lnTo>
                  <a:pt x="513850" y="49037"/>
                </a:lnTo>
                <a:lnTo>
                  <a:pt x="513060" y="49348"/>
                </a:lnTo>
                <a:lnTo>
                  <a:pt x="512278" y="49676"/>
                </a:lnTo>
                <a:lnTo>
                  <a:pt x="511503" y="50023"/>
                </a:lnTo>
                <a:lnTo>
                  <a:pt x="510735" y="50388"/>
                </a:lnTo>
                <a:lnTo>
                  <a:pt x="509975" y="50770"/>
                </a:lnTo>
                <a:lnTo>
                  <a:pt x="509222" y="51170"/>
                </a:lnTo>
                <a:lnTo>
                  <a:pt x="508477" y="51587"/>
                </a:lnTo>
                <a:lnTo>
                  <a:pt x="507742" y="52021"/>
                </a:lnTo>
                <a:lnTo>
                  <a:pt x="507020" y="52470"/>
                </a:lnTo>
                <a:lnTo>
                  <a:pt x="506311" y="52934"/>
                </a:lnTo>
                <a:lnTo>
                  <a:pt x="505615" y="53412"/>
                </a:lnTo>
                <a:lnTo>
                  <a:pt x="504933" y="53905"/>
                </a:lnTo>
                <a:lnTo>
                  <a:pt x="504263" y="54413"/>
                </a:lnTo>
                <a:lnTo>
                  <a:pt x="503607" y="54936"/>
                </a:lnTo>
                <a:lnTo>
                  <a:pt x="502964" y="55473"/>
                </a:lnTo>
                <a:lnTo>
                  <a:pt x="502333" y="56025"/>
                </a:lnTo>
                <a:lnTo>
                  <a:pt x="501716" y="56592"/>
                </a:lnTo>
                <a:lnTo>
                  <a:pt x="501113" y="57174"/>
                </a:lnTo>
                <a:lnTo>
                  <a:pt x="500522" y="57771"/>
                </a:lnTo>
                <a:lnTo>
                  <a:pt x="499944" y="58382"/>
                </a:lnTo>
                <a:lnTo>
                  <a:pt x="499380" y="59008"/>
                </a:lnTo>
                <a:lnTo>
                  <a:pt x="498828" y="59649"/>
                </a:lnTo>
                <a:lnTo>
                  <a:pt x="498290" y="60304"/>
                </a:lnTo>
                <a:lnTo>
                  <a:pt x="497765" y="60975"/>
                </a:lnTo>
                <a:lnTo>
                  <a:pt x="497253" y="61660"/>
                </a:lnTo>
                <a:lnTo>
                  <a:pt x="496754" y="62360"/>
                </a:lnTo>
                <a:lnTo>
                  <a:pt x="496269" y="63074"/>
                </a:lnTo>
                <a:lnTo>
                  <a:pt x="495796" y="63804"/>
                </a:lnTo>
                <a:lnTo>
                  <a:pt x="495337" y="64548"/>
                </a:lnTo>
                <a:lnTo>
                  <a:pt x="494890" y="65307"/>
                </a:lnTo>
                <a:lnTo>
                  <a:pt x="494457" y="66081"/>
                </a:lnTo>
                <a:lnTo>
                  <a:pt x="494039" y="66868"/>
                </a:lnTo>
                <a:lnTo>
                  <a:pt x="493639" y="67666"/>
                </a:lnTo>
                <a:lnTo>
                  <a:pt x="493257" y="68477"/>
                </a:lnTo>
                <a:lnTo>
                  <a:pt x="492893" y="69299"/>
                </a:lnTo>
                <a:lnTo>
                  <a:pt x="492546" y="70133"/>
                </a:lnTo>
                <a:lnTo>
                  <a:pt x="492217" y="70978"/>
                </a:lnTo>
                <a:lnTo>
                  <a:pt x="491906" y="71836"/>
                </a:lnTo>
                <a:lnTo>
                  <a:pt x="491613" y="72705"/>
                </a:lnTo>
                <a:lnTo>
                  <a:pt x="491337" y="73586"/>
                </a:lnTo>
                <a:lnTo>
                  <a:pt x="491080" y="74478"/>
                </a:lnTo>
                <a:lnTo>
                  <a:pt x="490840" y="75383"/>
                </a:lnTo>
                <a:lnTo>
                  <a:pt x="490617" y="76299"/>
                </a:lnTo>
                <a:lnTo>
                  <a:pt x="490413" y="77227"/>
                </a:lnTo>
                <a:lnTo>
                  <a:pt x="490226" y="78167"/>
                </a:lnTo>
                <a:lnTo>
                  <a:pt x="490058" y="79118"/>
                </a:lnTo>
                <a:lnTo>
                  <a:pt x="489906" y="80081"/>
                </a:lnTo>
                <a:lnTo>
                  <a:pt x="489773" y="81056"/>
                </a:lnTo>
                <a:lnTo>
                  <a:pt x="489658" y="82043"/>
                </a:lnTo>
                <a:lnTo>
                  <a:pt x="489560" y="83041"/>
                </a:lnTo>
                <a:lnTo>
                  <a:pt x="489480" y="84052"/>
                </a:lnTo>
                <a:lnTo>
                  <a:pt x="489418" y="85074"/>
                </a:lnTo>
                <a:lnTo>
                  <a:pt x="489373" y="86108"/>
                </a:lnTo>
                <a:lnTo>
                  <a:pt x="489346" y="87153"/>
                </a:lnTo>
                <a:lnTo>
                  <a:pt x="489338" y="88210"/>
                </a:lnTo>
                <a:lnTo>
                  <a:pt x="489346" y="89242"/>
                </a:lnTo>
                <a:lnTo>
                  <a:pt x="489373" y="90263"/>
                </a:lnTo>
                <a:lnTo>
                  <a:pt x="489416" y="91274"/>
                </a:lnTo>
                <a:lnTo>
                  <a:pt x="489478" y="92274"/>
                </a:lnTo>
                <a:lnTo>
                  <a:pt x="489556" y="93263"/>
                </a:lnTo>
                <a:lnTo>
                  <a:pt x="489653" y="94241"/>
                </a:lnTo>
                <a:lnTo>
                  <a:pt x="489766" y="95209"/>
                </a:lnTo>
                <a:lnTo>
                  <a:pt x="489898" y="96166"/>
                </a:lnTo>
                <a:lnTo>
                  <a:pt x="490046" y="97113"/>
                </a:lnTo>
                <a:lnTo>
                  <a:pt x="490213" y="98048"/>
                </a:lnTo>
                <a:lnTo>
                  <a:pt x="490396" y="98974"/>
                </a:lnTo>
                <a:lnTo>
                  <a:pt x="490598" y="99888"/>
                </a:lnTo>
                <a:lnTo>
                  <a:pt x="490816" y="100792"/>
                </a:lnTo>
                <a:lnTo>
                  <a:pt x="491053" y="101685"/>
                </a:lnTo>
                <a:lnTo>
                  <a:pt x="491306" y="102567"/>
                </a:lnTo>
                <a:lnTo>
                  <a:pt x="491578" y="103439"/>
                </a:lnTo>
                <a:lnTo>
                  <a:pt x="491866" y="104300"/>
                </a:lnTo>
                <a:lnTo>
                  <a:pt x="492173" y="105151"/>
                </a:lnTo>
                <a:lnTo>
                  <a:pt x="492496" y="105991"/>
                </a:lnTo>
                <a:lnTo>
                  <a:pt x="492838" y="106820"/>
                </a:lnTo>
                <a:lnTo>
                  <a:pt x="493197" y="107638"/>
                </a:lnTo>
                <a:lnTo>
                  <a:pt x="493573" y="108446"/>
                </a:lnTo>
                <a:lnTo>
                  <a:pt x="493967" y="109243"/>
                </a:lnTo>
                <a:lnTo>
                  <a:pt x="494378" y="110030"/>
                </a:lnTo>
                <a:lnTo>
                  <a:pt x="494805" y="110803"/>
                </a:lnTo>
                <a:lnTo>
                  <a:pt x="495244" y="111562"/>
                </a:lnTo>
                <a:lnTo>
                  <a:pt x="495698" y="112306"/>
                </a:lnTo>
                <a:lnTo>
                  <a:pt x="496164" y="113035"/>
                </a:lnTo>
                <a:lnTo>
                  <a:pt x="496643" y="113750"/>
                </a:lnTo>
                <a:lnTo>
                  <a:pt x="497135" y="114450"/>
                </a:lnTo>
                <a:lnTo>
                  <a:pt x="497641" y="115135"/>
                </a:lnTo>
                <a:lnTo>
                  <a:pt x="498159" y="115805"/>
                </a:lnTo>
                <a:lnTo>
                  <a:pt x="498691" y="116460"/>
                </a:lnTo>
                <a:lnTo>
                  <a:pt x="499236" y="117101"/>
                </a:lnTo>
                <a:lnTo>
                  <a:pt x="499794" y="117727"/>
                </a:lnTo>
                <a:lnTo>
                  <a:pt x="500365" y="118338"/>
                </a:lnTo>
                <a:lnTo>
                  <a:pt x="500949" y="118935"/>
                </a:lnTo>
                <a:lnTo>
                  <a:pt x="501547" y="119516"/>
                </a:lnTo>
                <a:lnTo>
                  <a:pt x="502157" y="120083"/>
                </a:lnTo>
                <a:lnTo>
                  <a:pt x="502781" y="120635"/>
                </a:lnTo>
                <a:lnTo>
                  <a:pt x="503417" y="121173"/>
                </a:lnTo>
                <a:lnTo>
                  <a:pt x="504067" y="121695"/>
                </a:lnTo>
                <a:lnTo>
                  <a:pt x="504730" y="122203"/>
                </a:lnTo>
                <a:lnTo>
                  <a:pt x="505406" y="122696"/>
                </a:lnTo>
                <a:lnTo>
                  <a:pt x="506095" y="123174"/>
                </a:lnTo>
                <a:lnTo>
                  <a:pt x="506798" y="123638"/>
                </a:lnTo>
                <a:lnTo>
                  <a:pt x="507513" y="124087"/>
                </a:lnTo>
                <a:lnTo>
                  <a:pt x="508241" y="124521"/>
                </a:lnTo>
                <a:lnTo>
                  <a:pt x="508980" y="124938"/>
                </a:lnTo>
                <a:lnTo>
                  <a:pt x="509727" y="125338"/>
                </a:lnTo>
                <a:lnTo>
                  <a:pt x="510481" y="125720"/>
                </a:lnTo>
                <a:lnTo>
                  <a:pt x="511243" y="126084"/>
                </a:lnTo>
                <a:lnTo>
                  <a:pt x="512013" y="126431"/>
                </a:lnTo>
                <a:lnTo>
                  <a:pt x="512790" y="126760"/>
                </a:lnTo>
                <a:lnTo>
                  <a:pt x="513575" y="127070"/>
                </a:lnTo>
                <a:lnTo>
                  <a:pt x="514367" y="127364"/>
                </a:lnTo>
                <a:lnTo>
                  <a:pt x="515167" y="127639"/>
                </a:lnTo>
                <a:lnTo>
                  <a:pt x="515975" y="127897"/>
                </a:lnTo>
                <a:lnTo>
                  <a:pt x="516790" y="128137"/>
                </a:lnTo>
                <a:lnTo>
                  <a:pt x="517614" y="128359"/>
                </a:lnTo>
                <a:lnTo>
                  <a:pt x="518444" y="128563"/>
                </a:lnTo>
                <a:lnTo>
                  <a:pt x="519283" y="128750"/>
                </a:lnTo>
                <a:lnTo>
                  <a:pt x="520129" y="128918"/>
                </a:lnTo>
                <a:lnTo>
                  <a:pt x="520982" y="129069"/>
                </a:lnTo>
                <a:lnTo>
                  <a:pt x="521844" y="129203"/>
                </a:lnTo>
                <a:lnTo>
                  <a:pt x="522713" y="129318"/>
                </a:lnTo>
                <a:lnTo>
                  <a:pt x="523589" y="129416"/>
                </a:lnTo>
                <a:lnTo>
                  <a:pt x="524474" y="129496"/>
                </a:lnTo>
                <a:lnTo>
                  <a:pt x="525366" y="129558"/>
                </a:lnTo>
                <a:lnTo>
                  <a:pt x="526265" y="129602"/>
                </a:lnTo>
                <a:lnTo>
                  <a:pt x="527173" y="129629"/>
                </a:lnTo>
                <a:lnTo>
                  <a:pt x="528088" y="129638"/>
                </a:lnTo>
                <a:lnTo>
                  <a:pt x="529028" y="129629"/>
                </a:lnTo>
                <a:lnTo>
                  <a:pt x="529960" y="129602"/>
                </a:lnTo>
                <a:lnTo>
                  <a:pt x="530884" y="129558"/>
                </a:lnTo>
                <a:lnTo>
                  <a:pt x="531798" y="129496"/>
                </a:lnTo>
                <a:lnTo>
                  <a:pt x="532704" y="129416"/>
                </a:lnTo>
                <a:close/>
                <a:moveTo>
                  <a:pt x="525468" y="118151"/>
                </a:moveTo>
                <a:lnTo>
                  <a:pt x="524923" y="118086"/>
                </a:lnTo>
                <a:lnTo>
                  <a:pt x="524382" y="118010"/>
                </a:lnTo>
                <a:lnTo>
                  <a:pt x="523844" y="117922"/>
                </a:lnTo>
                <a:lnTo>
                  <a:pt x="523310" y="117822"/>
                </a:lnTo>
                <a:lnTo>
                  <a:pt x="522779" y="117710"/>
                </a:lnTo>
                <a:lnTo>
                  <a:pt x="522252" y="117587"/>
                </a:lnTo>
                <a:lnTo>
                  <a:pt x="521728" y="117451"/>
                </a:lnTo>
                <a:lnTo>
                  <a:pt x="521208" y="117304"/>
                </a:lnTo>
                <a:lnTo>
                  <a:pt x="520692" y="117146"/>
                </a:lnTo>
                <a:lnTo>
                  <a:pt x="520179" y="116975"/>
                </a:lnTo>
                <a:lnTo>
                  <a:pt x="519669" y="116793"/>
                </a:lnTo>
                <a:lnTo>
                  <a:pt x="519163" y="116599"/>
                </a:lnTo>
                <a:lnTo>
                  <a:pt x="518661" y="116393"/>
                </a:lnTo>
                <a:lnTo>
                  <a:pt x="518162" y="116175"/>
                </a:lnTo>
                <a:lnTo>
                  <a:pt x="517667" y="115946"/>
                </a:lnTo>
                <a:lnTo>
                  <a:pt x="517175" y="115705"/>
                </a:lnTo>
                <a:lnTo>
                  <a:pt x="516687" y="115452"/>
                </a:lnTo>
                <a:lnTo>
                  <a:pt x="516202" y="115188"/>
                </a:lnTo>
                <a:lnTo>
                  <a:pt x="515721" y="114911"/>
                </a:lnTo>
                <a:lnTo>
                  <a:pt x="515246" y="114623"/>
                </a:lnTo>
                <a:lnTo>
                  <a:pt x="514778" y="114323"/>
                </a:lnTo>
                <a:lnTo>
                  <a:pt x="514318" y="114012"/>
                </a:lnTo>
                <a:lnTo>
                  <a:pt x="513866" y="113688"/>
                </a:lnTo>
                <a:lnTo>
                  <a:pt x="513421" y="113353"/>
                </a:lnTo>
                <a:lnTo>
                  <a:pt x="512984" y="113006"/>
                </a:lnTo>
                <a:lnTo>
                  <a:pt x="512555" y="112648"/>
                </a:lnTo>
                <a:lnTo>
                  <a:pt x="512133" y="112277"/>
                </a:lnTo>
                <a:lnTo>
                  <a:pt x="511719" y="111895"/>
                </a:lnTo>
                <a:lnTo>
                  <a:pt x="511313" y="111501"/>
                </a:lnTo>
                <a:lnTo>
                  <a:pt x="510914" y="111096"/>
                </a:lnTo>
                <a:lnTo>
                  <a:pt x="510523" y="110678"/>
                </a:lnTo>
                <a:lnTo>
                  <a:pt x="510140" y="110249"/>
                </a:lnTo>
                <a:lnTo>
                  <a:pt x="509764" y="109808"/>
                </a:lnTo>
                <a:lnTo>
                  <a:pt x="509396" y="109355"/>
                </a:lnTo>
                <a:lnTo>
                  <a:pt x="509035" y="108891"/>
                </a:lnTo>
                <a:lnTo>
                  <a:pt x="508682" y="108415"/>
                </a:lnTo>
                <a:lnTo>
                  <a:pt x="508337" y="107927"/>
                </a:lnTo>
                <a:lnTo>
                  <a:pt x="508000" y="107427"/>
                </a:lnTo>
                <a:lnTo>
                  <a:pt x="507670" y="106915"/>
                </a:lnTo>
                <a:lnTo>
                  <a:pt x="507348" y="106392"/>
                </a:lnTo>
                <a:lnTo>
                  <a:pt x="507033" y="105857"/>
                </a:lnTo>
                <a:lnTo>
                  <a:pt x="506726" y="105310"/>
                </a:lnTo>
                <a:lnTo>
                  <a:pt x="506427" y="104752"/>
                </a:lnTo>
                <a:lnTo>
                  <a:pt x="506138" y="104182"/>
                </a:lnTo>
                <a:lnTo>
                  <a:pt x="505861" y="103601"/>
                </a:lnTo>
                <a:lnTo>
                  <a:pt x="505596" y="103009"/>
                </a:lnTo>
                <a:lnTo>
                  <a:pt x="505344" y="102406"/>
                </a:lnTo>
                <a:lnTo>
                  <a:pt x="505104" y="101793"/>
                </a:lnTo>
                <a:lnTo>
                  <a:pt x="504877" y="101168"/>
                </a:lnTo>
                <a:lnTo>
                  <a:pt x="504662" y="100532"/>
                </a:lnTo>
                <a:lnTo>
                  <a:pt x="504459" y="99886"/>
                </a:lnTo>
                <a:lnTo>
                  <a:pt x="504268" y="99229"/>
                </a:lnTo>
                <a:lnTo>
                  <a:pt x="504090" y="98560"/>
                </a:lnTo>
                <a:lnTo>
                  <a:pt x="503923" y="97881"/>
                </a:lnTo>
                <a:lnTo>
                  <a:pt x="503770" y="97191"/>
                </a:lnTo>
                <a:lnTo>
                  <a:pt x="503628" y="96489"/>
                </a:lnTo>
                <a:lnTo>
                  <a:pt x="503499" y="95777"/>
                </a:lnTo>
                <a:lnTo>
                  <a:pt x="503382" y="95054"/>
                </a:lnTo>
                <a:lnTo>
                  <a:pt x="503278" y="94320"/>
                </a:lnTo>
                <a:lnTo>
                  <a:pt x="503185" y="93575"/>
                </a:lnTo>
                <a:lnTo>
                  <a:pt x="503105" y="92819"/>
                </a:lnTo>
                <a:lnTo>
                  <a:pt x="503038" y="92052"/>
                </a:lnTo>
                <a:lnTo>
                  <a:pt x="502982" y="91275"/>
                </a:lnTo>
                <a:lnTo>
                  <a:pt x="502939" y="90486"/>
                </a:lnTo>
                <a:lnTo>
                  <a:pt x="502909" y="89686"/>
                </a:lnTo>
                <a:lnTo>
                  <a:pt x="502890" y="88876"/>
                </a:lnTo>
                <a:lnTo>
                  <a:pt x="502884" y="88054"/>
                </a:lnTo>
                <a:lnTo>
                  <a:pt x="502890" y="87220"/>
                </a:lnTo>
                <a:lnTo>
                  <a:pt x="502909" y="86398"/>
                </a:lnTo>
                <a:lnTo>
                  <a:pt x="502939" y="85587"/>
                </a:lnTo>
                <a:lnTo>
                  <a:pt x="502982" y="84788"/>
                </a:lnTo>
                <a:lnTo>
                  <a:pt x="503038" y="84001"/>
                </a:lnTo>
                <a:lnTo>
                  <a:pt x="503105" y="83226"/>
                </a:lnTo>
                <a:lnTo>
                  <a:pt x="503185" y="82462"/>
                </a:lnTo>
                <a:lnTo>
                  <a:pt x="503278" y="81710"/>
                </a:lnTo>
                <a:lnTo>
                  <a:pt x="503382" y="80970"/>
                </a:lnTo>
                <a:lnTo>
                  <a:pt x="503499" y="80242"/>
                </a:lnTo>
                <a:lnTo>
                  <a:pt x="503628" y="79525"/>
                </a:lnTo>
                <a:lnTo>
                  <a:pt x="503770" y="78820"/>
                </a:lnTo>
                <a:lnTo>
                  <a:pt x="503923" y="78127"/>
                </a:lnTo>
                <a:lnTo>
                  <a:pt x="504090" y="77446"/>
                </a:lnTo>
                <a:lnTo>
                  <a:pt x="504268" y="76776"/>
                </a:lnTo>
                <a:lnTo>
                  <a:pt x="504459" y="76119"/>
                </a:lnTo>
                <a:lnTo>
                  <a:pt x="504662" y="75473"/>
                </a:lnTo>
                <a:lnTo>
                  <a:pt x="504877" y="74838"/>
                </a:lnTo>
                <a:lnTo>
                  <a:pt x="505104" y="74216"/>
                </a:lnTo>
                <a:lnTo>
                  <a:pt x="505344" y="73605"/>
                </a:lnTo>
                <a:lnTo>
                  <a:pt x="505596" y="73006"/>
                </a:lnTo>
                <a:lnTo>
                  <a:pt x="505861" y="72419"/>
                </a:lnTo>
                <a:lnTo>
                  <a:pt x="506138" y="71843"/>
                </a:lnTo>
                <a:lnTo>
                  <a:pt x="506427" y="71280"/>
                </a:lnTo>
                <a:lnTo>
                  <a:pt x="506726" y="70727"/>
                </a:lnTo>
                <a:lnTo>
                  <a:pt x="507034" y="70187"/>
                </a:lnTo>
                <a:lnTo>
                  <a:pt x="507350" y="69657"/>
                </a:lnTo>
                <a:lnTo>
                  <a:pt x="507674" y="69140"/>
                </a:lnTo>
                <a:lnTo>
                  <a:pt x="508007" y="68633"/>
                </a:lnTo>
                <a:lnTo>
                  <a:pt x="508347" y="68138"/>
                </a:lnTo>
                <a:lnTo>
                  <a:pt x="508696" y="67655"/>
                </a:lnTo>
                <a:lnTo>
                  <a:pt x="509053" y="67183"/>
                </a:lnTo>
                <a:lnTo>
                  <a:pt x="509418" y="66723"/>
                </a:lnTo>
                <a:lnTo>
                  <a:pt x="509791" y="66274"/>
                </a:lnTo>
                <a:lnTo>
                  <a:pt x="510173" y="65837"/>
                </a:lnTo>
                <a:lnTo>
                  <a:pt x="510563" y="65411"/>
                </a:lnTo>
                <a:lnTo>
                  <a:pt x="510961" y="64996"/>
                </a:lnTo>
                <a:lnTo>
                  <a:pt x="511367" y="64594"/>
                </a:lnTo>
                <a:lnTo>
                  <a:pt x="511781" y="64202"/>
                </a:lnTo>
                <a:lnTo>
                  <a:pt x="512204" y="63822"/>
                </a:lnTo>
                <a:lnTo>
                  <a:pt x="512635" y="63454"/>
                </a:lnTo>
                <a:lnTo>
                  <a:pt x="513074" y="63097"/>
                </a:lnTo>
                <a:lnTo>
                  <a:pt x="513521" y="62752"/>
                </a:lnTo>
                <a:lnTo>
                  <a:pt x="513976" y="62418"/>
                </a:lnTo>
                <a:lnTo>
                  <a:pt x="514440" y="62095"/>
                </a:lnTo>
                <a:lnTo>
                  <a:pt x="514912" y="61784"/>
                </a:lnTo>
                <a:lnTo>
                  <a:pt x="515392" y="61485"/>
                </a:lnTo>
                <a:lnTo>
                  <a:pt x="515880" y="61197"/>
                </a:lnTo>
                <a:lnTo>
                  <a:pt x="516374" y="60920"/>
                </a:lnTo>
                <a:lnTo>
                  <a:pt x="516870" y="60656"/>
                </a:lnTo>
                <a:lnTo>
                  <a:pt x="517368" y="60403"/>
                </a:lnTo>
                <a:lnTo>
                  <a:pt x="517869" y="60162"/>
                </a:lnTo>
                <a:lnTo>
                  <a:pt x="518372" y="59933"/>
                </a:lnTo>
                <a:lnTo>
                  <a:pt x="518878" y="59715"/>
                </a:lnTo>
                <a:lnTo>
                  <a:pt x="519386" y="59509"/>
                </a:lnTo>
                <a:lnTo>
                  <a:pt x="519897" y="59315"/>
                </a:lnTo>
                <a:lnTo>
                  <a:pt x="520410" y="59133"/>
                </a:lnTo>
                <a:lnTo>
                  <a:pt x="520926" y="58963"/>
                </a:lnTo>
                <a:lnTo>
                  <a:pt x="521444" y="58804"/>
                </a:lnTo>
                <a:lnTo>
                  <a:pt x="521965" y="58657"/>
                </a:lnTo>
                <a:lnTo>
                  <a:pt x="522488" y="58522"/>
                </a:lnTo>
                <a:lnTo>
                  <a:pt x="523013" y="58398"/>
                </a:lnTo>
                <a:lnTo>
                  <a:pt x="523541" y="58286"/>
                </a:lnTo>
                <a:lnTo>
                  <a:pt x="524071" y="58187"/>
                </a:lnTo>
                <a:lnTo>
                  <a:pt x="524604" y="58098"/>
                </a:lnTo>
                <a:lnTo>
                  <a:pt x="525139" y="58022"/>
                </a:lnTo>
                <a:lnTo>
                  <a:pt x="525677" y="57957"/>
                </a:lnTo>
                <a:lnTo>
                  <a:pt x="526217" y="57904"/>
                </a:lnTo>
                <a:lnTo>
                  <a:pt x="526760" y="57863"/>
                </a:lnTo>
                <a:lnTo>
                  <a:pt x="527305" y="57834"/>
                </a:lnTo>
                <a:lnTo>
                  <a:pt x="527852" y="57816"/>
                </a:lnTo>
                <a:lnTo>
                  <a:pt x="528402" y="57810"/>
                </a:lnTo>
                <a:lnTo>
                  <a:pt x="528978" y="57816"/>
                </a:lnTo>
                <a:lnTo>
                  <a:pt x="529550" y="57834"/>
                </a:lnTo>
                <a:lnTo>
                  <a:pt x="530117" y="57863"/>
                </a:lnTo>
                <a:lnTo>
                  <a:pt x="530680" y="57904"/>
                </a:lnTo>
                <a:lnTo>
                  <a:pt x="531239" y="57957"/>
                </a:lnTo>
                <a:lnTo>
                  <a:pt x="531794" y="58022"/>
                </a:lnTo>
                <a:lnTo>
                  <a:pt x="532345" y="58098"/>
                </a:lnTo>
                <a:lnTo>
                  <a:pt x="532892" y="58187"/>
                </a:lnTo>
                <a:lnTo>
                  <a:pt x="533435" y="58286"/>
                </a:lnTo>
                <a:lnTo>
                  <a:pt x="533974" y="58398"/>
                </a:lnTo>
                <a:lnTo>
                  <a:pt x="534508" y="58522"/>
                </a:lnTo>
                <a:lnTo>
                  <a:pt x="535039" y="58657"/>
                </a:lnTo>
                <a:lnTo>
                  <a:pt x="535565" y="58804"/>
                </a:lnTo>
                <a:lnTo>
                  <a:pt x="536087" y="58963"/>
                </a:lnTo>
                <a:lnTo>
                  <a:pt x="536605" y="59133"/>
                </a:lnTo>
                <a:lnTo>
                  <a:pt x="537119" y="59315"/>
                </a:lnTo>
                <a:lnTo>
                  <a:pt x="537629" y="59509"/>
                </a:lnTo>
                <a:lnTo>
                  <a:pt x="538135" y="59715"/>
                </a:lnTo>
                <a:lnTo>
                  <a:pt x="538637" y="59933"/>
                </a:lnTo>
                <a:lnTo>
                  <a:pt x="539134" y="60162"/>
                </a:lnTo>
                <a:lnTo>
                  <a:pt x="539628" y="60403"/>
                </a:lnTo>
                <a:lnTo>
                  <a:pt x="540117" y="60656"/>
                </a:lnTo>
                <a:lnTo>
                  <a:pt x="540602" y="60920"/>
                </a:lnTo>
                <a:lnTo>
                  <a:pt x="541084" y="61197"/>
                </a:lnTo>
                <a:lnTo>
                  <a:pt x="541559" y="61485"/>
                </a:lnTo>
                <a:lnTo>
                  <a:pt x="542027" y="61784"/>
                </a:lnTo>
                <a:lnTo>
                  <a:pt x="542486" y="62095"/>
                </a:lnTo>
                <a:lnTo>
                  <a:pt x="542939" y="62418"/>
                </a:lnTo>
                <a:lnTo>
                  <a:pt x="543383" y="62752"/>
                </a:lnTo>
                <a:lnTo>
                  <a:pt x="543820" y="63097"/>
                </a:lnTo>
                <a:lnTo>
                  <a:pt x="544250" y="63454"/>
                </a:lnTo>
                <a:lnTo>
                  <a:pt x="544671" y="63822"/>
                </a:lnTo>
                <a:lnTo>
                  <a:pt x="545085" y="64202"/>
                </a:lnTo>
                <a:lnTo>
                  <a:pt x="545492" y="64594"/>
                </a:lnTo>
                <a:lnTo>
                  <a:pt x="545890" y="64996"/>
                </a:lnTo>
                <a:lnTo>
                  <a:pt x="546281" y="65411"/>
                </a:lnTo>
                <a:lnTo>
                  <a:pt x="546665" y="65837"/>
                </a:lnTo>
                <a:lnTo>
                  <a:pt x="547040" y="66274"/>
                </a:lnTo>
                <a:lnTo>
                  <a:pt x="547408" y="66723"/>
                </a:lnTo>
                <a:lnTo>
                  <a:pt x="547769" y="67183"/>
                </a:lnTo>
                <a:lnTo>
                  <a:pt x="548121" y="67655"/>
                </a:lnTo>
                <a:lnTo>
                  <a:pt x="548466" y="68138"/>
                </a:lnTo>
                <a:lnTo>
                  <a:pt x="548804" y="68633"/>
                </a:lnTo>
                <a:lnTo>
                  <a:pt x="549134" y="69140"/>
                </a:lnTo>
                <a:lnTo>
                  <a:pt x="549456" y="69657"/>
                </a:lnTo>
                <a:lnTo>
                  <a:pt x="549770" y="70187"/>
                </a:lnTo>
                <a:lnTo>
                  <a:pt x="550077" y="70727"/>
                </a:lnTo>
                <a:lnTo>
                  <a:pt x="550376" y="71280"/>
                </a:lnTo>
                <a:lnTo>
                  <a:pt x="550665" y="71843"/>
                </a:lnTo>
                <a:lnTo>
                  <a:pt x="550942" y="72419"/>
                </a:lnTo>
                <a:lnTo>
                  <a:pt x="551207" y="73006"/>
                </a:lnTo>
                <a:lnTo>
                  <a:pt x="551459" y="73605"/>
                </a:lnTo>
                <a:lnTo>
                  <a:pt x="551699" y="74216"/>
                </a:lnTo>
                <a:lnTo>
                  <a:pt x="551927" y="74838"/>
                </a:lnTo>
                <a:lnTo>
                  <a:pt x="552142" y="75473"/>
                </a:lnTo>
                <a:lnTo>
                  <a:pt x="552345" y="76119"/>
                </a:lnTo>
                <a:lnTo>
                  <a:pt x="552536" y="76776"/>
                </a:lnTo>
                <a:lnTo>
                  <a:pt x="552715" y="77446"/>
                </a:lnTo>
                <a:lnTo>
                  <a:pt x="552881" y="78127"/>
                </a:lnTo>
                <a:lnTo>
                  <a:pt x="553035" y="78820"/>
                </a:lnTo>
                <a:lnTo>
                  <a:pt x="553176" y="79525"/>
                </a:lnTo>
                <a:lnTo>
                  <a:pt x="553305" y="80242"/>
                </a:lnTo>
                <a:lnTo>
                  <a:pt x="553422" y="80970"/>
                </a:lnTo>
                <a:lnTo>
                  <a:pt x="553527" y="81710"/>
                </a:lnTo>
                <a:lnTo>
                  <a:pt x="553619" y="82462"/>
                </a:lnTo>
                <a:lnTo>
                  <a:pt x="553699" y="83226"/>
                </a:lnTo>
                <a:lnTo>
                  <a:pt x="553767" y="84001"/>
                </a:lnTo>
                <a:lnTo>
                  <a:pt x="553823" y="84788"/>
                </a:lnTo>
                <a:lnTo>
                  <a:pt x="553866" y="85587"/>
                </a:lnTo>
                <a:lnTo>
                  <a:pt x="553896" y="86398"/>
                </a:lnTo>
                <a:lnTo>
                  <a:pt x="553915" y="87220"/>
                </a:lnTo>
                <a:lnTo>
                  <a:pt x="553921" y="88054"/>
                </a:lnTo>
                <a:lnTo>
                  <a:pt x="553915" y="88876"/>
                </a:lnTo>
                <a:lnTo>
                  <a:pt x="553896" y="89686"/>
                </a:lnTo>
                <a:lnTo>
                  <a:pt x="553864" y="90486"/>
                </a:lnTo>
                <a:lnTo>
                  <a:pt x="553820" y="91275"/>
                </a:lnTo>
                <a:lnTo>
                  <a:pt x="553764" y="92052"/>
                </a:lnTo>
                <a:lnTo>
                  <a:pt x="553694" y="92819"/>
                </a:lnTo>
                <a:lnTo>
                  <a:pt x="553613" y="93575"/>
                </a:lnTo>
                <a:lnTo>
                  <a:pt x="553518" y="94320"/>
                </a:lnTo>
                <a:lnTo>
                  <a:pt x="553411" y="95054"/>
                </a:lnTo>
                <a:lnTo>
                  <a:pt x="553292" y="95777"/>
                </a:lnTo>
                <a:lnTo>
                  <a:pt x="553160" y="96489"/>
                </a:lnTo>
                <a:lnTo>
                  <a:pt x="553015" y="97191"/>
                </a:lnTo>
                <a:lnTo>
                  <a:pt x="552858" y="97881"/>
                </a:lnTo>
                <a:lnTo>
                  <a:pt x="552688" y="98560"/>
                </a:lnTo>
                <a:lnTo>
                  <a:pt x="552505" y="99229"/>
                </a:lnTo>
                <a:lnTo>
                  <a:pt x="552310" y="99886"/>
                </a:lnTo>
                <a:lnTo>
                  <a:pt x="552102" y="100532"/>
                </a:lnTo>
                <a:lnTo>
                  <a:pt x="551882" y="101168"/>
                </a:lnTo>
                <a:lnTo>
                  <a:pt x="551649" y="101793"/>
                </a:lnTo>
                <a:lnTo>
                  <a:pt x="551404" y="102406"/>
                </a:lnTo>
                <a:lnTo>
                  <a:pt x="551146" y="103009"/>
                </a:lnTo>
                <a:lnTo>
                  <a:pt x="550875" y="103601"/>
                </a:lnTo>
                <a:lnTo>
                  <a:pt x="550592" y="104182"/>
                </a:lnTo>
                <a:lnTo>
                  <a:pt x="550296" y="104752"/>
                </a:lnTo>
                <a:lnTo>
                  <a:pt x="549991" y="105310"/>
                </a:lnTo>
                <a:lnTo>
                  <a:pt x="549677" y="105857"/>
                </a:lnTo>
                <a:lnTo>
                  <a:pt x="549356" y="106392"/>
                </a:lnTo>
                <a:lnTo>
                  <a:pt x="549028" y="106915"/>
                </a:lnTo>
                <a:lnTo>
                  <a:pt x="548691" y="107427"/>
                </a:lnTo>
                <a:lnTo>
                  <a:pt x="548347" y="107927"/>
                </a:lnTo>
                <a:lnTo>
                  <a:pt x="547996" y="108415"/>
                </a:lnTo>
                <a:lnTo>
                  <a:pt x="547636" y="108891"/>
                </a:lnTo>
                <a:lnTo>
                  <a:pt x="547270" y="109355"/>
                </a:lnTo>
                <a:lnTo>
                  <a:pt x="546895" y="109808"/>
                </a:lnTo>
                <a:lnTo>
                  <a:pt x="546513" y="110249"/>
                </a:lnTo>
                <a:lnTo>
                  <a:pt x="546123" y="110678"/>
                </a:lnTo>
                <a:lnTo>
                  <a:pt x="545725" y="111096"/>
                </a:lnTo>
                <a:lnTo>
                  <a:pt x="545320" y="111501"/>
                </a:lnTo>
                <a:lnTo>
                  <a:pt x="544907" y="111895"/>
                </a:lnTo>
                <a:lnTo>
                  <a:pt x="544486" y="112277"/>
                </a:lnTo>
                <a:lnTo>
                  <a:pt x="544058" y="112648"/>
                </a:lnTo>
                <a:lnTo>
                  <a:pt x="543622" y="113006"/>
                </a:lnTo>
                <a:lnTo>
                  <a:pt x="543178" y="113353"/>
                </a:lnTo>
                <a:lnTo>
                  <a:pt x="542727" y="113688"/>
                </a:lnTo>
                <a:lnTo>
                  <a:pt x="542268" y="114012"/>
                </a:lnTo>
                <a:lnTo>
                  <a:pt x="541802" y="114323"/>
                </a:lnTo>
                <a:lnTo>
                  <a:pt x="541328" y="114623"/>
                </a:lnTo>
                <a:lnTo>
                  <a:pt x="540846" y="114911"/>
                </a:lnTo>
                <a:lnTo>
                  <a:pt x="540359" y="115188"/>
                </a:lnTo>
                <a:lnTo>
                  <a:pt x="539868" y="115452"/>
                </a:lnTo>
                <a:lnTo>
                  <a:pt x="539374" y="115705"/>
                </a:lnTo>
                <a:lnTo>
                  <a:pt x="538877" y="115946"/>
                </a:lnTo>
                <a:lnTo>
                  <a:pt x="538377" y="116175"/>
                </a:lnTo>
                <a:lnTo>
                  <a:pt x="537873" y="116393"/>
                </a:lnTo>
                <a:lnTo>
                  <a:pt x="537366" y="116599"/>
                </a:lnTo>
                <a:lnTo>
                  <a:pt x="536856" y="116793"/>
                </a:lnTo>
                <a:lnTo>
                  <a:pt x="536343" y="116975"/>
                </a:lnTo>
                <a:lnTo>
                  <a:pt x="535826" y="117146"/>
                </a:lnTo>
                <a:lnTo>
                  <a:pt x="535306" y="117304"/>
                </a:lnTo>
                <a:lnTo>
                  <a:pt x="534783" y="117451"/>
                </a:lnTo>
                <a:lnTo>
                  <a:pt x="534256" y="117587"/>
                </a:lnTo>
                <a:lnTo>
                  <a:pt x="533726" y="117710"/>
                </a:lnTo>
                <a:lnTo>
                  <a:pt x="533193" y="117822"/>
                </a:lnTo>
                <a:lnTo>
                  <a:pt x="532656" y="117922"/>
                </a:lnTo>
                <a:lnTo>
                  <a:pt x="532117" y="118010"/>
                </a:lnTo>
                <a:lnTo>
                  <a:pt x="531574" y="118086"/>
                </a:lnTo>
                <a:lnTo>
                  <a:pt x="531027" y="118151"/>
                </a:lnTo>
                <a:lnTo>
                  <a:pt x="530478" y="118204"/>
                </a:lnTo>
                <a:lnTo>
                  <a:pt x="529925" y="118245"/>
                </a:lnTo>
                <a:lnTo>
                  <a:pt x="529369" y="118274"/>
                </a:lnTo>
                <a:lnTo>
                  <a:pt x="528809" y="118292"/>
                </a:lnTo>
                <a:lnTo>
                  <a:pt x="528246" y="118298"/>
                </a:lnTo>
                <a:lnTo>
                  <a:pt x="527684" y="118292"/>
                </a:lnTo>
                <a:lnTo>
                  <a:pt x="527124" y="118274"/>
                </a:lnTo>
                <a:lnTo>
                  <a:pt x="526569" y="118245"/>
                </a:lnTo>
                <a:lnTo>
                  <a:pt x="526017" y="118204"/>
                </a:lnTo>
                <a:lnTo>
                  <a:pt x="525468" y="118151"/>
                </a:lnTo>
                <a:close/>
                <a:moveTo>
                  <a:pt x="619687" y="129505"/>
                </a:moveTo>
                <a:lnTo>
                  <a:pt x="620404" y="129446"/>
                </a:lnTo>
                <a:lnTo>
                  <a:pt x="621112" y="129377"/>
                </a:lnTo>
                <a:lnTo>
                  <a:pt x="621811" y="129297"/>
                </a:lnTo>
                <a:lnTo>
                  <a:pt x="622503" y="129206"/>
                </a:lnTo>
                <a:lnTo>
                  <a:pt x="623186" y="129105"/>
                </a:lnTo>
                <a:lnTo>
                  <a:pt x="623862" y="128993"/>
                </a:lnTo>
                <a:lnTo>
                  <a:pt x="624528" y="128871"/>
                </a:lnTo>
                <a:lnTo>
                  <a:pt x="625187" y="128737"/>
                </a:lnTo>
                <a:lnTo>
                  <a:pt x="625838" y="128594"/>
                </a:lnTo>
                <a:lnTo>
                  <a:pt x="626480" y="128439"/>
                </a:lnTo>
                <a:lnTo>
                  <a:pt x="627114" y="128274"/>
                </a:lnTo>
                <a:lnTo>
                  <a:pt x="627740" y="128098"/>
                </a:lnTo>
                <a:lnTo>
                  <a:pt x="628358" y="127911"/>
                </a:lnTo>
                <a:lnTo>
                  <a:pt x="628968" y="127714"/>
                </a:lnTo>
                <a:lnTo>
                  <a:pt x="629569" y="127506"/>
                </a:lnTo>
                <a:lnTo>
                  <a:pt x="630162" y="127288"/>
                </a:lnTo>
                <a:lnTo>
                  <a:pt x="630747" y="127059"/>
                </a:lnTo>
                <a:lnTo>
                  <a:pt x="631324" y="126819"/>
                </a:lnTo>
                <a:lnTo>
                  <a:pt x="631892" y="126569"/>
                </a:lnTo>
                <a:lnTo>
                  <a:pt x="632452" y="126308"/>
                </a:lnTo>
                <a:lnTo>
                  <a:pt x="633000" y="126040"/>
                </a:lnTo>
                <a:lnTo>
                  <a:pt x="633538" y="125763"/>
                </a:lnTo>
                <a:lnTo>
                  <a:pt x="634066" y="125477"/>
                </a:lnTo>
                <a:lnTo>
                  <a:pt x="634582" y="125183"/>
                </a:lnTo>
                <a:lnTo>
                  <a:pt x="635088" y="124880"/>
                </a:lnTo>
                <a:lnTo>
                  <a:pt x="635583" y="124569"/>
                </a:lnTo>
                <a:lnTo>
                  <a:pt x="636068" y="124249"/>
                </a:lnTo>
                <a:lnTo>
                  <a:pt x="636542" y="123921"/>
                </a:lnTo>
                <a:lnTo>
                  <a:pt x="637005" y="123585"/>
                </a:lnTo>
                <a:lnTo>
                  <a:pt x="637458" y="123240"/>
                </a:lnTo>
                <a:lnTo>
                  <a:pt x="637899" y="122886"/>
                </a:lnTo>
                <a:lnTo>
                  <a:pt x="638331" y="122524"/>
                </a:lnTo>
                <a:lnTo>
                  <a:pt x="638751" y="122154"/>
                </a:lnTo>
                <a:lnTo>
                  <a:pt x="639161" y="121775"/>
                </a:lnTo>
                <a:lnTo>
                  <a:pt x="639560" y="121388"/>
                </a:lnTo>
                <a:lnTo>
                  <a:pt x="639949" y="120992"/>
                </a:lnTo>
                <a:lnTo>
                  <a:pt x="640327" y="120587"/>
                </a:lnTo>
                <a:lnTo>
                  <a:pt x="640694" y="120175"/>
                </a:lnTo>
                <a:lnTo>
                  <a:pt x="641050" y="119753"/>
                </a:lnTo>
                <a:lnTo>
                  <a:pt x="641396" y="119323"/>
                </a:lnTo>
                <a:lnTo>
                  <a:pt x="641731" y="118885"/>
                </a:lnTo>
                <a:lnTo>
                  <a:pt x="642056" y="118438"/>
                </a:lnTo>
                <a:lnTo>
                  <a:pt x="642369" y="117983"/>
                </a:lnTo>
                <a:lnTo>
                  <a:pt x="642671" y="117520"/>
                </a:lnTo>
                <a:lnTo>
                  <a:pt x="642961" y="117051"/>
                </a:lnTo>
                <a:lnTo>
                  <a:pt x="643237" y="116575"/>
                </a:lnTo>
                <a:lnTo>
                  <a:pt x="643500" y="116093"/>
                </a:lnTo>
                <a:lnTo>
                  <a:pt x="643751" y="115604"/>
                </a:lnTo>
                <a:lnTo>
                  <a:pt x="643989" y="115108"/>
                </a:lnTo>
                <a:lnTo>
                  <a:pt x="644214" y="114606"/>
                </a:lnTo>
                <a:lnTo>
                  <a:pt x="644426" y="114097"/>
                </a:lnTo>
                <a:lnTo>
                  <a:pt x="644625" y="113582"/>
                </a:lnTo>
                <a:lnTo>
                  <a:pt x="644811" y="113060"/>
                </a:lnTo>
                <a:lnTo>
                  <a:pt x="644985" y="112532"/>
                </a:lnTo>
                <a:lnTo>
                  <a:pt x="645146" y="111997"/>
                </a:lnTo>
                <a:lnTo>
                  <a:pt x="645293" y="111456"/>
                </a:lnTo>
                <a:lnTo>
                  <a:pt x="645428" y="110908"/>
                </a:lnTo>
                <a:lnTo>
                  <a:pt x="645550" y="110353"/>
                </a:lnTo>
                <a:lnTo>
                  <a:pt x="645660" y="109792"/>
                </a:lnTo>
                <a:lnTo>
                  <a:pt x="645756" y="109224"/>
                </a:lnTo>
                <a:lnTo>
                  <a:pt x="645840" y="108650"/>
                </a:lnTo>
                <a:lnTo>
                  <a:pt x="645910" y="108069"/>
                </a:lnTo>
                <a:lnTo>
                  <a:pt x="645968" y="107482"/>
                </a:lnTo>
                <a:lnTo>
                  <a:pt x="646013" y="106888"/>
                </a:lnTo>
                <a:lnTo>
                  <a:pt x="646045" y="106287"/>
                </a:lnTo>
                <a:lnTo>
                  <a:pt x="646064" y="105680"/>
                </a:lnTo>
                <a:lnTo>
                  <a:pt x="646071" y="105066"/>
                </a:lnTo>
                <a:lnTo>
                  <a:pt x="646064" y="104364"/>
                </a:lnTo>
                <a:lnTo>
                  <a:pt x="646043" y="103676"/>
                </a:lnTo>
                <a:lnTo>
                  <a:pt x="646008" y="103000"/>
                </a:lnTo>
                <a:lnTo>
                  <a:pt x="645959" y="102338"/>
                </a:lnTo>
                <a:lnTo>
                  <a:pt x="645896" y="101690"/>
                </a:lnTo>
                <a:lnTo>
                  <a:pt x="645820" y="101055"/>
                </a:lnTo>
                <a:lnTo>
                  <a:pt x="645729" y="100433"/>
                </a:lnTo>
                <a:lnTo>
                  <a:pt x="645624" y="99825"/>
                </a:lnTo>
                <a:lnTo>
                  <a:pt x="645506" y="99230"/>
                </a:lnTo>
                <a:lnTo>
                  <a:pt x="645373" y="98648"/>
                </a:lnTo>
                <a:lnTo>
                  <a:pt x="645227" y="98080"/>
                </a:lnTo>
                <a:lnTo>
                  <a:pt x="645066" y="97525"/>
                </a:lnTo>
                <a:lnTo>
                  <a:pt x="644892" y="96984"/>
                </a:lnTo>
                <a:lnTo>
                  <a:pt x="644703" y="96456"/>
                </a:lnTo>
                <a:lnTo>
                  <a:pt x="644501" y="95942"/>
                </a:lnTo>
                <a:lnTo>
                  <a:pt x="644285" y="95440"/>
                </a:lnTo>
                <a:lnTo>
                  <a:pt x="644055" y="94953"/>
                </a:lnTo>
                <a:lnTo>
                  <a:pt x="643810" y="94478"/>
                </a:lnTo>
                <a:lnTo>
                  <a:pt x="643552" y="94018"/>
                </a:lnTo>
                <a:lnTo>
                  <a:pt x="643280" y="93570"/>
                </a:lnTo>
                <a:lnTo>
                  <a:pt x="642994" y="93136"/>
                </a:lnTo>
                <a:lnTo>
                  <a:pt x="642694" y="92715"/>
                </a:lnTo>
                <a:lnTo>
                  <a:pt x="642380" y="92308"/>
                </a:lnTo>
                <a:lnTo>
                  <a:pt x="642052" y="91914"/>
                </a:lnTo>
                <a:lnTo>
                  <a:pt x="641713" y="91531"/>
                </a:lnTo>
                <a:lnTo>
                  <a:pt x="641366" y="91155"/>
                </a:lnTo>
                <a:lnTo>
                  <a:pt x="641010" y="90788"/>
                </a:lnTo>
                <a:lnTo>
                  <a:pt x="640646" y="90428"/>
                </a:lnTo>
                <a:lnTo>
                  <a:pt x="640273" y="90077"/>
                </a:lnTo>
                <a:lnTo>
                  <a:pt x="639891" y="89733"/>
                </a:lnTo>
                <a:lnTo>
                  <a:pt x="639502" y="89397"/>
                </a:lnTo>
                <a:lnTo>
                  <a:pt x="639103" y="89069"/>
                </a:lnTo>
                <a:lnTo>
                  <a:pt x="638697" y="88749"/>
                </a:lnTo>
                <a:lnTo>
                  <a:pt x="638281" y="88437"/>
                </a:lnTo>
                <a:lnTo>
                  <a:pt x="637858" y="88133"/>
                </a:lnTo>
                <a:lnTo>
                  <a:pt x="637425" y="87837"/>
                </a:lnTo>
                <a:lnTo>
                  <a:pt x="636985" y="87549"/>
                </a:lnTo>
                <a:lnTo>
                  <a:pt x="636535" y="87269"/>
                </a:lnTo>
                <a:lnTo>
                  <a:pt x="636078" y="86996"/>
                </a:lnTo>
                <a:lnTo>
                  <a:pt x="635612" y="86732"/>
                </a:lnTo>
                <a:lnTo>
                  <a:pt x="635137" y="86476"/>
                </a:lnTo>
                <a:lnTo>
                  <a:pt x="634654" y="86227"/>
                </a:lnTo>
                <a:lnTo>
                  <a:pt x="634162" y="85987"/>
                </a:lnTo>
                <a:lnTo>
                  <a:pt x="633662" y="85754"/>
                </a:lnTo>
                <a:lnTo>
                  <a:pt x="633154" y="85529"/>
                </a:lnTo>
                <a:lnTo>
                  <a:pt x="632637" y="85313"/>
                </a:lnTo>
                <a:lnTo>
                  <a:pt x="632111" y="85104"/>
                </a:lnTo>
                <a:lnTo>
                  <a:pt x="631577" y="84903"/>
                </a:lnTo>
                <a:lnTo>
                  <a:pt x="631037" y="84708"/>
                </a:lnTo>
                <a:lnTo>
                  <a:pt x="630491" y="84516"/>
                </a:lnTo>
                <a:lnTo>
                  <a:pt x="629941" y="84327"/>
                </a:lnTo>
                <a:lnTo>
                  <a:pt x="629385" y="84142"/>
                </a:lnTo>
                <a:lnTo>
                  <a:pt x="628825" y="83960"/>
                </a:lnTo>
                <a:lnTo>
                  <a:pt x="628260" y="83781"/>
                </a:lnTo>
                <a:lnTo>
                  <a:pt x="627690" y="83605"/>
                </a:lnTo>
                <a:lnTo>
                  <a:pt x="627115" y="83433"/>
                </a:lnTo>
                <a:lnTo>
                  <a:pt x="626535" y="83264"/>
                </a:lnTo>
                <a:lnTo>
                  <a:pt x="625950" y="83098"/>
                </a:lnTo>
                <a:lnTo>
                  <a:pt x="625360" y="82936"/>
                </a:lnTo>
                <a:lnTo>
                  <a:pt x="624765" y="82777"/>
                </a:lnTo>
                <a:lnTo>
                  <a:pt x="624166" y="82621"/>
                </a:lnTo>
                <a:lnTo>
                  <a:pt x="623561" y="82468"/>
                </a:lnTo>
                <a:lnTo>
                  <a:pt x="622952" y="82319"/>
                </a:lnTo>
                <a:lnTo>
                  <a:pt x="622337" y="82173"/>
                </a:lnTo>
                <a:lnTo>
                  <a:pt x="621718" y="82030"/>
                </a:lnTo>
                <a:lnTo>
                  <a:pt x="621094" y="81890"/>
                </a:lnTo>
                <a:lnTo>
                  <a:pt x="620465" y="81754"/>
                </a:lnTo>
                <a:lnTo>
                  <a:pt x="619830" y="81621"/>
                </a:lnTo>
                <a:lnTo>
                  <a:pt x="619192" y="81492"/>
                </a:lnTo>
                <a:lnTo>
                  <a:pt x="618548" y="81365"/>
                </a:lnTo>
                <a:lnTo>
                  <a:pt x="617899" y="81242"/>
                </a:lnTo>
                <a:lnTo>
                  <a:pt x="617245" y="81122"/>
                </a:lnTo>
                <a:lnTo>
                  <a:pt x="616737" y="81029"/>
                </a:lnTo>
                <a:lnTo>
                  <a:pt x="616235" y="80934"/>
                </a:lnTo>
                <a:lnTo>
                  <a:pt x="615740" y="80837"/>
                </a:lnTo>
                <a:lnTo>
                  <a:pt x="615252" y="80738"/>
                </a:lnTo>
                <a:lnTo>
                  <a:pt x="614771" y="80636"/>
                </a:lnTo>
                <a:lnTo>
                  <a:pt x="614296" y="80532"/>
                </a:lnTo>
                <a:lnTo>
                  <a:pt x="613829" y="80426"/>
                </a:lnTo>
                <a:lnTo>
                  <a:pt x="613368" y="80318"/>
                </a:lnTo>
                <a:lnTo>
                  <a:pt x="612914" y="80208"/>
                </a:lnTo>
                <a:lnTo>
                  <a:pt x="612467" y="80095"/>
                </a:lnTo>
                <a:lnTo>
                  <a:pt x="612027" y="79980"/>
                </a:lnTo>
                <a:lnTo>
                  <a:pt x="611594" y="79863"/>
                </a:lnTo>
                <a:lnTo>
                  <a:pt x="611167" y="79744"/>
                </a:lnTo>
                <a:lnTo>
                  <a:pt x="610748" y="79623"/>
                </a:lnTo>
                <a:lnTo>
                  <a:pt x="610335" y="79499"/>
                </a:lnTo>
                <a:lnTo>
                  <a:pt x="609929" y="79374"/>
                </a:lnTo>
                <a:lnTo>
                  <a:pt x="609530" y="79246"/>
                </a:lnTo>
                <a:lnTo>
                  <a:pt x="609137" y="79115"/>
                </a:lnTo>
                <a:lnTo>
                  <a:pt x="608752" y="78983"/>
                </a:lnTo>
                <a:lnTo>
                  <a:pt x="608373" y="78849"/>
                </a:lnTo>
                <a:lnTo>
                  <a:pt x="608001" y="78712"/>
                </a:lnTo>
                <a:lnTo>
                  <a:pt x="607636" y="78573"/>
                </a:lnTo>
                <a:lnTo>
                  <a:pt x="607278" y="78432"/>
                </a:lnTo>
                <a:lnTo>
                  <a:pt x="606927" y="78288"/>
                </a:lnTo>
                <a:lnTo>
                  <a:pt x="606582" y="78143"/>
                </a:lnTo>
                <a:lnTo>
                  <a:pt x="606245" y="77995"/>
                </a:lnTo>
                <a:lnTo>
                  <a:pt x="605915" y="77844"/>
                </a:lnTo>
                <a:lnTo>
                  <a:pt x="605592" y="77691"/>
                </a:lnTo>
                <a:lnTo>
                  <a:pt x="605276" y="77536"/>
                </a:lnTo>
                <a:lnTo>
                  <a:pt x="604967" y="77378"/>
                </a:lnTo>
                <a:lnTo>
                  <a:pt x="604665" y="77217"/>
                </a:lnTo>
                <a:lnTo>
                  <a:pt x="604371" y="77054"/>
                </a:lnTo>
                <a:lnTo>
                  <a:pt x="604083" y="76889"/>
                </a:lnTo>
                <a:lnTo>
                  <a:pt x="603803" y="76721"/>
                </a:lnTo>
                <a:lnTo>
                  <a:pt x="603530" y="76551"/>
                </a:lnTo>
                <a:lnTo>
                  <a:pt x="603264" y="76378"/>
                </a:lnTo>
                <a:lnTo>
                  <a:pt x="603005" y="76203"/>
                </a:lnTo>
                <a:lnTo>
                  <a:pt x="602753" y="76025"/>
                </a:lnTo>
                <a:lnTo>
                  <a:pt x="602508" y="75845"/>
                </a:lnTo>
                <a:lnTo>
                  <a:pt x="602270" y="75663"/>
                </a:lnTo>
                <a:lnTo>
                  <a:pt x="602040" y="75478"/>
                </a:lnTo>
                <a:lnTo>
                  <a:pt x="601816" y="75290"/>
                </a:lnTo>
                <a:lnTo>
                  <a:pt x="601600" y="75100"/>
                </a:lnTo>
                <a:lnTo>
                  <a:pt x="601390" y="74908"/>
                </a:lnTo>
                <a:lnTo>
                  <a:pt x="601188" y="74713"/>
                </a:lnTo>
                <a:lnTo>
                  <a:pt x="600993" y="74516"/>
                </a:lnTo>
                <a:lnTo>
                  <a:pt x="600805" y="74316"/>
                </a:lnTo>
                <a:lnTo>
                  <a:pt x="600625" y="74114"/>
                </a:lnTo>
                <a:lnTo>
                  <a:pt x="600451" y="73909"/>
                </a:lnTo>
                <a:lnTo>
                  <a:pt x="600285" y="73702"/>
                </a:lnTo>
                <a:lnTo>
                  <a:pt x="600127" y="73492"/>
                </a:lnTo>
                <a:lnTo>
                  <a:pt x="599975" y="73280"/>
                </a:lnTo>
                <a:lnTo>
                  <a:pt x="599831" y="73065"/>
                </a:lnTo>
                <a:lnTo>
                  <a:pt x="599695" y="72848"/>
                </a:lnTo>
                <a:lnTo>
                  <a:pt x="599566" y="72629"/>
                </a:lnTo>
                <a:lnTo>
                  <a:pt x="599444" y="72407"/>
                </a:lnTo>
                <a:lnTo>
                  <a:pt x="599330" y="72182"/>
                </a:lnTo>
                <a:lnTo>
                  <a:pt x="599223" y="71955"/>
                </a:lnTo>
                <a:lnTo>
                  <a:pt x="599123" y="71726"/>
                </a:lnTo>
                <a:lnTo>
                  <a:pt x="599031" y="71494"/>
                </a:lnTo>
                <a:lnTo>
                  <a:pt x="598946" y="71260"/>
                </a:lnTo>
                <a:lnTo>
                  <a:pt x="598869" y="71023"/>
                </a:lnTo>
                <a:lnTo>
                  <a:pt x="598799" y="70784"/>
                </a:lnTo>
                <a:lnTo>
                  <a:pt x="598736" y="70542"/>
                </a:lnTo>
                <a:lnTo>
                  <a:pt x="598681" y="70298"/>
                </a:lnTo>
                <a:lnTo>
                  <a:pt x="598633" y="70052"/>
                </a:lnTo>
                <a:lnTo>
                  <a:pt x="598592" y="69803"/>
                </a:lnTo>
                <a:lnTo>
                  <a:pt x="598559" y="69551"/>
                </a:lnTo>
                <a:lnTo>
                  <a:pt x="598533" y="69297"/>
                </a:lnTo>
                <a:lnTo>
                  <a:pt x="598515" y="69041"/>
                </a:lnTo>
                <a:lnTo>
                  <a:pt x="598504" y="68782"/>
                </a:lnTo>
                <a:lnTo>
                  <a:pt x="598500" y="68520"/>
                </a:lnTo>
                <a:lnTo>
                  <a:pt x="598507" y="68117"/>
                </a:lnTo>
                <a:lnTo>
                  <a:pt x="598527" y="67720"/>
                </a:lnTo>
                <a:lnTo>
                  <a:pt x="598560" y="67330"/>
                </a:lnTo>
                <a:lnTo>
                  <a:pt x="598607" y="66946"/>
                </a:lnTo>
                <a:lnTo>
                  <a:pt x="598667" y="66568"/>
                </a:lnTo>
                <a:lnTo>
                  <a:pt x="598741" y="66198"/>
                </a:lnTo>
                <a:lnTo>
                  <a:pt x="598828" y="65834"/>
                </a:lnTo>
                <a:lnTo>
                  <a:pt x="598928" y="65476"/>
                </a:lnTo>
                <a:lnTo>
                  <a:pt x="599042" y="65125"/>
                </a:lnTo>
                <a:lnTo>
                  <a:pt x="599170" y="64780"/>
                </a:lnTo>
                <a:lnTo>
                  <a:pt x="599310" y="64442"/>
                </a:lnTo>
                <a:lnTo>
                  <a:pt x="599464" y="64111"/>
                </a:lnTo>
                <a:lnTo>
                  <a:pt x="599632" y="63786"/>
                </a:lnTo>
                <a:lnTo>
                  <a:pt x="599813" y="63468"/>
                </a:lnTo>
                <a:lnTo>
                  <a:pt x="600007" y="63156"/>
                </a:lnTo>
                <a:lnTo>
                  <a:pt x="600214" y="62851"/>
                </a:lnTo>
                <a:lnTo>
                  <a:pt x="600435" y="62553"/>
                </a:lnTo>
                <a:lnTo>
                  <a:pt x="600670" y="62261"/>
                </a:lnTo>
                <a:lnTo>
                  <a:pt x="600918" y="61975"/>
                </a:lnTo>
                <a:lnTo>
                  <a:pt x="601179" y="61696"/>
                </a:lnTo>
                <a:lnTo>
                  <a:pt x="601453" y="61424"/>
                </a:lnTo>
                <a:lnTo>
                  <a:pt x="601741" y="61158"/>
                </a:lnTo>
                <a:lnTo>
                  <a:pt x="602043" y="60899"/>
                </a:lnTo>
                <a:lnTo>
                  <a:pt x="602358" y="60646"/>
                </a:lnTo>
                <a:lnTo>
                  <a:pt x="602685" y="60402"/>
                </a:lnTo>
                <a:lnTo>
                  <a:pt x="603025" y="60168"/>
                </a:lnTo>
                <a:lnTo>
                  <a:pt x="603378" y="59944"/>
                </a:lnTo>
                <a:lnTo>
                  <a:pt x="603743" y="59731"/>
                </a:lnTo>
                <a:lnTo>
                  <a:pt x="604120" y="59529"/>
                </a:lnTo>
                <a:lnTo>
                  <a:pt x="604509" y="59336"/>
                </a:lnTo>
                <a:lnTo>
                  <a:pt x="604911" y="59154"/>
                </a:lnTo>
                <a:lnTo>
                  <a:pt x="605325" y="58983"/>
                </a:lnTo>
                <a:lnTo>
                  <a:pt x="605751" y="58821"/>
                </a:lnTo>
                <a:lnTo>
                  <a:pt x="606189" y="58671"/>
                </a:lnTo>
                <a:lnTo>
                  <a:pt x="606640" y="58530"/>
                </a:lnTo>
                <a:lnTo>
                  <a:pt x="607103" y="58400"/>
                </a:lnTo>
                <a:lnTo>
                  <a:pt x="607579" y="58281"/>
                </a:lnTo>
                <a:lnTo>
                  <a:pt x="608067" y="58172"/>
                </a:lnTo>
                <a:lnTo>
                  <a:pt x="608567" y="58073"/>
                </a:lnTo>
                <a:lnTo>
                  <a:pt x="609079" y="57984"/>
                </a:lnTo>
                <a:lnTo>
                  <a:pt x="609604" y="57906"/>
                </a:lnTo>
                <a:lnTo>
                  <a:pt x="610141" y="57839"/>
                </a:lnTo>
                <a:lnTo>
                  <a:pt x="610690" y="57782"/>
                </a:lnTo>
                <a:lnTo>
                  <a:pt x="611251" y="57735"/>
                </a:lnTo>
                <a:lnTo>
                  <a:pt x="611825" y="57698"/>
                </a:lnTo>
                <a:lnTo>
                  <a:pt x="612411" y="57672"/>
                </a:lnTo>
                <a:lnTo>
                  <a:pt x="613010" y="57657"/>
                </a:lnTo>
                <a:lnTo>
                  <a:pt x="613621" y="57652"/>
                </a:lnTo>
                <a:lnTo>
                  <a:pt x="614245" y="57657"/>
                </a:lnTo>
                <a:lnTo>
                  <a:pt x="614858" y="57675"/>
                </a:lnTo>
                <a:lnTo>
                  <a:pt x="615460" y="57705"/>
                </a:lnTo>
                <a:lnTo>
                  <a:pt x="616051" y="57746"/>
                </a:lnTo>
                <a:lnTo>
                  <a:pt x="616631" y="57799"/>
                </a:lnTo>
                <a:lnTo>
                  <a:pt x="617199" y="57863"/>
                </a:lnTo>
                <a:lnTo>
                  <a:pt x="617757" y="57940"/>
                </a:lnTo>
                <a:lnTo>
                  <a:pt x="618303" y="58028"/>
                </a:lnTo>
                <a:lnTo>
                  <a:pt x="618837" y="58128"/>
                </a:lnTo>
                <a:lnTo>
                  <a:pt x="619361" y="58240"/>
                </a:lnTo>
                <a:lnTo>
                  <a:pt x="619873" y="58364"/>
                </a:lnTo>
                <a:lnTo>
                  <a:pt x="620375" y="58499"/>
                </a:lnTo>
                <a:lnTo>
                  <a:pt x="620864" y="58646"/>
                </a:lnTo>
                <a:lnTo>
                  <a:pt x="621343" y="58805"/>
                </a:lnTo>
                <a:lnTo>
                  <a:pt x="621811" y="58975"/>
                </a:lnTo>
                <a:lnTo>
                  <a:pt x="622267" y="59158"/>
                </a:lnTo>
                <a:lnTo>
                  <a:pt x="622712" y="59352"/>
                </a:lnTo>
                <a:lnTo>
                  <a:pt x="623146" y="59558"/>
                </a:lnTo>
                <a:lnTo>
                  <a:pt x="623568" y="59776"/>
                </a:lnTo>
                <a:lnTo>
                  <a:pt x="623980" y="60005"/>
                </a:lnTo>
                <a:lnTo>
                  <a:pt x="624380" y="60246"/>
                </a:lnTo>
                <a:lnTo>
                  <a:pt x="624769" y="60499"/>
                </a:lnTo>
                <a:lnTo>
                  <a:pt x="625147" y="60764"/>
                </a:lnTo>
                <a:lnTo>
                  <a:pt x="625513" y="61041"/>
                </a:lnTo>
                <a:lnTo>
                  <a:pt x="625868" y="61327"/>
                </a:lnTo>
                <a:lnTo>
                  <a:pt x="626211" y="61623"/>
                </a:lnTo>
                <a:lnTo>
                  <a:pt x="626541" y="61928"/>
                </a:lnTo>
                <a:lnTo>
                  <a:pt x="626859" y="62242"/>
                </a:lnTo>
                <a:lnTo>
                  <a:pt x="627165" y="62564"/>
                </a:lnTo>
                <a:lnTo>
                  <a:pt x="627458" y="62896"/>
                </a:lnTo>
                <a:lnTo>
                  <a:pt x="627739" y="63237"/>
                </a:lnTo>
                <a:lnTo>
                  <a:pt x="628008" y="63587"/>
                </a:lnTo>
                <a:lnTo>
                  <a:pt x="628265" y="63946"/>
                </a:lnTo>
                <a:lnTo>
                  <a:pt x="628509" y="64314"/>
                </a:lnTo>
                <a:lnTo>
                  <a:pt x="628741" y="64691"/>
                </a:lnTo>
                <a:lnTo>
                  <a:pt x="628960" y="65077"/>
                </a:lnTo>
                <a:lnTo>
                  <a:pt x="629167" y="65472"/>
                </a:lnTo>
                <a:lnTo>
                  <a:pt x="629362" y="65876"/>
                </a:lnTo>
                <a:lnTo>
                  <a:pt x="629545" y="66289"/>
                </a:lnTo>
                <a:lnTo>
                  <a:pt x="629715" y="66711"/>
                </a:lnTo>
                <a:lnTo>
                  <a:pt x="629873" y="67142"/>
                </a:lnTo>
                <a:lnTo>
                  <a:pt x="630018" y="67582"/>
                </a:lnTo>
                <a:lnTo>
                  <a:pt x="630151" y="68031"/>
                </a:lnTo>
                <a:lnTo>
                  <a:pt x="630272" y="68489"/>
                </a:lnTo>
                <a:lnTo>
                  <a:pt x="630381" y="68956"/>
                </a:lnTo>
                <a:lnTo>
                  <a:pt x="630477" y="69433"/>
                </a:lnTo>
                <a:lnTo>
                  <a:pt x="630561" y="69918"/>
                </a:lnTo>
                <a:lnTo>
                  <a:pt x="630633" y="70412"/>
                </a:lnTo>
                <a:lnTo>
                  <a:pt x="643708" y="70412"/>
                </a:lnTo>
                <a:lnTo>
                  <a:pt x="643579" y="69450"/>
                </a:lnTo>
                <a:lnTo>
                  <a:pt x="643427" y="68507"/>
                </a:lnTo>
                <a:lnTo>
                  <a:pt x="643253" y="67584"/>
                </a:lnTo>
                <a:lnTo>
                  <a:pt x="643056" y="66679"/>
                </a:lnTo>
                <a:lnTo>
                  <a:pt x="642837" y="65794"/>
                </a:lnTo>
                <a:lnTo>
                  <a:pt x="642596" y="64928"/>
                </a:lnTo>
                <a:lnTo>
                  <a:pt x="642332" y="64081"/>
                </a:lnTo>
                <a:lnTo>
                  <a:pt x="642045" y="63253"/>
                </a:lnTo>
                <a:lnTo>
                  <a:pt x="641736" y="62444"/>
                </a:lnTo>
                <a:lnTo>
                  <a:pt x="641405" y="61655"/>
                </a:lnTo>
                <a:lnTo>
                  <a:pt x="641052" y="60885"/>
                </a:lnTo>
                <a:lnTo>
                  <a:pt x="640676" y="60133"/>
                </a:lnTo>
                <a:lnTo>
                  <a:pt x="640277" y="59401"/>
                </a:lnTo>
                <a:lnTo>
                  <a:pt x="639856" y="58688"/>
                </a:lnTo>
                <a:lnTo>
                  <a:pt x="639413" y="57994"/>
                </a:lnTo>
                <a:lnTo>
                  <a:pt x="638947" y="57320"/>
                </a:lnTo>
                <a:lnTo>
                  <a:pt x="638459" y="56664"/>
                </a:lnTo>
                <a:lnTo>
                  <a:pt x="637948" y="56028"/>
                </a:lnTo>
                <a:lnTo>
                  <a:pt x="637415" y="55410"/>
                </a:lnTo>
                <a:lnTo>
                  <a:pt x="636860" y="54812"/>
                </a:lnTo>
                <a:lnTo>
                  <a:pt x="636282" y="54233"/>
                </a:lnTo>
                <a:lnTo>
                  <a:pt x="635682" y="53674"/>
                </a:lnTo>
                <a:lnTo>
                  <a:pt x="635059" y="53133"/>
                </a:lnTo>
                <a:lnTo>
                  <a:pt x="634414" y="52611"/>
                </a:lnTo>
                <a:lnTo>
                  <a:pt x="633749" y="52110"/>
                </a:lnTo>
                <a:lnTo>
                  <a:pt x="633067" y="51630"/>
                </a:lnTo>
                <a:lnTo>
                  <a:pt x="632368" y="51171"/>
                </a:lnTo>
                <a:lnTo>
                  <a:pt x="631653" y="50734"/>
                </a:lnTo>
                <a:lnTo>
                  <a:pt x="630920" y="50318"/>
                </a:lnTo>
                <a:lnTo>
                  <a:pt x="630170" y="49924"/>
                </a:lnTo>
                <a:lnTo>
                  <a:pt x="629404" y="49550"/>
                </a:lnTo>
                <a:lnTo>
                  <a:pt x="628620" y="49198"/>
                </a:lnTo>
                <a:lnTo>
                  <a:pt x="627820" y="48868"/>
                </a:lnTo>
                <a:lnTo>
                  <a:pt x="627002" y="48558"/>
                </a:lnTo>
                <a:lnTo>
                  <a:pt x="626168" y="48270"/>
                </a:lnTo>
                <a:lnTo>
                  <a:pt x="625317" y="48004"/>
                </a:lnTo>
                <a:lnTo>
                  <a:pt x="624449" y="47758"/>
                </a:lnTo>
                <a:lnTo>
                  <a:pt x="623563" y="47534"/>
                </a:lnTo>
                <a:lnTo>
                  <a:pt x="622661" y="47332"/>
                </a:lnTo>
                <a:lnTo>
                  <a:pt x="621742" y="47150"/>
                </a:lnTo>
                <a:lnTo>
                  <a:pt x="620806" y="46990"/>
                </a:lnTo>
                <a:lnTo>
                  <a:pt x="619853" y="46852"/>
                </a:lnTo>
                <a:lnTo>
                  <a:pt x="618883" y="46734"/>
                </a:lnTo>
                <a:lnTo>
                  <a:pt x="617896" y="46639"/>
                </a:lnTo>
                <a:lnTo>
                  <a:pt x="616892" y="46564"/>
                </a:lnTo>
                <a:lnTo>
                  <a:pt x="615872" y="46511"/>
                </a:lnTo>
                <a:lnTo>
                  <a:pt x="614834" y="46479"/>
                </a:lnTo>
                <a:lnTo>
                  <a:pt x="613779" y="46468"/>
                </a:lnTo>
                <a:lnTo>
                  <a:pt x="613061" y="46473"/>
                </a:lnTo>
                <a:lnTo>
                  <a:pt x="612350" y="46489"/>
                </a:lnTo>
                <a:lnTo>
                  <a:pt x="611646" y="46515"/>
                </a:lnTo>
                <a:lnTo>
                  <a:pt x="610950" y="46551"/>
                </a:lnTo>
                <a:lnTo>
                  <a:pt x="610261" y="46598"/>
                </a:lnTo>
                <a:lnTo>
                  <a:pt x="609580" y="46655"/>
                </a:lnTo>
                <a:lnTo>
                  <a:pt x="608906" y="46723"/>
                </a:lnTo>
                <a:lnTo>
                  <a:pt x="608239" y="46801"/>
                </a:lnTo>
                <a:lnTo>
                  <a:pt x="607580" y="46889"/>
                </a:lnTo>
                <a:lnTo>
                  <a:pt x="606928" y="46988"/>
                </a:lnTo>
                <a:lnTo>
                  <a:pt x="606283" y="47097"/>
                </a:lnTo>
                <a:lnTo>
                  <a:pt x="605646" y="47217"/>
                </a:lnTo>
                <a:lnTo>
                  <a:pt x="605016" y="47347"/>
                </a:lnTo>
                <a:lnTo>
                  <a:pt x="604394" y="47487"/>
                </a:lnTo>
                <a:lnTo>
                  <a:pt x="603779" y="47638"/>
                </a:lnTo>
                <a:lnTo>
                  <a:pt x="603172" y="47799"/>
                </a:lnTo>
                <a:lnTo>
                  <a:pt x="602571" y="47970"/>
                </a:lnTo>
                <a:lnTo>
                  <a:pt x="601979" y="48152"/>
                </a:lnTo>
                <a:lnTo>
                  <a:pt x="601393" y="48345"/>
                </a:lnTo>
                <a:lnTo>
                  <a:pt x="600815" y="48548"/>
                </a:lnTo>
                <a:lnTo>
                  <a:pt x="600244" y="48761"/>
                </a:lnTo>
                <a:lnTo>
                  <a:pt x="599681" y="48984"/>
                </a:lnTo>
                <a:lnTo>
                  <a:pt x="599125" y="49218"/>
                </a:lnTo>
                <a:lnTo>
                  <a:pt x="598577" y="49463"/>
                </a:lnTo>
                <a:lnTo>
                  <a:pt x="598037" y="49716"/>
                </a:lnTo>
                <a:lnTo>
                  <a:pt x="597509" y="49977"/>
                </a:lnTo>
                <a:lnTo>
                  <a:pt x="596991" y="50247"/>
                </a:lnTo>
                <a:lnTo>
                  <a:pt x="596484" y="50524"/>
                </a:lnTo>
                <a:lnTo>
                  <a:pt x="595987" y="50809"/>
                </a:lnTo>
                <a:lnTo>
                  <a:pt x="595501" y="51102"/>
                </a:lnTo>
                <a:lnTo>
                  <a:pt x="595026" y="51403"/>
                </a:lnTo>
                <a:lnTo>
                  <a:pt x="594561" y="51712"/>
                </a:lnTo>
                <a:lnTo>
                  <a:pt x="594107" y="52028"/>
                </a:lnTo>
                <a:lnTo>
                  <a:pt x="593664" y="52353"/>
                </a:lnTo>
                <a:lnTo>
                  <a:pt x="593231" y="52686"/>
                </a:lnTo>
                <a:lnTo>
                  <a:pt x="592809" y="53027"/>
                </a:lnTo>
                <a:lnTo>
                  <a:pt x="592397" y="53375"/>
                </a:lnTo>
                <a:lnTo>
                  <a:pt x="591997" y="53732"/>
                </a:lnTo>
                <a:lnTo>
                  <a:pt x="591607" y="54096"/>
                </a:lnTo>
                <a:lnTo>
                  <a:pt x="591227" y="54468"/>
                </a:lnTo>
                <a:lnTo>
                  <a:pt x="590858" y="54849"/>
                </a:lnTo>
                <a:lnTo>
                  <a:pt x="590500" y="55237"/>
                </a:lnTo>
                <a:lnTo>
                  <a:pt x="590153" y="55633"/>
                </a:lnTo>
                <a:lnTo>
                  <a:pt x="589816" y="56037"/>
                </a:lnTo>
                <a:lnTo>
                  <a:pt x="589490" y="56449"/>
                </a:lnTo>
                <a:lnTo>
                  <a:pt x="589175" y="56869"/>
                </a:lnTo>
                <a:lnTo>
                  <a:pt x="588870" y="57297"/>
                </a:lnTo>
                <a:lnTo>
                  <a:pt x="588576" y="57733"/>
                </a:lnTo>
                <a:lnTo>
                  <a:pt x="588293" y="58176"/>
                </a:lnTo>
                <a:lnTo>
                  <a:pt x="588022" y="58623"/>
                </a:lnTo>
                <a:lnTo>
                  <a:pt x="587763" y="59076"/>
                </a:lnTo>
                <a:lnTo>
                  <a:pt x="587517" y="59533"/>
                </a:lnTo>
                <a:lnTo>
                  <a:pt x="587282" y="59997"/>
                </a:lnTo>
                <a:lnTo>
                  <a:pt x="587059" y="60465"/>
                </a:lnTo>
                <a:lnTo>
                  <a:pt x="586849" y="60938"/>
                </a:lnTo>
                <a:lnTo>
                  <a:pt x="586650" y="61417"/>
                </a:lnTo>
                <a:lnTo>
                  <a:pt x="586464" y="61901"/>
                </a:lnTo>
                <a:lnTo>
                  <a:pt x="586289" y="62390"/>
                </a:lnTo>
                <a:lnTo>
                  <a:pt x="586127" y="62884"/>
                </a:lnTo>
                <a:lnTo>
                  <a:pt x="585976" y="63383"/>
                </a:lnTo>
                <a:lnTo>
                  <a:pt x="585838" y="63888"/>
                </a:lnTo>
                <a:lnTo>
                  <a:pt x="585711" y="64398"/>
                </a:lnTo>
                <a:lnTo>
                  <a:pt x="585597" y="64913"/>
                </a:lnTo>
                <a:lnTo>
                  <a:pt x="585495" y="65433"/>
                </a:lnTo>
                <a:lnTo>
                  <a:pt x="585404" y="65959"/>
                </a:lnTo>
                <a:lnTo>
                  <a:pt x="585326" y="66489"/>
                </a:lnTo>
                <a:lnTo>
                  <a:pt x="585260" y="67025"/>
                </a:lnTo>
                <a:lnTo>
                  <a:pt x="585206" y="67566"/>
                </a:lnTo>
                <a:lnTo>
                  <a:pt x="585164" y="68112"/>
                </a:lnTo>
                <a:lnTo>
                  <a:pt x="585134" y="68664"/>
                </a:lnTo>
                <a:lnTo>
                  <a:pt x="585116" y="69220"/>
                </a:lnTo>
                <a:lnTo>
                  <a:pt x="585110" y="69782"/>
                </a:lnTo>
                <a:lnTo>
                  <a:pt x="585114" y="70239"/>
                </a:lnTo>
                <a:lnTo>
                  <a:pt x="585125" y="70689"/>
                </a:lnTo>
                <a:lnTo>
                  <a:pt x="585145" y="71134"/>
                </a:lnTo>
                <a:lnTo>
                  <a:pt x="585173" y="71572"/>
                </a:lnTo>
                <a:lnTo>
                  <a:pt x="585209" y="72004"/>
                </a:lnTo>
                <a:lnTo>
                  <a:pt x="585252" y="72431"/>
                </a:lnTo>
                <a:lnTo>
                  <a:pt x="585304" y="72851"/>
                </a:lnTo>
                <a:lnTo>
                  <a:pt x="585363" y="73266"/>
                </a:lnTo>
                <a:lnTo>
                  <a:pt x="585431" y="73674"/>
                </a:lnTo>
                <a:lnTo>
                  <a:pt x="585506" y="74076"/>
                </a:lnTo>
                <a:lnTo>
                  <a:pt x="585589" y="74473"/>
                </a:lnTo>
                <a:lnTo>
                  <a:pt x="585680" y="74863"/>
                </a:lnTo>
                <a:lnTo>
                  <a:pt x="585780" y="75247"/>
                </a:lnTo>
                <a:lnTo>
                  <a:pt x="585887" y="75625"/>
                </a:lnTo>
                <a:lnTo>
                  <a:pt x="586002" y="75998"/>
                </a:lnTo>
                <a:lnTo>
                  <a:pt x="586124" y="76364"/>
                </a:lnTo>
                <a:lnTo>
                  <a:pt x="586255" y="76724"/>
                </a:lnTo>
                <a:lnTo>
                  <a:pt x="586394" y="77078"/>
                </a:lnTo>
                <a:lnTo>
                  <a:pt x="586541" y="77426"/>
                </a:lnTo>
                <a:lnTo>
                  <a:pt x="586695" y="77768"/>
                </a:lnTo>
                <a:lnTo>
                  <a:pt x="586858" y="78105"/>
                </a:lnTo>
                <a:lnTo>
                  <a:pt x="587028" y="78435"/>
                </a:lnTo>
                <a:lnTo>
                  <a:pt x="587207" y="78759"/>
                </a:lnTo>
                <a:lnTo>
                  <a:pt x="587393" y="79077"/>
                </a:lnTo>
                <a:lnTo>
                  <a:pt x="587586" y="79390"/>
                </a:lnTo>
                <a:lnTo>
                  <a:pt x="587785" y="79698"/>
                </a:lnTo>
                <a:lnTo>
                  <a:pt x="587990" y="80003"/>
                </a:lnTo>
                <a:lnTo>
                  <a:pt x="588201" y="80304"/>
                </a:lnTo>
                <a:lnTo>
                  <a:pt x="588417" y="80600"/>
                </a:lnTo>
                <a:lnTo>
                  <a:pt x="588639" y="80892"/>
                </a:lnTo>
                <a:lnTo>
                  <a:pt x="588867" y="81181"/>
                </a:lnTo>
                <a:lnTo>
                  <a:pt x="589100" y="81465"/>
                </a:lnTo>
                <a:lnTo>
                  <a:pt x="589340" y="81745"/>
                </a:lnTo>
                <a:lnTo>
                  <a:pt x="589585" y="82021"/>
                </a:lnTo>
                <a:lnTo>
                  <a:pt x="589835" y="82293"/>
                </a:lnTo>
                <a:lnTo>
                  <a:pt x="590092" y="82561"/>
                </a:lnTo>
                <a:lnTo>
                  <a:pt x="590354" y="82825"/>
                </a:lnTo>
                <a:lnTo>
                  <a:pt x="590622" y="83084"/>
                </a:lnTo>
                <a:lnTo>
                  <a:pt x="590895" y="83340"/>
                </a:lnTo>
                <a:lnTo>
                  <a:pt x="591175" y="83591"/>
                </a:lnTo>
                <a:lnTo>
                  <a:pt x="591460" y="83839"/>
                </a:lnTo>
                <a:lnTo>
                  <a:pt x="591751" y="84082"/>
                </a:lnTo>
                <a:lnTo>
                  <a:pt x="592047" y="84321"/>
                </a:lnTo>
                <a:lnTo>
                  <a:pt x="592349" y="84556"/>
                </a:lnTo>
                <a:lnTo>
                  <a:pt x="592657" y="84787"/>
                </a:lnTo>
                <a:lnTo>
                  <a:pt x="592971" y="85014"/>
                </a:lnTo>
                <a:lnTo>
                  <a:pt x="593291" y="85237"/>
                </a:lnTo>
                <a:lnTo>
                  <a:pt x="593616" y="85456"/>
                </a:lnTo>
                <a:lnTo>
                  <a:pt x="593946" y="85671"/>
                </a:lnTo>
                <a:lnTo>
                  <a:pt x="594280" y="85882"/>
                </a:lnTo>
                <a:lnTo>
                  <a:pt x="594618" y="86089"/>
                </a:lnTo>
                <a:lnTo>
                  <a:pt x="594960" y="86294"/>
                </a:lnTo>
                <a:lnTo>
                  <a:pt x="595305" y="86494"/>
                </a:lnTo>
                <a:lnTo>
                  <a:pt x="595654" y="86691"/>
                </a:lnTo>
                <a:lnTo>
                  <a:pt x="596007" y="86885"/>
                </a:lnTo>
                <a:lnTo>
                  <a:pt x="596364" y="87075"/>
                </a:lnTo>
                <a:lnTo>
                  <a:pt x="596725" y="87261"/>
                </a:lnTo>
                <a:lnTo>
                  <a:pt x="597090" y="87444"/>
                </a:lnTo>
                <a:lnTo>
                  <a:pt x="597458" y="87623"/>
                </a:lnTo>
                <a:lnTo>
                  <a:pt x="597830" y="87799"/>
                </a:lnTo>
                <a:lnTo>
                  <a:pt x="598207" y="87971"/>
                </a:lnTo>
                <a:lnTo>
                  <a:pt x="598586" y="88140"/>
                </a:lnTo>
                <a:lnTo>
                  <a:pt x="598970" y="88305"/>
                </a:lnTo>
                <a:lnTo>
                  <a:pt x="599358" y="88466"/>
                </a:lnTo>
                <a:lnTo>
                  <a:pt x="599749" y="88624"/>
                </a:lnTo>
                <a:lnTo>
                  <a:pt x="600144" y="88779"/>
                </a:lnTo>
                <a:lnTo>
                  <a:pt x="600543" y="88930"/>
                </a:lnTo>
                <a:lnTo>
                  <a:pt x="600946" y="89077"/>
                </a:lnTo>
                <a:lnTo>
                  <a:pt x="601353" y="89221"/>
                </a:lnTo>
                <a:lnTo>
                  <a:pt x="601763" y="89361"/>
                </a:lnTo>
                <a:lnTo>
                  <a:pt x="602177" y="89498"/>
                </a:lnTo>
                <a:lnTo>
                  <a:pt x="602595" y="89631"/>
                </a:lnTo>
                <a:lnTo>
                  <a:pt x="603016" y="89761"/>
                </a:lnTo>
                <a:lnTo>
                  <a:pt x="603437" y="89889"/>
                </a:lnTo>
                <a:lnTo>
                  <a:pt x="603858" y="90015"/>
                </a:lnTo>
                <a:lnTo>
                  <a:pt x="604280" y="90138"/>
                </a:lnTo>
                <a:lnTo>
                  <a:pt x="604702" y="90259"/>
                </a:lnTo>
                <a:lnTo>
                  <a:pt x="605126" y="90379"/>
                </a:lnTo>
                <a:lnTo>
                  <a:pt x="605549" y="90496"/>
                </a:lnTo>
                <a:lnTo>
                  <a:pt x="605973" y="90610"/>
                </a:lnTo>
                <a:lnTo>
                  <a:pt x="606398" y="90723"/>
                </a:lnTo>
                <a:lnTo>
                  <a:pt x="606823" y="90833"/>
                </a:lnTo>
                <a:lnTo>
                  <a:pt x="607249" y="90942"/>
                </a:lnTo>
                <a:lnTo>
                  <a:pt x="607675" y="91048"/>
                </a:lnTo>
                <a:lnTo>
                  <a:pt x="608102" y="91152"/>
                </a:lnTo>
                <a:lnTo>
                  <a:pt x="608530" y="91253"/>
                </a:lnTo>
                <a:lnTo>
                  <a:pt x="608958" y="91353"/>
                </a:lnTo>
                <a:lnTo>
                  <a:pt x="609386" y="91450"/>
                </a:lnTo>
                <a:lnTo>
                  <a:pt x="609815" y="91545"/>
                </a:lnTo>
                <a:lnTo>
                  <a:pt x="610245" y="91638"/>
                </a:lnTo>
                <a:lnTo>
                  <a:pt x="610675" y="91729"/>
                </a:lnTo>
                <a:lnTo>
                  <a:pt x="611106" y="91817"/>
                </a:lnTo>
                <a:lnTo>
                  <a:pt x="611537" y="91904"/>
                </a:lnTo>
                <a:lnTo>
                  <a:pt x="611969" y="91988"/>
                </a:lnTo>
                <a:lnTo>
                  <a:pt x="612402" y="92070"/>
                </a:lnTo>
                <a:lnTo>
                  <a:pt x="612835" y="92150"/>
                </a:lnTo>
                <a:lnTo>
                  <a:pt x="613356" y="92242"/>
                </a:lnTo>
                <a:lnTo>
                  <a:pt x="613871" y="92336"/>
                </a:lnTo>
                <a:lnTo>
                  <a:pt x="614380" y="92432"/>
                </a:lnTo>
                <a:lnTo>
                  <a:pt x="614882" y="92528"/>
                </a:lnTo>
                <a:lnTo>
                  <a:pt x="615377" y="92627"/>
                </a:lnTo>
                <a:lnTo>
                  <a:pt x="615866" y="92726"/>
                </a:lnTo>
                <a:lnTo>
                  <a:pt x="616349" y="92827"/>
                </a:lnTo>
                <a:lnTo>
                  <a:pt x="616825" y="92929"/>
                </a:lnTo>
                <a:lnTo>
                  <a:pt x="617294" y="93033"/>
                </a:lnTo>
                <a:lnTo>
                  <a:pt x="617756" y="93138"/>
                </a:lnTo>
                <a:lnTo>
                  <a:pt x="618212" y="93244"/>
                </a:lnTo>
                <a:lnTo>
                  <a:pt x="618662" y="93352"/>
                </a:lnTo>
                <a:lnTo>
                  <a:pt x="619105" y="93461"/>
                </a:lnTo>
                <a:lnTo>
                  <a:pt x="619541" y="93571"/>
                </a:lnTo>
                <a:lnTo>
                  <a:pt x="619971" y="93683"/>
                </a:lnTo>
                <a:lnTo>
                  <a:pt x="620395" y="93796"/>
                </a:lnTo>
                <a:lnTo>
                  <a:pt x="620811" y="93910"/>
                </a:lnTo>
                <a:lnTo>
                  <a:pt x="621221" y="94026"/>
                </a:lnTo>
                <a:lnTo>
                  <a:pt x="621625" y="94144"/>
                </a:lnTo>
                <a:lnTo>
                  <a:pt x="622022" y="94262"/>
                </a:lnTo>
                <a:lnTo>
                  <a:pt x="622413" y="94382"/>
                </a:lnTo>
                <a:lnTo>
                  <a:pt x="622797" y="94504"/>
                </a:lnTo>
                <a:lnTo>
                  <a:pt x="623174" y="94626"/>
                </a:lnTo>
                <a:lnTo>
                  <a:pt x="623545" y="94750"/>
                </a:lnTo>
                <a:lnTo>
                  <a:pt x="623909" y="94877"/>
                </a:lnTo>
                <a:lnTo>
                  <a:pt x="624265" y="95007"/>
                </a:lnTo>
                <a:lnTo>
                  <a:pt x="624614" y="95140"/>
                </a:lnTo>
                <a:lnTo>
                  <a:pt x="624956" y="95277"/>
                </a:lnTo>
                <a:lnTo>
                  <a:pt x="625290" y="95418"/>
                </a:lnTo>
                <a:lnTo>
                  <a:pt x="625617" y="95562"/>
                </a:lnTo>
                <a:lnTo>
                  <a:pt x="625937" y="95710"/>
                </a:lnTo>
                <a:lnTo>
                  <a:pt x="626249" y="95861"/>
                </a:lnTo>
                <a:lnTo>
                  <a:pt x="626554" y="96016"/>
                </a:lnTo>
                <a:lnTo>
                  <a:pt x="626851" y="96174"/>
                </a:lnTo>
                <a:lnTo>
                  <a:pt x="627141" y="96336"/>
                </a:lnTo>
                <a:lnTo>
                  <a:pt x="627424" y="96502"/>
                </a:lnTo>
                <a:lnTo>
                  <a:pt x="627699" y="96671"/>
                </a:lnTo>
                <a:lnTo>
                  <a:pt x="627967" y="96844"/>
                </a:lnTo>
                <a:lnTo>
                  <a:pt x="628227" y="97020"/>
                </a:lnTo>
                <a:lnTo>
                  <a:pt x="628480" y="97200"/>
                </a:lnTo>
                <a:lnTo>
                  <a:pt x="628726" y="97383"/>
                </a:lnTo>
                <a:lnTo>
                  <a:pt x="628964" y="97570"/>
                </a:lnTo>
                <a:lnTo>
                  <a:pt x="629195" y="97761"/>
                </a:lnTo>
                <a:lnTo>
                  <a:pt x="629419" y="97955"/>
                </a:lnTo>
                <a:lnTo>
                  <a:pt x="629635" y="98152"/>
                </a:lnTo>
                <a:lnTo>
                  <a:pt x="629843" y="98354"/>
                </a:lnTo>
                <a:lnTo>
                  <a:pt x="630045" y="98558"/>
                </a:lnTo>
                <a:lnTo>
                  <a:pt x="630239" y="98767"/>
                </a:lnTo>
                <a:lnTo>
                  <a:pt x="630425" y="98981"/>
                </a:lnTo>
                <a:lnTo>
                  <a:pt x="630604" y="99203"/>
                </a:lnTo>
                <a:lnTo>
                  <a:pt x="630774" y="99433"/>
                </a:lnTo>
                <a:lnTo>
                  <a:pt x="630937" y="99672"/>
                </a:lnTo>
                <a:lnTo>
                  <a:pt x="631092" y="99919"/>
                </a:lnTo>
                <a:lnTo>
                  <a:pt x="631239" y="100174"/>
                </a:lnTo>
                <a:lnTo>
                  <a:pt x="631378" y="100437"/>
                </a:lnTo>
                <a:lnTo>
                  <a:pt x="631509" y="100709"/>
                </a:lnTo>
                <a:lnTo>
                  <a:pt x="631632" y="100989"/>
                </a:lnTo>
                <a:lnTo>
                  <a:pt x="631747" y="101276"/>
                </a:lnTo>
                <a:lnTo>
                  <a:pt x="631854" y="101573"/>
                </a:lnTo>
                <a:lnTo>
                  <a:pt x="631953" y="101877"/>
                </a:lnTo>
                <a:lnTo>
                  <a:pt x="632044" y="102189"/>
                </a:lnTo>
                <a:lnTo>
                  <a:pt x="632128" y="102510"/>
                </a:lnTo>
                <a:lnTo>
                  <a:pt x="632203" y="102839"/>
                </a:lnTo>
                <a:lnTo>
                  <a:pt x="632271" y="103176"/>
                </a:lnTo>
                <a:lnTo>
                  <a:pt x="632330" y="103522"/>
                </a:lnTo>
                <a:lnTo>
                  <a:pt x="632382" y="103875"/>
                </a:lnTo>
                <a:lnTo>
                  <a:pt x="632425" y="104237"/>
                </a:lnTo>
                <a:lnTo>
                  <a:pt x="632461" y="104607"/>
                </a:lnTo>
                <a:lnTo>
                  <a:pt x="632489" y="104986"/>
                </a:lnTo>
                <a:lnTo>
                  <a:pt x="632509" y="105372"/>
                </a:lnTo>
                <a:lnTo>
                  <a:pt x="632521" y="105767"/>
                </a:lnTo>
                <a:lnTo>
                  <a:pt x="632524" y="106170"/>
                </a:lnTo>
                <a:lnTo>
                  <a:pt x="632521" y="106444"/>
                </a:lnTo>
                <a:lnTo>
                  <a:pt x="632512" y="106718"/>
                </a:lnTo>
                <a:lnTo>
                  <a:pt x="632496" y="106989"/>
                </a:lnTo>
                <a:lnTo>
                  <a:pt x="632474" y="107259"/>
                </a:lnTo>
                <a:lnTo>
                  <a:pt x="632446" y="107527"/>
                </a:lnTo>
                <a:lnTo>
                  <a:pt x="632411" y="107794"/>
                </a:lnTo>
                <a:lnTo>
                  <a:pt x="632370" y="108059"/>
                </a:lnTo>
                <a:lnTo>
                  <a:pt x="632323" y="108322"/>
                </a:lnTo>
                <a:lnTo>
                  <a:pt x="632270" y="108584"/>
                </a:lnTo>
                <a:lnTo>
                  <a:pt x="632210" y="108844"/>
                </a:lnTo>
                <a:lnTo>
                  <a:pt x="632144" y="109102"/>
                </a:lnTo>
                <a:lnTo>
                  <a:pt x="632071" y="109359"/>
                </a:lnTo>
                <a:lnTo>
                  <a:pt x="631993" y="109614"/>
                </a:lnTo>
                <a:lnTo>
                  <a:pt x="631908" y="109868"/>
                </a:lnTo>
                <a:lnTo>
                  <a:pt x="631817" y="110120"/>
                </a:lnTo>
                <a:lnTo>
                  <a:pt x="631719" y="110370"/>
                </a:lnTo>
                <a:lnTo>
                  <a:pt x="631615" y="110619"/>
                </a:lnTo>
                <a:lnTo>
                  <a:pt x="631505" y="110866"/>
                </a:lnTo>
                <a:lnTo>
                  <a:pt x="631389" y="111111"/>
                </a:lnTo>
                <a:lnTo>
                  <a:pt x="631266" y="111355"/>
                </a:lnTo>
                <a:lnTo>
                  <a:pt x="631137" y="111597"/>
                </a:lnTo>
                <a:lnTo>
                  <a:pt x="631002" y="111837"/>
                </a:lnTo>
                <a:lnTo>
                  <a:pt x="630860" y="112076"/>
                </a:lnTo>
                <a:lnTo>
                  <a:pt x="630712" y="112313"/>
                </a:lnTo>
                <a:lnTo>
                  <a:pt x="630558" y="112547"/>
                </a:lnTo>
                <a:lnTo>
                  <a:pt x="630398" y="112777"/>
                </a:lnTo>
                <a:lnTo>
                  <a:pt x="630231" y="113003"/>
                </a:lnTo>
                <a:lnTo>
                  <a:pt x="630058" y="113225"/>
                </a:lnTo>
                <a:lnTo>
                  <a:pt x="629879" y="113443"/>
                </a:lnTo>
                <a:lnTo>
                  <a:pt x="629693" y="113656"/>
                </a:lnTo>
                <a:lnTo>
                  <a:pt x="629501" y="113866"/>
                </a:lnTo>
                <a:lnTo>
                  <a:pt x="629303" y="114071"/>
                </a:lnTo>
                <a:lnTo>
                  <a:pt x="629098" y="114273"/>
                </a:lnTo>
                <a:lnTo>
                  <a:pt x="628888" y="114470"/>
                </a:lnTo>
                <a:lnTo>
                  <a:pt x="628671" y="114663"/>
                </a:lnTo>
                <a:lnTo>
                  <a:pt x="628447" y="114852"/>
                </a:lnTo>
                <a:lnTo>
                  <a:pt x="628218" y="115037"/>
                </a:lnTo>
                <a:lnTo>
                  <a:pt x="627982" y="115218"/>
                </a:lnTo>
                <a:lnTo>
                  <a:pt x="627740" y="115394"/>
                </a:lnTo>
                <a:lnTo>
                  <a:pt x="627491" y="115567"/>
                </a:lnTo>
                <a:lnTo>
                  <a:pt x="627237" y="115736"/>
                </a:lnTo>
                <a:lnTo>
                  <a:pt x="626976" y="115900"/>
                </a:lnTo>
                <a:lnTo>
                  <a:pt x="626708" y="116060"/>
                </a:lnTo>
                <a:lnTo>
                  <a:pt x="626435" y="116217"/>
                </a:lnTo>
                <a:lnTo>
                  <a:pt x="626155" y="116369"/>
                </a:lnTo>
                <a:lnTo>
                  <a:pt x="625869" y="116517"/>
                </a:lnTo>
                <a:lnTo>
                  <a:pt x="625576" y="116661"/>
                </a:lnTo>
                <a:lnTo>
                  <a:pt x="625278" y="116801"/>
                </a:lnTo>
                <a:lnTo>
                  <a:pt x="624973" y="116936"/>
                </a:lnTo>
                <a:lnTo>
                  <a:pt x="624661" y="117065"/>
                </a:lnTo>
                <a:lnTo>
                  <a:pt x="624343" y="117188"/>
                </a:lnTo>
                <a:lnTo>
                  <a:pt x="624018" y="117306"/>
                </a:lnTo>
                <a:lnTo>
                  <a:pt x="623686" y="117418"/>
                </a:lnTo>
                <a:lnTo>
                  <a:pt x="623348" y="117524"/>
                </a:lnTo>
                <a:lnTo>
                  <a:pt x="623004" y="117625"/>
                </a:lnTo>
                <a:lnTo>
                  <a:pt x="622653" y="117719"/>
                </a:lnTo>
                <a:lnTo>
                  <a:pt x="622295" y="117808"/>
                </a:lnTo>
                <a:lnTo>
                  <a:pt x="621931" y="117892"/>
                </a:lnTo>
                <a:lnTo>
                  <a:pt x="621560" y="117969"/>
                </a:lnTo>
                <a:lnTo>
                  <a:pt x="621183" y="118041"/>
                </a:lnTo>
                <a:lnTo>
                  <a:pt x="620799" y="118107"/>
                </a:lnTo>
                <a:lnTo>
                  <a:pt x="620408" y="118167"/>
                </a:lnTo>
                <a:lnTo>
                  <a:pt x="620011" y="118222"/>
                </a:lnTo>
                <a:lnTo>
                  <a:pt x="619608" y="118270"/>
                </a:lnTo>
                <a:lnTo>
                  <a:pt x="619197" y="118314"/>
                </a:lnTo>
                <a:lnTo>
                  <a:pt x="618781" y="118351"/>
                </a:lnTo>
                <a:lnTo>
                  <a:pt x="618357" y="118382"/>
                </a:lnTo>
                <a:lnTo>
                  <a:pt x="617927" y="118408"/>
                </a:lnTo>
                <a:lnTo>
                  <a:pt x="617491" y="118428"/>
                </a:lnTo>
                <a:lnTo>
                  <a:pt x="617048" y="118443"/>
                </a:lnTo>
                <a:lnTo>
                  <a:pt x="616598" y="118451"/>
                </a:lnTo>
                <a:lnTo>
                  <a:pt x="616142" y="118454"/>
                </a:lnTo>
                <a:lnTo>
                  <a:pt x="615620" y="118451"/>
                </a:lnTo>
                <a:lnTo>
                  <a:pt x="615105" y="118439"/>
                </a:lnTo>
                <a:lnTo>
                  <a:pt x="614597" y="118421"/>
                </a:lnTo>
                <a:lnTo>
                  <a:pt x="614096" y="118395"/>
                </a:lnTo>
                <a:lnTo>
                  <a:pt x="613602" y="118362"/>
                </a:lnTo>
                <a:lnTo>
                  <a:pt x="613114" y="118321"/>
                </a:lnTo>
                <a:lnTo>
                  <a:pt x="612633" y="118273"/>
                </a:lnTo>
                <a:lnTo>
                  <a:pt x="612159" y="118218"/>
                </a:lnTo>
                <a:lnTo>
                  <a:pt x="611692" y="118155"/>
                </a:lnTo>
                <a:lnTo>
                  <a:pt x="611232" y="118085"/>
                </a:lnTo>
                <a:lnTo>
                  <a:pt x="610779" y="118008"/>
                </a:lnTo>
                <a:lnTo>
                  <a:pt x="610333" y="117923"/>
                </a:lnTo>
                <a:lnTo>
                  <a:pt x="609893" y="117831"/>
                </a:lnTo>
                <a:lnTo>
                  <a:pt x="609460" y="117731"/>
                </a:lnTo>
                <a:lnTo>
                  <a:pt x="609034" y="117624"/>
                </a:lnTo>
                <a:lnTo>
                  <a:pt x="608615" y="117510"/>
                </a:lnTo>
                <a:lnTo>
                  <a:pt x="608203" y="117388"/>
                </a:lnTo>
                <a:lnTo>
                  <a:pt x="607797" y="117259"/>
                </a:lnTo>
                <a:lnTo>
                  <a:pt x="607399" y="117123"/>
                </a:lnTo>
                <a:lnTo>
                  <a:pt x="607007" y="116979"/>
                </a:lnTo>
                <a:lnTo>
                  <a:pt x="606622" y="116827"/>
                </a:lnTo>
                <a:lnTo>
                  <a:pt x="606244" y="116669"/>
                </a:lnTo>
                <a:lnTo>
                  <a:pt x="605873" y="116503"/>
                </a:lnTo>
                <a:lnTo>
                  <a:pt x="605509" y="116329"/>
                </a:lnTo>
                <a:lnTo>
                  <a:pt x="605151" y="116150"/>
                </a:lnTo>
                <a:lnTo>
                  <a:pt x="604799" y="115966"/>
                </a:lnTo>
                <a:lnTo>
                  <a:pt x="604454" y="115777"/>
                </a:lnTo>
                <a:lnTo>
                  <a:pt x="604115" y="115583"/>
                </a:lnTo>
                <a:lnTo>
                  <a:pt x="603782" y="115385"/>
                </a:lnTo>
                <a:lnTo>
                  <a:pt x="603456" y="115182"/>
                </a:lnTo>
                <a:lnTo>
                  <a:pt x="603136" y="114975"/>
                </a:lnTo>
                <a:lnTo>
                  <a:pt x="602822" y="114763"/>
                </a:lnTo>
                <a:lnTo>
                  <a:pt x="602515" y="114546"/>
                </a:lnTo>
                <a:lnTo>
                  <a:pt x="602213" y="114324"/>
                </a:lnTo>
                <a:lnTo>
                  <a:pt x="601919" y="114098"/>
                </a:lnTo>
                <a:lnTo>
                  <a:pt x="601630" y="113868"/>
                </a:lnTo>
                <a:lnTo>
                  <a:pt x="601347" y="113632"/>
                </a:lnTo>
                <a:lnTo>
                  <a:pt x="601071" y="113392"/>
                </a:lnTo>
                <a:lnTo>
                  <a:pt x="600802" y="113148"/>
                </a:lnTo>
                <a:lnTo>
                  <a:pt x="600538" y="112898"/>
                </a:lnTo>
                <a:lnTo>
                  <a:pt x="600281" y="112644"/>
                </a:lnTo>
                <a:lnTo>
                  <a:pt x="600030" y="112386"/>
                </a:lnTo>
                <a:lnTo>
                  <a:pt x="599785" y="112122"/>
                </a:lnTo>
                <a:lnTo>
                  <a:pt x="599547" y="111855"/>
                </a:lnTo>
                <a:lnTo>
                  <a:pt x="599315" y="111582"/>
                </a:lnTo>
                <a:lnTo>
                  <a:pt x="599089" y="111305"/>
                </a:lnTo>
                <a:lnTo>
                  <a:pt x="598869" y="111023"/>
                </a:lnTo>
                <a:lnTo>
                  <a:pt x="598656" y="110736"/>
                </a:lnTo>
                <a:lnTo>
                  <a:pt x="598449" y="110446"/>
                </a:lnTo>
                <a:lnTo>
                  <a:pt x="598248" y="110154"/>
                </a:lnTo>
                <a:lnTo>
                  <a:pt x="598053" y="109860"/>
                </a:lnTo>
                <a:lnTo>
                  <a:pt x="597864" y="109564"/>
                </a:lnTo>
                <a:lnTo>
                  <a:pt x="597682" y="109265"/>
                </a:lnTo>
                <a:lnTo>
                  <a:pt x="597505" y="108964"/>
                </a:lnTo>
                <a:lnTo>
                  <a:pt x="597334" y="108661"/>
                </a:lnTo>
                <a:lnTo>
                  <a:pt x="597169" y="108356"/>
                </a:lnTo>
                <a:lnTo>
                  <a:pt x="597010" y="108048"/>
                </a:lnTo>
                <a:lnTo>
                  <a:pt x="596857" y="107739"/>
                </a:lnTo>
                <a:lnTo>
                  <a:pt x="596711" y="107427"/>
                </a:lnTo>
                <a:lnTo>
                  <a:pt x="596570" y="107113"/>
                </a:lnTo>
                <a:lnTo>
                  <a:pt x="596435" y="106797"/>
                </a:lnTo>
                <a:lnTo>
                  <a:pt x="596306" y="106479"/>
                </a:lnTo>
                <a:lnTo>
                  <a:pt x="596183" y="106158"/>
                </a:lnTo>
                <a:lnTo>
                  <a:pt x="596067" y="105835"/>
                </a:lnTo>
                <a:lnTo>
                  <a:pt x="595956" y="105510"/>
                </a:lnTo>
                <a:lnTo>
                  <a:pt x="595851" y="105183"/>
                </a:lnTo>
                <a:lnTo>
                  <a:pt x="595752" y="104854"/>
                </a:lnTo>
                <a:lnTo>
                  <a:pt x="595660" y="104523"/>
                </a:lnTo>
                <a:lnTo>
                  <a:pt x="595573" y="104189"/>
                </a:lnTo>
                <a:lnTo>
                  <a:pt x="595492" y="103853"/>
                </a:lnTo>
                <a:lnTo>
                  <a:pt x="595417" y="103515"/>
                </a:lnTo>
                <a:lnTo>
                  <a:pt x="595349" y="103175"/>
                </a:lnTo>
                <a:lnTo>
                  <a:pt x="581802" y="103175"/>
                </a:lnTo>
                <a:lnTo>
                  <a:pt x="581887" y="103841"/>
                </a:lnTo>
                <a:lnTo>
                  <a:pt x="581983" y="104499"/>
                </a:lnTo>
                <a:lnTo>
                  <a:pt x="582091" y="105150"/>
                </a:lnTo>
                <a:lnTo>
                  <a:pt x="582211" y="105794"/>
                </a:lnTo>
                <a:lnTo>
                  <a:pt x="582343" y="106430"/>
                </a:lnTo>
                <a:lnTo>
                  <a:pt x="582486" y="107059"/>
                </a:lnTo>
                <a:lnTo>
                  <a:pt x="582641" y="107681"/>
                </a:lnTo>
                <a:lnTo>
                  <a:pt x="582808" y="108295"/>
                </a:lnTo>
                <a:lnTo>
                  <a:pt x="582987" y="108902"/>
                </a:lnTo>
                <a:lnTo>
                  <a:pt x="583177" y="109501"/>
                </a:lnTo>
                <a:lnTo>
                  <a:pt x="583380" y="110093"/>
                </a:lnTo>
                <a:lnTo>
                  <a:pt x="583594" y="110678"/>
                </a:lnTo>
                <a:lnTo>
                  <a:pt x="583819" y="111255"/>
                </a:lnTo>
                <a:lnTo>
                  <a:pt x="584057" y="111825"/>
                </a:lnTo>
                <a:lnTo>
                  <a:pt x="584306" y="112388"/>
                </a:lnTo>
                <a:lnTo>
                  <a:pt x="584567" y="112943"/>
                </a:lnTo>
                <a:lnTo>
                  <a:pt x="584840" y="113491"/>
                </a:lnTo>
                <a:lnTo>
                  <a:pt x="585124" y="114031"/>
                </a:lnTo>
                <a:lnTo>
                  <a:pt x="585420" y="114564"/>
                </a:lnTo>
                <a:lnTo>
                  <a:pt x="585728" y="115089"/>
                </a:lnTo>
                <a:lnTo>
                  <a:pt x="586048" y="115608"/>
                </a:lnTo>
                <a:lnTo>
                  <a:pt x="586380" y="116118"/>
                </a:lnTo>
                <a:lnTo>
                  <a:pt x="586723" y="116622"/>
                </a:lnTo>
                <a:lnTo>
                  <a:pt x="587078" y="117118"/>
                </a:lnTo>
                <a:lnTo>
                  <a:pt x="587444" y="117605"/>
                </a:lnTo>
                <a:lnTo>
                  <a:pt x="587821" y="118084"/>
                </a:lnTo>
                <a:lnTo>
                  <a:pt x="588208" y="118554"/>
                </a:lnTo>
                <a:lnTo>
                  <a:pt x="588606" y="119014"/>
                </a:lnTo>
                <a:lnTo>
                  <a:pt x="589014" y="119466"/>
                </a:lnTo>
                <a:lnTo>
                  <a:pt x="589432" y="119908"/>
                </a:lnTo>
                <a:lnTo>
                  <a:pt x="589860" y="120342"/>
                </a:lnTo>
                <a:lnTo>
                  <a:pt x="590299" y="120766"/>
                </a:lnTo>
                <a:lnTo>
                  <a:pt x="590749" y="121182"/>
                </a:lnTo>
                <a:lnTo>
                  <a:pt x="591209" y="121588"/>
                </a:lnTo>
                <a:lnTo>
                  <a:pt x="591679" y="121985"/>
                </a:lnTo>
                <a:lnTo>
                  <a:pt x="592159" y="122374"/>
                </a:lnTo>
                <a:lnTo>
                  <a:pt x="592650" y="122753"/>
                </a:lnTo>
                <a:lnTo>
                  <a:pt x="593151" y="123123"/>
                </a:lnTo>
                <a:lnTo>
                  <a:pt x="593663" y="123485"/>
                </a:lnTo>
                <a:lnTo>
                  <a:pt x="594185" y="123837"/>
                </a:lnTo>
                <a:lnTo>
                  <a:pt x="594718" y="124180"/>
                </a:lnTo>
                <a:lnTo>
                  <a:pt x="595260" y="124515"/>
                </a:lnTo>
                <a:lnTo>
                  <a:pt x="595814" y="124840"/>
                </a:lnTo>
                <a:lnTo>
                  <a:pt x="596377" y="125156"/>
                </a:lnTo>
                <a:lnTo>
                  <a:pt x="596951" y="125463"/>
                </a:lnTo>
                <a:lnTo>
                  <a:pt x="597536" y="125761"/>
                </a:lnTo>
                <a:lnTo>
                  <a:pt x="598130" y="126051"/>
                </a:lnTo>
                <a:lnTo>
                  <a:pt x="598735" y="126331"/>
                </a:lnTo>
                <a:lnTo>
                  <a:pt x="599350" y="126601"/>
                </a:lnTo>
                <a:lnTo>
                  <a:pt x="599974" y="126859"/>
                </a:lnTo>
                <a:lnTo>
                  <a:pt x="600607" y="127106"/>
                </a:lnTo>
                <a:lnTo>
                  <a:pt x="601249" y="127341"/>
                </a:lnTo>
                <a:lnTo>
                  <a:pt x="601901" y="127565"/>
                </a:lnTo>
                <a:lnTo>
                  <a:pt x="602561" y="127778"/>
                </a:lnTo>
                <a:lnTo>
                  <a:pt x="603230" y="127979"/>
                </a:lnTo>
                <a:lnTo>
                  <a:pt x="603908" y="128168"/>
                </a:lnTo>
                <a:lnTo>
                  <a:pt x="604595" y="128346"/>
                </a:lnTo>
                <a:lnTo>
                  <a:pt x="605291" y="128513"/>
                </a:lnTo>
                <a:lnTo>
                  <a:pt x="605996" y="128668"/>
                </a:lnTo>
                <a:lnTo>
                  <a:pt x="606710" y="128811"/>
                </a:lnTo>
                <a:lnTo>
                  <a:pt x="607434" y="128943"/>
                </a:lnTo>
                <a:lnTo>
                  <a:pt x="608166" y="129064"/>
                </a:lnTo>
                <a:lnTo>
                  <a:pt x="608907" y="129173"/>
                </a:lnTo>
                <a:lnTo>
                  <a:pt x="609657" y="129270"/>
                </a:lnTo>
                <a:lnTo>
                  <a:pt x="610416" y="129357"/>
                </a:lnTo>
                <a:lnTo>
                  <a:pt x="611185" y="129431"/>
                </a:lnTo>
                <a:lnTo>
                  <a:pt x="611962" y="129494"/>
                </a:lnTo>
                <a:lnTo>
                  <a:pt x="612748" y="129546"/>
                </a:lnTo>
                <a:lnTo>
                  <a:pt x="613543" y="129586"/>
                </a:lnTo>
                <a:lnTo>
                  <a:pt x="614348" y="129615"/>
                </a:lnTo>
                <a:lnTo>
                  <a:pt x="615161" y="129632"/>
                </a:lnTo>
                <a:lnTo>
                  <a:pt x="615983" y="129638"/>
                </a:lnTo>
                <a:lnTo>
                  <a:pt x="616740" y="129633"/>
                </a:lnTo>
                <a:lnTo>
                  <a:pt x="617489" y="129617"/>
                </a:lnTo>
                <a:lnTo>
                  <a:pt x="618230" y="129590"/>
                </a:lnTo>
                <a:lnTo>
                  <a:pt x="618963" y="129553"/>
                </a:lnTo>
                <a:lnTo>
                  <a:pt x="619687" y="129505"/>
                </a:lnTo>
                <a:close/>
                <a:moveTo>
                  <a:pt x="666390" y="127749"/>
                </a:moveTo>
                <a:lnTo>
                  <a:pt x="679622" y="127749"/>
                </a:lnTo>
                <a:lnTo>
                  <a:pt x="679622" y="48359"/>
                </a:lnTo>
                <a:lnTo>
                  <a:pt x="666390" y="48359"/>
                </a:lnTo>
                <a:lnTo>
                  <a:pt x="666390" y="127749"/>
                </a:lnTo>
                <a:close/>
                <a:moveTo>
                  <a:pt x="408309" y="116399"/>
                </a:moveTo>
                <a:lnTo>
                  <a:pt x="408678" y="116951"/>
                </a:lnTo>
                <a:lnTo>
                  <a:pt x="409059" y="117492"/>
                </a:lnTo>
                <a:lnTo>
                  <a:pt x="409452" y="118023"/>
                </a:lnTo>
                <a:lnTo>
                  <a:pt x="409856" y="118542"/>
                </a:lnTo>
                <a:lnTo>
                  <a:pt x="410272" y="119051"/>
                </a:lnTo>
                <a:lnTo>
                  <a:pt x="410700" y="119549"/>
                </a:lnTo>
                <a:lnTo>
                  <a:pt x="411140" y="120036"/>
                </a:lnTo>
                <a:lnTo>
                  <a:pt x="411592" y="120511"/>
                </a:lnTo>
                <a:lnTo>
                  <a:pt x="412055" y="120976"/>
                </a:lnTo>
                <a:lnTo>
                  <a:pt x="412530" y="121430"/>
                </a:lnTo>
                <a:lnTo>
                  <a:pt x="413017" y="121873"/>
                </a:lnTo>
                <a:lnTo>
                  <a:pt x="413515" y="122305"/>
                </a:lnTo>
                <a:lnTo>
                  <a:pt x="414026" y="122726"/>
                </a:lnTo>
                <a:lnTo>
                  <a:pt x="414548" y="123136"/>
                </a:lnTo>
                <a:lnTo>
                  <a:pt x="415082" y="123535"/>
                </a:lnTo>
                <a:lnTo>
                  <a:pt x="415627" y="123924"/>
                </a:lnTo>
                <a:lnTo>
                  <a:pt x="416185" y="124301"/>
                </a:lnTo>
                <a:lnTo>
                  <a:pt x="416754" y="124667"/>
                </a:lnTo>
                <a:lnTo>
                  <a:pt x="417335" y="125023"/>
                </a:lnTo>
                <a:lnTo>
                  <a:pt x="417928" y="125367"/>
                </a:lnTo>
                <a:lnTo>
                  <a:pt x="418532" y="125701"/>
                </a:lnTo>
                <a:lnTo>
                  <a:pt x="419146" y="126022"/>
                </a:lnTo>
                <a:lnTo>
                  <a:pt x="419769" y="126330"/>
                </a:lnTo>
                <a:lnTo>
                  <a:pt x="420399" y="126624"/>
                </a:lnTo>
                <a:lnTo>
                  <a:pt x="421037" y="126904"/>
                </a:lnTo>
                <a:lnTo>
                  <a:pt x="421683" y="127170"/>
                </a:lnTo>
                <a:lnTo>
                  <a:pt x="422338" y="127423"/>
                </a:lnTo>
                <a:lnTo>
                  <a:pt x="423000" y="127663"/>
                </a:lnTo>
                <a:lnTo>
                  <a:pt x="423669" y="127888"/>
                </a:lnTo>
                <a:lnTo>
                  <a:pt x="424347" y="128100"/>
                </a:lnTo>
                <a:lnTo>
                  <a:pt x="425033" y="128298"/>
                </a:lnTo>
                <a:lnTo>
                  <a:pt x="425727" y="128483"/>
                </a:lnTo>
                <a:lnTo>
                  <a:pt x="426428" y="128654"/>
                </a:lnTo>
                <a:lnTo>
                  <a:pt x="427138" y="128811"/>
                </a:lnTo>
                <a:lnTo>
                  <a:pt x="427855" y="128954"/>
                </a:lnTo>
                <a:lnTo>
                  <a:pt x="428581" y="129084"/>
                </a:lnTo>
                <a:lnTo>
                  <a:pt x="429314" y="129200"/>
                </a:lnTo>
                <a:lnTo>
                  <a:pt x="430055" y="129303"/>
                </a:lnTo>
                <a:lnTo>
                  <a:pt x="430804" y="129392"/>
                </a:lnTo>
                <a:lnTo>
                  <a:pt x="431561" y="129467"/>
                </a:lnTo>
                <a:lnTo>
                  <a:pt x="432326" y="129529"/>
                </a:lnTo>
                <a:lnTo>
                  <a:pt x="433099" y="129576"/>
                </a:lnTo>
                <a:lnTo>
                  <a:pt x="433880" y="129611"/>
                </a:lnTo>
                <a:lnTo>
                  <a:pt x="434668" y="129631"/>
                </a:lnTo>
                <a:lnTo>
                  <a:pt x="435465" y="129638"/>
                </a:lnTo>
                <a:lnTo>
                  <a:pt x="436431" y="129629"/>
                </a:lnTo>
                <a:lnTo>
                  <a:pt x="437387" y="129601"/>
                </a:lnTo>
                <a:lnTo>
                  <a:pt x="438333" y="129554"/>
                </a:lnTo>
                <a:lnTo>
                  <a:pt x="439268" y="129489"/>
                </a:lnTo>
                <a:lnTo>
                  <a:pt x="440192" y="129406"/>
                </a:lnTo>
                <a:lnTo>
                  <a:pt x="441106" y="129303"/>
                </a:lnTo>
                <a:lnTo>
                  <a:pt x="442010" y="129182"/>
                </a:lnTo>
                <a:lnTo>
                  <a:pt x="442904" y="129043"/>
                </a:lnTo>
                <a:lnTo>
                  <a:pt x="443787" y="128885"/>
                </a:lnTo>
                <a:lnTo>
                  <a:pt x="444659" y="128708"/>
                </a:lnTo>
                <a:lnTo>
                  <a:pt x="445522" y="128513"/>
                </a:lnTo>
                <a:lnTo>
                  <a:pt x="446374" y="128299"/>
                </a:lnTo>
                <a:lnTo>
                  <a:pt x="447215" y="128067"/>
                </a:lnTo>
                <a:lnTo>
                  <a:pt x="448046" y="127816"/>
                </a:lnTo>
                <a:lnTo>
                  <a:pt x="448867" y="127546"/>
                </a:lnTo>
                <a:lnTo>
                  <a:pt x="449677" y="127258"/>
                </a:lnTo>
                <a:lnTo>
                  <a:pt x="450477" y="126951"/>
                </a:lnTo>
                <a:lnTo>
                  <a:pt x="451266" y="126626"/>
                </a:lnTo>
                <a:lnTo>
                  <a:pt x="452045" y="126282"/>
                </a:lnTo>
                <a:lnTo>
                  <a:pt x="452814" y="125919"/>
                </a:lnTo>
                <a:lnTo>
                  <a:pt x="453572" y="125538"/>
                </a:lnTo>
                <a:lnTo>
                  <a:pt x="454320" y="125138"/>
                </a:lnTo>
                <a:lnTo>
                  <a:pt x="455058" y="124720"/>
                </a:lnTo>
                <a:lnTo>
                  <a:pt x="455785" y="124283"/>
                </a:lnTo>
                <a:lnTo>
                  <a:pt x="456500" y="123830"/>
                </a:lnTo>
                <a:lnTo>
                  <a:pt x="457202" y="123362"/>
                </a:lnTo>
                <a:lnTo>
                  <a:pt x="457890" y="122881"/>
                </a:lnTo>
                <a:lnTo>
                  <a:pt x="458566" y="122386"/>
                </a:lnTo>
                <a:lnTo>
                  <a:pt x="459227" y="121877"/>
                </a:lnTo>
                <a:lnTo>
                  <a:pt x="459876" y="121354"/>
                </a:lnTo>
                <a:lnTo>
                  <a:pt x="460511" y="120817"/>
                </a:lnTo>
                <a:lnTo>
                  <a:pt x="461132" y="120266"/>
                </a:lnTo>
                <a:lnTo>
                  <a:pt x="461740" y="119702"/>
                </a:lnTo>
                <a:lnTo>
                  <a:pt x="462335" y="119123"/>
                </a:lnTo>
                <a:lnTo>
                  <a:pt x="462916" y="118530"/>
                </a:lnTo>
                <a:lnTo>
                  <a:pt x="463484" y="117924"/>
                </a:lnTo>
                <a:lnTo>
                  <a:pt x="464039" y="117303"/>
                </a:lnTo>
                <a:lnTo>
                  <a:pt x="464580" y="116669"/>
                </a:lnTo>
                <a:lnTo>
                  <a:pt x="465108" y="116020"/>
                </a:lnTo>
                <a:lnTo>
                  <a:pt x="465622" y="115358"/>
                </a:lnTo>
                <a:lnTo>
                  <a:pt x="466123" y="114681"/>
                </a:lnTo>
                <a:lnTo>
                  <a:pt x="466611" y="113991"/>
                </a:lnTo>
                <a:lnTo>
                  <a:pt x="467085" y="113287"/>
                </a:lnTo>
                <a:lnTo>
                  <a:pt x="467545" y="112569"/>
                </a:lnTo>
                <a:lnTo>
                  <a:pt x="467993" y="111836"/>
                </a:lnTo>
                <a:lnTo>
                  <a:pt x="468427" y="111090"/>
                </a:lnTo>
                <a:lnTo>
                  <a:pt x="468847" y="110330"/>
                </a:lnTo>
                <a:lnTo>
                  <a:pt x="469254" y="109556"/>
                </a:lnTo>
                <a:lnTo>
                  <a:pt x="469646" y="108771"/>
                </a:lnTo>
                <a:lnTo>
                  <a:pt x="470022" y="107976"/>
                </a:lnTo>
                <a:lnTo>
                  <a:pt x="470380" y="107172"/>
                </a:lnTo>
                <a:lnTo>
                  <a:pt x="470722" y="106359"/>
                </a:lnTo>
                <a:lnTo>
                  <a:pt x="471048" y="105538"/>
                </a:lnTo>
                <a:lnTo>
                  <a:pt x="471356" y="104707"/>
                </a:lnTo>
                <a:lnTo>
                  <a:pt x="471648" y="103867"/>
                </a:lnTo>
                <a:lnTo>
                  <a:pt x="471923" y="103018"/>
                </a:lnTo>
                <a:lnTo>
                  <a:pt x="472182" y="102161"/>
                </a:lnTo>
                <a:lnTo>
                  <a:pt x="472424" y="101294"/>
                </a:lnTo>
                <a:lnTo>
                  <a:pt x="472649" y="100418"/>
                </a:lnTo>
                <a:lnTo>
                  <a:pt x="472858" y="99533"/>
                </a:lnTo>
                <a:lnTo>
                  <a:pt x="473049" y="98639"/>
                </a:lnTo>
                <a:lnTo>
                  <a:pt x="473225" y="97736"/>
                </a:lnTo>
                <a:lnTo>
                  <a:pt x="473383" y="96824"/>
                </a:lnTo>
                <a:lnTo>
                  <a:pt x="473525" y="95903"/>
                </a:lnTo>
                <a:lnTo>
                  <a:pt x="473650" y="94973"/>
                </a:lnTo>
                <a:lnTo>
                  <a:pt x="473759" y="94034"/>
                </a:lnTo>
                <a:lnTo>
                  <a:pt x="473850" y="93086"/>
                </a:lnTo>
                <a:lnTo>
                  <a:pt x="473925" y="92129"/>
                </a:lnTo>
                <a:lnTo>
                  <a:pt x="473984" y="91163"/>
                </a:lnTo>
                <a:lnTo>
                  <a:pt x="474025" y="90188"/>
                </a:lnTo>
                <a:lnTo>
                  <a:pt x="474050" y="89203"/>
                </a:lnTo>
                <a:lnTo>
                  <a:pt x="474059" y="88210"/>
                </a:lnTo>
                <a:lnTo>
                  <a:pt x="474050" y="87217"/>
                </a:lnTo>
                <a:lnTo>
                  <a:pt x="474025" y="86233"/>
                </a:lnTo>
                <a:lnTo>
                  <a:pt x="473984" y="85259"/>
                </a:lnTo>
                <a:lnTo>
                  <a:pt x="473925" y="84293"/>
                </a:lnTo>
                <a:lnTo>
                  <a:pt x="473850" y="83336"/>
                </a:lnTo>
                <a:lnTo>
                  <a:pt x="473759" y="82388"/>
                </a:lnTo>
                <a:lnTo>
                  <a:pt x="473650" y="81449"/>
                </a:lnTo>
                <a:lnTo>
                  <a:pt x="473525" y="80519"/>
                </a:lnTo>
                <a:lnTo>
                  <a:pt x="473383" y="79598"/>
                </a:lnTo>
                <a:lnTo>
                  <a:pt x="473225" y="78687"/>
                </a:lnTo>
                <a:lnTo>
                  <a:pt x="473049" y="77784"/>
                </a:lnTo>
                <a:lnTo>
                  <a:pt x="472858" y="76890"/>
                </a:lnTo>
                <a:lnTo>
                  <a:pt x="472649" y="76006"/>
                </a:lnTo>
                <a:lnTo>
                  <a:pt x="472424" y="75130"/>
                </a:lnTo>
                <a:lnTo>
                  <a:pt x="472182" y="74263"/>
                </a:lnTo>
                <a:lnTo>
                  <a:pt x="471923" y="73406"/>
                </a:lnTo>
                <a:lnTo>
                  <a:pt x="471648" y="72557"/>
                </a:lnTo>
                <a:lnTo>
                  <a:pt x="471356" y="71717"/>
                </a:lnTo>
                <a:lnTo>
                  <a:pt x="471048" y="70887"/>
                </a:lnTo>
                <a:lnTo>
                  <a:pt x="470722" y="70065"/>
                </a:lnTo>
                <a:lnTo>
                  <a:pt x="470380" y="69253"/>
                </a:lnTo>
                <a:lnTo>
                  <a:pt x="470022" y="68449"/>
                </a:lnTo>
                <a:lnTo>
                  <a:pt x="469646" y="67655"/>
                </a:lnTo>
                <a:lnTo>
                  <a:pt x="469254" y="66869"/>
                </a:lnTo>
                <a:lnTo>
                  <a:pt x="468847" y="66095"/>
                </a:lnTo>
                <a:lnTo>
                  <a:pt x="468427" y="65334"/>
                </a:lnTo>
                <a:lnTo>
                  <a:pt x="467994" y="64586"/>
                </a:lnTo>
                <a:lnTo>
                  <a:pt x="467548" y="63852"/>
                </a:lnTo>
                <a:lnTo>
                  <a:pt x="467088" y="63131"/>
                </a:lnTo>
                <a:lnTo>
                  <a:pt x="466615" y="62424"/>
                </a:lnTo>
                <a:lnTo>
                  <a:pt x="466130" y="61729"/>
                </a:lnTo>
                <a:lnTo>
                  <a:pt x="465631" y="61049"/>
                </a:lnTo>
                <a:lnTo>
                  <a:pt x="465119" y="60382"/>
                </a:lnTo>
                <a:lnTo>
                  <a:pt x="464594" y="59728"/>
                </a:lnTo>
                <a:lnTo>
                  <a:pt x="464056" y="59087"/>
                </a:lnTo>
                <a:lnTo>
                  <a:pt x="463504" y="58460"/>
                </a:lnTo>
                <a:lnTo>
                  <a:pt x="462940" y="57847"/>
                </a:lnTo>
                <a:lnTo>
                  <a:pt x="462362" y="57247"/>
                </a:lnTo>
                <a:lnTo>
                  <a:pt x="461771" y="56660"/>
                </a:lnTo>
                <a:lnTo>
                  <a:pt x="461167" y="56086"/>
                </a:lnTo>
                <a:lnTo>
                  <a:pt x="460550" y="55526"/>
                </a:lnTo>
                <a:lnTo>
                  <a:pt x="459920" y="54980"/>
                </a:lnTo>
                <a:lnTo>
                  <a:pt x="459277" y="54447"/>
                </a:lnTo>
                <a:lnTo>
                  <a:pt x="458621" y="53927"/>
                </a:lnTo>
                <a:lnTo>
                  <a:pt x="457951" y="53420"/>
                </a:lnTo>
                <a:lnTo>
                  <a:pt x="457269" y="52927"/>
                </a:lnTo>
                <a:lnTo>
                  <a:pt x="456573" y="52448"/>
                </a:lnTo>
                <a:lnTo>
                  <a:pt x="455864" y="51982"/>
                </a:lnTo>
                <a:lnTo>
                  <a:pt x="455143" y="51532"/>
                </a:lnTo>
                <a:lnTo>
                  <a:pt x="454412" y="51101"/>
                </a:lnTo>
                <a:lnTo>
                  <a:pt x="453670" y="50689"/>
                </a:lnTo>
                <a:lnTo>
                  <a:pt x="452918" y="50297"/>
                </a:lnTo>
                <a:lnTo>
                  <a:pt x="452154" y="49924"/>
                </a:lnTo>
                <a:lnTo>
                  <a:pt x="451380" y="49569"/>
                </a:lnTo>
                <a:lnTo>
                  <a:pt x="450596" y="49234"/>
                </a:lnTo>
                <a:lnTo>
                  <a:pt x="449800" y="48918"/>
                </a:lnTo>
                <a:lnTo>
                  <a:pt x="448994" y="48622"/>
                </a:lnTo>
                <a:lnTo>
                  <a:pt x="448178" y="48344"/>
                </a:lnTo>
                <a:lnTo>
                  <a:pt x="447350" y="48086"/>
                </a:lnTo>
                <a:lnTo>
                  <a:pt x="446512" y="47846"/>
                </a:lnTo>
                <a:lnTo>
                  <a:pt x="445664" y="47626"/>
                </a:lnTo>
                <a:lnTo>
                  <a:pt x="444804" y="47425"/>
                </a:lnTo>
                <a:lnTo>
                  <a:pt x="443934" y="47243"/>
                </a:lnTo>
                <a:lnTo>
                  <a:pt x="443054" y="47080"/>
                </a:lnTo>
                <a:lnTo>
                  <a:pt x="442162" y="46937"/>
                </a:lnTo>
                <a:lnTo>
                  <a:pt x="441260" y="46812"/>
                </a:lnTo>
                <a:lnTo>
                  <a:pt x="440347" y="46707"/>
                </a:lnTo>
                <a:lnTo>
                  <a:pt x="439424" y="46621"/>
                </a:lnTo>
                <a:lnTo>
                  <a:pt x="438490" y="46554"/>
                </a:lnTo>
                <a:lnTo>
                  <a:pt x="437545" y="46506"/>
                </a:lnTo>
                <a:lnTo>
                  <a:pt x="436590" y="46477"/>
                </a:lnTo>
                <a:lnTo>
                  <a:pt x="435624" y="46468"/>
                </a:lnTo>
                <a:lnTo>
                  <a:pt x="435036" y="46472"/>
                </a:lnTo>
                <a:lnTo>
                  <a:pt x="434453" y="46483"/>
                </a:lnTo>
                <a:lnTo>
                  <a:pt x="433876" y="46501"/>
                </a:lnTo>
                <a:lnTo>
                  <a:pt x="433305" y="46527"/>
                </a:lnTo>
                <a:lnTo>
                  <a:pt x="432739" y="46560"/>
                </a:lnTo>
                <a:lnTo>
                  <a:pt x="432178" y="46601"/>
                </a:lnTo>
                <a:lnTo>
                  <a:pt x="431623" y="46649"/>
                </a:lnTo>
                <a:lnTo>
                  <a:pt x="431073" y="46704"/>
                </a:lnTo>
                <a:lnTo>
                  <a:pt x="430529" y="46767"/>
                </a:lnTo>
                <a:lnTo>
                  <a:pt x="429990" y="46837"/>
                </a:lnTo>
                <a:lnTo>
                  <a:pt x="429457" y="46915"/>
                </a:lnTo>
                <a:lnTo>
                  <a:pt x="428929" y="47000"/>
                </a:lnTo>
                <a:lnTo>
                  <a:pt x="428407" y="47092"/>
                </a:lnTo>
                <a:lnTo>
                  <a:pt x="427890" y="47192"/>
                </a:lnTo>
                <a:lnTo>
                  <a:pt x="427379" y="47299"/>
                </a:lnTo>
                <a:lnTo>
                  <a:pt x="426873" y="47413"/>
                </a:lnTo>
                <a:lnTo>
                  <a:pt x="426372" y="47535"/>
                </a:lnTo>
                <a:lnTo>
                  <a:pt x="425877" y="47664"/>
                </a:lnTo>
                <a:lnTo>
                  <a:pt x="425388" y="47801"/>
                </a:lnTo>
                <a:lnTo>
                  <a:pt x="424903" y="47945"/>
                </a:lnTo>
                <a:lnTo>
                  <a:pt x="424425" y="48096"/>
                </a:lnTo>
                <a:lnTo>
                  <a:pt x="423952" y="48255"/>
                </a:lnTo>
                <a:lnTo>
                  <a:pt x="423484" y="48421"/>
                </a:lnTo>
                <a:lnTo>
                  <a:pt x="423022" y="48595"/>
                </a:lnTo>
                <a:lnTo>
                  <a:pt x="422565" y="48774"/>
                </a:lnTo>
                <a:lnTo>
                  <a:pt x="422114" y="48958"/>
                </a:lnTo>
                <a:lnTo>
                  <a:pt x="421668" y="49146"/>
                </a:lnTo>
                <a:lnTo>
                  <a:pt x="421228" y="49339"/>
                </a:lnTo>
                <a:lnTo>
                  <a:pt x="420793" y="49536"/>
                </a:lnTo>
                <a:lnTo>
                  <a:pt x="420363" y="49737"/>
                </a:lnTo>
                <a:lnTo>
                  <a:pt x="419940" y="49943"/>
                </a:lnTo>
                <a:lnTo>
                  <a:pt x="419521" y="50153"/>
                </a:lnTo>
                <a:lnTo>
                  <a:pt x="419108" y="50367"/>
                </a:lnTo>
                <a:lnTo>
                  <a:pt x="418701" y="50586"/>
                </a:lnTo>
                <a:lnTo>
                  <a:pt x="418299" y="50809"/>
                </a:lnTo>
                <a:lnTo>
                  <a:pt x="417902" y="51037"/>
                </a:lnTo>
                <a:lnTo>
                  <a:pt x="417511" y="51269"/>
                </a:lnTo>
                <a:lnTo>
                  <a:pt x="417126" y="51505"/>
                </a:lnTo>
                <a:lnTo>
                  <a:pt x="416746" y="51746"/>
                </a:lnTo>
                <a:lnTo>
                  <a:pt x="416371" y="51991"/>
                </a:lnTo>
                <a:lnTo>
                  <a:pt x="416002" y="52240"/>
                </a:lnTo>
                <a:lnTo>
                  <a:pt x="415638" y="52494"/>
                </a:lnTo>
                <a:lnTo>
                  <a:pt x="415280" y="52752"/>
                </a:lnTo>
                <a:lnTo>
                  <a:pt x="414927" y="53015"/>
                </a:lnTo>
                <a:lnTo>
                  <a:pt x="414580" y="53282"/>
                </a:lnTo>
                <a:lnTo>
                  <a:pt x="414238" y="53553"/>
                </a:lnTo>
                <a:lnTo>
                  <a:pt x="413902" y="53829"/>
                </a:lnTo>
                <a:lnTo>
                  <a:pt x="413571" y="54109"/>
                </a:lnTo>
                <a:lnTo>
                  <a:pt x="413245" y="54392"/>
                </a:lnTo>
                <a:lnTo>
                  <a:pt x="412925" y="54676"/>
                </a:lnTo>
                <a:lnTo>
                  <a:pt x="412609" y="54962"/>
                </a:lnTo>
                <a:lnTo>
                  <a:pt x="412298" y="55249"/>
                </a:lnTo>
                <a:lnTo>
                  <a:pt x="411992" y="55537"/>
                </a:lnTo>
                <a:lnTo>
                  <a:pt x="411691" y="55827"/>
                </a:lnTo>
                <a:lnTo>
                  <a:pt x="411395" y="56118"/>
                </a:lnTo>
                <a:lnTo>
                  <a:pt x="411104" y="56410"/>
                </a:lnTo>
                <a:lnTo>
                  <a:pt x="410817" y="56704"/>
                </a:lnTo>
                <a:lnTo>
                  <a:pt x="410536" y="56999"/>
                </a:lnTo>
                <a:lnTo>
                  <a:pt x="410260" y="57296"/>
                </a:lnTo>
                <a:lnTo>
                  <a:pt x="409988" y="57594"/>
                </a:lnTo>
                <a:lnTo>
                  <a:pt x="409721" y="57893"/>
                </a:lnTo>
                <a:lnTo>
                  <a:pt x="409460" y="58194"/>
                </a:lnTo>
                <a:lnTo>
                  <a:pt x="409203" y="58496"/>
                </a:lnTo>
                <a:lnTo>
                  <a:pt x="408951" y="58799"/>
                </a:lnTo>
                <a:lnTo>
                  <a:pt x="408704" y="59104"/>
                </a:lnTo>
                <a:lnTo>
                  <a:pt x="408462" y="59410"/>
                </a:lnTo>
                <a:lnTo>
                  <a:pt x="408225" y="59718"/>
                </a:lnTo>
                <a:lnTo>
                  <a:pt x="407992" y="60027"/>
                </a:lnTo>
                <a:lnTo>
                  <a:pt x="407765" y="60337"/>
                </a:lnTo>
                <a:lnTo>
                  <a:pt x="407543" y="60649"/>
                </a:lnTo>
                <a:lnTo>
                  <a:pt x="407325" y="60962"/>
                </a:lnTo>
                <a:lnTo>
                  <a:pt x="407113" y="61276"/>
                </a:lnTo>
                <a:lnTo>
                  <a:pt x="406009" y="48359"/>
                </a:lnTo>
                <a:lnTo>
                  <a:pt x="394040" y="48359"/>
                </a:lnTo>
                <a:lnTo>
                  <a:pt x="394040" y="162403"/>
                </a:lnTo>
                <a:lnTo>
                  <a:pt x="407271" y="162403"/>
                </a:lnTo>
                <a:lnTo>
                  <a:pt x="407271" y="114676"/>
                </a:lnTo>
                <a:lnTo>
                  <a:pt x="407605" y="115261"/>
                </a:lnTo>
                <a:lnTo>
                  <a:pt x="407951" y="115835"/>
                </a:lnTo>
                <a:lnTo>
                  <a:pt x="408309" y="116399"/>
                </a:lnTo>
                <a:close/>
                <a:moveTo>
                  <a:pt x="430849" y="117975"/>
                </a:moveTo>
                <a:lnTo>
                  <a:pt x="430229" y="117903"/>
                </a:lnTo>
                <a:lnTo>
                  <a:pt x="429615" y="117818"/>
                </a:lnTo>
                <a:lnTo>
                  <a:pt x="429008" y="117720"/>
                </a:lnTo>
                <a:lnTo>
                  <a:pt x="428408" y="117608"/>
                </a:lnTo>
                <a:lnTo>
                  <a:pt x="427814" y="117483"/>
                </a:lnTo>
                <a:lnTo>
                  <a:pt x="427226" y="117346"/>
                </a:lnTo>
                <a:lnTo>
                  <a:pt x="426645" y="117195"/>
                </a:lnTo>
                <a:lnTo>
                  <a:pt x="426071" y="117031"/>
                </a:lnTo>
                <a:lnTo>
                  <a:pt x="425503" y="116854"/>
                </a:lnTo>
                <a:lnTo>
                  <a:pt x="424942" y="116663"/>
                </a:lnTo>
                <a:lnTo>
                  <a:pt x="424387" y="116460"/>
                </a:lnTo>
                <a:lnTo>
                  <a:pt x="423839" y="116244"/>
                </a:lnTo>
                <a:lnTo>
                  <a:pt x="423297" y="116014"/>
                </a:lnTo>
                <a:lnTo>
                  <a:pt x="422762" y="115771"/>
                </a:lnTo>
                <a:lnTo>
                  <a:pt x="422234" y="115515"/>
                </a:lnTo>
                <a:lnTo>
                  <a:pt x="421712" y="115247"/>
                </a:lnTo>
                <a:lnTo>
                  <a:pt x="421197" y="114964"/>
                </a:lnTo>
                <a:lnTo>
                  <a:pt x="420688" y="114669"/>
                </a:lnTo>
                <a:lnTo>
                  <a:pt x="420186" y="114361"/>
                </a:lnTo>
                <a:lnTo>
                  <a:pt x="419692" y="114041"/>
                </a:lnTo>
                <a:lnTo>
                  <a:pt x="419207" y="113711"/>
                </a:lnTo>
                <a:lnTo>
                  <a:pt x="418731" y="113370"/>
                </a:lnTo>
                <a:lnTo>
                  <a:pt x="418265" y="113020"/>
                </a:lnTo>
                <a:lnTo>
                  <a:pt x="417808" y="112659"/>
                </a:lnTo>
                <a:lnTo>
                  <a:pt x="417361" y="112289"/>
                </a:lnTo>
                <a:lnTo>
                  <a:pt x="416922" y="111908"/>
                </a:lnTo>
                <a:lnTo>
                  <a:pt x="416493" y="111517"/>
                </a:lnTo>
                <a:lnTo>
                  <a:pt x="416074" y="111116"/>
                </a:lnTo>
                <a:lnTo>
                  <a:pt x="415663" y="110705"/>
                </a:lnTo>
                <a:lnTo>
                  <a:pt x="415262" y="110283"/>
                </a:lnTo>
                <a:lnTo>
                  <a:pt x="414870" y="109852"/>
                </a:lnTo>
                <a:lnTo>
                  <a:pt x="414488" y="109410"/>
                </a:lnTo>
                <a:lnTo>
                  <a:pt x="414114" y="108959"/>
                </a:lnTo>
                <a:lnTo>
                  <a:pt x="413750" y="108497"/>
                </a:lnTo>
                <a:lnTo>
                  <a:pt x="413396" y="108025"/>
                </a:lnTo>
                <a:lnTo>
                  <a:pt x="413051" y="107543"/>
                </a:lnTo>
                <a:lnTo>
                  <a:pt x="412714" y="107051"/>
                </a:lnTo>
                <a:lnTo>
                  <a:pt x="412388" y="106549"/>
                </a:lnTo>
                <a:lnTo>
                  <a:pt x="412070" y="106037"/>
                </a:lnTo>
                <a:lnTo>
                  <a:pt x="411762" y="105514"/>
                </a:lnTo>
                <a:lnTo>
                  <a:pt x="411463" y="104982"/>
                </a:lnTo>
                <a:lnTo>
                  <a:pt x="411174" y="104439"/>
                </a:lnTo>
                <a:lnTo>
                  <a:pt x="410893" y="103886"/>
                </a:lnTo>
                <a:lnTo>
                  <a:pt x="410624" y="103324"/>
                </a:lnTo>
                <a:lnTo>
                  <a:pt x="410365" y="102753"/>
                </a:lnTo>
                <a:lnTo>
                  <a:pt x="410118" y="102174"/>
                </a:lnTo>
                <a:lnTo>
                  <a:pt x="409883" y="101586"/>
                </a:lnTo>
                <a:lnTo>
                  <a:pt x="409659" y="100990"/>
                </a:lnTo>
                <a:lnTo>
                  <a:pt x="409447" y="100386"/>
                </a:lnTo>
                <a:lnTo>
                  <a:pt x="409246" y="99773"/>
                </a:lnTo>
                <a:lnTo>
                  <a:pt x="409056" y="99151"/>
                </a:lnTo>
                <a:lnTo>
                  <a:pt x="408878" y="98521"/>
                </a:lnTo>
                <a:lnTo>
                  <a:pt x="408712" y="97883"/>
                </a:lnTo>
                <a:lnTo>
                  <a:pt x="408557" y="97236"/>
                </a:lnTo>
                <a:lnTo>
                  <a:pt x="408413" y="96580"/>
                </a:lnTo>
                <a:lnTo>
                  <a:pt x="408281" y="95916"/>
                </a:lnTo>
                <a:lnTo>
                  <a:pt x="408160" y="95244"/>
                </a:lnTo>
                <a:lnTo>
                  <a:pt x="408051" y="94563"/>
                </a:lnTo>
                <a:lnTo>
                  <a:pt x="407954" y="93874"/>
                </a:lnTo>
                <a:lnTo>
                  <a:pt x="407868" y="93176"/>
                </a:lnTo>
                <a:lnTo>
                  <a:pt x="407793" y="92470"/>
                </a:lnTo>
                <a:lnTo>
                  <a:pt x="407730" y="91755"/>
                </a:lnTo>
                <a:lnTo>
                  <a:pt x="407678" y="91032"/>
                </a:lnTo>
                <a:lnTo>
                  <a:pt x="407638" y="90300"/>
                </a:lnTo>
                <a:lnTo>
                  <a:pt x="407609" y="89560"/>
                </a:lnTo>
                <a:lnTo>
                  <a:pt x="407592" y="88811"/>
                </a:lnTo>
                <a:lnTo>
                  <a:pt x="407586" y="88054"/>
                </a:lnTo>
                <a:lnTo>
                  <a:pt x="407592" y="87310"/>
                </a:lnTo>
                <a:lnTo>
                  <a:pt x="407609" y="86573"/>
                </a:lnTo>
                <a:lnTo>
                  <a:pt x="407638" y="85844"/>
                </a:lnTo>
                <a:lnTo>
                  <a:pt x="407678" y="85122"/>
                </a:lnTo>
                <a:lnTo>
                  <a:pt x="407730" y="84408"/>
                </a:lnTo>
                <a:lnTo>
                  <a:pt x="407793" y="83702"/>
                </a:lnTo>
                <a:lnTo>
                  <a:pt x="407868" y="83004"/>
                </a:lnTo>
                <a:lnTo>
                  <a:pt x="407954" y="82313"/>
                </a:lnTo>
                <a:lnTo>
                  <a:pt x="408051" y="81630"/>
                </a:lnTo>
                <a:lnTo>
                  <a:pt x="408160" y="80954"/>
                </a:lnTo>
                <a:lnTo>
                  <a:pt x="408281" y="80286"/>
                </a:lnTo>
                <a:lnTo>
                  <a:pt x="408413" y="79626"/>
                </a:lnTo>
                <a:lnTo>
                  <a:pt x="408557" y="78974"/>
                </a:lnTo>
                <a:lnTo>
                  <a:pt x="408712" y="78329"/>
                </a:lnTo>
                <a:lnTo>
                  <a:pt x="408878" y="77691"/>
                </a:lnTo>
                <a:lnTo>
                  <a:pt x="409056" y="77062"/>
                </a:lnTo>
                <a:lnTo>
                  <a:pt x="409246" y="76440"/>
                </a:lnTo>
                <a:lnTo>
                  <a:pt x="409447" y="75826"/>
                </a:lnTo>
                <a:lnTo>
                  <a:pt x="409659" y="75219"/>
                </a:lnTo>
                <a:lnTo>
                  <a:pt x="409883" y="74620"/>
                </a:lnTo>
                <a:lnTo>
                  <a:pt x="410118" y="74029"/>
                </a:lnTo>
                <a:lnTo>
                  <a:pt x="410365" y="73445"/>
                </a:lnTo>
                <a:lnTo>
                  <a:pt x="410624" y="72869"/>
                </a:lnTo>
                <a:lnTo>
                  <a:pt x="410893" y="72301"/>
                </a:lnTo>
                <a:lnTo>
                  <a:pt x="411174" y="71742"/>
                </a:lnTo>
                <a:lnTo>
                  <a:pt x="411463" y="71193"/>
                </a:lnTo>
                <a:lnTo>
                  <a:pt x="411762" y="70655"/>
                </a:lnTo>
                <a:lnTo>
                  <a:pt x="412070" y="70127"/>
                </a:lnTo>
                <a:lnTo>
                  <a:pt x="412388" y="69609"/>
                </a:lnTo>
                <a:lnTo>
                  <a:pt x="412714" y="69102"/>
                </a:lnTo>
                <a:lnTo>
                  <a:pt x="413051" y="68605"/>
                </a:lnTo>
                <a:lnTo>
                  <a:pt x="413396" y="68119"/>
                </a:lnTo>
                <a:lnTo>
                  <a:pt x="413750" y="67642"/>
                </a:lnTo>
                <a:lnTo>
                  <a:pt x="414114" y="67177"/>
                </a:lnTo>
                <a:lnTo>
                  <a:pt x="414488" y="66722"/>
                </a:lnTo>
                <a:lnTo>
                  <a:pt x="414870" y="66277"/>
                </a:lnTo>
                <a:lnTo>
                  <a:pt x="415262" y="65842"/>
                </a:lnTo>
                <a:lnTo>
                  <a:pt x="415663" y="65418"/>
                </a:lnTo>
                <a:lnTo>
                  <a:pt x="416074" y="65005"/>
                </a:lnTo>
                <a:lnTo>
                  <a:pt x="416493" y="64601"/>
                </a:lnTo>
                <a:lnTo>
                  <a:pt x="416922" y="64208"/>
                </a:lnTo>
                <a:lnTo>
                  <a:pt x="417361" y="63826"/>
                </a:lnTo>
                <a:lnTo>
                  <a:pt x="417808" y="63454"/>
                </a:lnTo>
                <a:lnTo>
                  <a:pt x="418265" y="63092"/>
                </a:lnTo>
                <a:lnTo>
                  <a:pt x="418731" y="62741"/>
                </a:lnTo>
                <a:lnTo>
                  <a:pt x="419207" y="62400"/>
                </a:lnTo>
                <a:lnTo>
                  <a:pt x="419692" y="62070"/>
                </a:lnTo>
                <a:lnTo>
                  <a:pt x="420186" y="61750"/>
                </a:lnTo>
                <a:lnTo>
                  <a:pt x="420688" y="61441"/>
                </a:lnTo>
                <a:lnTo>
                  <a:pt x="421197" y="61146"/>
                </a:lnTo>
                <a:lnTo>
                  <a:pt x="421712" y="60864"/>
                </a:lnTo>
                <a:lnTo>
                  <a:pt x="422234" y="60594"/>
                </a:lnTo>
                <a:lnTo>
                  <a:pt x="422762" y="60338"/>
                </a:lnTo>
                <a:lnTo>
                  <a:pt x="423297" y="60096"/>
                </a:lnTo>
                <a:lnTo>
                  <a:pt x="423839" y="59866"/>
                </a:lnTo>
                <a:lnTo>
                  <a:pt x="424387" y="59649"/>
                </a:lnTo>
                <a:lnTo>
                  <a:pt x="424942" y="59446"/>
                </a:lnTo>
                <a:lnTo>
                  <a:pt x="425503" y="59255"/>
                </a:lnTo>
                <a:lnTo>
                  <a:pt x="426071" y="59078"/>
                </a:lnTo>
                <a:lnTo>
                  <a:pt x="426645" y="58914"/>
                </a:lnTo>
                <a:lnTo>
                  <a:pt x="427226" y="58763"/>
                </a:lnTo>
                <a:lnTo>
                  <a:pt x="427814" y="58625"/>
                </a:lnTo>
                <a:lnTo>
                  <a:pt x="428408" y="58501"/>
                </a:lnTo>
                <a:lnTo>
                  <a:pt x="429008" y="58389"/>
                </a:lnTo>
                <a:lnTo>
                  <a:pt x="429615" y="58290"/>
                </a:lnTo>
                <a:lnTo>
                  <a:pt x="430229" y="58205"/>
                </a:lnTo>
                <a:lnTo>
                  <a:pt x="430849" y="58133"/>
                </a:lnTo>
                <a:lnTo>
                  <a:pt x="431476" y="58074"/>
                </a:lnTo>
                <a:lnTo>
                  <a:pt x="432110" y="58028"/>
                </a:lnTo>
                <a:lnTo>
                  <a:pt x="432750" y="57995"/>
                </a:lnTo>
                <a:lnTo>
                  <a:pt x="433396" y="57975"/>
                </a:lnTo>
                <a:lnTo>
                  <a:pt x="434049" y="57969"/>
                </a:lnTo>
                <a:lnTo>
                  <a:pt x="434689" y="57975"/>
                </a:lnTo>
                <a:lnTo>
                  <a:pt x="435324" y="57995"/>
                </a:lnTo>
                <a:lnTo>
                  <a:pt x="435952" y="58028"/>
                </a:lnTo>
                <a:lnTo>
                  <a:pt x="436574" y="58074"/>
                </a:lnTo>
                <a:lnTo>
                  <a:pt x="437190" y="58133"/>
                </a:lnTo>
                <a:lnTo>
                  <a:pt x="437800" y="58205"/>
                </a:lnTo>
                <a:lnTo>
                  <a:pt x="438404" y="58290"/>
                </a:lnTo>
                <a:lnTo>
                  <a:pt x="439002" y="58389"/>
                </a:lnTo>
                <a:lnTo>
                  <a:pt x="439594" y="58501"/>
                </a:lnTo>
                <a:lnTo>
                  <a:pt x="440180" y="58625"/>
                </a:lnTo>
                <a:lnTo>
                  <a:pt x="440760" y="58763"/>
                </a:lnTo>
                <a:lnTo>
                  <a:pt x="441334" y="58914"/>
                </a:lnTo>
                <a:lnTo>
                  <a:pt x="441902" y="59078"/>
                </a:lnTo>
                <a:lnTo>
                  <a:pt x="442464" y="59255"/>
                </a:lnTo>
                <a:lnTo>
                  <a:pt x="443020" y="59446"/>
                </a:lnTo>
                <a:lnTo>
                  <a:pt x="443569" y="59649"/>
                </a:lnTo>
                <a:lnTo>
                  <a:pt x="444113" y="59866"/>
                </a:lnTo>
                <a:lnTo>
                  <a:pt x="444651" y="60096"/>
                </a:lnTo>
                <a:lnTo>
                  <a:pt x="445183" y="60338"/>
                </a:lnTo>
                <a:lnTo>
                  <a:pt x="445709" y="60594"/>
                </a:lnTo>
                <a:lnTo>
                  <a:pt x="446229" y="60864"/>
                </a:lnTo>
                <a:lnTo>
                  <a:pt x="446742" y="61146"/>
                </a:lnTo>
                <a:lnTo>
                  <a:pt x="447250" y="61441"/>
                </a:lnTo>
                <a:lnTo>
                  <a:pt x="447752" y="61750"/>
                </a:lnTo>
                <a:lnTo>
                  <a:pt x="448246" y="62070"/>
                </a:lnTo>
                <a:lnTo>
                  <a:pt x="448732" y="62400"/>
                </a:lnTo>
                <a:lnTo>
                  <a:pt x="449208" y="62741"/>
                </a:lnTo>
                <a:lnTo>
                  <a:pt x="449675" y="63092"/>
                </a:lnTo>
                <a:lnTo>
                  <a:pt x="450134" y="63454"/>
                </a:lnTo>
                <a:lnTo>
                  <a:pt x="450583" y="63826"/>
                </a:lnTo>
                <a:lnTo>
                  <a:pt x="451023" y="64208"/>
                </a:lnTo>
                <a:lnTo>
                  <a:pt x="451454" y="64601"/>
                </a:lnTo>
                <a:lnTo>
                  <a:pt x="451877" y="65005"/>
                </a:lnTo>
                <a:lnTo>
                  <a:pt x="452290" y="65418"/>
                </a:lnTo>
                <a:lnTo>
                  <a:pt x="452694" y="65842"/>
                </a:lnTo>
                <a:lnTo>
                  <a:pt x="453089" y="66277"/>
                </a:lnTo>
                <a:lnTo>
                  <a:pt x="453475" y="66722"/>
                </a:lnTo>
                <a:lnTo>
                  <a:pt x="453852" y="67177"/>
                </a:lnTo>
                <a:lnTo>
                  <a:pt x="454220" y="67642"/>
                </a:lnTo>
                <a:lnTo>
                  <a:pt x="454579" y="68119"/>
                </a:lnTo>
                <a:lnTo>
                  <a:pt x="454929" y="68605"/>
                </a:lnTo>
                <a:lnTo>
                  <a:pt x="455270" y="69102"/>
                </a:lnTo>
                <a:lnTo>
                  <a:pt x="455602" y="69609"/>
                </a:lnTo>
                <a:lnTo>
                  <a:pt x="455925" y="70127"/>
                </a:lnTo>
                <a:lnTo>
                  <a:pt x="456239" y="70655"/>
                </a:lnTo>
                <a:lnTo>
                  <a:pt x="456543" y="71193"/>
                </a:lnTo>
                <a:lnTo>
                  <a:pt x="456839" y="71742"/>
                </a:lnTo>
                <a:lnTo>
                  <a:pt x="457126" y="72301"/>
                </a:lnTo>
                <a:lnTo>
                  <a:pt x="457402" y="72869"/>
                </a:lnTo>
                <a:lnTo>
                  <a:pt x="457667" y="73445"/>
                </a:lnTo>
                <a:lnTo>
                  <a:pt x="457920" y="74029"/>
                </a:lnTo>
                <a:lnTo>
                  <a:pt x="458161" y="74620"/>
                </a:lnTo>
                <a:lnTo>
                  <a:pt x="458390" y="75219"/>
                </a:lnTo>
                <a:lnTo>
                  <a:pt x="458607" y="75826"/>
                </a:lnTo>
                <a:lnTo>
                  <a:pt x="458813" y="76440"/>
                </a:lnTo>
                <a:lnTo>
                  <a:pt x="459007" y="77062"/>
                </a:lnTo>
                <a:lnTo>
                  <a:pt x="459190" y="77691"/>
                </a:lnTo>
                <a:lnTo>
                  <a:pt x="459360" y="78329"/>
                </a:lnTo>
                <a:lnTo>
                  <a:pt x="459519" y="78974"/>
                </a:lnTo>
                <a:lnTo>
                  <a:pt x="459666" y="79626"/>
                </a:lnTo>
                <a:lnTo>
                  <a:pt x="459801" y="80286"/>
                </a:lnTo>
                <a:lnTo>
                  <a:pt x="459924" y="80954"/>
                </a:lnTo>
                <a:lnTo>
                  <a:pt x="460036" y="81630"/>
                </a:lnTo>
                <a:lnTo>
                  <a:pt x="460136" y="82313"/>
                </a:lnTo>
                <a:lnTo>
                  <a:pt x="460224" y="83004"/>
                </a:lnTo>
                <a:lnTo>
                  <a:pt x="460301" y="83702"/>
                </a:lnTo>
                <a:lnTo>
                  <a:pt x="460365" y="84408"/>
                </a:lnTo>
                <a:lnTo>
                  <a:pt x="460418" y="85122"/>
                </a:lnTo>
                <a:lnTo>
                  <a:pt x="460459" y="85844"/>
                </a:lnTo>
                <a:lnTo>
                  <a:pt x="460489" y="86573"/>
                </a:lnTo>
                <a:lnTo>
                  <a:pt x="460507" y="87310"/>
                </a:lnTo>
                <a:lnTo>
                  <a:pt x="460512" y="88054"/>
                </a:lnTo>
                <a:lnTo>
                  <a:pt x="460507" y="88811"/>
                </a:lnTo>
                <a:lnTo>
                  <a:pt x="460489" y="89560"/>
                </a:lnTo>
                <a:lnTo>
                  <a:pt x="460459" y="90300"/>
                </a:lnTo>
                <a:lnTo>
                  <a:pt x="460418" y="91032"/>
                </a:lnTo>
                <a:lnTo>
                  <a:pt x="460365" y="91755"/>
                </a:lnTo>
                <a:lnTo>
                  <a:pt x="460301" y="92470"/>
                </a:lnTo>
                <a:lnTo>
                  <a:pt x="460224" y="93176"/>
                </a:lnTo>
                <a:lnTo>
                  <a:pt x="460136" y="93874"/>
                </a:lnTo>
                <a:lnTo>
                  <a:pt x="460036" y="94563"/>
                </a:lnTo>
                <a:lnTo>
                  <a:pt x="459924" y="95244"/>
                </a:lnTo>
                <a:lnTo>
                  <a:pt x="459801" y="95916"/>
                </a:lnTo>
                <a:lnTo>
                  <a:pt x="459666" y="96580"/>
                </a:lnTo>
                <a:lnTo>
                  <a:pt x="459519" y="97236"/>
                </a:lnTo>
                <a:lnTo>
                  <a:pt x="459360" y="97883"/>
                </a:lnTo>
                <a:lnTo>
                  <a:pt x="459190" y="98521"/>
                </a:lnTo>
                <a:lnTo>
                  <a:pt x="459007" y="99151"/>
                </a:lnTo>
                <a:lnTo>
                  <a:pt x="458813" y="99773"/>
                </a:lnTo>
                <a:lnTo>
                  <a:pt x="458607" y="100386"/>
                </a:lnTo>
                <a:lnTo>
                  <a:pt x="458390" y="100990"/>
                </a:lnTo>
                <a:lnTo>
                  <a:pt x="458161" y="101586"/>
                </a:lnTo>
                <a:lnTo>
                  <a:pt x="457920" y="102174"/>
                </a:lnTo>
                <a:lnTo>
                  <a:pt x="457667" y="102753"/>
                </a:lnTo>
                <a:lnTo>
                  <a:pt x="457402" y="103324"/>
                </a:lnTo>
                <a:lnTo>
                  <a:pt x="457126" y="103886"/>
                </a:lnTo>
                <a:lnTo>
                  <a:pt x="456839" y="104439"/>
                </a:lnTo>
                <a:lnTo>
                  <a:pt x="456543" y="104982"/>
                </a:lnTo>
                <a:lnTo>
                  <a:pt x="456239" y="105514"/>
                </a:lnTo>
                <a:lnTo>
                  <a:pt x="455925" y="106037"/>
                </a:lnTo>
                <a:lnTo>
                  <a:pt x="455602" y="106549"/>
                </a:lnTo>
                <a:lnTo>
                  <a:pt x="455270" y="107051"/>
                </a:lnTo>
                <a:lnTo>
                  <a:pt x="454929" y="107543"/>
                </a:lnTo>
                <a:lnTo>
                  <a:pt x="454579" y="108025"/>
                </a:lnTo>
                <a:lnTo>
                  <a:pt x="454220" y="108497"/>
                </a:lnTo>
                <a:lnTo>
                  <a:pt x="453852" y="108959"/>
                </a:lnTo>
                <a:lnTo>
                  <a:pt x="453475" y="109410"/>
                </a:lnTo>
                <a:lnTo>
                  <a:pt x="453089" y="109852"/>
                </a:lnTo>
                <a:lnTo>
                  <a:pt x="452694" y="110283"/>
                </a:lnTo>
                <a:lnTo>
                  <a:pt x="452290" y="110705"/>
                </a:lnTo>
                <a:lnTo>
                  <a:pt x="451877" y="111116"/>
                </a:lnTo>
                <a:lnTo>
                  <a:pt x="451454" y="111517"/>
                </a:lnTo>
                <a:lnTo>
                  <a:pt x="451023" y="111908"/>
                </a:lnTo>
                <a:lnTo>
                  <a:pt x="450583" y="112289"/>
                </a:lnTo>
                <a:lnTo>
                  <a:pt x="450134" y="112659"/>
                </a:lnTo>
                <a:lnTo>
                  <a:pt x="449675" y="113020"/>
                </a:lnTo>
                <a:lnTo>
                  <a:pt x="449208" y="113370"/>
                </a:lnTo>
                <a:lnTo>
                  <a:pt x="448732" y="113711"/>
                </a:lnTo>
                <a:lnTo>
                  <a:pt x="448246" y="114041"/>
                </a:lnTo>
                <a:lnTo>
                  <a:pt x="447752" y="114361"/>
                </a:lnTo>
                <a:lnTo>
                  <a:pt x="447250" y="114669"/>
                </a:lnTo>
                <a:lnTo>
                  <a:pt x="446742" y="114964"/>
                </a:lnTo>
                <a:lnTo>
                  <a:pt x="446229" y="115247"/>
                </a:lnTo>
                <a:lnTo>
                  <a:pt x="445709" y="115515"/>
                </a:lnTo>
                <a:lnTo>
                  <a:pt x="445183" y="115771"/>
                </a:lnTo>
                <a:lnTo>
                  <a:pt x="444651" y="116014"/>
                </a:lnTo>
                <a:lnTo>
                  <a:pt x="444113" y="116244"/>
                </a:lnTo>
                <a:lnTo>
                  <a:pt x="443569" y="116460"/>
                </a:lnTo>
                <a:lnTo>
                  <a:pt x="443020" y="116663"/>
                </a:lnTo>
                <a:lnTo>
                  <a:pt x="442464" y="116854"/>
                </a:lnTo>
                <a:lnTo>
                  <a:pt x="441902" y="117031"/>
                </a:lnTo>
                <a:lnTo>
                  <a:pt x="441334" y="117195"/>
                </a:lnTo>
                <a:lnTo>
                  <a:pt x="440760" y="117346"/>
                </a:lnTo>
                <a:lnTo>
                  <a:pt x="440180" y="117483"/>
                </a:lnTo>
                <a:lnTo>
                  <a:pt x="439594" y="117608"/>
                </a:lnTo>
                <a:lnTo>
                  <a:pt x="439002" y="117720"/>
                </a:lnTo>
                <a:lnTo>
                  <a:pt x="438404" y="117818"/>
                </a:lnTo>
                <a:lnTo>
                  <a:pt x="437800" y="117903"/>
                </a:lnTo>
                <a:lnTo>
                  <a:pt x="437190" y="117975"/>
                </a:lnTo>
                <a:lnTo>
                  <a:pt x="436574" y="118034"/>
                </a:lnTo>
                <a:lnTo>
                  <a:pt x="435952" y="118080"/>
                </a:lnTo>
                <a:lnTo>
                  <a:pt x="435324" y="118113"/>
                </a:lnTo>
                <a:lnTo>
                  <a:pt x="434689" y="118133"/>
                </a:lnTo>
                <a:lnTo>
                  <a:pt x="434049" y="118139"/>
                </a:lnTo>
                <a:lnTo>
                  <a:pt x="433396" y="118133"/>
                </a:lnTo>
                <a:lnTo>
                  <a:pt x="432750" y="118113"/>
                </a:lnTo>
                <a:lnTo>
                  <a:pt x="432110" y="118080"/>
                </a:lnTo>
                <a:lnTo>
                  <a:pt x="431476" y="118034"/>
                </a:lnTo>
                <a:lnTo>
                  <a:pt x="430849" y="117975"/>
                </a:lnTo>
                <a:close/>
                <a:moveTo>
                  <a:pt x="10715" y="128424"/>
                </a:moveTo>
                <a:lnTo>
                  <a:pt x="11016" y="128375"/>
                </a:lnTo>
                <a:lnTo>
                  <a:pt x="11312" y="128316"/>
                </a:lnTo>
                <a:lnTo>
                  <a:pt x="11603" y="128248"/>
                </a:lnTo>
                <a:lnTo>
                  <a:pt x="11889" y="128172"/>
                </a:lnTo>
                <a:lnTo>
                  <a:pt x="12171" y="128086"/>
                </a:lnTo>
                <a:lnTo>
                  <a:pt x="12447" y="127991"/>
                </a:lnTo>
                <a:lnTo>
                  <a:pt x="12718" y="127888"/>
                </a:lnTo>
                <a:lnTo>
                  <a:pt x="12985" y="127775"/>
                </a:lnTo>
                <a:lnTo>
                  <a:pt x="13247" y="127653"/>
                </a:lnTo>
                <a:lnTo>
                  <a:pt x="13503" y="127522"/>
                </a:lnTo>
                <a:lnTo>
                  <a:pt x="13755" y="127382"/>
                </a:lnTo>
                <a:lnTo>
                  <a:pt x="14002" y="127233"/>
                </a:lnTo>
                <a:lnTo>
                  <a:pt x="14244" y="127076"/>
                </a:lnTo>
                <a:lnTo>
                  <a:pt x="14481" y="126909"/>
                </a:lnTo>
                <a:lnTo>
                  <a:pt x="14713" y="126733"/>
                </a:lnTo>
                <a:lnTo>
                  <a:pt x="14940" y="126548"/>
                </a:lnTo>
                <a:lnTo>
                  <a:pt x="15162" y="126354"/>
                </a:lnTo>
                <a:lnTo>
                  <a:pt x="15379" y="126151"/>
                </a:lnTo>
                <a:lnTo>
                  <a:pt x="15592" y="125939"/>
                </a:lnTo>
                <a:lnTo>
                  <a:pt x="15798" y="125720"/>
                </a:lnTo>
                <a:lnTo>
                  <a:pt x="15995" y="125497"/>
                </a:lnTo>
                <a:lnTo>
                  <a:pt x="16183" y="125270"/>
                </a:lnTo>
                <a:lnTo>
                  <a:pt x="16362" y="125039"/>
                </a:lnTo>
                <a:lnTo>
                  <a:pt x="16533" y="124804"/>
                </a:lnTo>
                <a:lnTo>
                  <a:pt x="16695" y="124565"/>
                </a:lnTo>
                <a:lnTo>
                  <a:pt x="16848" y="124321"/>
                </a:lnTo>
                <a:lnTo>
                  <a:pt x="16993" y="124074"/>
                </a:lnTo>
                <a:lnTo>
                  <a:pt x="17128" y="123822"/>
                </a:lnTo>
                <a:lnTo>
                  <a:pt x="17255" y="123567"/>
                </a:lnTo>
                <a:lnTo>
                  <a:pt x="17373" y="123307"/>
                </a:lnTo>
                <a:lnTo>
                  <a:pt x="17483" y="123043"/>
                </a:lnTo>
                <a:lnTo>
                  <a:pt x="17584" y="122775"/>
                </a:lnTo>
                <a:lnTo>
                  <a:pt x="17675" y="122503"/>
                </a:lnTo>
                <a:lnTo>
                  <a:pt x="17759" y="122227"/>
                </a:lnTo>
                <a:lnTo>
                  <a:pt x="17833" y="121947"/>
                </a:lnTo>
                <a:lnTo>
                  <a:pt x="17899" y="121663"/>
                </a:lnTo>
                <a:lnTo>
                  <a:pt x="17956" y="121374"/>
                </a:lnTo>
                <a:lnTo>
                  <a:pt x="18004" y="121082"/>
                </a:lnTo>
                <a:lnTo>
                  <a:pt x="18043" y="120785"/>
                </a:lnTo>
                <a:lnTo>
                  <a:pt x="18074" y="120484"/>
                </a:lnTo>
                <a:lnTo>
                  <a:pt x="18096" y="120179"/>
                </a:lnTo>
                <a:lnTo>
                  <a:pt x="18109" y="119870"/>
                </a:lnTo>
                <a:lnTo>
                  <a:pt x="18113" y="119557"/>
                </a:lnTo>
                <a:lnTo>
                  <a:pt x="18109" y="119244"/>
                </a:lnTo>
                <a:lnTo>
                  <a:pt x="18096" y="118936"/>
                </a:lnTo>
                <a:lnTo>
                  <a:pt x="18074" y="118631"/>
                </a:lnTo>
                <a:lnTo>
                  <a:pt x="18043" y="118330"/>
                </a:lnTo>
                <a:lnTo>
                  <a:pt x="18004" y="118033"/>
                </a:lnTo>
                <a:lnTo>
                  <a:pt x="17956" y="117741"/>
                </a:lnTo>
                <a:lnTo>
                  <a:pt x="17899" y="117453"/>
                </a:lnTo>
                <a:lnTo>
                  <a:pt x="17833" y="117168"/>
                </a:lnTo>
                <a:lnTo>
                  <a:pt x="17759" y="116888"/>
                </a:lnTo>
                <a:lnTo>
                  <a:pt x="17675" y="116612"/>
                </a:lnTo>
                <a:lnTo>
                  <a:pt x="17584" y="116340"/>
                </a:lnTo>
                <a:lnTo>
                  <a:pt x="17483" y="116072"/>
                </a:lnTo>
                <a:lnTo>
                  <a:pt x="17373" y="115809"/>
                </a:lnTo>
                <a:lnTo>
                  <a:pt x="17255" y="115549"/>
                </a:lnTo>
                <a:lnTo>
                  <a:pt x="17128" y="115293"/>
                </a:lnTo>
                <a:lnTo>
                  <a:pt x="16993" y="115042"/>
                </a:lnTo>
                <a:lnTo>
                  <a:pt x="16848" y="114795"/>
                </a:lnTo>
                <a:lnTo>
                  <a:pt x="16695" y="114551"/>
                </a:lnTo>
                <a:lnTo>
                  <a:pt x="16533" y="114312"/>
                </a:lnTo>
                <a:lnTo>
                  <a:pt x="16362" y="114077"/>
                </a:lnTo>
                <a:lnTo>
                  <a:pt x="16183" y="113846"/>
                </a:lnTo>
                <a:lnTo>
                  <a:pt x="15995" y="113620"/>
                </a:lnTo>
                <a:lnTo>
                  <a:pt x="15798" y="113397"/>
                </a:lnTo>
                <a:lnTo>
                  <a:pt x="15592" y="113178"/>
                </a:lnTo>
                <a:lnTo>
                  <a:pt x="15379" y="112966"/>
                </a:lnTo>
                <a:lnTo>
                  <a:pt x="15162" y="112763"/>
                </a:lnTo>
                <a:lnTo>
                  <a:pt x="14940" y="112569"/>
                </a:lnTo>
                <a:lnTo>
                  <a:pt x="14713" y="112385"/>
                </a:lnTo>
                <a:lnTo>
                  <a:pt x="14481" y="112209"/>
                </a:lnTo>
                <a:lnTo>
                  <a:pt x="14244" y="112042"/>
                </a:lnTo>
                <a:lnTo>
                  <a:pt x="14002" y="111884"/>
                </a:lnTo>
                <a:lnTo>
                  <a:pt x="13755" y="111735"/>
                </a:lnTo>
                <a:lnTo>
                  <a:pt x="13503" y="111595"/>
                </a:lnTo>
                <a:lnTo>
                  <a:pt x="13247" y="111464"/>
                </a:lnTo>
                <a:lnTo>
                  <a:pt x="12985" y="111343"/>
                </a:lnTo>
                <a:lnTo>
                  <a:pt x="12718" y="111230"/>
                </a:lnTo>
                <a:lnTo>
                  <a:pt x="12447" y="111126"/>
                </a:lnTo>
                <a:lnTo>
                  <a:pt x="12171" y="111031"/>
                </a:lnTo>
                <a:lnTo>
                  <a:pt x="11889" y="110946"/>
                </a:lnTo>
                <a:lnTo>
                  <a:pt x="11603" y="110869"/>
                </a:lnTo>
                <a:lnTo>
                  <a:pt x="11312" y="110801"/>
                </a:lnTo>
                <a:lnTo>
                  <a:pt x="11016" y="110743"/>
                </a:lnTo>
                <a:lnTo>
                  <a:pt x="10715" y="110693"/>
                </a:lnTo>
                <a:lnTo>
                  <a:pt x="10409" y="110652"/>
                </a:lnTo>
                <a:lnTo>
                  <a:pt x="10098" y="110621"/>
                </a:lnTo>
                <a:lnTo>
                  <a:pt x="9782" y="110598"/>
                </a:lnTo>
                <a:lnTo>
                  <a:pt x="9462" y="110585"/>
                </a:lnTo>
                <a:lnTo>
                  <a:pt x="9136" y="110580"/>
                </a:lnTo>
                <a:lnTo>
                  <a:pt x="8810" y="110585"/>
                </a:lnTo>
                <a:lnTo>
                  <a:pt x="8489" y="110598"/>
                </a:lnTo>
                <a:lnTo>
                  <a:pt x="8172" y="110621"/>
                </a:lnTo>
                <a:lnTo>
                  <a:pt x="7860" y="110652"/>
                </a:lnTo>
                <a:lnTo>
                  <a:pt x="7553" y="110693"/>
                </a:lnTo>
                <a:lnTo>
                  <a:pt x="7250" y="110743"/>
                </a:lnTo>
                <a:lnTo>
                  <a:pt x="6952" y="110801"/>
                </a:lnTo>
                <a:lnTo>
                  <a:pt x="6659" y="110869"/>
                </a:lnTo>
                <a:lnTo>
                  <a:pt x="6370" y="110946"/>
                </a:lnTo>
                <a:lnTo>
                  <a:pt x="6086" y="111031"/>
                </a:lnTo>
                <a:lnTo>
                  <a:pt x="5807" y="111126"/>
                </a:lnTo>
                <a:lnTo>
                  <a:pt x="5532" y="111230"/>
                </a:lnTo>
                <a:lnTo>
                  <a:pt x="5262" y="111343"/>
                </a:lnTo>
                <a:lnTo>
                  <a:pt x="4996" y="111464"/>
                </a:lnTo>
                <a:lnTo>
                  <a:pt x="4736" y="111595"/>
                </a:lnTo>
                <a:lnTo>
                  <a:pt x="4479" y="111735"/>
                </a:lnTo>
                <a:lnTo>
                  <a:pt x="4228" y="111884"/>
                </a:lnTo>
                <a:lnTo>
                  <a:pt x="3981" y="112042"/>
                </a:lnTo>
                <a:lnTo>
                  <a:pt x="3739" y="112209"/>
                </a:lnTo>
                <a:lnTo>
                  <a:pt x="3502" y="112385"/>
                </a:lnTo>
                <a:lnTo>
                  <a:pt x="3269" y="112569"/>
                </a:lnTo>
                <a:lnTo>
                  <a:pt x="3041" y="112763"/>
                </a:lnTo>
                <a:lnTo>
                  <a:pt x="2817" y="112966"/>
                </a:lnTo>
                <a:lnTo>
                  <a:pt x="2598" y="113178"/>
                </a:lnTo>
                <a:lnTo>
                  <a:pt x="2386" y="113397"/>
                </a:lnTo>
                <a:lnTo>
                  <a:pt x="2183" y="113620"/>
                </a:lnTo>
                <a:lnTo>
                  <a:pt x="1989" y="113846"/>
                </a:lnTo>
                <a:lnTo>
                  <a:pt x="1804" y="114077"/>
                </a:lnTo>
                <a:lnTo>
                  <a:pt x="1628" y="114312"/>
                </a:lnTo>
                <a:lnTo>
                  <a:pt x="1462" y="114551"/>
                </a:lnTo>
                <a:lnTo>
                  <a:pt x="1304" y="114795"/>
                </a:lnTo>
                <a:lnTo>
                  <a:pt x="1155" y="115042"/>
                </a:lnTo>
                <a:lnTo>
                  <a:pt x="1015" y="115293"/>
                </a:lnTo>
                <a:lnTo>
                  <a:pt x="884" y="115549"/>
                </a:lnTo>
                <a:lnTo>
                  <a:pt x="762" y="115809"/>
                </a:lnTo>
                <a:lnTo>
                  <a:pt x="650" y="116072"/>
                </a:lnTo>
                <a:lnTo>
                  <a:pt x="546" y="116340"/>
                </a:lnTo>
                <a:lnTo>
                  <a:pt x="451" y="116612"/>
                </a:lnTo>
                <a:lnTo>
                  <a:pt x="365" y="116888"/>
                </a:lnTo>
                <a:lnTo>
                  <a:pt x="289" y="117168"/>
                </a:lnTo>
                <a:lnTo>
                  <a:pt x="221" y="117453"/>
                </a:lnTo>
                <a:lnTo>
                  <a:pt x="162" y="117741"/>
                </a:lnTo>
                <a:lnTo>
                  <a:pt x="113" y="118033"/>
                </a:lnTo>
                <a:lnTo>
                  <a:pt x="72" y="118330"/>
                </a:lnTo>
                <a:lnTo>
                  <a:pt x="41" y="118631"/>
                </a:lnTo>
                <a:lnTo>
                  <a:pt x="18" y="118936"/>
                </a:lnTo>
                <a:lnTo>
                  <a:pt x="5" y="119244"/>
                </a:lnTo>
                <a:lnTo>
                  <a:pt x="0" y="119557"/>
                </a:lnTo>
                <a:lnTo>
                  <a:pt x="5" y="119870"/>
                </a:lnTo>
                <a:lnTo>
                  <a:pt x="18" y="120179"/>
                </a:lnTo>
                <a:lnTo>
                  <a:pt x="41" y="120484"/>
                </a:lnTo>
                <a:lnTo>
                  <a:pt x="72" y="120785"/>
                </a:lnTo>
                <a:lnTo>
                  <a:pt x="113" y="121082"/>
                </a:lnTo>
                <a:lnTo>
                  <a:pt x="162" y="121374"/>
                </a:lnTo>
                <a:lnTo>
                  <a:pt x="221" y="121663"/>
                </a:lnTo>
                <a:lnTo>
                  <a:pt x="289" y="121947"/>
                </a:lnTo>
                <a:lnTo>
                  <a:pt x="365" y="122227"/>
                </a:lnTo>
                <a:lnTo>
                  <a:pt x="451" y="122503"/>
                </a:lnTo>
                <a:lnTo>
                  <a:pt x="546" y="122775"/>
                </a:lnTo>
                <a:lnTo>
                  <a:pt x="650" y="123043"/>
                </a:lnTo>
                <a:lnTo>
                  <a:pt x="762" y="123307"/>
                </a:lnTo>
                <a:lnTo>
                  <a:pt x="884" y="123567"/>
                </a:lnTo>
                <a:lnTo>
                  <a:pt x="1015" y="123822"/>
                </a:lnTo>
                <a:lnTo>
                  <a:pt x="1155" y="124074"/>
                </a:lnTo>
                <a:lnTo>
                  <a:pt x="1304" y="124321"/>
                </a:lnTo>
                <a:lnTo>
                  <a:pt x="1462" y="124565"/>
                </a:lnTo>
                <a:lnTo>
                  <a:pt x="1628" y="124804"/>
                </a:lnTo>
                <a:lnTo>
                  <a:pt x="1804" y="125039"/>
                </a:lnTo>
                <a:lnTo>
                  <a:pt x="1989" y="125270"/>
                </a:lnTo>
                <a:lnTo>
                  <a:pt x="2183" y="125497"/>
                </a:lnTo>
                <a:lnTo>
                  <a:pt x="2386" y="125720"/>
                </a:lnTo>
                <a:lnTo>
                  <a:pt x="2598" y="125939"/>
                </a:lnTo>
                <a:lnTo>
                  <a:pt x="2817" y="126151"/>
                </a:lnTo>
                <a:lnTo>
                  <a:pt x="3041" y="126354"/>
                </a:lnTo>
                <a:lnTo>
                  <a:pt x="3269" y="126548"/>
                </a:lnTo>
                <a:lnTo>
                  <a:pt x="3502" y="126733"/>
                </a:lnTo>
                <a:lnTo>
                  <a:pt x="3739" y="126909"/>
                </a:lnTo>
                <a:lnTo>
                  <a:pt x="3981" y="127076"/>
                </a:lnTo>
                <a:lnTo>
                  <a:pt x="4228" y="127233"/>
                </a:lnTo>
                <a:lnTo>
                  <a:pt x="4479" y="127382"/>
                </a:lnTo>
                <a:lnTo>
                  <a:pt x="4736" y="127522"/>
                </a:lnTo>
                <a:lnTo>
                  <a:pt x="4996" y="127653"/>
                </a:lnTo>
                <a:lnTo>
                  <a:pt x="5262" y="127775"/>
                </a:lnTo>
                <a:lnTo>
                  <a:pt x="5532" y="127888"/>
                </a:lnTo>
                <a:lnTo>
                  <a:pt x="5807" y="127991"/>
                </a:lnTo>
                <a:lnTo>
                  <a:pt x="6086" y="128086"/>
                </a:lnTo>
                <a:lnTo>
                  <a:pt x="6370" y="128172"/>
                </a:lnTo>
                <a:lnTo>
                  <a:pt x="6659" y="128248"/>
                </a:lnTo>
                <a:lnTo>
                  <a:pt x="6952" y="128316"/>
                </a:lnTo>
                <a:lnTo>
                  <a:pt x="7250" y="128375"/>
                </a:lnTo>
                <a:lnTo>
                  <a:pt x="7553" y="128424"/>
                </a:lnTo>
                <a:lnTo>
                  <a:pt x="7860" y="128465"/>
                </a:lnTo>
                <a:lnTo>
                  <a:pt x="8172" y="128497"/>
                </a:lnTo>
                <a:lnTo>
                  <a:pt x="8489" y="128519"/>
                </a:lnTo>
                <a:lnTo>
                  <a:pt x="8810" y="128533"/>
                </a:lnTo>
                <a:lnTo>
                  <a:pt x="9136" y="128537"/>
                </a:lnTo>
                <a:lnTo>
                  <a:pt x="9462" y="128533"/>
                </a:lnTo>
                <a:lnTo>
                  <a:pt x="9782" y="128519"/>
                </a:lnTo>
                <a:lnTo>
                  <a:pt x="10098" y="128497"/>
                </a:lnTo>
                <a:lnTo>
                  <a:pt x="10409" y="128465"/>
                </a:lnTo>
                <a:lnTo>
                  <a:pt x="10715" y="128424"/>
                </a:lnTo>
                <a:close/>
                <a:moveTo>
                  <a:pt x="773786" y="31434"/>
                </a:moveTo>
                <a:lnTo>
                  <a:pt x="774084" y="31393"/>
                </a:lnTo>
                <a:lnTo>
                  <a:pt x="774378" y="31343"/>
                </a:lnTo>
                <a:lnTo>
                  <a:pt x="774668" y="31285"/>
                </a:lnTo>
                <a:lnTo>
                  <a:pt x="774955" y="31217"/>
                </a:lnTo>
                <a:lnTo>
                  <a:pt x="775237" y="31140"/>
                </a:lnTo>
                <a:lnTo>
                  <a:pt x="775516" y="31055"/>
                </a:lnTo>
                <a:lnTo>
                  <a:pt x="775791" y="30960"/>
                </a:lnTo>
                <a:lnTo>
                  <a:pt x="776062" y="30856"/>
                </a:lnTo>
                <a:lnTo>
                  <a:pt x="776329" y="30743"/>
                </a:lnTo>
                <a:lnTo>
                  <a:pt x="776592" y="30622"/>
                </a:lnTo>
                <a:lnTo>
                  <a:pt x="776852" y="30491"/>
                </a:lnTo>
                <a:lnTo>
                  <a:pt x="777107" y="30351"/>
                </a:lnTo>
                <a:lnTo>
                  <a:pt x="777359" y="30202"/>
                </a:lnTo>
                <a:lnTo>
                  <a:pt x="777607" y="30044"/>
                </a:lnTo>
                <a:lnTo>
                  <a:pt x="777852" y="29877"/>
                </a:lnTo>
                <a:lnTo>
                  <a:pt x="778092" y="29701"/>
                </a:lnTo>
                <a:lnTo>
                  <a:pt x="778328" y="29516"/>
                </a:lnTo>
                <a:lnTo>
                  <a:pt x="778561" y="29323"/>
                </a:lnTo>
                <a:lnTo>
                  <a:pt x="778790" y="29120"/>
                </a:lnTo>
                <a:lnTo>
                  <a:pt x="779015" y="28908"/>
                </a:lnTo>
                <a:lnTo>
                  <a:pt x="779234" y="28688"/>
                </a:lnTo>
                <a:lnTo>
                  <a:pt x="779443" y="28465"/>
                </a:lnTo>
                <a:lnTo>
                  <a:pt x="779643" y="28236"/>
                </a:lnTo>
                <a:lnTo>
                  <a:pt x="779833" y="28003"/>
                </a:lnTo>
                <a:lnTo>
                  <a:pt x="780014" y="27766"/>
                </a:lnTo>
                <a:lnTo>
                  <a:pt x="780186" y="27524"/>
                </a:lnTo>
                <a:lnTo>
                  <a:pt x="780349" y="27277"/>
                </a:lnTo>
                <a:lnTo>
                  <a:pt x="780503" y="27025"/>
                </a:lnTo>
                <a:lnTo>
                  <a:pt x="780647" y="26769"/>
                </a:lnTo>
                <a:lnTo>
                  <a:pt x="780782" y="26508"/>
                </a:lnTo>
                <a:lnTo>
                  <a:pt x="780907" y="26242"/>
                </a:lnTo>
                <a:lnTo>
                  <a:pt x="781023" y="25972"/>
                </a:lnTo>
                <a:lnTo>
                  <a:pt x="781130" y="25697"/>
                </a:lnTo>
                <a:lnTo>
                  <a:pt x="781228" y="25418"/>
                </a:lnTo>
                <a:lnTo>
                  <a:pt x="781316" y="25134"/>
                </a:lnTo>
                <a:lnTo>
                  <a:pt x="781395" y="24845"/>
                </a:lnTo>
                <a:lnTo>
                  <a:pt x="781465" y="24552"/>
                </a:lnTo>
                <a:lnTo>
                  <a:pt x="781525" y="24253"/>
                </a:lnTo>
                <a:lnTo>
                  <a:pt x="781576" y="23951"/>
                </a:lnTo>
                <a:lnTo>
                  <a:pt x="781618" y="23643"/>
                </a:lnTo>
                <a:lnTo>
                  <a:pt x="781651" y="23331"/>
                </a:lnTo>
                <a:lnTo>
                  <a:pt x="781674" y="23015"/>
                </a:lnTo>
                <a:lnTo>
                  <a:pt x="781688" y="22693"/>
                </a:lnTo>
                <a:lnTo>
                  <a:pt x="781693" y="22367"/>
                </a:lnTo>
                <a:lnTo>
                  <a:pt x="781688" y="22042"/>
                </a:lnTo>
                <a:lnTo>
                  <a:pt x="781674" y="21722"/>
                </a:lnTo>
                <a:lnTo>
                  <a:pt x="781651" y="21407"/>
                </a:lnTo>
                <a:lnTo>
                  <a:pt x="781618" y="21097"/>
                </a:lnTo>
                <a:lnTo>
                  <a:pt x="781576" y="20792"/>
                </a:lnTo>
                <a:lnTo>
                  <a:pt x="781525" y="20492"/>
                </a:lnTo>
                <a:lnTo>
                  <a:pt x="781465" y="20198"/>
                </a:lnTo>
                <a:lnTo>
                  <a:pt x="781395" y="19909"/>
                </a:lnTo>
                <a:lnTo>
                  <a:pt x="781316" y="19625"/>
                </a:lnTo>
                <a:lnTo>
                  <a:pt x="781228" y="19346"/>
                </a:lnTo>
                <a:lnTo>
                  <a:pt x="781130" y="19073"/>
                </a:lnTo>
                <a:lnTo>
                  <a:pt x="781023" y="18804"/>
                </a:lnTo>
                <a:lnTo>
                  <a:pt x="780907" y="18541"/>
                </a:lnTo>
                <a:lnTo>
                  <a:pt x="780782" y="18283"/>
                </a:lnTo>
                <a:lnTo>
                  <a:pt x="780647" y="18030"/>
                </a:lnTo>
                <a:lnTo>
                  <a:pt x="780503" y="17783"/>
                </a:lnTo>
                <a:lnTo>
                  <a:pt x="780349" y="17540"/>
                </a:lnTo>
                <a:lnTo>
                  <a:pt x="780186" y="17303"/>
                </a:lnTo>
                <a:lnTo>
                  <a:pt x="780014" y="17071"/>
                </a:lnTo>
                <a:lnTo>
                  <a:pt x="779833" y="16844"/>
                </a:lnTo>
                <a:lnTo>
                  <a:pt x="779643" y="16622"/>
                </a:lnTo>
                <a:lnTo>
                  <a:pt x="779443" y="16406"/>
                </a:lnTo>
                <a:lnTo>
                  <a:pt x="779234" y="16195"/>
                </a:lnTo>
                <a:lnTo>
                  <a:pt x="779015" y="15988"/>
                </a:lnTo>
                <a:lnTo>
                  <a:pt x="778790" y="15789"/>
                </a:lnTo>
                <a:lnTo>
                  <a:pt x="778561" y="15598"/>
                </a:lnTo>
                <a:lnTo>
                  <a:pt x="778328" y="15416"/>
                </a:lnTo>
                <a:lnTo>
                  <a:pt x="778092" y="15242"/>
                </a:lnTo>
                <a:lnTo>
                  <a:pt x="777852" y="15077"/>
                </a:lnTo>
                <a:lnTo>
                  <a:pt x="777607" y="14920"/>
                </a:lnTo>
                <a:lnTo>
                  <a:pt x="777359" y="14772"/>
                </a:lnTo>
                <a:lnTo>
                  <a:pt x="777107" y="14632"/>
                </a:lnTo>
                <a:lnTo>
                  <a:pt x="776852" y="14500"/>
                </a:lnTo>
                <a:lnTo>
                  <a:pt x="776592" y="14377"/>
                </a:lnTo>
                <a:lnTo>
                  <a:pt x="776329" y="14263"/>
                </a:lnTo>
                <a:lnTo>
                  <a:pt x="776062" y="14157"/>
                </a:lnTo>
                <a:lnTo>
                  <a:pt x="775791" y="14059"/>
                </a:lnTo>
                <a:lnTo>
                  <a:pt x="775516" y="13970"/>
                </a:lnTo>
                <a:lnTo>
                  <a:pt x="775237" y="13890"/>
                </a:lnTo>
                <a:lnTo>
                  <a:pt x="774955" y="13818"/>
                </a:lnTo>
                <a:lnTo>
                  <a:pt x="774668" y="13754"/>
                </a:lnTo>
                <a:lnTo>
                  <a:pt x="774378" y="13699"/>
                </a:lnTo>
                <a:lnTo>
                  <a:pt x="774084" y="13652"/>
                </a:lnTo>
                <a:lnTo>
                  <a:pt x="773786" y="13614"/>
                </a:lnTo>
                <a:lnTo>
                  <a:pt x="773485" y="13585"/>
                </a:lnTo>
                <a:lnTo>
                  <a:pt x="773179" y="13563"/>
                </a:lnTo>
                <a:lnTo>
                  <a:pt x="772870" y="13551"/>
                </a:lnTo>
                <a:lnTo>
                  <a:pt x="772557" y="13546"/>
                </a:lnTo>
                <a:lnTo>
                  <a:pt x="772231" y="13551"/>
                </a:lnTo>
                <a:lnTo>
                  <a:pt x="771910" y="13563"/>
                </a:lnTo>
                <a:lnTo>
                  <a:pt x="771593" y="13585"/>
                </a:lnTo>
                <a:lnTo>
                  <a:pt x="771281" y="13614"/>
                </a:lnTo>
                <a:lnTo>
                  <a:pt x="770974" y="13652"/>
                </a:lnTo>
                <a:lnTo>
                  <a:pt x="770672" y="13699"/>
                </a:lnTo>
                <a:lnTo>
                  <a:pt x="770374" y="13754"/>
                </a:lnTo>
                <a:lnTo>
                  <a:pt x="770081" y="13818"/>
                </a:lnTo>
                <a:lnTo>
                  <a:pt x="769792" y="13890"/>
                </a:lnTo>
                <a:lnTo>
                  <a:pt x="769508" y="13970"/>
                </a:lnTo>
                <a:lnTo>
                  <a:pt x="769229" y="14059"/>
                </a:lnTo>
                <a:lnTo>
                  <a:pt x="768954" y="14157"/>
                </a:lnTo>
                <a:lnTo>
                  <a:pt x="768684" y="14263"/>
                </a:lnTo>
                <a:lnTo>
                  <a:pt x="768418" y="14377"/>
                </a:lnTo>
                <a:lnTo>
                  <a:pt x="768157" y="14500"/>
                </a:lnTo>
                <a:lnTo>
                  <a:pt x="767901" y="14632"/>
                </a:lnTo>
                <a:lnTo>
                  <a:pt x="767650" y="14772"/>
                </a:lnTo>
                <a:lnTo>
                  <a:pt x="767403" y="14920"/>
                </a:lnTo>
                <a:lnTo>
                  <a:pt x="767161" y="15077"/>
                </a:lnTo>
                <a:lnTo>
                  <a:pt x="766923" y="15242"/>
                </a:lnTo>
                <a:lnTo>
                  <a:pt x="766690" y="15416"/>
                </a:lnTo>
                <a:lnTo>
                  <a:pt x="766462" y="15598"/>
                </a:lnTo>
                <a:lnTo>
                  <a:pt x="766238" y="15789"/>
                </a:lnTo>
                <a:lnTo>
                  <a:pt x="766019" y="15988"/>
                </a:lnTo>
                <a:lnTo>
                  <a:pt x="765807" y="16195"/>
                </a:lnTo>
                <a:lnTo>
                  <a:pt x="765604" y="16406"/>
                </a:lnTo>
                <a:lnTo>
                  <a:pt x="765410" y="16622"/>
                </a:lnTo>
                <a:lnTo>
                  <a:pt x="765225" y="16844"/>
                </a:lnTo>
                <a:lnTo>
                  <a:pt x="765049" y="17071"/>
                </a:lnTo>
                <a:lnTo>
                  <a:pt x="764882" y="17303"/>
                </a:lnTo>
                <a:lnTo>
                  <a:pt x="764724" y="17540"/>
                </a:lnTo>
                <a:lnTo>
                  <a:pt x="764576" y="17783"/>
                </a:lnTo>
                <a:lnTo>
                  <a:pt x="764436" y="18030"/>
                </a:lnTo>
                <a:lnTo>
                  <a:pt x="764305" y="18283"/>
                </a:lnTo>
                <a:lnTo>
                  <a:pt x="764183" y="18541"/>
                </a:lnTo>
                <a:lnTo>
                  <a:pt x="764070" y="18804"/>
                </a:lnTo>
                <a:lnTo>
                  <a:pt x="763967" y="19073"/>
                </a:lnTo>
                <a:lnTo>
                  <a:pt x="763872" y="19346"/>
                </a:lnTo>
                <a:lnTo>
                  <a:pt x="763786" y="19625"/>
                </a:lnTo>
                <a:lnTo>
                  <a:pt x="763710" y="19909"/>
                </a:lnTo>
                <a:lnTo>
                  <a:pt x="763642" y="20198"/>
                </a:lnTo>
                <a:lnTo>
                  <a:pt x="763583" y="20492"/>
                </a:lnTo>
                <a:lnTo>
                  <a:pt x="763534" y="20792"/>
                </a:lnTo>
                <a:lnTo>
                  <a:pt x="763493" y="21097"/>
                </a:lnTo>
                <a:lnTo>
                  <a:pt x="763461" y="21407"/>
                </a:lnTo>
                <a:lnTo>
                  <a:pt x="763439" y="21722"/>
                </a:lnTo>
                <a:lnTo>
                  <a:pt x="763425" y="22042"/>
                </a:lnTo>
                <a:lnTo>
                  <a:pt x="763421" y="22367"/>
                </a:lnTo>
                <a:lnTo>
                  <a:pt x="763425" y="22693"/>
                </a:lnTo>
                <a:lnTo>
                  <a:pt x="763439" y="23015"/>
                </a:lnTo>
                <a:lnTo>
                  <a:pt x="763461" y="23331"/>
                </a:lnTo>
                <a:lnTo>
                  <a:pt x="763493" y="23643"/>
                </a:lnTo>
                <a:lnTo>
                  <a:pt x="763534" y="23951"/>
                </a:lnTo>
                <a:lnTo>
                  <a:pt x="763583" y="24253"/>
                </a:lnTo>
                <a:lnTo>
                  <a:pt x="763642" y="24552"/>
                </a:lnTo>
                <a:lnTo>
                  <a:pt x="763710" y="24845"/>
                </a:lnTo>
                <a:lnTo>
                  <a:pt x="763786" y="25134"/>
                </a:lnTo>
                <a:lnTo>
                  <a:pt x="763872" y="25418"/>
                </a:lnTo>
                <a:lnTo>
                  <a:pt x="763967" y="25697"/>
                </a:lnTo>
                <a:lnTo>
                  <a:pt x="764070" y="25972"/>
                </a:lnTo>
                <a:lnTo>
                  <a:pt x="764183" y="26242"/>
                </a:lnTo>
                <a:lnTo>
                  <a:pt x="764305" y="26508"/>
                </a:lnTo>
                <a:lnTo>
                  <a:pt x="764436" y="26769"/>
                </a:lnTo>
                <a:lnTo>
                  <a:pt x="764576" y="27025"/>
                </a:lnTo>
                <a:lnTo>
                  <a:pt x="764724" y="27277"/>
                </a:lnTo>
                <a:lnTo>
                  <a:pt x="764882" y="27524"/>
                </a:lnTo>
                <a:lnTo>
                  <a:pt x="765049" y="27766"/>
                </a:lnTo>
                <a:lnTo>
                  <a:pt x="765225" y="28003"/>
                </a:lnTo>
                <a:lnTo>
                  <a:pt x="765410" y="28236"/>
                </a:lnTo>
                <a:lnTo>
                  <a:pt x="765604" y="28465"/>
                </a:lnTo>
                <a:lnTo>
                  <a:pt x="765807" y="28688"/>
                </a:lnTo>
                <a:lnTo>
                  <a:pt x="766019" y="28908"/>
                </a:lnTo>
                <a:lnTo>
                  <a:pt x="766238" y="29120"/>
                </a:lnTo>
                <a:lnTo>
                  <a:pt x="766462" y="29323"/>
                </a:lnTo>
                <a:lnTo>
                  <a:pt x="766690" y="29516"/>
                </a:lnTo>
                <a:lnTo>
                  <a:pt x="766923" y="29701"/>
                </a:lnTo>
                <a:lnTo>
                  <a:pt x="767161" y="29877"/>
                </a:lnTo>
                <a:lnTo>
                  <a:pt x="767403" y="30044"/>
                </a:lnTo>
                <a:lnTo>
                  <a:pt x="767650" y="30202"/>
                </a:lnTo>
                <a:lnTo>
                  <a:pt x="767901" y="30351"/>
                </a:lnTo>
                <a:lnTo>
                  <a:pt x="768157" y="30491"/>
                </a:lnTo>
                <a:lnTo>
                  <a:pt x="768418" y="30622"/>
                </a:lnTo>
                <a:lnTo>
                  <a:pt x="768684" y="30743"/>
                </a:lnTo>
                <a:lnTo>
                  <a:pt x="768954" y="30856"/>
                </a:lnTo>
                <a:lnTo>
                  <a:pt x="769229" y="30960"/>
                </a:lnTo>
                <a:lnTo>
                  <a:pt x="769508" y="31055"/>
                </a:lnTo>
                <a:lnTo>
                  <a:pt x="769792" y="31140"/>
                </a:lnTo>
                <a:lnTo>
                  <a:pt x="770081" y="31217"/>
                </a:lnTo>
                <a:lnTo>
                  <a:pt x="770374" y="31285"/>
                </a:lnTo>
                <a:lnTo>
                  <a:pt x="770672" y="31343"/>
                </a:lnTo>
                <a:lnTo>
                  <a:pt x="770974" y="31393"/>
                </a:lnTo>
                <a:lnTo>
                  <a:pt x="771281" y="31434"/>
                </a:lnTo>
                <a:lnTo>
                  <a:pt x="771593" y="31465"/>
                </a:lnTo>
                <a:lnTo>
                  <a:pt x="771910" y="31488"/>
                </a:lnTo>
                <a:lnTo>
                  <a:pt x="772231" y="31501"/>
                </a:lnTo>
                <a:lnTo>
                  <a:pt x="772557" y="31506"/>
                </a:lnTo>
                <a:lnTo>
                  <a:pt x="772870" y="31501"/>
                </a:lnTo>
                <a:lnTo>
                  <a:pt x="773179" y="31488"/>
                </a:lnTo>
                <a:lnTo>
                  <a:pt x="773485" y="31465"/>
                </a:lnTo>
                <a:lnTo>
                  <a:pt x="773786" y="31434"/>
                </a:lnTo>
                <a:close/>
                <a:moveTo>
                  <a:pt x="1330126" y="31393"/>
                </a:moveTo>
                <a:lnTo>
                  <a:pt x="1330420" y="31343"/>
                </a:lnTo>
                <a:lnTo>
                  <a:pt x="1330710" y="31285"/>
                </a:lnTo>
                <a:lnTo>
                  <a:pt x="1330996" y="31217"/>
                </a:lnTo>
                <a:lnTo>
                  <a:pt x="1331279" y="31140"/>
                </a:lnTo>
                <a:lnTo>
                  <a:pt x="1331557" y="31055"/>
                </a:lnTo>
                <a:lnTo>
                  <a:pt x="1331832" y="30960"/>
                </a:lnTo>
                <a:lnTo>
                  <a:pt x="1332103" y="30856"/>
                </a:lnTo>
                <a:lnTo>
                  <a:pt x="1332370" y="30743"/>
                </a:lnTo>
                <a:lnTo>
                  <a:pt x="1332634" y="30622"/>
                </a:lnTo>
                <a:lnTo>
                  <a:pt x="1332893" y="30491"/>
                </a:lnTo>
                <a:lnTo>
                  <a:pt x="1333149" y="30351"/>
                </a:lnTo>
                <a:lnTo>
                  <a:pt x="1333401" y="30202"/>
                </a:lnTo>
                <a:lnTo>
                  <a:pt x="1333649" y="30044"/>
                </a:lnTo>
                <a:lnTo>
                  <a:pt x="1333893" y="29877"/>
                </a:lnTo>
                <a:lnTo>
                  <a:pt x="1334133" y="29701"/>
                </a:lnTo>
                <a:lnTo>
                  <a:pt x="1334370" y="29516"/>
                </a:lnTo>
                <a:lnTo>
                  <a:pt x="1334603" y="29323"/>
                </a:lnTo>
                <a:lnTo>
                  <a:pt x="1334832" y="29120"/>
                </a:lnTo>
                <a:lnTo>
                  <a:pt x="1335057" y="28908"/>
                </a:lnTo>
                <a:lnTo>
                  <a:pt x="1335275" y="28688"/>
                </a:lnTo>
                <a:lnTo>
                  <a:pt x="1335484" y="28465"/>
                </a:lnTo>
                <a:lnTo>
                  <a:pt x="1335684" y="28236"/>
                </a:lnTo>
                <a:lnTo>
                  <a:pt x="1335875" y="28003"/>
                </a:lnTo>
                <a:lnTo>
                  <a:pt x="1336056" y="27766"/>
                </a:lnTo>
                <a:lnTo>
                  <a:pt x="1336228" y="27524"/>
                </a:lnTo>
                <a:lnTo>
                  <a:pt x="1336391" y="27277"/>
                </a:lnTo>
                <a:lnTo>
                  <a:pt x="1336544" y="27025"/>
                </a:lnTo>
                <a:lnTo>
                  <a:pt x="1336688" y="26769"/>
                </a:lnTo>
                <a:lnTo>
                  <a:pt x="1336823" y="26508"/>
                </a:lnTo>
                <a:lnTo>
                  <a:pt x="1336949" y="26242"/>
                </a:lnTo>
                <a:lnTo>
                  <a:pt x="1337065" y="25972"/>
                </a:lnTo>
                <a:lnTo>
                  <a:pt x="1337172" y="25697"/>
                </a:lnTo>
                <a:lnTo>
                  <a:pt x="1337269" y="25418"/>
                </a:lnTo>
                <a:lnTo>
                  <a:pt x="1337358" y="25134"/>
                </a:lnTo>
                <a:lnTo>
                  <a:pt x="1337437" y="24845"/>
                </a:lnTo>
                <a:lnTo>
                  <a:pt x="1337506" y="24552"/>
                </a:lnTo>
                <a:lnTo>
                  <a:pt x="1337567" y="24253"/>
                </a:lnTo>
                <a:lnTo>
                  <a:pt x="1337618" y="23951"/>
                </a:lnTo>
                <a:lnTo>
                  <a:pt x="1337660" y="23643"/>
                </a:lnTo>
                <a:lnTo>
                  <a:pt x="1337692" y="23331"/>
                </a:lnTo>
                <a:lnTo>
                  <a:pt x="1337716" y="23015"/>
                </a:lnTo>
                <a:lnTo>
                  <a:pt x="1337729" y="22693"/>
                </a:lnTo>
                <a:lnTo>
                  <a:pt x="1337734" y="22367"/>
                </a:lnTo>
                <a:lnTo>
                  <a:pt x="1337729" y="22042"/>
                </a:lnTo>
                <a:lnTo>
                  <a:pt x="1337716" y="21722"/>
                </a:lnTo>
                <a:lnTo>
                  <a:pt x="1337692" y="21407"/>
                </a:lnTo>
                <a:lnTo>
                  <a:pt x="1337660" y="21097"/>
                </a:lnTo>
                <a:lnTo>
                  <a:pt x="1337618" y="20792"/>
                </a:lnTo>
                <a:lnTo>
                  <a:pt x="1337567" y="20492"/>
                </a:lnTo>
                <a:lnTo>
                  <a:pt x="1337506" y="20198"/>
                </a:lnTo>
                <a:lnTo>
                  <a:pt x="1337437" y="19909"/>
                </a:lnTo>
                <a:lnTo>
                  <a:pt x="1337358" y="19625"/>
                </a:lnTo>
                <a:lnTo>
                  <a:pt x="1337269" y="19346"/>
                </a:lnTo>
                <a:lnTo>
                  <a:pt x="1337172" y="19073"/>
                </a:lnTo>
                <a:lnTo>
                  <a:pt x="1337065" y="18804"/>
                </a:lnTo>
                <a:lnTo>
                  <a:pt x="1336949" y="18541"/>
                </a:lnTo>
                <a:lnTo>
                  <a:pt x="1336823" y="18283"/>
                </a:lnTo>
                <a:lnTo>
                  <a:pt x="1336688" y="18030"/>
                </a:lnTo>
                <a:lnTo>
                  <a:pt x="1336544" y="17783"/>
                </a:lnTo>
                <a:lnTo>
                  <a:pt x="1336391" y="17540"/>
                </a:lnTo>
                <a:lnTo>
                  <a:pt x="1336228" y="17303"/>
                </a:lnTo>
                <a:lnTo>
                  <a:pt x="1336056" y="17071"/>
                </a:lnTo>
                <a:lnTo>
                  <a:pt x="1335875" y="16844"/>
                </a:lnTo>
                <a:lnTo>
                  <a:pt x="1335684" y="16622"/>
                </a:lnTo>
                <a:lnTo>
                  <a:pt x="1335484" y="16406"/>
                </a:lnTo>
                <a:lnTo>
                  <a:pt x="1335275" y="16195"/>
                </a:lnTo>
                <a:lnTo>
                  <a:pt x="1335057" y="15988"/>
                </a:lnTo>
                <a:lnTo>
                  <a:pt x="1334832" y="15789"/>
                </a:lnTo>
                <a:lnTo>
                  <a:pt x="1334603" y="15598"/>
                </a:lnTo>
                <a:lnTo>
                  <a:pt x="1334370" y="15416"/>
                </a:lnTo>
                <a:lnTo>
                  <a:pt x="1334133" y="15242"/>
                </a:lnTo>
                <a:lnTo>
                  <a:pt x="1333893" y="15077"/>
                </a:lnTo>
                <a:lnTo>
                  <a:pt x="1333649" y="14920"/>
                </a:lnTo>
                <a:lnTo>
                  <a:pt x="1333401" y="14772"/>
                </a:lnTo>
                <a:lnTo>
                  <a:pt x="1333149" y="14632"/>
                </a:lnTo>
                <a:lnTo>
                  <a:pt x="1332893" y="14500"/>
                </a:lnTo>
                <a:lnTo>
                  <a:pt x="1332634" y="14377"/>
                </a:lnTo>
                <a:lnTo>
                  <a:pt x="1332370" y="14263"/>
                </a:lnTo>
                <a:lnTo>
                  <a:pt x="1332103" y="14157"/>
                </a:lnTo>
                <a:lnTo>
                  <a:pt x="1331832" y="14059"/>
                </a:lnTo>
                <a:lnTo>
                  <a:pt x="1331557" y="13970"/>
                </a:lnTo>
                <a:lnTo>
                  <a:pt x="1331279" y="13890"/>
                </a:lnTo>
                <a:lnTo>
                  <a:pt x="1330996" y="13818"/>
                </a:lnTo>
                <a:lnTo>
                  <a:pt x="1330710" y="13754"/>
                </a:lnTo>
                <a:lnTo>
                  <a:pt x="1330420" y="13699"/>
                </a:lnTo>
                <a:lnTo>
                  <a:pt x="1330126" y="13652"/>
                </a:lnTo>
                <a:lnTo>
                  <a:pt x="1329828" y="13614"/>
                </a:lnTo>
                <a:lnTo>
                  <a:pt x="1329526" y="13585"/>
                </a:lnTo>
                <a:lnTo>
                  <a:pt x="1329221" y="13563"/>
                </a:lnTo>
                <a:lnTo>
                  <a:pt x="1328911" y="13551"/>
                </a:lnTo>
                <a:lnTo>
                  <a:pt x="1328598" y="13546"/>
                </a:lnTo>
                <a:lnTo>
                  <a:pt x="1328272" y="13551"/>
                </a:lnTo>
                <a:lnTo>
                  <a:pt x="1327951" y="13563"/>
                </a:lnTo>
                <a:lnTo>
                  <a:pt x="1327635" y="13585"/>
                </a:lnTo>
                <a:lnTo>
                  <a:pt x="1327323" y="13614"/>
                </a:lnTo>
                <a:lnTo>
                  <a:pt x="1327016" y="13652"/>
                </a:lnTo>
                <a:lnTo>
                  <a:pt x="1326713" y="13699"/>
                </a:lnTo>
                <a:lnTo>
                  <a:pt x="1326415" y="13754"/>
                </a:lnTo>
                <a:lnTo>
                  <a:pt x="1326122" y="13818"/>
                </a:lnTo>
                <a:lnTo>
                  <a:pt x="1325833" y="13890"/>
                </a:lnTo>
                <a:lnTo>
                  <a:pt x="1325549" y="13970"/>
                </a:lnTo>
                <a:lnTo>
                  <a:pt x="1325270" y="14059"/>
                </a:lnTo>
                <a:lnTo>
                  <a:pt x="1324995" y="14157"/>
                </a:lnTo>
                <a:lnTo>
                  <a:pt x="1324725" y="14263"/>
                </a:lnTo>
                <a:lnTo>
                  <a:pt x="1324460" y="14377"/>
                </a:lnTo>
                <a:lnTo>
                  <a:pt x="1324199" y="14500"/>
                </a:lnTo>
                <a:lnTo>
                  <a:pt x="1323943" y="14632"/>
                </a:lnTo>
                <a:lnTo>
                  <a:pt x="1323691" y="14772"/>
                </a:lnTo>
                <a:lnTo>
                  <a:pt x="1323444" y="14920"/>
                </a:lnTo>
                <a:lnTo>
                  <a:pt x="1323202" y="15077"/>
                </a:lnTo>
                <a:lnTo>
                  <a:pt x="1322965" y="15242"/>
                </a:lnTo>
                <a:lnTo>
                  <a:pt x="1322732" y="15416"/>
                </a:lnTo>
                <a:lnTo>
                  <a:pt x="1322503" y="15598"/>
                </a:lnTo>
                <a:lnTo>
                  <a:pt x="1322280" y="15789"/>
                </a:lnTo>
                <a:lnTo>
                  <a:pt x="1322061" y="15988"/>
                </a:lnTo>
                <a:lnTo>
                  <a:pt x="1321849" y="16195"/>
                </a:lnTo>
                <a:lnTo>
                  <a:pt x="1321646" y="16406"/>
                </a:lnTo>
                <a:lnTo>
                  <a:pt x="1321452" y="16622"/>
                </a:lnTo>
                <a:lnTo>
                  <a:pt x="1321267" y="16844"/>
                </a:lnTo>
                <a:lnTo>
                  <a:pt x="1321091" y="17071"/>
                </a:lnTo>
                <a:lnTo>
                  <a:pt x="1320924" y="17303"/>
                </a:lnTo>
                <a:lnTo>
                  <a:pt x="1320766" y="17540"/>
                </a:lnTo>
                <a:lnTo>
                  <a:pt x="1320617" y="17783"/>
                </a:lnTo>
                <a:lnTo>
                  <a:pt x="1320477" y="18030"/>
                </a:lnTo>
                <a:lnTo>
                  <a:pt x="1320346" y="18283"/>
                </a:lnTo>
                <a:lnTo>
                  <a:pt x="1320225" y="18541"/>
                </a:lnTo>
                <a:lnTo>
                  <a:pt x="1320112" y="18804"/>
                </a:lnTo>
                <a:lnTo>
                  <a:pt x="1320008" y="19073"/>
                </a:lnTo>
                <a:lnTo>
                  <a:pt x="1319913" y="19346"/>
                </a:lnTo>
                <a:lnTo>
                  <a:pt x="1319828" y="19625"/>
                </a:lnTo>
                <a:lnTo>
                  <a:pt x="1319751" y="19909"/>
                </a:lnTo>
                <a:lnTo>
                  <a:pt x="1319683" y="20198"/>
                </a:lnTo>
                <a:lnTo>
                  <a:pt x="1319625" y="20492"/>
                </a:lnTo>
                <a:lnTo>
                  <a:pt x="1319575" y="20792"/>
                </a:lnTo>
                <a:lnTo>
                  <a:pt x="1319534" y="21097"/>
                </a:lnTo>
                <a:lnTo>
                  <a:pt x="1319503" y="21407"/>
                </a:lnTo>
                <a:lnTo>
                  <a:pt x="1319480" y="21722"/>
                </a:lnTo>
                <a:lnTo>
                  <a:pt x="1319467" y="22042"/>
                </a:lnTo>
                <a:lnTo>
                  <a:pt x="1319462" y="22367"/>
                </a:lnTo>
                <a:lnTo>
                  <a:pt x="1319467" y="22693"/>
                </a:lnTo>
                <a:lnTo>
                  <a:pt x="1319480" y="23015"/>
                </a:lnTo>
                <a:lnTo>
                  <a:pt x="1319503" y="23331"/>
                </a:lnTo>
                <a:lnTo>
                  <a:pt x="1319534" y="23643"/>
                </a:lnTo>
                <a:lnTo>
                  <a:pt x="1319575" y="23951"/>
                </a:lnTo>
                <a:lnTo>
                  <a:pt x="1319625" y="24253"/>
                </a:lnTo>
                <a:lnTo>
                  <a:pt x="1319683" y="24552"/>
                </a:lnTo>
                <a:lnTo>
                  <a:pt x="1319751" y="24845"/>
                </a:lnTo>
                <a:lnTo>
                  <a:pt x="1319828" y="25134"/>
                </a:lnTo>
                <a:lnTo>
                  <a:pt x="1319913" y="25418"/>
                </a:lnTo>
                <a:lnTo>
                  <a:pt x="1320008" y="25697"/>
                </a:lnTo>
                <a:lnTo>
                  <a:pt x="1320112" y="25972"/>
                </a:lnTo>
                <a:lnTo>
                  <a:pt x="1320225" y="26242"/>
                </a:lnTo>
                <a:lnTo>
                  <a:pt x="1320346" y="26508"/>
                </a:lnTo>
                <a:lnTo>
                  <a:pt x="1320477" y="26769"/>
                </a:lnTo>
                <a:lnTo>
                  <a:pt x="1320617" y="27025"/>
                </a:lnTo>
                <a:lnTo>
                  <a:pt x="1320766" y="27277"/>
                </a:lnTo>
                <a:lnTo>
                  <a:pt x="1320924" y="27524"/>
                </a:lnTo>
                <a:lnTo>
                  <a:pt x="1321091" y="27766"/>
                </a:lnTo>
                <a:lnTo>
                  <a:pt x="1321267" y="28003"/>
                </a:lnTo>
                <a:lnTo>
                  <a:pt x="1321452" y="28236"/>
                </a:lnTo>
                <a:lnTo>
                  <a:pt x="1321646" y="28465"/>
                </a:lnTo>
                <a:lnTo>
                  <a:pt x="1321849" y="28688"/>
                </a:lnTo>
                <a:lnTo>
                  <a:pt x="1322061" y="28908"/>
                </a:lnTo>
                <a:lnTo>
                  <a:pt x="1322280" y="29120"/>
                </a:lnTo>
                <a:lnTo>
                  <a:pt x="1322503" y="29323"/>
                </a:lnTo>
                <a:lnTo>
                  <a:pt x="1322732" y="29516"/>
                </a:lnTo>
                <a:lnTo>
                  <a:pt x="1322965" y="29701"/>
                </a:lnTo>
                <a:lnTo>
                  <a:pt x="1323202" y="29877"/>
                </a:lnTo>
                <a:lnTo>
                  <a:pt x="1323444" y="30044"/>
                </a:lnTo>
                <a:lnTo>
                  <a:pt x="1323691" y="30202"/>
                </a:lnTo>
                <a:lnTo>
                  <a:pt x="1323943" y="30351"/>
                </a:lnTo>
                <a:lnTo>
                  <a:pt x="1324199" y="30491"/>
                </a:lnTo>
                <a:lnTo>
                  <a:pt x="1324460" y="30622"/>
                </a:lnTo>
                <a:lnTo>
                  <a:pt x="1324725" y="30743"/>
                </a:lnTo>
                <a:lnTo>
                  <a:pt x="1324995" y="30856"/>
                </a:lnTo>
                <a:lnTo>
                  <a:pt x="1325270" y="30960"/>
                </a:lnTo>
                <a:lnTo>
                  <a:pt x="1325549" y="31055"/>
                </a:lnTo>
                <a:lnTo>
                  <a:pt x="1325833" y="31140"/>
                </a:lnTo>
                <a:lnTo>
                  <a:pt x="1326122" y="31217"/>
                </a:lnTo>
                <a:lnTo>
                  <a:pt x="1326415" y="31285"/>
                </a:lnTo>
                <a:lnTo>
                  <a:pt x="1326713" y="31343"/>
                </a:lnTo>
                <a:lnTo>
                  <a:pt x="1327016" y="31393"/>
                </a:lnTo>
                <a:lnTo>
                  <a:pt x="1327323" y="31434"/>
                </a:lnTo>
                <a:lnTo>
                  <a:pt x="1327635" y="31465"/>
                </a:lnTo>
                <a:lnTo>
                  <a:pt x="1327951" y="31488"/>
                </a:lnTo>
                <a:lnTo>
                  <a:pt x="1328272" y="31501"/>
                </a:lnTo>
                <a:lnTo>
                  <a:pt x="1328598" y="31506"/>
                </a:lnTo>
                <a:lnTo>
                  <a:pt x="1328911" y="31501"/>
                </a:lnTo>
                <a:lnTo>
                  <a:pt x="1329221" y="31488"/>
                </a:lnTo>
                <a:lnTo>
                  <a:pt x="1329526" y="31465"/>
                </a:lnTo>
                <a:lnTo>
                  <a:pt x="1329828" y="31434"/>
                </a:lnTo>
                <a:lnTo>
                  <a:pt x="1330126" y="31393"/>
                </a:lnTo>
                <a:close/>
                <a:moveTo>
                  <a:pt x="1259873" y="129546"/>
                </a:moveTo>
                <a:lnTo>
                  <a:pt x="1260443" y="129505"/>
                </a:lnTo>
                <a:lnTo>
                  <a:pt x="1261008" y="129457"/>
                </a:lnTo>
                <a:lnTo>
                  <a:pt x="1261567" y="129402"/>
                </a:lnTo>
                <a:lnTo>
                  <a:pt x="1262119" y="129339"/>
                </a:lnTo>
                <a:lnTo>
                  <a:pt x="1262666" y="129269"/>
                </a:lnTo>
                <a:lnTo>
                  <a:pt x="1263206" y="129192"/>
                </a:lnTo>
                <a:lnTo>
                  <a:pt x="1263741" y="129107"/>
                </a:lnTo>
                <a:lnTo>
                  <a:pt x="1264270" y="129015"/>
                </a:lnTo>
                <a:lnTo>
                  <a:pt x="1264792" y="128915"/>
                </a:lnTo>
                <a:lnTo>
                  <a:pt x="1265309" y="128808"/>
                </a:lnTo>
                <a:lnTo>
                  <a:pt x="1265819" y="128694"/>
                </a:lnTo>
                <a:lnTo>
                  <a:pt x="1266324" y="128572"/>
                </a:lnTo>
                <a:lnTo>
                  <a:pt x="1266822" y="128443"/>
                </a:lnTo>
                <a:lnTo>
                  <a:pt x="1267315" y="128306"/>
                </a:lnTo>
                <a:lnTo>
                  <a:pt x="1267801" y="128162"/>
                </a:lnTo>
                <a:lnTo>
                  <a:pt x="1268282" y="128011"/>
                </a:lnTo>
                <a:lnTo>
                  <a:pt x="1268756" y="127853"/>
                </a:lnTo>
                <a:lnTo>
                  <a:pt x="1269225" y="127687"/>
                </a:lnTo>
                <a:lnTo>
                  <a:pt x="1269687" y="127513"/>
                </a:lnTo>
                <a:lnTo>
                  <a:pt x="1270144" y="127334"/>
                </a:lnTo>
                <a:lnTo>
                  <a:pt x="1270595" y="127150"/>
                </a:lnTo>
                <a:lnTo>
                  <a:pt x="1271041" y="126962"/>
                </a:lnTo>
                <a:lnTo>
                  <a:pt x="1271482" y="126769"/>
                </a:lnTo>
                <a:lnTo>
                  <a:pt x="1271916" y="126572"/>
                </a:lnTo>
                <a:lnTo>
                  <a:pt x="1272346" y="126371"/>
                </a:lnTo>
                <a:lnTo>
                  <a:pt x="1272770" y="126165"/>
                </a:lnTo>
                <a:lnTo>
                  <a:pt x="1273188" y="125955"/>
                </a:lnTo>
                <a:lnTo>
                  <a:pt x="1273601" y="125741"/>
                </a:lnTo>
                <a:lnTo>
                  <a:pt x="1274008" y="125522"/>
                </a:lnTo>
                <a:lnTo>
                  <a:pt x="1274410" y="125299"/>
                </a:lnTo>
                <a:lnTo>
                  <a:pt x="1274807" y="125071"/>
                </a:lnTo>
                <a:lnTo>
                  <a:pt x="1275198" y="124839"/>
                </a:lnTo>
                <a:lnTo>
                  <a:pt x="1275584" y="124603"/>
                </a:lnTo>
                <a:lnTo>
                  <a:pt x="1275964" y="124362"/>
                </a:lnTo>
                <a:lnTo>
                  <a:pt x="1276338" y="124117"/>
                </a:lnTo>
                <a:lnTo>
                  <a:pt x="1276707" y="123868"/>
                </a:lnTo>
                <a:lnTo>
                  <a:pt x="1277071" y="123614"/>
                </a:lnTo>
                <a:lnTo>
                  <a:pt x="1277429" y="123356"/>
                </a:lnTo>
                <a:lnTo>
                  <a:pt x="1277782" y="123093"/>
                </a:lnTo>
                <a:lnTo>
                  <a:pt x="1278129" y="122826"/>
                </a:lnTo>
                <a:lnTo>
                  <a:pt x="1278471" y="122555"/>
                </a:lnTo>
                <a:lnTo>
                  <a:pt x="1278807" y="122279"/>
                </a:lnTo>
                <a:lnTo>
                  <a:pt x="1279138" y="121999"/>
                </a:lnTo>
                <a:lnTo>
                  <a:pt x="1279464" y="121716"/>
                </a:lnTo>
                <a:lnTo>
                  <a:pt x="1279785" y="121431"/>
                </a:lnTo>
                <a:lnTo>
                  <a:pt x="1280100" y="121144"/>
                </a:lnTo>
                <a:lnTo>
                  <a:pt x="1280411" y="120855"/>
                </a:lnTo>
                <a:lnTo>
                  <a:pt x="1280717" y="120564"/>
                </a:lnTo>
                <a:lnTo>
                  <a:pt x="1281018" y="120272"/>
                </a:lnTo>
                <a:lnTo>
                  <a:pt x="1281314" y="119977"/>
                </a:lnTo>
                <a:lnTo>
                  <a:pt x="1281606" y="119681"/>
                </a:lnTo>
                <a:lnTo>
                  <a:pt x="1281892" y="119382"/>
                </a:lnTo>
                <a:lnTo>
                  <a:pt x="1282173" y="119082"/>
                </a:lnTo>
                <a:lnTo>
                  <a:pt x="1282450" y="118779"/>
                </a:lnTo>
                <a:lnTo>
                  <a:pt x="1282721" y="118475"/>
                </a:lnTo>
                <a:lnTo>
                  <a:pt x="1282988" y="118169"/>
                </a:lnTo>
                <a:lnTo>
                  <a:pt x="1283250" y="117861"/>
                </a:lnTo>
                <a:lnTo>
                  <a:pt x="1283506" y="117551"/>
                </a:lnTo>
                <a:lnTo>
                  <a:pt x="1283758" y="117239"/>
                </a:lnTo>
                <a:lnTo>
                  <a:pt x="1284005" y="116926"/>
                </a:lnTo>
                <a:lnTo>
                  <a:pt x="1284247" y="116610"/>
                </a:lnTo>
                <a:lnTo>
                  <a:pt x="1284485" y="116292"/>
                </a:lnTo>
                <a:lnTo>
                  <a:pt x="1284717" y="115973"/>
                </a:lnTo>
                <a:lnTo>
                  <a:pt x="1284944" y="115651"/>
                </a:lnTo>
                <a:lnTo>
                  <a:pt x="1285166" y="115328"/>
                </a:lnTo>
                <a:lnTo>
                  <a:pt x="1285384" y="115003"/>
                </a:lnTo>
                <a:lnTo>
                  <a:pt x="1285597" y="114676"/>
                </a:lnTo>
                <a:lnTo>
                  <a:pt x="1286700" y="127749"/>
                </a:lnTo>
                <a:lnTo>
                  <a:pt x="1298672" y="127749"/>
                </a:lnTo>
                <a:lnTo>
                  <a:pt x="1298672" y="14335"/>
                </a:lnTo>
                <a:lnTo>
                  <a:pt x="1285440" y="14335"/>
                </a:lnTo>
                <a:lnTo>
                  <a:pt x="1285440" y="61432"/>
                </a:lnTo>
                <a:lnTo>
                  <a:pt x="1285106" y="60847"/>
                </a:lnTo>
                <a:lnTo>
                  <a:pt x="1284760" y="60273"/>
                </a:lnTo>
                <a:lnTo>
                  <a:pt x="1284403" y="59710"/>
                </a:lnTo>
                <a:lnTo>
                  <a:pt x="1284033" y="59157"/>
                </a:lnTo>
                <a:lnTo>
                  <a:pt x="1283652" y="58616"/>
                </a:lnTo>
                <a:lnTo>
                  <a:pt x="1283259" y="58085"/>
                </a:lnTo>
                <a:lnTo>
                  <a:pt x="1282854" y="57566"/>
                </a:lnTo>
                <a:lnTo>
                  <a:pt x="1282438" y="57057"/>
                </a:lnTo>
                <a:lnTo>
                  <a:pt x="1282010" y="56559"/>
                </a:lnTo>
                <a:lnTo>
                  <a:pt x="1281570" y="56073"/>
                </a:lnTo>
                <a:lnTo>
                  <a:pt x="1281118" y="55597"/>
                </a:lnTo>
                <a:lnTo>
                  <a:pt x="1280654" y="55132"/>
                </a:lnTo>
                <a:lnTo>
                  <a:pt x="1280179" y="54678"/>
                </a:lnTo>
                <a:lnTo>
                  <a:pt x="1279692" y="54235"/>
                </a:lnTo>
                <a:lnTo>
                  <a:pt x="1279193" y="53803"/>
                </a:lnTo>
                <a:lnTo>
                  <a:pt x="1278683" y="53382"/>
                </a:lnTo>
                <a:lnTo>
                  <a:pt x="1278160" y="52972"/>
                </a:lnTo>
                <a:lnTo>
                  <a:pt x="1277626" y="52573"/>
                </a:lnTo>
                <a:lnTo>
                  <a:pt x="1277080" y="52184"/>
                </a:lnTo>
                <a:lnTo>
                  <a:pt x="1276523" y="51807"/>
                </a:lnTo>
                <a:lnTo>
                  <a:pt x="1275953" y="51441"/>
                </a:lnTo>
                <a:lnTo>
                  <a:pt x="1275372" y="51085"/>
                </a:lnTo>
                <a:lnTo>
                  <a:pt x="1274779" y="50741"/>
                </a:lnTo>
                <a:lnTo>
                  <a:pt x="1274175" y="50407"/>
                </a:lnTo>
                <a:lnTo>
                  <a:pt x="1273560" y="50086"/>
                </a:lnTo>
                <a:lnTo>
                  <a:pt x="1272937" y="49778"/>
                </a:lnTo>
                <a:lnTo>
                  <a:pt x="1272306" y="49484"/>
                </a:lnTo>
                <a:lnTo>
                  <a:pt x="1271666" y="49204"/>
                </a:lnTo>
                <a:lnTo>
                  <a:pt x="1271017" y="48937"/>
                </a:lnTo>
                <a:lnTo>
                  <a:pt x="1270360" y="48684"/>
                </a:lnTo>
                <a:lnTo>
                  <a:pt x="1269695" y="48444"/>
                </a:lnTo>
                <a:lnTo>
                  <a:pt x="1269021" y="48219"/>
                </a:lnTo>
                <a:lnTo>
                  <a:pt x="1268339" y="48007"/>
                </a:lnTo>
                <a:lnTo>
                  <a:pt x="1267648" y="47808"/>
                </a:lnTo>
                <a:lnTo>
                  <a:pt x="1266949" y="47624"/>
                </a:lnTo>
                <a:lnTo>
                  <a:pt x="1266241" y="47453"/>
                </a:lnTo>
                <a:lnTo>
                  <a:pt x="1265524" y="47295"/>
                </a:lnTo>
                <a:lnTo>
                  <a:pt x="1264800" y="47152"/>
                </a:lnTo>
                <a:lnTo>
                  <a:pt x="1264066" y="47022"/>
                </a:lnTo>
                <a:lnTo>
                  <a:pt x="1263325" y="46906"/>
                </a:lnTo>
                <a:lnTo>
                  <a:pt x="1262574" y="46803"/>
                </a:lnTo>
                <a:lnTo>
                  <a:pt x="1261816" y="46714"/>
                </a:lnTo>
                <a:lnTo>
                  <a:pt x="1261049" y="46639"/>
                </a:lnTo>
                <a:lnTo>
                  <a:pt x="1260273" y="46577"/>
                </a:lnTo>
                <a:lnTo>
                  <a:pt x="1259489" y="46529"/>
                </a:lnTo>
                <a:lnTo>
                  <a:pt x="1258696" y="46495"/>
                </a:lnTo>
                <a:lnTo>
                  <a:pt x="1257895" y="46475"/>
                </a:lnTo>
                <a:lnTo>
                  <a:pt x="1257086" y="46468"/>
                </a:lnTo>
                <a:lnTo>
                  <a:pt x="1256132" y="46477"/>
                </a:lnTo>
                <a:lnTo>
                  <a:pt x="1255188" y="46505"/>
                </a:lnTo>
                <a:lnTo>
                  <a:pt x="1254254" y="46552"/>
                </a:lnTo>
                <a:lnTo>
                  <a:pt x="1253329" y="46617"/>
                </a:lnTo>
                <a:lnTo>
                  <a:pt x="1252414" y="46700"/>
                </a:lnTo>
                <a:lnTo>
                  <a:pt x="1251508" y="46803"/>
                </a:lnTo>
                <a:lnTo>
                  <a:pt x="1250612" y="46924"/>
                </a:lnTo>
                <a:lnTo>
                  <a:pt x="1249726" y="47063"/>
                </a:lnTo>
                <a:lnTo>
                  <a:pt x="1248849" y="47221"/>
                </a:lnTo>
                <a:lnTo>
                  <a:pt x="1247982" y="47398"/>
                </a:lnTo>
                <a:lnTo>
                  <a:pt x="1247124" y="47593"/>
                </a:lnTo>
                <a:lnTo>
                  <a:pt x="1246276" y="47807"/>
                </a:lnTo>
                <a:lnTo>
                  <a:pt x="1245437" y="48040"/>
                </a:lnTo>
                <a:lnTo>
                  <a:pt x="1244608" y="48291"/>
                </a:lnTo>
                <a:lnTo>
                  <a:pt x="1243788" y="48561"/>
                </a:lnTo>
                <a:lnTo>
                  <a:pt x="1242978" y="48849"/>
                </a:lnTo>
                <a:lnTo>
                  <a:pt x="1242178" y="49156"/>
                </a:lnTo>
                <a:lnTo>
                  <a:pt x="1241387" y="49481"/>
                </a:lnTo>
                <a:lnTo>
                  <a:pt x="1240606" y="49826"/>
                </a:lnTo>
                <a:lnTo>
                  <a:pt x="1239834" y="50188"/>
                </a:lnTo>
                <a:lnTo>
                  <a:pt x="1239072" y="50570"/>
                </a:lnTo>
                <a:lnTo>
                  <a:pt x="1238319" y="50970"/>
                </a:lnTo>
                <a:lnTo>
                  <a:pt x="1237576" y="51388"/>
                </a:lnTo>
                <a:lnTo>
                  <a:pt x="1236843" y="51825"/>
                </a:lnTo>
                <a:lnTo>
                  <a:pt x="1236121" y="52279"/>
                </a:lnTo>
                <a:lnTo>
                  <a:pt x="1235414" y="52746"/>
                </a:lnTo>
                <a:lnTo>
                  <a:pt x="1234720" y="53227"/>
                </a:lnTo>
                <a:lnTo>
                  <a:pt x="1234041" y="53722"/>
                </a:lnTo>
                <a:lnTo>
                  <a:pt x="1233375" y="54231"/>
                </a:lnTo>
                <a:lnTo>
                  <a:pt x="1232723" y="54754"/>
                </a:lnTo>
                <a:lnTo>
                  <a:pt x="1232085" y="55291"/>
                </a:lnTo>
                <a:lnTo>
                  <a:pt x="1231461" y="55842"/>
                </a:lnTo>
                <a:lnTo>
                  <a:pt x="1230851" y="56407"/>
                </a:lnTo>
                <a:lnTo>
                  <a:pt x="1230255" y="56986"/>
                </a:lnTo>
                <a:lnTo>
                  <a:pt x="1229673" y="57578"/>
                </a:lnTo>
                <a:lnTo>
                  <a:pt x="1229105" y="58185"/>
                </a:lnTo>
                <a:lnTo>
                  <a:pt x="1228551" y="58806"/>
                </a:lnTo>
                <a:lnTo>
                  <a:pt x="1228011" y="59440"/>
                </a:lnTo>
                <a:lnTo>
                  <a:pt x="1227485" y="60089"/>
                </a:lnTo>
                <a:lnTo>
                  <a:pt x="1226972" y="60752"/>
                </a:lnTo>
                <a:lnTo>
                  <a:pt x="1226474" y="61428"/>
                </a:lnTo>
                <a:lnTo>
                  <a:pt x="1225990" y="62119"/>
                </a:lnTo>
                <a:lnTo>
                  <a:pt x="1225519" y="62823"/>
                </a:lnTo>
                <a:lnTo>
                  <a:pt x="1225063" y="63541"/>
                </a:lnTo>
                <a:lnTo>
                  <a:pt x="1224620" y="64274"/>
                </a:lnTo>
                <a:lnTo>
                  <a:pt x="1224191" y="65020"/>
                </a:lnTo>
                <a:lnTo>
                  <a:pt x="1223777" y="65780"/>
                </a:lnTo>
                <a:lnTo>
                  <a:pt x="1223376" y="66554"/>
                </a:lnTo>
                <a:lnTo>
                  <a:pt x="1222990" y="67340"/>
                </a:lnTo>
                <a:lnTo>
                  <a:pt x="1222621" y="68134"/>
                </a:lnTo>
                <a:lnTo>
                  <a:pt x="1222268" y="68938"/>
                </a:lnTo>
                <a:lnTo>
                  <a:pt x="1221932" y="69750"/>
                </a:lnTo>
                <a:lnTo>
                  <a:pt x="1221612" y="70572"/>
                </a:lnTo>
                <a:lnTo>
                  <a:pt x="1221308" y="71402"/>
                </a:lnTo>
                <a:lnTo>
                  <a:pt x="1221021" y="72242"/>
                </a:lnTo>
                <a:lnTo>
                  <a:pt x="1220751" y="73091"/>
                </a:lnTo>
                <a:lnTo>
                  <a:pt x="1220496" y="73948"/>
                </a:lnTo>
                <a:lnTo>
                  <a:pt x="1220258" y="74815"/>
                </a:lnTo>
                <a:lnTo>
                  <a:pt x="1220037" y="75691"/>
                </a:lnTo>
                <a:lnTo>
                  <a:pt x="1219832" y="76575"/>
                </a:lnTo>
                <a:lnTo>
                  <a:pt x="1219643" y="77469"/>
                </a:lnTo>
                <a:lnTo>
                  <a:pt x="1219471" y="78372"/>
                </a:lnTo>
                <a:lnTo>
                  <a:pt x="1219315" y="79284"/>
                </a:lnTo>
                <a:lnTo>
                  <a:pt x="1219175" y="80204"/>
                </a:lnTo>
                <a:lnTo>
                  <a:pt x="1219052" y="81134"/>
                </a:lnTo>
                <a:lnTo>
                  <a:pt x="1218946" y="82073"/>
                </a:lnTo>
                <a:lnTo>
                  <a:pt x="1218856" y="83021"/>
                </a:lnTo>
                <a:lnTo>
                  <a:pt x="1218782" y="83978"/>
                </a:lnTo>
                <a:lnTo>
                  <a:pt x="1218724" y="84944"/>
                </a:lnTo>
                <a:lnTo>
                  <a:pt x="1218683" y="85919"/>
                </a:lnTo>
                <a:lnTo>
                  <a:pt x="1218659" y="86903"/>
                </a:lnTo>
                <a:lnTo>
                  <a:pt x="1218650" y="87895"/>
                </a:lnTo>
                <a:lnTo>
                  <a:pt x="1218659" y="88889"/>
                </a:lnTo>
                <a:lnTo>
                  <a:pt x="1218683" y="89873"/>
                </a:lnTo>
                <a:lnTo>
                  <a:pt x="1218724" y="90849"/>
                </a:lnTo>
                <a:lnTo>
                  <a:pt x="1218782" y="91816"/>
                </a:lnTo>
                <a:lnTo>
                  <a:pt x="1218856" y="92774"/>
                </a:lnTo>
                <a:lnTo>
                  <a:pt x="1218946" y="93724"/>
                </a:lnTo>
                <a:lnTo>
                  <a:pt x="1219052" y="94665"/>
                </a:lnTo>
                <a:lnTo>
                  <a:pt x="1219175" y="95597"/>
                </a:lnTo>
                <a:lnTo>
                  <a:pt x="1219315" y="96520"/>
                </a:lnTo>
                <a:lnTo>
                  <a:pt x="1219471" y="97434"/>
                </a:lnTo>
                <a:lnTo>
                  <a:pt x="1219643" y="98340"/>
                </a:lnTo>
                <a:lnTo>
                  <a:pt x="1219832" y="99237"/>
                </a:lnTo>
                <a:lnTo>
                  <a:pt x="1220037" y="100125"/>
                </a:lnTo>
                <a:lnTo>
                  <a:pt x="1220258" y="101005"/>
                </a:lnTo>
                <a:lnTo>
                  <a:pt x="1220496" y="101876"/>
                </a:lnTo>
                <a:lnTo>
                  <a:pt x="1220751" y="102738"/>
                </a:lnTo>
                <a:lnTo>
                  <a:pt x="1221021" y="103591"/>
                </a:lnTo>
                <a:lnTo>
                  <a:pt x="1221308" y="104435"/>
                </a:lnTo>
                <a:lnTo>
                  <a:pt x="1221612" y="105271"/>
                </a:lnTo>
                <a:lnTo>
                  <a:pt x="1221932" y="106098"/>
                </a:lnTo>
                <a:lnTo>
                  <a:pt x="1222268" y="106916"/>
                </a:lnTo>
                <a:lnTo>
                  <a:pt x="1222621" y="107726"/>
                </a:lnTo>
                <a:lnTo>
                  <a:pt x="1222990" y="108526"/>
                </a:lnTo>
                <a:lnTo>
                  <a:pt x="1223376" y="109318"/>
                </a:lnTo>
                <a:lnTo>
                  <a:pt x="1223776" y="110099"/>
                </a:lnTo>
                <a:lnTo>
                  <a:pt x="1224191" y="110866"/>
                </a:lnTo>
                <a:lnTo>
                  <a:pt x="1224619" y="111618"/>
                </a:lnTo>
                <a:lnTo>
                  <a:pt x="1225060" y="112357"/>
                </a:lnTo>
                <a:lnTo>
                  <a:pt x="1225516" y="113082"/>
                </a:lnTo>
                <a:lnTo>
                  <a:pt x="1225985" y="113793"/>
                </a:lnTo>
                <a:lnTo>
                  <a:pt x="1226467" y="114490"/>
                </a:lnTo>
                <a:lnTo>
                  <a:pt x="1226964" y="115173"/>
                </a:lnTo>
                <a:lnTo>
                  <a:pt x="1227473" y="115842"/>
                </a:lnTo>
                <a:lnTo>
                  <a:pt x="1227997" y="116497"/>
                </a:lnTo>
                <a:lnTo>
                  <a:pt x="1228534" y="117138"/>
                </a:lnTo>
                <a:lnTo>
                  <a:pt x="1229085" y="117765"/>
                </a:lnTo>
                <a:lnTo>
                  <a:pt x="1229650" y="118378"/>
                </a:lnTo>
                <a:lnTo>
                  <a:pt x="1230228" y="118978"/>
                </a:lnTo>
                <a:lnTo>
                  <a:pt x="1230820" y="119563"/>
                </a:lnTo>
                <a:lnTo>
                  <a:pt x="1231426" y="120134"/>
                </a:lnTo>
                <a:lnTo>
                  <a:pt x="1232045" y="120692"/>
                </a:lnTo>
                <a:lnTo>
                  <a:pt x="1232678" y="121235"/>
                </a:lnTo>
                <a:lnTo>
                  <a:pt x="1233325" y="121765"/>
                </a:lnTo>
                <a:lnTo>
                  <a:pt x="1233985" y="122280"/>
                </a:lnTo>
                <a:lnTo>
                  <a:pt x="1234660" y="122782"/>
                </a:lnTo>
                <a:lnTo>
                  <a:pt x="1235347" y="123270"/>
                </a:lnTo>
                <a:lnTo>
                  <a:pt x="1236049" y="123744"/>
                </a:lnTo>
                <a:lnTo>
                  <a:pt x="1236764" y="124204"/>
                </a:lnTo>
                <a:lnTo>
                  <a:pt x="1237491" y="124647"/>
                </a:lnTo>
                <a:lnTo>
                  <a:pt x="1238227" y="125072"/>
                </a:lnTo>
                <a:lnTo>
                  <a:pt x="1238974" y="125477"/>
                </a:lnTo>
                <a:lnTo>
                  <a:pt x="1239731" y="125864"/>
                </a:lnTo>
                <a:lnTo>
                  <a:pt x="1240497" y="126232"/>
                </a:lnTo>
                <a:lnTo>
                  <a:pt x="1241273" y="126581"/>
                </a:lnTo>
                <a:lnTo>
                  <a:pt x="1242059" y="126911"/>
                </a:lnTo>
                <a:lnTo>
                  <a:pt x="1242855" y="127223"/>
                </a:lnTo>
                <a:lnTo>
                  <a:pt x="1243661" y="127515"/>
                </a:lnTo>
                <a:lnTo>
                  <a:pt x="1244477" y="127789"/>
                </a:lnTo>
                <a:lnTo>
                  <a:pt x="1245302" y="128043"/>
                </a:lnTo>
                <a:lnTo>
                  <a:pt x="1246137" y="128279"/>
                </a:lnTo>
                <a:lnTo>
                  <a:pt x="1246983" y="128496"/>
                </a:lnTo>
                <a:lnTo>
                  <a:pt x="1247838" y="128694"/>
                </a:lnTo>
                <a:lnTo>
                  <a:pt x="1248702" y="128874"/>
                </a:lnTo>
                <a:lnTo>
                  <a:pt x="1249577" y="129034"/>
                </a:lnTo>
                <a:lnTo>
                  <a:pt x="1250462" y="129176"/>
                </a:lnTo>
                <a:lnTo>
                  <a:pt x="1251356" y="129298"/>
                </a:lnTo>
                <a:lnTo>
                  <a:pt x="1252260" y="129402"/>
                </a:lnTo>
                <a:lnTo>
                  <a:pt x="1253175" y="129487"/>
                </a:lnTo>
                <a:lnTo>
                  <a:pt x="1254098" y="129553"/>
                </a:lnTo>
                <a:lnTo>
                  <a:pt x="1255032" y="129600"/>
                </a:lnTo>
                <a:lnTo>
                  <a:pt x="1255976" y="129629"/>
                </a:lnTo>
                <a:lnTo>
                  <a:pt x="1256929" y="129638"/>
                </a:lnTo>
                <a:lnTo>
                  <a:pt x="1257530" y="129634"/>
                </a:lnTo>
                <a:lnTo>
                  <a:pt x="1258125" y="129623"/>
                </a:lnTo>
                <a:lnTo>
                  <a:pt x="1258713" y="129605"/>
                </a:lnTo>
                <a:lnTo>
                  <a:pt x="1259296" y="129579"/>
                </a:lnTo>
                <a:lnTo>
                  <a:pt x="1259873" y="129546"/>
                </a:lnTo>
                <a:close/>
                <a:moveTo>
                  <a:pt x="1255363" y="117975"/>
                </a:moveTo>
                <a:lnTo>
                  <a:pt x="1254753" y="117903"/>
                </a:lnTo>
                <a:lnTo>
                  <a:pt x="1254149" y="117818"/>
                </a:lnTo>
                <a:lnTo>
                  <a:pt x="1253551" y="117720"/>
                </a:lnTo>
                <a:lnTo>
                  <a:pt x="1252959" y="117608"/>
                </a:lnTo>
                <a:lnTo>
                  <a:pt x="1252373" y="117483"/>
                </a:lnTo>
                <a:lnTo>
                  <a:pt x="1251793" y="117346"/>
                </a:lnTo>
                <a:lnTo>
                  <a:pt x="1251219" y="117195"/>
                </a:lnTo>
                <a:lnTo>
                  <a:pt x="1250651" y="117031"/>
                </a:lnTo>
                <a:lnTo>
                  <a:pt x="1250088" y="116854"/>
                </a:lnTo>
                <a:lnTo>
                  <a:pt x="1249532" y="116663"/>
                </a:lnTo>
                <a:lnTo>
                  <a:pt x="1248982" y="116460"/>
                </a:lnTo>
                <a:lnTo>
                  <a:pt x="1248438" y="116244"/>
                </a:lnTo>
                <a:lnTo>
                  <a:pt x="1247900" y="116014"/>
                </a:lnTo>
                <a:lnTo>
                  <a:pt x="1247368" y="115771"/>
                </a:lnTo>
                <a:lnTo>
                  <a:pt x="1246842" y="115515"/>
                </a:lnTo>
                <a:lnTo>
                  <a:pt x="1246323" y="115247"/>
                </a:lnTo>
                <a:lnTo>
                  <a:pt x="1245809" y="114964"/>
                </a:lnTo>
                <a:lnTo>
                  <a:pt x="1245301" y="114669"/>
                </a:lnTo>
                <a:lnTo>
                  <a:pt x="1244799" y="114361"/>
                </a:lnTo>
                <a:lnTo>
                  <a:pt x="1244305" y="114041"/>
                </a:lnTo>
                <a:lnTo>
                  <a:pt x="1243820" y="113711"/>
                </a:lnTo>
                <a:lnTo>
                  <a:pt x="1243344" y="113370"/>
                </a:lnTo>
                <a:lnTo>
                  <a:pt x="1242878" y="113020"/>
                </a:lnTo>
                <a:lnTo>
                  <a:pt x="1242421" y="112659"/>
                </a:lnTo>
                <a:lnTo>
                  <a:pt x="1241973" y="112289"/>
                </a:lnTo>
                <a:lnTo>
                  <a:pt x="1241535" y="111908"/>
                </a:lnTo>
                <a:lnTo>
                  <a:pt x="1241106" y="111517"/>
                </a:lnTo>
                <a:lnTo>
                  <a:pt x="1240686" y="111116"/>
                </a:lnTo>
                <a:lnTo>
                  <a:pt x="1240276" y="110705"/>
                </a:lnTo>
                <a:lnTo>
                  <a:pt x="1239875" y="110283"/>
                </a:lnTo>
                <a:lnTo>
                  <a:pt x="1239483" y="109852"/>
                </a:lnTo>
                <a:lnTo>
                  <a:pt x="1239100" y="109410"/>
                </a:lnTo>
                <a:lnTo>
                  <a:pt x="1238727" y="108959"/>
                </a:lnTo>
                <a:lnTo>
                  <a:pt x="1238363" y="108497"/>
                </a:lnTo>
                <a:lnTo>
                  <a:pt x="1238008" y="108025"/>
                </a:lnTo>
                <a:lnTo>
                  <a:pt x="1237662" y="107543"/>
                </a:lnTo>
                <a:lnTo>
                  <a:pt x="1237326" y="107051"/>
                </a:lnTo>
                <a:lnTo>
                  <a:pt x="1236999" y="106549"/>
                </a:lnTo>
                <a:lnTo>
                  <a:pt x="1236682" y="106037"/>
                </a:lnTo>
                <a:lnTo>
                  <a:pt x="1236373" y="105514"/>
                </a:lnTo>
                <a:lnTo>
                  <a:pt x="1236074" y="104982"/>
                </a:lnTo>
                <a:lnTo>
                  <a:pt x="1235785" y="104439"/>
                </a:lnTo>
                <a:lnTo>
                  <a:pt x="1235504" y="103886"/>
                </a:lnTo>
                <a:lnTo>
                  <a:pt x="1235234" y="103324"/>
                </a:lnTo>
                <a:lnTo>
                  <a:pt x="1234976" y="102753"/>
                </a:lnTo>
                <a:lnTo>
                  <a:pt x="1234729" y="102174"/>
                </a:lnTo>
                <a:lnTo>
                  <a:pt x="1234494" y="101586"/>
                </a:lnTo>
                <a:lnTo>
                  <a:pt x="1234270" y="100990"/>
                </a:lnTo>
                <a:lnTo>
                  <a:pt x="1234057" y="100386"/>
                </a:lnTo>
                <a:lnTo>
                  <a:pt x="1233856" y="99773"/>
                </a:lnTo>
                <a:lnTo>
                  <a:pt x="1233667" y="99151"/>
                </a:lnTo>
                <a:lnTo>
                  <a:pt x="1233489" y="98521"/>
                </a:lnTo>
                <a:lnTo>
                  <a:pt x="1233322" y="97883"/>
                </a:lnTo>
                <a:lnTo>
                  <a:pt x="1233167" y="97236"/>
                </a:lnTo>
                <a:lnTo>
                  <a:pt x="1233024" y="96580"/>
                </a:lnTo>
                <a:lnTo>
                  <a:pt x="1232892" y="95916"/>
                </a:lnTo>
                <a:lnTo>
                  <a:pt x="1232771" y="95244"/>
                </a:lnTo>
                <a:lnTo>
                  <a:pt x="1232662" y="94563"/>
                </a:lnTo>
                <a:lnTo>
                  <a:pt x="1232564" y="93874"/>
                </a:lnTo>
                <a:lnTo>
                  <a:pt x="1232478" y="93176"/>
                </a:lnTo>
                <a:lnTo>
                  <a:pt x="1232404" y="92470"/>
                </a:lnTo>
                <a:lnTo>
                  <a:pt x="1232340" y="91755"/>
                </a:lnTo>
                <a:lnTo>
                  <a:pt x="1232289" y="91032"/>
                </a:lnTo>
                <a:lnTo>
                  <a:pt x="1232249" y="90300"/>
                </a:lnTo>
                <a:lnTo>
                  <a:pt x="1232220" y="89560"/>
                </a:lnTo>
                <a:lnTo>
                  <a:pt x="1232203" y="88811"/>
                </a:lnTo>
                <a:lnTo>
                  <a:pt x="1232197" y="88054"/>
                </a:lnTo>
                <a:lnTo>
                  <a:pt x="1232203" y="87310"/>
                </a:lnTo>
                <a:lnTo>
                  <a:pt x="1232220" y="86573"/>
                </a:lnTo>
                <a:lnTo>
                  <a:pt x="1232249" y="85844"/>
                </a:lnTo>
                <a:lnTo>
                  <a:pt x="1232289" y="85122"/>
                </a:lnTo>
                <a:lnTo>
                  <a:pt x="1232340" y="84408"/>
                </a:lnTo>
                <a:lnTo>
                  <a:pt x="1232404" y="83702"/>
                </a:lnTo>
                <a:lnTo>
                  <a:pt x="1232478" y="83004"/>
                </a:lnTo>
                <a:lnTo>
                  <a:pt x="1232564" y="82313"/>
                </a:lnTo>
                <a:lnTo>
                  <a:pt x="1232662" y="81630"/>
                </a:lnTo>
                <a:lnTo>
                  <a:pt x="1232771" y="80954"/>
                </a:lnTo>
                <a:lnTo>
                  <a:pt x="1232892" y="80286"/>
                </a:lnTo>
                <a:lnTo>
                  <a:pt x="1233024" y="79626"/>
                </a:lnTo>
                <a:lnTo>
                  <a:pt x="1233167" y="78974"/>
                </a:lnTo>
                <a:lnTo>
                  <a:pt x="1233322" y="78329"/>
                </a:lnTo>
                <a:lnTo>
                  <a:pt x="1233489" y="77691"/>
                </a:lnTo>
                <a:lnTo>
                  <a:pt x="1233667" y="77062"/>
                </a:lnTo>
                <a:lnTo>
                  <a:pt x="1233856" y="76440"/>
                </a:lnTo>
                <a:lnTo>
                  <a:pt x="1234057" y="75826"/>
                </a:lnTo>
                <a:lnTo>
                  <a:pt x="1234270" y="75219"/>
                </a:lnTo>
                <a:lnTo>
                  <a:pt x="1234494" y="74620"/>
                </a:lnTo>
                <a:lnTo>
                  <a:pt x="1234729" y="74029"/>
                </a:lnTo>
                <a:lnTo>
                  <a:pt x="1234976" y="73445"/>
                </a:lnTo>
                <a:lnTo>
                  <a:pt x="1235234" y="72869"/>
                </a:lnTo>
                <a:lnTo>
                  <a:pt x="1235504" y="72301"/>
                </a:lnTo>
                <a:lnTo>
                  <a:pt x="1235785" y="71742"/>
                </a:lnTo>
                <a:lnTo>
                  <a:pt x="1236074" y="71193"/>
                </a:lnTo>
                <a:lnTo>
                  <a:pt x="1236373" y="70655"/>
                </a:lnTo>
                <a:lnTo>
                  <a:pt x="1236682" y="70127"/>
                </a:lnTo>
                <a:lnTo>
                  <a:pt x="1236999" y="69609"/>
                </a:lnTo>
                <a:lnTo>
                  <a:pt x="1237326" y="69102"/>
                </a:lnTo>
                <a:lnTo>
                  <a:pt x="1237662" y="68605"/>
                </a:lnTo>
                <a:lnTo>
                  <a:pt x="1238008" y="68119"/>
                </a:lnTo>
                <a:lnTo>
                  <a:pt x="1238363" y="67642"/>
                </a:lnTo>
                <a:lnTo>
                  <a:pt x="1238727" y="67177"/>
                </a:lnTo>
                <a:lnTo>
                  <a:pt x="1239100" y="66722"/>
                </a:lnTo>
                <a:lnTo>
                  <a:pt x="1239483" y="66277"/>
                </a:lnTo>
                <a:lnTo>
                  <a:pt x="1239875" y="65842"/>
                </a:lnTo>
                <a:lnTo>
                  <a:pt x="1240276" y="65418"/>
                </a:lnTo>
                <a:lnTo>
                  <a:pt x="1240686" y="65005"/>
                </a:lnTo>
                <a:lnTo>
                  <a:pt x="1241106" y="64601"/>
                </a:lnTo>
                <a:lnTo>
                  <a:pt x="1241535" y="64208"/>
                </a:lnTo>
                <a:lnTo>
                  <a:pt x="1241973" y="63826"/>
                </a:lnTo>
                <a:lnTo>
                  <a:pt x="1242421" y="63454"/>
                </a:lnTo>
                <a:lnTo>
                  <a:pt x="1242878" y="63092"/>
                </a:lnTo>
                <a:lnTo>
                  <a:pt x="1243344" y="62741"/>
                </a:lnTo>
                <a:lnTo>
                  <a:pt x="1243820" y="62400"/>
                </a:lnTo>
                <a:lnTo>
                  <a:pt x="1244305" y="62070"/>
                </a:lnTo>
                <a:lnTo>
                  <a:pt x="1244799" y="61750"/>
                </a:lnTo>
                <a:lnTo>
                  <a:pt x="1245301" y="61441"/>
                </a:lnTo>
                <a:lnTo>
                  <a:pt x="1245809" y="61146"/>
                </a:lnTo>
                <a:lnTo>
                  <a:pt x="1246323" y="60864"/>
                </a:lnTo>
                <a:lnTo>
                  <a:pt x="1246842" y="60594"/>
                </a:lnTo>
                <a:lnTo>
                  <a:pt x="1247368" y="60338"/>
                </a:lnTo>
                <a:lnTo>
                  <a:pt x="1247900" y="60096"/>
                </a:lnTo>
                <a:lnTo>
                  <a:pt x="1248438" y="59866"/>
                </a:lnTo>
                <a:lnTo>
                  <a:pt x="1248982" y="59649"/>
                </a:lnTo>
                <a:lnTo>
                  <a:pt x="1249532" y="59446"/>
                </a:lnTo>
                <a:lnTo>
                  <a:pt x="1250088" y="59255"/>
                </a:lnTo>
                <a:lnTo>
                  <a:pt x="1250651" y="59078"/>
                </a:lnTo>
                <a:lnTo>
                  <a:pt x="1251219" y="58914"/>
                </a:lnTo>
                <a:lnTo>
                  <a:pt x="1251793" y="58763"/>
                </a:lnTo>
                <a:lnTo>
                  <a:pt x="1252373" y="58625"/>
                </a:lnTo>
                <a:lnTo>
                  <a:pt x="1252959" y="58501"/>
                </a:lnTo>
                <a:lnTo>
                  <a:pt x="1253551" y="58389"/>
                </a:lnTo>
                <a:lnTo>
                  <a:pt x="1254149" y="58290"/>
                </a:lnTo>
                <a:lnTo>
                  <a:pt x="1254753" y="58205"/>
                </a:lnTo>
                <a:lnTo>
                  <a:pt x="1255363" y="58133"/>
                </a:lnTo>
                <a:lnTo>
                  <a:pt x="1255979" y="58074"/>
                </a:lnTo>
                <a:lnTo>
                  <a:pt x="1256601" y="58028"/>
                </a:lnTo>
                <a:lnTo>
                  <a:pt x="1257229" y="57995"/>
                </a:lnTo>
                <a:lnTo>
                  <a:pt x="1257864" y="57975"/>
                </a:lnTo>
                <a:lnTo>
                  <a:pt x="1258504" y="57969"/>
                </a:lnTo>
                <a:lnTo>
                  <a:pt x="1259157" y="57975"/>
                </a:lnTo>
                <a:lnTo>
                  <a:pt x="1259803" y="57995"/>
                </a:lnTo>
                <a:lnTo>
                  <a:pt x="1260443" y="58028"/>
                </a:lnTo>
                <a:lnTo>
                  <a:pt x="1261077" y="58074"/>
                </a:lnTo>
                <a:lnTo>
                  <a:pt x="1261703" y="58133"/>
                </a:lnTo>
                <a:lnTo>
                  <a:pt x="1262324" y="58205"/>
                </a:lnTo>
                <a:lnTo>
                  <a:pt x="1262937" y="58290"/>
                </a:lnTo>
                <a:lnTo>
                  <a:pt x="1263544" y="58389"/>
                </a:lnTo>
                <a:lnTo>
                  <a:pt x="1264145" y="58501"/>
                </a:lnTo>
                <a:lnTo>
                  <a:pt x="1264739" y="58625"/>
                </a:lnTo>
                <a:lnTo>
                  <a:pt x="1265326" y="58763"/>
                </a:lnTo>
                <a:lnTo>
                  <a:pt x="1265907" y="58914"/>
                </a:lnTo>
                <a:lnTo>
                  <a:pt x="1266482" y="59078"/>
                </a:lnTo>
                <a:lnTo>
                  <a:pt x="1267049" y="59255"/>
                </a:lnTo>
                <a:lnTo>
                  <a:pt x="1267610" y="59446"/>
                </a:lnTo>
                <a:lnTo>
                  <a:pt x="1268165" y="59649"/>
                </a:lnTo>
                <a:lnTo>
                  <a:pt x="1268713" y="59866"/>
                </a:lnTo>
                <a:lnTo>
                  <a:pt x="1269254" y="60096"/>
                </a:lnTo>
                <a:lnTo>
                  <a:pt x="1269789" y="60338"/>
                </a:lnTo>
                <a:lnTo>
                  <a:pt x="1270317" y="60594"/>
                </a:lnTo>
                <a:lnTo>
                  <a:pt x="1270839" y="60864"/>
                </a:lnTo>
                <a:lnTo>
                  <a:pt x="1271354" y="61146"/>
                </a:lnTo>
                <a:lnTo>
                  <a:pt x="1271863" y="61441"/>
                </a:lnTo>
                <a:lnTo>
                  <a:pt x="1272365" y="61750"/>
                </a:lnTo>
                <a:lnTo>
                  <a:pt x="1272859" y="62070"/>
                </a:lnTo>
                <a:lnTo>
                  <a:pt x="1273344" y="62400"/>
                </a:lnTo>
                <a:lnTo>
                  <a:pt x="1273819" y="62741"/>
                </a:lnTo>
                <a:lnTo>
                  <a:pt x="1274286" y="63092"/>
                </a:lnTo>
                <a:lnTo>
                  <a:pt x="1274742" y="63454"/>
                </a:lnTo>
                <a:lnTo>
                  <a:pt x="1275190" y="63826"/>
                </a:lnTo>
                <a:lnTo>
                  <a:pt x="1275628" y="64208"/>
                </a:lnTo>
                <a:lnTo>
                  <a:pt x="1276057" y="64601"/>
                </a:lnTo>
                <a:lnTo>
                  <a:pt x="1276477" y="65005"/>
                </a:lnTo>
                <a:lnTo>
                  <a:pt x="1276888" y="65418"/>
                </a:lnTo>
                <a:lnTo>
                  <a:pt x="1277289" y="65842"/>
                </a:lnTo>
                <a:lnTo>
                  <a:pt x="1277680" y="66277"/>
                </a:lnTo>
                <a:lnTo>
                  <a:pt x="1278063" y="66722"/>
                </a:lnTo>
                <a:lnTo>
                  <a:pt x="1278436" y="67177"/>
                </a:lnTo>
                <a:lnTo>
                  <a:pt x="1278800" y="67642"/>
                </a:lnTo>
                <a:lnTo>
                  <a:pt x="1279155" y="68119"/>
                </a:lnTo>
                <a:lnTo>
                  <a:pt x="1279500" y="68605"/>
                </a:lnTo>
                <a:lnTo>
                  <a:pt x="1279836" y="69102"/>
                </a:lnTo>
                <a:lnTo>
                  <a:pt x="1280163" y="69609"/>
                </a:lnTo>
                <a:lnTo>
                  <a:pt x="1280480" y="70127"/>
                </a:lnTo>
                <a:lnTo>
                  <a:pt x="1280788" y="70655"/>
                </a:lnTo>
                <a:lnTo>
                  <a:pt x="1281087" y="71193"/>
                </a:lnTo>
                <a:lnTo>
                  <a:pt x="1281377" y="71742"/>
                </a:lnTo>
                <a:lnTo>
                  <a:pt x="1281657" y="72301"/>
                </a:lnTo>
                <a:lnTo>
                  <a:pt x="1281927" y="72869"/>
                </a:lnTo>
                <a:lnTo>
                  <a:pt x="1282186" y="73445"/>
                </a:lnTo>
                <a:lnTo>
                  <a:pt x="1282433" y="74029"/>
                </a:lnTo>
                <a:lnTo>
                  <a:pt x="1282668" y="74620"/>
                </a:lnTo>
                <a:lnTo>
                  <a:pt x="1282893" y="75219"/>
                </a:lnTo>
                <a:lnTo>
                  <a:pt x="1283105" y="75826"/>
                </a:lnTo>
                <a:lnTo>
                  <a:pt x="1283306" y="76440"/>
                </a:lnTo>
                <a:lnTo>
                  <a:pt x="1283496" y="77062"/>
                </a:lnTo>
                <a:lnTo>
                  <a:pt x="1283674" y="77691"/>
                </a:lnTo>
                <a:lnTo>
                  <a:pt x="1283841" y="78329"/>
                </a:lnTo>
                <a:lnTo>
                  <a:pt x="1283996" y="78974"/>
                </a:lnTo>
                <a:lnTo>
                  <a:pt x="1284139" y="79626"/>
                </a:lnTo>
                <a:lnTo>
                  <a:pt x="1284272" y="80286"/>
                </a:lnTo>
                <a:lnTo>
                  <a:pt x="1284392" y="80954"/>
                </a:lnTo>
                <a:lnTo>
                  <a:pt x="1284501" y="81630"/>
                </a:lnTo>
                <a:lnTo>
                  <a:pt x="1284599" y="82313"/>
                </a:lnTo>
                <a:lnTo>
                  <a:pt x="1284685" y="83004"/>
                </a:lnTo>
                <a:lnTo>
                  <a:pt x="1284760" y="83702"/>
                </a:lnTo>
                <a:lnTo>
                  <a:pt x="1284823" y="84408"/>
                </a:lnTo>
                <a:lnTo>
                  <a:pt x="1284875" y="85122"/>
                </a:lnTo>
                <a:lnTo>
                  <a:pt x="1284915" y="85844"/>
                </a:lnTo>
                <a:lnTo>
                  <a:pt x="1284944" y="86573"/>
                </a:lnTo>
                <a:lnTo>
                  <a:pt x="1284961" y="87310"/>
                </a:lnTo>
                <a:lnTo>
                  <a:pt x="1284967" y="88054"/>
                </a:lnTo>
                <a:lnTo>
                  <a:pt x="1284961" y="88811"/>
                </a:lnTo>
                <a:lnTo>
                  <a:pt x="1284944" y="89560"/>
                </a:lnTo>
                <a:lnTo>
                  <a:pt x="1284915" y="90300"/>
                </a:lnTo>
                <a:lnTo>
                  <a:pt x="1284875" y="91032"/>
                </a:lnTo>
                <a:lnTo>
                  <a:pt x="1284823" y="91755"/>
                </a:lnTo>
                <a:lnTo>
                  <a:pt x="1284760" y="92470"/>
                </a:lnTo>
                <a:lnTo>
                  <a:pt x="1284685" y="93176"/>
                </a:lnTo>
                <a:lnTo>
                  <a:pt x="1284599" y="93874"/>
                </a:lnTo>
                <a:lnTo>
                  <a:pt x="1284501" y="94563"/>
                </a:lnTo>
                <a:lnTo>
                  <a:pt x="1284392" y="95244"/>
                </a:lnTo>
                <a:lnTo>
                  <a:pt x="1284272" y="95916"/>
                </a:lnTo>
                <a:lnTo>
                  <a:pt x="1284139" y="96580"/>
                </a:lnTo>
                <a:lnTo>
                  <a:pt x="1283996" y="97236"/>
                </a:lnTo>
                <a:lnTo>
                  <a:pt x="1283841" y="97883"/>
                </a:lnTo>
                <a:lnTo>
                  <a:pt x="1283674" y="98521"/>
                </a:lnTo>
                <a:lnTo>
                  <a:pt x="1283496" y="99151"/>
                </a:lnTo>
                <a:lnTo>
                  <a:pt x="1283306" y="99773"/>
                </a:lnTo>
                <a:lnTo>
                  <a:pt x="1283105" y="100386"/>
                </a:lnTo>
                <a:lnTo>
                  <a:pt x="1282893" y="100990"/>
                </a:lnTo>
                <a:lnTo>
                  <a:pt x="1282668" y="101586"/>
                </a:lnTo>
                <a:lnTo>
                  <a:pt x="1282433" y="102174"/>
                </a:lnTo>
                <a:lnTo>
                  <a:pt x="1282186" y="102753"/>
                </a:lnTo>
                <a:lnTo>
                  <a:pt x="1281927" y="103324"/>
                </a:lnTo>
                <a:lnTo>
                  <a:pt x="1281657" y="103886"/>
                </a:lnTo>
                <a:lnTo>
                  <a:pt x="1281377" y="104439"/>
                </a:lnTo>
                <a:lnTo>
                  <a:pt x="1281087" y="104982"/>
                </a:lnTo>
                <a:lnTo>
                  <a:pt x="1280788" y="105514"/>
                </a:lnTo>
                <a:lnTo>
                  <a:pt x="1280480" y="106037"/>
                </a:lnTo>
                <a:lnTo>
                  <a:pt x="1280163" y="106549"/>
                </a:lnTo>
                <a:lnTo>
                  <a:pt x="1279836" y="107051"/>
                </a:lnTo>
                <a:lnTo>
                  <a:pt x="1279500" y="107543"/>
                </a:lnTo>
                <a:lnTo>
                  <a:pt x="1279155" y="108025"/>
                </a:lnTo>
                <a:lnTo>
                  <a:pt x="1278800" y="108497"/>
                </a:lnTo>
                <a:lnTo>
                  <a:pt x="1278436" y="108959"/>
                </a:lnTo>
                <a:lnTo>
                  <a:pt x="1278063" y="109410"/>
                </a:lnTo>
                <a:lnTo>
                  <a:pt x="1277680" y="109852"/>
                </a:lnTo>
                <a:lnTo>
                  <a:pt x="1277289" y="110283"/>
                </a:lnTo>
                <a:lnTo>
                  <a:pt x="1276888" y="110705"/>
                </a:lnTo>
                <a:lnTo>
                  <a:pt x="1276477" y="111116"/>
                </a:lnTo>
                <a:lnTo>
                  <a:pt x="1276057" y="111517"/>
                </a:lnTo>
                <a:lnTo>
                  <a:pt x="1275628" y="111908"/>
                </a:lnTo>
                <a:lnTo>
                  <a:pt x="1275190" y="112289"/>
                </a:lnTo>
                <a:lnTo>
                  <a:pt x="1274742" y="112659"/>
                </a:lnTo>
                <a:lnTo>
                  <a:pt x="1274286" y="113020"/>
                </a:lnTo>
                <a:lnTo>
                  <a:pt x="1273819" y="113370"/>
                </a:lnTo>
                <a:lnTo>
                  <a:pt x="1273344" y="113711"/>
                </a:lnTo>
                <a:lnTo>
                  <a:pt x="1272859" y="114041"/>
                </a:lnTo>
                <a:lnTo>
                  <a:pt x="1272365" y="114361"/>
                </a:lnTo>
                <a:lnTo>
                  <a:pt x="1271863" y="114669"/>
                </a:lnTo>
                <a:lnTo>
                  <a:pt x="1271354" y="114964"/>
                </a:lnTo>
                <a:lnTo>
                  <a:pt x="1270839" y="115247"/>
                </a:lnTo>
                <a:lnTo>
                  <a:pt x="1270317" y="115515"/>
                </a:lnTo>
                <a:lnTo>
                  <a:pt x="1269789" y="115771"/>
                </a:lnTo>
                <a:lnTo>
                  <a:pt x="1269254" y="116014"/>
                </a:lnTo>
                <a:lnTo>
                  <a:pt x="1268713" y="116244"/>
                </a:lnTo>
                <a:lnTo>
                  <a:pt x="1268165" y="116460"/>
                </a:lnTo>
                <a:lnTo>
                  <a:pt x="1267610" y="116663"/>
                </a:lnTo>
                <a:lnTo>
                  <a:pt x="1267049" y="116854"/>
                </a:lnTo>
                <a:lnTo>
                  <a:pt x="1266482" y="117031"/>
                </a:lnTo>
                <a:lnTo>
                  <a:pt x="1265907" y="117195"/>
                </a:lnTo>
                <a:lnTo>
                  <a:pt x="1265326" y="117346"/>
                </a:lnTo>
                <a:lnTo>
                  <a:pt x="1264739" y="117483"/>
                </a:lnTo>
                <a:lnTo>
                  <a:pt x="1264145" y="117608"/>
                </a:lnTo>
                <a:lnTo>
                  <a:pt x="1263544" y="117720"/>
                </a:lnTo>
                <a:lnTo>
                  <a:pt x="1262937" y="117818"/>
                </a:lnTo>
                <a:lnTo>
                  <a:pt x="1262324" y="117903"/>
                </a:lnTo>
                <a:lnTo>
                  <a:pt x="1261703" y="117975"/>
                </a:lnTo>
                <a:lnTo>
                  <a:pt x="1261077" y="118034"/>
                </a:lnTo>
                <a:lnTo>
                  <a:pt x="1260443" y="118080"/>
                </a:lnTo>
                <a:lnTo>
                  <a:pt x="1259803" y="118113"/>
                </a:lnTo>
                <a:lnTo>
                  <a:pt x="1259157" y="118133"/>
                </a:lnTo>
                <a:lnTo>
                  <a:pt x="1258504" y="118139"/>
                </a:lnTo>
                <a:lnTo>
                  <a:pt x="1257864" y="118133"/>
                </a:lnTo>
                <a:lnTo>
                  <a:pt x="1257229" y="118113"/>
                </a:lnTo>
                <a:lnTo>
                  <a:pt x="1256601" y="118080"/>
                </a:lnTo>
                <a:lnTo>
                  <a:pt x="1255979" y="118034"/>
                </a:lnTo>
                <a:lnTo>
                  <a:pt x="1255363" y="117975"/>
                </a:lnTo>
                <a:close/>
                <a:moveTo>
                  <a:pt x="1126025" y="129509"/>
                </a:moveTo>
                <a:lnTo>
                  <a:pt x="1126974" y="129436"/>
                </a:lnTo>
                <a:lnTo>
                  <a:pt x="1127909" y="129348"/>
                </a:lnTo>
                <a:lnTo>
                  <a:pt x="1128831" y="129243"/>
                </a:lnTo>
                <a:lnTo>
                  <a:pt x="1129739" y="129122"/>
                </a:lnTo>
                <a:lnTo>
                  <a:pt x="1130634" y="128985"/>
                </a:lnTo>
                <a:lnTo>
                  <a:pt x="1131515" y="128831"/>
                </a:lnTo>
                <a:lnTo>
                  <a:pt x="1132382" y="128662"/>
                </a:lnTo>
                <a:lnTo>
                  <a:pt x="1133235" y="128476"/>
                </a:lnTo>
                <a:lnTo>
                  <a:pt x="1134075" y="128275"/>
                </a:lnTo>
                <a:lnTo>
                  <a:pt x="1134901" y="128057"/>
                </a:lnTo>
                <a:lnTo>
                  <a:pt x="1135714" y="127823"/>
                </a:lnTo>
                <a:lnTo>
                  <a:pt x="1136513" y="127573"/>
                </a:lnTo>
                <a:lnTo>
                  <a:pt x="1137298" y="127307"/>
                </a:lnTo>
                <a:lnTo>
                  <a:pt x="1138069" y="127025"/>
                </a:lnTo>
                <a:lnTo>
                  <a:pt x="1138827" y="126726"/>
                </a:lnTo>
                <a:lnTo>
                  <a:pt x="1139571" y="126412"/>
                </a:lnTo>
                <a:lnTo>
                  <a:pt x="1140302" y="126081"/>
                </a:lnTo>
                <a:lnTo>
                  <a:pt x="1141018" y="125734"/>
                </a:lnTo>
                <a:lnTo>
                  <a:pt x="1141721" y="125371"/>
                </a:lnTo>
                <a:lnTo>
                  <a:pt x="1142411" y="124992"/>
                </a:lnTo>
                <a:lnTo>
                  <a:pt x="1143087" y="124600"/>
                </a:lnTo>
                <a:lnTo>
                  <a:pt x="1143748" y="124197"/>
                </a:lnTo>
                <a:lnTo>
                  <a:pt x="1144396" y="123784"/>
                </a:lnTo>
                <a:lnTo>
                  <a:pt x="1145030" y="123360"/>
                </a:lnTo>
                <a:lnTo>
                  <a:pt x="1145650" y="122926"/>
                </a:lnTo>
                <a:lnTo>
                  <a:pt x="1146255" y="122482"/>
                </a:lnTo>
                <a:lnTo>
                  <a:pt x="1146847" y="122027"/>
                </a:lnTo>
                <a:lnTo>
                  <a:pt x="1147425" y="121562"/>
                </a:lnTo>
                <a:lnTo>
                  <a:pt x="1147989" y="121087"/>
                </a:lnTo>
                <a:lnTo>
                  <a:pt x="1148539" y="120601"/>
                </a:lnTo>
                <a:lnTo>
                  <a:pt x="1149075" y="120104"/>
                </a:lnTo>
                <a:lnTo>
                  <a:pt x="1149598" y="119598"/>
                </a:lnTo>
                <a:lnTo>
                  <a:pt x="1150106" y="119081"/>
                </a:lnTo>
                <a:lnTo>
                  <a:pt x="1150600" y="118553"/>
                </a:lnTo>
                <a:lnTo>
                  <a:pt x="1151080" y="118015"/>
                </a:lnTo>
                <a:lnTo>
                  <a:pt x="1151547" y="117467"/>
                </a:lnTo>
                <a:lnTo>
                  <a:pt x="1151999" y="116909"/>
                </a:lnTo>
                <a:lnTo>
                  <a:pt x="1152437" y="116340"/>
                </a:lnTo>
                <a:lnTo>
                  <a:pt x="1152862" y="115760"/>
                </a:lnTo>
                <a:lnTo>
                  <a:pt x="1153272" y="115170"/>
                </a:lnTo>
                <a:lnTo>
                  <a:pt x="1153669" y="114570"/>
                </a:lnTo>
                <a:lnTo>
                  <a:pt x="1154051" y="113960"/>
                </a:lnTo>
                <a:lnTo>
                  <a:pt x="1154420" y="113339"/>
                </a:lnTo>
                <a:lnTo>
                  <a:pt x="1154775" y="112707"/>
                </a:lnTo>
                <a:lnTo>
                  <a:pt x="1155115" y="112068"/>
                </a:lnTo>
                <a:lnTo>
                  <a:pt x="1155442" y="111425"/>
                </a:lnTo>
                <a:lnTo>
                  <a:pt x="1155753" y="110776"/>
                </a:lnTo>
                <a:lnTo>
                  <a:pt x="1156050" y="110123"/>
                </a:lnTo>
                <a:lnTo>
                  <a:pt x="1156333" y="109466"/>
                </a:lnTo>
                <a:lnTo>
                  <a:pt x="1156601" y="108803"/>
                </a:lnTo>
                <a:lnTo>
                  <a:pt x="1156855" y="108136"/>
                </a:lnTo>
                <a:lnTo>
                  <a:pt x="1157094" y="107465"/>
                </a:lnTo>
                <a:lnTo>
                  <a:pt x="1157319" y="106788"/>
                </a:lnTo>
                <a:lnTo>
                  <a:pt x="1157529" y="106107"/>
                </a:lnTo>
                <a:lnTo>
                  <a:pt x="1157725" y="105422"/>
                </a:lnTo>
                <a:lnTo>
                  <a:pt x="1157906" y="104732"/>
                </a:lnTo>
                <a:lnTo>
                  <a:pt x="1158073" y="104037"/>
                </a:lnTo>
                <a:lnTo>
                  <a:pt x="1158225" y="103337"/>
                </a:lnTo>
                <a:lnTo>
                  <a:pt x="1158363" y="102633"/>
                </a:lnTo>
                <a:lnTo>
                  <a:pt x="1158486" y="101924"/>
                </a:lnTo>
                <a:lnTo>
                  <a:pt x="1158595" y="101211"/>
                </a:lnTo>
                <a:lnTo>
                  <a:pt x="1158689" y="100493"/>
                </a:lnTo>
                <a:lnTo>
                  <a:pt x="1158769" y="99770"/>
                </a:lnTo>
                <a:lnTo>
                  <a:pt x="1158834" y="99043"/>
                </a:lnTo>
                <a:lnTo>
                  <a:pt x="1158885" y="98311"/>
                </a:lnTo>
                <a:lnTo>
                  <a:pt x="1158921" y="97574"/>
                </a:lnTo>
                <a:lnTo>
                  <a:pt x="1158943" y="96833"/>
                </a:lnTo>
                <a:lnTo>
                  <a:pt x="1158950" y="96087"/>
                </a:lnTo>
                <a:lnTo>
                  <a:pt x="1158945" y="95447"/>
                </a:lnTo>
                <a:lnTo>
                  <a:pt x="1158929" y="94813"/>
                </a:lnTo>
                <a:lnTo>
                  <a:pt x="1158903" y="94186"/>
                </a:lnTo>
                <a:lnTo>
                  <a:pt x="1158867" y="93565"/>
                </a:lnTo>
                <a:lnTo>
                  <a:pt x="1158820" y="92950"/>
                </a:lnTo>
                <a:lnTo>
                  <a:pt x="1158763" y="92341"/>
                </a:lnTo>
                <a:lnTo>
                  <a:pt x="1158695" y="91739"/>
                </a:lnTo>
                <a:lnTo>
                  <a:pt x="1158617" y="91143"/>
                </a:lnTo>
                <a:lnTo>
                  <a:pt x="1158529" y="90553"/>
                </a:lnTo>
                <a:lnTo>
                  <a:pt x="1158430" y="89970"/>
                </a:lnTo>
                <a:lnTo>
                  <a:pt x="1158321" y="89393"/>
                </a:lnTo>
                <a:lnTo>
                  <a:pt x="1158202" y="88822"/>
                </a:lnTo>
                <a:lnTo>
                  <a:pt x="1158072" y="88258"/>
                </a:lnTo>
                <a:lnTo>
                  <a:pt x="1157932" y="87699"/>
                </a:lnTo>
                <a:lnTo>
                  <a:pt x="1157781" y="87147"/>
                </a:lnTo>
                <a:lnTo>
                  <a:pt x="1157620" y="86602"/>
                </a:lnTo>
                <a:lnTo>
                  <a:pt x="1157448" y="86062"/>
                </a:lnTo>
                <a:lnTo>
                  <a:pt x="1157267" y="85529"/>
                </a:lnTo>
                <a:lnTo>
                  <a:pt x="1157074" y="85003"/>
                </a:lnTo>
                <a:lnTo>
                  <a:pt x="1156872" y="84482"/>
                </a:lnTo>
                <a:lnTo>
                  <a:pt x="1156659" y="83968"/>
                </a:lnTo>
                <a:lnTo>
                  <a:pt x="1156435" y="83460"/>
                </a:lnTo>
                <a:lnTo>
                  <a:pt x="1156202" y="82959"/>
                </a:lnTo>
                <a:lnTo>
                  <a:pt x="1155957" y="82463"/>
                </a:lnTo>
                <a:lnTo>
                  <a:pt x="1155704" y="81975"/>
                </a:lnTo>
                <a:lnTo>
                  <a:pt x="1155444" y="81495"/>
                </a:lnTo>
                <a:lnTo>
                  <a:pt x="1155176" y="81022"/>
                </a:lnTo>
                <a:lnTo>
                  <a:pt x="1154901" y="80558"/>
                </a:lnTo>
                <a:lnTo>
                  <a:pt x="1154618" y="80101"/>
                </a:lnTo>
                <a:lnTo>
                  <a:pt x="1154328" y="79652"/>
                </a:lnTo>
                <a:lnTo>
                  <a:pt x="1154031" y="79212"/>
                </a:lnTo>
                <a:lnTo>
                  <a:pt x="1153726" y="78779"/>
                </a:lnTo>
                <a:lnTo>
                  <a:pt x="1153414" y="78354"/>
                </a:lnTo>
                <a:lnTo>
                  <a:pt x="1153094" y="77937"/>
                </a:lnTo>
                <a:lnTo>
                  <a:pt x="1152767" y="77528"/>
                </a:lnTo>
                <a:lnTo>
                  <a:pt x="1152433" y="77127"/>
                </a:lnTo>
                <a:lnTo>
                  <a:pt x="1152091" y="76734"/>
                </a:lnTo>
                <a:lnTo>
                  <a:pt x="1151742" y="76349"/>
                </a:lnTo>
                <a:lnTo>
                  <a:pt x="1151386" y="75971"/>
                </a:lnTo>
                <a:lnTo>
                  <a:pt x="1151022" y="75602"/>
                </a:lnTo>
                <a:lnTo>
                  <a:pt x="1150651" y="75241"/>
                </a:lnTo>
                <a:lnTo>
                  <a:pt x="1150272" y="74887"/>
                </a:lnTo>
                <a:lnTo>
                  <a:pt x="1149886" y="74542"/>
                </a:lnTo>
                <a:lnTo>
                  <a:pt x="1149493" y="74204"/>
                </a:lnTo>
                <a:lnTo>
                  <a:pt x="1149092" y="73875"/>
                </a:lnTo>
                <a:lnTo>
                  <a:pt x="1148684" y="73553"/>
                </a:lnTo>
                <a:lnTo>
                  <a:pt x="1148268" y="73239"/>
                </a:lnTo>
                <a:lnTo>
                  <a:pt x="1147845" y="72933"/>
                </a:lnTo>
                <a:lnTo>
                  <a:pt x="1147416" y="72635"/>
                </a:lnTo>
                <a:lnTo>
                  <a:pt x="1146983" y="72346"/>
                </a:lnTo>
                <a:lnTo>
                  <a:pt x="1146545" y="72064"/>
                </a:lnTo>
                <a:lnTo>
                  <a:pt x="1146102" y="71791"/>
                </a:lnTo>
                <a:lnTo>
                  <a:pt x="1145654" y="71526"/>
                </a:lnTo>
                <a:lnTo>
                  <a:pt x="1145202" y="71269"/>
                </a:lnTo>
                <a:lnTo>
                  <a:pt x="1144745" y="71020"/>
                </a:lnTo>
                <a:lnTo>
                  <a:pt x="1144284" y="70780"/>
                </a:lnTo>
                <a:lnTo>
                  <a:pt x="1143817" y="70548"/>
                </a:lnTo>
                <a:lnTo>
                  <a:pt x="1143347" y="70324"/>
                </a:lnTo>
                <a:lnTo>
                  <a:pt x="1142871" y="70108"/>
                </a:lnTo>
                <a:lnTo>
                  <a:pt x="1142391" y="69900"/>
                </a:lnTo>
                <a:lnTo>
                  <a:pt x="1141906" y="69701"/>
                </a:lnTo>
                <a:lnTo>
                  <a:pt x="1141417" y="69509"/>
                </a:lnTo>
                <a:lnTo>
                  <a:pt x="1140923" y="69327"/>
                </a:lnTo>
                <a:lnTo>
                  <a:pt x="1140424" y="69152"/>
                </a:lnTo>
                <a:lnTo>
                  <a:pt x="1139921" y="68985"/>
                </a:lnTo>
                <a:lnTo>
                  <a:pt x="1139413" y="68827"/>
                </a:lnTo>
                <a:lnTo>
                  <a:pt x="1138900" y="68677"/>
                </a:lnTo>
                <a:lnTo>
                  <a:pt x="1138383" y="68535"/>
                </a:lnTo>
                <a:lnTo>
                  <a:pt x="1137861" y="68401"/>
                </a:lnTo>
                <a:lnTo>
                  <a:pt x="1137335" y="68276"/>
                </a:lnTo>
                <a:lnTo>
                  <a:pt x="1136803" y="68158"/>
                </a:lnTo>
                <a:lnTo>
                  <a:pt x="1136267" y="68049"/>
                </a:lnTo>
                <a:lnTo>
                  <a:pt x="1136789" y="67914"/>
                </a:lnTo>
                <a:lnTo>
                  <a:pt x="1137302" y="67771"/>
                </a:lnTo>
                <a:lnTo>
                  <a:pt x="1137809" y="67621"/>
                </a:lnTo>
                <a:lnTo>
                  <a:pt x="1138307" y="67463"/>
                </a:lnTo>
                <a:lnTo>
                  <a:pt x="1138798" y="67297"/>
                </a:lnTo>
                <a:lnTo>
                  <a:pt x="1139281" y="67123"/>
                </a:lnTo>
                <a:lnTo>
                  <a:pt x="1139756" y="66942"/>
                </a:lnTo>
                <a:lnTo>
                  <a:pt x="1140224" y="66754"/>
                </a:lnTo>
                <a:lnTo>
                  <a:pt x="1140684" y="66557"/>
                </a:lnTo>
                <a:lnTo>
                  <a:pt x="1141136" y="66353"/>
                </a:lnTo>
                <a:lnTo>
                  <a:pt x="1141581" y="66142"/>
                </a:lnTo>
                <a:lnTo>
                  <a:pt x="1142018" y="65922"/>
                </a:lnTo>
                <a:lnTo>
                  <a:pt x="1142447" y="65695"/>
                </a:lnTo>
                <a:lnTo>
                  <a:pt x="1142869" y="65461"/>
                </a:lnTo>
                <a:lnTo>
                  <a:pt x="1143283" y="65218"/>
                </a:lnTo>
                <a:lnTo>
                  <a:pt x="1143690" y="64969"/>
                </a:lnTo>
                <a:lnTo>
                  <a:pt x="1144088" y="64711"/>
                </a:lnTo>
                <a:lnTo>
                  <a:pt x="1144479" y="64446"/>
                </a:lnTo>
                <a:lnTo>
                  <a:pt x="1144863" y="64173"/>
                </a:lnTo>
                <a:lnTo>
                  <a:pt x="1145239" y="63893"/>
                </a:lnTo>
                <a:lnTo>
                  <a:pt x="1145607" y="63604"/>
                </a:lnTo>
                <a:lnTo>
                  <a:pt x="1145967" y="63309"/>
                </a:lnTo>
                <a:lnTo>
                  <a:pt x="1146320" y="63005"/>
                </a:lnTo>
                <a:lnTo>
                  <a:pt x="1146665" y="62694"/>
                </a:lnTo>
                <a:lnTo>
                  <a:pt x="1147003" y="62377"/>
                </a:lnTo>
                <a:lnTo>
                  <a:pt x="1147334" y="62056"/>
                </a:lnTo>
                <a:lnTo>
                  <a:pt x="1147657" y="61731"/>
                </a:lnTo>
                <a:lnTo>
                  <a:pt x="1147974" y="61401"/>
                </a:lnTo>
                <a:lnTo>
                  <a:pt x="1148283" y="61068"/>
                </a:lnTo>
                <a:lnTo>
                  <a:pt x="1148585" y="60730"/>
                </a:lnTo>
                <a:lnTo>
                  <a:pt x="1148880" y="60388"/>
                </a:lnTo>
                <a:lnTo>
                  <a:pt x="1149168" y="60043"/>
                </a:lnTo>
                <a:lnTo>
                  <a:pt x="1149449" y="59693"/>
                </a:lnTo>
                <a:lnTo>
                  <a:pt x="1149723" y="59339"/>
                </a:lnTo>
                <a:lnTo>
                  <a:pt x="1149989" y="58981"/>
                </a:lnTo>
                <a:lnTo>
                  <a:pt x="1150249" y="58618"/>
                </a:lnTo>
                <a:lnTo>
                  <a:pt x="1150501" y="58252"/>
                </a:lnTo>
                <a:lnTo>
                  <a:pt x="1150747" y="57882"/>
                </a:lnTo>
                <a:lnTo>
                  <a:pt x="1150985" y="57507"/>
                </a:lnTo>
                <a:lnTo>
                  <a:pt x="1151216" y="57129"/>
                </a:lnTo>
                <a:lnTo>
                  <a:pt x="1151440" y="56746"/>
                </a:lnTo>
                <a:lnTo>
                  <a:pt x="1151657" y="56359"/>
                </a:lnTo>
                <a:lnTo>
                  <a:pt x="1151867" y="55968"/>
                </a:lnTo>
                <a:lnTo>
                  <a:pt x="1152069" y="55573"/>
                </a:lnTo>
                <a:lnTo>
                  <a:pt x="1152265" y="55174"/>
                </a:lnTo>
                <a:lnTo>
                  <a:pt x="1152453" y="54771"/>
                </a:lnTo>
                <a:lnTo>
                  <a:pt x="1152634" y="54364"/>
                </a:lnTo>
                <a:lnTo>
                  <a:pt x="1152809" y="53953"/>
                </a:lnTo>
                <a:lnTo>
                  <a:pt x="1152976" y="53538"/>
                </a:lnTo>
                <a:lnTo>
                  <a:pt x="1153136" y="53120"/>
                </a:lnTo>
                <a:lnTo>
                  <a:pt x="1153289" y="52701"/>
                </a:lnTo>
                <a:lnTo>
                  <a:pt x="1153434" y="52278"/>
                </a:lnTo>
                <a:lnTo>
                  <a:pt x="1153573" y="51854"/>
                </a:lnTo>
                <a:lnTo>
                  <a:pt x="1153705" y="51427"/>
                </a:lnTo>
                <a:lnTo>
                  <a:pt x="1153829" y="50997"/>
                </a:lnTo>
                <a:lnTo>
                  <a:pt x="1153946" y="50565"/>
                </a:lnTo>
                <a:lnTo>
                  <a:pt x="1154057" y="50131"/>
                </a:lnTo>
                <a:lnTo>
                  <a:pt x="1154160" y="49694"/>
                </a:lnTo>
                <a:lnTo>
                  <a:pt x="1154256" y="49254"/>
                </a:lnTo>
                <a:lnTo>
                  <a:pt x="1154345" y="48813"/>
                </a:lnTo>
                <a:lnTo>
                  <a:pt x="1154426" y="48368"/>
                </a:lnTo>
                <a:lnTo>
                  <a:pt x="1154501" y="47922"/>
                </a:lnTo>
                <a:lnTo>
                  <a:pt x="1154569" y="47472"/>
                </a:lnTo>
                <a:lnTo>
                  <a:pt x="1154629" y="47021"/>
                </a:lnTo>
                <a:lnTo>
                  <a:pt x="1154682" y="46567"/>
                </a:lnTo>
                <a:lnTo>
                  <a:pt x="1154729" y="46110"/>
                </a:lnTo>
                <a:lnTo>
                  <a:pt x="1154768" y="45651"/>
                </a:lnTo>
                <a:lnTo>
                  <a:pt x="1154800" y="45190"/>
                </a:lnTo>
                <a:lnTo>
                  <a:pt x="1154825" y="44726"/>
                </a:lnTo>
                <a:lnTo>
                  <a:pt x="1154842" y="44259"/>
                </a:lnTo>
                <a:lnTo>
                  <a:pt x="1154853" y="43790"/>
                </a:lnTo>
                <a:lnTo>
                  <a:pt x="1154857" y="43319"/>
                </a:lnTo>
                <a:lnTo>
                  <a:pt x="1154850" y="42691"/>
                </a:lnTo>
                <a:lnTo>
                  <a:pt x="1154831" y="42068"/>
                </a:lnTo>
                <a:lnTo>
                  <a:pt x="1154799" y="41449"/>
                </a:lnTo>
                <a:lnTo>
                  <a:pt x="1154754" y="40834"/>
                </a:lnTo>
                <a:lnTo>
                  <a:pt x="1154696" y="40223"/>
                </a:lnTo>
                <a:lnTo>
                  <a:pt x="1154625" y="39617"/>
                </a:lnTo>
                <a:lnTo>
                  <a:pt x="1154541" y="39016"/>
                </a:lnTo>
                <a:lnTo>
                  <a:pt x="1154445" y="38418"/>
                </a:lnTo>
                <a:lnTo>
                  <a:pt x="1154336" y="37825"/>
                </a:lnTo>
                <a:lnTo>
                  <a:pt x="1154213" y="37237"/>
                </a:lnTo>
                <a:lnTo>
                  <a:pt x="1154078" y="36653"/>
                </a:lnTo>
                <a:lnTo>
                  <a:pt x="1153931" y="36073"/>
                </a:lnTo>
                <a:lnTo>
                  <a:pt x="1153770" y="35498"/>
                </a:lnTo>
                <a:lnTo>
                  <a:pt x="1153596" y="34927"/>
                </a:lnTo>
                <a:lnTo>
                  <a:pt x="1153410" y="34360"/>
                </a:lnTo>
                <a:lnTo>
                  <a:pt x="1153210" y="33798"/>
                </a:lnTo>
                <a:lnTo>
                  <a:pt x="1152998" y="33240"/>
                </a:lnTo>
                <a:lnTo>
                  <a:pt x="1152773" y="32687"/>
                </a:lnTo>
                <a:lnTo>
                  <a:pt x="1152535" y="32138"/>
                </a:lnTo>
                <a:lnTo>
                  <a:pt x="1152284" y="31593"/>
                </a:lnTo>
                <a:lnTo>
                  <a:pt x="1152021" y="31053"/>
                </a:lnTo>
                <a:lnTo>
                  <a:pt x="1151744" y="30517"/>
                </a:lnTo>
                <a:lnTo>
                  <a:pt x="1151455" y="29985"/>
                </a:lnTo>
                <a:lnTo>
                  <a:pt x="1151153" y="29458"/>
                </a:lnTo>
                <a:lnTo>
                  <a:pt x="1150838" y="28937"/>
                </a:lnTo>
                <a:lnTo>
                  <a:pt x="1150511" y="28425"/>
                </a:lnTo>
                <a:lnTo>
                  <a:pt x="1150172" y="27922"/>
                </a:lnTo>
                <a:lnTo>
                  <a:pt x="1149820" y="27427"/>
                </a:lnTo>
                <a:lnTo>
                  <a:pt x="1149457" y="26941"/>
                </a:lnTo>
                <a:lnTo>
                  <a:pt x="1149080" y="26464"/>
                </a:lnTo>
                <a:lnTo>
                  <a:pt x="1148692" y="25996"/>
                </a:lnTo>
                <a:lnTo>
                  <a:pt x="1148291" y="25537"/>
                </a:lnTo>
                <a:lnTo>
                  <a:pt x="1147878" y="25086"/>
                </a:lnTo>
                <a:lnTo>
                  <a:pt x="1147453" y="24644"/>
                </a:lnTo>
                <a:lnTo>
                  <a:pt x="1147015" y="24211"/>
                </a:lnTo>
                <a:lnTo>
                  <a:pt x="1146565" y="23786"/>
                </a:lnTo>
                <a:lnTo>
                  <a:pt x="1146103" y="23370"/>
                </a:lnTo>
                <a:lnTo>
                  <a:pt x="1145628" y="22963"/>
                </a:lnTo>
                <a:lnTo>
                  <a:pt x="1145141" y="22565"/>
                </a:lnTo>
                <a:lnTo>
                  <a:pt x="1144642" y="22176"/>
                </a:lnTo>
                <a:lnTo>
                  <a:pt x="1144130" y="21795"/>
                </a:lnTo>
                <a:lnTo>
                  <a:pt x="1143606" y="21423"/>
                </a:lnTo>
                <a:lnTo>
                  <a:pt x="1143070" y="21060"/>
                </a:lnTo>
                <a:lnTo>
                  <a:pt x="1142522" y="20705"/>
                </a:lnTo>
                <a:lnTo>
                  <a:pt x="1141961" y="20360"/>
                </a:lnTo>
                <a:lnTo>
                  <a:pt x="1141388" y="20023"/>
                </a:lnTo>
                <a:lnTo>
                  <a:pt x="1140802" y="19694"/>
                </a:lnTo>
                <a:lnTo>
                  <a:pt x="1140204" y="19375"/>
                </a:lnTo>
                <a:lnTo>
                  <a:pt x="1139595" y="19067"/>
                </a:lnTo>
                <a:lnTo>
                  <a:pt x="1138973" y="18771"/>
                </a:lnTo>
                <a:lnTo>
                  <a:pt x="1138339" y="18489"/>
                </a:lnTo>
                <a:lnTo>
                  <a:pt x="1137693" y="18220"/>
                </a:lnTo>
                <a:lnTo>
                  <a:pt x="1137036" y="17964"/>
                </a:lnTo>
                <a:lnTo>
                  <a:pt x="1136366" y="17721"/>
                </a:lnTo>
                <a:lnTo>
                  <a:pt x="1135684" y="17491"/>
                </a:lnTo>
                <a:lnTo>
                  <a:pt x="1134990" y="17275"/>
                </a:lnTo>
                <a:lnTo>
                  <a:pt x="1134284" y="17071"/>
                </a:lnTo>
                <a:lnTo>
                  <a:pt x="1133566" y="16881"/>
                </a:lnTo>
                <a:lnTo>
                  <a:pt x="1132836" y="16704"/>
                </a:lnTo>
                <a:lnTo>
                  <a:pt x="1132094" y="16539"/>
                </a:lnTo>
                <a:lnTo>
                  <a:pt x="1131340" y="16388"/>
                </a:lnTo>
                <a:lnTo>
                  <a:pt x="1130573" y="16251"/>
                </a:lnTo>
                <a:lnTo>
                  <a:pt x="1129795" y="16126"/>
                </a:lnTo>
                <a:lnTo>
                  <a:pt x="1129005" y="16014"/>
                </a:lnTo>
                <a:lnTo>
                  <a:pt x="1128203" y="15916"/>
                </a:lnTo>
                <a:lnTo>
                  <a:pt x="1127388" y="15831"/>
                </a:lnTo>
                <a:lnTo>
                  <a:pt x="1126562" y="15758"/>
                </a:lnTo>
                <a:lnTo>
                  <a:pt x="1125724" y="15699"/>
                </a:lnTo>
                <a:lnTo>
                  <a:pt x="1124873" y="15653"/>
                </a:lnTo>
                <a:lnTo>
                  <a:pt x="1124011" y="15621"/>
                </a:lnTo>
                <a:lnTo>
                  <a:pt x="1123136" y="15601"/>
                </a:lnTo>
                <a:lnTo>
                  <a:pt x="1122250" y="15594"/>
                </a:lnTo>
                <a:lnTo>
                  <a:pt x="1121401" y="15601"/>
                </a:lnTo>
                <a:lnTo>
                  <a:pt x="1120562" y="15621"/>
                </a:lnTo>
                <a:lnTo>
                  <a:pt x="1119732" y="15655"/>
                </a:lnTo>
                <a:lnTo>
                  <a:pt x="1118911" y="15701"/>
                </a:lnTo>
                <a:lnTo>
                  <a:pt x="1118100" y="15762"/>
                </a:lnTo>
                <a:lnTo>
                  <a:pt x="1117298" y="15836"/>
                </a:lnTo>
                <a:lnTo>
                  <a:pt x="1116505" y="15923"/>
                </a:lnTo>
                <a:lnTo>
                  <a:pt x="1115721" y="16023"/>
                </a:lnTo>
                <a:lnTo>
                  <a:pt x="1114947" y="16137"/>
                </a:lnTo>
                <a:lnTo>
                  <a:pt x="1114182" y="16264"/>
                </a:lnTo>
                <a:lnTo>
                  <a:pt x="1113427" y="16405"/>
                </a:lnTo>
                <a:lnTo>
                  <a:pt x="1112680" y="16559"/>
                </a:lnTo>
                <a:lnTo>
                  <a:pt x="1111943" y="16727"/>
                </a:lnTo>
                <a:lnTo>
                  <a:pt x="1111215" y="16908"/>
                </a:lnTo>
                <a:lnTo>
                  <a:pt x="1110497" y="17102"/>
                </a:lnTo>
                <a:lnTo>
                  <a:pt x="1109788" y="17310"/>
                </a:lnTo>
                <a:lnTo>
                  <a:pt x="1109088" y="17531"/>
                </a:lnTo>
                <a:lnTo>
                  <a:pt x="1108397" y="17766"/>
                </a:lnTo>
                <a:lnTo>
                  <a:pt x="1107716" y="18014"/>
                </a:lnTo>
                <a:lnTo>
                  <a:pt x="1107044" y="18275"/>
                </a:lnTo>
                <a:lnTo>
                  <a:pt x="1106381" y="18550"/>
                </a:lnTo>
                <a:lnTo>
                  <a:pt x="1105728" y="18838"/>
                </a:lnTo>
                <a:lnTo>
                  <a:pt x="1105084" y="19139"/>
                </a:lnTo>
                <a:lnTo>
                  <a:pt x="1104449" y="19454"/>
                </a:lnTo>
                <a:lnTo>
                  <a:pt x="1103825" y="19781"/>
                </a:lnTo>
                <a:lnTo>
                  <a:pt x="1103211" y="20119"/>
                </a:lnTo>
                <a:lnTo>
                  <a:pt x="1102608" y="20467"/>
                </a:lnTo>
                <a:lnTo>
                  <a:pt x="1102016" y="20826"/>
                </a:lnTo>
                <a:lnTo>
                  <a:pt x="1101435" y="21196"/>
                </a:lnTo>
                <a:lnTo>
                  <a:pt x="1100865" y="21576"/>
                </a:lnTo>
                <a:lnTo>
                  <a:pt x="1100306" y="21967"/>
                </a:lnTo>
                <a:lnTo>
                  <a:pt x="1099758" y="22369"/>
                </a:lnTo>
                <a:lnTo>
                  <a:pt x="1099221" y="22781"/>
                </a:lnTo>
                <a:lnTo>
                  <a:pt x="1098695" y="23204"/>
                </a:lnTo>
                <a:lnTo>
                  <a:pt x="1098180" y="23638"/>
                </a:lnTo>
                <a:lnTo>
                  <a:pt x="1097675" y="24082"/>
                </a:lnTo>
                <a:lnTo>
                  <a:pt x="1097182" y="24537"/>
                </a:lnTo>
                <a:lnTo>
                  <a:pt x="1096700" y="25003"/>
                </a:lnTo>
                <a:lnTo>
                  <a:pt x="1096228" y="25479"/>
                </a:lnTo>
                <a:lnTo>
                  <a:pt x="1095768" y="25966"/>
                </a:lnTo>
                <a:lnTo>
                  <a:pt x="1095318" y="26464"/>
                </a:lnTo>
                <a:lnTo>
                  <a:pt x="1094879" y="26972"/>
                </a:lnTo>
                <a:lnTo>
                  <a:pt x="1094452" y="27491"/>
                </a:lnTo>
                <a:lnTo>
                  <a:pt x="1094035" y="28021"/>
                </a:lnTo>
                <a:lnTo>
                  <a:pt x="1093629" y="28561"/>
                </a:lnTo>
                <a:lnTo>
                  <a:pt x="1093234" y="29112"/>
                </a:lnTo>
                <a:lnTo>
                  <a:pt x="1092850" y="29674"/>
                </a:lnTo>
                <a:lnTo>
                  <a:pt x="1092477" y="30246"/>
                </a:lnTo>
                <a:lnTo>
                  <a:pt x="1092116" y="30827"/>
                </a:lnTo>
                <a:lnTo>
                  <a:pt x="1091769" y="31415"/>
                </a:lnTo>
                <a:lnTo>
                  <a:pt x="1091436" y="32011"/>
                </a:lnTo>
                <a:lnTo>
                  <a:pt x="1091116" y="32613"/>
                </a:lnTo>
                <a:lnTo>
                  <a:pt x="1090810" y="33222"/>
                </a:lnTo>
                <a:lnTo>
                  <a:pt x="1090518" y="33839"/>
                </a:lnTo>
                <a:lnTo>
                  <a:pt x="1090239" y="34463"/>
                </a:lnTo>
                <a:lnTo>
                  <a:pt x="1089975" y="35093"/>
                </a:lnTo>
                <a:lnTo>
                  <a:pt x="1089723" y="35731"/>
                </a:lnTo>
                <a:lnTo>
                  <a:pt x="1089486" y="36376"/>
                </a:lnTo>
                <a:lnTo>
                  <a:pt x="1089262" y="37028"/>
                </a:lnTo>
                <a:lnTo>
                  <a:pt x="1089051" y="37688"/>
                </a:lnTo>
                <a:lnTo>
                  <a:pt x="1088855" y="38354"/>
                </a:lnTo>
                <a:lnTo>
                  <a:pt x="1088672" y="39027"/>
                </a:lnTo>
                <a:lnTo>
                  <a:pt x="1088503" y="39708"/>
                </a:lnTo>
                <a:lnTo>
                  <a:pt x="1088347" y="40396"/>
                </a:lnTo>
                <a:lnTo>
                  <a:pt x="1088205" y="41090"/>
                </a:lnTo>
                <a:lnTo>
                  <a:pt x="1088077" y="41792"/>
                </a:lnTo>
                <a:lnTo>
                  <a:pt x="1087963" y="42501"/>
                </a:lnTo>
                <a:lnTo>
                  <a:pt x="1087862" y="43217"/>
                </a:lnTo>
                <a:lnTo>
                  <a:pt x="1087775" y="43941"/>
                </a:lnTo>
                <a:lnTo>
                  <a:pt x="1087701" y="44671"/>
                </a:lnTo>
                <a:lnTo>
                  <a:pt x="1087642" y="45408"/>
                </a:lnTo>
                <a:lnTo>
                  <a:pt x="1087596" y="46153"/>
                </a:lnTo>
                <a:lnTo>
                  <a:pt x="1100983" y="46153"/>
                </a:lnTo>
                <a:lnTo>
                  <a:pt x="1101057" y="45463"/>
                </a:lnTo>
                <a:lnTo>
                  <a:pt x="1101148" y="44783"/>
                </a:lnTo>
                <a:lnTo>
                  <a:pt x="1101254" y="44113"/>
                </a:lnTo>
                <a:lnTo>
                  <a:pt x="1101377" y="43454"/>
                </a:lnTo>
                <a:lnTo>
                  <a:pt x="1101517" y="42805"/>
                </a:lnTo>
                <a:lnTo>
                  <a:pt x="1101673" y="42166"/>
                </a:lnTo>
                <a:lnTo>
                  <a:pt x="1101845" y="41538"/>
                </a:lnTo>
                <a:lnTo>
                  <a:pt x="1102034" y="40920"/>
                </a:lnTo>
                <a:lnTo>
                  <a:pt x="1102239" y="40313"/>
                </a:lnTo>
                <a:lnTo>
                  <a:pt x="1102460" y="39716"/>
                </a:lnTo>
                <a:lnTo>
                  <a:pt x="1102698" y="39130"/>
                </a:lnTo>
                <a:lnTo>
                  <a:pt x="1102952" y="38554"/>
                </a:lnTo>
                <a:lnTo>
                  <a:pt x="1103223" y="37988"/>
                </a:lnTo>
                <a:lnTo>
                  <a:pt x="1103510" y="37432"/>
                </a:lnTo>
                <a:lnTo>
                  <a:pt x="1103814" y="36887"/>
                </a:lnTo>
                <a:lnTo>
                  <a:pt x="1104134" y="36353"/>
                </a:lnTo>
                <a:lnTo>
                  <a:pt x="1104470" y="35829"/>
                </a:lnTo>
                <a:lnTo>
                  <a:pt x="1104823" y="35315"/>
                </a:lnTo>
                <a:lnTo>
                  <a:pt x="1105192" y="34812"/>
                </a:lnTo>
                <a:lnTo>
                  <a:pt x="1105577" y="34319"/>
                </a:lnTo>
                <a:lnTo>
                  <a:pt x="1105979" y="33836"/>
                </a:lnTo>
                <a:lnTo>
                  <a:pt x="1106397" y="33364"/>
                </a:lnTo>
                <a:lnTo>
                  <a:pt x="1106832" y="32902"/>
                </a:lnTo>
                <a:lnTo>
                  <a:pt x="1107283" y="32450"/>
                </a:lnTo>
                <a:lnTo>
                  <a:pt x="1107749" y="32013"/>
                </a:lnTo>
                <a:lnTo>
                  <a:pt x="1108228" y="31595"/>
                </a:lnTo>
                <a:lnTo>
                  <a:pt x="1108721" y="31195"/>
                </a:lnTo>
                <a:lnTo>
                  <a:pt x="1109226" y="30813"/>
                </a:lnTo>
                <a:lnTo>
                  <a:pt x="1109745" y="30451"/>
                </a:lnTo>
                <a:lnTo>
                  <a:pt x="1110276" y="30106"/>
                </a:lnTo>
                <a:lnTo>
                  <a:pt x="1110821" y="29781"/>
                </a:lnTo>
                <a:lnTo>
                  <a:pt x="1111379" y="29474"/>
                </a:lnTo>
                <a:lnTo>
                  <a:pt x="1111950" y="29186"/>
                </a:lnTo>
                <a:lnTo>
                  <a:pt x="1112534" y="28916"/>
                </a:lnTo>
                <a:lnTo>
                  <a:pt x="1113132" y="28665"/>
                </a:lnTo>
                <a:lnTo>
                  <a:pt x="1113742" y="28432"/>
                </a:lnTo>
                <a:lnTo>
                  <a:pt x="1114366" y="28218"/>
                </a:lnTo>
                <a:lnTo>
                  <a:pt x="1115002" y="28023"/>
                </a:lnTo>
                <a:lnTo>
                  <a:pt x="1115652" y="27846"/>
                </a:lnTo>
                <a:lnTo>
                  <a:pt x="1116315" y="27688"/>
                </a:lnTo>
                <a:lnTo>
                  <a:pt x="1116991" y="27549"/>
                </a:lnTo>
                <a:lnTo>
                  <a:pt x="1117680" y="27428"/>
                </a:lnTo>
                <a:lnTo>
                  <a:pt x="1118383" y="27325"/>
                </a:lnTo>
                <a:lnTo>
                  <a:pt x="1119098" y="27242"/>
                </a:lnTo>
                <a:lnTo>
                  <a:pt x="1119827" y="27177"/>
                </a:lnTo>
                <a:lnTo>
                  <a:pt x="1120568" y="27130"/>
                </a:lnTo>
                <a:lnTo>
                  <a:pt x="1121323" y="27102"/>
                </a:lnTo>
                <a:lnTo>
                  <a:pt x="1122091" y="27093"/>
                </a:lnTo>
                <a:lnTo>
                  <a:pt x="1122897" y="27101"/>
                </a:lnTo>
                <a:lnTo>
                  <a:pt x="1123684" y="27127"/>
                </a:lnTo>
                <a:lnTo>
                  <a:pt x="1124455" y="27169"/>
                </a:lnTo>
                <a:lnTo>
                  <a:pt x="1125209" y="27228"/>
                </a:lnTo>
                <a:lnTo>
                  <a:pt x="1125945" y="27305"/>
                </a:lnTo>
                <a:lnTo>
                  <a:pt x="1126664" y="27398"/>
                </a:lnTo>
                <a:lnTo>
                  <a:pt x="1127366" y="27508"/>
                </a:lnTo>
                <a:lnTo>
                  <a:pt x="1128051" y="27635"/>
                </a:lnTo>
                <a:lnTo>
                  <a:pt x="1128718" y="27780"/>
                </a:lnTo>
                <a:lnTo>
                  <a:pt x="1129368" y="27941"/>
                </a:lnTo>
                <a:lnTo>
                  <a:pt x="1130001" y="28119"/>
                </a:lnTo>
                <a:lnTo>
                  <a:pt x="1130617" y="28314"/>
                </a:lnTo>
                <a:lnTo>
                  <a:pt x="1131215" y="28526"/>
                </a:lnTo>
                <a:lnTo>
                  <a:pt x="1131796" y="28755"/>
                </a:lnTo>
                <a:lnTo>
                  <a:pt x="1132360" y="29001"/>
                </a:lnTo>
                <a:lnTo>
                  <a:pt x="1132907" y="29264"/>
                </a:lnTo>
                <a:lnTo>
                  <a:pt x="1133437" y="29543"/>
                </a:lnTo>
                <a:lnTo>
                  <a:pt x="1133949" y="29840"/>
                </a:lnTo>
                <a:lnTo>
                  <a:pt x="1134444" y="30154"/>
                </a:lnTo>
                <a:lnTo>
                  <a:pt x="1134922" y="30485"/>
                </a:lnTo>
                <a:lnTo>
                  <a:pt x="1135383" y="30832"/>
                </a:lnTo>
                <a:lnTo>
                  <a:pt x="1135826" y="31197"/>
                </a:lnTo>
                <a:lnTo>
                  <a:pt x="1136253" y="31578"/>
                </a:lnTo>
                <a:lnTo>
                  <a:pt x="1136662" y="31977"/>
                </a:lnTo>
                <a:lnTo>
                  <a:pt x="1137054" y="32388"/>
                </a:lnTo>
                <a:lnTo>
                  <a:pt x="1137429" y="32807"/>
                </a:lnTo>
                <a:lnTo>
                  <a:pt x="1137788" y="33235"/>
                </a:lnTo>
                <a:lnTo>
                  <a:pt x="1138130" y="33670"/>
                </a:lnTo>
                <a:lnTo>
                  <a:pt x="1138455" y="34114"/>
                </a:lnTo>
                <a:lnTo>
                  <a:pt x="1138764" y="34566"/>
                </a:lnTo>
                <a:lnTo>
                  <a:pt x="1139056" y="35027"/>
                </a:lnTo>
                <a:lnTo>
                  <a:pt x="1139331" y="35495"/>
                </a:lnTo>
                <a:lnTo>
                  <a:pt x="1139590" y="35972"/>
                </a:lnTo>
                <a:lnTo>
                  <a:pt x="1139831" y="36457"/>
                </a:lnTo>
                <a:lnTo>
                  <a:pt x="1140057" y="36950"/>
                </a:lnTo>
                <a:lnTo>
                  <a:pt x="1140265" y="37451"/>
                </a:lnTo>
                <a:lnTo>
                  <a:pt x="1140457" y="37960"/>
                </a:lnTo>
                <a:lnTo>
                  <a:pt x="1140632" y="38478"/>
                </a:lnTo>
                <a:lnTo>
                  <a:pt x="1140791" y="39004"/>
                </a:lnTo>
                <a:lnTo>
                  <a:pt x="1140932" y="39538"/>
                </a:lnTo>
                <a:lnTo>
                  <a:pt x="1141058" y="40080"/>
                </a:lnTo>
                <a:lnTo>
                  <a:pt x="1141166" y="40631"/>
                </a:lnTo>
                <a:lnTo>
                  <a:pt x="1141258" y="41189"/>
                </a:lnTo>
                <a:lnTo>
                  <a:pt x="1141333" y="41756"/>
                </a:lnTo>
                <a:lnTo>
                  <a:pt x="1141391" y="42331"/>
                </a:lnTo>
                <a:lnTo>
                  <a:pt x="1141433" y="42914"/>
                </a:lnTo>
                <a:lnTo>
                  <a:pt x="1141458" y="43506"/>
                </a:lnTo>
                <a:lnTo>
                  <a:pt x="1141466" y="44105"/>
                </a:lnTo>
                <a:lnTo>
                  <a:pt x="1141456" y="44834"/>
                </a:lnTo>
                <a:lnTo>
                  <a:pt x="1141424" y="45549"/>
                </a:lnTo>
                <a:lnTo>
                  <a:pt x="1141370" y="46251"/>
                </a:lnTo>
                <a:lnTo>
                  <a:pt x="1141296" y="46941"/>
                </a:lnTo>
                <a:lnTo>
                  <a:pt x="1141200" y="47617"/>
                </a:lnTo>
                <a:lnTo>
                  <a:pt x="1141082" y="48280"/>
                </a:lnTo>
                <a:lnTo>
                  <a:pt x="1140944" y="48929"/>
                </a:lnTo>
                <a:lnTo>
                  <a:pt x="1140784" y="49566"/>
                </a:lnTo>
                <a:lnTo>
                  <a:pt x="1140602" y="50190"/>
                </a:lnTo>
                <a:lnTo>
                  <a:pt x="1140400" y="50800"/>
                </a:lnTo>
                <a:lnTo>
                  <a:pt x="1140176" y="51397"/>
                </a:lnTo>
                <a:lnTo>
                  <a:pt x="1139930" y="51982"/>
                </a:lnTo>
                <a:lnTo>
                  <a:pt x="1139664" y="52553"/>
                </a:lnTo>
                <a:lnTo>
                  <a:pt x="1139376" y="53111"/>
                </a:lnTo>
                <a:lnTo>
                  <a:pt x="1139067" y="53656"/>
                </a:lnTo>
                <a:lnTo>
                  <a:pt x="1138736" y="54187"/>
                </a:lnTo>
                <a:lnTo>
                  <a:pt x="1138384" y="54706"/>
                </a:lnTo>
                <a:lnTo>
                  <a:pt x="1138011" y="55211"/>
                </a:lnTo>
                <a:lnTo>
                  <a:pt x="1137616" y="55704"/>
                </a:lnTo>
                <a:lnTo>
                  <a:pt x="1137200" y="56183"/>
                </a:lnTo>
                <a:lnTo>
                  <a:pt x="1136763" y="56649"/>
                </a:lnTo>
                <a:lnTo>
                  <a:pt x="1136304" y="57102"/>
                </a:lnTo>
                <a:lnTo>
                  <a:pt x="1135824" y="57542"/>
                </a:lnTo>
                <a:lnTo>
                  <a:pt x="1135323" y="57969"/>
                </a:lnTo>
                <a:lnTo>
                  <a:pt x="1134803" y="58380"/>
                </a:lnTo>
                <a:lnTo>
                  <a:pt x="1134266" y="58774"/>
                </a:lnTo>
                <a:lnTo>
                  <a:pt x="1133713" y="59150"/>
                </a:lnTo>
                <a:lnTo>
                  <a:pt x="1133144" y="59509"/>
                </a:lnTo>
                <a:lnTo>
                  <a:pt x="1132558" y="59850"/>
                </a:lnTo>
                <a:lnTo>
                  <a:pt x="1131956" y="60174"/>
                </a:lnTo>
                <a:lnTo>
                  <a:pt x="1131337" y="60480"/>
                </a:lnTo>
                <a:lnTo>
                  <a:pt x="1130702" y="60769"/>
                </a:lnTo>
                <a:lnTo>
                  <a:pt x="1130051" y="61040"/>
                </a:lnTo>
                <a:lnTo>
                  <a:pt x="1129383" y="61294"/>
                </a:lnTo>
                <a:lnTo>
                  <a:pt x="1128699" y="61530"/>
                </a:lnTo>
                <a:lnTo>
                  <a:pt x="1127998" y="61749"/>
                </a:lnTo>
                <a:lnTo>
                  <a:pt x="1127281" y="61950"/>
                </a:lnTo>
                <a:lnTo>
                  <a:pt x="1126548" y="62134"/>
                </a:lnTo>
                <a:lnTo>
                  <a:pt x="1125798" y="62300"/>
                </a:lnTo>
                <a:lnTo>
                  <a:pt x="1125031" y="62449"/>
                </a:lnTo>
                <a:lnTo>
                  <a:pt x="1124249" y="62580"/>
                </a:lnTo>
                <a:lnTo>
                  <a:pt x="1123450" y="62694"/>
                </a:lnTo>
                <a:lnTo>
                  <a:pt x="1122634" y="62790"/>
                </a:lnTo>
                <a:lnTo>
                  <a:pt x="1121802" y="62869"/>
                </a:lnTo>
                <a:lnTo>
                  <a:pt x="1120954" y="62930"/>
                </a:lnTo>
                <a:lnTo>
                  <a:pt x="1120089" y="62974"/>
                </a:lnTo>
                <a:lnTo>
                  <a:pt x="1119208" y="63000"/>
                </a:lnTo>
                <a:lnTo>
                  <a:pt x="1118311" y="63009"/>
                </a:lnTo>
                <a:lnTo>
                  <a:pt x="1110119" y="63009"/>
                </a:lnTo>
                <a:lnTo>
                  <a:pt x="1110119" y="74193"/>
                </a:lnTo>
                <a:lnTo>
                  <a:pt x="1118311" y="74193"/>
                </a:lnTo>
                <a:lnTo>
                  <a:pt x="1118925" y="74197"/>
                </a:lnTo>
                <a:lnTo>
                  <a:pt x="1119536" y="74209"/>
                </a:lnTo>
                <a:lnTo>
                  <a:pt x="1120143" y="74228"/>
                </a:lnTo>
                <a:lnTo>
                  <a:pt x="1120745" y="74256"/>
                </a:lnTo>
                <a:lnTo>
                  <a:pt x="1121344" y="74292"/>
                </a:lnTo>
                <a:lnTo>
                  <a:pt x="1121938" y="74336"/>
                </a:lnTo>
                <a:lnTo>
                  <a:pt x="1122529" y="74387"/>
                </a:lnTo>
                <a:lnTo>
                  <a:pt x="1123115" y="74447"/>
                </a:lnTo>
                <a:lnTo>
                  <a:pt x="1123697" y="74514"/>
                </a:lnTo>
                <a:lnTo>
                  <a:pt x="1124275" y="74589"/>
                </a:lnTo>
                <a:lnTo>
                  <a:pt x="1124849" y="74672"/>
                </a:lnTo>
                <a:lnTo>
                  <a:pt x="1125418" y="74764"/>
                </a:lnTo>
                <a:lnTo>
                  <a:pt x="1125984" y="74863"/>
                </a:lnTo>
                <a:lnTo>
                  <a:pt x="1126546" y="74970"/>
                </a:lnTo>
                <a:lnTo>
                  <a:pt x="1127103" y="75085"/>
                </a:lnTo>
                <a:lnTo>
                  <a:pt x="1127657" y="75208"/>
                </a:lnTo>
                <a:lnTo>
                  <a:pt x="1128206" y="75338"/>
                </a:lnTo>
                <a:lnTo>
                  <a:pt x="1128751" y="75477"/>
                </a:lnTo>
                <a:lnTo>
                  <a:pt x="1129292" y="75624"/>
                </a:lnTo>
                <a:lnTo>
                  <a:pt x="1129829" y="75778"/>
                </a:lnTo>
                <a:lnTo>
                  <a:pt x="1130362" y="75941"/>
                </a:lnTo>
                <a:lnTo>
                  <a:pt x="1130891" y="76111"/>
                </a:lnTo>
                <a:lnTo>
                  <a:pt x="1131416" y="76290"/>
                </a:lnTo>
                <a:lnTo>
                  <a:pt x="1131936" y="76476"/>
                </a:lnTo>
                <a:lnTo>
                  <a:pt x="1132450" y="76671"/>
                </a:lnTo>
                <a:lnTo>
                  <a:pt x="1132956" y="76874"/>
                </a:lnTo>
                <a:lnTo>
                  <a:pt x="1133453" y="77086"/>
                </a:lnTo>
                <a:lnTo>
                  <a:pt x="1133940" y="77307"/>
                </a:lnTo>
                <a:lnTo>
                  <a:pt x="1134420" y="77537"/>
                </a:lnTo>
                <a:lnTo>
                  <a:pt x="1134890" y="77775"/>
                </a:lnTo>
                <a:lnTo>
                  <a:pt x="1135352" y="78023"/>
                </a:lnTo>
                <a:lnTo>
                  <a:pt x="1135805" y="78279"/>
                </a:lnTo>
                <a:lnTo>
                  <a:pt x="1136249" y="78543"/>
                </a:lnTo>
                <a:lnTo>
                  <a:pt x="1136684" y="78817"/>
                </a:lnTo>
                <a:lnTo>
                  <a:pt x="1137111" y="79099"/>
                </a:lnTo>
                <a:lnTo>
                  <a:pt x="1137529" y="79390"/>
                </a:lnTo>
                <a:lnTo>
                  <a:pt x="1137938" y="79690"/>
                </a:lnTo>
                <a:lnTo>
                  <a:pt x="1138338" y="79998"/>
                </a:lnTo>
                <a:lnTo>
                  <a:pt x="1138730" y="80315"/>
                </a:lnTo>
                <a:lnTo>
                  <a:pt x="1139113" y="80641"/>
                </a:lnTo>
                <a:lnTo>
                  <a:pt x="1139487" y="80976"/>
                </a:lnTo>
                <a:lnTo>
                  <a:pt x="1139852" y="81319"/>
                </a:lnTo>
                <a:lnTo>
                  <a:pt x="1140209" y="81672"/>
                </a:lnTo>
                <a:lnTo>
                  <a:pt x="1140557" y="82033"/>
                </a:lnTo>
                <a:lnTo>
                  <a:pt x="1140896" y="82402"/>
                </a:lnTo>
                <a:lnTo>
                  <a:pt x="1141226" y="82781"/>
                </a:lnTo>
                <a:lnTo>
                  <a:pt x="1141548" y="83168"/>
                </a:lnTo>
                <a:lnTo>
                  <a:pt x="1141861" y="83564"/>
                </a:lnTo>
                <a:lnTo>
                  <a:pt x="1142163" y="83970"/>
                </a:lnTo>
                <a:lnTo>
                  <a:pt x="1142452" y="84385"/>
                </a:lnTo>
                <a:lnTo>
                  <a:pt x="1142728" y="84811"/>
                </a:lnTo>
                <a:lnTo>
                  <a:pt x="1142992" y="85247"/>
                </a:lnTo>
                <a:lnTo>
                  <a:pt x="1143242" y="85693"/>
                </a:lnTo>
                <a:lnTo>
                  <a:pt x="1143480" y="86149"/>
                </a:lnTo>
                <a:lnTo>
                  <a:pt x="1143705" y="86615"/>
                </a:lnTo>
                <a:lnTo>
                  <a:pt x="1143917" y="87091"/>
                </a:lnTo>
                <a:lnTo>
                  <a:pt x="1144116" y="87577"/>
                </a:lnTo>
                <a:lnTo>
                  <a:pt x="1144302" y="88074"/>
                </a:lnTo>
                <a:lnTo>
                  <a:pt x="1144476" y="88581"/>
                </a:lnTo>
                <a:lnTo>
                  <a:pt x="1144637" y="89097"/>
                </a:lnTo>
                <a:lnTo>
                  <a:pt x="1144784" y="89624"/>
                </a:lnTo>
                <a:lnTo>
                  <a:pt x="1144919" y="90161"/>
                </a:lnTo>
                <a:lnTo>
                  <a:pt x="1145041" y="90708"/>
                </a:lnTo>
                <a:lnTo>
                  <a:pt x="1145151" y="91265"/>
                </a:lnTo>
                <a:lnTo>
                  <a:pt x="1145247" y="91833"/>
                </a:lnTo>
                <a:lnTo>
                  <a:pt x="1145331" y="92410"/>
                </a:lnTo>
                <a:lnTo>
                  <a:pt x="1145401" y="92997"/>
                </a:lnTo>
                <a:lnTo>
                  <a:pt x="1145459" y="93595"/>
                </a:lnTo>
                <a:lnTo>
                  <a:pt x="1145504" y="94203"/>
                </a:lnTo>
                <a:lnTo>
                  <a:pt x="1145536" y="94821"/>
                </a:lnTo>
                <a:lnTo>
                  <a:pt x="1145556" y="95449"/>
                </a:lnTo>
                <a:lnTo>
                  <a:pt x="1145562" y="96087"/>
                </a:lnTo>
                <a:lnTo>
                  <a:pt x="1145557" y="96597"/>
                </a:lnTo>
                <a:lnTo>
                  <a:pt x="1145543" y="97102"/>
                </a:lnTo>
                <a:lnTo>
                  <a:pt x="1145520" y="97604"/>
                </a:lnTo>
                <a:lnTo>
                  <a:pt x="1145488" y="98102"/>
                </a:lnTo>
                <a:lnTo>
                  <a:pt x="1145446" y="98595"/>
                </a:lnTo>
                <a:lnTo>
                  <a:pt x="1145395" y="99085"/>
                </a:lnTo>
                <a:lnTo>
                  <a:pt x="1145334" y="99570"/>
                </a:lnTo>
                <a:lnTo>
                  <a:pt x="1145264" y="100051"/>
                </a:lnTo>
                <a:lnTo>
                  <a:pt x="1145185" y="100528"/>
                </a:lnTo>
                <a:lnTo>
                  <a:pt x="1145097" y="101001"/>
                </a:lnTo>
                <a:lnTo>
                  <a:pt x="1145000" y="101470"/>
                </a:lnTo>
                <a:lnTo>
                  <a:pt x="1144893" y="101935"/>
                </a:lnTo>
                <a:lnTo>
                  <a:pt x="1144776" y="102396"/>
                </a:lnTo>
                <a:lnTo>
                  <a:pt x="1144651" y="102853"/>
                </a:lnTo>
                <a:lnTo>
                  <a:pt x="1144516" y="103305"/>
                </a:lnTo>
                <a:lnTo>
                  <a:pt x="1144372" y="103754"/>
                </a:lnTo>
                <a:lnTo>
                  <a:pt x="1144219" y="104198"/>
                </a:lnTo>
                <a:lnTo>
                  <a:pt x="1144056" y="104638"/>
                </a:lnTo>
                <a:lnTo>
                  <a:pt x="1143884" y="105074"/>
                </a:lnTo>
                <a:lnTo>
                  <a:pt x="1143703" y="105506"/>
                </a:lnTo>
                <a:lnTo>
                  <a:pt x="1143512" y="105934"/>
                </a:lnTo>
                <a:lnTo>
                  <a:pt x="1143312" y="106358"/>
                </a:lnTo>
                <a:lnTo>
                  <a:pt x="1143103" y="106778"/>
                </a:lnTo>
                <a:lnTo>
                  <a:pt x="1142884" y="107194"/>
                </a:lnTo>
                <a:lnTo>
                  <a:pt x="1142657" y="107604"/>
                </a:lnTo>
                <a:lnTo>
                  <a:pt x="1142421" y="108007"/>
                </a:lnTo>
                <a:lnTo>
                  <a:pt x="1142176" y="108403"/>
                </a:lnTo>
                <a:lnTo>
                  <a:pt x="1141922" y="108793"/>
                </a:lnTo>
                <a:lnTo>
                  <a:pt x="1141659" y="109175"/>
                </a:lnTo>
                <a:lnTo>
                  <a:pt x="1141388" y="109551"/>
                </a:lnTo>
                <a:lnTo>
                  <a:pt x="1141108" y="109920"/>
                </a:lnTo>
                <a:lnTo>
                  <a:pt x="1140819" y="110282"/>
                </a:lnTo>
                <a:lnTo>
                  <a:pt x="1140522" y="110637"/>
                </a:lnTo>
                <a:lnTo>
                  <a:pt x="1140215" y="110986"/>
                </a:lnTo>
                <a:lnTo>
                  <a:pt x="1139900" y="111328"/>
                </a:lnTo>
                <a:lnTo>
                  <a:pt x="1139577" y="111662"/>
                </a:lnTo>
                <a:lnTo>
                  <a:pt x="1139244" y="111990"/>
                </a:lnTo>
                <a:lnTo>
                  <a:pt x="1138903" y="112311"/>
                </a:lnTo>
                <a:lnTo>
                  <a:pt x="1138553" y="112626"/>
                </a:lnTo>
                <a:lnTo>
                  <a:pt x="1138194" y="112933"/>
                </a:lnTo>
                <a:lnTo>
                  <a:pt x="1137826" y="113234"/>
                </a:lnTo>
                <a:lnTo>
                  <a:pt x="1137450" y="113528"/>
                </a:lnTo>
                <a:lnTo>
                  <a:pt x="1137065" y="113815"/>
                </a:lnTo>
                <a:lnTo>
                  <a:pt x="1136671" y="114095"/>
                </a:lnTo>
                <a:lnTo>
                  <a:pt x="1136268" y="114368"/>
                </a:lnTo>
                <a:lnTo>
                  <a:pt x="1135857" y="114635"/>
                </a:lnTo>
                <a:lnTo>
                  <a:pt x="1135437" y="114894"/>
                </a:lnTo>
                <a:lnTo>
                  <a:pt x="1135008" y="115147"/>
                </a:lnTo>
                <a:lnTo>
                  <a:pt x="1134570" y="115391"/>
                </a:lnTo>
                <a:lnTo>
                  <a:pt x="1134124" y="115625"/>
                </a:lnTo>
                <a:lnTo>
                  <a:pt x="1133669" y="115848"/>
                </a:lnTo>
                <a:lnTo>
                  <a:pt x="1133205" y="116061"/>
                </a:lnTo>
                <a:lnTo>
                  <a:pt x="1132732" y="116264"/>
                </a:lnTo>
                <a:lnTo>
                  <a:pt x="1132251" y="116456"/>
                </a:lnTo>
                <a:lnTo>
                  <a:pt x="1131761" y="116638"/>
                </a:lnTo>
                <a:lnTo>
                  <a:pt x="1131262" y="116809"/>
                </a:lnTo>
                <a:lnTo>
                  <a:pt x="1130755" y="116970"/>
                </a:lnTo>
                <a:lnTo>
                  <a:pt x="1130238" y="117121"/>
                </a:lnTo>
                <a:lnTo>
                  <a:pt x="1129713" y="117261"/>
                </a:lnTo>
                <a:lnTo>
                  <a:pt x="1129179" y="117391"/>
                </a:lnTo>
                <a:lnTo>
                  <a:pt x="1128637" y="117511"/>
                </a:lnTo>
                <a:lnTo>
                  <a:pt x="1128086" y="117620"/>
                </a:lnTo>
                <a:lnTo>
                  <a:pt x="1127525" y="117719"/>
                </a:lnTo>
                <a:lnTo>
                  <a:pt x="1126957" y="117807"/>
                </a:lnTo>
                <a:lnTo>
                  <a:pt x="1126379" y="117885"/>
                </a:lnTo>
                <a:lnTo>
                  <a:pt x="1125793" y="117952"/>
                </a:lnTo>
                <a:lnTo>
                  <a:pt x="1125198" y="118009"/>
                </a:lnTo>
                <a:lnTo>
                  <a:pt x="1124594" y="118056"/>
                </a:lnTo>
                <a:lnTo>
                  <a:pt x="1123981" y="118093"/>
                </a:lnTo>
                <a:lnTo>
                  <a:pt x="1123360" y="118119"/>
                </a:lnTo>
                <a:lnTo>
                  <a:pt x="1122730" y="118134"/>
                </a:lnTo>
                <a:lnTo>
                  <a:pt x="1122091" y="118139"/>
                </a:lnTo>
                <a:lnTo>
                  <a:pt x="1121452" y="118134"/>
                </a:lnTo>
                <a:lnTo>
                  <a:pt x="1120820" y="118117"/>
                </a:lnTo>
                <a:lnTo>
                  <a:pt x="1120196" y="118090"/>
                </a:lnTo>
                <a:lnTo>
                  <a:pt x="1119580" y="118052"/>
                </a:lnTo>
                <a:lnTo>
                  <a:pt x="1118971" y="118003"/>
                </a:lnTo>
                <a:lnTo>
                  <a:pt x="1118370" y="117943"/>
                </a:lnTo>
                <a:lnTo>
                  <a:pt x="1117777" y="117871"/>
                </a:lnTo>
                <a:lnTo>
                  <a:pt x="1117191" y="117789"/>
                </a:lnTo>
                <a:lnTo>
                  <a:pt x="1116613" y="117697"/>
                </a:lnTo>
                <a:lnTo>
                  <a:pt x="1116042" y="117593"/>
                </a:lnTo>
                <a:lnTo>
                  <a:pt x="1115480" y="117478"/>
                </a:lnTo>
                <a:lnTo>
                  <a:pt x="1114925" y="117352"/>
                </a:lnTo>
                <a:lnTo>
                  <a:pt x="1114377" y="117216"/>
                </a:lnTo>
                <a:lnTo>
                  <a:pt x="1113837" y="117068"/>
                </a:lnTo>
                <a:lnTo>
                  <a:pt x="1113305" y="116909"/>
                </a:lnTo>
                <a:lnTo>
                  <a:pt x="1112780" y="116740"/>
                </a:lnTo>
                <a:lnTo>
                  <a:pt x="1112264" y="116560"/>
                </a:lnTo>
                <a:lnTo>
                  <a:pt x="1111754" y="116368"/>
                </a:lnTo>
                <a:lnTo>
                  <a:pt x="1111253" y="116166"/>
                </a:lnTo>
                <a:lnTo>
                  <a:pt x="1110759" y="115953"/>
                </a:lnTo>
                <a:lnTo>
                  <a:pt x="1110273" y="115729"/>
                </a:lnTo>
                <a:lnTo>
                  <a:pt x="1109794" y="115494"/>
                </a:lnTo>
                <a:lnTo>
                  <a:pt x="1109323" y="115248"/>
                </a:lnTo>
                <a:lnTo>
                  <a:pt x="1108860" y="114991"/>
                </a:lnTo>
                <a:lnTo>
                  <a:pt x="1108405" y="114724"/>
                </a:lnTo>
                <a:lnTo>
                  <a:pt x="1107959" y="114451"/>
                </a:lnTo>
                <a:lnTo>
                  <a:pt x="1107522" y="114170"/>
                </a:lnTo>
                <a:lnTo>
                  <a:pt x="1107094" y="113881"/>
                </a:lnTo>
                <a:lnTo>
                  <a:pt x="1106675" y="113586"/>
                </a:lnTo>
                <a:lnTo>
                  <a:pt x="1106265" y="113282"/>
                </a:lnTo>
                <a:lnTo>
                  <a:pt x="1105864" y="112972"/>
                </a:lnTo>
                <a:lnTo>
                  <a:pt x="1105473" y="112654"/>
                </a:lnTo>
                <a:lnTo>
                  <a:pt x="1105090" y="112329"/>
                </a:lnTo>
                <a:lnTo>
                  <a:pt x="1104716" y="111996"/>
                </a:lnTo>
                <a:lnTo>
                  <a:pt x="1104351" y="111656"/>
                </a:lnTo>
                <a:lnTo>
                  <a:pt x="1103996" y="111308"/>
                </a:lnTo>
                <a:lnTo>
                  <a:pt x="1103649" y="110954"/>
                </a:lnTo>
                <a:lnTo>
                  <a:pt x="1103311" y="110591"/>
                </a:lnTo>
                <a:lnTo>
                  <a:pt x="1102983" y="110222"/>
                </a:lnTo>
                <a:lnTo>
                  <a:pt x="1102663" y="109845"/>
                </a:lnTo>
                <a:lnTo>
                  <a:pt x="1102352" y="109461"/>
                </a:lnTo>
                <a:lnTo>
                  <a:pt x="1102051" y="109069"/>
                </a:lnTo>
                <a:lnTo>
                  <a:pt x="1101758" y="108670"/>
                </a:lnTo>
                <a:lnTo>
                  <a:pt x="1101475" y="108263"/>
                </a:lnTo>
                <a:lnTo>
                  <a:pt x="1101200" y="107850"/>
                </a:lnTo>
                <a:lnTo>
                  <a:pt x="1100934" y="107428"/>
                </a:lnTo>
                <a:lnTo>
                  <a:pt x="1100678" y="107000"/>
                </a:lnTo>
                <a:lnTo>
                  <a:pt x="1100431" y="106564"/>
                </a:lnTo>
                <a:lnTo>
                  <a:pt x="1100193" y="106122"/>
                </a:lnTo>
                <a:lnTo>
                  <a:pt x="1099964" y="105677"/>
                </a:lnTo>
                <a:lnTo>
                  <a:pt x="1099745" y="105228"/>
                </a:lnTo>
                <a:lnTo>
                  <a:pt x="1099536" y="104776"/>
                </a:lnTo>
                <a:lnTo>
                  <a:pt x="1099336" y="104320"/>
                </a:lnTo>
                <a:lnTo>
                  <a:pt x="1099146" y="103861"/>
                </a:lnTo>
                <a:lnTo>
                  <a:pt x="1098966" y="103398"/>
                </a:lnTo>
                <a:lnTo>
                  <a:pt x="1098795" y="102932"/>
                </a:lnTo>
                <a:lnTo>
                  <a:pt x="1098633" y="102462"/>
                </a:lnTo>
                <a:lnTo>
                  <a:pt x="1098482" y="101988"/>
                </a:lnTo>
                <a:lnTo>
                  <a:pt x="1098339" y="101511"/>
                </a:lnTo>
                <a:lnTo>
                  <a:pt x="1098207" y="101030"/>
                </a:lnTo>
                <a:lnTo>
                  <a:pt x="1098084" y="100546"/>
                </a:lnTo>
                <a:lnTo>
                  <a:pt x="1097970" y="100058"/>
                </a:lnTo>
                <a:lnTo>
                  <a:pt x="1097866" y="99567"/>
                </a:lnTo>
                <a:lnTo>
                  <a:pt x="1097772" y="99072"/>
                </a:lnTo>
                <a:lnTo>
                  <a:pt x="1097687" y="98574"/>
                </a:lnTo>
                <a:lnTo>
                  <a:pt x="1097612" y="98072"/>
                </a:lnTo>
                <a:lnTo>
                  <a:pt x="1097546" y="97566"/>
                </a:lnTo>
                <a:lnTo>
                  <a:pt x="1097490" y="97057"/>
                </a:lnTo>
                <a:lnTo>
                  <a:pt x="1097443" y="96545"/>
                </a:lnTo>
                <a:lnTo>
                  <a:pt x="1097406" y="96029"/>
                </a:lnTo>
                <a:lnTo>
                  <a:pt x="1097379" y="95509"/>
                </a:lnTo>
                <a:lnTo>
                  <a:pt x="1097361" y="94986"/>
                </a:lnTo>
                <a:lnTo>
                  <a:pt x="1083971" y="94986"/>
                </a:lnTo>
                <a:lnTo>
                  <a:pt x="1084005" y="95938"/>
                </a:lnTo>
                <a:lnTo>
                  <a:pt x="1084056" y="96876"/>
                </a:lnTo>
                <a:lnTo>
                  <a:pt x="1084124" y="97802"/>
                </a:lnTo>
                <a:lnTo>
                  <a:pt x="1084207" y="98714"/>
                </a:lnTo>
                <a:lnTo>
                  <a:pt x="1084307" y="99613"/>
                </a:lnTo>
                <a:lnTo>
                  <a:pt x="1084424" y="100499"/>
                </a:lnTo>
                <a:lnTo>
                  <a:pt x="1084557" y="101372"/>
                </a:lnTo>
                <a:lnTo>
                  <a:pt x="1084706" y="102232"/>
                </a:lnTo>
                <a:lnTo>
                  <a:pt x="1084872" y="103078"/>
                </a:lnTo>
                <a:lnTo>
                  <a:pt x="1085054" y="103912"/>
                </a:lnTo>
                <a:lnTo>
                  <a:pt x="1085252" y="104732"/>
                </a:lnTo>
                <a:lnTo>
                  <a:pt x="1085467" y="105539"/>
                </a:lnTo>
                <a:lnTo>
                  <a:pt x="1085699" y="106333"/>
                </a:lnTo>
                <a:lnTo>
                  <a:pt x="1085946" y="107114"/>
                </a:lnTo>
                <a:lnTo>
                  <a:pt x="1086210" y="107882"/>
                </a:lnTo>
                <a:lnTo>
                  <a:pt x="1086491" y="108637"/>
                </a:lnTo>
                <a:lnTo>
                  <a:pt x="1086788" y="109379"/>
                </a:lnTo>
                <a:lnTo>
                  <a:pt x="1087101" y="110107"/>
                </a:lnTo>
                <a:lnTo>
                  <a:pt x="1087431" y="110822"/>
                </a:lnTo>
                <a:lnTo>
                  <a:pt x="1087777" y="111525"/>
                </a:lnTo>
                <a:lnTo>
                  <a:pt x="1088140" y="112214"/>
                </a:lnTo>
                <a:lnTo>
                  <a:pt x="1088519" y="112890"/>
                </a:lnTo>
                <a:lnTo>
                  <a:pt x="1088914" y="113553"/>
                </a:lnTo>
                <a:lnTo>
                  <a:pt x="1089326" y="114202"/>
                </a:lnTo>
                <a:lnTo>
                  <a:pt x="1089752" y="114839"/>
                </a:lnTo>
                <a:lnTo>
                  <a:pt x="1090191" y="115462"/>
                </a:lnTo>
                <a:lnTo>
                  <a:pt x="1090642" y="116072"/>
                </a:lnTo>
                <a:lnTo>
                  <a:pt x="1091105" y="116668"/>
                </a:lnTo>
                <a:lnTo>
                  <a:pt x="1091581" y="117251"/>
                </a:lnTo>
                <a:lnTo>
                  <a:pt x="1092069" y="117820"/>
                </a:lnTo>
                <a:lnTo>
                  <a:pt x="1092569" y="118376"/>
                </a:lnTo>
                <a:lnTo>
                  <a:pt x="1093081" y="118919"/>
                </a:lnTo>
                <a:lnTo>
                  <a:pt x="1093606" y="119448"/>
                </a:lnTo>
                <a:lnTo>
                  <a:pt x="1094143" y="119964"/>
                </a:lnTo>
                <a:lnTo>
                  <a:pt x="1094692" y="120467"/>
                </a:lnTo>
                <a:lnTo>
                  <a:pt x="1095254" y="120956"/>
                </a:lnTo>
                <a:lnTo>
                  <a:pt x="1095828" y="121431"/>
                </a:lnTo>
                <a:lnTo>
                  <a:pt x="1096414" y="121894"/>
                </a:lnTo>
                <a:lnTo>
                  <a:pt x="1097012" y="122343"/>
                </a:lnTo>
                <a:lnTo>
                  <a:pt x="1097623" y="122778"/>
                </a:lnTo>
                <a:lnTo>
                  <a:pt x="1098246" y="123200"/>
                </a:lnTo>
                <a:lnTo>
                  <a:pt x="1098882" y="123609"/>
                </a:lnTo>
                <a:lnTo>
                  <a:pt x="1099529" y="124004"/>
                </a:lnTo>
                <a:lnTo>
                  <a:pt x="1100189" y="124386"/>
                </a:lnTo>
                <a:lnTo>
                  <a:pt x="1100861" y="124755"/>
                </a:lnTo>
                <a:lnTo>
                  <a:pt x="1101546" y="125110"/>
                </a:lnTo>
                <a:lnTo>
                  <a:pt x="1102243" y="125452"/>
                </a:lnTo>
                <a:lnTo>
                  <a:pt x="1102952" y="125780"/>
                </a:lnTo>
                <a:lnTo>
                  <a:pt x="1103671" y="126095"/>
                </a:lnTo>
                <a:lnTo>
                  <a:pt x="1104396" y="126396"/>
                </a:lnTo>
                <a:lnTo>
                  <a:pt x="1105129" y="126684"/>
                </a:lnTo>
                <a:lnTo>
                  <a:pt x="1105868" y="126959"/>
                </a:lnTo>
                <a:lnTo>
                  <a:pt x="1106615" y="127220"/>
                </a:lnTo>
                <a:lnTo>
                  <a:pt x="1107368" y="127468"/>
                </a:lnTo>
                <a:lnTo>
                  <a:pt x="1108127" y="127702"/>
                </a:lnTo>
                <a:lnTo>
                  <a:pt x="1108894" y="127923"/>
                </a:lnTo>
                <a:lnTo>
                  <a:pt x="1109668" y="128131"/>
                </a:lnTo>
                <a:lnTo>
                  <a:pt x="1110448" y="128325"/>
                </a:lnTo>
                <a:lnTo>
                  <a:pt x="1111235" y="128506"/>
                </a:lnTo>
                <a:lnTo>
                  <a:pt x="1112029" y="128674"/>
                </a:lnTo>
                <a:lnTo>
                  <a:pt x="1112830" y="128828"/>
                </a:lnTo>
                <a:lnTo>
                  <a:pt x="1113638" y="128968"/>
                </a:lnTo>
                <a:lnTo>
                  <a:pt x="1114453" y="129095"/>
                </a:lnTo>
                <a:lnTo>
                  <a:pt x="1115274" y="129209"/>
                </a:lnTo>
                <a:lnTo>
                  <a:pt x="1116102" y="129310"/>
                </a:lnTo>
                <a:lnTo>
                  <a:pt x="1116937" y="129397"/>
                </a:lnTo>
                <a:lnTo>
                  <a:pt x="1117779" y="129471"/>
                </a:lnTo>
                <a:lnTo>
                  <a:pt x="1118628" y="129531"/>
                </a:lnTo>
                <a:lnTo>
                  <a:pt x="1119484" y="129578"/>
                </a:lnTo>
                <a:lnTo>
                  <a:pt x="1120346" y="129611"/>
                </a:lnTo>
                <a:lnTo>
                  <a:pt x="1121215" y="129631"/>
                </a:lnTo>
                <a:lnTo>
                  <a:pt x="1122091" y="129638"/>
                </a:lnTo>
                <a:lnTo>
                  <a:pt x="1123095" y="129630"/>
                </a:lnTo>
                <a:lnTo>
                  <a:pt x="1124085" y="129606"/>
                </a:lnTo>
                <a:lnTo>
                  <a:pt x="1125062" y="129565"/>
                </a:lnTo>
                <a:lnTo>
                  <a:pt x="1126025" y="129509"/>
                </a:lnTo>
                <a:close/>
                <a:moveTo>
                  <a:pt x="1067625" y="146931"/>
                </a:moveTo>
                <a:lnTo>
                  <a:pt x="1066864" y="146116"/>
                </a:lnTo>
                <a:lnTo>
                  <a:pt x="1066111" y="145294"/>
                </a:lnTo>
                <a:lnTo>
                  <a:pt x="1065365" y="144465"/>
                </a:lnTo>
                <a:lnTo>
                  <a:pt x="1064627" y="143627"/>
                </a:lnTo>
                <a:lnTo>
                  <a:pt x="1063897" y="142782"/>
                </a:lnTo>
                <a:lnTo>
                  <a:pt x="1063174" y="141929"/>
                </a:lnTo>
                <a:lnTo>
                  <a:pt x="1062459" y="141069"/>
                </a:lnTo>
                <a:lnTo>
                  <a:pt x="1061752" y="140201"/>
                </a:lnTo>
                <a:lnTo>
                  <a:pt x="1061052" y="139325"/>
                </a:lnTo>
                <a:lnTo>
                  <a:pt x="1060360" y="138442"/>
                </a:lnTo>
                <a:lnTo>
                  <a:pt x="1059676" y="137551"/>
                </a:lnTo>
                <a:lnTo>
                  <a:pt x="1058999" y="136652"/>
                </a:lnTo>
                <a:lnTo>
                  <a:pt x="1058330" y="135746"/>
                </a:lnTo>
                <a:lnTo>
                  <a:pt x="1057669" y="134832"/>
                </a:lnTo>
                <a:lnTo>
                  <a:pt x="1057015" y="133911"/>
                </a:lnTo>
                <a:lnTo>
                  <a:pt x="1056369" y="132981"/>
                </a:lnTo>
                <a:lnTo>
                  <a:pt x="1055731" y="132044"/>
                </a:lnTo>
                <a:lnTo>
                  <a:pt x="1055100" y="131100"/>
                </a:lnTo>
                <a:lnTo>
                  <a:pt x="1054477" y="130147"/>
                </a:lnTo>
                <a:lnTo>
                  <a:pt x="1053862" y="129187"/>
                </a:lnTo>
                <a:lnTo>
                  <a:pt x="1053254" y="128220"/>
                </a:lnTo>
                <a:lnTo>
                  <a:pt x="1052656" y="127246"/>
                </a:lnTo>
                <a:lnTo>
                  <a:pt x="1052069" y="126266"/>
                </a:lnTo>
                <a:lnTo>
                  <a:pt x="1051493" y="125280"/>
                </a:lnTo>
                <a:lnTo>
                  <a:pt x="1050929" y="124289"/>
                </a:lnTo>
                <a:lnTo>
                  <a:pt x="1050376" y="123292"/>
                </a:lnTo>
                <a:lnTo>
                  <a:pt x="1049834" y="122289"/>
                </a:lnTo>
                <a:lnTo>
                  <a:pt x="1049303" y="121280"/>
                </a:lnTo>
                <a:lnTo>
                  <a:pt x="1048783" y="120266"/>
                </a:lnTo>
                <a:lnTo>
                  <a:pt x="1048275" y="119246"/>
                </a:lnTo>
                <a:lnTo>
                  <a:pt x="1047777" y="118220"/>
                </a:lnTo>
                <a:lnTo>
                  <a:pt x="1047291" y="117188"/>
                </a:lnTo>
                <a:lnTo>
                  <a:pt x="1046817" y="116151"/>
                </a:lnTo>
                <a:lnTo>
                  <a:pt x="1046353" y="115108"/>
                </a:lnTo>
                <a:lnTo>
                  <a:pt x="1045901" y="114059"/>
                </a:lnTo>
                <a:lnTo>
                  <a:pt x="1045459" y="113004"/>
                </a:lnTo>
                <a:lnTo>
                  <a:pt x="1045030" y="111944"/>
                </a:lnTo>
                <a:lnTo>
                  <a:pt x="1044611" y="110878"/>
                </a:lnTo>
                <a:lnTo>
                  <a:pt x="1044203" y="109806"/>
                </a:lnTo>
                <a:lnTo>
                  <a:pt x="1043807" y="108728"/>
                </a:lnTo>
                <a:lnTo>
                  <a:pt x="1043422" y="107645"/>
                </a:lnTo>
                <a:lnTo>
                  <a:pt x="1043048" y="106556"/>
                </a:lnTo>
                <a:lnTo>
                  <a:pt x="1042685" y="105461"/>
                </a:lnTo>
                <a:lnTo>
                  <a:pt x="1042334" y="104361"/>
                </a:lnTo>
                <a:lnTo>
                  <a:pt x="1041993" y="103254"/>
                </a:lnTo>
                <a:lnTo>
                  <a:pt x="1041666" y="102143"/>
                </a:lnTo>
                <a:lnTo>
                  <a:pt x="1041352" y="101026"/>
                </a:lnTo>
                <a:lnTo>
                  <a:pt x="1041052" y="99906"/>
                </a:lnTo>
                <a:lnTo>
                  <a:pt x="1040766" y="98780"/>
                </a:lnTo>
                <a:lnTo>
                  <a:pt x="1040494" y="97650"/>
                </a:lnTo>
                <a:lnTo>
                  <a:pt x="1040236" y="96515"/>
                </a:lnTo>
                <a:lnTo>
                  <a:pt x="1039992" y="95376"/>
                </a:lnTo>
                <a:lnTo>
                  <a:pt x="1039762" y="94232"/>
                </a:lnTo>
                <a:lnTo>
                  <a:pt x="1039546" y="93083"/>
                </a:lnTo>
                <a:lnTo>
                  <a:pt x="1039344" y="91930"/>
                </a:lnTo>
                <a:lnTo>
                  <a:pt x="1039155" y="90772"/>
                </a:lnTo>
                <a:lnTo>
                  <a:pt x="1038981" y="89609"/>
                </a:lnTo>
                <a:lnTo>
                  <a:pt x="1038821" y="88442"/>
                </a:lnTo>
                <a:lnTo>
                  <a:pt x="1038674" y="87270"/>
                </a:lnTo>
                <a:lnTo>
                  <a:pt x="1038542" y="86094"/>
                </a:lnTo>
                <a:lnTo>
                  <a:pt x="1038423" y="84912"/>
                </a:lnTo>
                <a:lnTo>
                  <a:pt x="1038319" y="83727"/>
                </a:lnTo>
                <a:lnTo>
                  <a:pt x="1038228" y="82536"/>
                </a:lnTo>
                <a:lnTo>
                  <a:pt x="1038151" y="81341"/>
                </a:lnTo>
                <a:lnTo>
                  <a:pt x="1038089" y="80141"/>
                </a:lnTo>
                <a:lnTo>
                  <a:pt x="1038040" y="78937"/>
                </a:lnTo>
                <a:lnTo>
                  <a:pt x="1038005" y="77728"/>
                </a:lnTo>
                <a:lnTo>
                  <a:pt x="1037984" y="76514"/>
                </a:lnTo>
                <a:lnTo>
                  <a:pt x="1037977" y="75296"/>
                </a:lnTo>
                <a:lnTo>
                  <a:pt x="1037984" y="74078"/>
                </a:lnTo>
                <a:lnTo>
                  <a:pt x="1038005" y="72864"/>
                </a:lnTo>
                <a:lnTo>
                  <a:pt x="1038040" y="71655"/>
                </a:lnTo>
                <a:lnTo>
                  <a:pt x="1038089" y="70450"/>
                </a:lnTo>
                <a:lnTo>
                  <a:pt x="1038151" y="69250"/>
                </a:lnTo>
                <a:lnTo>
                  <a:pt x="1038228" y="68055"/>
                </a:lnTo>
                <a:lnTo>
                  <a:pt x="1038319" y="66864"/>
                </a:lnTo>
                <a:lnTo>
                  <a:pt x="1038423" y="65678"/>
                </a:lnTo>
                <a:lnTo>
                  <a:pt x="1038542" y="64497"/>
                </a:lnTo>
                <a:lnTo>
                  <a:pt x="1038674" y="63320"/>
                </a:lnTo>
                <a:lnTo>
                  <a:pt x="1038821" y="62148"/>
                </a:lnTo>
                <a:lnTo>
                  <a:pt x="1038981" y="60981"/>
                </a:lnTo>
                <a:lnTo>
                  <a:pt x="1039155" y="59818"/>
                </a:lnTo>
                <a:lnTo>
                  <a:pt x="1039344" y="58660"/>
                </a:lnTo>
                <a:lnTo>
                  <a:pt x="1039546" y="57507"/>
                </a:lnTo>
                <a:lnTo>
                  <a:pt x="1039762" y="56358"/>
                </a:lnTo>
                <a:lnTo>
                  <a:pt x="1039992" y="55214"/>
                </a:lnTo>
                <a:lnTo>
                  <a:pt x="1040236" y="54075"/>
                </a:lnTo>
                <a:lnTo>
                  <a:pt x="1040494" y="52940"/>
                </a:lnTo>
                <a:lnTo>
                  <a:pt x="1040766" y="51810"/>
                </a:lnTo>
                <a:lnTo>
                  <a:pt x="1041052" y="50684"/>
                </a:lnTo>
                <a:lnTo>
                  <a:pt x="1041352" y="49563"/>
                </a:lnTo>
                <a:lnTo>
                  <a:pt x="1041666" y="48447"/>
                </a:lnTo>
                <a:lnTo>
                  <a:pt x="1041993" y="47336"/>
                </a:lnTo>
                <a:lnTo>
                  <a:pt x="1042333" y="46229"/>
                </a:lnTo>
                <a:lnTo>
                  <a:pt x="1042685" y="45129"/>
                </a:lnTo>
                <a:lnTo>
                  <a:pt x="1043047" y="44034"/>
                </a:lnTo>
                <a:lnTo>
                  <a:pt x="1043420" y="42945"/>
                </a:lnTo>
                <a:lnTo>
                  <a:pt x="1043804" y="41861"/>
                </a:lnTo>
                <a:lnTo>
                  <a:pt x="1044198" y="40784"/>
                </a:lnTo>
                <a:lnTo>
                  <a:pt x="1044604" y="39712"/>
                </a:lnTo>
                <a:lnTo>
                  <a:pt x="1045021" y="38646"/>
                </a:lnTo>
                <a:lnTo>
                  <a:pt x="1045449" y="37585"/>
                </a:lnTo>
                <a:lnTo>
                  <a:pt x="1045887" y="36531"/>
                </a:lnTo>
                <a:lnTo>
                  <a:pt x="1046337" y="35482"/>
                </a:lnTo>
                <a:lnTo>
                  <a:pt x="1046797" y="34439"/>
                </a:lnTo>
                <a:lnTo>
                  <a:pt x="1047269" y="33401"/>
                </a:lnTo>
                <a:lnTo>
                  <a:pt x="1047751" y="32370"/>
                </a:lnTo>
                <a:lnTo>
                  <a:pt x="1048245" y="31344"/>
                </a:lnTo>
                <a:lnTo>
                  <a:pt x="1048749" y="30324"/>
                </a:lnTo>
                <a:lnTo>
                  <a:pt x="1049264" y="29309"/>
                </a:lnTo>
                <a:lnTo>
                  <a:pt x="1049790" y="28301"/>
                </a:lnTo>
                <a:lnTo>
                  <a:pt x="1050327" y="27298"/>
                </a:lnTo>
                <a:lnTo>
                  <a:pt x="1050875" y="26301"/>
                </a:lnTo>
                <a:lnTo>
                  <a:pt x="1051434" y="25309"/>
                </a:lnTo>
                <a:lnTo>
                  <a:pt x="1052004" y="24324"/>
                </a:lnTo>
                <a:lnTo>
                  <a:pt x="1052585" y="23344"/>
                </a:lnTo>
                <a:lnTo>
                  <a:pt x="1053177" y="22370"/>
                </a:lnTo>
                <a:lnTo>
                  <a:pt x="1053779" y="21402"/>
                </a:lnTo>
                <a:lnTo>
                  <a:pt x="1054389" y="20442"/>
                </a:lnTo>
                <a:lnTo>
                  <a:pt x="1055007" y="19490"/>
                </a:lnTo>
                <a:lnTo>
                  <a:pt x="1055634" y="18545"/>
                </a:lnTo>
                <a:lnTo>
                  <a:pt x="1056269" y="17608"/>
                </a:lnTo>
                <a:lnTo>
                  <a:pt x="1056913" y="16679"/>
                </a:lnTo>
                <a:lnTo>
                  <a:pt x="1057566" y="15758"/>
                </a:lnTo>
                <a:lnTo>
                  <a:pt x="1058227" y="14844"/>
                </a:lnTo>
                <a:lnTo>
                  <a:pt x="1058896" y="13937"/>
                </a:lnTo>
                <a:lnTo>
                  <a:pt x="1059574" y="13039"/>
                </a:lnTo>
                <a:lnTo>
                  <a:pt x="1060260" y="12148"/>
                </a:lnTo>
                <a:lnTo>
                  <a:pt x="1060955" y="11264"/>
                </a:lnTo>
                <a:lnTo>
                  <a:pt x="1061658" y="10389"/>
                </a:lnTo>
                <a:lnTo>
                  <a:pt x="1062370" y="9521"/>
                </a:lnTo>
                <a:lnTo>
                  <a:pt x="1063090" y="8660"/>
                </a:lnTo>
                <a:lnTo>
                  <a:pt x="1063819" y="7808"/>
                </a:lnTo>
                <a:lnTo>
                  <a:pt x="1064556" y="6963"/>
                </a:lnTo>
                <a:lnTo>
                  <a:pt x="1065302" y="6125"/>
                </a:lnTo>
                <a:lnTo>
                  <a:pt x="1066056" y="5295"/>
                </a:lnTo>
                <a:lnTo>
                  <a:pt x="1066819" y="4473"/>
                </a:lnTo>
                <a:lnTo>
                  <a:pt x="1067590" y="3659"/>
                </a:lnTo>
                <a:lnTo>
                  <a:pt x="1068369" y="2852"/>
                </a:lnTo>
                <a:lnTo>
                  <a:pt x="1069157" y="2053"/>
                </a:lnTo>
                <a:lnTo>
                  <a:pt x="1069954" y="1262"/>
                </a:lnTo>
                <a:lnTo>
                  <a:pt x="1069954" y="0"/>
                </a:lnTo>
                <a:lnTo>
                  <a:pt x="1056405" y="0"/>
                </a:lnTo>
                <a:lnTo>
                  <a:pt x="1055699" y="675"/>
                </a:lnTo>
                <a:lnTo>
                  <a:pt x="1054996" y="1362"/>
                </a:lnTo>
                <a:lnTo>
                  <a:pt x="1054299" y="2060"/>
                </a:lnTo>
                <a:lnTo>
                  <a:pt x="1053605" y="2770"/>
                </a:lnTo>
                <a:lnTo>
                  <a:pt x="1052916" y="3491"/>
                </a:lnTo>
                <a:lnTo>
                  <a:pt x="1052232" y="4224"/>
                </a:lnTo>
                <a:lnTo>
                  <a:pt x="1051551" y="4968"/>
                </a:lnTo>
                <a:lnTo>
                  <a:pt x="1050875" y="5724"/>
                </a:lnTo>
                <a:lnTo>
                  <a:pt x="1050204" y="6491"/>
                </a:lnTo>
                <a:lnTo>
                  <a:pt x="1049537" y="7270"/>
                </a:lnTo>
                <a:lnTo>
                  <a:pt x="1048874" y="8060"/>
                </a:lnTo>
                <a:lnTo>
                  <a:pt x="1048215" y="8862"/>
                </a:lnTo>
                <a:lnTo>
                  <a:pt x="1047561" y="9675"/>
                </a:lnTo>
                <a:lnTo>
                  <a:pt x="1046912" y="10500"/>
                </a:lnTo>
                <a:lnTo>
                  <a:pt x="1046266" y="11336"/>
                </a:lnTo>
                <a:lnTo>
                  <a:pt x="1045625" y="12183"/>
                </a:lnTo>
                <a:lnTo>
                  <a:pt x="1044989" y="13042"/>
                </a:lnTo>
                <a:lnTo>
                  <a:pt x="1044356" y="13913"/>
                </a:lnTo>
                <a:lnTo>
                  <a:pt x="1043729" y="14795"/>
                </a:lnTo>
                <a:lnTo>
                  <a:pt x="1043105" y="15689"/>
                </a:lnTo>
                <a:lnTo>
                  <a:pt x="1042486" y="16594"/>
                </a:lnTo>
                <a:lnTo>
                  <a:pt x="1041871" y="17510"/>
                </a:lnTo>
                <a:lnTo>
                  <a:pt x="1041261" y="18438"/>
                </a:lnTo>
                <a:lnTo>
                  <a:pt x="1040655" y="19377"/>
                </a:lnTo>
                <a:lnTo>
                  <a:pt x="1040056" y="20327"/>
                </a:lnTo>
                <a:lnTo>
                  <a:pt x="1039467" y="21286"/>
                </a:lnTo>
                <a:lnTo>
                  <a:pt x="1038888" y="22254"/>
                </a:lnTo>
                <a:lnTo>
                  <a:pt x="1038320" y="23232"/>
                </a:lnTo>
                <a:lnTo>
                  <a:pt x="1037762" y="24219"/>
                </a:lnTo>
                <a:lnTo>
                  <a:pt x="1037213" y="25215"/>
                </a:lnTo>
                <a:lnTo>
                  <a:pt x="1036675" y="26220"/>
                </a:lnTo>
                <a:lnTo>
                  <a:pt x="1036147" y="27235"/>
                </a:lnTo>
                <a:lnTo>
                  <a:pt x="1035629" y="28259"/>
                </a:lnTo>
                <a:lnTo>
                  <a:pt x="1035122" y="29293"/>
                </a:lnTo>
                <a:lnTo>
                  <a:pt x="1034624" y="30335"/>
                </a:lnTo>
                <a:lnTo>
                  <a:pt x="1034137" y="31387"/>
                </a:lnTo>
                <a:lnTo>
                  <a:pt x="1033659" y="32449"/>
                </a:lnTo>
                <a:lnTo>
                  <a:pt x="1033192" y="33519"/>
                </a:lnTo>
                <a:lnTo>
                  <a:pt x="1032735" y="34599"/>
                </a:lnTo>
                <a:lnTo>
                  <a:pt x="1032288" y="35688"/>
                </a:lnTo>
                <a:lnTo>
                  <a:pt x="1031851" y="36787"/>
                </a:lnTo>
                <a:lnTo>
                  <a:pt x="1031424" y="37895"/>
                </a:lnTo>
                <a:lnTo>
                  <a:pt x="1031008" y="39012"/>
                </a:lnTo>
                <a:lnTo>
                  <a:pt x="1030601" y="40138"/>
                </a:lnTo>
                <a:lnTo>
                  <a:pt x="1030205" y="41274"/>
                </a:lnTo>
                <a:lnTo>
                  <a:pt x="1029819" y="42419"/>
                </a:lnTo>
                <a:lnTo>
                  <a:pt x="1029443" y="43574"/>
                </a:lnTo>
                <a:lnTo>
                  <a:pt x="1029077" y="44737"/>
                </a:lnTo>
                <a:lnTo>
                  <a:pt x="1028723" y="45910"/>
                </a:lnTo>
                <a:lnTo>
                  <a:pt x="1028385" y="47091"/>
                </a:lnTo>
                <a:lnTo>
                  <a:pt x="1028061" y="48281"/>
                </a:lnTo>
                <a:lnTo>
                  <a:pt x="1027753" y="49480"/>
                </a:lnTo>
                <a:lnTo>
                  <a:pt x="1027460" y="50687"/>
                </a:lnTo>
                <a:lnTo>
                  <a:pt x="1027182" y="51904"/>
                </a:lnTo>
                <a:lnTo>
                  <a:pt x="1026919" y="53129"/>
                </a:lnTo>
                <a:lnTo>
                  <a:pt x="1026670" y="54363"/>
                </a:lnTo>
                <a:lnTo>
                  <a:pt x="1026437" y="55605"/>
                </a:lnTo>
                <a:lnTo>
                  <a:pt x="1026219" y="56857"/>
                </a:lnTo>
                <a:lnTo>
                  <a:pt x="1026016" y="58117"/>
                </a:lnTo>
                <a:lnTo>
                  <a:pt x="1025828" y="59386"/>
                </a:lnTo>
                <a:lnTo>
                  <a:pt x="1025655" y="60663"/>
                </a:lnTo>
                <a:lnTo>
                  <a:pt x="1025497" y="61950"/>
                </a:lnTo>
                <a:lnTo>
                  <a:pt x="1025354" y="63245"/>
                </a:lnTo>
                <a:lnTo>
                  <a:pt x="1025227" y="64549"/>
                </a:lnTo>
                <a:lnTo>
                  <a:pt x="1025114" y="65862"/>
                </a:lnTo>
                <a:lnTo>
                  <a:pt x="1025016" y="67183"/>
                </a:lnTo>
                <a:lnTo>
                  <a:pt x="1024933" y="68513"/>
                </a:lnTo>
                <a:lnTo>
                  <a:pt x="1024866" y="69852"/>
                </a:lnTo>
                <a:lnTo>
                  <a:pt x="1024813" y="71200"/>
                </a:lnTo>
                <a:lnTo>
                  <a:pt x="1024775" y="72557"/>
                </a:lnTo>
                <a:lnTo>
                  <a:pt x="1024753" y="73922"/>
                </a:lnTo>
                <a:lnTo>
                  <a:pt x="1024745" y="75296"/>
                </a:lnTo>
                <a:lnTo>
                  <a:pt x="1024753" y="76670"/>
                </a:lnTo>
                <a:lnTo>
                  <a:pt x="1024775" y="78035"/>
                </a:lnTo>
                <a:lnTo>
                  <a:pt x="1024813" y="79391"/>
                </a:lnTo>
                <a:lnTo>
                  <a:pt x="1024866" y="80739"/>
                </a:lnTo>
                <a:lnTo>
                  <a:pt x="1024933" y="82078"/>
                </a:lnTo>
                <a:lnTo>
                  <a:pt x="1025016" y="83408"/>
                </a:lnTo>
                <a:lnTo>
                  <a:pt x="1025114" y="84729"/>
                </a:lnTo>
                <a:lnTo>
                  <a:pt x="1025227" y="86042"/>
                </a:lnTo>
                <a:lnTo>
                  <a:pt x="1025354" y="87346"/>
                </a:lnTo>
                <a:lnTo>
                  <a:pt x="1025497" y="88641"/>
                </a:lnTo>
                <a:lnTo>
                  <a:pt x="1025655" y="89928"/>
                </a:lnTo>
                <a:lnTo>
                  <a:pt x="1025828" y="91205"/>
                </a:lnTo>
                <a:lnTo>
                  <a:pt x="1026016" y="92474"/>
                </a:lnTo>
                <a:lnTo>
                  <a:pt x="1026219" y="93734"/>
                </a:lnTo>
                <a:lnTo>
                  <a:pt x="1026437" y="94986"/>
                </a:lnTo>
                <a:lnTo>
                  <a:pt x="1026670" y="96228"/>
                </a:lnTo>
                <a:lnTo>
                  <a:pt x="1026919" y="97462"/>
                </a:lnTo>
                <a:lnTo>
                  <a:pt x="1027182" y="98687"/>
                </a:lnTo>
                <a:lnTo>
                  <a:pt x="1027460" y="99904"/>
                </a:lnTo>
                <a:lnTo>
                  <a:pt x="1027753" y="101112"/>
                </a:lnTo>
                <a:lnTo>
                  <a:pt x="1028061" y="102310"/>
                </a:lnTo>
                <a:lnTo>
                  <a:pt x="1028385" y="103501"/>
                </a:lnTo>
                <a:lnTo>
                  <a:pt x="1028723" y="104682"/>
                </a:lnTo>
                <a:lnTo>
                  <a:pt x="1029077" y="105855"/>
                </a:lnTo>
                <a:lnTo>
                  <a:pt x="1029443" y="107018"/>
                </a:lnTo>
                <a:lnTo>
                  <a:pt x="1029819" y="108172"/>
                </a:lnTo>
                <a:lnTo>
                  <a:pt x="1030205" y="109316"/>
                </a:lnTo>
                <a:lnTo>
                  <a:pt x="1030601" y="110451"/>
                </a:lnTo>
                <a:lnTo>
                  <a:pt x="1031008" y="111576"/>
                </a:lnTo>
                <a:lnTo>
                  <a:pt x="1031424" y="112691"/>
                </a:lnTo>
                <a:lnTo>
                  <a:pt x="1031851" y="113797"/>
                </a:lnTo>
                <a:lnTo>
                  <a:pt x="1032288" y="114894"/>
                </a:lnTo>
                <a:lnTo>
                  <a:pt x="1032735" y="115981"/>
                </a:lnTo>
                <a:lnTo>
                  <a:pt x="1033192" y="117058"/>
                </a:lnTo>
                <a:lnTo>
                  <a:pt x="1033659" y="118126"/>
                </a:lnTo>
                <a:lnTo>
                  <a:pt x="1034137" y="119184"/>
                </a:lnTo>
                <a:lnTo>
                  <a:pt x="1034624" y="120232"/>
                </a:lnTo>
                <a:lnTo>
                  <a:pt x="1035122" y="121271"/>
                </a:lnTo>
                <a:lnTo>
                  <a:pt x="1035629" y="122301"/>
                </a:lnTo>
                <a:lnTo>
                  <a:pt x="1036147" y="123321"/>
                </a:lnTo>
                <a:lnTo>
                  <a:pt x="1036675" y="124331"/>
                </a:lnTo>
                <a:lnTo>
                  <a:pt x="1037213" y="125332"/>
                </a:lnTo>
                <a:lnTo>
                  <a:pt x="1037762" y="126323"/>
                </a:lnTo>
                <a:lnTo>
                  <a:pt x="1038320" y="127304"/>
                </a:lnTo>
                <a:lnTo>
                  <a:pt x="1038888" y="128277"/>
                </a:lnTo>
                <a:lnTo>
                  <a:pt x="1039467" y="129239"/>
                </a:lnTo>
                <a:lnTo>
                  <a:pt x="1040056" y="130192"/>
                </a:lnTo>
                <a:lnTo>
                  <a:pt x="1040655" y="131135"/>
                </a:lnTo>
                <a:lnTo>
                  <a:pt x="1041261" y="132069"/>
                </a:lnTo>
                <a:lnTo>
                  <a:pt x="1041871" y="132991"/>
                </a:lnTo>
                <a:lnTo>
                  <a:pt x="1042486" y="133903"/>
                </a:lnTo>
                <a:lnTo>
                  <a:pt x="1043105" y="134804"/>
                </a:lnTo>
                <a:lnTo>
                  <a:pt x="1043729" y="135695"/>
                </a:lnTo>
                <a:lnTo>
                  <a:pt x="1044356" y="136575"/>
                </a:lnTo>
                <a:lnTo>
                  <a:pt x="1044989" y="137444"/>
                </a:lnTo>
                <a:lnTo>
                  <a:pt x="1045625" y="138303"/>
                </a:lnTo>
                <a:lnTo>
                  <a:pt x="1046266" y="139151"/>
                </a:lnTo>
                <a:lnTo>
                  <a:pt x="1046912" y="139988"/>
                </a:lnTo>
                <a:lnTo>
                  <a:pt x="1047561" y="140815"/>
                </a:lnTo>
                <a:lnTo>
                  <a:pt x="1048215" y="141630"/>
                </a:lnTo>
                <a:lnTo>
                  <a:pt x="1048874" y="142436"/>
                </a:lnTo>
                <a:lnTo>
                  <a:pt x="1049537" y="143230"/>
                </a:lnTo>
                <a:lnTo>
                  <a:pt x="1050204" y="144014"/>
                </a:lnTo>
                <a:lnTo>
                  <a:pt x="1050875" y="144788"/>
                </a:lnTo>
                <a:lnTo>
                  <a:pt x="1051551" y="145550"/>
                </a:lnTo>
                <a:lnTo>
                  <a:pt x="1052232" y="146302"/>
                </a:lnTo>
                <a:lnTo>
                  <a:pt x="1052916" y="147043"/>
                </a:lnTo>
                <a:lnTo>
                  <a:pt x="1053605" y="147774"/>
                </a:lnTo>
                <a:lnTo>
                  <a:pt x="1054299" y="148494"/>
                </a:lnTo>
                <a:lnTo>
                  <a:pt x="1054996" y="149203"/>
                </a:lnTo>
                <a:lnTo>
                  <a:pt x="1055699" y="149902"/>
                </a:lnTo>
                <a:lnTo>
                  <a:pt x="1056405" y="150590"/>
                </a:lnTo>
                <a:lnTo>
                  <a:pt x="1069954" y="150590"/>
                </a:lnTo>
                <a:lnTo>
                  <a:pt x="1069954" y="149328"/>
                </a:lnTo>
                <a:lnTo>
                  <a:pt x="1069170" y="148536"/>
                </a:lnTo>
                <a:lnTo>
                  <a:pt x="1068394" y="147737"/>
                </a:lnTo>
                <a:lnTo>
                  <a:pt x="1067625" y="146931"/>
                </a:lnTo>
                <a:close/>
                <a:moveTo>
                  <a:pt x="1589687" y="147043"/>
                </a:moveTo>
                <a:lnTo>
                  <a:pt x="1590381" y="146302"/>
                </a:lnTo>
                <a:lnTo>
                  <a:pt x="1591069" y="145550"/>
                </a:lnTo>
                <a:lnTo>
                  <a:pt x="1591752" y="144788"/>
                </a:lnTo>
                <a:lnTo>
                  <a:pt x="1592430" y="144014"/>
                </a:lnTo>
                <a:lnTo>
                  <a:pt x="1593103" y="143230"/>
                </a:lnTo>
                <a:lnTo>
                  <a:pt x="1593770" y="142436"/>
                </a:lnTo>
                <a:lnTo>
                  <a:pt x="1594433" y="141630"/>
                </a:lnTo>
                <a:lnTo>
                  <a:pt x="1595090" y="140815"/>
                </a:lnTo>
                <a:lnTo>
                  <a:pt x="1595741" y="139988"/>
                </a:lnTo>
                <a:lnTo>
                  <a:pt x="1596388" y="139151"/>
                </a:lnTo>
                <a:lnTo>
                  <a:pt x="1597030" y="138303"/>
                </a:lnTo>
                <a:lnTo>
                  <a:pt x="1597666" y="137444"/>
                </a:lnTo>
                <a:lnTo>
                  <a:pt x="1598297" y="136575"/>
                </a:lnTo>
                <a:lnTo>
                  <a:pt x="1598923" y="135695"/>
                </a:lnTo>
                <a:lnTo>
                  <a:pt x="1599544" y="134804"/>
                </a:lnTo>
                <a:lnTo>
                  <a:pt x="1600159" y="133903"/>
                </a:lnTo>
                <a:lnTo>
                  <a:pt x="1600769" y="132991"/>
                </a:lnTo>
                <a:lnTo>
                  <a:pt x="1601374" y="132069"/>
                </a:lnTo>
                <a:lnTo>
                  <a:pt x="1601974" y="131135"/>
                </a:lnTo>
                <a:lnTo>
                  <a:pt x="1602567" y="130192"/>
                </a:lnTo>
                <a:lnTo>
                  <a:pt x="1603149" y="129239"/>
                </a:lnTo>
                <a:lnTo>
                  <a:pt x="1603722" y="128277"/>
                </a:lnTo>
                <a:lnTo>
                  <a:pt x="1604285" y="127304"/>
                </a:lnTo>
                <a:lnTo>
                  <a:pt x="1604838" y="126323"/>
                </a:lnTo>
                <a:lnTo>
                  <a:pt x="1605381" y="125332"/>
                </a:lnTo>
                <a:lnTo>
                  <a:pt x="1605914" y="124331"/>
                </a:lnTo>
                <a:lnTo>
                  <a:pt x="1606437" y="123321"/>
                </a:lnTo>
                <a:lnTo>
                  <a:pt x="1606951" y="122301"/>
                </a:lnTo>
                <a:lnTo>
                  <a:pt x="1607455" y="121271"/>
                </a:lnTo>
                <a:lnTo>
                  <a:pt x="1607949" y="120232"/>
                </a:lnTo>
                <a:lnTo>
                  <a:pt x="1608433" y="119184"/>
                </a:lnTo>
                <a:lnTo>
                  <a:pt x="1608907" y="118126"/>
                </a:lnTo>
                <a:lnTo>
                  <a:pt x="1609371" y="117058"/>
                </a:lnTo>
                <a:lnTo>
                  <a:pt x="1609826" y="115981"/>
                </a:lnTo>
                <a:lnTo>
                  <a:pt x="1610270" y="114894"/>
                </a:lnTo>
                <a:lnTo>
                  <a:pt x="1610705" y="113797"/>
                </a:lnTo>
                <a:lnTo>
                  <a:pt x="1611130" y="112691"/>
                </a:lnTo>
                <a:lnTo>
                  <a:pt x="1611545" y="111576"/>
                </a:lnTo>
                <a:lnTo>
                  <a:pt x="1611950" y="110451"/>
                </a:lnTo>
                <a:lnTo>
                  <a:pt x="1612346" y="109316"/>
                </a:lnTo>
                <a:lnTo>
                  <a:pt x="1612731" y="108172"/>
                </a:lnTo>
                <a:lnTo>
                  <a:pt x="1613107" y="107018"/>
                </a:lnTo>
                <a:lnTo>
                  <a:pt x="1613473" y="105855"/>
                </a:lnTo>
                <a:lnTo>
                  <a:pt x="1613826" y="104682"/>
                </a:lnTo>
                <a:lnTo>
                  <a:pt x="1614165" y="103501"/>
                </a:lnTo>
                <a:lnTo>
                  <a:pt x="1614488" y="102310"/>
                </a:lnTo>
                <a:lnTo>
                  <a:pt x="1614796" y="101112"/>
                </a:lnTo>
                <a:lnTo>
                  <a:pt x="1615090" y="99904"/>
                </a:lnTo>
                <a:lnTo>
                  <a:pt x="1615368" y="98687"/>
                </a:lnTo>
                <a:lnTo>
                  <a:pt x="1615631" y="97462"/>
                </a:lnTo>
                <a:lnTo>
                  <a:pt x="1615879" y="96228"/>
                </a:lnTo>
                <a:lnTo>
                  <a:pt x="1616112" y="94986"/>
                </a:lnTo>
                <a:lnTo>
                  <a:pt x="1616330" y="93734"/>
                </a:lnTo>
                <a:lnTo>
                  <a:pt x="1616533" y="92474"/>
                </a:lnTo>
                <a:lnTo>
                  <a:pt x="1616721" y="91205"/>
                </a:lnTo>
                <a:lnTo>
                  <a:pt x="1616894" y="89928"/>
                </a:lnTo>
                <a:lnTo>
                  <a:pt x="1617052" y="88641"/>
                </a:lnTo>
                <a:lnTo>
                  <a:pt x="1617195" y="87346"/>
                </a:lnTo>
                <a:lnTo>
                  <a:pt x="1617323" y="86042"/>
                </a:lnTo>
                <a:lnTo>
                  <a:pt x="1617436" y="84729"/>
                </a:lnTo>
                <a:lnTo>
                  <a:pt x="1617533" y="83408"/>
                </a:lnTo>
                <a:lnTo>
                  <a:pt x="1617616" y="82078"/>
                </a:lnTo>
                <a:lnTo>
                  <a:pt x="1617684" y="80739"/>
                </a:lnTo>
                <a:lnTo>
                  <a:pt x="1617736" y="79391"/>
                </a:lnTo>
                <a:lnTo>
                  <a:pt x="1617774" y="78035"/>
                </a:lnTo>
                <a:lnTo>
                  <a:pt x="1617797" y="76670"/>
                </a:lnTo>
                <a:lnTo>
                  <a:pt x="1617804" y="75296"/>
                </a:lnTo>
                <a:lnTo>
                  <a:pt x="1617797" y="73922"/>
                </a:lnTo>
                <a:lnTo>
                  <a:pt x="1617774" y="72557"/>
                </a:lnTo>
                <a:lnTo>
                  <a:pt x="1617736" y="71200"/>
                </a:lnTo>
                <a:lnTo>
                  <a:pt x="1617684" y="69852"/>
                </a:lnTo>
                <a:lnTo>
                  <a:pt x="1617616" y="68513"/>
                </a:lnTo>
                <a:lnTo>
                  <a:pt x="1617533" y="67183"/>
                </a:lnTo>
                <a:lnTo>
                  <a:pt x="1617436" y="65862"/>
                </a:lnTo>
                <a:lnTo>
                  <a:pt x="1617323" y="64549"/>
                </a:lnTo>
                <a:lnTo>
                  <a:pt x="1617195" y="63245"/>
                </a:lnTo>
                <a:lnTo>
                  <a:pt x="1617052" y="61950"/>
                </a:lnTo>
                <a:lnTo>
                  <a:pt x="1616894" y="60663"/>
                </a:lnTo>
                <a:lnTo>
                  <a:pt x="1616721" y="59386"/>
                </a:lnTo>
                <a:lnTo>
                  <a:pt x="1616533" y="58117"/>
                </a:lnTo>
                <a:lnTo>
                  <a:pt x="1616330" y="56857"/>
                </a:lnTo>
                <a:lnTo>
                  <a:pt x="1616112" y="55605"/>
                </a:lnTo>
                <a:lnTo>
                  <a:pt x="1615879" y="54363"/>
                </a:lnTo>
                <a:lnTo>
                  <a:pt x="1615631" y="53129"/>
                </a:lnTo>
                <a:lnTo>
                  <a:pt x="1615368" y="51904"/>
                </a:lnTo>
                <a:lnTo>
                  <a:pt x="1615090" y="50687"/>
                </a:lnTo>
                <a:lnTo>
                  <a:pt x="1614796" y="49480"/>
                </a:lnTo>
                <a:lnTo>
                  <a:pt x="1614488" y="48281"/>
                </a:lnTo>
                <a:lnTo>
                  <a:pt x="1614165" y="47091"/>
                </a:lnTo>
                <a:lnTo>
                  <a:pt x="1613826" y="45910"/>
                </a:lnTo>
                <a:lnTo>
                  <a:pt x="1613473" y="44737"/>
                </a:lnTo>
                <a:lnTo>
                  <a:pt x="1613107" y="43574"/>
                </a:lnTo>
                <a:lnTo>
                  <a:pt x="1612731" y="42419"/>
                </a:lnTo>
                <a:lnTo>
                  <a:pt x="1612346" y="41274"/>
                </a:lnTo>
                <a:lnTo>
                  <a:pt x="1611950" y="40138"/>
                </a:lnTo>
                <a:lnTo>
                  <a:pt x="1611545" y="39012"/>
                </a:lnTo>
                <a:lnTo>
                  <a:pt x="1611130" y="37895"/>
                </a:lnTo>
                <a:lnTo>
                  <a:pt x="1610705" y="36787"/>
                </a:lnTo>
                <a:lnTo>
                  <a:pt x="1610270" y="35688"/>
                </a:lnTo>
                <a:lnTo>
                  <a:pt x="1609826" y="34599"/>
                </a:lnTo>
                <a:lnTo>
                  <a:pt x="1609371" y="33519"/>
                </a:lnTo>
                <a:lnTo>
                  <a:pt x="1608907" y="32449"/>
                </a:lnTo>
                <a:lnTo>
                  <a:pt x="1608433" y="31387"/>
                </a:lnTo>
                <a:lnTo>
                  <a:pt x="1607949" y="30335"/>
                </a:lnTo>
                <a:lnTo>
                  <a:pt x="1607455" y="29293"/>
                </a:lnTo>
                <a:lnTo>
                  <a:pt x="1606951" y="28259"/>
                </a:lnTo>
                <a:lnTo>
                  <a:pt x="1606437" y="27235"/>
                </a:lnTo>
                <a:lnTo>
                  <a:pt x="1605914" y="26220"/>
                </a:lnTo>
                <a:lnTo>
                  <a:pt x="1605381" y="25215"/>
                </a:lnTo>
                <a:lnTo>
                  <a:pt x="1604838" y="24219"/>
                </a:lnTo>
                <a:lnTo>
                  <a:pt x="1604285" y="23232"/>
                </a:lnTo>
                <a:lnTo>
                  <a:pt x="1603722" y="22254"/>
                </a:lnTo>
                <a:lnTo>
                  <a:pt x="1603149" y="21286"/>
                </a:lnTo>
                <a:lnTo>
                  <a:pt x="1602567" y="20327"/>
                </a:lnTo>
                <a:lnTo>
                  <a:pt x="1601974" y="19377"/>
                </a:lnTo>
                <a:lnTo>
                  <a:pt x="1601374" y="18438"/>
                </a:lnTo>
                <a:lnTo>
                  <a:pt x="1600769" y="17510"/>
                </a:lnTo>
                <a:lnTo>
                  <a:pt x="1600159" y="16594"/>
                </a:lnTo>
                <a:lnTo>
                  <a:pt x="1599544" y="15689"/>
                </a:lnTo>
                <a:lnTo>
                  <a:pt x="1598923" y="14795"/>
                </a:lnTo>
                <a:lnTo>
                  <a:pt x="1598297" y="13913"/>
                </a:lnTo>
                <a:lnTo>
                  <a:pt x="1597666" y="13042"/>
                </a:lnTo>
                <a:lnTo>
                  <a:pt x="1597030" y="12183"/>
                </a:lnTo>
                <a:lnTo>
                  <a:pt x="1596388" y="11336"/>
                </a:lnTo>
                <a:lnTo>
                  <a:pt x="1595741" y="10500"/>
                </a:lnTo>
                <a:lnTo>
                  <a:pt x="1595090" y="9675"/>
                </a:lnTo>
                <a:lnTo>
                  <a:pt x="1594433" y="8862"/>
                </a:lnTo>
                <a:lnTo>
                  <a:pt x="1593770" y="8060"/>
                </a:lnTo>
                <a:lnTo>
                  <a:pt x="1593103" y="7270"/>
                </a:lnTo>
                <a:lnTo>
                  <a:pt x="1592430" y="6491"/>
                </a:lnTo>
                <a:lnTo>
                  <a:pt x="1591752" y="5724"/>
                </a:lnTo>
                <a:lnTo>
                  <a:pt x="1591069" y="4968"/>
                </a:lnTo>
                <a:lnTo>
                  <a:pt x="1590381" y="4224"/>
                </a:lnTo>
                <a:lnTo>
                  <a:pt x="1589687" y="3491"/>
                </a:lnTo>
                <a:lnTo>
                  <a:pt x="1588989" y="2770"/>
                </a:lnTo>
                <a:lnTo>
                  <a:pt x="1588285" y="2060"/>
                </a:lnTo>
                <a:lnTo>
                  <a:pt x="1587576" y="1362"/>
                </a:lnTo>
                <a:lnTo>
                  <a:pt x="1586862" y="675"/>
                </a:lnTo>
                <a:lnTo>
                  <a:pt x="1586142" y="0"/>
                </a:lnTo>
                <a:lnTo>
                  <a:pt x="1572596" y="0"/>
                </a:lnTo>
                <a:lnTo>
                  <a:pt x="1572596" y="1262"/>
                </a:lnTo>
                <a:lnTo>
                  <a:pt x="1573392" y="2053"/>
                </a:lnTo>
                <a:lnTo>
                  <a:pt x="1574180" y="2852"/>
                </a:lnTo>
                <a:lnTo>
                  <a:pt x="1574960" y="3659"/>
                </a:lnTo>
                <a:lnTo>
                  <a:pt x="1575731" y="4473"/>
                </a:lnTo>
                <a:lnTo>
                  <a:pt x="1576494" y="5295"/>
                </a:lnTo>
                <a:lnTo>
                  <a:pt x="1577248" y="6125"/>
                </a:lnTo>
                <a:lnTo>
                  <a:pt x="1577993" y="6963"/>
                </a:lnTo>
                <a:lnTo>
                  <a:pt x="1578731" y="7808"/>
                </a:lnTo>
                <a:lnTo>
                  <a:pt x="1579459" y="8660"/>
                </a:lnTo>
                <a:lnTo>
                  <a:pt x="1580180" y="9521"/>
                </a:lnTo>
                <a:lnTo>
                  <a:pt x="1580891" y="10389"/>
                </a:lnTo>
                <a:lnTo>
                  <a:pt x="1581595" y="11264"/>
                </a:lnTo>
                <a:lnTo>
                  <a:pt x="1582289" y="12148"/>
                </a:lnTo>
                <a:lnTo>
                  <a:pt x="1582976" y="13039"/>
                </a:lnTo>
                <a:lnTo>
                  <a:pt x="1583653" y="13937"/>
                </a:lnTo>
                <a:lnTo>
                  <a:pt x="1584323" y="14844"/>
                </a:lnTo>
                <a:lnTo>
                  <a:pt x="1584984" y="15758"/>
                </a:lnTo>
                <a:lnTo>
                  <a:pt x="1585636" y="16679"/>
                </a:lnTo>
                <a:lnTo>
                  <a:pt x="1586280" y="17608"/>
                </a:lnTo>
                <a:lnTo>
                  <a:pt x="1586915" y="18545"/>
                </a:lnTo>
                <a:lnTo>
                  <a:pt x="1587542" y="19490"/>
                </a:lnTo>
                <a:lnTo>
                  <a:pt x="1588161" y="20442"/>
                </a:lnTo>
                <a:lnTo>
                  <a:pt x="1588771" y="21402"/>
                </a:lnTo>
                <a:lnTo>
                  <a:pt x="1589372" y="22370"/>
                </a:lnTo>
                <a:lnTo>
                  <a:pt x="1589964" y="23344"/>
                </a:lnTo>
                <a:lnTo>
                  <a:pt x="1590545" y="24324"/>
                </a:lnTo>
                <a:lnTo>
                  <a:pt x="1591115" y="25309"/>
                </a:lnTo>
                <a:lnTo>
                  <a:pt x="1591674" y="26301"/>
                </a:lnTo>
                <a:lnTo>
                  <a:pt x="1592222" y="27298"/>
                </a:lnTo>
                <a:lnTo>
                  <a:pt x="1592759" y="28301"/>
                </a:lnTo>
                <a:lnTo>
                  <a:pt x="1593285" y="29309"/>
                </a:lnTo>
                <a:lnTo>
                  <a:pt x="1593801" y="30324"/>
                </a:lnTo>
                <a:lnTo>
                  <a:pt x="1594305" y="31344"/>
                </a:lnTo>
                <a:lnTo>
                  <a:pt x="1594798" y="32370"/>
                </a:lnTo>
                <a:lnTo>
                  <a:pt x="1595281" y="33401"/>
                </a:lnTo>
                <a:lnTo>
                  <a:pt x="1595752" y="34439"/>
                </a:lnTo>
                <a:lnTo>
                  <a:pt x="1596213" y="35482"/>
                </a:lnTo>
                <a:lnTo>
                  <a:pt x="1596662" y="36531"/>
                </a:lnTo>
                <a:lnTo>
                  <a:pt x="1597101" y="37585"/>
                </a:lnTo>
                <a:lnTo>
                  <a:pt x="1597528" y="38646"/>
                </a:lnTo>
                <a:lnTo>
                  <a:pt x="1597945" y="39712"/>
                </a:lnTo>
                <a:lnTo>
                  <a:pt x="1598351" y="40784"/>
                </a:lnTo>
                <a:lnTo>
                  <a:pt x="1598746" y="41861"/>
                </a:lnTo>
                <a:lnTo>
                  <a:pt x="1599130" y="42945"/>
                </a:lnTo>
                <a:lnTo>
                  <a:pt x="1599503" y="44034"/>
                </a:lnTo>
                <a:lnTo>
                  <a:pt x="1599865" y="45129"/>
                </a:lnTo>
                <a:lnTo>
                  <a:pt x="1600216" y="46229"/>
                </a:lnTo>
                <a:lnTo>
                  <a:pt x="1600556" y="47336"/>
                </a:lnTo>
                <a:lnTo>
                  <a:pt x="1600884" y="48447"/>
                </a:lnTo>
                <a:lnTo>
                  <a:pt x="1601198" y="49563"/>
                </a:lnTo>
                <a:lnTo>
                  <a:pt x="1601497" y="50684"/>
                </a:lnTo>
                <a:lnTo>
                  <a:pt x="1601783" y="51810"/>
                </a:lnTo>
                <a:lnTo>
                  <a:pt x="1602055" y="52940"/>
                </a:lnTo>
                <a:lnTo>
                  <a:pt x="1602313" y="54075"/>
                </a:lnTo>
                <a:lnTo>
                  <a:pt x="1602557" y="55214"/>
                </a:lnTo>
                <a:lnTo>
                  <a:pt x="1602787" y="56358"/>
                </a:lnTo>
                <a:lnTo>
                  <a:pt x="1603004" y="57507"/>
                </a:lnTo>
                <a:lnTo>
                  <a:pt x="1603206" y="58660"/>
                </a:lnTo>
                <a:lnTo>
                  <a:pt x="1603394" y="59818"/>
                </a:lnTo>
                <a:lnTo>
                  <a:pt x="1603568" y="60981"/>
                </a:lnTo>
                <a:lnTo>
                  <a:pt x="1603729" y="62148"/>
                </a:lnTo>
                <a:lnTo>
                  <a:pt x="1603875" y="63320"/>
                </a:lnTo>
                <a:lnTo>
                  <a:pt x="1604008" y="64497"/>
                </a:lnTo>
                <a:lnTo>
                  <a:pt x="1604126" y="65678"/>
                </a:lnTo>
                <a:lnTo>
                  <a:pt x="1604231" y="66864"/>
                </a:lnTo>
                <a:lnTo>
                  <a:pt x="1604321" y="68055"/>
                </a:lnTo>
                <a:lnTo>
                  <a:pt x="1604398" y="69250"/>
                </a:lnTo>
                <a:lnTo>
                  <a:pt x="1604461" y="70450"/>
                </a:lnTo>
                <a:lnTo>
                  <a:pt x="1604510" y="71655"/>
                </a:lnTo>
                <a:lnTo>
                  <a:pt x="1604545" y="72864"/>
                </a:lnTo>
                <a:lnTo>
                  <a:pt x="1604566" y="74078"/>
                </a:lnTo>
                <a:lnTo>
                  <a:pt x="1604572" y="75296"/>
                </a:lnTo>
                <a:lnTo>
                  <a:pt x="1604566" y="76514"/>
                </a:lnTo>
                <a:lnTo>
                  <a:pt x="1604545" y="77728"/>
                </a:lnTo>
                <a:lnTo>
                  <a:pt x="1604510" y="78937"/>
                </a:lnTo>
                <a:lnTo>
                  <a:pt x="1604461" y="80141"/>
                </a:lnTo>
                <a:lnTo>
                  <a:pt x="1604398" y="81341"/>
                </a:lnTo>
                <a:lnTo>
                  <a:pt x="1604321" y="82536"/>
                </a:lnTo>
                <a:lnTo>
                  <a:pt x="1604231" y="83727"/>
                </a:lnTo>
                <a:lnTo>
                  <a:pt x="1604126" y="84912"/>
                </a:lnTo>
                <a:lnTo>
                  <a:pt x="1604008" y="86094"/>
                </a:lnTo>
                <a:lnTo>
                  <a:pt x="1603875" y="87270"/>
                </a:lnTo>
                <a:lnTo>
                  <a:pt x="1603729" y="88442"/>
                </a:lnTo>
                <a:lnTo>
                  <a:pt x="1603568" y="89609"/>
                </a:lnTo>
                <a:lnTo>
                  <a:pt x="1603394" y="90772"/>
                </a:lnTo>
                <a:lnTo>
                  <a:pt x="1603206" y="91930"/>
                </a:lnTo>
                <a:lnTo>
                  <a:pt x="1603004" y="93083"/>
                </a:lnTo>
                <a:lnTo>
                  <a:pt x="1602787" y="94232"/>
                </a:lnTo>
                <a:lnTo>
                  <a:pt x="1602557" y="95376"/>
                </a:lnTo>
                <a:lnTo>
                  <a:pt x="1602313" y="96515"/>
                </a:lnTo>
                <a:lnTo>
                  <a:pt x="1602055" y="97650"/>
                </a:lnTo>
                <a:lnTo>
                  <a:pt x="1601783" y="98780"/>
                </a:lnTo>
                <a:lnTo>
                  <a:pt x="1601497" y="99906"/>
                </a:lnTo>
                <a:lnTo>
                  <a:pt x="1601198" y="101026"/>
                </a:lnTo>
                <a:lnTo>
                  <a:pt x="1600884" y="102143"/>
                </a:lnTo>
                <a:lnTo>
                  <a:pt x="1600556" y="103254"/>
                </a:lnTo>
                <a:lnTo>
                  <a:pt x="1600216" y="104361"/>
                </a:lnTo>
                <a:lnTo>
                  <a:pt x="1599865" y="105461"/>
                </a:lnTo>
                <a:lnTo>
                  <a:pt x="1599503" y="106556"/>
                </a:lnTo>
                <a:lnTo>
                  <a:pt x="1599130" y="107645"/>
                </a:lnTo>
                <a:lnTo>
                  <a:pt x="1598746" y="108728"/>
                </a:lnTo>
                <a:lnTo>
                  <a:pt x="1598351" y="109806"/>
                </a:lnTo>
                <a:lnTo>
                  <a:pt x="1597945" y="110878"/>
                </a:lnTo>
                <a:lnTo>
                  <a:pt x="1597528" y="111944"/>
                </a:lnTo>
                <a:lnTo>
                  <a:pt x="1597101" y="113004"/>
                </a:lnTo>
                <a:lnTo>
                  <a:pt x="1596662" y="114059"/>
                </a:lnTo>
                <a:lnTo>
                  <a:pt x="1596213" y="115108"/>
                </a:lnTo>
                <a:lnTo>
                  <a:pt x="1595752" y="116151"/>
                </a:lnTo>
                <a:lnTo>
                  <a:pt x="1595281" y="117188"/>
                </a:lnTo>
                <a:lnTo>
                  <a:pt x="1594798" y="118220"/>
                </a:lnTo>
                <a:lnTo>
                  <a:pt x="1594305" y="119246"/>
                </a:lnTo>
                <a:lnTo>
                  <a:pt x="1593801" y="120266"/>
                </a:lnTo>
                <a:lnTo>
                  <a:pt x="1593285" y="121280"/>
                </a:lnTo>
                <a:lnTo>
                  <a:pt x="1592759" y="122289"/>
                </a:lnTo>
                <a:lnTo>
                  <a:pt x="1592222" y="123292"/>
                </a:lnTo>
                <a:lnTo>
                  <a:pt x="1591674" y="124289"/>
                </a:lnTo>
                <a:lnTo>
                  <a:pt x="1591115" y="125280"/>
                </a:lnTo>
                <a:lnTo>
                  <a:pt x="1590545" y="126266"/>
                </a:lnTo>
                <a:lnTo>
                  <a:pt x="1589964" y="127246"/>
                </a:lnTo>
                <a:lnTo>
                  <a:pt x="1589372" y="128220"/>
                </a:lnTo>
                <a:lnTo>
                  <a:pt x="1588771" y="129187"/>
                </a:lnTo>
                <a:lnTo>
                  <a:pt x="1588161" y="130147"/>
                </a:lnTo>
                <a:lnTo>
                  <a:pt x="1587542" y="131100"/>
                </a:lnTo>
                <a:lnTo>
                  <a:pt x="1586915" y="132044"/>
                </a:lnTo>
                <a:lnTo>
                  <a:pt x="1586280" y="132981"/>
                </a:lnTo>
                <a:lnTo>
                  <a:pt x="1585636" y="133911"/>
                </a:lnTo>
                <a:lnTo>
                  <a:pt x="1584984" y="134832"/>
                </a:lnTo>
                <a:lnTo>
                  <a:pt x="1584323" y="135746"/>
                </a:lnTo>
                <a:lnTo>
                  <a:pt x="1583653" y="136652"/>
                </a:lnTo>
                <a:lnTo>
                  <a:pt x="1582976" y="137551"/>
                </a:lnTo>
                <a:lnTo>
                  <a:pt x="1582289" y="138442"/>
                </a:lnTo>
                <a:lnTo>
                  <a:pt x="1581595" y="139325"/>
                </a:lnTo>
                <a:lnTo>
                  <a:pt x="1580891" y="140201"/>
                </a:lnTo>
                <a:lnTo>
                  <a:pt x="1580180" y="141069"/>
                </a:lnTo>
                <a:lnTo>
                  <a:pt x="1579459" y="141929"/>
                </a:lnTo>
                <a:lnTo>
                  <a:pt x="1578731" y="142782"/>
                </a:lnTo>
                <a:lnTo>
                  <a:pt x="1577993" y="143627"/>
                </a:lnTo>
                <a:lnTo>
                  <a:pt x="1577248" y="144465"/>
                </a:lnTo>
                <a:lnTo>
                  <a:pt x="1576494" y="145294"/>
                </a:lnTo>
                <a:lnTo>
                  <a:pt x="1575731" y="146116"/>
                </a:lnTo>
                <a:lnTo>
                  <a:pt x="1574960" y="146931"/>
                </a:lnTo>
                <a:lnTo>
                  <a:pt x="1574180" y="147737"/>
                </a:lnTo>
                <a:lnTo>
                  <a:pt x="1573392" y="148536"/>
                </a:lnTo>
                <a:lnTo>
                  <a:pt x="1572596" y="149328"/>
                </a:lnTo>
                <a:lnTo>
                  <a:pt x="1572596" y="150590"/>
                </a:lnTo>
                <a:lnTo>
                  <a:pt x="1586142" y="150590"/>
                </a:lnTo>
                <a:lnTo>
                  <a:pt x="1586862" y="149902"/>
                </a:lnTo>
                <a:lnTo>
                  <a:pt x="1587576" y="149203"/>
                </a:lnTo>
                <a:lnTo>
                  <a:pt x="1588285" y="148494"/>
                </a:lnTo>
                <a:lnTo>
                  <a:pt x="1588989" y="147774"/>
                </a:lnTo>
                <a:lnTo>
                  <a:pt x="1589687" y="147043"/>
                </a:lnTo>
                <a:close/>
                <a:moveTo>
                  <a:pt x="909149" y="83900"/>
                </a:moveTo>
                <a:lnTo>
                  <a:pt x="909175" y="83177"/>
                </a:lnTo>
                <a:lnTo>
                  <a:pt x="909213" y="82464"/>
                </a:lnTo>
                <a:lnTo>
                  <a:pt x="909261" y="81762"/>
                </a:lnTo>
                <a:lnTo>
                  <a:pt x="909319" y="81069"/>
                </a:lnTo>
                <a:lnTo>
                  <a:pt x="909389" y="80386"/>
                </a:lnTo>
                <a:lnTo>
                  <a:pt x="909469" y="79714"/>
                </a:lnTo>
                <a:lnTo>
                  <a:pt x="909559" y="79052"/>
                </a:lnTo>
                <a:lnTo>
                  <a:pt x="909660" y="78400"/>
                </a:lnTo>
                <a:lnTo>
                  <a:pt x="909772" y="77758"/>
                </a:lnTo>
                <a:lnTo>
                  <a:pt x="909895" y="77126"/>
                </a:lnTo>
                <a:lnTo>
                  <a:pt x="910028" y="76504"/>
                </a:lnTo>
                <a:lnTo>
                  <a:pt x="910172" y="75892"/>
                </a:lnTo>
                <a:lnTo>
                  <a:pt x="910326" y="75291"/>
                </a:lnTo>
                <a:lnTo>
                  <a:pt x="910492" y="74699"/>
                </a:lnTo>
                <a:lnTo>
                  <a:pt x="910667" y="74118"/>
                </a:lnTo>
                <a:lnTo>
                  <a:pt x="910854" y="73547"/>
                </a:lnTo>
                <a:lnTo>
                  <a:pt x="911051" y="72986"/>
                </a:lnTo>
                <a:lnTo>
                  <a:pt x="911259" y="72435"/>
                </a:lnTo>
                <a:lnTo>
                  <a:pt x="911477" y="71894"/>
                </a:lnTo>
                <a:lnTo>
                  <a:pt x="911707" y="71364"/>
                </a:lnTo>
                <a:lnTo>
                  <a:pt x="911946" y="70843"/>
                </a:lnTo>
                <a:lnTo>
                  <a:pt x="912197" y="70333"/>
                </a:lnTo>
                <a:lnTo>
                  <a:pt x="912456" y="69832"/>
                </a:lnTo>
                <a:lnTo>
                  <a:pt x="912724" y="69342"/>
                </a:lnTo>
                <a:lnTo>
                  <a:pt x="912998" y="68861"/>
                </a:lnTo>
                <a:lnTo>
                  <a:pt x="913280" y="68390"/>
                </a:lnTo>
                <a:lnTo>
                  <a:pt x="913569" y="67929"/>
                </a:lnTo>
                <a:lnTo>
                  <a:pt x="913866" y="67478"/>
                </a:lnTo>
                <a:lnTo>
                  <a:pt x="914170" y="67037"/>
                </a:lnTo>
                <a:lnTo>
                  <a:pt x="914481" y="66605"/>
                </a:lnTo>
                <a:lnTo>
                  <a:pt x="914800" y="66183"/>
                </a:lnTo>
                <a:lnTo>
                  <a:pt x="915126" y="65772"/>
                </a:lnTo>
                <a:lnTo>
                  <a:pt x="915459" y="65370"/>
                </a:lnTo>
                <a:lnTo>
                  <a:pt x="915800" y="64978"/>
                </a:lnTo>
                <a:lnTo>
                  <a:pt x="916149" y="64595"/>
                </a:lnTo>
                <a:lnTo>
                  <a:pt x="916504" y="64223"/>
                </a:lnTo>
                <a:lnTo>
                  <a:pt x="916867" y="63860"/>
                </a:lnTo>
                <a:lnTo>
                  <a:pt x="917238" y="63508"/>
                </a:lnTo>
                <a:lnTo>
                  <a:pt x="917616" y="63165"/>
                </a:lnTo>
                <a:lnTo>
                  <a:pt x="918001" y="62832"/>
                </a:lnTo>
                <a:lnTo>
                  <a:pt x="918394" y="62509"/>
                </a:lnTo>
                <a:lnTo>
                  <a:pt x="918794" y="62195"/>
                </a:lnTo>
                <a:lnTo>
                  <a:pt x="919201" y="61892"/>
                </a:lnTo>
                <a:lnTo>
                  <a:pt x="919616" y="61598"/>
                </a:lnTo>
                <a:lnTo>
                  <a:pt x="920038" y="61315"/>
                </a:lnTo>
                <a:lnTo>
                  <a:pt x="920467" y="61041"/>
                </a:lnTo>
                <a:lnTo>
                  <a:pt x="920903" y="60777"/>
                </a:lnTo>
                <a:lnTo>
                  <a:pt x="921344" y="60525"/>
                </a:lnTo>
                <a:lnTo>
                  <a:pt x="921789" y="60283"/>
                </a:lnTo>
                <a:lnTo>
                  <a:pt x="922240" y="60054"/>
                </a:lnTo>
                <a:lnTo>
                  <a:pt x="922695" y="59835"/>
                </a:lnTo>
                <a:lnTo>
                  <a:pt x="923155" y="59627"/>
                </a:lnTo>
                <a:lnTo>
                  <a:pt x="923621" y="59431"/>
                </a:lnTo>
                <a:lnTo>
                  <a:pt x="924091" y="59246"/>
                </a:lnTo>
                <a:lnTo>
                  <a:pt x="924566" y="59072"/>
                </a:lnTo>
                <a:lnTo>
                  <a:pt x="925046" y="58909"/>
                </a:lnTo>
                <a:lnTo>
                  <a:pt x="925530" y="58758"/>
                </a:lnTo>
                <a:lnTo>
                  <a:pt x="926020" y="58618"/>
                </a:lnTo>
                <a:lnTo>
                  <a:pt x="926515" y="58489"/>
                </a:lnTo>
                <a:lnTo>
                  <a:pt x="927015" y="58371"/>
                </a:lnTo>
                <a:lnTo>
                  <a:pt x="927519" y="58264"/>
                </a:lnTo>
                <a:lnTo>
                  <a:pt x="928028" y="58169"/>
                </a:lnTo>
                <a:lnTo>
                  <a:pt x="928543" y="58085"/>
                </a:lnTo>
                <a:lnTo>
                  <a:pt x="929062" y="58012"/>
                </a:lnTo>
                <a:lnTo>
                  <a:pt x="929586" y="57950"/>
                </a:lnTo>
                <a:lnTo>
                  <a:pt x="930115" y="57900"/>
                </a:lnTo>
                <a:lnTo>
                  <a:pt x="930649" y="57861"/>
                </a:lnTo>
                <a:lnTo>
                  <a:pt x="931188" y="57833"/>
                </a:lnTo>
                <a:lnTo>
                  <a:pt x="931732" y="57816"/>
                </a:lnTo>
                <a:lnTo>
                  <a:pt x="932281" y="57810"/>
                </a:lnTo>
                <a:lnTo>
                  <a:pt x="933074" y="57821"/>
                </a:lnTo>
                <a:lnTo>
                  <a:pt x="933852" y="57852"/>
                </a:lnTo>
                <a:lnTo>
                  <a:pt x="934616" y="57904"/>
                </a:lnTo>
                <a:lnTo>
                  <a:pt x="935364" y="57977"/>
                </a:lnTo>
                <a:lnTo>
                  <a:pt x="936097" y="58070"/>
                </a:lnTo>
                <a:lnTo>
                  <a:pt x="936815" y="58184"/>
                </a:lnTo>
                <a:lnTo>
                  <a:pt x="937518" y="58320"/>
                </a:lnTo>
                <a:lnTo>
                  <a:pt x="938206" y="58475"/>
                </a:lnTo>
                <a:lnTo>
                  <a:pt x="938879" y="58652"/>
                </a:lnTo>
                <a:lnTo>
                  <a:pt x="939536" y="58850"/>
                </a:lnTo>
                <a:lnTo>
                  <a:pt x="940179" y="59068"/>
                </a:lnTo>
                <a:lnTo>
                  <a:pt x="940807" y="59307"/>
                </a:lnTo>
                <a:lnTo>
                  <a:pt x="941420" y="59567"/>
                </a:lnTo>
                <a:lnTo>
                  <a:pt x="942017" y="59848"/>
                </a:lnTo>
                <a:lnTo>
                  <a:pt x="942600" y="60149"/>
                </a:lnTo>
                <a:lnTo>
                  <a:pt x="943167" y="60471"/>
                </a:lnTo>
                <a:lnTo>
                  <a:pt x="943720" y="60814"/>
                </a:lnTo>
                <a:lnTo>
                  <a:pt x="944257" y="61178"/>
                </a:lnTo>
                <a:lnTo>
                  <a:pt x="944780" y="61563"/>
                </a:lnTo>
                <a:lnTo>
                  <a:pt x="945287" y="61968"/>
                </a:lnTo>
                <a:lnTo>
                  <a:pt x="945779" y="62394"/>
                </a:lnTo>
                <a:lnTo>
                  <a:pt x="946257" y="62841"/>
                </a:lnTo>
                <a:lnTo>
                  <a:pt x="946719" y="63309"/>
                </a:lnTo>
                <a:lnTo>
                  <a:pt x="947166" y="63797"/>
                </a:lnTo>
                <a:lnTo>
                  <a:pt x="947597" y="64307"/>
                </a:lnTo>
                <a:lnTo>
                  <a:pt x="948009" y="64836"/>
                </a:lnTo>
                <a:lnTo>
                  <a:pt x="948403" y="65387"/>
                </a:lnTo>
                <a:lnTo>
                  <a:pt x="948779" y="65959"/>
                </a:lnTo>
                <a:lnTo>
                  <a:pt x="949136" y="66551"/>
                </a:lnTo>
                <a:lnTo>
                  <a:pt x="949475" y="67164"/>
                </a:lnTo>
                <a:lnTo>
                  <a:pt x="949796" y="67798"/>
                </a:lnTo>
                <a:lnTo>
                  <a:pt x="950098" y="68452"/>
                </a:lnTo>
                <a:lnTo>
                  <a:pt x="950382" y="69128"/>
                </a:lnTo>
                <a:lnTo>
                  <a:pt x="950648" y="69824"/>
                </a:lnTo>
                <a:lnTo>
                  <a:pt x="950896" y="70541"/>
                </a:lnTo>
                <a:lnTo>
                  <a:pt x="951125" y="71279"/>
                </a:lnTo>
                <a:lnTo>
                  <a:pt x="951335" y="72037"/>
                </a:lnTo>
                <a:lnTo>
                  <a:pt x="951528" y="72816"/>
                </a:lnTo>
                <a:lnTo>
                  <a:pt x="951702" y="73616"/>
                </a:lnTo>
                <a:lnTo>
                  <a:pt x="951858" y="74437"/>
                </a:lnTo>
                <a:lnTo>
                  <a:pt x="951995" y="75279"/>
                </a:lnTo>
                <a:lnTo>
                  <a:pt x="952114" y="76141"/>
                </a:lnTo>
                <a:lnTo>
                  <a:pt x="952215" y="77024"/>
                </a:lnTo>
                <a:lnTo>
                  <a:pt x="952298" y="77928"/>
                </a:lnTo>
                <a:lnTo>
                  <a:pt x="952362" y="78853"/>
                </a:lnTo>
                <a:lnTo>
                  <a:pt x="952408" y="79799"/>
                </a:lnTo>
                <a:lnTo>
                  <a:pt x="952435" y="80765"/>
                </a:lnTo>
                <a:lnTo>
                  <a:pt x="952444" y="81752"/>
                </a:lnTo>
                <a:lnTo>
                  <a:pt x="952444" y="127749"/>
                </a:lnTo>
                <a:lnTo>
                  <a:pt x="965676" y="127749"/>
                </a:lnTo>
                <a:lnTo>
                  <a:pt x="965676" y="80336"/>
                </a:lnTo>
                <a:lnTo>
                  <a:pt x="965669" y="79385"/>
                </a:lnTo>
                <a:lnTo>
                  <a:pt x="965650" y="78448"/>
                </a:lnTo>
                <a:lnTo>
                  <a:pt x="965617" y="77524"/>
                </a:lnTo>
                <a:lnTo>
                  <a:pt x="965571" y="76615"/>
                </a:lnTo>
                <a:lnTo>
                  <a:pt x="965512" y="75720"/>
                </a:lnTo>
                <a:lnTo>
                  <a:pt x="965440" y="74838"/>
                </a:lnTo>
                <a:lnTo>
                  <a:pt x="965354" y="73970"/>
                </a:lnTo>
                <a:lnTo>
                  <a:pt x="965256" y="73117"/>
                </a:lnTo>
                <a:lnTo>
                  <a:pt x="965144" y="72277"/>
                </a:lnTo>
                <a:lnTo>
                  <a:pt x="965019" y="71451"/>
                </a:lnTo>
                <a:lnTo>
                  <a:pt x="964882" y="70640"/>
                </a:lnTo>
                <a:lnTo>
                  <a:pt x="964731" y="69842"/>
                </a:lnTo>
                <a:lnTo>
                  <a:pt x="964567" y="69058"/>
                </a:lnTo>
                <a:lnTo>
                  <a:pt x="964389" y="68288"/>
                </a:lnTo>
                <a:lnTo>
                  <a:pt x="964199" y="67532"/>
                </a:lnTo>
                <a:lnTo>
                  <a:pt x="963995" y="66790"/>
                </a:lnTo>
                <a:lnTo>
                  <a:pt x="963779" y="66062"/>
                </a:lnTo>
                <a:lnTo>
                  <a:pt x="963549" y="65348"/>
                </a:lnTo>
                <a:lnTo>
                  <a:pt x="963306" y="64647"/>
                </a:lnTo>
                <a:lnTo>
                  <a:pt x="963050" y="63961"/>
                </a:lnTo>
                <a:lnTo>
                  <a:pt x="962781" y="63289"/>
                </a:lnTo>
                <a:lnTo>
                  <a:pt x="962499" y="62630"/>
                </a:lnTo>
                <a:lnTo>
                  <a:pt x="962204" y="61986"/>
                </a:lnTo>
                <a:lnTo>
                  <a:pt x="961895" y="61355"/>
                </a:lnTo>
                <a:lnTo>
                  <a:pt x="961575" y="60738"/>
                </a:lnTo>
                <a:lnTo>
                  <a:pt x="961244" y="60135"/>
                </a:lnTo>
                <a:lnTo>
                  <a:pt x="960903" y="59544"/>
                </a:lnTo>
                <a:lnTo>
                  <a:pt x="960552" y="58966"/>
                </a:lnTo>
                <a:lnTo>
                  <a:pt x="960190" y="58402"/>
                </a:lnTo>
                <a:lnTo>
                  <a:pt x="959818" y="57851"/>
                </a:lnTo>
                <a:lnTo>
                  <a:pt x="959435" y="57312"/>
                </a:lnTo>
                <a:lnTo>
                  <a:pt x="959042" y="56787"/>
                </a:lnTo>
                <a:lnTo>
                  <a:pt x="958639" y="56275"/>
                </a:lnTo>
                <a:lnTo>
                  <a:pt x="958225" y="55777"/>
                </a:lnTo>
                <a:lnTo>
                  <a:pt x="957801" y="55291"/>
                </a:lnTo>
                <a:lnTo>
                  <a:pt x="957366" y="54818"/>
                </a:lnTo>
                <a:lnTo>
                  <a:pt x="956921" y="54359"/>
                </a:lnTo>
                <a:lnTo>
                  <a:pt x="956466" y="53913"/>
                </a:lnTo>
                <a:lnTo>
                  <a:pt x="956000" y="53480"/>
                </a:lnTo>
                <a:lnTo>
                  <a:pt x="955524" y="53059"/>
                </a:lnTo>
                <a:lnTo>
                  <a:pt x="955038" y="52653"/>
                </a:lnTo>
                <a:lnTo>
                  <a:pt x="954541" y="52259"/>
                </a:lnTo>
                <a:lnTo>
                  <a:pt x="954033" y="51878"/>
                </a:lnTo>
                <a:lnTo>
                  <a:pt x="953516" y="51511"/>
                </a:lnTo>
                <a:lnTo>
                  <a:pt x="952988" y="51156"/>
                </a:lnTo>
                <a:lnTo>
                  <a:pt x="952449" y="50815"/>
                </a:lnTo>
                <a:lnTo>
                  <a:pt x="951900" y="50487"/>
                </a:lnTo>
                <a:lnTo>
                  <a:pt x="951341" y="50172"/>
                </a:lnTo>
                <a:lnTo>
                  <a:pt x="950772" y="49870"/>
                </a:lnTo>
                <a:lnTo>
                  <a:pt x="950195" y="49580"/>
                </a:lnTo>
                <a:lnTo>
                  <a:pt x="949608" y="49304"/>
                </a:lnTo>
                <a:lnTo>
                  <a:pt x="949013" y="49040"/>
                </a:lnTo>
                <a:lnTo>
                  <a:pt x="948410" y="48789"/>
                </a:lnTo>
                <a:lnTo>
                  <a:pt x="947797" y="48551"/>
                </a:lnTo>
                <a:lnTo>
                  <a:pt x="947176" y="48326"/>
                </a:lnTo>
                <a:lnTo>
                  <a:pt x="946546" y="48114"/>
                </a:lnTo>
                <a:lnTo>
                  <a:pt x="945907" y="47915"/>
                </a:lnTo>
                <a:lnTo>
                  <a:pt x="945259" y="47728"/>
                </a:lnTo>
                <a:lnTo>
                  <a:pt x="944603" y="47555"/>
                </a:lnTo>
                <a:lnTo>
                  <a:pt x="943938" y="47394"/>
                </a:lnTo>
                <a:lnTo>
                  <a:pt x="943264" y="47246"/>
                </a:lnTo>
                <a:lnTo>
                  <a:pt x="942582" y="47111"/>
                </a:lnTo>
                <a:lnTo>
                  <a:pt x="941891" y="46989"/>
                </a:lnTo>
                <a:lnTo>
                  <a:pt x="941191" y="46879"/>
                </a:lnTo>
                <a:lnTo>
                  <a:pt x="940482" y="46783"/>
                </a:lnTo>
                <a:lnTo>
                  <a:pt x="939764" y="46699"/>
                </a:lnTo>
                <a:lnTo>
                  <a:pt x="939038" y="46629"/>
                </a:lnTo>
                <a:lnTo>
                  <a:pt x="938303" y="46571"/>
                </a:lnTo>
                <a:lnTo>
                  <a:pt x="937559" y="46526"/>
                </a:lnTo>
                <a:lnTo>
                  <a:pt x="936807" y="46494"/>
                </a:lnTo>
                <a:lnTo>
                  <a:pt x="936046" y="46474"/>
                </a:lnTo>
                <a:lnTo>
                  <a:pt x="935276" y="46468"/>
                </a:lnTo>
                <a:lnTo>
                  <a:pt x="934531" y="46475"/>
                </a:lnTo>
                <a:lnTo>
                  <a:pt x="933793" y="46497"/>
                </a:lnTo>
                <a:lnTo>
                  <a:pt x="933062" y="46533"/>
                </a:lnTo>
                <a:lnTo>
                  <a:pt x="932337" y="46584"/>
                </a:lnTo>
                <a:lnTo>
                  <a:pt x="931620" y="46649"/>
                </a:lnTo>
                <a:lnTo>
                  <a:pt x="930909" y="46729"/>
                </a:lnTo>
                <a:lnTo>
                  <a:pt x="930205" y="46823"/>
                </a:lnTo>
                <a:lnTo>
                  <a:pt x="929508" y="46932"/>
                </a:lnTo>
                <a:lnTo>
                  <a:pt x="928818" y="47055"/>
                </a:lnTo>
                <a:lnTo>
                  <a:pt x="928134" y="47193"/>
                </a:lnTo>
                <a:lnTo>
                  <a:pt x="927458" y="47345"/>
                </a:lnTo>
                <a:lnTo>
                  <a:pt x="926788" y="47512"/>
                </a:lnTo>
                <a:lnTo>
                  <a:pt x="926125" y="47693"/>
                </a:lnTo>
                <a:lnTo>
                  <a:pt x="925469" y="47889"/>
                </a:lnTo>
                <a:lnTo>
                  <a:pt x="924820" y="48099"/>
                </a:lnTo>
                <a:lnTo>
                  <a:pt x="924178" y="48323"/>
                </a:lnTo>
                <a:lnTo>
                  <a:pt x="923542" y="48563"/>
                </a:lnTo>
                <a:lnTo>
                  <a:pt x="922914" y="48816"/>
                </a:lnTo>
                <a:lnTo>
                  <a:pt x="922292" y="49084"/>
                </a:lnTo>
                <a:lnTo>
                  <a:pt x="921677" y="49367"/>
                </a:lnTo>
                <a:lnTo>
                  <a:pt x="921068" y="49664"/>
                </a:lnTo>
                <a:lnTo>
                  <a:pt x="920467" y="49976"/>
                </a:lnTo>
                <a:lnTo>
                  <a:pt x="919873" y="50302"/>
                </a:lnTo>
                <a:lnTo>
                  <a:pt x="919285" y="50643"/>
                </a:lnTo>
                <a:lnTo>
                  <a:pt x="918706" y="50996"/>
                </a:lnTo>
                <a:lnTo>
                  <a:pt x="918139" y="51361"/>
                </a:lnTo>
                <a:lnTo>
                  <a:pt x="917583" y="51737"/>
                </a:lnTo>
                <a:lnTo>
                  <a:pt x="917038" y="52124"/>
                </a:lnTo>
                <a:lnTo>
                  <a:pt x="916505" y="52522"/>
                </a:lnTo>
                <a:lnTo>
                  <a:pt x="915982" y="52932"/>
                </a:lnTo>
                <a:lnTo>
                  <a:pt x="915471" y="53353"/>
                </a:lnTo>
                <a:lnTo>
                  <a:pt x="914971" y="53785"/>
                </a:lnTo>
                <a:lnTo>
                  <a:pt x="914482" y="54228"/>
                </a:lnTo>
                <a:lnTo>
                  <a:pt x="914005" y="54682"/>
                </a:lnTo>
                <a:lnTo>
                  <a:pt x="913538" y="55148"/>
                </a:lnTo>
                <a:lnTo>
                  <a:pt x="913083" y="55625"/>
                </a:lnTo>
                <a:lnTo>
                  <a:pt x="912639" y="56113"/>
                </a:lnTo>
                <a:lnTo>
                  <a:pt x="912206" y="56612"/>
                </a:lnTo>
                <a:lnTo>
                  <a:pt x="911785" y="57122"/>
                </a:lnTo>
                <a:lnTo>
                  <a:pt x="911375" y="57644"/>
                </a:lnTo>
                <a:lnTo>
                  <a:pt x="910975" y="58177"/>
                </a:lnTo>
                <a:lnTo>
                  <a:pt x="910587" y="58721"/>
                </a:lnTo>
                <a:lnTo>
                  <a:pt x="910211" y="59276"/>
                </a:lnTo>
                <a:lnTo>
                  <a:pt x="909845" y="59843"/>
                </a:lnTo>
                <a:lnTo>
                  <a:pt x="909491" y="60420"/>
                </a:lnTo>
                <a:lnTo>
                  <a:pt x="909148" y="61009"/>
                </a:lnTo>
                <a:lnTo>
                  <a:pt x="908816" y="61609"/>
                </a:lnTo>
                <a:lnTo>
                  <a:pt x="908495" y="62221"/>
                </a:lnTo>
                <a:lnTo>
                  <a:pt x="907866" y="48359"/>
                </a:lnTo>
                <a:lnTo>
                  <a:pt x="895896" y="48359"/>
                </a:lnTo>
                <a:lnTo>
                  <a:pt x="895896" y="127749"/>
                </a:lnTo>
                <a:lnTo>
                  <a:pt x="909127" y="127749"/>
                </a:lnTo>
                <a:lnTo>
                  <a:pt x="909127" y="85377"/>
                </a:lnTo>
                <a:lnTo>
                  <a:pt x="909133" y="84633"/>
                </a:lnTo>
                <a:lnTo>
                  <a:pt x="909149" y="83900"/>
                </a:lnTo>
                <a:close/>
                <a:moveTo>
                  <a:pt x="1371804" y="83333"/>
                </a:moveTo>
                <a:lnTo>
                  <a:pt x="1371839" y="82619"/>
                </a:lnTo>
                <a:lnTo>
                  <a:pt x="1371883" y="81915"/>
                </a:lnTo>
                <a:lnTo>
                  <a:pt x="1371937" y="81221"/>
                </a:lnTo>
                <a:lnTo>
                  <a:pt x="1372001" y="80537"/>
                </a:lnTo>
                <a:lnTo>
                  <a:pt x="1372075" y="79863"/>
                </a:lnTo>
                <a:lnTo>
                  <a:pt x="1372159" y="79198"/>
                </a:lnTo>
                <a:lnTo>
                  <a:pt x="1372252" y="78544"/>
                </a:lnTo>
                <a:lnTo>
                  <a:pt x="1372355" y="77899"/>
                </a:lnTo>
                <a:lnTo>
                  <a:pt x="1372469" y="77264"/>
                </a:lnTo>
                <a:lnTo>
                  <a:pt x="1372592" y="76639"/>
                </a:lnTo>
                <a:lnTo>
                  <a:pt x="1372724" y="76024"/>
                </a:lnTo>
                <a:lnTo>
                  <a:pt x="1372867" y="75418"/>
                </a:lnTo>
                <a:lnTo>
                  <a:pt x="1373020" y="74823"/>
                </a:lnTo>
                <a:lnTo>
                  <a:pt x="1373182" y="74237"/>
                </a:lnTo>
                <a:lnTo>
                  <a:pt x="1373354" y="73661"/>
                </a:lnTo>
                <a:lnTo>
                  <a:pt x="1373536" y="73095"/>
                </a:lnTo>
                <a:lnTo>
                  <a:pt x="1373728" y="72539"/>
                </a:lnTo>
                <a:lnTo>
                  <a:pt x="1373930" y="71992"/>
                </a:lnTo>
                <a:lnTo>
                  <a:pt x="1374141" y="71456"/>
                </a:lnTo>
                <a:lnTo>
                  <a:pt x="1374363" y="70929"/>
                </a:lnTo>
                <a:lnTo>
                  <a:pt x="1374594" y="70412"/>
                </a:lnTo>
                <a:lnTo>
                  <a:pt x="1374834" y="69905"/>
                </a:lnTo>
                <a:lnTo>
                  <a:pt x="1375080" y="69408"/>
                </a:lnTo>
                <a:lnTo>
                  <a:pt x="1375334" y="68922"/>
                </a:lnTo>
                <a:lnTo>
                  <a:pt x="1375594" y="68445"/>
                </a:lnTo>
                <a:lnTo>
                  <a:pt x="1375861" y="67979"/>
                </a:lnTo>
                <a:lnTo>
                  <a:pt x="1376135" y="67523"/>
                </a:lnTo>
                <a:lnTo>
                  <a:pt x="1376416" y="67076"/>
                </a:lnTo>
                <a:lnTo>
                  <a:pt x="1376703" y="66640"/>
                </a:lnTo>
                <a:lnTo>
                  <a:pt x="1376998" y="66214"/>
                </a:lnTo>
                <a:lnTo>
                  <a:pt x="1377299" y="65799"/>
                </a:lnTo>
                <a:lnTo>
                  <a:pt x="1377607" y="65393"/>
                </a:lnTo>
                <a:lnTo>
                  <a:pt x="1377922" y="64997"/>
                </a:lnTo>
                <a:lnTo>
                  <a:pt x="1378244" y="64612"/>
                </a:lnTo>
                <a:lnTo>
                  <a:pt x="1378573" y="64237"/>
                </a:lnTo>
                <a:lnTo>
                  <a:pt x="1378908" y="63872"/>
                </a:lnTo>
                <a:lnTo>
                  <a:pt x="1379250" y="63517"/>
                </a:lnTo>
                <a:lnTo>
                  <a:pt x="1379600" y="63172"/>
                </a:lnTo>
                <a:lnTo>
                  <a:pt x="1379956" y="62837"/>
                </a:lnTo>
                <a:lnTo>
                  <a:pt x="1380318" y="62512"/>
                </a:lnTo>
                <a:lnTo>
                  <a:pt x="1380688" y="62198"/>
                </a:lnTo>
                <a:lnTo>
                  <a:pt x="1381064" y="61893"/>
                </a:lnTo>
                <a:lnTo>
                  <a:pt x="1381448" y="61599"/>
                </a:lnTo>
                <a:lnTo>
                  <a:pt x="1381838" y="61315"/>
                </a:lnTo>
                <a:lnTo>
                  <a:pt x="1382235" y="61041"/>
                </a:lnTo>
                <a:lnTo>
                  <a:pt x="1382637" y="60777"/>
                </a:lnTo>
                <a:lnTo>
                  <a:pt x="1383044" y="60525"/>
                </a:lnTo>
                <a:lnTo>
                  <a:pt x="1383454" y="60283"/>
                </a:lnTo>
                <a:lnTo>
                  <a:pt x="1383869" y="60054"/>
                </a:lnTo>
                <a:lnTo>
                  <a:pt x="1384288" y="59835"/>
                </a:lnTo>
                <a:lnTo>
                  <a:pt x="1384711" y="59627"/>
                </a:lnTo>
                <a:lnTo>
                  <a:pt x="1385138" y="59431"/>
                </a:lnTo>
                <a:lnTo>
                  <a:pt x="1385569" y="59246"/>
                </a:lnTo>
                <a:lnTo>
                  <a:pt x="1386004" y="59072"/>
                </a:lnTo>
                <a:lnTo>
                  <a:pt x="1386444" y="58909"/>
                </a:lnTo>
                <a:lnTo>
                  <a:pt x="1386887" y="58758"/>
                </a:lnTo>
                <a:lnTo>
                  <a:pt x="1387335" y="58618"/>
                </a:lnTo>
                <a:lnTo>
                  <a:pt x="1387786" y="58489"/>
                </a:lnTo>
                <a:lnTo>
                  <a:pt x="1388242" y="58371"/>
                </a:lnTo>
                <a:lnTo>
                  <a:pt x="1388702" y="58264"/>
                </a:lnTo>
                <a:lnTo>
                  <a:pt x="1389166" y="58169"/>
                </a:lnTo>
                <a:lnTo>
                  <a:pt x="1389634" y="58085"/>
                </a:lnTo>
                <a:lnTo>
                  <a:pt x="1390106" y="58012"/>
                </a:lnTo>
                <a:lnTo>
                  <a:pt x="1390582" y="57950"/>
                </a:lnTo>
                <a:lnTo>
                  <a:pt x="1391062" y="57900"/>
                </a:lnTo>
                <a:lnTo>
                  <a:pt x="1391547" y="57861"/>
                </a:lnTo>
                <a:lnTo>
                  <a:pt x="1392035" y="57833"/>
                </a:lnTo>
                <a:lnTo>
                  <a:pt x="1392528" y="57816"/>
                </a:lnTo>
                <a:lnTo>
                  <a:pt x="1393024" y="57810"/>
                </a:lnTo>
                <a:lnTo>
                  <a:pt x="1393765" y="57821"/>
                </a:lnTo>
                <a:lnTo>
                  <a:pt x="1394492" y="57852"/>
                </a:lnTo>
                <a:lnTo>
                  <a:pt x="1395205" y="57904"/>
                </a:lnTo>
                <a:lnTo>
                  <a:pt x="1395903" y="57977"/>
                </a:lnTo>
                <a:lnTo>
                  <a:pt x="1396587" y="58070"/>
                </a:lnTo>
                <a:lnTo>
                  <a:pt x="1397257" y="58184"/>
                </a:lnTo>
                <a:lnTo>
                  <a:pt x="1397913" y="58320"/>
                </a:lnTo>
                <a:lnTo>
                  <a:pt x="1398554" y="58475"/>
                </a:lnTo>
                <a:lnTo>
                  <a:pt x="1399182" y="58652"/>
                </a:lnTo>
                <a:lnTo>
                  <a:pt x="1399795" y="58850"/>
                </a:lnTo>
                <a:lnTo>
                  <a:pt x="1400394" y="59068"/>
                </a:lnTo>
                <a:lnTo>
                  <a:pt x="1400978" y="59307"/>
                </a:lnTo>
                <a:lnTo>
                  <a:pt x="1401549" y="59567"/>
                </a:lnTo>
                <a:lnTo>
                  <a:pt x="1402105" y="59848"/>
                </a:lnTo>
                <a:lnTo>
                  <a:pt x="1402647" y="60149"/>
                </a:lnTo>
                <a:lnTo>
                  <a:pt x="1403175" y="60471"/>
                </a:lnTo>
                <a:lnTo>
                  <a:pt x="1403688" y="60814"/>
                </a:lnTo>
                <a:lnTo>
                  <a:pt x="1404188" y="61178"/>
                </a:lnTo>
                <a:lnTo>
                  <a:pt x="1404673" y="61563"/>
                </a:lnTo>
                <a:lnTo>
                  <a:pt x="1405144" y="61968"/>
                </a:lnTo>
                <a:lnTo>
                  <a:pt x="1405601" y="62394"/>
                </a:lnTo>
                <a:lnTo>
                  <a:pt x="1406043" y="62841"/>
                </a:lnTo>
                <a:lnTo>
                  <a:pt x="1406472" y="63309"/>
                </a:lnTo>
                <a:lnTo>
                  <a:pt x="1406886" y="63797"/>
                </a:lnTo>
                <a:lnTo>
                  <a:pt x="1407284" y="64307"/>
                </a:lnTo>
                <a:lnTo>
                  <a:pt x="1407666" y="64836"/>
                </a:lnTo>
                <a:lnTo>
                  <a:pt x="1408030" y="65387"/>
                </a:lnTo>
                <a:lnTo>
                  <a:pt x="1408378" y="65959"/>
                </a:lnTo>
                <a:lnTo>
                  <a:pt x="1408709" y="66551"/>
                </a:lnTo>
                <a:lnTo>
                  <a:pt x="1409022" y="67164"/>
                </a:lnTo>
                <a:lnTo>
                  <a:pt x="1409319" y="67798"/>
                </a:lnTo>
                <a:lnTo>
                  <a:pt x="1409599" y="68452"/>
                </a:lnTo>
                <a:lnTo>
                  <a:pt x="1409862" y="69128"/>
                </a:lnTo>
                <a:lnTo>
                  <a:pt x="1410108" y="69824"/>
                </a:lnTo>
                <a:lnTo>
                  <a:pt x="1410337" y="70541"/>
                </a:lnTo>
                <a:lnTo>
                  <a:pt x="1410549" y="71279"/>
                </a:lnTo>
                <a:lnTo>
                  <a:pt x="1410744" y="72037"/>
                </a:lnTo>
                <a:lnTo>
                  <a:pt x="1410922" y="72816"/>
                </a:lnTo>
                <a:lnTo>
                  <a:pt x="1411083" y="73616"/>
                </a:lnTo>
                <a:lnTo>
                  <a:pt x="1411227" y="74437"/>
                </a:lnTo>
                <a:lnTo>
                  <a:pt x="1411354" y="75279"/>
                </a:lnTo>
                <a:lnTo>
                  <a:pt x="1411464" y="76141"/>
                </a:lnTo>
                <a:lnTo>
                  <a:pt x="1411558" y="77024"/>
                </a:lnTo>
                <a:lnTo>
                  <a:pt x="1411634" y="77928"/>
                </a:lnTo>
                <a:lnTo>
                  <a:pt x="1411693" y="78853"/>
                </a:lnTo>
                <a:lnTo>
                  <a:pt x="1411736" y="79799"/>
                </a:lnTo>
                <a:lnTo>
                  <a:pt x="1411761" y="80765"/>
                </a:lnTo>
                <a:lnTo>
                  <a:pt x="1411770" y="81752"/>
                </a:lnTo>
                <a:lnTo>
                  <a:pt x="1411770" y="127749"/>
                </a:lnTo>
                <a:lnTo>
                  <a:pt x="1425001" y="127749"/>
                </a:lnTo>
                <a:lnTo>
                  <a:pt x="1425001" y="85533"/>
                </a:lnTo>
                <a:lnTo>
                  <a:pt x="1425006" y="84790"/>
                </a:lnTo>
                <a:lnTo>
                  <a:pt x="1425021" y="84056"/>
                </a:lnTo>
                <a:lnTo>
                  <a:pt x="1425046" y="83333"/>
                </a:lnTo>
                <a:lnTo>
                  <a:pt x="1425080" y="82619"/>
                </a:lnTo>
                <a:lnTo>
                  <a:pt x="1425124" y="81915"/>
                </a:lnTo>
                <a:lnTo>
                  <a:pt x="1425178" y="81221"/>
                </a:lnTo>
                <a:lnTo>
                  <a:pt x="1425242" y="80537"/>
                </a:lnTo>
                <a:lnTo>
                  <a:pt x="1425316" y="79863"/>
                </a:lnTo>
                <a:lnTo>
                  <a:pt x="1425400" y="79198"/>
                </a:lnTo>
                <a:lnTo>
                  <a:pt x="1425493" y="78544"/>
                </a:lnTo>
                <a:lnTo>
                  <a:pt x="1425597" y="77899"/>
                </a:lnTo>
                <a:lnTo>
                  <a:pt x="1425710" y="77264"/>
                </a:lnTo>
                <a:lnTo>
                  <a:pt x="1425833" y="76639"/>
                </a:lnTo>
                <a:lnTo>
                  <a:pt x="1425966" y="76024"/>
                </a:lnTo>
                <a:lnTo>
                  <a:pt x="1426108" y="75418"/>
                </a:lnTo>
                <a:lnTo>
                  <a:pt x="1426261" y="74823"/>
                </a:lnTo>
                <a:lnTo>
                  <a:pt x="1426423" y="74237"/>
                </a:lnTo>
                <a:lnTo>
                  <a:pt x="1426595" y="73661"/>
                </a:lnTo>
                <a:lnTo>
                  <a:pt x="1426777" y="73095"/>
                </a:lnTo>
                <a:lnTo>
                  <a:pt x="1426969" y="72539"/>
                </a:lnTo>
                <a:lnTo>
                  <a:pt x="1427171" y="71992"/>
                </a:lnTo>
                <a:lnTo>
                  <a:pt x="1427382" y="71456"/>
                </a:lnTo>
                <a:lnTo>
                  <a:pt x="1427604" y="70929"/>
                </a:lnTo>
                <a:lnTo>
                  <a:pt x="1427835" y="70412"/>
                </a:lnTo>
                <a:lnTo>
                  <a:pt x="1428075" y="69905"/>
                </a:lnTo>
                <a:lnTo>
                  <a:pt x="1428322" y="69408"/>
                </a:lnTo>
                <a:lnTo>
                  <a:pt x="1428576" y="68922"/>
                </a:lnTo>
                <a:lnTo>
                  <a:pt x="1428837" y="68445"/>
                </a:lnTo>
                <a:lnTo>
                  <a:pt x="1429106" y="67979"/>
                </a:lnTo>
                <a:lnTo>
                  <a:pt x="1429381" y="67523"/>
                </a:lnTo>
                <a:lnTo>
                  <a:pt x="1429663" y="67076"/>
                </a:lnTo>
                <a:lnTo>
                  <a:pt x="1429953" y="66640"/>
                </a:lnTo>
                <a:lnTo>
                  <a:pt x="1430250" y="66214"/>
                </a:lnTo>
                <a:lnTo>
                  <a:pt x="1430554" y="65799"/>
                </a:lnTo>
                <a:lnTo>
                  <a:pt x="1430865" y="65393"/>
                </a:lnTo>
                <a:lnTo>
                  <a:pt x="1431183" y="64997"/>
                </a:lnTo>
                <a:lnTo>
                  <a:pt x="1431508" y="64612"/>
                </a:lnTo>
                <a:lnTo>
                  <a:pt x="1431840" y="64237"/>
                </a:lnTo>
                <a:lnTo>
                  <a:pt x="1432179" y="63872"/>
                </a:lnTo>
                <a:lnTo>
                  <a:pt x="1432526" y="63517"/>
                </a:lnTo>
                <a:lnTo>
                  <a:pt x="1432879" y="63172"/>
                </a:lnTo>
                <a:lnTo>
                  <a:pt x="1433240" y="62837"/>
                </a:lnTo>
                <a:lnTo>
                  <a:pt x="1433608" y="62512"/>
                </a:lnTo>
                <a:lnTo>
                  <a:pt x="1433982" y="62198"/>
                </a:lnTo>
                <a:lnTo>
                  <a:pt x="1434364" y="61893"/>
                </a:lnTo>
                <a:lnTo>
                  <a:pt x="1434753" y="61599"/>
                </a:lnTo>
                <a:lnTo>
                  <a:pt x="1435150" y="61315"/>
                </a:lnTo>
                <a:lnTo>
                  <a:pt x="1435553" y="61041"/>
                </a:lnTo>
                <a:lnTo>
                  <a:pt x="1435962" y="60777"/>
                </a:lnTo>
                <a:lnTo>
                  <a:pt x="1436376" y="60525"/>
                </a:lnTo>
                <a:lnTo>
                  <a:pt x="1436794" y="60283"/>
                </a:lnTo>
                <a:lnTo>
                  <a:pt x="1437216" y="60054"/>
                </a:lnTo>
                <a:lnTo>
                  <a:pt x="1437642" y="59835"/>
                </a:lnTo>
                <a:lnTo>
                  <a:pt x="1438074" y="59627"/>
                </a:lnTo>
                <a:lnTo>
                  <a:pt x="1438509" y="59431"/>
                </a:lnTo>
                <a:lnTo>
                  <a:pt x="1438949" y="59246"/>
                </a:lnTo>
                <a:lnTo>
                  <a:pt x="1439393" y="59072"/>
                </a:lnTo>
                <a:lnTo>
                  <a:pt x="1439841" y="58909"/>
                </a:lnTo>
                <a:lnTo>
                  <a:pt x="1440294" y="58758"/>
                </a:lnTo>
                <a:lnTo>
                  <a:pt x="1440752" y="58618"/>
                </a:lnTo>
                <a:lnTo>
                  <a:pt x="1441213" y="58489"/>
                </a:lnTo>
                <a:lnTo>
                  <a:pt x="1441679" y="58371"/>
                </a:lnTo>
                <a:lnTo>
                  <a:pt x="1442150" y="58264"/>
                </a:lnTo>
                <a:lnTo>
                  <a:pt x="1442625" y="58169"/>
                </a:lnTo>
                <a:lnTo>
                  <a:pt x="1443104" y="58085"/>
                </a:lnTo>
                <a:lnTo>
                  <a:pt x="1443587" y="58012"/>
                </a:lnTo>
                <a:lnTo>
                  <a:pt x="1444075" y="57950"/>
                </a:lnTo>
                <a:lnTo>
                  <a:pt x="1444567" y="57900"/>
                </a:lnTo>
                <a:lnTo>
                  <a:pt x="1445064" y="57861"/>
                </a:lnTo>
                <a:lnTo>
                  <a:pt x="1445565" y="57833"/>
                </a:lnTo>
                <a:lnTo>
                  <a:pt x="1446071" y="57816"/>
                </a:lnTo>
                <a:lnTo>
                  <a:pt x="1446580" y="57810"/>
                </a:lnTo>
                <a:lnTo>
                  <a:pt x="1447309" y="57821"/>
                </a:lnTo>
                <a:lnTo>
                  <a:pt x="1448023" y="57852"/>
                </a:lnTo>
                <a:lnTo>
                  <a:pt x="1448724" y="57904"/>
                </a:lnTo>
                <a:lnTo>
                  <a:pt x="1449411" y="57977"/>
                </a:lnTo>
                <a:lnTo>
                  <a:pt x="1450085" y="58070"/>
                </a:lnTo>
                <a:lnTo>
                  <a:pt x="1450745" y="58184"/>
                </a:lnTo>
                <a:lnTo>
                  <a:pt x="1451391" y="58320"/>
                </a:lnTo>
                <a:lnTo>
                  <a:pt x="1452023" y="58475"/>
                </a:lnTo>
                <a:lnTo>
                  <a:pt x="1452642" y="58652"/>
                </a:lnTo>
                <a:lnTo>
                  <a:pt x="1453247" y="58850"/>
                </a:lnTo>
                <a:lnTo>
                  <a:pt x="1453839" y="59068"/>
                </a:lnTo>
                <a:lnTo>
                  <a:pt x="1454416" y="59307"/>
                </a:lnTo>
                <a:lnTo>
                  <a:pt x="1454981" y="59567"/>
                </a:lnTo>
                <a:lnTo>
                  <a:pt x="1455531" y="59848"/>
                </a:lnTo>
                <a:lnTo>
                  <a:pt x="1456068" y="60149"/>
                </a:lnTo>
                <a:lnTo>
                  <a:pt x="1456591" y="60471"/>
                </a:lnTo>
                <a:lnTo>
                  <a:pt x="1457100" y="60814"/>
                </a:lnTo>
                <a:lnTo>
                  <a:pt x="1457596" y="61178"/>
                </a:lnTo>
                <a:lnTo>
                  <a:pt x="1458078" y="61563"/>
                </a:lnTo>
                <a:lnTo>
                  <a:pt x="1458546" y="61968"/>
                </a:lnTo>
                <a:lnTo>
                  <a:pt x="1459001" y="62394"/>
                </a:lnTo>
                <a:lnTo>
                  <a:pt x="1459442" y="62841"/>
                </a:lnTo>
                <a:lnTo>
                  <a:pt x="1459869" y="63309"/>
                </a:lnTo>
                <a:lnTo>
                  <a:pt x="1460283" y="63797"/>
                </a:lnTo>
                <a:lnTo>
                  <a:pt x="1460681" y="64307"/>
                </a:lnTo>
                <a:lnTo>
                  <a:pt x="1461063" y="64836"/>
                </a:lnTo>
                <a:lnTo>
                  <a:pt x="1461428" y="65387"/>
                </a:lnTo>
                <a:lnTo>
                  <a:pt x="1461775" y="65959"/>
                </a:lnTo>
                <a:lnTo>
                  <a:pt x="1462106" y="66551"/>
                </a:lnTo>
                <a:lnTo>
                  <a:pt x="1462420" y="67164"/>
                </a:lnTo>
                <a:lnTo>
                  <a:pt x="1462716" y="67798"/>
                </a:lnTo>
                <a:lnTo>
                  <a:pt x="1462996" y="68452"/>
                </a:lnTo>
                <a:lnTo>
                  <a:pt x="1463259" y="69128"/>
                </a:lnTo>
                <a:lnTo>
                  <a:pt x="1463505" y="69824"/>
                </a:lnTo>
                <a:lnTo>
                  <a:pt x="1463734" y="70541"/>
                </a:lnTo>
                <a:lnTo>
                  <a:pt x="1463946" y="71279"/>
                </a:lnTo>
                <a:lnTo>
                  <a:pt x="1464141" y="72037"/>
                </a:lnTo>
                <a:lnTo>
                  <a:pt x="1464319" y="72816"/>
                </a:lnTo>
                <a:lnTo>
                  <a:pt x="1464480" y="73616"/>
                </a:lnTo>
                <a:lnTo>
                  <a:pt x="1464624" y="74437"/>
                </a:lnTo>
                <a:lnTo>
                  <a:pt x="1464751" y="75279"/>
                </a:lnTo>
                <a:lnTo>
                  <a:pt x="1464862" y="76141"/>
                </a:lnTo>
                <a:lnTo>
                  <a:pt x="1464955" y="77024"/>
                </a:lnTo>
                <a:lnTo>
                  <a:pt x="1465031" y="77928"/>
                </a:lnTo>
                <a:lnTo>
                  <a:pt x="1465091" y="78853"/>
                </a:lnTo>
                <a:lnTo>
                  <a:pt x="1465133" y="79799"/>
                </a:lnTo>
                <a:lnTo>
                  <a:pt x="1465158" y="80765"/>
                </a:lnTo>
                <a:lnTo>
                  <a:pt x="1465167" y="81752"/>
                </a:lnTo>
                <a:lnTo>
                  <a:pt x="1465167" y="127749"/>
                </a:lnTo>
                <a:lnTo>
                  <a:pt x="1478242" y="127749"/>
                </a:lnTo>
                <a:lnTo>
                  <a:pt x="1478242" y="80336"/>
                </a:lnTo>
                <a:lnTo>
                  <a:pt x="1478236" y="79385"/>
                </a:lnTo>
                <a:lnTo>
                  <a:pt x="1478217" y="78448"/>
                </a:lnTo>
                <a:lnTo>
                  <a:pt x="1478184" y="77524"/>
                </a:lnTo>
                <a:lnTo>
                  <a:pt x="1478139" y="76615"/>
                </a:lnTo>
                <a:lnTo>
                  <a:pt x="1478082" y="75720"/>
                </a:lnTo>
                <a:lnTo>
                  <a:pt x="1478011" y="74838"/>
                </a:lnTo>
                <a:lnTo>
                  <a:pt x="1477927" y="73970"/>
                </a:lnTo>
                <a:lnTo>
                  <a:pt x="1477831" y="73117"/>
                </a:lnTo>
                <a:lnTo>
                  <a:pt x="1477722" y="72277"/>
                </a:lnTo>
                <a:lnTo>
                  <a:pt x="1477600" y="71451"/>
                </a:lnTo>
                <a:lnTo>
                  <a:pt x="1477465" y="70640"/>
                </a:lnTo>
                <a:lnTo>
                  <a:pt x="1477317" y="69842"/>
                </a:lnTo>
                <a:lnTo>
                  <a:pt x="1477156" y="69058"/>
                </a:lnTo>
                <a:lnTo>
                  <a:pt x="1476983" y="68288"/>
                </a:lnTo>
                <a:lnTo>
                  <a:pt x="1476796" y="67532"/>
                </a:lnTo>
                <a:lnTo>
                  <a:pt x="1476597" y="66790"/>
                </a:lnTo>
                <a:lnTo>
                  <a:pt x="1476385" y="66062"/>
                </a:lnTo>
                <a:lnTo>
                  <a:pt x="1476160" y="65348"/>
                </a:lnTo>
                <a:lnTo>
                  <a:pt x="1475922" y="64647"/>
                </a:lnTo>
                <a:lnTo>
                  <a:pt x="1475672" y="63961"/>
                </a:lnTo>
                <a:lnTo>
                  <a:pt x="1475408" y="63289"/>
                </a:lnTo>
                <a:lnTo>
                  <a:pt x="1475132" y="62630"/>
                </a:lnTo>
                <a:lnTo>
                  <a:pt x="1474843" y="61986"/>
                </a:lnTo>
                <a:lnTo>
                  <a:pt x="1474541" y="61355"/>
                </a:lnTo>
                <a:lnTo>
                  <a:pt x="1474227" y="60738"/>
                </a:lnTo>
                <a:lnTo>
                  <a:pt x="1473902" y="60135"/>
                </a:lnTo>
                <a:lnTo>
                  <a:pt x="1473566" y="59544"/>
                </a:lnTo>
                <a:lnTo>
                  <a:pt x="1473219" y="58966"/>
                </a:lnTo>
                <a:lnTo>
                  <a:pt x="1472862" y="58402"/>
                </a:lnTo>
                <a:lnTo>
                  <a:pt x="1472493" y="57851"/>
                </a:lnTo>
                <a:lnTo>
                  <a:pt x="1472114" y="57312"/>
                </a:lnTo>
                <a:lnTo>
                  <a:pt x="1471723" y="56787"/>
                </a:lnTo>
                <a:lnTo>
                  <a:pt x="1471322" y="56275"/>
                </a:lnTo>
                <a:lnTo>
                  <a:pt x="1470909" y="55777"/>
                </a:lnTo>
                <a:lnTo>
                  <a:pt x="1470486" y="55291"/>
                </a:lnTo>
                <a:lnTo>
                  <a:pt x="1470052" y="54818"/>
                </a:lnTo>
                <a:lnTo>
                  <a:pt x="1469606" y="54359"/>
                </a:lnTo>
                <a:lnTo>
                  <a:pt x="1469150" y="53913"/>
                </a:lnTo>
                <a:lnTo>
                  <a:pt x="1468683" y="53480"/>
                </a:lnTo>
                <a:lnTo>
                  <a:pt x="1468205" y="53059"/>
                </a:lnTo>
                <a:lnTo>
                  <a:pt x="1467716" y="52653"/>
                </a:lnTo>
                <a:lnTo>
                  <a:pt x="1467216" y="52259"/>
                </a:lnTo>
                <a:lnTo>
                  <a:pt x="1466705" y="51878"/>
                </a:lnTo>
                <a:lnTo>
                  <a:pt x="1466183" y="51511"/>
                </a:lnTo>
                <a:lnTo>
                  <a:pt x="1465651" y="51156"/>
                </a:lnTo>
                <a:lnTo>
                  <a:pt x="1465107" y="50815"/>
                </a:lnTo>
                <a:lnTo>
                  <a:pt x="1464552" y="50487"/>
                </a:lnTo>
                <a:lnTo>
                  <a:pt x="1463987" y="50172"/>
                </a:lnTo>
                <a:lnTo>
                  <a:pt x="1463412" y="49870"/>
                </a:lnTo>
                <a:lnTo>
                  <a:pt x="1462829" y="49580"/>
                </a:lnTo>
                <a:lnTo>
                  <a:pt x="1462238" y="49304"/>
                </a:lnTo>
                <a:lnTo>
                  <a:pt x="1461639" y="49040"/>
                </a:lnTo>
                <a:lnTo>
                  <a:pt x="1461033" y="48789"/>
                </a:lnTo>
                <a:lnTo>
                  <a:pt x="1460418" y="48551"/>
                </a:lnTo>
                <a:lnTo>
                  <a:pt x="1459795" y="48326"/>
                </a:lnTo>
                <a:lnTo>
                  <a:pt x="1459165" y="48114"/>
                </a:lnTo>
                <a:lnTo>
                  <a:pt x="1458526" y="47915"/>
                </a:lnTo>
                <a:lnTo>
                  <a:pt x="1457880" y="47728"/>
                </a:lnTo>
                <a:lnTo>
                  <a:pt x="1457226" y="47555"/>
                </a:lnTo>
                <a:lnTo>
                  <a:pt x="1456563" y="47394"/>
                </a:lnTo>
                <a:lnTo>
                  <a:pt x="1455893" y="47246"/>
                </a:lnTo>
                <a:lnTo>
                  <a:pt x="1455215" y="47111"/>
                </a:lnTo>
                <a:lnTo>
                  <a:pt x="1454529" y="46989"/>
                </a:lnTo>
                <a:lnTo>
                  <a:pt x="1453835" y="46879"/>
                </a:lnTo>
                <a:lnTo>
                  <a:pt x="1453133" y="46783"/>
                </a:lnTo>
                <a:lnTo>
                  <a:pt x="1452424" y="46699"/>
                </a:lnTo>
                <a:lnTo>
                  <a:pt x="1451706" y="46629"/>
                </a:lnTo>
                <a:lnTo>
                  <a:pt x="1450980" y="46571"/>
                </a:lnTo>
                <a:lnTo>
                  <a:pt x="1450247" y="46526"/>
                </a:lnTo>
                <a:lnTo>
                  <a:pt x="1449505" y="46494"/>
                </a:lnTo>
                <a:lnTo>
                  <a:pt x="1448756" y="46474"/>
                </a:lnTo>
                <a:lnTo>
                  <a:pt x="1447998" y="46468"/>
                </a:lnTo>
                <a:lnTo>
                  <a:pt x="1447318" y="46475"/>
                </a:lnTo>
                <a:lnTo>
                  <a:pt x="1446640" y="46496"/>
                </a:lnTo>
                <a:lnTo>
                  <a:pt x="1445967" y="46531"/>
                </a:lnTo>
                <a:lnTo>
                  <a:pt x="1445296" y="46579"/>
                </a:lnTo>
                <a:lnTo>
                  <a:pt x="1444630" y="46642"/>
                </a:lnTo>
                <a:lnTo>
                  <a:pt x="1443967" y="46719"/>
                </a:lnTo>
                <a:lnTo>
                  <a:pt x="1443307" y="46810"/>
                </a:lnTo>
                <a:lnTo>
                  <a:pt x="1442651" y="46914"/>
                </a:lnTo>
                <a:lnTo>
                  <a:pt x="1441999" y="47033"/>
                </a:lnTo>
                <a:lnTo>
                  <a:pt x="1441350" y="47166"/>
                </a:lnTo>
                <a:lnTo>
                  <a:pt x="1440705" y="47312"/>
                </a:lnTo>
                <a:lnTo>
                  <a:pt x="1440063" y="47473"/>
                </a:lnTo>
                <a:lnTo>
                  <a:pt x="1439425" y="47647"/>
                </a:lnTo>
                <a:lnTo>
                  <a:pt x="1438790" y="47835"/>
                </a:lnTo>
                <a:lnTo>
                  <a:pt x="1438159" y="48038"/>
                </a:lnTo>
                <a:lnTo>
                  <a:pt x="1437532" y="48254"/>
                </a:lnTo>
                <a:lnTo>
                  <a:pt x="1436908" y="48484"/>
                </a:lnTo>
                <a:lnTo>
                  <a:pt x="1436287" y="48728"/>
                </a:lnTo>
                <a:lnTo>
                  <a:pt x="1435671" y="48987"/>
                </a:lnTo>
                <a:lnTo>
                  <a:pt x="1435057" y="49259"/>
                </a:lnTo>
                <a:lnTo>
                  <a:pt x="1434448" y="49545"/>
                </a:lnTo>
                <a:lnTo>
                  <a:pt x="1433841" y="49845"/>
                </a:lnTo>
                <a:lnTo>
                  <a:pt x="1433239" y="50159"/>
                </a:lnTo>
                <a:lnTo>
                  <a:pt x="1432640" y="50487"/>
                </a:lnTo>
                <a:lnTo>
                  <a:pt x="1432048" y="50827"/>
                </a:lnTo>
                <a:lnTo>
                  <a:pt x="1431466" y="51178"/>
                </a:lnTo>
                <a:lnTo>
                  <a:pt x="1430896" y="51541"/>
                </a:lnTo>
                <a:lnTo>
                  <a:pt x="1430336" y="51915"/>
                </a:lnTo>
                <a:lnTo>
                  <a:pt x="1429787" y="52300"/>
                </a:lnTo>
                <a:lnTo>
                  <a:pt x="1429248" y="52697"/>
                </a:lnTo>
                <a:lnTo>
                  <a:pt x="1428720" y="53104"/>
                </a:lnTo>
                <a:lnTo>
                  <a:pt x="1428203" y="53523"/>
                </a:lnTo>
                <a:lnTo>
                  <a:pt x="1427696" y="53953"/>
                </a:lnTo>
                <a:lnTo>
                  <a:pt x="1427200" y="54394"/>
                </a:lnTo>
                <a:lnTo>
                  <a:pt x="1426715" y="54846"/>
                </a:lnTo>
                <a:lnTo>
                  <a:pt x="1426240" y="55310"/>
                </a:lnTo>
                <a:lnTo>
                  <a:pt x="1425776" y="55785"/>
                </a:lnTo>
                <a:lnTo>
                  <a:pt x="1425323" y="56271"/>
                </a:lnTo>
                <a:lnTo>
                  <a:pt x="1424880" y="56768"/>
                </a:lnTo>
                <a:lnTo>
                  <a:pt x="1424448" y="57276"/>
                </a:lnTo>
                <a:lnTo>
                  <a:pt x="1424027" y="57796"/>
                </a:lnTo>
                <a:lnTo>
                  <a:pt x="1423616" y="58327"/>
                </a:lnTo>
                <a:lnTo>
                  <a:pt x="1423217" y="58869"/>
                </a:lnTo>
                <a:lnTo>
                  <a:pt x="1422827" y="59422"/>
                </a:lnTo>
                <a:lnTo>
                  <a:pt x="1422449" y="59987"/>
                </a:lnTo>
                <a:lnTo>
                  <a:pt x="1422081" y="60562"/>
                </a:lnTo>
                <a:lnTo>
                  <a:pt x="1421723" y="61149"/>
                </a:lnTo>
                <a:lnTo>
                  <a:pt x="1421377" y="61747"/>
                </a:lnTo>
                <a:lnTo>
                  <a:pt x="1421177" y="61317"/>
                </a:lnTo>
                <a:lnTo>
                  <a:pt x="1420973" y="60894"/>
                </a:lnTo>
                <a:lnTo>
                  <a:pt x="1420764" y="60476"/>
                </a:lnTo>
                <a:lnTo>
                  <a:pt x="1420550" y="60065"/>
                </a:lnTo>
                <a:lnTo>
                  <a:pt x="1420331" y="59661"/>
                </a:lnTo>
                <a:lnTo>
                  <a:pt x="1420107" y="59262"/>
                </a:lnTo>
                <a:lnTo>
                  <a:pt x="1419878" y="58870"/>
                </a:lnTo>
                <a:lnTo>
                  <a:pt x="1419644" y="58484"/>
                </a:lnTo>
                <a:lnTo>
                  <a:pt x="1419405" y="58104"/>
                </a:lnTo>
                <a:lnTo>
                  <a:pt x="1419162" y="57731"/>
                </a:lnTo>
                <a:lnTo>
                  <a:pt x="1418913" y="57364"/>
                </a:lnTo>
                <a:lnTo>
                  <a:pt x="1418659" y="57003"/>
                </a:lnTo>
                <a:lnTo>
                  <a:pt x="1418401" y="56649"/>
                </a:lnTo>
                <a:lnTo>
                  <a:pt x="1418138" y="56301"/>
                </a:lnTo>
                <a:lnTo>
                  <a:pt x="1417869" y="55959"/>
                </a:lnTo>
                <a:lnTo>
                  <a:pt x="1417596" y="55623"/>
                </a:lnTo>
                <a:lnTo>
                  <a:pt x="1417318" y="55294"/>
                </a:lnTo>
                <a:lnTo>
                  <a:pt x="1417035" y="54971"/>
                </a:lnTo>
                <a:lnTo>
                  <a:pt x="1416747" y="54654"/>
                </a:lnTo>
                <a:lnTo>
                  <a:pt x="1416454" y="54343"/>
                </a:lnTo>
                <a:lnTo>
                  <a:pt x="1416156" y="54039"/>
                </a:lnTo>
                <a:lnTo>
                  <a:pt x="1415853" y="53741"/>
                </a:lnTo>
                <a:lnTo>
                  <a:pt x="1415546" y="53450"/>
                </a:lnTo>
                <a:lnTo>
                  <a:pt x="1415233" y="53164"/>
                </a:lnTo>
                <a:lnTo>
                  <a:pt x="1414916" y="52885"/>
                </a:lnTo>
                <a:lnTo>
                  <a:pt x="1414595" y="52612"/>
                </a:lnTo>
                <a:lnTo>
                  <a:pt x="1414270" y="52345"/>
                </a:lnTo>
                <a:lnTo>
                  <a:pt x="1413941" y="52083"/>
                </a:lnTo>
                <a:lnTo>
                  <a:pt x="1413607" y="51828"/>
                </a:lnTo>
                <a:lnTo>
                  <a:pt x="1413270" y="51579"/>
                </a:lnTo>
                <a:lnTo>
                  <a:pt x="1412928" y="51336"/>
                </a:lnTo>
                <a:lnTo>
                  <a:pt x="1412583" y="51099"/>
                </a:lnTo>
                <a:lnTo>
                  <a:pt x="1412233" y="50868"/>
                </a:lnTo>
                <a:lnTo>
                  <a:pt x="1411879" y="50643"/>
                </a:lnTo>
                <a:lnTo>
                  <a:pt x="1411521" y="50424"/>
                </a:lnTo>
                <a:lnTo>
                  <a:pt x="1411159" y="50211"/>
                </a:lnTo>
                <a:lnTo>
                  <a:pt x="1410792" y="50004"/>
                </a:lnTo>
                <a:lnTo>
                  <a:pt x="1410422" y="49803"/>
                </a:lnTo>
                <a:lnTo>
                  <a:pt x="1410047" y="49608"/>
                </a:lnTo>
                <a:lnTo>
                  <a:pt x="1409669" y="49419"/>
                </a:lnTo>
                <a:lnTo>
                  <a:pt x="1409286" y="49236"/>
                </a:lnTo>
                <a:lnTo>
                  <a:pt x="1408899" y="49059"/>
                </a:lnTo>
                <a:lnTo>
                  <a:pt x="1408508" y="48888"/>
                </a:lnTo>
                <a:lnTo>
                  <a:pt x="1408113" y="48723"/>
                </a:lnTo>
                <a:lnTo>
                  <a:pt x="1407714" y="48564"/>
                </a:lnTo>
                <a:lnTo>
                  <a:pt x="1407310" y="48412"/>
                </a:lnTo>
                <a:lnTo>
                  <a:pt x="1406903" y="48265"/>
                </a:lnTo>
                <a:lnTo>
                  <a:pt x="1406491" y="48124"/>
                </a:lnTo>
                <a:lnTo>
                  <a:pt x="1406076" y="47989"/>
                </a:lnTo>
                <a:lnTo>
                  <a:pt x="1405656" y="47859"/>
                </a:lnTo>
                <a:lnTo>
                  <a:pt x="1405233" y="47736"/>
                </a:lnTo>
                <a:lnTo>
                  <a:pt x="1404805" y="47618"/>
                </a:lnTo>
                <a:lnTo>
                  <a:pt x="1404373" y="47506"/>
                </a:lnTo>
                <a:lnTo>
                  <a:pt x="1403937" y="47399"/>
                </a:lnTo>
                <a:lnTo>
                  <a:pt x="1403497" y="47299"/>
                </a:lnTo>
                <a:lnTo>
                  <a:pt x="1403053" y="47204"/>
                </a:lnTo>
                <a:lnTo>
                  <a:pt x="1402604" y="47115"/>
                </a:lnTo>
                <a:lnTo>
                  <a:pt x="1402152" y="47031"/>
                </a:lnTo>
                <a:lnTo>
                  <a:pt x="1401696" y="46954"/>
                </a:lnTo>
                <a:lnTo>
                  <a:pt x="1401235" y="46882"/>
                </a:lnTo>
                <a:lnTo>
                  <a:pt x="1400770" y="46816"/>
                </a:lnTo>
                <a:lnTo>
                  <a:pt x="1400301" y="46755"/>
                </a:lnTo>
                <a:lnTo>
                  <a:pt x="1399828" y="46701"/>
                </a:lnTo>
                <a:lnTo>
                  <a:pt x="1399351" y="46652"/>
                </a:lnTo>
                <a:lnTo>
                  <a:pt x="1398870" y="46609"/>
                </a:lnTo>
                <a:lnTo>
                  <a:pt x="1398385" y="46571"/>
                </a:lnTo>
                <a:lnTo>
                  <a:pt x="1397896" y="46540"/>
                </a:lnTo>
                <a:lnTo>
                  <a:pt x="1397402" y="46514"/>
                </a:lnTo>
                <a:lnTo>
                  <a:pt x="1396904" y="46494"/>
                </a:lnTo>
                <a:lnTo>
                  <a:pt x="1396403" y="46479"/>
                </a:lnTo>
                <a:lnTo>
                  <a:pt x="1395897" y="46471"/>
                </a:lnTo>
                <a:lnTo>
                  <a:pt x="1395387" y="46468"/>
                </a:lnTo>
                <a:lnTo>
                  <a:pt x="1394759" y="46474"/>
                </a:lnTo>
                <a:lnTo>
                  <a:pt x="1394135" y="46492"/>
                </a:lnTo>
                <a:lnTo>
                  <a:pt x="1393515" y="46523"/>
                </a:lnTo>
                <a:lnTo>
                  <a:pt x="1392899" y="46566"/>
                </a:lnTo>
                <a:lnTo>
                  <a:pt x="1392288" y="46622"/>
                </a:lnTo>
                <a:lnTo>
                  <a:pt x="1391680" y="46689"/>
                </a:lnTo>
                <a:lnTo>
                  <a:pt x="1391077" y="46769"/>
                </a:lnTo>
                <a:lnTo>
                  <a:pt x="1390477" y="46862"/>
                </a:lnTo>
                <a:lnTo>
                  <a:pt x="1389882" y="46966"/>
                </a:lnTo>
                <a:lnTo>
                  <a:pt x="1389291" y="47083"/>
                </a:lnTo>
                <a:lnTo>
                  <a:pt x="1388704" y="47213"/>
                </a:lnTo>
                <a:lnTo>
                  <a:pt x="1388121" y="47354"/>
                </a:lnTo>
                <a:lnTo>
                  <a:pt x="1387542" y="47508"/>
                </a:lnTo>
                <a:lnTo>
                  <a:pt x="1386968" y="47674"/>
                </a:lnTo>
                <a:lnTo>
                  <a:pt x="1386397" y="47853"/>
                </a:lnTo>
                <a:lnTo>
                  <a:pt x="1385831" y="48044"/>
                </a:lnTo>
                <a:lnTo>
                  <a:pt x="1385268" y="48247"/>
                </a:lnTo>
                <a:lnTo>
                  <a:pt x="1384710" y="48462"/>
                </a:lnTo>
                <a:lnTo>
                  <a:pt x="1384156" y="48690"/>
                </a:lnTo>
                <a:lnTo>
                  <a:pt x="1383606" y="48930"/>
                </a:lnTo>
                <a:lnTo>
                  <a:pt x="1383060" y="49182"/>
                </a:lnTo>
                <a:lnTo>
                  <a:pt x="1382518" y="49447"/>
                </a:lnTo>
                <a:lnTo>
                  <a:pt x="1381980" y="49724"/>
                </a:lnTo>
                <a:lnTo>
                  <a:pt x="1381446" y="50013"/>
                </a:lnTo>
                <a:lnTo>
                  <a:pt x="1380919" y="50313"/>
                </a:lnTo>
                <a:lnTo>
                  <a:pt x="1380401" y="50622"/>
                </a:lnTo>
                <a:lnTo>
                  <a:pt x="1379892" y="50940"/>
                </a:lnTo>
                <a:lnTo>
                  <a:pt x="1379392" y="51267"/>
                </a:lnTo>
                <a:lnTo>
                  <a:pt x="1378901" y="51603"/>
                </a:lnTo>
                <a:lnTo>
                  <a:pt x="1378419" y="51948"/>
                </a:lnTo>
                <a:lnTo>
                  <a:pt x="1377946" y="52302"/>
                </a:lnTo>
                <a:lnTo>
                  <a:pt x="1377482" y="52665"/>
                </a:lnTo>
                <a:lnTo>
                  <a:pt x="1377028" y="53037"/>
                </a:lnTo>
                <a:lnTo>
                  <a:pt x="1376582" y="53418"/>
                </a:lnTo>
                <a:lnTo>
                  <a:pt x="1376145" y="53808"/>
                </a:lnTo>
                <a:lnTo>
                  <a:pt x="1375717" y="54207"/>
                </a:lnTo>
                <a:lnTo>
                  <a:pt x="1375298" y="54615"/>
                </a:lnTo>
                <a:lnTo>
                  <a:pt x="1374888" y="55033"/>
                </a:lnTo>
                <a:lnTo>
                  <a:pt x="1374488" y="55459"/>
                </a:lnTo>
                <a:lnTo>
                  <a:pt x="1374096" y="55894"/>
                </a:lnTo>
                <a:lnTo>
                  <a:pt x="1373713" y="56338"/>
                </a:lnTo>
                <a:lnTo>
                  <a:pt x="1373339" y="56791"/>
                </a:lnTo>
                <a:lnTo>
                  <a:pt x="1372975" y="57253"/>
                </a:lnTo>
                <a:lnTo>
                  <a:pt x="1372619" y="57724"/>
                </a:lnTo>
                <a:lnTo>
                  <a:pt x="1372272" y="58205"/>
                </a:lnTo>
                <a:lnTo>
                  <a:pt x="1371935" y="58694"/>
                </a:lnTo>
                <a:lnTo>
                  <a:pt x="1371606" y="59192"/>
                </a:lnTo>
                <a:lnTo>
                  <a:pt x="1371287" y="59699"/>
                </a:lnTo>
                <a:lnTo>
                  <a:pt x="1370498" y="48359"/>
                </a:lnTo>
                <a:lnTo>
                  <a:pt x="1358529" y="48359"/>
                </a:lnTo>
                <a:lnTo>
                  <a:pt x="1358529" y="127749"/>
                </a:lnTo>
                <a:lnTo>
                  <a:pt x="1371760" y="127749"/>
                </a:lnTo>
                <a:lnTo>
                  <a:pt x="1371760" y="85533"/>
                </a:lnTo>
                <a:lnTo>
                  <a:pt x="1371765" y="84790"/>
                </a:lnTo>
                <a:lnTo>
                  <a:pt x="1371780" y="84056"/>
                </a:lnTo>
                <a:lnTo>
                  <a:pt x="1371804" y="83333"/>
                </a:lnTo>
                <a:close/>
                <a:moveTo>
                  <a:pt x="842543" y="129416"/>
                </a:moveTo>
                <a:lnTo>
                  <a:pt x="843441" y="129318"/>
                </a:lnTo>
                <a:lnTo>
                  <a:pt x="844329" y="129203"/>
                </a:lnTo>
                <a:lnTo>
                  <a:pt x="845208" y="129069"/>
                </a:lnTo>
                <a:lnTo>
                  <a:pt x="846079" y="128918"/>
                </a:lnTo>
                <a:lnTo>
                  <a:pt x="846941" y="128750"/>
                </a:lnTo>
                <a:lnTo>
                  <a:pt x="847794" y="128563"/>
                </a:lnTo>
                <a:lnTo>
                  <a:pt x="848639" y="128359"/>
                </a:lnTo>
                <a:lnTo>
                  <a:pt x="849475" y="128137"/>
                </a:lnTo>
                <a:lnTo>
                  <a:pt x="850302" y="127897"/>
                </a:lnTo>
                <a:lnTo>
                  <a:pt x="851120" y="127639"/>
                </a:lnTo>
                <a:lnTo>
                  <a:pt x="851929" y="127364"/>
                </a:lnTo>
                <a:lnTo>
                  <a:pt x="852730" y="127070"/>
                </a:lnTo>
                <a:lnTo>
                  <a:pt x="853522" y="126760"/>
                </a:lnTo>
                <a:lnTo>
                  <a:pt x="854305" y="126431"/>
                </a:lnTo>
                <a:lnTo>
                  <a:pt x="855080" y="126084"/>
                </a:lnTo>
                <a:lnTo>
                  <a:pt x="855846" y="125720"/>
                </a:lnTo>
                <a:lnTo>
                  <a:pt x="856603" y="125338"/>
                </a:lnTo>
                <a:lnTo>
                  <a:pt x="857351" y="124938"/>
                </a:lnTo>
                <a:lnTo>
                  <a:pt x="858090" y="124521"/>
                </a:lnTo>
                <a:lnTo>
                  <a:pt x="858819" y="124087"/>
                </a:lnTo>
                <a:lnTo>
                  <a:pt x="859535" y="123638"/>
                </a:lnTo>
                <a:lnTo>
                  <a:pt x="860239" y="123174"/>
                </a:lnTo>
                <a:lnTo>
                  <a:pt x="860930" y="122696"/>
                </a:lnTo>
                <a:lnTo>
                  <a:pt x="861608" y="122203"/>
                </a:lnTo>
                <a:lnTo>
                  <a:pt x="862274" y="121695"/>
                </a:lnTo>
                <a:lnTo>
                  <a:pt x="862928" y="121173"/>
                </a:lnTo>
                <a:lnTo>
                  <a:pt x="863568" y="120635"/>
                </a:lnTo>
                <a:lnTo>
                  <a:pt x="864196" y="120083"/>
                </a:lnTo>
                <a:lnTo>
                  <a:pt x="864812" y="119516"/>
                </a:lnTo>
                <a:lnTo>
                  <a:pt x="865415" y="118935"/>
                </a:lnTo>
                <a:lnTo>
                  <a:pt x="866005" y="118338"/>
                </a:lnTo>
                <a:lnTo>
                  <a:pt x="866583" y="117727"/>
                </a:lnTo>
                <a:lnTo>
                  <a:pt x="867148" y="117101"/>
                </a:lnTo>
                <a:lnTo>
                  <a:pt x="867701" y="116460"/>
                </a:lnTo>
                <a:lnTo>
                  <a:pt x="868241" y="115805"/>
                </a:lnTo>
                <a:lnTo>
                  <a:pt x="868768" y="115135"/>
                </a:lnTo>
                <a:lnTo>
                  <a:pt x="869283" y="114450"/>
                </a:lnTo>
                <a:lnTo>
                  <a:pt x="869785" y="113750"/>
                </a:lnTo>
                <a:lnTo>
                  <a:pt x="870275" y="113035"/>
                </a:lnTo>
                <a:lnTo>
                  <a:pt x="870752" y="112306"/>
                </a:lnTo>
                <a:lnTo>
                  <a:pt x="871217" y="111562"/>
                </a:lnTo>
                <a:lnTo>
                  <a:pt x="871668" y="110803"/>
                </a:lnTo>
                <a:lnTo>
                  <a:pt x="872108" y="110030"/>
                </a:lnTo>
                <a:lnTo>
                  <a:pt x="872532" y="109243"/>
                </a:lnTo>
                <a:lnTo>
                  <a:pt x="872938" y="108445"/>
                </a:lnTo>
                <a:lnTo>
                  <a:pt x="873326" y="107636"/>
                </a:lnTo>
                <a:lnTo>
                  <a:pt x="873696" y="106815"/>
                </a:lnTo>
                <a:lnTo>
                  <a:pt x="874048" y="105984"/>
                </a:lnTo>
                <a:lnTo>
                  <a:pt x="874382" y="105141"/>
                </a:lnTo>
                <a:lnTo>
                  <a:pt x="874698" y="104287"/>
                </a:lnTo>
                <a:lnTo>
                  <a:pt x="874996" y="103422"/>
                </a:lnTo>
                <a:lnTo>
                  <a:pt x="875276" y="102545"/>
                </a:lnTo>
                <a:lnTo>
                  <a:pt x="875538" y="101658"/>
                </a:lnTo>
                <a:lnTo>
                  <a:pt x="875781" y="100759"/>
                </a:lnTo>
                <a:lnTo>
                  <a:pt x="876007" y="99849"/>
                </a:lnTo>
                <a:lnTo>
                  <a:pt x="876215" y="98928"/>
                </a:lnTo>
                <a:lnTo>
                  <a:pt x="876404" y="97995"/>
                </a:lnTo>
                <a:lnTo>
                  <a:pt x="876576" y="97052"/>
                </a:lnTo>
                <a:lnTo>
                  <a:pt x="876729" y="96097"/>
                </a:lnTo>
                <a:lnTo>
                  <a:pt x="876864" y="95131"/>
                </a:lnTo>
                <a:lnTo>
                  <a:pt x="876982" y="94153"/>
                </a:lnTo>
                <a:lnTo>
                  <a:pt x="877081" y="93165"/>
                </a:lnTo>
                <a:lnTo>
                  <a:pt x="877162" y="92165"/>
                </a:lnTo>
                <a:lnTo>
                  <a:pt x="877225" y="91154"/>
                </a:lnTo>
                <a:lnTo>
                  <a:pt x="877271" y="90132"/>
                </a:lnTo>
                <a:lnTo>
                  <a:pt x="877298" y="89099"/>
                </a:lnTo>
                <a:lnTo>
                  <a:pt x="877307" y="88054"/>
                </a:lnTo>
                <a:lnTo>
                  <a:pt x="877298" y="87010"/>
                </a:lnTo>
                <a:lnTo>
                  <a:pt x="877271" y="85976"/>
                </a:lnTo>
                <a:lnTo>
                  <a:pt x="877227" y="84954"/>
                </a:lnTo>
                <a:lnTo>
                  <a:pt x="877164" y="83943"/>
                </a:lnTo>
                <a:lnTo>
                  <a:pt x="877084" y="82944"/>
                </a:lnTo>
                <a:lnTo>
                  <a:pt x="876987" y="81955"/>
                </a:lnTo>
                <a:lnTo>
                  <a:pt x="876871" y="80978"/>
                </a:lnTo>
                <a:lnTo>
                  <a:pt x="876738" y="80012"/>
                </a:lnTo>
                <a:lnTo>
                  <a:pt x="876587" y="79057"/>
                </a:lnTo>
                <a:lnTo>
                  <a:pt x="876418" y="78113"/>
                </a:lnTo>
                <a:lnTo>
                  <a:pt x="876231" y="77181"/>
                </a:lnTo>
                <a:lnTo>
                  <a:pt x="876027" y="76260"/>
                </a:lnTo>
                <a:lnTo>
                  <a:pt x="875805" y="75350"/>
                </a:lnTo>
                <a:lnTo>
                  <a:pt x="875565" y="74451"/>
                </a:lnTo>
                <a:lnTo>
                  <a:pt x="875307" y="73564"/>
                </a:lnTo>
                <a:lnTo>
                  <a:pt x="875031" y="72687"/>
                </a:lnTo>
                <a:lnTo>
                  <a:pt x="874738" y="71822"/>
                </a:lnTo>
                <a:lnTo>
                  <a:pt x="874427" y="70968"/>
                </a:lnTo>
                <a:lnTo>
                  <a:pt x="874098" y="70126"/>
                </a:lnTo>
                <a:lnTo>
                  <a:pt x="873751" y="69294"/>
                </a:lnTo>
                <a:lnTo>
                  <a:pt x="873387" y="68474"/>
                </a:lnTo>
                <a:lnTo>
                  <a:pt x="873005" y="67665"/>
                </a:lnTo>
                <a:lnTo>
                  <a:pt x="872605" y="66867"/>
                </a:lnTo>
                <a:lnTo>
                  <a:pt x="872187" y="66081"/>
                </a:lnTo>
                <a:lnTo>
                  <a:pt x="871754" y="65307"/>
                </a:lnTo>
                <a:lnTo>
                  <a:pt x="871309" y="64548"/>
                </a:lnTo>
                <a:lnTo>
                  <a:pt x="870851" y="63804"/>
                </a:lnTo>
                <a:lnTo>
                  <a:pt x="870380" y="63074"/>
                </a:lnTo>
                <a:lnTo>
                  <a:pt x="869897" y="62360"/>
                </a:lnTo>
                <a:lnTo>
                  <a:pt x="869401" y="61660"/>
                </a:lnTo>
                <a:lnTo>
                  <a:pt x="868893" y="60975"/>
                </a:lnTo>
                <a:lnTo>
                  <a:pt x="868372" y="60304"/>
                </a:lnTo>
                <a:lnTo>
                  <a:pt x="867838" y="59649"/>
                </a:lnTo>
                <a:lnTo>
                  <a:pt x="867292" y="59008"/>
                </a:lnTo>
                <a:lnTo>
                  <a:pt x="866733" y="58382"/>
                </a:lnTo>
                <a:lnTo>
                  <a:pt x="866162" y="57771"/>
                </a:lnTo>
                <a:lnTo>
                  <a:pt x="865578" y="57174"/>
                </a:lnTo>
                <a:lnTo>
                  <a:pt x="864982" y="56592"/>
                </a:lnTo>
                <a:lnTo>
                  <a:pt x="864373" y="56025"/>
                </a:lnTo>
                <a:lnTo>
                  <a:pt x="863751" y="55473"/>
                </a:lnTo>
                <a:lnTo>
                  <a:pt x="863117" y="54936"/>
                </a:lnTo>
                <a:lnTo>
                  <a:pt x="862470" y="54413"/>
                </a:lnTo>
                <a:lnTo>
                  <a:pt x="861811" y="53905"/>
                </a:lnTo>
                <a:lnTo>
                  <a:pt x="861139" y="53412"/>
                </a:lnTo>
                <a:lnTo>
                  <a:pt x="860455" y="52934"/>
                </a:lnTo>
                <a:lnTo>
                  <a:pt x="859758" y="52470"/>
                </a:lnTo>
                <a:lnTo>
                  <a:pt x="859048" y="52021"/>
                </a:lnTo>
                <a:lnTo>
                  <a:pt x="858326" y="51587"/>
                </a:lnTo>
                <a:lnTo>
                  <a:pt x="857593" y="51170"/>
                </a:lnTo>
                <a:lnTo>
                  <a:pt x="856851" y="50770"/>
                </a:lnTo>
                <a:lnTo>
                  <a:pt x="856100" y="50388"/>
                </a:lnTo>
                <a:lnTo>
                  <a:pt x="855340" y="50023"/>
                </a:lnTo>
                <a:lnTo>
                  <a:pt x="854571" y="49676"/>
                </a:lnTo>
                <a:lnTo>
                  <a:pt x="853792" y="49348"/>
                </a:lnTo>
                <a:lnTo>
                  <a:pt x="853005" y="49037"/>
                </a:lnTo>
                <a:lnTo>
                  <a:pt x="852209" y="48743"/>
                </a:lnTo>
                <a:lnTo>
                  <a:pt x="851404" y="48468"/>
                </a:lnTo>
                <a:lnTo>
                  <a:pt x="850590" y="48210"/>
                </a:lnTo>
                <a:lnTo>
                  <a:pt x="849766" y="47970"/>
                </a:lnTo>
                <a:lnTo>
                  <a:pt x="848934" y="47748"/>
                </a:lnTo>
                <a:lnTo>
                  <a:pt x="848093" y="47543"/>
                </a:lnTo>
                <a:lnTo>
                  <a:pt x="847242" y="47357"/>
                </a:lnTo>
                <a:lnTo>
                  <a:pt x="846383" y="47188"/>
                </a:lnTo>
                <a:lnTo>
                  <a:pt x="845514" y="47037"/>
                </a:lnTo>
                <a:lnTo>
                  <a:pt x="844637" y="46903"/>
                </a:lnTo>
                <a:lnTo>
                  <a:pt x="843750" y="46788"/>
                </a:lnTo>
                <a:lnTo>
                  <a:pt x="842855" y="46690"/>
                </a:lnTo>
                <a:lnTo>
                  <a:pt x="841950" y="46610"/>
                </a:lnTo>
                <a:lnTo>
                  <a:pt x="841037" y="46548"/>
                </a:lnTo>
                <a:lnTo>
                  <a:pt x="840114" y="46503"/>
                </a:lnTo>
                <a:lnTo>
                  <a:pt x="839182" y="46477"/>
                </a:lnTo>
                <a:lnTo>
                  <a:pt x="838242" y="46468"/>
                </a:lnTo>
                <a:lnTo>
                  <a:pt x="837327" y="46477"/>
                </a:lnTo>
                <a:lnTo>
                  <a:pt x="836419" y="46503"/>
                </a:lnTo>
                <a:lnTo>
                  <a:pt x="835519" y="46548"/>
                </a:lnTo>
                <a:lnTo>
                  <a:pt x="834626" y="46610"/>
                </a:lnTo>
                <a:lnTo>
                  <a:pt x="833740" y="46690"/>
                </a:lnTo>
                <a:lnTo>
                  <a:pt x="832862" y="46788"/>
                </a:lnTo>
                <a:lnTo>
                  <a:pt x="831991" y="46903"/>
                </a:lnTo>
                <a:lnTo>
                  <a:pt x="831128" y="47037"/>
                </a:lnTo>
                <a:lnTo>
                  <a:pt x="830272" y="47188"/>
                </a:lnTo>
                <a:lnTo>
                  <a:pt x="829423" y="47357"/>
                </a:lnTo>
                <a:lnTo>
                  <a:pt x="828582" y="47543"/>
                </a:lnTo>
                <a:lnTo>
                  <a:pt x="827748" y="47748"/>
                </a:lnTo>
                <a:lnTo>
                  <a:pt x="826921" y="47970"/>
                </a:lnTo>
                <a:lnTo>
                  <a:pt x="826102" y="48210"/>
                </a:lnTo>
                <a:lnTo>
                  <a:pt x="825290" y="48468"/>
                </a:lnTo>
                <a:lnTo>
                  <a:pt x="824486" y="48743"/>
                </a:lnTo>
                <a:lnTo>
                  <a:pt x="823689" y="49037"/>
                </a:lnTo>
                <a:lnTo>
                  <a:pt x="822899" y="49348"/>
                </a:lnTo>
                <a:lnTo>
                  <a:pt x="822117" y="49676"/>
                </a:lnTo>
                <a:lnTo>
                  <a:pt x="821342" y="50023"/>
                </a:lnTo>
                <a:lnTo>
                  <a:pt x="820575" y="50388"/>
                </a:lnTo>
                <a:lnTo>
                  <a:pt x="819814" y="50770"/>
                </a:lnTo>
                <a:lnTo>
                  <a:pt x="819062" y="51170"/>
                </a:lnTo>
                <a:lnTo>
                  <a:pt x="818316" y="51587"/>
                </a:lnTo>
                <a:lnTo>
                  <a:pt x="817581" y="52021"/>
                </a:lnTo>
                <a:lnTo>
                  <a:pt x="816859" y="52470"/>
                </a:lnTo>
                <a:lnTo>
                  <a:pt x="816150" y="52934"/>
                </a:lnTo>
                <a:lnTo>
                  <a:pt x="815455" y="53412"/>
                </a:lnTo>
                <a:lnTo>
                  <a:pt x="814772" y="53905"/>
                </a:lnTo>
                <a:lnTo>
                  <a:pt x="814102" y="54413"/>
                </a:lnTo>
                <a:lnTo>
                  <a:pt x="813446" y="54936"/>
                </a:lnTo>
                <a:lnTo>
                  <a:pt x="812803" y="55473"/>
                </a:lnTo>
                <a:lnTo>
                  <a:pt x="812173" y="56025"/>
                </a:lnTo>
                <a:lnTo>
                  <a:pt x="811556" y="56592"/>
                </a:lnTo>
                <a:lnTo>
                  <a:pt x="810952" y="57174"/>
                </a:lnTo>
                <a:lnTo>
                  <a:pt x="810361" y="57771"/>
                </a:lnTo>
                <a:lnTo>
                  <a:pt x="809784" y="58382"/>
                </a:lnTo>
                <a:lnTo>
                  <a:pt x="809219" y="59008"/>
                </a:lnTo>
                <a:lnTo>
                  <a:pt x="808668" y="59649"/>
                </a:lnTo>
                <a:lnTo>
                  <a:pt x="808130" y="60304"/>
                </a:lnTo>
                <a:lnTo>
                  <a:pt x="807604" y="60975"/>
                </a:lnTo>
                <a:lnTo>
                  <a:pt x="807093" y="61660"/>
                </a:lnTo>
                <a:lnTo>
                  <a:pt x="806594" y="62360"/>
                </a:lnTo>
                <a:lnTo>
                  <a:pt x="806108" y="63074"/>
                </a:lnTo>
                <a:lnTo>
                  <a:pt x="805635" y="63804"/>
                </a:lnTo>
                <a:lnTo>
                  <a:pt x="805176" y="64548"/>
                </a:lnTo>
                <a:lnTo>
                  <a:pt x="804730" y="65307"/>
                </a:lnTo>
                <a:lnTo>
                  <a:pt x="804296" y="66081"/>
                </a:lnTo>
                <a:lnTo>
                  <a:pt x="803879" y="66868"/>
                </a:lnTo>
                <a:lnTo>
                  <a:pt x="803479" y="67666"/>
                </a:lnTo>
                <a:lnTo>
                  <a:pt x="803097" y="68477"/>
                </a:lnTo>
                <a:lnTo>
                  <a:pt x="802732" y="69299"/>
                </a:lnTo>
                <a:lnTo>
                  <a:pt x="802385" y="70133"/>
                </a:lnTo>
                <a:lnTo>
                  <a:pt x="802057" y="70978"/>
                </a:lnTo>
                <a:lnTo>
                  <a:pt x="801746" y="71836"/>
                </a:lnTo>
                <a:lnTo>
                  <a:pt x="801452" y="72705"/>
                </a:lnTo>
                <a:lnTo>
                  <a:pt x="801177" y="73586"/>
                </a:lnTo>
                <a:lnTo>
                  <a:pt x="800919" y="74478"/>
                </a:lnTo>
                <a:lnTo>
                  <a:pt x="800679" y="75383"/>
                </a:lnTo>
                <a:lnTo>
                  <a:pt x="800457" y="76299"/>
                </a:lnTo>
                <a:lnTo>
                  <a:pt x="800252" y="77227"/>
                </a:lnTo>
                <a:lnTo>
                  <a:pt x="800066" y="78167"/>
                </a:lnTo>
                <a:lnTo>
                  <a:pt x="799897" y="79118"/>
                </a:lnTo>
                <a:lnTo>
                  <a:pt x="799746" y="80081"/>
                </a:lnTo>
                <a:lnTo>
                  <a:pt x="799612" y="81056"/>
                </a:lnTo>
                <a:lnTo>
                  <a:pt x="799497" y="82043"/>
                </a:lnTo>
                <a:lnTo>
                  <a:pt x="799399" y="83041"/>
                </a:lnTo>
                <a:lnTo>
                  <a:pt x="799319" y="84052"/>
                </a:lnTo>
                <a:lnTo>
                  <a:pt x="799257" y="85074"/>
                </a:lnTo>
                <a:lnTo>
                  <a:pt x="799212" y="86108"/>
                </a:lnTo>
                <a:lnTo>
                  <a:pt x="799186" y="87153"/>
                </a:lnTo>
                <a:lnTo>
                  <a:pt x="799177" y="88210"/>
                </a:lnTo>
                <a:lnTo>
                  <a:pt x="799186" y="89242"/>
                </a:lnTo>
                <a:lnTo>
                  <a:pt x="799212" y="90263"/>
                </a:lnTo>
                <a:lnTo>
                  <a:pt x="799256" y="91274"/>
                </a:lnTo>
                <a:lnTo>
                  <a:pt x="799317" y="92274"/>
                </a:lnTo>
                <a:lnTo>
                  <a:pt x="799396" y="93263"/>
                </a:lnTo>
                <a:lnTo>
                  <a:pt x="799492" y="94241"/>
                </a:lnTo>
                <a:lnTo>
                  <a:pt x="799606" y="95209"/>
                </a:lnTo>
                <a:lnTo>
                  <a:pt x="799737" y="96166"/>
                </a:lnTo>
                <a:lnTo>
                  <a:pt x="799886" y="97113"/>
                </a:lnTo>
                <a:lnTo>
                  <a:pt x="800052" y="98048"/>
                </a:lnTo>
                <a:lnTo>
                  <a:pt x="800236" y="98974"/>
                </a:lnTo>
                <a:lnTo>
                  <a:pt x="800437" y="99888"/>
                </a:lnTo>
                <a:lnTo>
                  <a:pt x="800656" y="100792"/>
                </a:lnTo>
                <a:lnTo>
                  <a:pt x="800892" y="101685"/>
                </a:lnTo>
                <a:lnTo>
                  <a:pt x="801146" y="102567"/>
                </a:lnTo>
                <a:lnTo>
                  <a:pt x="801417" y="103439"/>
                </a:lnTo>
                <a:lnTo>
                  <a:pt x="801706" y="104300"/>
                </a:lnTo>
                <a:lnTo>
                  <a:pt x="802012" y="105151"/>
                </a:lnTo>
                <a:lnTo>
                  <a:pt x="802336" y="105991"/>
                </a:lnTo>
                <a:lnTo>
                  <a:pt x="802677" y="106820"/>
                </a:lnTo>
                <a:lnTo>
                  <a:pt x="803036" y="107638"/>
                </a:lnTo>
                <a:lnTo>
                  <a:pt x="803412" y="108446"/>
                </a:lnTo>
                <a:lnTo>
                  <a:pt x="803806" y="109243"/>
                </a:lnTo>
                <a:lnTo>
                  <a:pt x="804217" y="110030"/>
                </a:lnTo>
                <a:lnTo>
                  <a:pt x="804644" y="110803"/>
                </a:lnTo>
                <a:lnTo>
                  <a:pt x="805084" y="111562"/>
                </a:lnTo>
                <a:lnTo>
                  <a:pt x="805537" y="112306"/>
                </a:lnTo>
                <a:lnTo>
                  <a:pt x="806003" y="113035"/>
                </a:lnTo>
                <a:lnTo>
                  <a:pt x="806482" y="113750"/>
                </a:lnTo>
                <a:lnTo>
                  <a:pt x="806975" y="114450"/>
                </a:lnTo>
                <a:lnTo>
                  <a:pt x="807480" y="115135"/>
                </a:lnTo>
                <a:lnTo>
                  <a:pt x="807999" y="115805"/>
                </a:lnTo>
                <a:lnTo>
                  <a:pt x="808530" y="116460"/>
                </a:lnTo>
                <a:lnTo>
                  <a:pt x="809075" y="117101"/>
                </a:lnTo>
                <a:lnTo>
                  <a:pt x="809633" y="117727"/>
                </a:lnTo>
                <a:lnTo>
                  <a:pt x="810204" y="118338"/>
                </a:lnTo>
                <a:lnTo>
                  <a:pt x="810789" y="118935"/>
                </a:lnTo>
                <a:lnTo>
                  <a:pt x="811386" y="119516"/>
                </a:lnTo>
                <a:lnTo>
                  <a:pt x="811996" y="120083"/>
                </a:lnTo>
                <a:lnTo>
                  <a:pt x="812620" y="120635"/>
                </a:lnTo>
                <a:lnTo>
                  <a:pt x="813257" y="121173"/>
                </a:lnTo>
                <a:lnTo>
                  <a:pt x="813906" y="121695"/>
                </a:lnTo>
                <a:lnTo>
                  <a:pt x="814569" y="122203"/>
                </a:lnTo>
                <a:lnTo>
                  <a:pt x="815245" y="122696"/>
                </a:lnTo>
                <a:lnTo>
                  <a:pt x="815935" y="123174"/>
                </a:lnTo>
                <a:lnTo>
                  <a:pt x="816637" y="123638"/>
                </a:lnTo>
                <a:lnTo>
                  <a:pt x="817352" y="124087"/>
                </a:lnTo>
                <a:lnTo>
                  <a:pt x="818081" y="124521"/>
                </a:lnTo>
                <a:lnTo>
                  <a:pt x="818820" y="124938"/>
                </a:lnTo>
                <a:lnTo>
                  <a:pt x="819566" y="125338"/>
                </a:lnTo>
                <a:lnTo>
                  <a:pt x="820320" y="125720"/>
                </a:lnTo>
                <a:lnTo>
                  <a:pt x="821082" y="126084"/>
                </a:lnTo>
                <a:lnTo>
                  <a:pt x="821852" y="126431"/>
                </a:lnTo>
                <a:lnTo>
                  <a:pt x="822629" y="126760"/>
                </a:lnTo>
                <a:lnTo>
                  <a:pt x="823414" y="127070"/>
                </a:lnTo>
                <a:lnTo>
                  <a:pt x="824206" y="127364"/>
                </a:lnTo>
                <a:lnTo>
                  <a:pt x="825007" y="127639"/>
                </a:lnTo>
                <a:lnTo>
                  <a:pt x="825814" y="127897"/>
                </a:lnTo>
                <a:lnTo>
                  <a:pt x="826630" y="128137"/>
                </a:lnTo>
                <a:lnTo>
                  <a:pt x="827453" y="128359"/>
                </a:lnTo>
                <a:lnTo>
                  <a:pt x="828284" y="128563"/>
                </a:lnTo>
                <a:lnTo>
                  <a:pt x="829122" y="128750"/>
                </a:lnTo>
                <a:lnTo>
                  <a:pt x="829968" y="128918"/>
                </a:lnTo>
                <a:lnTo>
                  <a:pt x="830822" y="129069"/>
                </a:lnTo>
                <a:lnTo>
                  <a:pt x="831683" y="129203"/>
                </a:lnTo>
                <a:lnTo>
                  <a:pt x="832552" y="129318"/>
                </a:lnTo>
                <a:lnTo>
                  <a:pt x="833429" y="129416"/>
                </a:lnTo>
                <a:lnTo>
                  <a:pt x="834313" y="129496"/>
                </a:lnTo>
                <a:lnTo>
                  <a:pt x="835205" y="129558"/>
                </a:lnTo>
                <a:lnTo>
                  <a:pt x="836105" y="129602"/>
                </a:lnTo>
                <a:lnTo>
                  <a:pt x="837012" y="129629"/>
                </a:lnTo>
                <a:lnTo>
                  <a:pt x="837927" y="129638"/>
                </a:lnTo>
                <a:lnTo>
                  <a:pt x="838868" y="129629"/>
                </a:lnTo>
                <a:lnTo>
                  <a:pt x="839800" y="129602"/>
                </a:lnTo>
                <a:lnTo>
                  <a:pt x="840723" y="129558"/>
                </a:lnTo>
                <a:lnTo>
                  <a:pt x="841638" y="129496"/>
                </a:lnTo>
                <a:lnTo>
                  <a:pt x="842543" y="129416"/>
                </a:lnTo>
                <a:close/>
                <a:moveTo>
                  <a:pt x="835308" y="118151"/>
                </a:moveTo>
                <a:lnTo>
                  <a:pt x="834763" y="118086"/>
                </a:lnTo>
                <a:lnTo>
                  <a:pt x="834221" y="118010"/>
                </a:lnTo>
                <a:lnTo>
                  <a:pt x="833684" y="117922"/>
                </a:lnTo>
                <a:lnTo>
                  <a:pt x="833149" y="117822"/>
                </a:lnTo>
                <a:lnTo>
                  <a:pt x="832619" y="117710"/>
                </a:lnTo>
                <a:lnTo>
                  <a:pt x="832091" y="117587"/>
                </a:lnTo>
                <a:lnTo>
                  <a:pt x="831568" y="117451"/>
                </a:lnTo>
                <a:lnTo>
                  <a:pt x="831048" y="117304"/>
                </a:lnTo>
                <a:lnTo>
                  <a:pt x="830531" y="117146"/>
                </a:lnTo>
                <a:lnTo>
                  <a:pt x="830018" y="116975"/>
                </a:lnTo>
                <a:lnTo>
                  <a:pt x="829509" y="116793"/>
                </a:lnTo>
                <a:lnTo>
                  <a:pt x="829003" y="116599"/>
                </a:lnTo>
                <a:lnTo>
                  <a:pt x="828500" y="116393"/>
                </a:lnTo>
                <a:lnTo>
                  <a:pt x="828002" y="116175"/>
                </a:lnTo>
                <a:lnTo>
                  <a:pt x="827506" y="115946"/>
                </a:lnTo>
                <a:lnTo>
                  <a:pt x="827015" y="115705"/>
                </a:lnTo>
                <a:lnTo>
                  <a:pt x="826526" y="115452"/>
                </a:lnTo>
                <a:lnTo>
                  <a:pt x="826042" y="115188"/>
                </a:lnTo>
                <a:lnTo>
                  <a:pt x="825561" y="114911"/>
                </a:lnTo>
                <a:lnTo>
                  <a:pt x="825085" y="114623"/>
                </a:lnTo>
                <a:lnTo>
                  <a:pt x="824618" y="114323"/>
                </a:lnTo>
                <a:lnTo>
                  <a:pt x="824158" y="114012"/>
                </a:lnTo>
                <a:lnTo>
                  <a:pt x="823705" y="113688"/>
                </a:lnTo>
                <a:lnTo>
                  <a:pt x="823261" y="113353"/>
                </a:lnTo>
                <a:lnTo>
                  <a:pt x="822824" y="113006"/>
                </a:lnTo>
                <a:lnTo>
                  <a:pt x="822394" y="112648"/>
                </a:lnTo>
                <a:lnTo>
                  <a:pt x="821973" y="112277"/>
                </a:lnTo>
                <a:lnTo>
                  <a:pt x="821559" y="111895"/>
                </a:lnTo>
                <a:lnTo>
                  <a:pt x="821152" y="111501"/>
                </a:lnTo>
                <a:lnTo>
                  <a:pt x="820753" y="111096"/>
                </a:lnTo>
                <a:lnTo>
                  <a:pt x="820362" y="110678"/>
                </a:lnTo>
                <a:lnTo>
                  <a:pt x="819979" y="110249"/>
                </a:lnTo>
                <a:lnTo>
                  <a:pt x="819603" y="109808"/>
                </a:lnTo>
                <a:lnTo>
                  <a:pt x="819235" y="109355"/>
                </a:lnTo>
                <a:lnTo>
                  <a:pt x="818874" y="108891"/>
                </a:lnTo>
                <a:lnTo>
                  <a:pt x="818522" y="108415"/>
                </a:lnTo>
                <a:lnTo>
                  <a:pt x="818176" y="107927"/>
                </a:lnTo>
                <a:lnTo>
                  <a:pt x="817839" y="107427"/>
                </a:lnTo>
                <a:lnTo>
                  <a:pt x="817509" y="106915"/>
                </a:lnTo>
                <a:lnTo>
                  <a:pt x="817187" y="106392"/>
                </a:lnTo>
                <a:lnTo>
                  <a:pt x="816872" y="105857"/>
                </a:lnTo>
                <a:lnTo>
                  <a:pt x="816565" y="105310"/>
                </a:lnTo>
                <a:lnTo>
                  <a:pt x="816266" y="104752"/>
                </a:lnTo>
                <a:lnTo>
                  <a:pt x="815977" y="104182"/>
                </a:lnTo>
                <a:lnTo>
                  <a:pt x="815700" y="103601"/>
                </a:lnTo>
                <a:lnTo>
                  <a:pt x="815436" y="103009"/>
                </a:lnTo>
                <a:lnTo>
                  <a:pt x="815184" y="102406"/>
                </a:lnTo>
                <a:lnTo>
                  <a:pt x="814944" y="101793"/>
                </a:lnTo>
                <a:lnTo>
                  <a:pt x="814716" y="101168"/>
                </a:lnTo>
                <a:lnTo>
                  <a:pt x="814501" y="100532"/>
                </a:lnTo>
                <a:lnTo>
                  <a:pt x="814298" y="99886"/>
                </a:lnTo>
                <a:lnTo>
                  <a:pt x="814107" y="99229"/>
                </a:lnTo>
                <a:lnTo>
                  <a:pt x="813929" y="98560"/>
                </a:lnTo>
                <a:lnTo>
                  <a:pt x="813763" y="97881"/>
                </a:lnTo>
                <a:lnTo>
                  <a:pt x="813609" y="97191"/>
                </a:lnTo>
                <a:lnTo>
                  <a:pt x="813468" y="96489"/>
                </a:lnTo>
                <a:lnTo>
                  <a:pt x="813338" y="95777"/>
                </a:lnTo>
                <a:lnTo>
                  <a:pt x="813221" y="95054"/>
                </a:lnTo>
                <a:lnTo>
                  <a:pt x="813117" y="94320"/>
                </a:lnTo>
                <a:lnTo>
                  <a:pt x="813025" y="93575"/>
                </a:lnTo>
                <a:lnTo>
                  <a:pt x="812945" y="92819"/>
                </a:lnTo>
                <a:lnTo>
                  <a:pt x="812877" y="92052"/>
                </a:lnTo>
                <a:lnTo>
                  <a:pt x="812822" y="91275"/>
                </a:lnTo>
                <a:lnTo>
                  <a:pt x="812779" y="90486"/>
                </a:lnTo>
                <a:lnTo>
                  <a:pt x="812748" y="89686"/>
                </a:lnTo>
                <a:lnTo>
                  <a:pt x="812729" y="88876"/>
                </a:lnTo>
                <a:lnTo>
                  <a:pt x="812723" y="88054"/>
                </a:lnTo>
                <a:lnTo>
                  <a:pt x="812729" y="87220"/>
                </a:lnTo>
                <a:lnTo>
                  <a:pt x="812748" y="86398"/>
                </a:lnTo>
                <a:lnTo>
                  <a:pt x="812779" y="85587"/>
                </a:lnTo>
                <a:lnTo>
                  <a:pt x="812822" y="84788"/>
                </a:lnTo>
                <a:lnTo>
                  <a:pt x="812877" y="84001"/>
                </a:lnTo>
                <a:lnTo>
                  <a:pt x="812945" y="83226"/>
                </a:lnTo>
                <a:lnTo>
                  <a:pt x="813025" y="82462"/>
                </a:lnTo>
                <a:lnTo>
                  <a:pt x="813117" y="81710"/>
                </a:lnTo>
                <a:lnTo>
                  <a:pt x="813221" y="80970"/>
                </a:lnTo>
                <a:lnTo>
                  <a:pt x="813338" y="80242"/>
                </a:lnTo>
                <a:lnTo>
                  <a:pt x="813468" y="79525"/>
                </a:lnTo>
                <a:lnTo>
                  <a:pt x="813609" y="78820"/>
                </a:lnTo>
                <a:lnTo>
                  <a:pt x="813763" y="78127"/>
                </a:lnTo>
                <a:lnTo>
                  <a:pt x="813929" y="77446"/>
                </a:lnTo>
                <a:lnTo>
                  <a:pt x="814107" y="76776"/>
                </a:lnTo>
                <a:lnTo>
                  <a:pt x="814298" y="76119"/>
                </a:lnTo>
                <a:lnTo>
                  <a:pt x="814501" y="75473"/>
                </a:lnTo>
                <a:lnTo>
                  <a:pt x="814716" y="74838"/>
                </a:lnTo>
                <a:lnTo>
                  <a:pt x="814944" y="74216"/>
                </a:lnTo>
                <a:lnTo>
                  <a:pt x="815184" y="73605"/>
                </a:lnTo>
                <a:lnTo>
                  <a:pt x="815436" y="73006"/>
                </a:lnTo>
                <a:lnTo>
                  <a:pt x="815700" y="72419"/>
                </a:lnTo>
                <a:lnTo>
                  <a:pt x="815977" y="71843"/>
                </a:lnTo>
                <a:lnTo>
                  <a:pt x="816266" y="71280"/>
                </a:lnTo>
                <a:lnTo>
                  <a:pt x="816566" y="70727"/>
                </a:lnTo>
                <a:lnTo>
                  <a:pt x="816873" y="70187"/>
                </a:lnTo>
                <a:lnTo>
                  <a:pt x="817189" y="69657"/>
                </a:lnTo>
                <a:lnTo>
                  <a:pt x="817513" y="69140"/>
                </a:lnTo>
                <a:lnTo>
                  <a:pt x="817846" y="68633"/>
                </a:lnTo>
                <a:lnTo>
                  <a:pt x="818186" y="68138"/>
                </a:lnTo>
                <a:lnTo>
                  <a:pt x="818535" y="67655"/>
                </a:lnTo>
                <a:lnTo>
                  <a:pt x="818892" y="67183"/>
                </a:lnTo>
                <a:lnTo>
                  <a:pt x="819257" y="66723"/>
                </a:lnTo>
                <a:lnTo>
                  <a:pt x="819631" y="66274"/>
                </a:lnTo>
                <a:lnTo>
                  <a:pt x="820012" y="65837"/>
                </a:lnTo>
                <a:lnTo>
                  <a:pt x="820402" y="65411"/>
                </a:lnTo>
                <a:lnTo>
                  <a:pt x="820800" y="64996"/>
                </a:lnTo>
                <a:lnTo>
                  <a:pt x="821206" y="64594"/>
                </a:lnTo>
                <a:lnTo>
                  <a:pt x="821621" y="64202"/>
                </a:lnTo>
                <a:lnTo>
                  <a:pt x="822043" y="63822"/>
                </a:lnTo>
                <a:lnTo>
                  <a:pt x="822474" y="63454"/>
                </a:lnTo>
                <a:lnTo>
                  <a:pt x="822913" y="63097"/>
                </a:lnTo>
                <a:lnTo>
                  <a:pt x="823360" y="62752"/>
                </a:lnTo>
                <a:lnTo>
                  <a:pt x="823816" y="62418"/>
                </a:lnTo>
                <a:lnTo>
                  <a:pt x="824279" y="62095"/>
                </a:lnTo>
                <a:lnTo>
                  <a:pt x="824751" y="61784"/>
                </a:lnTo>
                <a:lnTo>
                  <a:pt x="825231" y="61485"/>
                </a:lnTo>
                <a:lnTo>
                  <a:pt x="825719" y="61197"/>
                </a:lnTo>
                <a:lnTo>
                  <a:pt x="826213" y="60920"/>
                </a:lnTo>
                <a:lnTo>
                  <a:pt x="826709" y="60656"/>
                </a:lnTo>
                <a:lnTo>
                  <a:pt x="827207" y="60403"/>
                </a:lnTo>
                <a:lnTo>
                  <a:pt x="827708" y="60162"/>
                </a:lnTo>
                <a:lnTo>
                  <a:pt x="828212" y="59933"/>
                </a:lnTo>
                <a:lnTo>
                  <a:pt x="828717" y="59715"/>
                </a:lnTo>
                <a:lnTo>
                  <a:pt x="829226" y="59509"/>
                </a:lnTo>
                <a:lnTo>
                  <a:pt x="829736" y="59315"/>
                </a:lnTo>
                <a:lnTo>
                  <a:pt x="830250" y="59133"/>
                </a:lnTo>
                <a:lnTo>
                  <a:pt x="830765" y="58963"/>
                </a:lnTo>
                <a:lnTo>
                  <a:pt x="831283" y="58804"/>
                </a:lnTo>
                <a:lnTo>
                  <a:pt x="831804" y="58657"/>
                </a:lnTo>
                <a:lnTo>
                  <a:pt x="832327" y="58522"/>
                </a:lnTo>
                <a:lnTo>
                  <a:pt x="832852" y="58398"/>
                </a:lnTo>
                <a:lnTo>
                  <a:pt x="833380" y="58286"/>
                </a:lnTo>
                <a:lnTo>
                  <a:pt x="833911" y="58187"/>
                </a:lnTo>
                <a:lnTo>
                  <a:pt x="834443" y="58098"/>
                </a:lnTo>
                <a:lnTo>
                  <a:pt x="834979" y="58022"/>
                </a:lnTo>
                <a:lnTo>
                  <a:pt x="835516" y="57957"/>
                </a:lnTo>
                <a:lnTo>
                  <a:pt x="836057" y="57904"/>
                </a:lnTo>
                <a:lnTo>
                  <a:pt x="836599" y="57863"/>
                </a:lnTo>
                <a:lnTo>
                  <a:pt x="837144" y="57834"/>
                </a:lnTo>
                <a:lnTo>
                  <a:pt x="837692" y="57816"/>
                </a:lnTo>
                <a:lnTo>
                  <a:pt x="838242" y="57810"/>
                </a:lnTo>
                <a:lnTo>
                  <a:pt x="838817" y="57816"/>
                </a:lnTo>
                <a:lnTo>
                  <a:pt x="839389" y="57834"/>
                </a:lnTo>
                <a:lnTo>
                  <a:pt x="839956" y="57863"/>
                </a:lnTo>
                <a:lnTo>
                  <a:pt x="840520" y="57904"/>
                </a:lnTo>
                <a:lnTo>
                  <a:pt x="841079" y="57957"/>
                </a:lnTo>
                <a:lnTo>
                  <a:pt x="841634" y="58022"/>
                </a:lnTo>
                <a:lnTo>
                  <a:pt x="842185" y="58098"/>
                </a:lnTo>
                <a:lnTo>
                  <a:pt x="842732" y="58187"/>
                </a:lnTo>
                <a:lnTo>
                  <a:pt x="843274" y="58286"/>
                </a:lnTo>
                <a:lnTo>
                  <a:pt x="843813" y="58398"/>
                </a:lnTo>
                <a:lnTo>
                  <a:pt x="844348" y="58522"/>
                </a:lnTo>
                <a:lnTo>
                  <a:pt x="844878" y="58657"/>
                </a:lnTo>
                <a:lnTo>
                  <a:pt x="845404" y="58804"/>
                </a:lnTo>
                <a:lnTo>
                  <a:pt x="845927" y="58963"/>
                </a:lnTo>
                <a:lnTo>
                  <a:pt x="846445" y="59133"/>
                </a:lnTo>
                <a:lnTo>
                  <a:pt x="846959" y="59315"/>
                </a:lnTo>
                <a:lnTo>
                  <a:pt x="847469" y="59509"/>
                </a:lnTo>
                <a:lnTo>
                  <a:pt x="847974" y="59715"/>
                </a:lnTo>
                <a:lnTo>
                  <a:pt x="848476" y="59933"/>
                </a:lnTo>
                <a:lnTo>
                  <a:pt x="848974" y="60162"/>
                </a:lnTo>
                <a:lnTo>
                  <a:pt x="849467" y="60403"/>
                </a:lnTo>
                <a:lnTo>
                  <a:pt x="849956" y="60656"/>
                </a:lnTo>
                <a:lnTo>
                  <a:pt x="850442" y="60920"/>
                </a:lnTo>
                <a:lnTo>
                  <a:pt x="850923" y="61197"/>
                </a:lnTo>
                <a:lnTo>
                  <a:pt x="851398" y="61485"/>
                </a:lnTo>
                <a:lnTo>
                  <a:pt x="851866" y="61784"/>
                </a:lnTo>
                <a:lnTo>
                  <a:pt x="852326" y="62095"/>
                </a:lnTo>
                <a:lnTo>
                  <a:pt x="852778" y="62418"/>
                </a:lnTo>
                <a:lnTo>
                  <a:pt x="853223" y="62752"/>
                </a:lnTo>
                <a:lnTo>
                  <a:pt x="853660" y="63097"/>
                </a:lnTo>
                <a:lnTo>
                  <a:pt x="854089" y="63454"/>
                </a:lnTo>
                <a:lnTo>
                  <a:pt x="854511" y="63822"/>
                </a:lnTo>
                <a:lnTo>
                  <a:pt x="854925" y="64202"/>
                </a:lnTo>
                <a:lnTo>
                  <a:pt x="855331" y="64594"/>
                </a:lnTo>
                <a:lnTo>
                  <a:pt x="855730" y="64996"/>
                </a:lnTo>
                <a:lnTo>
                  <a:pt x="856121" y="65411"/>
                </a:lnTo>
                <a:lnTo>
                  <a:pt x="856504" y="65837"/>
                </a:lnTo>
                <a:lnTo>
                  <a:pt x="856880" y="66274"/>
                </a:lnTo>
                <a:lnTo>
                  <a:pt x="857248" y="66723"/>
                </a:lnTo>
                <a:lnTo>
                  <a:pt x="857608" y="67183"/>
                </a:lnTo>
                <a:lnTo>
                  <a:pt x="857961" y="67655"/>
                </a:lnTo>
                <a:lnTo>
                  <a:pt x="858306" y="68138"/>
                </a:lnTo>
                <a:lnTo>
                  <a:pt x="858643" y="68633"/>
                </a:lnTo>
                <a:lnTo>
                  <a:pt x="858973" y="69140"/>
                </a:lnTo>
                <a:lnTo>
                  <a:pt x="859295" y="69657"/>
                </a:lnTo>
                <a:lnTo>
                  <a:pt x="859609" y="70187"/>
                </a:lnTo>
                <a:lnTo>
                  <a:pt x="859916" y="70727"/>
                </a:lnTo>
                <a:lnTo>
                  <a:pt x="860215" y="71280"/>
                </a:lnTo>
                <a:lnTo>
                  <a:pt x="860504" y="71843"/>
                </a:lnTo>
                <a:lnTo>
                  <a:pt x="860781" y="72419"/>
                </a:lnTo>
                <a:lnTo>
                  <a:pt x="861046" y="73006"/>
                </a:lnTo>
                <a:lnTo>
                  <a:pt x="861298" y="73605"/>
                </a:lnTo>
                <a:lnTo>
                  <a:pt x="861538" y="74216"/>
                </a:lnTo>
                <a:lnTo>
                  <a:pt x="861766" y="74838"/>
                </a:lnTo>
                <a:lnTo>
                  <a:pt x="861982" y="75473"/>
                </a:lnTo>
                <a:lnTo>
                  <a:pt x="862185" y="76119"/>
                </a:lnTo>
                <a:lnTo>
                  <a:pt x="862375" y="76776"/>
                </a:lnTo>
                <a:lnTo>
                  <a:pt x="862554" y="77446"/>
                </a:lnTo>
                <a:lnTo>
                  <a:pt x="862720" y="78127"/>
                </a:lnTo>
                <a:lnTo>
                  <a:pt x="862874" y="78820"/>
                </a:lnTo>
                <a:lnTo>
                  <a:pt x="863016" y="79525"/>
                </a:lnTo>
                <a:lnTo>
                  <a:pt x="863145" y="80242"/>
                </a:lnTo>
                <a:lnTo>
                  <a:pt x="863262" y="80970"/>
                </a:lnTo>
                <a:lnTo>
                  <a:pt x="863366" y="81710"/>
                </a:lnTo>
                <a:lnTo>
                  <a:pt x="863459" y="82462"/>
                </a:lnTo>
                <a:lnTo>
                  <a:pt x="863539" y="83226"/>
                </a:lnTo>
                <a:lnTo>
                  <a:pt x="863606" y="84001"/>
                </a:lnTo>
                <a:lnTo>
                  <a:pt x="863662" y="84788"/>
                </a:lnTo>
                <a:lnTo>
                  <a:pt x="863705" y="85587"/>
                </a:lnTo>
                <a:lnTo>
                  <a:pt x="863736" y="86398"/>
                </a:lnTo>
                <a:lnTo>
                  <a:pt x="863754" y="87220"/>
                </a:lnTo>
                <a:lnTo>
                  <a:pt x="863760" y="88054"/>
                </a:lnTo>
                <a:lnTo>
                  <a:pt x="863754" y="88876"/>
                </a:lnTo>
                <a:lnTo>
                  <a:pt x="863735" y="89686"/>
                </a:lnTo>
                <a:lnTo>
                  <a:pt x="863704" y="90486"/>
                </a:lnTo>
                <a:lnTo>
                  <a:pt x="863660" y="91275"/>
                </a:lnTo>
                <a:lnTo>
                  <a:pt x="863603" y="92052"/>
                </a:lnTo>
                <a:lnTo>
                  <a:pt x="863534" y="92819"/>
                </a:lnTo>
                <a:lnTo>
                  <a:pt x="863452" y="93575"/>
                </a:lnTo>
                <a:lnTo>
                  <a:pt x="863358" y="94320"/>
                </a:lnTo>
                <a:lnTo>
                  <a:pt x="863251" y="95054"/>
                </a:lnTo>
                <a:lnTo>
                  <a:pt x="863131" y="95777"/>
                </a:lnTo>
                <a:lnTo>
                  <a:pt x="862999" y="96489"/>
                </a:lnTo>
                <a:lnTo>
                  <a:pt x="862854" y="97191"/>
                </a:lnTo>
                <a:lnTo>
                  <a:pt x="862697" y="97881"/>
                </a:lnTo>
                <a:lnTo>
                  <a:pt x="862527" y="98560"/>
                </a:lnTo>
                <a:lnTo>
                  <a:pt x="862344" y="99229"/>
                </a:lnTo>
                <a:lnTo>
                  <a:pt x="862149" y="99886"/>
                </a:lnTo>
                <a:lnTo>
                  <a:pt x="861942" y="100532"/>
                </a:lnTo>
                <a:lnTo>
                  <a:pt x="861721" y="101168"/>
                </a:lnTo>
                <a:lnTo>
                  <a:pt x="861489" y="101793"/>
                </a:lnTo>
                <a:lnTo>
                  <a:pt x="861243" y="102406"/>
                </a:lnTo>
                <a:lnTo>
                  <a:pt x="860985" y="103009"/>
                </a:lnTo>
                <a:lnTo>
                  <a:pt x="860715" y="103601"/>
                </a:lnTo>
                <a:lnTo>
                  <a:pt x="860431" y="104182"/>
                </a:lnTo>
                <a:lnTo>
                  <a:pt x="860136" y="104752"/>
                </a:lnTo>
                <a:lnTo>
                  <a:pt x="859830" y="105310"/>
                </a:lnTo>
                <a:lnTo>
                  <a:pt x="859517" y="105857"/>
                </a:lnTo>
                <a:lnTo>
                  <a:pt x="859196" y="106392"/>
                </a:lnTo>
                <a:lnTo>
                  <a:pt x="858867" y="106915"/>
                </a:lnTo>
                <a:lnTo>
                  <a:pt x="858531" y="107427"/>
                </a:lnTo>
                <a:lnTo>
                  <a:pt x="858187" y="107927"/>
                </a:lnTo>
                <a:lnTo>
                  <a:pt x="857835" y="108415"/>
                </a:lnTo>
                <a:lnTo>
                  <a:pt x="857476" y="108891"/>
                </a:lnTo>
                <a:lnTo>
                  <a:pt x="857109" y="109355"/>
                </a:lnTo>
                <a:lnTo>
                  <a:pt x="856734" y="109808"/>
                </a:lnTo>
                <a:lnTo>
                  <a:pt x="856352" y="110249"/>
                </a:lnTo>
                <a:lnTo>
                  <a:pt x="855962" y="110678"/>
                </a:lnTo>
                <a:lnTo>
                  <a:pt x="855564" y="111096"/>
                </a:lnTo>
                <a:lnTo>
                  <a:pt x="855159" y="111501"/>
                </a:lnTo>
                <a:lnTo>
                  <a:pt x="854746" y="111895"/>
                </a:lnTo>
                <a:lnTo>
                  <a:pt x="854326" y="112277"/>
                </a:lnTo>
                <a:lnTo>
                  <a:pt x="853897" y="112648"/>
                </a:lnTo>
                <a:lnTo>
                  <a:pt x="853461" y="113006"/>
                </a:lnTo>
                <a:lnTo>
                  <a:pt x="853018" y="113353"/>
                </a:lnTo>
                <a:lnTo>
                  <a:pt x="852567" y="113688"/>
                </a:lnTo>
                <a:lnTo>
                  <a:pt x="852108" y="114012"/>
                </a:lnTo>
                <a:lnTo>
                  <a:pt x="851641" y="114323"/>
                </a:lnTo>
                <a:lnTo>
                  <a:pt x="851167" y="114623"/>
                </a:lnTo>
                <a:lnTo>
                  <a:pt x="850685" y="114911"/>
                </a:lnTo>
                <a:lnTo>
                  <a:pt x="850198" y="115188"/>
                </a:lnTo>
                <a:lnTo>
                  <a:pt x="849707" y="115452"/>
                </a:lnTo>
                <a:lnTo>
                  <a:pt x="849214" y="115705"/>
                </a:lnTo>
                <a:lnTo>
                  <a:pt x="848717" y="115946"/>
                </a:lnTo>
                <a:lnTo>
                  <a:pt x="848216" y="116175"/>
                </a:lnTo>
                <a:lnTo>
                  <a:pt x="847713" y="116393"/>
                </a:lnTo>
                <a:lnTo>
                  <a:pt x="847206" y="116599"/>
                </a:lnTo>
                <a:lnTo>
                  <a:pt x="846696" y="116793"/>
                </a:lnTo>
                <a:lnTo>
                  <a:pt x="846182" y="116975"/>
                </a:lnTo>
                <a:lnTo>
                  <a:pt x="845665" y="117146"/>
                </a:lnTo>
                <a:lnTo>
                  <a:pt x="845145" y="117304"/>
                </a:lnTo>
                <a:lnTo>
                  <a:pt x="844622" y="117451"/>
                </a:lnTo>
                <a:lnTo>
                  <a:pt x="844095" y="117587"/>
                </a:lnTo>
                <a:lnTo>
                  <a:pt x="843565" y="117710"/>
                </a:lnTo>
                <a:lnTo>
                  <a:pt x="843032" y="117822"/>
                </a:lnTo>
                <a:lnTo>
                  <a:pt x="842496" y="117922"/>
                </a:lnTo>
                <a:lnTo>
                  <a:pt x="841956" y="118010"/>
                </a:lnTo>
                <a:lnTo>
                  <a:pt x="841413" y="118086"/>
                </a:lnTo>
                <a:lnTo>
                  <a:pt x="840867" y="118151"/>
                </a:lnTo>
                <a:lnTo>
                  <a:pt x="840317" y="118204"/>
                </a:lnTo>
                <a:lnTo>
                  <a:pt x="839764" y="118245"/>
                </a:lnTo>
                <a:lnTo>
                  <a:pt x="839208" y="118274"/>
                </a:lnTo>
                <a:lnTo>
                  <a:pt x="838648" y="118292"/>
                </a:lnTo>
                <a:lnTo>
                  <a:pt x="838086" y="118298"/>
                </a:lnTo>
                <a:lnTo>
                  <a:pt x="837523" y="118292"/>
                </a:lnTo>
                <a:lnTo>
                  <a:pt x="836964" y="118274"/>
                </a:lnTo>
                <a:lnTo>
                  <a:pt x="836408" y="118245"/>
                </a:lnTo>
                <a:lnTo>
                  <a:pt x="835856" y="118204"/>
                </a:lnTo>
                <a:lnTo>
                  <a:pt x="835308" y="118151"/>
                </a:lnTo>
                <a:close/>
                <a:moveTo>
                  <a:pt x="1531784" y="129553"/>
                </a:moveTo>
                <a:lnTo>
                  <a:pt x="1532509" y="129505"/>
                </a:lnTo>
                <a:lnTo>
                  <a:pt x="1533225" y="129446"/>
                </a:lnTo>
                <a:lnTo>
                  <a:pt x="1533933" y="129377"/>
                </a:lnTo>
                <a:lnTo>
                  <a:pt x="1534633" y="129297"/>
                </a:lnTo>
                <a:lnTo>
                  <a:pt x="1535324" y="129206"/>
                </a:lnTo>
                <a:lnTo>
                  <a:pt x="1536008" y="129105"/>
                </a:lnTo>
                <a:lnTo>
                  <a:pt x="1536683" y="128993"/>
                </a:lnTo>
                <a:lnTo>
                  <a:pt x="1537350" y="128871"/>
                </a:lnTo>
                <a:lnTo>
                  <a:pt x="1538008" y="128737"/>
                </a:lnTo>
                <a:lnTo>
                  <a:pt x="1538659" y="128594"/>
                </a:lnTo>
                <a:lnTo>
                  <a:pt x="1539301" y="128439"/>
                </a:lnTo>
                <a:lnTo>
                  <a:pt x="1539936" y="128274"/>
                </a:lnTo>
                <a:lnTo>
                  <a:pt x="1540562" y="128098"/>
                </a:lnTo>
                <a:lnTo>
                  <a:pt x="1541179" y="127911"/>
                </a:lnTo>
                <a:lnTo>
                  <a:pt x="1541789" y="127714"/>
                </a:lnTo>
                <a:lnTo>
                  <a:pt x="1542390" y="127506"/>
                </a:lnTo>
                <a:lnTo>
                  <a:pt x="1542983" y="127288"/>
                </a:lnTo>
                <a:lnTo>
                  <a:pt x="1543568" y="127059"/>
                </a:lnTo>
                <a:lnTo>
                  <a:pt x="1544145" y="126819"/>
                </a:lnTo>
                <a:lnTo>
                  <a:pt x="1544714" y="126569"/>
                </a:lnTo>
                <a:lnTo>
                  <a:pt x="1545273" y="126308"/>
                </a:lnTo>
                <a:lnTo>
                  <a:pt x="1545822" y="126040"/>
                </a:lnTo>
                <a:lnTo>
                  <a:pt x="1546359" y="125763"/>
                </a:lnTo>
                <a:lnTo>
                  <a:pt x="1546887" y="125477"/>
                </a:lnTo>
                <a:lnTo>
                  <a:pt x="1547403" y="125183"/>
                </a:lnTo>
                <a:lnTo>
                  <a:pt x="1547909" y="124880"/>
                </a:lnTo>
                <a:lnTo>
                  <a:pt x="1548405" y="124569"/>
                </a:lnTo>
                <a:lnTo>
                  <a:pt x="1548889" y="124249"/>
                </a:lnTo>
                <a:lnTo>
                  <a:pt x="1549363" y="123921"/>
                </a:lnTo>
                <a:lnTo>
                  <a:pt x="1549826" y="123585"/>
                </a:lnTo>
                <a:lnTo>
                  <a:pt x="1550279" y="123240"/>
                </a:lnTo>
                <a:lnTo>
                  <a:pt x="1550721" y="122886"/>
                </a:lnTo>
                <a:lnTo>
                  <a:pt x="1551152" y="122524"/>
                </a:lnTo>
                <a:lnTo>
                  <a:pt x="1551572" y="122154"/>
                </a:lnTo>
                <a:lnTo>
                  <a:pt x="1551982" y="121775"/>
                </a:lnTo>
                <a:lnTo>
                  <a:pt x="1552381" y="121388"/>
                </a:lnTo>
                <a:lnTo>
                  <a:pt x="1552770" y="120992"/>
                </a:lnTo>
                <a:lnTo>
                  <a:pt x="1553148" y="120587"/>
                </a:lnTo>
                <a:lnTo>
                  <a:pt x="1553515" y="120175"/>
                </a:lnTo>
                <a:lnTo>
                  <a:pt x="1553871" y="119753"/>
                </a:lnTo>
                <a:lnTo>
                  <a:pt x="1554217" y="119323"/>
                </a:lnTo>
                <a:lnTo>
                  <a:pt x="1554552" y="118885"/>
                </a:lnTo>
                <a:lnTo>
                  <a:pt x="1554877" y="118438"/>
                </a:lnTo>
                <a:lnTo>
                  <a:pt x="1555191" y="117983"/>
                </a:lnTo>
                <a:lnTo>
                  <a:pt x="1555493" y="117520"/>
                </a:lnTo>
                <a:lnTo>
                  <a:pt x="1555782" y="117051"/>
                </a:lnTo>
                <a:lnTo>
                  <a:pt x="1556058" y="116575"/>
                </a:lnTo>
                <a:lnTo>
                  <a:pt x="1556322" y="116093"/>
                </a:lnTo>
                <a:lnTo>
                  <a:pt x="1556572" y="115604"/>
                </a:lnTo>
                <a:lnTo>
                  <a:pt x="1556810" y="115108"/>
                </a:lnTo>
                <a:lnTo>
                  <a:pt x="1557035" y="114606"/>
                </a:lnTo>
                <a:lnTo>
                  <a:pt x="1557247" y="114097"/>
                </a:lnTo>
                <a:lnTo>
                  <a:pt x="1557446" y="113582"/>
                </a:lnTo>
                <a:lnTo>
                  <a:pt x="1557633" y="113060"/>
                </a:lnTo>
                <a:lnTo>
                  <a:pt x="1557806" y="112532"/>
                </a:lnTo>
                <a:lnTo>
                  <a:pt x="1557967" y="111997"/>
                </a:lnTo>
                <a:lnTo>
                  <a:pt x="1558115" y="111456"/>
                </a:lnTo>
                <a:lnTo>
                  <a:pt x="1558250" y="110908"/>
                </a:lnTo>
                <a:lnTo>
                  <a:pt x="1558372" y="110353"/>
                </a:lnTo>
                <a:lnTo>
                  <a:pt x="1558481" y="109792"/>
                </a:lnTo>
                <a:lnTo>
                  <a:pt x="1558577" y="109224"/>
                </a:lnTo>
                <a:lnTo>
                  <a:pt x="1558661" y="108650"/>
                </a:lnTo>
                <a:lnTo>
                  <a:pt x="1558731" y="108069"/>
                </a:lnTo>
                <a:lnTo>
                  <a:pt x="1558789" y="107482"/>
                </a:lnTo>
                <a:lnTo>
                  <a:pt x="1558834" y="106888"/>
                </a:lnTo>
                <a:lnTo>
                  <a:pt x="1558866" y="106287"/>
                </a:lnTo>
                <a:lnTo>
                  <a:pt x="1558886" y="105680"/>
                </a:lnTo>
                <a:lnTo>
                  <a:pt x="1558892" y="105066"/>
                </a:lnTo>
                <a:lnTo>
                  <a:pt x="1558885" y="104364"/>
                </a:lnTo>
                <a:lnTo>
                  <a:pt x="1558864" y="103676"/>
                </a:lnTo>
                <a:lnTo>
                  <a:pt x="1558829" y="103000"/>
                </a:lnTo>
                <a:lnTo>
                  <a:pt x="1558781" y="102338"/>
                </a:lnTo>
                <a:lnTo>
                  <a:pt x="1558718" y="101690"/>
                </a:lnTo>
                <a:lnTo>
                  <a:pt x="1558641" y="101055"/>
                </a:lnTo>
                <a:lnTo>
                  <a:pt x="1558550" y="100433"/>
                </a:lnTo>
                <a:lnTo>
                  <a:pt x="1558446" y="99825"/>
                </a:lnTo>
                <a:lnTo>
                  <a:pt x="1558327" y="99230"/>
                </a:lnTo>
                <a:lnTo>
                  <a:pt x="1558194" y="98648"/>
                </a:lnTo>
                <a:lnTo>
                  <a:pt x="1558048" y="98080"/>
                </a:lnTo>
                <a:lnTo>
                  <a:pt x="1557887" y="97525"/>
                </a:lnTo>
                <a:lnTo>
                  <a:pt x="1557713" y="96984"/>
                </a:lnTo>
                <a:lnTo>
                  <a:pt x="1557525" y="96456"/>
                </a:lnTo>
                <a:lnTo>
                  <a:pt x="1557322" y="95942"/>
                </a:lnTo>
                <a:lnTo>
                  <a:pt x="1557106" y="95440"/>
                </a:lnTo>
                <a:lnTo>
                  <a:pt x="1556876" y="94953"/>
                </a:lnTo>
                <a:lnTo>
                  <a:pt x="1556632" y="94478"/>
                </a:lnTo>
                <a:lnTo>
                  <a:pt x="1556373" y="94018"/>
                </a:lnTo>
                <a:lnTo>
                  <a:pt x="1556101" y="93570"/>
                </a:lnTo>
                <a:lnTo>
                  <a:pt x="1555815" y="93136"/>
                </a:lnTo>
                <a:lnTo>
                  <a:pt x="1555515" y="92715"/>
                </a:lnTo>
                <a:lnTo>
                  <a:pt x="1555201" y="92308"/>
                </a:lnTo>
                <a:lnTo>
                  <a:pt x="1554873" y="91914"/>
                </a:lnTo>
                <a:lnTo>
                  <a:pt x="1554534" y="91531"/>
                </a:lnTo>
                <a:lnTo>
                  <a:pt x="1554187" y="91155"/>
                </a:lnTo>
                <a:lnTo>
                  <a:pt x="1553831" y="90788"/>
                </a:lnTo>
                <a:lnTo>
                  <a:pt x="1553467" y="90428"/>
                </a:lnTo>
                <a:lnTo>
                  <a:pt x="1553094" y="90077"/>
                </a:lnTo>
                <a:lnTo>
                  <a:pt x="1552713" y="89733"/>
                </a:lnTo>
                <a:lnTo>
                  <a:pt x="1552323" y="89397"/>
                </a:lnTo>
                <a:lnTo>
                  <a:pt x="1551925" y="89069"/>
                </a:lnTo>
                <a:lnTo>
                  <a:pt x="1551518" y="88749"/>
                </a:lnTo>
                <a:lnTo>
                  <a:pt x="1551103" y="88437"/>
                </a:lnTo>
                <a:lnTo>
                  <a:pt x="1550679" y="88133"/>
                </a:lnTo>
                <a:lnTo>
                  <a:pt x="1550247" y="87837"/>
                </a:lnTo>
                <a:lnTo>
                  <a:pt x="1549806" y="87549"/>
                </a:lnTo>
                <a:lnTo>
                  <a:pt x="1549357" y="87269"/>
                </a:lnTo>
                <a:lnTo>
                  <a:pt x="1548899" y="86996"/>
                </a:lnTo>
                <a:lnTo>
                  <a:pt x="1548433" y="86732"/>
                </a:lnTo>
                <a:lnTo>
                  <a:pt x="1547958" y="86476"/>
                </a:lnTo>
                <a:lnTo>
                  <a:pt x="1547475" y="86227"/>
                </a:lnTo>
                <a:lnTo>
                  <a:pt x="1546984" y="85987"/>
                </a:lnTo>
                <a:lnTo>
                  <a:pt x="1546484" y="85754"/>
                </a:lnTo>
                <a:lnTo>
                  <a:pt x="1545975" y="85529"/>
                </a:lnTo>
                <a:lnTo>
                  <a:pt x="1545458" y="85313"/>
                </a:lnTo>
                <a:lnTo>
                  <a:pt x="1544933" y="85104"/>
                </a:lnTo>
                <a:lnTo>
                  <a:pt x="1544399" y="84903"/>
                </a:lnTo>
                <a:lnTo>
                  <a:pt x="1543858" y="84708"/>
                </a:lnTo>
                <a:lnTo>
                  <a:pt x="1543313" y="84516"/>
                </a:lnTo>
                <a:lnTo>
                  <a:pt x="1542762" y="84327"/>
                </a:lnTo>
                <a:lnTo>
                  <a:pt x="1542207" y="84142"/>
                </a:lnTo>
                <a:lnTo>
                  <a:pt x="1541646" y="83960"/>
                </a:lnTo>
                <a:lnTo>
                  <a:pt x="1541081" y="83781"/>
                </a:lnTo>
                <a:lnTo>
                  <a:pt x="1540511" y="83605"/>
                </a:lnTo>
                <a:lnTo>
                  <a:pt x="1539936" y="83433"/>
                </a:lnTo>
                <a:lnTo>
                  <a:pt x="1539356" y="83264"/>
                </a:lnTo>
                <a:lnTo>
                  <a:pt x="1538771" y="83098"/>
                </a:lnTo>
                <a:lnTo>
                  <a:pt x="1538181" y="82936"/>
                </a:lnTo>
                <a:lnTo>
                  <a:pt x="1537586" y="82777"/>
                </a:lnTo>
                <a:lnTo>
                  <a:pt x="1536987" y="82621"/>
                </a:lnTo>
                <a:lnTo>
                  <a:pt x="1536382" y="82468"/>
                </a:lnTo>
                <a:lnTo>
                  <a:pt x="1535773" y="82319"/>
                </a:lnTo>
                <a:lnTo>
                  <a:pt x="1535158" y="82173"/>
                </a:lnTo>
                <a:lnTo>
                  <a:pt x="1534539" y="82030"/>
                </a:lnTo>
                <a:lnTo>
                  <a:pt x="1533915" y="81890"/>
                </a:lnTo>
                <a:lnTo>
                  <a:pt x="1533286" y="81754"/>
                </a:lnTo>
                <a:lnTo>
                  <a:pt x="1532652" y="81621"/>
                </a:lnTo>
                <a:lnTo>
                  <a:pt x="1532013" y="81492"/>
                </a:lnTo>
                <a:lnTo>
                  <a:pt x="1531369" y="81365"/>
                </a:lnTo>
                <a:lnTo>
                  <a:pt x="1530720" y="81242"/>
                </a:lnTo>
                <a:lnTo>
                  <a:pt x="1530066" y="81122"/>
                </a:lnTo>
                <a:lnTo>
                  <a:pt x="1529558" y="81029"/>
                </a:lnTo>
                <a:lnTo>
                  <a:pt x="1529056" y="80934"/>
                </a:lnTo>
                <a:lnTo>
                  <a:pt x="1528561" y="80837"/>
                </a:lnTo>
                <a:lnTo>
                  <a:pt x="1528073" y="80738"/>
                </a:lnTo>
                <a:lnTo>
                  <a:pt x="1527592" y="80636"/>
                </a:lnTo>
                <a:lnTo>
                  <a:pt x="1527118" y="80532"/>
                </a:lnTo>
                <a:lnTo>
                  <a:pt x="1526650" y="80426"/>
                </a:lnTo>
                <a:lnTo>
                  <a:pt x="1526189" y="80318"/>
                </a:lnTo>
                <a:lnTo>
                  <a:pt x="1525736" y="80208"/>
                </a:lnTo>
                <a:lnTo>
                  <a:pt x="1525289" y="80095"/>
                </a:lnTo>
                <a:lnTo>
                  <a:pt x="1524848" y="79980"/>
                </a:lnTo>
                <a:lnTo>
                  <a:pt x="1524415" y="79863"/>
                </a:lnTo>
                <a:lnTo>
                  <a:pt x="1523988" y="79744"/>
                </a:lnTo>
                <a:lnTo>
                  <a:pt x="1523569" y="79623"/>
                </a:lnTo>
                <a:lnTo>
                  <a:pt x="1523156" y="79499"/>
                </a:lnTo>
                <a:lnTo>
                  <a:pt x="1522750" y="79374"/>
                </a:lnTo>
                <a:lnTo>
                  <a:pt x="1522351" y="79246"/>
                </a:lnTo>
                <a:lnTo>
                  <a:pt x="1521958" y="79115"/>
                </a:lnTo>
                <a:lnTo>
                  <a:pt x="1521573" y="78983"/>
                </a:lnTo>
                <a:lnTo>
                  <a:pt x="1521194" y="78849"/>
                </a:lnTo>
                <a:lnTo>
                  <a:pt x="1520822" y="78712"/>
                </a:lnTo>
                <a:lnTo>
                  <a:pt x="1520457" y="78573"/>
                </a:lnTo>
                <a:lnTo>
                  <a:pt x="1520099" y="78432"/>
                </a:lnTo>
                <a:lnTo>
                  <a:pt x="1519748" y="78288"/>
                </a:lnTo>
                <a:lnTo>
                  <a:pt x="1519404" y="78143"/>
                </a:lnTo>
                <a:lnTo>
                  <a:pt x="1519066" y="77995"/>
                </a:lnTo>
                <a:lnTo>
                  <a:pt x="1518736" y="77844"/>
                </a:lnTo>
                <a:lnTo>
                  <a:pt x="1518413" y="77691"/>
                </a:lnTo>
                <a:lnTo>
                  <a:pt x="1518097" y="77536"/>
                </a:lnTo>
                <a:lnTo>
                  <a:pt x="1517788" y="77378"/>
                </a:lnTo>
                <a:lnTo>
                  <a:pt x="1517487" y="77217"/>
                </a:lnTo>
                <a:lnTo>
                  <a:pt x="1517192" y="77054"/>
                </a:lnTo>
                <a:lnTo>
                  <a:pt x="1516905" y="76889"/>
                </a:lnTo>
                <a:lnTo>
                  <a:pt x="1516624" y="76721"/>
                </a:lnTo>
                <a:lnTo>
                  <a:pt x="1516351" y="76551"/>
                </a:lnTo>
                <a:lnTo>
                  <a:pt x="1516085" y="76378"/>
                </a:lnTo>
                <a:lnTo>
                  <a:pt x="1515826" y="76203"/>
                </a:lnTo>
                <a:lnTo>
                  <a:pt x="1515574" y="76025"/>
                </a:lnTo>
                <a:lnTo>
                  <a:pt x="1515329" y="75845"/>
                </a:lnTo>
                <a:lnTo>
                  <a:pt x="1515091" y="75663"/>
                </a:lnTo>
                <a:lnTo>
                  <a:pt x="1514861" y="75478"/>
                </a:lnTo>
                <a:lnTo>
                  <a:pt x="1514637" y="75290"/>
                </a:lnTo>
                <a:lnTo>
                  <a:pt x="1514421" y="75100"/>
                </a:lnTo>
                <a:lnTo>
                  <a:pt x="1514212" y="74908"/>
                </a:lnTo>
                <a:lnTo>
                  <a:pt x="1514010" y="74713"/>
                </a:lnTo>
                <a:lnTo>
                  <a:pt x="1513815" y="74516"/>
                </a:lnTo>
                <a:lnTo>
                  <a:pt x="1513627" y="74316"/>
                </a:lnTo>
                <a:lnTo>
                  <a:pt x="1513446" y="74114"/>
                </a:lnTo>
                <a:lnTo>
                  <a:pt x="1513272" y="73909"/>
                </a:lnTo>
                <a:lnTo>
                  <a:pt x="1513106" y="73702"/>
                </a:lnTo>
                <a:lnTo>
                  <a:pt x="1512948" y="73492"/>
                </a:lnTo>
                <a:lnTo>
                  <a:pt x="1512797" y="73280"/>
                </a:lnTo>
                <a:lnTo>
                  <a:pt x="1512653" y="73065"/>
                </a:lnTo>
                <a:lnTo>
                  <a:pt x="1512516" y="72848"/>
                </a:lnTo>
                <a:lnTo>
                  <a:pt x="1512387" y="72629"/>
                </a:lnTo>
                <a:lnTo>
                  <a:pt x="1512265" y="72407"/>
                </a:lnTo>
                <a:lnTo>
                  <a:pt x="1512151" y="72182"/>
                </a:lnTo>
                <a:lnTo>
                  <a:pt x="1512044" y="71955"/>
                </a:lnTo>
                <a:lnTo>
                  <a:pt x="1511944" y="71726"/>
                </a:lnTo>
                <a:lnTo>
                  <a:pt x="1511852" y="71494"/>
                </a:lnTo>
                <a:lnTo>
                  <a:pt x="1511767" y="71260"/>
                </a:lnTo>
                <a:lnTo>
                  <a:pt x="1511690" y="71023"/>
                </a:lnTo>
                <a:lnTo>
                  <a:pt x="1511620" y="70784"/>
                </a:lnTo>
                <a:lnTo>
                  <a:pt x="1511557" y="70542"/>
                </a:lnTo>
                <a:lnTo>
                  <a:pt x="1511502" y="70298"/>
                </a:lnTo>
                <a:lnTo>
                  <a:pt x="1511454" y="70052"/>
                </a:lnTo>
                <a:lnTo>
                  <a:pt x="1511413" y="69803"/>
                </a:lnTo>
                <a:lnTo>
                  <a:pt x="1511380" y="69551"/>
                </a:lnTo>
                <a:lnTo>
                  <a:pt x="1511354" y="69297"/>
                </a:lnTo>
                <a:lnTo>
                  <a:pt x="1511336" y="69041"/>
                </a:lnTo>
                <a:lnTo>
                  <a:pt x="1511325" y="68782"/>
                </a:lnTo>
                <a:lnTo>
                  <a:pt x="1511321" y="68520"/>
                </a:lnTo>
                <a:lnTo>
                  <a:pt x="1511328" y="68117"/>
                </a:lnTo>
                <a:lnTo>
                  <a:pt x="1511348" y="67720"/>
                </a:lnTo>
                <a:lnTo>
                  <a:pt x="1511381" y="67330"/>
                </a:lnTo>
                <a:lnTo>
                  <a:pt x="1511428" y="66946"/>
                </a:lnTo>
                <a:lnTo>
                  <a:pt x="1511488" y="66568"/>
                </a:lnTo>
                <a:lnTo>
                  <a:pt x="1511562" y="66198"/>
                </a:lnTo>
                <a:lnTo>
                  <a:pt x="1511649" y="65834"/>
                </a:lnTo>
                <a:lnTo>
                  <a:pt x="1511750" y="65476"/>
                </a:lnTo>
                <a:lnTo>
                  <a:pt x="1511864" y="65125"/>
                </a:lnTo>
                <a:lnTo>
                  <a:pt x="1511991" y="64780"/>
                </a:lnTo>
                <a:lnTo>
                  <a:pt x="1512131" y="64442"/>
                </a:lnTo>
                <a:lnTo>
                  <a:pt x="1512285" y="64111"/>
                </a:lnTo>
                <a:lnTo>
                  <a:pt x="1512453" y="63786"/>
                </a:lnTo>
                <a:lnTo>
                  <a:pt x="1512634" y="63468"/>
                </a:lnTo>
                <a:lnTo>
                  <a:pt x="1512828" y="63156"/>
                </a:lnTo>
                <a:lnTo>
                  <a:pt x="1513036" y="62851"/>
                </a:lnTo>
                <a:lnTo>
                  <a:pt x="1513257" y="62553"/>
                </a:lnTo>
                <a:lnTo>
                  <a:pt x="1513491" y="62261"/>
                </a:lnTo>
                <a:lnTo>
                  <a:pt x="1513739" y="61975"/>
                </a:lnTo>
                <a:lnTo>
                  <a:pt x="1514000" y="61696"/>
                </a:lnTo>
                <a:lnTo>
                  <a:pt x="1514275" y="61424"/>
                </a:lnTo>
                <a:lnTo>
                  <a:pt x="1514563" y="61158"/>
                </a:lnTo>
                <a:lnTo>
                  <a:pt x="1514864" y="60899"/>
                </a:lnTo>
                <a:lnTo>
                  <a:pt x="1515179" y="60646"/>
                </a:lnTo>
                <a:lnTo>
                  <a:pt x="1515507" y="60402"/>
                </a:lnTo>
                <a:lnTo>
                  <a:pt x="1515847" y="60168"/>
                </a:lnTo>
                <a:lnTo>
                  <a:pt x="1516199" y="59944"/>
                </a:lnTo>
                <a:lnTo>
                  <a:pt x="1516564" y="59731"/>
                </a:lnTo>
                <a:lnTo>
                  <a:pt x="1516941" y="59529"/>
                </a:lnTo>
                <a:lnTo>
                  <a:pt x="1517330" y="59336"/>
                </a:lnTo>
                <a:lnTo>
                  <a:pt x="1517732" y="59154"/>
                </a:lnTo>
                <a:lnTo>
                  <a:pt x="1518146" y="58983"/>
                </a:lnTo>
                <a:lnTo>
                  <a:pt x="1518572" y="58821"/>
                </a:lnTo>
                <a:lnTo>
                  <a:pt x="1519011" y="58671"/>
                </a:lnTo>
                <a:lnTo>
                  <a:pt x="1519461" y="58530"/>
                </a:lnTo>
                <a:lnTo>
                  <a:pt x="1519925" y="58400"/>
                </a:lnTo>
                <a:lnTo>
                  <a:pt x="1520400" y="58281"/>
                </a:lnTo>
                <a:lnTo>
                  <a:pt x="1520888" y="58172"/>
                </a:lnTo>
                <a:lnTo>
                  <a:pt x="1521388" y="58073"/>
                </a:lnTo>
                <a:lnTo>
                  <a:pt x="1521900" y="57984"/>
                </a:lnTo>
                <a:lnTo>
                  <a:pt x="1522425" y="57906"/>
                </a:lnTo>
                <a:lnTo>
                  <a:pt x="1522962" y="57839"/>
                </a:lnTo>
                <a:lnTo>
                  <a:pt x="1523511" y="57782"/>
                </a:lnTo>
                <a:lnTo>
                  <a:pt x="1524073" y="57735"/>
                </a:lnTo>
                <a:lnTo>
                  <a:pt x="1524646" y="57698"/>
                </a:lnTo>
                <a:lnTo>
                  <a:pt x="1525233" y="57672"/>
                </a:lnTo>
                <a:lnTo>
                  <a:pt x="1525831" y="57657"/>
                </a:lnTo>
                <a:lnTo>
                  <a:pt x="1526442" y="57652"/>
                </a:lnTo>
                <a:lnTo>
                  <a:pt x="1527066" y="57657"/>
                </a:lnTo>
                <a:lnTo>
                  <a:pt x="1527680" y="57675"/>
                </a:lnTo>
                <a:lnTo>
                  <a:pt x="1528282" y="57705"/>
                </a:lnTo>
                <a:lnTo>
                  <a:pt x="1528873" y="57746"/>
                </a:lnTo>
                <a:lnTo>
                  <a:pt x="1529452" y="57799"/>
                </a:lnTo>
                <a:lnTo>
                  <a:pt x="1530021" y="57863"/>
                </a:lnTo>
                <a:lnTo>
                  <a:pt x="1530578" y="57940"/>
                </a:lnTo>
                <a:lnTo>
                  <a:pt x="1531124" y="58028"/>
                </a:lnTo>
                <a:lnTo>
                  <a:pt x="1531659" y="58128"/>
                </a:lnTo>
                <a:lnTo>
                  <a:pt x="1532182" y="58240"/>
                </a:lnTo>
                <a:lnTo>
                  <a:pt x="1532695" y="58364"/>
                </a:lnTo>
                <a:lnTo>
                  <a:pt x="1533196" y="58499"/>
                </a:lnTo>
                <a:lnTo>
                  <a:pt x="1533686" y="58646"/>
                </a:lnTo>
                <a:lnTo>
                  <a:pt x="1534164" y="58805"/>
                </a:lnTo>
                <a:lnTo>
                  <a:pt x="1534632" y="58975"/>
                </a:lnTo>
                <a:lnTo>
                  <a:pt x="1535088" y="59158"/>
                </a:lnTo>
                <a:lnTo>
                  <a:pt x="1535533" y="59352"/>
                </a:lnTo>
                <a:lnTo>
                  <a:pt x="1535967" y="59558"/>
                </a:lnTo>
                <a:lnTo>
                  <a:pt x="1536390" y="59776"/>
                </a:lnTo>
                <a:lnTo>
                  <a:pt x="1536801" y="60005"/>
                </a:lnTo>
                <a:lnTo>
                  <a:pt x="1537201" y="60246"/>
                </a:lnTo>
                <a:lnTo>
                  <a:pt x="1537590" y="60499"/>
                </a:lnTo>
                <a:lnTo>
                  <a:pt x="1537968" y="60764"/>
                </a:lnTo>
                <a:lnTo>
                  <a:pt x="1538335" y="61041"/>
                </a:lnTo>
                <a:lnTo>
                  <a:pt x="1538690" y="61327"/>
                </a:lnTo>
                <a:lnTo>
                  <a:pt x="1539032" y="61623"/>
                </a:lnTo>
                <a:lnTo>
                  <a:pt x="1539363" y="61928"/>
                </a:lnTo>
                <a:lnTo>
                  <a:pt x="1539681" y="62242"/>
                </a:lnTo>
                <a:lnTo>
                  <a:pt x="1539986" y="62564"/>
                </a:lnTo>
                <a:lnTo>
                  <a:pt x="1540280" y="62896"/>
                </a:lnTo>
                <a:lnTo>
                  <a:pt x="1540561" y="63237"/>
                </a:lnTo>
                <a:lnTo>
                  <a:pt x="1540829" y="63587"/>
                </a:lnTo>
                <a:lnTo>
                  <a:pt x="1541086" y="63946"/>
                </a:lnTo>
                <a:lnTo>
                  <a:pt x="1541330" y="64314"/>
                </a:lnTo>
                <a:lnTo>
                  <a:pt x="1541562" y="64691"/>
                </a:lnTo>
                <a:lnTo>
                  <a:pt x="1541781" y="65077"/>
                </a:lnTo>
                <a:lnTo>
                  <a:pt x="1541988" y="65472"/>
                </a:lnTo>
                <a:lnTo>
                  <a:pt x="1542183" y="65876"/>
                </a:lnTo>
                <a:lnTo>
                  <a:pt x="1542366" y="66289"/>
                </a:lnTo>
                <a:lnTo>
                  <a:pt x="1542536" y="66711"/>
                </a:lnTo>
                <a:lnTo>
                  <a:pt x="1542694" y="67142"/>
                </a:lnTo>
                <a:lnTo>
                  <a:pt x="1542839" y="67582"/>
                </a:lnTo>
                <a:lnTo>
                  <a:pt x="1542973" y="68031"/>
                </a:lnTo>
                <a:lnTo>
                  <a:pt x="1543094" y="68489"/>
                </a:lnTo>
                <a:lnTo>
                  <a:pt x="1543202" y="68956"/>
                </a:lnTo>
                <a:lnTo>
                  <a:pt x="1543299" y="69433"/>
                </a:lnTo>
                <a:lnTo>
                  <a:pt x="1543382" y="69918"/>
                </a:lnTo>
                <a:lnTo>
                  <a:pt x="1543454" y="70412"/>
                </a:lnTo>
                <a:lnTo>
                  <a:pt x="1556529" y="70412"/>
                </a:lnTo>
                <a:lnTo>
                  <a:pt x="1556400" y="69450"/>
                </a:lnTo>
                <a:lnTo>
                  <a:pt x="1556248" y="68507"/>
                </a:lnTo>
                <a:lnTo>
                  <a:pt x="1556074" y="67584"/>
                </a:lnTo>
                <a:lnTo>
                  <a:pt x="1555877" y="66679"/>
                </a:lnTo>
                <a:lnTo>
                  <a:pt x="1555658" y="65794"/>
                </a:lnTo>
                <a:lnTo>
                  <a:pt x="1555417" y="64928"/>
                </a:lnTo>
                <a:lnTo>
                  <a:pt x="1555153" y="64081"/>
                </a:lnTo>
                <a:lnTo>
                  <a:pt x="1554866" y="63253"/>
                </a:lnTo>
                <a:lnTo>
                  <a:pt x="1554558" y="62444"/>
                </a:lnTo>
                <a:lnTo>
                  <a:pt x="1554226" y="61655"/>
                </a:lnTo>
                <a:lnTo>
                  <a:pt x="1553873" y="60885"/>
                </a:lnTo>
                <a:lnTo>
                  <a:pt x="1553497" y="60133"/>
                </a:lnTo>
                <a:lnTo>
                  <a:pt x="1553098" y="59401"/>
                </a:lnTo>
                <a:lnTo>
                  <a:pt x="1552677" y="58688"/>
                </a:lnTo>
                <a:lnTo>
                  <a:pt x="1552234" y="57994"/>
                </a:lnTo>
                <a:lnTo>
                  <a:pt x="1551768" y="57320"/>
                </a:lnTo>
                <a:lnTo>
                  <a:pt x="1551280" y="56664"/>
                </a:lnTo>
                <a:lnTo>
                  <a:pt x="1550769" y="56028"/>
                </a:lnTo>
                <a:lnTo>
                  <a:pt x="1550236" y="55410"/>
                </a:lnTo>
                <a:lnTo>
                  <a:pt x="1549681" y="54812"/>
                </a:lnTo>
                <a:lnTo>
                  <a:pt x="1549103" y="54233"/>
                </a:lnTo>
                <a:lnTo>
                  <a:pt x="1548503" y="53674"/>
                </a:lnTo>
                <a:lnTo>
                  <a:pt x="1547880" y="53133"/>
                </a:lnTo>
                <a:lnTo>
                  <a:pt x="1547235" y="52611"/>
                </a:lnTo>
                <a:lnTo>
                  <a:pt x="1546570" y="52110"/>
                </a:lnTo>
                <a:lnTo>
                  <a:pt x="1545888" y="51630"/>
                </a:lnTo>
                <a:lnTo>
                  <a:pt x="1545190" y="51171"/>
                </a:lnTo>
                <a:lnTo>
                  <a:pt x="1544474" y="50734"/>
                </a:lnTo>
                <a:lnTo>
                  <a:pt x="1543741" y="50318"/>
                </a:lnTo>
                <a:lnTo>
                  <a:pt x="1542992" y="49924"/>
                </a:lnTo>
                <a:lnTo>
                  <a:pt x="1542225" y="49550"/>
                </a:lnTo>
                <a:lnTo>
                  <a:pt x="1541442" y="49198"/>
                </a:lnTo>
                <a:lnTo>
                  <a:pt x="1540641" y="48868"/>
                </a:lnTo>
                <a:lnTo>
                  <a:pt x="1539824" y="48558"/>
                </a:lnTo>
                <a:lnTo>
                  <a:pt x="1538989" y="48270"/>
                </a:lnTo>
                <a:lnTo>
                  <a:pt x="1538138" y="48004"/>
                </a:lnTo>
                <a:lnTo>
                  <a:pt x="1537270" y="47758"/>
                </a:lnTo>
                <a:lnTo>
                  <a:pt x="1536385" y="47534"/>
                </a:lnTo>
                <a:lnTo>
                  <a:pt x="1535482" y="47332"/>
                </a:lnTo>
                <a:lnTo>
                  <a:pt x="1534563" y="47150"/>
                </a:lnTo>
                <a:lnTo>
                  <a:pt x="1533627" y="46990"/>
                </a:lnTo>
                <a:lnTo>
                  <a:pt x="1532674" y="46852"/>
                </a:lnTo>
                <a:lnTo>
                  <a:pt x="1531704" y="46734"/>
                </a:lnTo>
                <a:lnTo>
                  <a:pt x="1530718" y="46639"/>
                </a:lnTo>
                <a:lnTo>
                  <a:pt x="1529714" y="46564"/>
                </a:lnTo>
                <a:lnTo>
                  <a:pt x="1528693" y="46511"/>
                </a:lnTo>
                <a:lnTo>
                  <a:pt x="1527655" y="46479"/>
                </a:lnTo>
                <a:lnTo>
                  <a:pt x="1526600" y="46468"/>
                </a:lnTo>
                <a:lnTo>
                  <a:pt x="1525882" y="46473"/>
                </a:lnTo>
                <a:lnTo>
                  <a:pt x="1525171" y="46489"/>
                </a:lnTo>
                <a:lnTo>
                  <a:pt x="1524467" y="46515"/>
                </a:lnTo>
                <a:lnTo>
                  <a:pt x="1523771" y="46551"/>
                </a:lnTo>
                <a:lnTo>
                  <a:pt x="1523082" y="46598"/>
                </a:lnTo>
                <a:lnTo>
                  <a:pt x="1522401" y="46655"/>
                </a:lnTo>
                <a:lnTo>
                  <a:pt x="1521727" y="46723"/>
                </a:lnTo>
                <a:lnTo>
                  <a:pt x="1521060" y="46801"/>
                </a:lnTo>
                <a:lnTo>
                  <a:pt x="1520401" y="46889"/>
                </a:lnTo>
                <a:lnTo>
                  <a:pt x="1519749" y="46988"/>
                </a:lnTo>
                <a:lnTo>
                  <a:pt x="1519105" y="47097"/>
                </a:lnTo>
                <a:lnTo>
                  <a:pt x="1518467" y="47217"/>
                </a:lnTo>
                <a:lnTo>
                  <a:pt x="1517838" y="47347"/>
                </a:lnTo>
                <a:lnTo>
                  <a:pt x="1517215" y="47487"/>
                </a:lnTo>
                <a:lnTo>
                  <a:pt x="1516600" y="47638"/>
                </a:lnTo>
                <a:lnTo>
                  <a:pt x="1515993" y="47799"/>
                </a:lnTo>
                <a:lnTo>
                  <a:pt x="1515393" y="47970"/>
                </a:lnTo>
                <a:lnTo>
                  <a:pt x="1514800" y="48152"/>
                </a:lnTo>
                <a:lnTo>
                  <a:pt x="1514214" y="48345"/>
                </a:lnTo>
                <a:lnTo>
                  <a:pt x="1513636" y="48548"/>
                </a:lnTo>
                <a:lnTo>
                  <a:pt x="1513066" y="48761"/>
                </a:lnTo>
                <a:lnTo>
                  <a:pt x="1512502" y="48984"/>
                </a:lnTo>
                <a:lnTo>
                  <a:pt x="1511946" y="49218"/>
                </a:lnTo>
                <a:lnTo>
                  <a:pt x="1511398" y="49463"/>
                </a:lnTo>
                <a:lnTo>
                  <a:pt x="1510859" y="49716"/>
                </a:lnTo>
                <a:lnTo>
                  <a:pt x="1510330" y="49977"/>
                </a:lnTo>
                <a:lnTo>
                  <a:pt x="1509812" y="50247"/>
                </a:lnTo>
                <a:lnTo>
                  <a:pt x="1509305" y="50524"/>
                </a:lnTo>
                <a:lnTo>
                  <a:pt x="1508808" y="50809"/>
                </a:lnTo>
                <a:lnTo>
                  <a:pt x="1508322" y="51102"/>
                </a:lnTo>
                <a:lnTo>
                  <a:pt x="1507847" y="51403"/>
                </a:lnTo>
                <a:lnTo>
                  <a:pt x="1507382" y="51712"/>
                </a:lnTo>
                <a:lnTo>
                  <a:pt x="1506928" y="52028"/>
                </a:lnTo>
                <a:lnTo>
                  <a:pt x="1506485" y="52353"/>
                </a:lnTo>
                <a:lnTo>
                  <a:pt x="1506052" y="52686"/>
                </a:lnTo>
                <a:lnTo>
                  <a:pt x="1505630" y="53027"/>
                </a:lnTo>
                <a:lnTo>
                  <a:pt x="1505219" y="53375"/>
                </a:lnTo>
                <a:lnTo>
                  <a:pt x="1504818" y="53732"/>
                </a:lnTo>
                <a:lnTo>
                  <a:pt x="1504428" y="54096"/>
                </a:lnTo>
                <a:lnTo>
                  <a:pt x="1504048" y="54468"/>
                </a:lnTo>
                <a:lnTo>
                  <a:pt x="1503680" y="54849"/>
                </a:lnTo>
                <a:lnTo>
                  <a:pt x="1503322" y="55237"/>
                </a:lnTo>
                <a:lnTo>
                  <a:pt x="1502974" y="55633"/>
                </a:lnTo>
                <a:lnTo>
                  <a:pt x="1502637" y="56037"/>
                </a:lnTo>
                <a:lnTo>
                  <a:pt x="1502311" y="56449"/>
                </a:lnTo>
                <a:lnTo>
                  <a:pt x="1501996" y="56869"/>
                </a:lnTo>
                <a:lnTo>
                  <a:pt x="1501691" y="57297"/>
                </a:lnTo>
                <a:lnTo>
                  <a:pt x="1501397" y="57733"/>
                </a:lnTo>
                <a:lnTo>
                  <a:pt x="1501114" y="58176"/>
                </a:lnTo>
                <a:lnTo>
                  <a:pt x="1500843" y="58623"/>
                </a:lnTo>
                <a:lnTo>
                  <a:pt x="1500584" y="59076"/>
                </a:lnTo>
                <a:lnTo>
                  <a:pt x="1500338" y="59533"/>
                </a:lnTo>
                <a:lnTo>
                  <a:pt x="1500103" y="59997"/>
                </a:lnTo>
                <a:lnTo>
                  <a:pt x="1499880" y="60465"/>
                </a:lnTo>
                <a:lnTo>
                  <a:pt x="1499670" y="60938"/>
                </a:lnTo>
                <a:lnTo>
                  <a:pt x="1499471" y="61417"/>
                </a:lnTo>
                <a:lnTo>
                  <a:pt x="1499285" y="61901"/>
                </a:lnTo>
                <a:lnTo>
                  <a:pt x="1499110" y="62390"/>
                </a:lnTo>
                <a:lnTo>
                  <a:pt x="1498948" y="62884"/>
                </a:lnTo>
                <a:lnTo>
                  <a:pt x="1498797" y="63383"/>
                </a:lnTo>
                <a:lnTo>
                  <a:pt x="1498659" y="63888"/>
                </a:lnTo>
                <a:lnTo>
                  <a:pt x="1498533" y="64398"/>
                </a:lnTo>
                <a:lnTo>
                  <a:pt x="1498418" y="64913"/>
                </a:lnTo>
                <a:lnTo>
                  <a:pt x="1498316" y="65433"/>
                </a:lnTo>
                <a:lnTo>
                  <a:pt x="1498226" y="65959"/>
                </a:lnTo>
                <a:lnTo>
                  <a:pt x="1498147" y="66489"/>
                </a:lnTo>
                <a:lnTo>
                  <a:pt x="1498081" y="67025"/>
                </a:lnTo>
                <a:lnTo>
                  <a:pt x="1498027" y="67566"/>
                </a:lnTo>
                <a:lnTo>
                  <a:pt x="1497985" y="68112"/>
                </a:lnTo>
                <a:lnTo>
                  <a:pt x="1497955" y="68664"/>
                </a:lnTo>
                <a:lnTo>
                  <a:pt x="1497937" y="69220"/>
                </a:lnTo>
                <a:lnTo>
                  <a:pt x="1497931" y="69782"/>
                </a:lnTo>
                <a:lnTo>
                  <a:pt x="1497935" y="70239"/>
                </a:lnTo>
                <a:lnTo>
                  <a:pt x="1497947" y="70689"/>
                </a:lnTo>
                <a:lnTo>
                  <a:pt x="1497967" y="71134"/>
                </a:lnTo>
                <a:lnTo>
                  <a:pt x="1497994" y="71572"/>
                </a:lnTo>
                <a:lnTo>
                  <a:pt x="1498030" y="72004"/>
                </a:lnTo>
                <a:lnTo>
                  <a:pt x="1498074" y="72431"/>
                </a:lnTo>
                <a:lnTo>
                  <a:pt x="1498125" y="72851"/>
                </a:lnTo>
                <a:lnTo>
                  <a:pt x="1498185" y="73266"/>
                </a:lnTo>
                <a:lnTo>
                  <a:pt x="1498252" y="73674"/>
                </a:lnTo>
                <a:lnTo>
                  <a:pt x="1498327" y="74076"/>
                </a:lnTo>
                <a:lnTo>
                  <a:pt x="1498411" y="74473"/>
                </a:lnTo>
                <a:lnTo>
                  <a:pt x="1498502" y="74863"/>
                </a:lnTo>
                <a:lnTo>
                  <a:pt x="1498601" y="75247"/>
                </a:lnTo>
                <a:lnTo>
                  <a:pt x="1498708" y="75625"/>
                </a:lnTo>
                <a:lnTo>
                  <a:pt x="1498823" y="75998"/>
                </a:lnTo>
                <a:lnTo>
                  <a:pt x="1498946" y="76364"/>
                </a:lnTo>
                <a:lnTo>
                  <a:pt x="1499077" y="76724"/>
                </a:lnTo>
                <a:lnTo>
                  <a:pt x="1499215" y="77078"/>
                </a:lnTo>
                <a:lnTo>
                  <a:pt x="1499362" y="77426"/>
                </a:lnTo>
                <a:lnTo>
                  <a:pt x="1499517" y="77768"/>
                </a:lnTo>
                <a:lnTo>
                  <a:pt x="1499679" y="78105"/>
                </a:lnTo>
                <a:lnTo>
                  <a:pt x="1499850" y="78435"/>
                </a:lnTo>
                <a:lnTo>
                  <a:pt x="1500028" y="78759"/>
                </a:lnTo>
                <a:lnTo>
                  <a:pt x="1500214" y="79077"/>
                </a:lnTo>
                <a:lnTo>
                  <a:pt x="1500408" y="79390"/>
                </a:lnTo>
                <a:lnTo>
                  <a:pt x="1500607" y="79698"/>
                </a:lnTo>
                <a:lnTo>
                  <a:pt x="1500811" y="80003"/>
                </a:lnTo>
                <a:lnTo>
                  <a:pt x="1501022" y="80304"/>
                </a:lnTo>
                <a:lnTo>
                  <a:pt x="1501238" y="80600"/>
                </a:lnTo>
                <a:lnTo>
                  <a:pt x="1501460" y="80892"/>
                </a:lnTo>
                <a:lnTo>
                  <a:pt x="1501688" y="81181"/>
                </a:lnTo>
                <a:lnTo>
                  <a:pt x="1501922" y="81465"/>
                </a:lnTo>
                <a:lnTo>
                  <a:pt x="1502161" y="81745"/>
                </a:lnTo>
                <a:lnTo>
                  <a:pt x="1502406" y="82021"/>
                </a:lnTo>
                <a:lnTo>
                  <a:pt x="1502656" y="82293"/>
                </a:lnTo>
                <a:lnTo>
                  <a:pt x="1502913" y="82561"/>
                </a:lnTo>
                <a:lnTo>
                  <a:pt x="1503175" y="82825"/>
                </a:lnTo>
                <a:lnTo>
                  <a:pt x="1503443" y="83084"/>
                </a:lnTo>
                <a:lnTo>
                  <a:pt x="1503716" y="83340"/>
                </a:lnTo>
                <a:lnTo>
                  <a:pt x="1503996" y="83591"/>
                </a:lnTo>
                <a:lnTo>
                  <a:pt x="1504281" y="83839"/>
                </a:lnTo>
                <a:lnTo>
                  <a:pt x="1504572" y="84082"/>
                </a:lnTo>
                <a:lnTo>
                  <a:pt x="1504868" y="84321"/>
                </a:lnTo>
                <a:lnTo>
                  <a:pt x="1505171" y="84556"/>
                </a:lnTo>
                <a:lnTo>
                  <a:pt x="1505479" y="84787"/>
                </a:lnTo>
                <a:lnTo>
                  <a:pt x="1505792" y="85014"/>
                </a:lnTo>
                <a:lnTo>
                  <a:pt x="1506112" y="85237"/>
                </a:lnTo>
                <a:lnTo>
                  <a:pt x="1506437" y="85456"/>
                </a:lnTo>
                <a:lnTo>
                  <a:pt x="1506767" y="85671"/>
                </a:lnTo>
                <a:lnTo>
                  <a:pt x="1507101" y="85882"/>
                </a:lnTo>
                <a:lnTo>
                  <a:pt x="1507439" y="86089"/>
                </a:lnTo>
                <a:lnTo>
                  <a:pt x="1507781" y="86294"/>
                </a:lnTo>
                <a:lnTo>
                  <a:pt x="1508126" y="86494"/>
                </a:lnTo>
                <a:lnTo>
                  <a:pt x="1508476" y="86691"/>
                </a:lnTo>
                <a:lnTo>
                  <a:pt x="1508829" y="86885"/>
                </a:lnTo>
                <a:lnTo>
                  <a:pt x="1509186" y="87075"/>
                </a:lnTo>
                <a:lnTo>
                  <a:pt x="1509546" y="87261"/>
                </a:lnTo>
                <a:lnTo>
                  <a:pt x="1509911" y="87444"/>
                </a:lnTo>
                <a:lnTo>
                  <a:pt x="1510279" y="87623"/>
                </a:lnTo>
                <a:lnTo>
                  <a:pt x="1510652" y="87799"/>
                </a:lnTo>
                <a:lnTo>
                  <a:pt x="1511028" y="87971"/>
                </a:lnTo>
                <a:lnTo>
                  <a:pt x="1511408" y="88140"/>
                </a:lnTo>
                <a:lnTo>
                  <a:pt x="1511791" y="88305"/>
                </a:lnTo>
                <a:lnTo>
                  <a:pt x="1512179" y="88466"/>
                </a:lnTo>
                <a:lnTo>
                  <a:pt x="1512570" y="88624"/>
                </a:lnTo>
                <a:lnTo>
                  <a:pt x="1512965" y="88779"/>
                </a:lnTo>
                <a:lnTo>
                  <a:pt x="1513364" y="88930"/>
                </a:lnTo>
                <a:lnTo>
                  <a:pt x="1513767" y="89077"/>
                </a:lnTo>
                <a:lnTo>
                  <a:pt x="1514174" y="89221"/>
                </a:lnTo>
                <a:lnTo>
                  <a:pt x="1514584" y="89361"/>
                </a:lnTo>
                <a:lnTo>
                  <a:pt x="1514999" y="89498"/>
                </a:lnTo>
                <a:lnTo>
                  <a:pt x="1515417" y="89631"/>
                </a:lnTo>
                <a:lnTo>
                  <a:pt x="1515837" y="89761"/>
                </a:lnTo>
                <a:lnTo>
                  <a:pt x="1516258" y="89889"/>
                </a:lnTo>
                <a:lnTo>
                  <a:pt x="1516679" y="90015"/>
                </a:lnTo>
                <a:lnTo>
                  <a:pt x="1517101" y="90138"/>
                </a:lnTo>
                <a:lnTo>
                  <a:pt x="1517524" y="90259"/>
                </a:lnTo>
                <a:lnTo>
                  <a:pt x="1517947" y="90379"/>
                </a:lnTo>
                <a:lnTo>
                  <a:pt x="1518370" y="90496"/>
                </a:lnTo>
                <a:lnTo>
                  <a:pt x="1518794" y="90610"/>
                </a:lnTo>
                <a:lnTo>
                  <a:pt x="1519219" y="90723"/>
                </a:lnTo>
                <a:lnTo>
                  <a:pt x="1519644" y="90833"/>
                </a:lnTo>
                <a:lnTo>
                  <a:pt x="1520070" y="90942"/>
                </a:lnTo>
                <a:lnTo>
                  <a:pt x="1520497" y="91048"/>
                </a:lnTo>
                <a:lnTo>
                  <a:pt x="1520924" y="91152"/>
                </a:lnTo>
                <a:lnTo>
                  <a:pt x="1521351" y="91253"/>
                </a:lnTo>
                <a:lnTo>
                  <a:pt x="1521779" y="91353"/>
                </a:lnTo>
                <a:lnTo>
                  <a:pt x="1522208" y="91450"/>
                </a:lnTo>
                <a:lnTo>
                  <a:pt x="1522637" y="91545"/>
                </a:lnTo>
                <a:lnTo>
                  <a:pt x="1523066" y="91638"/>
                </a:lnTo>
                <a:lnTo>
                  <a:pt x="1523497" y="91729"/>
                </a:lnTo>
                <a:lnTo>
                  <a:pt x="1523927" y="91817"/>
                </a:lnTo>
                <a:lnTo>
                  <a:pt x="1524359" y="91904"/>
                </a:lnTo>
                <a:lnTo>
                  <a:pt x="1524790" y="91988"/>
                </a:lnTo>
                <a:lnTo>
                  <a:pt x="1525223" y="92070"/>
                </a:lnTo>
                <a:lnTo>
                  <a:pt x="1525656" y="92150"/>
                </a:lnTo>
                <a:lnTo>
                  <a:pt x="1526178" y="92242"/>
                </a:lnTo>
                <a:lnTo>
                  <a:pt x="1526693" y="92336"/>
                </a:lnTo>
                <a:lnTo>
                  <a:pt x="1527201" y="92432"/>
                </a:lnTo>
                <a:lnTo>
                  <a:pt x="1527703" y="92528"/>
                </a:lnTo>
                <a:lnTo>
                  <a:pt x="1528199" y="92627"/>
                </a:lnTo>
                <a:lnTo>
                  <a:pt x="1528688" y="92726"/>
                </a:lnTo>
                <a:lnTo>
                  <a:pt x="1529170" y="92827"/>
                </a:lnTo>
                <a:lnTo>
                  <a:pt x="1529646" y="92929"/>
                </a:lnTo>
                <a:lnTo>
                  <a:pt x="1530115" y="93033"/>
                </a:lnTo>
                <a:lnTo>
                  <a:pt x="1530578" y="93138"/>
                </a:lnTo>
                <a:lnTo>
                  <a:pt x="1531034" y="93244"/>
                </a:lnTo>
                <a:lnTo>
                  <a:pt x="1531483" y="93352"/>
                </a:lnTo>
                <a:lnTo>
                  <a:pt x="1531926" y="93461"/>
                </a:lnTo>
                <a:lnTo>
                  <a:pt x="1532363" y="93571"/>
                </a:lnTo>
                <a:lnTo>
                  <a:pt x="1532793" y="93683"/>
                </a:lnTo>
                <a:lnTo>
                  <a:pt x="1533216" y="93796"/>
                </a:lnTo>
                <a:lnTo>
                  <a:pt x="1533633" y="93910"/>
                </a:lnTo>
                <a:lnTo>
                  <a:pt x="1534043" y="94026"/>
                </a:lnTo>
                <a:lnTo>
                  <a:pt x="1534446" y="94144"/>
                </a:lnTo>
                <a:lnTo>
                  <a:pt x="1534843" y="94262"/>
                </a:lnTo>
                <a:lnTo>
                  <a:pt x="1535234" y="94382"/>
                </a:lnTo>
                <a:lnTo>
                  <a:pt x="1535618" y="94504"/>
                </a:lnTo>
                <a:lnTo>
                  <a:pt x="1535995" y="94626"/>
                </a:lnTo>
                <a:lnTo>
                  <a:pt x="1536366" y="94750"/>
                </a:lnTo>
                <a:lnTo>
                  <a:pt x="1536730" y="94877"/>
                </a:lnTo>
                <a:lnTo>
                  <a:pt x="1537086" y="95007"/>
                </a:lnTo>
                <a:lnTo>
                  <a:pt x="1537435" y="95140"/>
                </a:lnTo>
                <a:lnTo>
                  <a:pt x="1537777" y="95277"/>
                </a:lnTo>
                <a:lnTo>
                  <a:pt x="1538111" y="95418"/>
                </a:lnTo>
                <a:lnTo>
                  <a:pt x="1538438" y="95562"/>
                </a:lnTo>
                <a:lnTo>
                  <a:pt x="1538758" y="95710"/>
                </a:lnTo>
                <a:lnTo>
                  <a:pt x="1539070" y="95861"/>
                </a:lnTo>
                <a:lnTo>
                  <a:pt x="1539375" y="96016"/>
                </a:lnTo>
                <a:lnTo>
                  <a:pt x="1539672" y="96174"/>
                </a:lnTo>
                <a:lnTo>
                  <a:pt x="1539962" y="96336"/>
                </a:lnTo>
                <a:lnTo>
                  <a:pt x="1540245" y="96502"/>
                </a:lnTo>
                <a:lnTo>
                  <a:pt x="1540520" y="96671"/>
                </a:lnTo>
                <a:lnTo>
                  <a:pt x="1540788" y="96844"/>
                </a:lnTo>
                <a:lnTo>
                  <a:pt x="1541048" y="97020"/>
                </a:lnTo>
                <a:lnTo>
                  <a:pt x="1541301" y="97200"/>
                </a:lnTo>
                <a:lnTo>
                  <a:pt x="1541547" y="97383"/>
                </a:lnTo>
                <a:lnTo>
                  <a:pt x="1541785" y="97570"/>
                </a:lnTo>
                <a:lnTo>
                  <a:pt x="1542016" y="97761"/>
                </a:lnTo>
                <a:lnTo>
                  <a:pt x="1542240" y="97955"/>
                </a:lnTo>
                <a:lnTo>
                  <a:pt x="1542456" y="98152"/>
                </a:lnTo>
                <a:lnTo>
                  <a:pt x="1542665" y="98354"/>
                </a:lnTo>
                <a:lnTo>
                  <a:pt x="1542866" y="98558"/>
                </a:lnTo>
                <a:lnTo>
                  <a:pt x="1543060" y="98767"/>
                </a:lnTo>
                <a:lnTo>
                  <a:pt x="1543246" y="98981"/>
                </a:lnTo>
                <a:lnTo>
                  <a:pt x="1543425" y="99203"/>
                </a:lnTo>
                <a:lnTo>
                  <a:pt x="1543596" y="99433"/>
                </a:lnTo>
                <a:lnTo>
                  <a:pt x="1543758" y="99672"/>
                </a:lnTo>
                <a:lnTo>
                  <a:pt x="1543913" y="99919"/>
                </a:lnTo>
                <a:lnTo>
                  <a:pt x="1544060" y="100174"/>
                </a:lnTo>
                <a:lnTo>
                  <a:pt x="1544199" y="100437"/>
                </a:lnTo>
                <a:lnTo>
                  <a:pt x="1544330" y="100709"/>
                </a:lnTo>
                <a:lnTo>
                  <a:pt x="1544453" y="100989"/>
                </a:lnTo>
                <a:lnTo>
                  <a:pt x="1544568" y="101276"/>
                </a:lnTo>
                <a:lnTo>
                  <a:pt x="1544675" y="101573"/>
                </a:lnTo>
                <a:lnTo>
                  <a:pt x="1544774" y="101877"/>
                </a:lnTo>
                <a:lnTo>
                  <a:pt x="1544866" y="102189"/>
                </a:lnTo>
                <a:lnTo>
                  <a:pt x="1544949" y="102510"/>
                </a:lnTo>
                <a:lnTo>
                  <a:pt x="1545024" y="102839"/>
                </a:lnTo>
                <a:lnTo>
                  <a:pt x="1545092" y="103176"/>
                </a:lnTo>
                <a:lnTo>
                  <a:pt x="1545151" y="103522"/>
                </a:lnTo>
                <a:lnTo>
                  <a:pt x="1545203" y="103875"/>
                </a:lnTo>
                <a:lnTo>
                  <a:pt x="1545247" y="104237"/>
                </a:lnTo>
                <a:lnTo>
                  <a:pt x="1545282" y="104607"/>
                </a:lnTo>
                <a:lnTo>
                  <a:pt x="1545310" y="104986"/>
                </a:lnTo>
                <a:lnTo>
                  <a:pt x="1545330" y="105372"/>
                </a:lnTo>
                <a:lnTo>
                  <a:pt x="1545342" y="105767"/>
                </a:lnTo>
                <a:lnTo>
                  <a:pt x="1545346" y="106170"/>
                </a:lnTo>
                <a:lnTo>
                  <a:pt x="1545343" y="106444"/>
                </a:lnTo>
                <a:lnTo>
                  <a:pt x="1545333" y="106718"/>
                </a:lnTo>
                <a:lnTo>
                  <a:pt x="1545317" y="106989"/>
                </a:lnTo>
                <a:lnTo>
                  <a:pt x="1545295" y="107259"/>
                </a:lnTo>
                <a:lnTo>
                  <a:pt x="1545267" y="107527"/>
                </a:lnTo>
                <a:lnTo>
                  <a:pt x="1545232" y="107794"/>
                </a:lnTo>
                <a:lnTo>
                  <a:pt x="1545192" y="108059"/>
                </a:lnTo>
                <a:lnTo>
                  <a:pt x="1545144" y="108322"/>
                </a:lnTo>
                <a:lnTo>
                  <a:pt x="1545091" y="108584"/>
                </a:lnTo>
                <a:lnTo>
                  <a:pt x="1545031" y="108844"/>
                </a:lnTo>
                <a:lnTo>
                  <a:pt x="1544965" y="109102"/>
                </a:lnTo>
                <a:lnTo>
                  <a:pt x="1544893" y="109359"/>
                </a:lnTo>
                <a:lnTo>
                  <a:pt x="1544814" y="109614"/>
                </a:lnTo>
                <a:lnTo>
                  <a:pt x="1544729" y="109868"/>
                </a:lnTo>
                <a:lnTo>
                  <a:pt x="1544638" y="110120"/>
                </a:lnTo>
                <a:lnTo>
                  <a:pt x="1544540" y="110370"/>
                </a:lnTo>
                <a:lnTo>
                  <a:pt x="1544436" y="110619"/>
                </a:lnTo>
                <a:lnTo>
                  <a:pt x="1544326" y="110866"/>
                </a:lnTo>
                <a:lnTo>
                  <a:pt x="1544210" y="111111"/>
                </a:lnTo>
                <a:lnTo>
                  <a:pt x="1544087" y="111355"/>
                </a:lnTo>
                <a:lnTo>
                  <a:pt x="1543958" y="111597"/>
                </a:lnTo>
                <a:lnTo>
                  <a:pt x="1543823" y="111837"/>
                </a:lnTo>
                <a:lnTo>
                  <a:pt x="1543681" y="112076"/>
                </a:lnTo>
                <a:lnTo>
                  <a:pt x="1543533" y="112313"/>
                </a:lnTo>
                <a:lnTo>
                  <a:pt x="1543379" y="112547"/>
                </a:lnTo>
                <a:lnTo>
                  <a:pt x="1543219" y="112777"/>
                </a:lnTo>
                <a:lnTo>
                  <a:pt x="1543052" y="113003"/>
                </a:lnTo>
                <a:lnTo>
                  <a:pt x="1542879" y="113225"/>
                </a:lnTo>
                <a:lnTo>
                  <a:pt x="1542700" y="113443"/>
                </a:lnTo>
                <a:lnTo>
                  <a:pt x="1542514" y="113656"/>
                </a:lnTo>
                <a:lnTo>
                  <a:pt x="1542322" y="113866"/>
                </a:lnTo>
                <a:lnTo>
                  <a:pt x="1542124" y="114071"/>
                </a:lnTo>
                <a:lnTo>
                  <a:pt x="1541920" y="114273"/>
                </a:lnTo>
                <a:lnTo>
                  <a:pt x="1541709" y="114470"/>
                </a:lnTo>
                <a:lnTo>
                  <a:pt x="1541492" y="114663"/>
                </a:lnTo>
                <a:lnTo>
                  <a:pt x="1541269" y="114852"/>
                </a:lnTo>
                <a:lnTo>
                  <a:pt x="1541039" y="115037"/>
                </a:lnTo>
                <a:lnTo>
                  <a:pt x="1540803" y="115218"/>
                </a:lnTo>
                <a:lnTo>
                  <a:pt x="1540561" y="115394"/>
                </a:lnTo>
                <a:lnTo>
                  <a:pt x="1540313" y="115567"/>
                </a:lnTo>
                <a:lnTo>
                  <a:pt x="1540058" y="115736"/>
                </a:lnTo>
                <a:lnTo>
                  <a:pt x="1539797" y="115900"/>
                </a:lnTo>
                <a:lnTo>
                  <a:pt x="1539530" y="116060"/>
                </a:lnTo>
                <a:lnTo>
                  <a:pt x="1539256" y="116217"/>
                </a:lnTo>
                <a:lnTo>
                  <a:pt x="1538976" y="116369"/>
                </a:lnTo>
                <a:lnTo>
                  <a:pt x="1538690" y="116517"/>
                </a:lnTo>
                <a:lnTo>
                  <a:pt x="1538398" y="116661"/>
                </a:lnTo>
                <a:lnTo>
                  <a:pt x="1538099" y="116801"/>
                </a:lnTo>
                <a:lnTo>
                  <a:pt x="1537794" y="116936"/>
                </a:lnTo>
                <a:lnTo>
                  <a:pt x="1537482" y="117065"/>
                </a:lnTo>
                <a:lnTo>
                  <a:pt x="1537164" y="117188"/>
                </a:lnTo>
                <a:lnTo>
                  <a:pt x="1536839" y="117306"/>
                </a:lnTo>
                <a:lnTo>
                  <a:pt x="1536508" y="117418"/>
                </a:lnTo>
                <a:lnTo>
                  <a:pt x="1536170" y="117524"/>
                </a:lnTo>
                <a:lnTo>
                  <a:pt x="1535825" y="117625"/>
                </a:lnTo>
                <a:lnTo>
                  <a:pt x="1535474" y="117719"/>
                </a:lnTo>
                <a:lnTo>
                  <a:pt x="1535116" y="117808"/>
                </a:lnTo>
                <a:lnTo>
                  <a:pt x="1534752" y="117892"/>
                </a:lnTo>
                <a:lnTo>
                  <a:pt x="1534381" y="117969"/>
                </a:lnTo>
                <a:lnTo>
                  <a:pt x="1534004" y="118041"/>
                </a:lnTo>
                <a:lnTo>
                  <a:pt x="1533620" y="118107"/>
                </a:lnTo>
                <a:lnTo>
                  <a:pt x="1533230" y="118167"/>
                </a:lnTo>
                <a:lnTo>
                  <a:pt x="1532832" y="118222"/>
                </a:lnTo>
                <a:lnTo>
                  <a:pt x="1532429" y="118270"/>
                </a:lnTo>
                <a:lnTo>
                  <a:pt x="1532019" y="118314"/>
                </a:lnTo>
                <a:lnTo>
                  <a:pt x="1531602" y="118351"/>
                </a:lnTo>
                <a:lnTo>
                  <a:pt x="1531178" y="118382"/>
                </a:lnTo>
                <a:lnTo>
                  <a:pt x="1530748" y="118408"/>
                </a:lnTo>
                <a:lnTo>
                  <a:pt x="1530312" y="118428"/>
                </a:lnTo>
                <a:lnTo>
                  <a:pt x="1529869" y="118443"/>
                </a:lnTo>
                <a:lnTo>
                  <a:pt x="1529419" y="118451"/>
                </a:lnTo>
                <a:lnTo>
                  <a:pt x="1528963" y="118454"/>
                </a:lnTo>
                <a:lnTo>
                  <a:pt x="1528441" y="118451"/>
                </a:lnTo>
                <a:lnTo>
                  <a:pt x="1527926" y="118439"/>
                </a:lnTo>
                <a:lnTo>
                  <a:pt x="1527418" y="118421"/>
                </a:lnTo>
                <a:lnTo>
                  <a:pt x="1526917" y="118395"/>
                </a:lnTo>
                <a:lnTo>
                  <a:pt x="1526423" y="118362"/>
                </a:lnTo>
                <a:lnTo>
                  <a:pt x="1525935" y="118321"/>
                </a:lnTo>
                <a:lnTo>
                  <a:pt x="1525455" y="118273"/>
                </a:lnTo>
                <a:lnTo>
                  <a:pt x="1524981" y="118218"/>
                </a:lnTo>
                <a:lnTo>
                  <a:pt x="1524514" y="118155"/>
                </a:lnTo>
                <a:lnTo>
                  <a:pt x="1524054" y="118085"/>
                </a:lnTo>
                <a:lnTo>
                  <a:pt x="1523600" y="118008"/>
                </a:lnTo>
                <a:lnTo>
                  <a:pt x="1523154" y="117923"/>
                </a:lnTo>
                <a:lnTo>
                  <a:pt x="1522714" y="117831"/>
                </a:lnTo>
                <a:lnTo>
                  <a:pt x="1522281" y="117731"/>
                </a:lnTo>
                <a:lnTo>
                  <a:pt x="1521855" y="117624"/>
                </a:lnTo>
                <a:lnTo>
                  <a:pt x="1521436" y="117510"/>
                </a:lnTo>
                <a:lnTo>
                  <a:pt x="1521024" y="117388"/>
                </a:lnTo>
                <a:lnTo>
                  <a:pt x="1520619" y="117259"/>
                </a:lnTo>
                <a:lnTo>
                  <a:pt x="1520220" y="117123"/>
                </a:lnTo>
                <a:lnTo>
                  <a:pt x="1519828" y="116979"/>
                </a:lnTo>
                <a:lnTo>
                  <a:pt x="1519443" y="116827"/>
                </a:lnTo>
                <a:lnTo>
                  <a:pt x="1519065" y="116669"/>
                </a:lnTo>
                <a:lnTo>
                  <a:pt x="1518694" y="116503"/>
                </a:lnTo>
                <a:lnTo>
                  <a:pt x="1518330" y="116329"/>
                </a:lnTo>
                <a:lnTo>
                  <a:pt x="1517972" y="116150"/>
                </a:lnTo>
                <a:lnTo>
                  <a:pt x="1517621" y="115966"/>
                </a:lnTo>
                <a:lnTo>
                  <a:pt x="1517275" y="115777"/>
                </a:lnTo>
                <a:lnTo>
                  <a:pt x="1516936" y="115583"/>
                </a:lnTo>
                <a:lnTo>
                  <a:pt x="1516604" y="115385"/>
                </a:lnTo>
                <a:lnTo>
                  <a:pt x="1516277" y="115182"/>
                </a:lnTo>
                <a:lnTo>
                  <a:pt x="1515957" y="114975"/>
                </a:lnTo>
                <a:lnTo>
                  <a:pt x="1515643" y="114763"/>
                </a:lnTo>
                <a:lnTo>
                  <a:pt x="1515336" y="114546"/>
                </a:lnTo>
                <a:lnTo>
                  <a:pt x="1515035" y="114324"/>
                </a:lnTo>
                <a:lnTo>
                  <a:pt x="1514740" y="114098"/>
                </a:lnTo>
                <a:lnTo>
                  <a:pt x="1514451" y="113868"/>
                </a:lnTo>
                <a:lnTo>
                  <a:pt x="1514169" y="113632"/>
                </a:lnTo>
                <a:lnTo>
                  <a:pt x="1513893" y="113392"/>
                </a:lnTo>
                <a:lnTo>
                  <a:pt x="1513623" y="113148"/>
                </a:lnTo>
                <a:lnTo>
                  <a:pt x="1513359" y="112898"/>
                </a:lnTo>
                <a:lnTo>
                  <a:pt x="1513102" y="112644"/>
                </a:lnTo>
                <a:lnTo>
                  <a:pt x="1512851" y="112386"/>
                </a:lnTo>
                <a:lnTo>
                  <a:pt x="1512606" y="112122"/>
                </a:lnTo>
                <a:lnTo>
                  <a:pt x="1512368" y="111855"/>
                </a:lnTo>
                <a:lnTo>
                  <a:pt x="1512136" y="111582"/>
                </a:lnTo>
                <a:lnTo>
                  <a:pt x="1511910" y="111305"/>
                </a:lnTo>
                <a:lnTo>
                  <a:pt x="1511691" y="111023"/>
                </a:lnTo>
                <a:lnTo>
                  <a:pt x="1511477" y="110736"/>
                </a:lnTo>
                <a:lnTo>
                  <a:pt x="1511270" y="110446"/>
                </a:lnTo>
                <a:lnTo>
                  <a:pt x="1511069" y="110154"/>
                </a:lnTo>
                <a:lnTo>
                  <a:pt x="1510875" y="109860"/>
                </a:lnTo>
                <a:lnTo>
                  <a:pt x="1510686" y="109564"/>
                </a:lnTo>
                <a:lnTo>
                  <a:pt x="1510503" y="109265"/>
                </a:lnTo>
                <a:lnTo>
                  <a:pt x="1510326" y="108964"/>
                </a:lnTo>
                <a:lnTo>
                  <a:pt x="1510155" y="108661"/>
                </a:lnTo>
                <a:lnTo>
                  <a:pt x="1509990" y="108356"/>
                </a:lnTo>
                <a:lnTo>
                  <a:pt x="1509831" y="108048"/>
                </a:lnTo>
                <a:lnTo>
                  <a:pt x="1509679" y="107739"/>
                </a:lnTo>
                <a:lnTo>
                  <a:pt x="1509532" y="107427"/>
                </a:lnTo>
                <a:lnTo>
                  <a:pt x="1509391" y="107113"/>
                </a:lnTo>
                <a:lnTo>
                  <a:pt x="1509256" y="106797"/>
                </a:lnTo>
                <a:lnTo>
                  <a:pt x="1509127" y="106479"/>
                </a:lnTo>
                <a:lnTo>
                  <a:pt x="1509005" y="106158"/>
                </a:lnTo>
                <a:lnTo>
                  <a:pt x="1508888" y="105835"/>
                </a:lnTo>
                <a:lnTo>
                  <a:pt x="1508777" y="105510"/>
                </a:lnTo>
                <a:lnTo>
                  <a:pt x="1508672" y="105183"/>
                </a:lnTo>
                <a:lnTo>
                  <a:pt x="1508574" y="104854"/>
                </a:lnTo>
                <a:lnTo>
                  <a:pt x="1508481" y="104523"/>
                </a:lnTo>
                <a:lnTo>
                  <a:pt x="1508394" y="104189"/>
                </a:lnTo>
                <a:lnTo>
                  <a:pt x="1508313" y="103853"/>
                </a:lnTo>
                <a:lnTo>
                  <a:pt x="1508239" y="103515"/>
                </a:lnTo>
                <a:lnTo>
                  <a:pt x="1508170" y="103175"/>
                </a:lnTo>
                <a:lnTo>
                  <a:pt x="1494624" y="103175"/>
                </a:lnTo>
                <a:lnTo>
                  <a:pt x="1494708" y="103841"/>
                </a:lnTo>
                <a:lnTo>
                  <a:pt x="1494805" y="104499"/>
                </a:lnTo>
                <a:lnTo>
                  <a:pt x="1494913" y="105150"/>
                </a:lnTo>
                <a:lnTo>
                  <a:pt x="1495033" y="105794"/>
                </a:lnTo>
                <a:lnTo>
                  <a:pt x="1495164" y="106430"/>
                </a:lnTo>
                <a:lnTo>
                  <a:pt x="1495308" y="107059"/>
                </a:lnTo>
                <a:lnTo>
                  <a:pt x="1495463" y="107681"/>
                </a:lnTo>
                <a:lnTo>
                  <a:pt x="1495630" y="108295"/>
                </a:lnTo>
                <a:lnTo>
                  <a:pt x="1495808" y="108902"/>
                </a:lnTo>
                <a:lnTo>
                  <a:pt x="1495999" y="109501"/>
                </a:lnTo>
                <a:lnTo>
                  <a:pt x="1496201" y="110093"/>
                </a:lnTo>
                <a:lnTo>
                  <a:pt x="1496415" y="110678"/>
                </a:lnTo>
                <a:lnTo>
                  <a:pt x="1496641" y="111255"/>
                </a:lnTo>
                <a:lnTo>
                  <a:pt x="1496878" y="111825"/>
                </a:lnTo>
                <a:lnTo>
                  <a:pt x="1497127" y="112388"/>
                </a:lnTo>
                <a:lnTo>
                  <a:pt x="1497388" y="112943"/>
                </a:lnTo>
                <a:lnTo>
                  <a:pt x="1497661" y="113491"/>
                </a:lnTo>
                <a:lnTo>
                  <a:pt x="1497945" y="114031"/>
                </a:lnTo>
                <a:lnTo>
                  <a:pt x="1498242" y="114564"/>
                </a:lnTo>
                <a:lnTo>
                  <a:pt x="1498550" y="115089"/>
                </a:lnTo>
                <a:lnTo>
                  <a:pt x="1498869" y="115608"/>
                </a:lnTo>
                <a:lnTo>
                  <a:pt x="1499201" y="116118"/>
                </a:lnTo>
                <a:lnTo>
                  <a:pt x="1499544" y="116622"/>
                </a:lnTo>
                <a:lnTo>
                  <a:pt x="1499899" y="117118"/>
                </a:lnTo>
                <a:lnTo>
                  <a:pt x="1500266" y="117605"/>
                </a:lnTo>
                <a:lnTo>
                  <a:pt x="1500642" y="118084"/>
                </a:lnTo>
                <a:lnTo>
                  <a:pt x="1501030" y="118554"/>
                </a:lnTo>
                <a:lnTo>
                  <a:pt x="1501427" y="119014"/>
                </a:lnTo>
                <a:lnTo>
                  <a:pt x="1501835" y="119466"/>
                </a:lnTo>
                <a:lnTo>
                  <a:pt x="1502253" y="119908"/>
                </a:lnTo>
                <a:lnTo>
                  <a:pt x="1502682" y="120342"/>
                </a:lnTo>
                <a:lnTo>
                  <a:pt x="1503121" y="120766"/>
                </a:lnTo>
                <a:lnTo>
                  <a:pt x="1503570" y="121182"/>
                </a:lnTo>
                <a:lnTo>
                  <a:pt x="1504030" y="121588"/>
                </a:lnTo>
                <a:lnTo>
                  <a:pt x="1504500" y="121985"/>
                </a:lnTo>
                <a:lnTo>
                  <a:pt x="1504980" y="122374"/>
                </a:lnTo>
                <a:lnTo>
                  <a:pt x="1505471" y="122753"/>
                </a:lnTo>
                <a:lnTo>
                  <a:pt x="1505973" y="123123"/>
                </a:lnTo>
                <a:lnTo>
                  <a:pt x="1506484" y="123485"/>
                </a:lnTo>
                <a:lnTo>
                  <a:pt x="1507006" y="123837"/>
                </a:lnTo>
                <a:lnTo>
                  <a:pt x="1507539" y="124180"/>
                </a:lnTo>
                <a:lnTo>
                  <a:pt x="1508082" y="124515"/>
                </a:lnTo>
                <a:lnTo>
                  <a:pt x="1508635" y="124840"/>
                </a:lnTo>
                <a:lnTo>
                  <a:pt x="1509198" y="125156"/>
                </a:lnTo>
                <a:lnTo>
                  <a:pt x="1509772" y="125463"/>
                </a:lnTo>
                <a:lnTo>
                  <a:pt x="1510357" y="125761"/>
                </a:lnTo>
                <a:lnTo>
                  <a:pt x="1510951" y="126051"/>
                </a:lnTo>
                <a:lnTo>
                  <a:pt x="1511557" y="126331"/>
                </a:lnTo>
                <a:lnTo>
                  <a:pt x="1512172" y="126601"/>
                </a:lnTo>
                <a:lnTo>
                  <a:pt x="1512796" y="126859"/>
                </a:lnTo>
                <a:lnTo>
                  <a:pt x="1513429" y="127106"/>
                </a:lnTo>
                <a:lnTo>
                  <a:pt x="1514071" y="127341"/>
                </a:lnTo>
                <a:lnTo>
                  <a:pt x="1514722" y="127565"/>
                </a:lnTo>
                <a:lnTo>
                  <a:pt x="1515382" y="127778"/>
                </a:lnTo>
                <a:lnTo>
                  <a:pt x="1516051" y="127979"/>
                </a:lnTo>
                <a:lnTo>
                  <a:pt x="1516729" y="128168"/>
                </a:lnTo>
                <a:lnTo>
                  <a:pt x="1517416" y="128346"/>
                </a:lnTo>
                <a:lnTo>
                  <a:pt x="1518112" y="128513"/>
                </a:lnTo>
                <a:lnTo>
                  <a:pt x="1518817" y="128668"/>
                </a:lnTo>
                <a:lnTo>
                  <a:pt x="1519532" y="128811"/>
                </a:lnTo>
                <a:lnTo>
                  <a:pt x="1520255" y="128943"/>
                </a:lnTo>
                <a:lnTo>
                  <a:pt x="1520987" y="129064"/>
                </a:lnTo>
                <a:lnTo>
                  <a:pt x="1521728" y="129173"/>
                </a:lnTo>
                <a:lnTo>
                  <a:pt x="1522478" y="129270"/>
                </a:lnTo>
                <a:lnTo>
                  <a:pt x="1523238" y="129357"/>
                </a:lnTo>
                <a:lnTo>
                  <a:pt x="1524006" y="129431"/>
                </a:lnTo>
                <a:lnTo>
                  <a:pt x="1524783" y="129494"/>
                </a:lnTo>
                <a:lnTo>
                  <a:pt x="1525569" y="129546"/>
                </a:lnTo>
                <a:lnTo>
                  <a:pt x="1526365" y="129586"/>
                </a:lnTo>
                <a:lnTo>
                  <a:pt x="1527169" y="129615"/>
                </a:lnTo>
                <a:lnTo>
                  <a:pt x="1527982" y="129632"/>
                </a:lnTo>
                <a:lnTo>
                  <a:pt x="1528804" y="129638"/>
                </a:lnTo>
                <a:lnTo>
                  <a:pt x="1529562" y="129633"/>
                </a:lnTo>
                <a:lnTo>
                  <a:pt x="1530311" y="129617"/>
                </a:lnTo>
                <a:lnTo>
                  <a:pt x="1531052" y="129590"/>
                </a:lnTo>
                <a:lnTo>
                  <a:pt x="1531784" y="129553"/>
                </a:lnTo>
                <a:close/>
                <a:moveTo>
                  <a:pt x="779174" y="127749"/>
                </a:moveTo>
                <a:lnTo>
                  <a:pt x="779174" y="48359"/>
                </a:lnTo>
                <a:lnTo>
                  <a:pt x="765942" y="48359"/>
                </a:lnTo>
                <a:lnTo>
                  <a:pt x="765942" y="127749"/>
                </a:lnTo>
                <a:lnTo>
                  <a:pt x="779174" y="127749"/>
                </a:lnTo>
                <a:close/>
                <a:moveTo>
                  <a:pt x="1335215" y="127749"/>
                </a:moveTo>
                <a:lnTo>
                  <a:pt x="1335215" y="48359"/>
                </a:lnTo>
                <a:lnTo>
                  <a:pt x="1321984" y="48359"/>
                </a:lnTo>
                <a:lnTo>
                  <a:pt x="1321984" y="127749"/>
                </a:lnTo>
                <a:lnTo>
                  <a:pt x="1335215" y="127749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2D">
            <a:extLst xmlns:a="http://schemas.openxmlformats.org/drawingml/2006/main">
              <a:ext uri="{FF2B5EF4-FFF2-40B4-BE49-F238E27FC236}">
                <a16:creationId xmlns:a16="http://schemas.microsoft.com/office/drawing/2014/main" id="{DCCECF39-DC3B-495D-9FB1-BEFD3109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5210" y="2156148"/>
            <a:ext cx="188746" cy="106448"/>
          </a:xfrm>
          <a:custGeom xmlns:a="http://schemas.openxmlformats.org/drawingml/2006/main">
            <a:pathLst>
              <a:path w="188746" h="106448">
                <a:moveTo>
                  <a:pt x="55378" y="106448"/>
                </a:moveTo>
                <a:lnTo>
                  <a:pt x="0" y="106448"/>
                </a:lnTo>
                <a:lnTo>
                  <a:pt x="0" y="103603"/>
                </a:lnTo>
                <a:cubicBezTo>
                  <a:pt x="14408" y="90274"/>
                  <a:pt x="26561" y="78019"/>
                  <a:pt x="36457" y="66838"/>
                </a:cubicBezTo>
                <a:cubicBezTo>
                  <a:pt x="44764" y="57571"/>
                  <a:pt x="49981" y="50494"/>
                  <a:pt x="52109" y="45605"/>
                </a:cubicBezTo>
                <a:cubicBezTo>
                  <a:pt x="54237" y="40715"/>
                  <a:pt x="55301" y="35786"/>
                  <a:pt x="55301" y="30818"/>
                </a:cubicBezTo>
                <a:cubicBezTo>
                  <a:pt x="55301" y="26160"/>
                  <a:pt x="53827" y="22372"/>
                  <a:pt x="50878" y="19454"/>
                </a:cubicBezTo>
                <a:cubicBezTo>
                  <a:pt x="47930" y="16535"/>
                  <a:pt x="44251" y="15075"/>
                  <a:pt x="39841" y="15075"/>
                </a:cubicBezTo>
                <a:cubicBezTo>
                  <a:pt x="32714" y="15075"/>
                  <a:pt x="26612" y="18994"/>
                  <a:pt x="21536" y="26831"/>
                </a:cubicBezTo>
                <a:lnTo>
                  <a:pt x="18690" y="25523"/>
                </a:lnTo>
                <a:cubicBezTo>
                  <a:pt x="21356" y="17915"/>
                  <a:pt x="24817" y="12132"/>
                  <a:pt x="29073" y="8174"/>
                </a:cubicBezTo>
                <a:cubicBezTo>
                  <a:pt x="34970" y="2725"/>
                  <a:pt x="41892" y="0"/>
                  <a:pt x="49840" y="0"/>
                </a:cubicBezTo>
                <a:cubicBezTo>
                  <a:pt x="57224" y="0"/>
                  <a:pt x="63338" y="2283"/>
                  <a:pt x="68184" y="6848"/>
                </a:cubicBezTo>
                <a:cubicBezTo>
                  <a:pt x="73029" y="11413"/>
                  <a:pt x="75452" y="16696"/>
                  <a:pt x="75452" y="22697"/>
                </a:cubicBezTo>
                <a:cubicBezTo>
                  <a:pt x="75452" y="27980"/>
                  <a:pt x="74273" y="33199"/>
                  <a:pt x="71914" y="38353"/>
                </a:cubicBezTo>
                <a:cubicBezTo>
                  <a:pt x="69556" y="43508"/>
                  <a:pt x="64684" y="49983"/>
                  <a:pt x="57301" y="57779"/>
                </a:cubicBezTo>
                <a:cubicBezTo>
                  <a:pt x="51660" y="63724"/>
                  <a:pt x="40226" y="74050"/>
                  <a:pt x="22997" y="88758"/>
                </a:cubicBezTo>
                <a:lnTo>
                  <a:pt x="43072" y="88758"/>
                </a:lnTo>
                <a:cubicBezTo>
                  <a:pt x="49532" y="88758"/>
                  <a:pt x="54057" y="88023"/>
                  <a:pt x="56647" y="86552"/>
                </a:cubicBezTo>
                <a:cubicBezTo>
                  <a:pt x="59236" y="85079"/>
                  <a:pt x="61659" y="82123"/>
                  <a:pt x="63915" y="77683"/>
                </a:cubicBezTo>
                <a:lnTo>
                  <a:pt x="67530" y="77683"/>
                </a:lnTo>
                <a:lnTo>
                  <a:pt x="55378" y="106448"/>
                </a:lnTo>
                <a:close/>
                <a:moveTo>
                  <a:pt x="72529" y="106448"/>
                </a:moveTo>
                <a:lnTo>
                  <a:pt x="73452" y="103680"/>
                </a:lnTo>
                <a:cubicBezTo>
                  <a:pt x="78477" y="103680"/>
                  <a:pt x="82284" y="102636"/>
                  <a:pt x="84874" y="100548"/>
                </a:cubicBezTo>
                <a:cubicBezTo>
                  <a:pt x="87463" y="98460"/>
                  <a:pt x="89604" y="94556"/>
                  <a:pt x="91296" y="88835"/>
                </a:cubicBezTo>
                <a:lnTo>
                  <a:pt x="110217" y="23014"/>
                </a:lnTo>
                <a:cubicBezTo>
                  <a:pt x="111448" y="18702"/>
                  <a:pt x="112063" y="15161"/>
                  <a:pt x="112063" y="12390"/>
                </a:cubicBezTo>
                <a:cubicBezTo>
                  <a:pt x="112063" y="10028"/>
                  <a:pt x="111345" y="8283"/>
                  <a:pt x="109909" y="7155"/>
                </a:cubicBezTo>
                <a:cubicBezTo>
                  <a:pt x="108474" y="6026"/>
                  <a:pt x="104807" y="5281"/>
                  <a:pt x="98911" y="4922"/>
                </a:cubicBezTo>
                <a:lnTo>
                  <a:pt x="99834" y="2154"/>
                </a:lnTo>
                <a:lnTo>
                  <a:pt x="135522" y="2154"/>
                </a:lnTo>
                <a:cubicBezTo>
                  <a:pt x="154340" y="2154"/>
                  <a:pt x="167915" y="5961"/>
                  <a:pt x="176247" y="13575"/>
                </a:cubicBezTo>
                <a:cubicBezTo>
                  <a:pt x="184580" y="21190"/>
                  <a:pt x="188746" y="31868"/>
                  <a:pt x="188746" y="45610"/>
                </a:cubicBezTo>
                <a:cubicBezTo>
                  <a:pt x="188746" y="55301"/>
                  <a:pt x="186823" y="63428"/>
                  <a:pt x="182977" y="69991"/>
                </a:cubicBezTo>
                <a:cubicBezTo>
                  <a:pt x="175440" y="82810"/>
                  <a:pt x="166492" y="92091"/>
                  <a:pt x="156134" y="97834"/>
                </a:cubicBezTo>
                <a:cubicBezTo>
                  <a:pt x="145777" y="103577"/>
                  <a:pt x="132471" y="106448"/>
                  <a:pt x="116216" y="106448"/>
                </a:cubicBezTo>
                <a:lnTo>
                  <a:pt x="72529" y="106448"/>
                </a:lnTo>
                <a:moveTo>
                  <a:pt x="137675" y="8307"/>
                </a:moveTo>
                <a:lnTo>
                  <a:pt x="114755" y="87374"/>
                </a:lnTo>
                <a:cubicBezTo>
                  <a:pt x="113678" y="91014"/>
                  <a:pt x="113140" y="93630"/>
                  <a:pt x="113140" y="95219"/>
                </a:cubicBezTo>
                <a:cubicBezTo>
                  <a:pt x="113140" y="96655"/>
                  <a:pt x="113729" y="97809"/>
                  <a:pt x="114909" y="98680"/>
                </a:cubicBezTo>
                <a:cubicBezTo>
                  <a:pt x="116447" y="99860"/>
                  <a:pt x="118729" y="100449"/>
                  <a:pt x="121754" y="100449"/>
                </a:cubicBezTo>
                <a:cubicBezTo>
                  <a:pt x="128984" y="100449"/>
                  <a:pt x="135445" y="98193"/>
                  <a:pt x="141136" y="93681"/>
                </a:cubicBezTo>
                <a:cubicBezTo>
                  <a:pt x="148417" y="87887"/>
                  <a:pt x="153968" y="80093"/>
                  <a:pt x="157788" y="70299"/>
                </a:cubicBezTo>
                <a:cubicBezTo>
                  <a:pt x="161608" y="60505"/>
                  <a:pt x="163518" y="50789"/>
                  <a:pt x="163518" y="41149"/>
                </a:cubicBezTo>
                <a:cubicBezTo>
                  <a:pt x="163518" y="34175"/>
                  <a:pt x="162416" y="28099"/>
                  <a:pt x="160211" y="22920"/>
                </a:cubicBezTo>
                <a:cubicBezTo>
                  <a:pt x="158006" y="17741"/>
                  <a:pt x="154596" y="13793"/>
                  <a:pt x="149981" y="11076"/>
                </a:cubicBezTo>
                <a:cubicBezTo>
                  <a:pt x="146751" y="9230"/>
                  <a:pt x="142649" y="8307"/>
                  <a:pt x="137675" y="8307"/>
                </a:cubicBezTo>
                <a:close/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:UVposition(2dims)">
            <a:extLst xmlns:a="http://schemas.openxmlformats.org/drawingml/2006/main">
              <a:ext uri="{FF2B5EF4-FFF2-40B4-BE49-F238E27FC236}">
                <a16:creationId xmlns:a16="http://schemas.microsoft.com/office/drawing/2014/main" id="{0AC5CE2C-C17E-488F-81D9-484762F8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921" y="2134847"/>
            <a:ext cx="1549984" cy="162403"/>
          </a:xfrm>
          <a:custGeom xmlns:a="http://schemas.openxmlformats.org/drawingml/2006/main">
            <a:pathLst>
              <a:path w="1549984" h="162403">
                <a:moveTo>
                  <a:pt x="9136" y="128537"/>
                </a:moveTo>
                <a:cubicBezTo>
                  <a:pt x="6510" y="128537"/>
                  <a:pt x="4330" y="127671"/>
                  <a:pt x="2598" y="125939"/>
                </a:cubicBezTo>
                <a:cubicBezTo>
                  <a:pt x="866" y="124205"/>
                  <a:pt x="0" y="122078"/>
                  <a:pt x="0" y="119557"/>
                </a:cubicBezTo>
                <a:cubicBezTo>
                  <a:pt x="0" y="117037"/>
                  <a:pt x="866" y="114911"/>
                  <a:pt x="2598" y="113178"/>
                </a:cubicBezTo>
                <a:cubicBezTo>
                  <a:pt x="4330" y="111446"/>
                  <a:pt x="6510" y="110580"/>
                  <a:pt x="9136" y="110580"/>
                </a:cubicBezTo>
                <a:cubicBezTo>
                  <a:pt x="11761" y="110580"/>
                  <a:pt x="13913" y="111446"/>
                  <a:pt x="15592" y="113178"/>
                </a:cubicBezTo>
                <a:cubicBezTo>
                  <a:pt x="17273" y="114911"/>
                  <a:pt x="18113" y="117037"/>
                  <a:pt x="18113" y="119557"/>
                </a:cubicBezTo>
                <a:cubicBezTo>
                  <a:pt x="18113" y="122078"/>
                  <a:pt x="17273" y="124205"/>
                  <a:pt x="15592" y="125939"/>
                </a:cubicBezTo>
                <a:cubicBezTo>
                  <a:pt x="13913" y="127671"/>
                  <a:pt x="11761" y="128537"/>
                  <a:pt x="9136" y="128537"/>
                </a:cubicBezTo>
                <a:moveTo>
                  <a:pt x="9136" y="64391"/>
                </a:moveTo>
                <a:cubicBezTo>
                  <a:pt x="6510" y="64391"/>
                  <a:pt x="4330" y="63525"/>
                  <a:pt x="2598" y="61793"/>
                </a:cubicBezTo>
                <a:cubicBezTo>
                  <a:pt x="866" y="60059"/>
                  <a:pt x="0" y="57932"/>
                  <a:pt x="0" y="55411"/>
                </a:cubicBezTo>
                <a:cubicBezTo>
                  <a:pt x="0" y="52891"/>
                  <a:pt x="866" y="50765"/>
                  <a:pt x="2598" y="49032"/>
                </a:cubicBezTo>
                <a:cubicBezTo>
                  <a:pt x="4330" y="47300"/>
                  <a:pt x="6510" y="46434"/>
                  <a:pt x="9136" y="46434"/>
                </a:cubicBezTo>
                <a:cubicBezTo>
                  <a:pt x="11761" y="46434"/>
                  <a:pt x="13913" y="47300"/>
                  <a:pt x="15592" y="49032"/>
                </a:cubicBezTo>
                <a:cubicBezTo>
                  <a:pt x="17273" y="50765"/>
                  <a:pt x="18113" y="52891"/>
                  <a:pt x="18113" y="55411"/>
                </a:cubicBezTo>
                <a:cubicBezTo>
                  <a:pt x="18113" y="57932"/>
                  <a:pt x="17273" y="60059"/>
                  <a:pt x="15592" y="61793"/>
                </a:cubicBezTo>
                <a:cubicBezTo>
                  <a:pt x="13913" y="63525"/>
                  <a:pt x="11761" y="64391"/>
                  <a:pt x="9136" y="64391"/>
                </a:cubicBezTo>
                <a:close/>
                <a:moveTo>
                  <a:pt x="118609" y="129638"/>
                </a:moveTo>
                <a:cubicBezTo>
                  <a:pt x="111050" y="129638"/>
                  <a:pt x="104198" y="128116"/>
                  <a:pt x="98054" y="125071"/>
                </a:cubicBezTo>
                <a:cubicBezTo>
                  <a:pt x="91911" y="122025"/>
                  <a:pt x="87001" y="117378"/>
                  <a:pt x="83325" y="111131"/>
                </a:cubicBezTo>
                <a:cubicBezTo>
                  <a:pt x="79650" y="104883"/>
                  <a:pt x="77812" y="96876"/>
                  <a:pt x="77812" y="87110"/>
                </a:cubicBezTo>
                <a:lnTo>
                  <a:pt x="77812" y="17486"/>
                </a:lnTo>
                <a:lnTo>
                  <a:pt x="91043" y="17486"/>
                </a:lnTo>
                <a:lnTo>
                  <a:pt x="91043" y="87266"/>
                </a:lnTo>
                <a:cubicBezTo>
                  <a:pt x="91043" y="94407"/>
                  <a:pt x="92225" y="100236"/>
                  <a:pt x="94588" y="104752"/>
                </a:cubicBezTo>
                <a:cubicBezTo>
                  <a:pt x="96952" y="109267"/>
                  <a:pt x="100234" y="112575"/>
                  <a:pt x="104433" y="114676"/>
                </a:cubicBezTo>
                <a:cubicBezTo>
                  <a:pt x="108633" y="116775"/>
                  <a:pt x="113463" y="117824"/>
                  <a:pt x="118924" y="117824"/>
                </a:cubicBezTo>
                <a:cubicBezTo>
                  <a:pt x="124491" y="117824"/>
                  <a:pt x="129322" y="116775"/>
                  <a:pt x="133418" y="114676"/>
                </a:cubicBezTo>
                <a:cubicBezTo>
                  <a:pt x="137513" y="112575"/>
                  <a:pt x="140716" y="109267"/>
                  <a:pt x="143025" y="104752"/>
                </a:cubicBezTo>
                <a:cubicBezTo>
                  <a:pt x="145335" y="100236"/>
                  <a:pt x="146491" y="94407"/>
                  <a:pt x="146491" y="87266"/>
                </a:cubicBezTo>
                <a:lnTo>
                  <a:pt x="146491" y="17486"/>
                </a:lnTo>
                <a:lnTo>
                  <a:pt x="159722" y="17486"/>
                </a:lnTo>
                <a:lnTo>
                  <a:pt x="159722" y="87110"/>
                </a:lnTo>
                <a:cubicBezTo>
                  <a:pt x="159722" y="96876"/>
                  <a:pt x="157884" y="104883"/>
                  <a:pt x="154208" y="111131"/>
                </a:cubicBezTo>
                <a:cubicBezTo>
                  <a:pt x="150534" y="117378"/>
                  <a:pt x="145599" y="122025"/>
                  <a:pt x="139403" y="125071"/>
                </a:cubicBezTo>
                <a:cubicBezTo>
                  <a:pt x="133206" y="128116"/>
                  <a:pt x="126275" y="129638"/>
                  <a:pt x="118609" y="129638"/>
                </a:cubicBezTo>
                <a:close/>
                <a:moveTo>
                  <a:pt x="215171" y="127749"/>
                </a:moveTo>
                <a:lnTo>
                  <a:pt x="173743" y="17486"/>
                </a:lnTo>
                <a:lnTo>
                  <a:pt x="188078" y="17486"/>
                </a:lnTo>
                <a:lnTo>
                  <a:pt x="222888" y="113729"/>
                </a:lnTo>
                <a:lnTo>
                  <a:pt x="258016" y="17486"/>
                </a:lnTo>
                <a:lnTo>
                  <a:pt x="272034" y="17486"/>
                </a:lnTo>
                <a:lnTo>
                  <a:pt x="230606" y="127749"/>
                </a:lnTo>
                <a:lnTo>
                  <a:pt x="215171" y="127749"/>
                </a:lnTo>
                <a:close/>
                <a:moveTo>
                  <a:pt x="328584" y="162403"/>
                </a:moveTo>
                <a:lnTo>
                  <a:pt x="328584" y="48359"/>
                </a:lnTo>
                <a:lnTo>
                  <a:pt x="340554" y="48359"/>
                </a:lnTo>
                <a:lnTo>
                  <a:pt x="341657" y="61276"/>
                </a:lnTo>
                <a:cubicBezTo>
                  <a:pt x="343338" y="58756"/>
                  <a:pt x="345491" y="56366"/>
                  <a:pt x="348115" y="54109"/>
                </a:cubicBezTo>
                <a:cubicBezTo>
                  <a:pt x="350740" y="51851"/>
                  <a:pt x="353890" y="50013"/>
                  <a:pt x="357566" y="48595"/>
                </a:cubicBezTo>
                <a:cubicBezTo>
                  <a:pt x="361242" y="47177"/>
                  <a:pt x="365443" y="46468"/>
                  <a:pt x="370168" y="46468"/>
                </a:cubicBezTo>
                <a:cubicBezTo>
                  <a:pt x="377939" y="46468"/>
                  <a:pt x="384686" y="48306"/>
                  <a:pt x="390408" y="51982"/>
                </a:cubicBezTo>
                <a:cubicBezTo>
                  <a:pt x="396132" y="55657"/>
                  <a:pt x="400595" y="60620"/>
                  <a:pt x="403798" y="66869"/>
                </a:cubicBezTo>
                <a:cubicBezTo>
                  <a:pt x="407002" y="73117"/>
                  <a:pt x="408603" y="80231"/>
                  <a:pt x="408603" y="88210"/>
                </a:cubicBezTo>
                <a:cubicBezTo>
                  <a:pt x="408603" y="96192"/>
                  <a:pt x="407002" y="103307"/>
                  <a:pt x="403798" y="109556"/>
                </a:cubicBezTo>
                <a:cubicBezTo>
                  <a:pt x="400595" y="115804"/>
                  <a:pt x="396106" y="120713"/>
                  <a:pt x="390329" y="124283"/>
                </a:cubicBezTo>
                <a:cubicBezTo>
                  <a:pt x="384554" y="127853"/>
                  <a:pt x="377781" y="129638"/>
                  <a:pt x="370009" y="129638"/>
                </a:cubicBezTo>
                <a:cubicBezTo>
                  <a:pt x="363605" y="129638"/>
                  <a:pt x="357960" y="128326"/>
                  <a:pt x="353076" y="125701"/>
                </a:cubicBezTo>
                <a:cubicBezTo>
                  <a:pt x="348194" y="123076"/>
                  <a:pt x="344440" y="119401"/>
                  <a:pt x="341816" y="114676"/>
                </a:cubicBezTo>
                <a:lnTo>
                  <a:pt x="341816" y="162403"/>
                </a:lnTo>
                <a:lnTo>
                  <a:pt x="328584" y="162403"/>
                </a:lnTo>
                <a:moveTo>
                  <a:pt x="368594" y="118139"/>
                </a:moveTo>
                <a:cubicBezTo>
                  <a:pt x="373739" y="118139"/>
                  <a:pt x="378306" y="116880"/>
                  <a:pt x="382296" y="114361"/>
                </a:cubicBezTo>
                <a:cubicBezTo>
                  <a:pt x="386288" y="111840"/>
                  <a:pt x="389412" y="108349"/>
                  <a:pt x="391670" y="103886"/>
                </a:cubicBezTo>
                <a:cubicBezTo>
                  <a:pt x="393928" y="99422"/>
                  <a:pt x="395057" y="94145"/>
                  <a:pt x="395057" y="88054"/>
                </a:cubicBezTo>
                <a:cubicBezTo>
                  <a:pt x="395057" y="82068"/>
                  <a:pt x="393928" y="76817"/>
                  <a:pt x="391670" y="72301"/>
                </a:cubicBezTo>
                <a:cubicBezTo>
                  <a:pt x="389412" y="67786"/>
                  <a:pt x="386288" y="64269"/>
                  <a:pt x="382296" y="61750"/>
                </a:cubicBezTo>
                <a:cubicBezTo>
                  <a:pt x="378306" y="59229"/>
                  <a:pt x="373739" y="57969"/>
                  <a:pt x="368594" y="57969"/>
                </a:cubicBezTo>
                <a:cubicBezTo>
                  <a:pt x="363343" y="57969"/>
                  <a:pt x="358722" y="59229"/>
                  <a:pt x="354730" y="61750"/>
                </a:cubicBezTo>
                <a:cubicBezTo>
                  <a:pt x="350740" y="64269"/>
                  <a:pt x="347643" y="67786"/>
                  <a:pt x="345438" y="72301"/>
                </a:cubicBezTo>
                <a:cubicBezTo>
                  <a:pt x="343233" y="76817"/>
                  <a:pt x="342131" y="82068"/>
                  <a:pt x="342131" y="88054"/>
                </a:cubicBezTo>
                <a:cubicBezTo>
                  <a:pt x="342131" y="94145"/>
                  <a:pt x="343233" y="99422"/>
                  <a:pt x="345438" y="103886"/>
                </a:cubicBezTo>
                <a:cubicBezTo>
                  <a:pt x="347643" y="108349"/>
                  <a:pt x="350740" y="111840"/>
                  <a:pt x="354730" y="114361"/>
                </a:cubicBezTo>
                <a:cubicBezTo>
                  <a:pt x="358722" y="116880"/>
                  <a:pt x="363343" y="118139"/>
                  <a:pt x="368594" y="118139"/>
                </a:cubicBezTo>
                <a:close/>
                <a:moveTo>
                  <a:pt x="462631" y="129638"/>
                </a:moveTo>
                <a:cubicBezTo>
                  <a:pt x="455281" y="129638"/>
                  <a:pt x="448666" y="127932"/>
                  <a:pt x="442785" y="124521"/>
                </a:cubicBezTo>
                <a:cubicBezTo>
                  <a:pt x="436905" y="121108"/>
                  <a:pt x="432283" y="116277"/>
                  <a:pt x="428922" y="110030"/>
                </a:cubicBezTo>
                <a:cubicBezTo>
                  <a:pt x="425561" y="103781"/>
                  <a:pt x="423881" y="96507"/>
                  <a:pt x="423881" y="88210"/>
                </a:cubicBezTo>
                <a:cubicBezTo>
                  <a:pt x="423881" y="79705"/>
                  <a:pt x="425588" y="72328"/>
                  <a:pt x="429001" y="66081"/>
                </a:cubicBezTo>
                <a:cubicBezTo>
                  <a:pt x="432414" y="59832"/>
                  <a:pt x="437087" y="55000"/>
                  <a:pt x="443021" y="51587"/>
                </a:cubicBezTo>
                <a:cubicBezTo>
                  <a:pt x="448954" y="48174"/>
                  <a:pt x="455596" y="46468"/>
                  <a:pt x="462946" y="46468"/>
                </a:cubicBezTo>
                <a:cubicBezTo>
                  <a:pt x="470508" y="46468"/>
                  <a:pt x="477203" y="48174"/>
                  <a:pt x="483030" y="51587"/>
                </a:cubicBezTo>
                <a:cubicBezTo>
                  <a:pt x="488858" y="55000"/>
                  <a:pt x="493479" y="59832"/>
                  <a:pt x="496892" y="66081"/>
                </a:cubicBezTo>
                <a:cubicBezTo>
                  <a:pt x="500305" y="72328"/>
                  <a:pt x="502011" y="79653"/>
                  <a:pt x="502011" y="88054"/>
                </a:cubicBezTo>
                <a:cubicBezTo>
                  <a:pt x="502011" y="96455"/>
                  <a:pt x="500278" y="103781"/>
                  <a:pt x="496812" y="110030"/>
                </a:cubicBezTo>
                <a:cubicBezTo>
                  <a:pt x="493348" y="116277"/>
                  <a:pt x="488676" y="121108"/>
                  <a:pt x="482795" y="124521"/>
                </a:cubicBezTo>
                <a:cubicBezTo>
                  <a:pt x="476914" y="127932"/>
                  <a:pt x="470193" y="129638"/>
                  <a:pt x="462631" y="129638"/>
                </a:cubicBezTo>
                <a:moveTo>
                  <a:pt x="462790" y="118298"/>
                </a:moveTo>
                <a:cubicBezTo>
                  <a:pt x="467306" y="118298"/>
                  <a:pt x="471505" y="117169"/>
                  <a:pt x="475389" y="114911"/>
                </a:cubicBezTo>
                <a:cubicBezTo>
                  <a:pt x="479275" y="112654"/>
                  <a:pt x="482425" y="109267"/>
                  <a:pt x="484840" y="104752"/>
                </a:cubicBezTo>
                <a:cubicBezTo>
                  <a:pt x="487257" y="100236"/>
                  <a:pt x="488465" y="94670"/>
                  <a:pt x="488465" y="88054"/>
                </a:cubicBezTo>
                <a:cubicBezTo>
                  <a:pt x="488465" y="81334"/>
                  <a:pt x="487283" y="75742"/>
                  <a:pt x="484920" y="71280"/>
                </a:cubicBezTo>
                <a:cubicBezTo>
                  <a:pt x="482558" y="66816"/>
                  <a:pt x="479460" y="63455"/>
                  <a:pt x="475627" y="61197"/>
                </a:cubicBezTo>
                <a:cubicBezTo>
                  <a:pt x="471795" y="58939"/>
                  <a:pt x="467568" y="57810"/>
                  <a:pt x="462946" y="57810"/>
                </a:cubicBezTo>
                <a:cubicBezTo>
                  <a:pt x="458537" y="57810"/>
                  <a:pt x="454362" y="58939"/>
                  <a:pt x="450424" y="61197"/>
                </a:cubicBezTo>
                <a:cubicBezTo>
                  <a:pt x="446485" y="63455"/>
                  <a:pt x="443334" y="66816"/>
                  <a:pt x="440971" y="71280"/>
                </a:cubicBezTo>
                <a:cubicBezTo>
                  <a:pt x="438609" y="75742"/>
                  <a:pt x="437428" y="81334"/>
                  <a:pt x="437428" y="88054"/>
                </a:cubicBezTo>
                <a:cubicBezTo>
                  <a:pt x="437428" y="94670"/>
                  <a:pt x="438609" y="100236"/>
                  <a:pt x="440971" y="104752"/>
                </a:cubicBezTo>
                <a:cubicBezTo>
                  <a:pt x="443334" y="109267"/>
                  <a:pt x="446432" y="112654"/>
                  <a:pt x="450265" y="114911"/>
                </a:cubicBezTo>
                <a:cubicBezTo>
                  <a:pt x="454100" y="117169"/>
                  <a:pt x="458275" y="118298"/>
                  <a:pt x="462790" y="118298"/>
                </a:cubicBezTo>
                <a:close/>
                <a:moveTo>
                  <a:pt x="550527" y="129638"/>
                </a:moveTo>
                <a:cubicBezTo>
                  <a:pt x="543913" y="129638"/>
                  <a:pt x="538163" y="128536"/>
                  <a:pt x="533279" y="126331"/>
                </a:cubicBezTo>
                <a:cubicBezTo>
                  <a:pt x="528397" y="124126"/>
                  <a:pt x="524511" y="121055"/>
                  <a:pt x="521622" y="117118"/>
                </a:cubicBezTo>
                <a:cubicBezTo>
                  <a:pt x="518735" y="113179"/>
                  <a:pt x="516976" y="108532"/>
                  <a:pt x="516346" y="103175"/>
                </a:cubicBezTo>
                <a:lnTo>
                  <a:pt x="529893" y="103175"/>
                </a:lnTo>
                <a:cubicBezTo>
                  <a:pt x="530418" y="105905"/>
                  <a:pt x="531521" y="108426"/>
                  <a:pt x="533200" y="110736"/>
                </a:cubicBezTo>
                <a:cubicBezTo>
                  <a:pt x="534881" y="113047"/>
                  <a:pt x="537165" y="114911"/>
                  <a:pt x="540052" y="116329"/>
                </a:cubicBezTo>
                <a:cubicBezTo>
                  <a:pt x="542940" y="117746"/>
                  <a:pt x="546484" y="118454"/>
                  <a:pt x="550686" y="118454"/>
                </a:cubicBezTo>
                <a:cubicBezTo>
                  <a:pt x="554362" y="118454"/>
                  <a:pt x="557407" y="117903"/>
                  <a:pt x="559822" y="116801"/>
                </a:cubicBezTo>
                <a:cubicBezTo>
                  <a:pt x="562236" y="115698"/>
                  <a:pt x="564048" y="114202"/>
                  <a:pt x="565256" y="112313"/>
                </a:cubicBezTo>
                <a:cubicBezTo>
                  <a:pt x="566464" y="110422"/>
                  <a:pt x="567068" y="108375"/>
                  <a:pt x="567068" y="106170"/>
                </a:cubicBezTo>
                <a:cubicBezTo>
                  <a:pt x="567068" y="102914"/>
                  <a:pt x="566306" y="100446"/>
                  <a:pt x="564783" y="98767"/>
                </a:cubicBezTo>
                <a:cubicBezTo>
                  <a:pt x="563260" y="97086"/>
                  <a:pt x="561029" y="95747"/>
                  <a:pt x="558089" y="94750"/>
                </a:cubicBezTo>
                <a:cubicBezTo>
                  <a:pt x="555148" y="93752"/>
                  <a:pt x="551578" y="92885"/>
                  <a:pt x="547378" y="92150"/>
                </a:cubicBezTo>
                <a:cubicBezTo>
                  <a:pt x="543913" y="91520"/>
                  <a:pt x="540499" y="90680"/>
                  <a:pt x="537139" y="89631"/>
                </a:cubicBezTo>
                <a:cubicBezTo>
                  <a:pt x="533779" y="88580"/>
                  <a:pt x="530786" y="87188"/>
                  <a:pt x="528160" y="85456"/>
                </a:cubicBezTo>
                <a:cubicBezTo>
                  <a:pt x="525535" y="83722"/>
                  <a:pt x="523461" y="81596"/>
                  <a:pt x="521937" y="79077"/>
                </a:cubicBezTo>
                <a:cubicBezTo>
                  <a:pt x="520415" y="76556"/>
                  <a:pt x="519653" y="73458"/>
                  <a:pt x="519653" y="69782"/>
                </a:cubicBezTo>
                <a:cubicBezTo>
                  <a:pt x="519653" y="65267"/>
                  <a:pt x="520809" y="61250"/>
                  <a:pt x="523119" y="57733"/>
                </a:cubicBezTo>
                <a:cubicBezTo>
                  <a:pt x="525430" y="54215"/>
                  <a:pt x="528764" y="51458"/>
                  <a:pt x="533121" y="49463"/>
                </a:cubicBezTo>
                <a:cubicBezTo>
                  <a:pt x="537479" y="47466"/>
                  <a:pt x="542546" y="46468"/>
                  <a:pt x="548323" y="46468"/>
                </a:cubicBezTo>
                <a:cubicBezTo>
                  <a:pt x="556828" y="46468"/>
                  <a:pt x="563707" y="48516"/>
                  <a:pt x="568958" y="52611"/>
                </a:cubicBezTo>
                <a:cubicBezTo>
                  <a:pt x="574208" y="56707"/>
                  <a:pt x="577307" y="62641"/>
                  <a:pt x="578252" y="70412"/>
                </a:cubicBezTo>
                <a:lnTo>
                  <a:pt x="565177" y="70412"/>
                </a:lnTo>
                <a:cubicBezTo>
                  <a:pt x="564653" y="66422"/>
                  <a:pt x="562946" y="63298"/>
                  <a:pt x="560057" y="61041"/>
                </a:cubicBezTo>
                <a:cubicBezTo>
                  <a:pt x="557170" y="58781"/>
                  <a:pt x="553205" y="57652"/>
                  <a:pt x="548164" y="57652"/>
                </a:cubicBezTo>
                <a:cubicBezTo>
                  <a:pt x="543229" y="57652"/>
                  <a:pt x="539475" y="58650"/>
                  <a:pt x="536901" y="60646"/>
                </a:cubicBezTo>
                <a:cubicBezTo>
                  <a:pt x="534330" y="62641"/>
                  <a:pt x="533044" y="65266"/>
                  <a:pt x="533044" y="68520"/>
                </a:cubicBezTo>
                <a:cubicBezTo>
                  <a:pt x="533044" y="70621"/>
                  <a:pt x="533752" y="72485"/>
                  <a:pt x="535168" y="74114"/>
                </a:cubicBezTo>
                <a:cubicBezTo>
                  <a:pt x="536586" y="75742"/>
                  <a:pt x="538687" y="77133"/>
                  <a:pt x="541470" y="78288"/>
                </a:cubicBezTo>
                <a:cubicBezTo>
                  <a:pt x="544254" y="79444"/>
                  <a:pt x="547693" y="80388"/>
                  <a:pt x="551789" y="81122"/>
                </a:cubicBezTo>
                <a:cubicBezTo>
                  <a:pt x="557038" y="82068"/>
                  <a:pt x="561816" y="83328"/>
                  <a:pt x="566121" y="84903"/>
                </a:cubicBezTo>
                <a:cubicBezTo>
                  <a:pt x="570427" y="86478"/>
                  <a:pt x="573918" y="88815"/>
                  <a:pt x="576596" y="91914"/>
                </a:cubicBezTo>
                <a:cubicBezTo>
                  <a:pt x="579275" y="95012"/>
                  <a:pt x="580615" y="99396"/>
                  <a:pt x="580615" y="105066"/>
                </a:cubicBezTo>
                <a:cubicBezTo>
                  <a:pt x="580615" y="110002"/>
                  <a:pt x="579381" y="114307"/>
                  <a:pt x="576913" y="117983"/>
                </a:cubicBezTo>
                <a:cubicBezTo>
                  <a:pt x="574446" y="121659"/>
                  <a:pt x="570953" y="124521"/>
                  <a:pt x="566436" y="126569"/>
                </a:cubicBezTo>
                <a:cubicBezTo>
                  <a:pt x="561921" y="128615"/>
                  <a:pt x="556618" y="129638"/>
                  <a:pt x="550527" y="129638"/>
                </a:cubicBezTo>
                <a:close/>
                <a:moveTo>
                  <a:pt x="600935" y="127749"/>
                </a:moveTo>
                <a:lnTo>
                  <a:pt x="600935" y="48359"/>
                </a:lnTo>
                <a:lnTo>
                  <a:pt x="614166" y="48359"/>
                </a:lnTo>
                <a:lnTo>
                  <a:pt x="614166" y="127749"/>
                </a:lnTo>
                <a:lnTo>
                  <a:pt x="600935" y="127749"/>
                </a:lnTo>
                <a:moveTo>
                  <a:pt x="607549" y="31506"/>
                </a:moveTo>
                <a:cubicBezTo>
                  <a:pt x="604925" y="31506"/>
                  <a:pt x="602745" y="30640"/>
                  <a:pt x="601012" y="28908"/>
                </a:cubicBezTo>
                <a:cubicBezTo>
                  <a:pt x="599279" y="27174"/>
                  <a:pt x="598413" y="24994"/>
                  <a:pt x="598413" y="22367"/>
                </a:cubicBezTo>
                <a:cubicBezTo>
                  <a:pt x="598413" y="19743"/>
                  <a:pt x="599279" y="17616"/>
                  <a:pt x="601012" y="15988"/>
                </a:cubicBezTo>
                <a:cubicBezTo>
                  <a:pt x="602745" y="14360"/>
                  <a:pt x="604925" y="13546"/>
                  <a:pt x="607549" y="13546"/>
                </a:cubicBezTo>
                <a:cubicBezTo>
                  <a:pt x="610070" y="13546"/>
                  <a:pt x="612223" y="14360"/>
                  <a:pt x="614008" y="15988"/>
                </a:cubicBezTo>
                <a:cubicBezTo>
                  <a:pt x="615793" y="17616"/>
                  <a:pt x="616685" y="19743"/>
                  <a:pt x="616685" y="22367"/>
                </a:cubicBezTo>
                <a:cubicBezTo>
                  <a:pt x="616685" y="24994"/>
                  <a:pt x="615793" y="27174"/>
                  <a:pt x="614008" y="28908"/>
                </a:cubicBezTo>
                <a:cubicBezTo>
                  <a:pt x="612223" y="30640"/>
                  <a:pt x="610070" y="31506"/>
                  <a:pt x="607549" y="31506"/>
                </a:cubicBezTo>
                <a:close/>
                <a:moveTo>
                  <a:pt x="668667" y="127749"/>
                </a:moveTo>
                <a:cubicBezTo>
                  <a:pt x="663942" y="127749"/>
                  <a:pt x="659846" y="127014"/>
                  <a:pt x="656380" y="125545"/>
                </a:cubicBezTo>
                <a:cubicBezTo>
                  <a:pt x="652914" y="124074"/>
                  <a:pt x="650262" y="121580"/>
                  <a:pt x="648425" y="118062"/>
                </a:cubicBezTo>
                <a:cubicBezTo>
                  <a:pt x="646587" y="114544"/>
                  <a:pt x="645668" y="109792"/>
                  <a:pt x="645668" y="103807"/>
                </a:cubicBezTo>
                <a:lnTo>
                  <a:pt x="645668" y="59543"/>
                </a:lnTo>
                <a:lnTo>
                  <a:pt x="631806" y="59543"/>
                </a:lnTo>
                <a:lnTo>
                  <a:pt x="631806" y="48359"/>
                </a:lnTo>
                <a:lnTo>
                  <a:pt x="645668" y="48359"/>
                </a:lnTo>
                <a:lnTo>
                  <a:pt x="647401" y="29141"/>
                </a:lnTo>
                <a:lnTo>
                  <a:pt x="658899" y="29141"/>
                </a:lnTo>
                <a:lnTo>
                  <a:pt x="658899" y="48359"/>
                </a:lnTo>
                <a:lnTo>
                  <a:pt x="681899" y="48359"/>
                </a:lnTo>
                <a:lnTo>
                  <a:pt x="681899" y="59543"/>
                </a:lnTo>
                <a:lnTo>
                  <a:pt x="658899" y="59543"/>
                </a:lnTo>
                <a:lnTo>
                  <a:pt x="658899" y="103807"/>
                </a:lnTo>
                <a:cubicBezTo>
                  <a:pt x="658899" y="108742"/>
                  <a:pt x="659897" y="112076"/>
                  <a:pt x="661892" y="113808"/>
                </a:cubicBezTo>
                <a:cubicBezTo>
                  <a:pt x="663888" y="115540"/>
                  <a:pt x="667407" y="116406"/>
                  <a:pt x="672448" y="116406"/>
                </a:cubicBezTo>
                <a:lnTo>
                  <a:pt x="680952" y="116406"/>
                </a:lnTo>
                <a:lnTo>
                  <a:pt x="680952" y="127749"/>
                </a:lnTo>
                <a:lnTo>
                  <a:pt x="668667" y="127749"/>
                </a:lnTo>
                <a:close/>
                <a:moveTo>
                  <a:pt x="700486" y="127749"/>
                </a:moveTo>
                <a:lnTo>
                  <a:pt x="700486" y="48359"/>
                </a:lnTo>
                <a:lnTo>
                  <a:pt x="713718" y="48359"/>
                </a:lnTo>
                <a:lnTo>
                  <a:pt x="713718" y="127749"/>
                </a:lnTo>
                <a:lnTo>
                  <a:pt x="700486" y="127749"/>
                </a:lnTo>
                <a:moveTo>
                  <a:pt x="707101" y="31506"/>
                </a:moveTo>
                <a:cubicBezTo>
                  <a:pt x="704476" y="31506"/>
                  <a:pt x="702297" y="30640"/>
                  <a:pt x="700563" y="28908"/>
                </a:cubicBezTo>
                <a:cubicBezTo>
                  <a:pt x="698831" y="27174"/>
                  <a:pt x="697965" y="24994"/>
                  <a:pt x="697965" y="22367"/>
                </a:cubicBezTo>
                <a:cubicBezTo>
                  <a:pt x="697965" y="19743"/>
                  <a:pt x="698831" y="17616"/>
                  <a:pt x="700563" y="15988"/>
                </a:cubicBezTo>
                <a:cubicBezTo>
                  <a:pt x="702297" y="14360"/>
                  <a:pt x="704476" y="13546"/>
                  <a:pt x="707101" y="13546"/>
                </a:cubicBezTo>
                <a:cubicBezTo>
                  <a:pt x="709621" y="13546"/>
                  <a:pt x="711774" y="14360"/>
                  <a:pt x="713559" y="15988"/>
                </a:cubicBezTo>
                <a:cubicBezTo>
                  <a:pt x="715344" y="17616"/>
                  <a:pt x="716236" y="19743"/>
                  <a:pt x="716236" y="22367"/>
                </a:cubicBezTo>
                <a:cubicBezTo>
                  <a:pt x="716236" y="24994"/>
                  <a:pt x="715344" y="27174"/>
                  <a:pt x="713559" y="28908"/>
                </a:cubicBezTo>
                <a:cubicBezTo>
                  <a:pt x="711774" y="30640"/>
                  <a:pt x="709621" y="31506"/>
                  <a:pt x="707101" y="31506"/>
                </a:cubicBezTo>
                <a:close/>
                <a:moveTo>
                  <a:pt x="772471" y="129638"/>
                </a:moveTo>
                <a:cubicBezTo>
                  <a:pt x="765121" y="129638"/>
                  <a:pt x="758505" y="127932"/>
                  <a:pt x="752625" y="124521"/>
                </a:cubicBezTo>
                <a:cubicBezTo>
                  <a:pt x="746744" y="121108"/>
                  <a:pt x="742123" y="116277"/>
                  <a:pt x="738761" y="110030"/>
                </a:cubicBezTo>
                <a:cubicBezTo>
                  <a:pt x="735401" y="103781"/>
                  <a:pt x="733721" y="96507"/>
                  <a:pt x="733721" y="88210"/>
                </a:cubicBezTo>
                <a:cubicBezTo>
                  <a:pt x="733721" y="79705"/>
                  <a:pt x="735427" y="72328"/>
                  <a:pt x="738840" y="66081"/>
                </a:cubicBezTo>
                <a:cubicBezTo>
                  <a:pt x="742253" y="59832"/>
                  <a:pt x="746927" y="55000"/>
                  <a:pt x="752860" y="51587"/>
                </a:cubicBezTo>
                <a:cubicBezTo>
                  <a:pt x="758794" y="48174"/>
                  <a:pt x="765436" y="46468"/>
                  <a:pt x="772786" y="46468"/>
                </a:cubicBezTo>
                <a:cubicBezTo>
                  <a:pt x="780347" y="46468"/>
                  <a:pt x="787042" y="48174"/>
                  <a:pt x="792870" y="51587"/>
                </a:cubicBezTo>
                <a:cubicBezTo>
                  <a:pt x="798697" y="55000"/>
                  <a:pt x="803318" y="59832"/>
                  <a:pt x="806731" y="66081"/>
                </a:cubicBezTo>
                <a:cubicBezTo>
                  <a:pt x="810144" y="72328"/>
                  <a:pt x="811851" y="79653"/>
                  <a:pt x="811851" y="88054"/>
                </a:cubicBezTo>
                <a:cubicBezTo>
                  <a:pt x="811851" y="96455"/>
                  <a:pt x="810118" y="103781"/>
                  <a:pt x="806652" y="110030"/>
                </a:cubicBezTo>
                <a:cubicBezTo>
                  <a:pt x="803187" y="116277"/>
                  <a:pt x="798515" y="121108"/>
                  <a:pt x="792634" y="124521"/>
                </a:cubicBezTo>
                <a:cubicBezTo>
                  <a:pt x="786753" y="127932"/>
                  <a:pt x="780032" y="129638"/>
                  <a:pt x="772471" y="129638"/>
                </a:cubicBezTo>
                <a:moveTo>
                  <a:pt x="772629" y="118298"/>
                </a:moveTo>
                <a:cubicBezTo>
                  <a:pt x="777145" y="118298"/>
                  <a:pt x="781345" y="117169"/>
                  <a:pt x="785229" y="114911"/>
                </a:cubicBezTo>
                <a:cubicBezTo>
                  <a:pt x="789115" y="112654"/>
                  <a:pt x="792265" y="109267"/>
                  <a:pt x="794680" y="104752"/>
                </a:cubicBezTo>
                <a:cubicBezTo>
                  <a:pt x="797096" y="100236"/>
                  <a:pt x="798304" y="94670"/>
                  <a:pt x="798304" y="88054"/>
                </a:cubicBezTo>
                <a:cubicBezTo>
                  <a:pt x="798304" y="81334"/>
                  <a:pt x="797122" y="75742"/>
                  <a:pt x="794759" y="71280"/>
                </a:cubicBezTo>
                <a:cubicBezTo>
                  <a:pt x="792397" y="66816"/>
                  <a:pt x="789300" y="63455"/>
                  <a:pt x="785467" y="61197"/>
                </a:cubicBezTo>
                <a:cubicBezTo>
                  <a:pt x="781634" y="58939"/>
                  <a:pt x="777407" y="57810"/>
                  <a:pt x="772786" y="57810"/>
                </a:cubicBezTo>
                <a:cubicBezTo>
                  <a:pt x="768376" y="57810"/>
                  <a:pt x="764202" y="58939"/>
                  <a:pt x="760263" y="61197"/>
                </a:cubicBezTo>
                <a:cubicBezTo>
                  <a:pt x="756324" y="63455"/>
                  <a:pt x="753173" y="66816"/>
                  <a:pt x="750810" y="71280"/>
                </a:cubicBezTo>
                <a:cubicBezTo>
                  <a:pt x="748448" y="75742"/>
                  <a:pt x="747267" y="81334"/>
                  <a:pt x="747267" y="88054"/>
                </a:cubicBezTo>
                <a:cubicBezTo>
                  <a:pt x="747267" y="94670"/>
                  <a:pt x="748448" y="100236"/>
                  <a:pt x="750810" y="104752"/>
                </a:cubicBezTo>
                <a:cubicBezTo>
                  <a:pt x="753173" y="109267"/>
                  <a:pt x="756272" y="112654"/>
                  <a:pt x="760104" y="114911"/>
                </a:cubicBezTo>
                <a:cubicBezTo>
                  <a:pt x="763939" y="117169"/>
                  <a:pt x="768114" y="118298"/>
                  <a:pt x="772629" y="118298"/>
                </a:cubicBezTo>
                <a:close/>
                <a:moveTo>
                  <a:pt x="830440" y="127749"/>
                </a:moveTo>
                <a:lnTo>
                  <a:pt x="830440" y="48359"/>
                </a:lnTo>
                <a:lnTo>
                  <a:pt x="842409" y="48359"/>
                </a:lnTo>
                <a:lnTo>
                  <a:pt x="843039" y="62221"/>
                </a:lnTo>
                <a:cubicBezTo>
                  <a:pt x="845560" y="57285"/>
                  <a:pt x="849156" y="53426"/>
                  <a:pt x="853829" y="50643"/>
                </a:cubicBezTo>
                <a:cubicBezTo>
                  <a:pt x="858503" y="47860"/>
                  <a:pt x="863833" y="46468"/>
                  <a:pt x="869820" y="46468"/>
                </a:cubicBezTo>
                <a:cubicBezTo>
                  <a:pt x="876014" y="46468"/>
                  <a:pt x="881369" y="47702"/>
                  <a:pt x="885885" y="50172"/>
                </a:cubicBezTo>
                <a:cubicBezTo>
                  <a:pt x="890400" y="52639"/>
                  <a:pt x="893918" y="56367"/>
                  <a:pt x="896439" y="61355"/>
                </a:cubicBezTo>
                <a:cubicBezTo>
                  <a:pt x="898959" y="66344"/>
                  <a:pt x="900220" y="72671"/>
                  <a:pt x="900220" y="80336"/>
                </a:cubicBezTo>
                <a:lnTo>
                  <a:pt x="900220" y="127749"/>
                </a:lnTo>
                <a:lnTo>
                  <a:pt x="886988" y="127749"/>
                </a:lnTo>
                <a:lnTo>
                  <a:pt x="886988" y="81752"/>
                </a:lnTo>
                <a:cubicBezTo>
                  <a:pt x="886988" y="73772"/>
                  <a:pt x="885229" y="67787"/>
                  <a:pt x="881710" y="63797"/>
                </a:cubicBezTo>
                <a:cubicBezTo>
                  <a:pt x="878193" y="59806"/>
                  <a:pt x="873231" y="57810"/>
                  <a:pt x="866825" y="57810"/>
                </a:cubicBezTo>
                <a:cubicBezTo>
                  <a:pt x="862415" y="57810"/>
                  <a:pt x="858477" y="58887"/>
                  <a:pt x="855011" y="61041"/>
                </a:cubicBezTo>
                <a:cubicBezTo>
                  <a:pt x="851545" y="63193"/>
                  <a:pt x="848788" y="66290"/>
                  <a:pt x="846741" y="70333"/>
                </a:cubicBezTo>
                <a:cubicBezTo>
                  <a:pt x="844694" y="74375"/>
                  <a:pt x="843671" y="79390"/>
                  <a:pt x="843671" y="85377"/>
                </a:cubicBezTo>
                <a:lnTo>
                  <a:pt x="843671" y="127749"/>
                </a:lnTo>
                <a:lnTo>
                  <a:pt x="830440" y="127749"/>
                </a:lnTo>
                <a:close/>
                <a:moveTo>
                  <a:pt x="990949" y="150590"/>
                </a:moveTo>
                <a:cubicBezTo>
                  <a:pt x="985280" y="145129"/>
                  <a:pt x="980029" y="138644"/>
                  <a:pt x="975198" y="131135"/>
                </a:cubicBezTo>
                <a:cubicBezTo>
                  <a:pt x="970367" y="123627"/>
                  <a:pt x="966508" y="115200"/>
                  <a:pt x="963620" y="105855"/>
                </a:cubicBezTo>
                <a:cubicBezTo>
                  <a:pt x="960733" y="96508"/>
                  <a:pt x="959289" y="86322"/>
                  <a:pt x="959289" y="75296"/>
                </a:cubicBezTo>
                <a:cubicBezTo>
                  <a:pt x="959289" y="64269"/>
                  <a:pt x="960733" y="54082"/>
                  <a:pt x="963620" y="44737"/>
                </a:cubicBezTo>
                <a:cubicBezTo>
                  <a:pt x="966508" y="35391"/>
                  <a:pt x="970367" y="26937"/>
                  <a:pt x="975198" y="19377"/>
                </a:cubicBezTo>
                <a:cubicBezTo>
                  <a:pt x="980029" y="11816"/>
                  <a:pt x="985280" y="5357"/>
                  <a:pt x="990949" y="0"/>
                </a:cubicBezTo>
                <a:lnTo>
                  <a:pt x="1004498" y="0"/>
                </a:lnTo>
                <a:lnTo>
                  <a:pt x="1004498" y="1262"/>
                </a:lnTo>
                <a:cubicBezTo>
                  <a:pt x="998091" y="7562"/>
                  <a:pt x="992499" y="14598"/>
                  <a:pt x="987721" y="22370"/>
                </a:cubicBezTo>
                <a:cubicBezTo>
                  <a:pt x="982943" y="30140"/>
                  <a:pt x="979215" y="38462"/>
                  <a:pt x="976537" y="47336"/>
                </a:cubicBezTo>
                <a:cubicBezTo>
                  <a:pt x="973860" y="56209"/>
                  <a:pt x="972521" y="65530"/>
                  <a:pt x="972521" y="75296"/>
                </a:cubicBezTo>
                <a:cubicBezTo>
                  <a:pt x="972521" y="85061"/>
                  <a:pt x="973860" y="94380"/>
                  <a:pt x="976537" y="103254"/>
                </a:cubicBezTo>
                <a:cubicBezTo>
                  <a:pt x="979215" y="112128"/>
                  <a:pt x="982968" y="120450"/>
                  <a:pt x="987798" y="128220"/>
                </a:cubicBezTo>
                <a:cubicBezTo>
                  <a:pt x="992629" y="135991"/>
                  <a:pt x="998196" y="143027"/>
                  <a:pt x="1004498" y="149328"/>
                </a:cubicBezTo>
                <a:lnTo>
                  <a:pt x="1004498" y="150590"/>
                </a:lnTo>
                <a:lnTo>
                  <a:pt x="990949" y="150590"/>
                </a:lnTo>
                <a:close/>
                <a:moveTo>
                  <a:pt x="1020563" y="127749"/>
                </a:moveTo>
                <a:lnTo>
                  <a:pt x="1020563" y="118454"/>
                </a:lnTo>
                <a:cubicBezTo>
                  <a:pt x="1028019" y="112574"/>
                  <a:pt x="1035134" y="106641"/>
                  <a:pt x="1041907" y="100656"/>
                </a:cubicBezTo>
                <a:cubicBezTo>
                  <a:pt x="1048682" y="94669"/>
                  <a:pt x="1054694" y="88710"/>
                  <a:pt x="1059943" y="82778"/>
                </a:cubicBezTo>
                <a:cubicBezTo>
                  <a:pt x="1065194" y="76845"/>
                  <a:pt x="1069316" y="71043"/>
                  <a:pt x="1072310" y="65372"/>
                </a:cubicBezTo>
                <a:cubicBezTo>
                  <a:pt x="1075303" y="59701"/>
                  <a:pt x="1076799" y="54240"/>
                  <a:pt x="1076799" y="48989"/>
                </a:cubicBezTo>
                <a:cubicBezTo>
                  <a:pt x="1076799" y="45103"/>
                  <a:pt x="1076117" y="41507"/>
                  <a:pt x="1074752" y="38200"/>
                </a:cubicBezTo>
                <a:cubicBezTo>
                  <a:pt x="1073386" y="34891"/>
                  <a:pt x="1071207" y="32187"/>
                  <a:pt x="1068214" y="30088"/>
                </a:cubicBezTo>
                <a:cubicBezTo>
                  <a:pt x="1065221" y="27987"/>
                  <a:pt x="1061204" y="26937"/>
                  <a:pt x="1056162" y="26937"/>
                </a:cubicBezTo>
                <a:cubicBezTo>
                  <a:pt x="1051227" y="26937"/>
                  <a:pt x="1047132" y="28013"/>
                  <a:pt x="1043876" y="30167"/>
                </a:cubicBezTo>
                <a:cubicBezTo>
                  <a:pt x="1040621" y="32319"/>
                  <a:pt x="1038180" y="35154"/>
                  <a:pt x="1036552" y="38673"/>
                </a:cubicBezTo>
                <a:cubicBezTo>
                  <a:pt x="1034924" y="42190"/>
                  <a:pt x="1034110" y="46049"/>
                  <a:pt x="1034110" y="50249"/>
                </a:cubicBezTo>
                <a:lnTo>
                  <a:pt x="1021352" y="50249"/>
                </a:lnTo>
                <a:cubicBezTo>
                  <a:pt x="1021458" y="43003"/>
                  <a:pt x="1023006" y="36781"/>
                  <a:pt x="1025998" y="31583"/>
                </a:cubicBezTo>
                <a:cubicBezTo>
                  <a:pt x="1028991" y="26385"/>
                  <a:pt x="1033113" y="22420"/>
                  <a:pt x="1038364" y="19690"/>
                </a:cubicBezTo>
                <a:cubicBezTo>
                  <a:pt x="1043615" y="16959"/>
                  <a:pt x="1049601" y="15594"/>
                  <a:pt x="1056321" y="15594"/>
                </a:cubicBezTo>
                <a:cubicBezTo>
                  <a:pt x="1062937" y="15594"/>
                  <a:pt x="1068765" y="16829"/>
                  <a:pt x="1073805" y="19298"/>
                </a:cubicBezTo>
                <a:cubicBezTo>
                  <a:pt x="1078846" y="21766"/>
                  <a:pt x="1082810" y="25415"/>
                  <a:pt x="1085697" y="30246"/>
                </a:cubicBezTo>
                <a:cubicBezTo>
                  <a:pt x="1088586" y="35076"/>
                  <a:pt x="1090031" y="41166"/>
                  <a:pt x="1090031" y="48516"/>
                </a:cubicBezTo>
                <a:cubicBezTo>
                  <a:pt x="1090031" y="53662"/>
                  <a:pt x="1088954" y="58808"/>
                  <a:pt x="1086801" y="63954"/>
                </a:cubicBezTo>
                <a:cubicBezTo>
                  <a:pt x="1084649" y="69099"/>
                  <a:pt x="1081787" y="74114"/>
                  <a:pt x="1078215" y="78998"/>
                </a:cubicBezTo>
                <a:cubicBezTo>
                  <a:pt x="1074645" y="83880"/>
                  <a:pt x="1070681" y="88579"/>
                  <a:pt x="1066322" y="93094"/>
                </a:cubicBezTo>
                <a:cubicBezTo>
                  <a:pt x="1061965" y="97610"/>
                  <a:pt x="1057503" y="101863"/>
                  <a:pt x="1052935" y="105855"/>
                </a:cubicBezTo>
                <a:cubicBezTo>
                  <a:pt x="1048366" y="109845"/>
                  <a:pt x="1044087" y="113467"/>
                  <a:pt x="1040097" y="116721"/>
                </a:cubicBezTo>
                <a:lnTo>
                  <a:pt x="1093812" y="116721"/>
                </a:lnTo>
                <a:lnTo>
                  <a:pt x="1093812" y="127749"/>
                </a:lnTo>
                <a:lnTo>
                  <a:pt x="1020563" y="127749"/>
                </a:lnTo>
                <a:close/>
                <a:moveTo>
                  <a:pt x="1189110" y="129638"/>
                </a:moveTo>
                <a:cubicBezTo>
                  <a:pt x="1181442" y="129638"/>
                  <a:pt x="1174721" y="127826"/>
                  <a:pt x="1168944" y="124204"/>
                </a:cubicBezTo>
                <a:cubicBezTo>
                  <a:pt x="1163169" y="120581"/>
                  <a:pt x="1158706" y="115619"/>
                  <a:pt x="1155556" y="109318"/>
                </a:cubicBezTo>
                <a:cubicBezTo>
                  <a:pt x="1152406" y="103018"/>
                  <a:pt x="1150831" y="95877"/>
                  <a:pt x="1150831" y="87895"/>
                </a:cubicBezTo>
                <a:cubicBezTo>
                  <a:pt x="1150831" y="79916"/>
                  <a:pt x="1152406" y="72802"/>
                  <a:pt x="1155556" y="66554"/>
                </a:cubicBezTo>
                <a:cubicBezTo>
                  <a:pt x="1158706" y="60305"/>
                  <a:pt x="1163195" y="55395"/>
                  <a:pt x="1169023" y="51825"/>
                </a:cubicBezTo>
                <a:cubicBezTo>
                  <a:pt x="1174853" y="48254"/>
                  <a:pt x="1181600" y="46468"/>
                  <a:pt x="1189266" y="46468"/>
                </a:cubicBezTo>
                <a:cubicBezTo>
                  <a:pt x="1195776" y="46468"/>
                  <a:pt x="1201473" y="47781"/>
                  <a:pt x="1206355" y="50407"/>
                </a:cubicBezTo>
                <a:cubicBezTo>
                  <a:pt x="1211239" y="53032"/>
                  <a:pt x="1214994" y="56707"/>
                  <a:pt x="1217621" y="61432"/>
                </a:cubicBezTo>
                <a:lnTo>
                  <a:pt x="1217621" y="14335"/>
                </a:lnTo>
                <a:lnTo>
                  <a:pt x="1230852" y="14335"/>
                </a:lnTo>
                <a:lnTo>
                  <a:pt x="1230852" y="127749"/>
                </a:lnTo>
                <a:lnTo>
                  <a:pt x="1218880" y="127749"/>
                </a:lnTo>
                <a:lnTo>
                  <a:pt x="1217777" y="114676"/>
                </a:lnTo>
                <a:cubicBezTo>
                  <a:pt x="1216096" y="117301"/>
                  <a:pt x="1213943" y="119742"/>
                  <a:pt x="1211319" y="121999"/>
                </a:cubicBezTo>
                <a:cubicBezTo>
                  <a:pt x="1208694" y="124257"/>
                  <a:pt x="1205544" y="126095"/>
                  <a:pt x="1201868" y="127513"/>
                </a:cubicBezTo>
                <a:cubicBezTo>
                  <a:pt x="1198192" y="128930"/>
                  <a:pt x="1193939" y="129638"/>
                  <a:pt x="1189110" y="129638"/>
                </a:cubicBezTo>
                <a:moveTo>
                  <a:pt x="1190684" y="118139"/>
                </a:moveTo>
                <a:cubicBezTo>
                  <a:pt x="1195935" y="118139"/>
                  <a:pt x="1200555" y="116880"/>
                  <a:pt x="1204545" y="114361"/>
                </a:cubicBezTo>
                <a:cubicBezTo>
                  <a:pt x="1208535" y="111840"/>
                  <a:pt x="1211633" y="108349"/>
                  <a:pt x="1213838" y="103886"/>
                </a:cubicBezTo>
                <a:cubicBezTo>
                  <a:pt x="1216044" y="99422"/>
                  <a:pt x="1217147" y="94145"/>
                  <a:pt x="1217147" y="88054"/>
                </a:cubicBezTo>
                <a:cubicBezTo>
                  <a:pt x="1217147" y="82068"/>
                  <a:pt x="1216044" y="76817"/>
                  <a:pt x="1213838" y="72301"/>
                </a:cubicBezTo>
                <a:cubicBezTo>
                  <a:pt x="1211633" y="67786"/>
                  <a:pt x="1208535" y="64269"/>
                  <a:pt x="1204545" y="61750"/>
                </a:cubicBezTo>
                <a:cubicBezTo>
                  <a:pt x="1200555" y="59229"/>
                  <a:pt x="1195935" y="57969"/>
                  <a:pt x="1190684" y="57969"/>
                </a:cubicBezTo>
                <a:cubicBezTo>
                  <a:pt x="1185539" y="57969"/>
                  <a:pt x="1180971" y="59229"/>
                  <a:pt x="1176979" y="61750"/>
                </a:cubicBezTo>
                <a:cubicBezTo>
                  <a:pt x="1172989" y="64269"/>
                  <a:pt x="1169891" y="67786"/>
                  <a:pt x="1167685" y="72301"/>
                </a:cubicBezTo>
                <a:cubicBezTo>
                  <a:pt x="1165480" y="76817"/>
                  <a:pt x="1164377" y="82068"/>
                  <a:pt x="1164377" y="88054"/>
                </a:cubicBezTo>
                <a:cubicBezTo>
                  <a:pt x="1164377" y="94145"/>
                  <a:pt x="1165480" y="99422"/>
                  <a:pt x="1167685" y="103886"/>
                </a:cubicBezTo>
                <a:cubicBezTo>
                  <a:pt x="1169891" y="108349"/>
                  <a:pt x="1172989" y="111840"/>
                  <a:pt x="1176979" y="114361"/>
                </a:cubicBezTo>
                <a:cubicBezTo>
                  <a:pt x="1180971" y="116880"/>
                  <a:pt x="1185539" y="118139"/>
                  <a:pt x="1190684" y="118139"/>
                </a:cubicBezTo>
                <a:close/>
                <a:moveTo>
                  <a:pt x="1254164" y="127749"/>
                </a:moveTo>
                <a:lnTo>
                  <a:pt x="1254164" y="48359"/>
                </a:lnTo>
                <a:lnTo>
                  <a:pt x="1267395" y="48359"/>
                </a:lnTo>
                <a:lnTo>
                  <a:pt x="1267395" y="127749"/>
                </a:lnTo>
                <a:lnTo>
                  <a:pt x="1254164" y="127749"/>
                </a:lnTo>
                <a:moveTo>
                  <a:pt x="1260778" y="31506"/>
                </a:moveTo>
                <a:cubicBezTo>
                  <a:pt x="1258154" y="31506"/>
                  <a:pt x="1255974" y="30640"/>
                  <a:pt x="1254241" y="28908"/>
                </a:cubicBezTo>
                <a:cubicBezTo>
                  <a:pt x="1252508" y="27174"/>
                  <a:pt x="1251642" y="24994"/>
                  <a:pt x="1251642" y="22367"/>
                </a:cubicBezTo>
                <a:cubicBezTo>
                  <a:pt x="1251642" y="19743"/>
                  <a:pt x="1252508" y="17616"/>
                  <a:pt x="1254241" y="15988"/>
                </a:cubicBezTo>
                <a:cubicBezTo>
                  <a:pt x="1255974" y="14360"/>
                  <a:pt x="1258154" y="13546"/>
                  <a:pt x="1260778" y="13546"/>
                </a:cubicBezTo>
                <a:cubicBezTo>
                  <a:pt x="1263299" y="13546"/>
                  <a:pt x="1265452" y="14360"/>
                  <a:pt x="1267237" y="15988"/>
                </a:cubicBezTo>
                <a:cubicBezTo>
                  <a:pt x="1269022" y="17616"/>
                  <a:pt x="1269914" y="19743"/>
                  <a:pt x="1269914" y="22367"/>
                </a:cubicBezTo>
                <a:cubicBezTo>
                  <a:pt x="1269914" y="24994"/>
                  <a:pt x="1269022" y="27174"/>
                  <a:pt x="1267237" y="28908"/>
                </a:cubicBezTo>
                <a:cubicBezTo>
                  <a:pt x="1265452" y="30640"/>
                  <a:pt x="1263299" y="31506"/>
                  <a:pt x="1260778" y="31506"/>
                </a:cubicBezTo>
                <a:close/>
                <a:moveTo>
                  <a:pt x="1290709" y="127749"/>
                </a:moveTo>
                <a:lnTo>
                  <a:pt x="1290709" y="48359"/>
                </a:lnTo>
                <a:lnTo>
                  <a:pt x="1302679" y="48359"/>
                </a:lnTo>
                <a:lnTo>
                  <a:pt x="1303467" y="59699"/>
                </a:lnTo>
                <a:cubicBezTo>
                  <a:pt x="1305988" y="55605"/>
                  <a:pt x="1309374" y="52377"/>
                  <a:pt x="1313627" y="50013"/>
                </a:cubicBezTo>
                <a:cubicBezTo>
                  <a:pt x="1317880" y="47650"/>
                  <a:pt x="1322526" y="46468"/>
                  <a:pt x="1327567" y="46468"/>
                </a:cubicBezTo>
                <a:cubicBezTo>
                  <a:pt x="1331663" y="46468"/>
                  <a:pt x="1335365" y="47020"/>
                  <a:pt x="1338672" y="48124"/>
                </a:cubicBezTo>
                <a:cubicBezTo>
                  <a:pt x="1341981" y="49226"/>
                  <a:pt x="1344895" y="50906"/>
                  <a:pt x="1347414" y="53164"/>
                </a:cubicBezTo>
                <a:cubicBezTo>
                  <a:pt x="1349934" y="55422"/>
                  <a:pt x="1351982" y="58283"/>
                  <a:pt x="1353557" y="61747"/>
                </a:cubicBezTo>
                <a:cubicBezTo>
                  <a:pt x="1356287" y="56918"/>
                  <a:pt x="1360042" y="53164"/>
                  <a:pt x="1364820" y="50487"/>
                </a:cubicBezTo>
                <a:cubicBezTo>
                  <a:pt x="1369598" y="47807"/>
                  <a:pt x="1374718" y="46468"/>
                  <a:pt x="1380179" y="46468"/>
                </a:cubicBezTo>
                <a:cubicBezTo>
                  <a:pt x="1386269" y="46468"/>
                  <a:pt x="1391599" y="47702"/>
                  <a:pt x="1396167" y="50172"/>
                </a:cubicBezTo>
                <a:cubicBezTo>
                  <a:pt x="1400736" y="52639"/>
                  <a:pt x="1404254" y="56367"/>
                  <a:pt x="1406721" y="61355"/>
                </a:cubicBezTo>
                <a:cubicBezTo>
                  <a:pt x="1409189" y="66344"/>
                  <a:pt x="1410423" y="72671"/>
                  <a:pt x="1410423" y="80336"/>
                </a:cubicBezTo>
                <a:lnTo>
                  <a:pt x="1410423" y="127749"/>
                </a:lnTo>
                <a:lnTo>
                  <a:pt x="1397347" y="127749"/>
                </a:lnTo>
                <a:lnTo>
                  <a:pt x="1397347" y="81752"/>
                </a:lnTo>
                <a:cubicBezTo>
                  <a:pt x="1397347" y="73772"/>
                  <a:pt x="1395719" y="67787"/>
                  <a:pt x="1392463" y="63797"/>
                </a:cubicBezTo>
                <a:cubicBezTo>
                  <a:pt x="1389209" y="59806"/>
                  <a:pt x="1384641" y="57810"/>
                  <a:pt x="1378761" y="57810"/>
                </a:cubicBezTo>
                <a:cubicBezTo>
                  <a:pt x="1374665" y="57810"/>
                  <a:pt x="1370989" y="58887"/>
                  <a:pt x="1367733" y="61041"/>
                </a:cubicBezTo>
                <a:cubicBezTo>
                  <a:pt x="1364479" y="63193"/>
                  <a:pt x="1361906" y="66316"/>
                  <a:pt x="1360015" y="70412"/>
                </a:cubicBezTo>
                <a:cubicBezTo>
                  <a:pt x="1358126" y="74508"/>
                  <a:pt x="1357182" y="79548"/>
                  <a:pt x="1357182" y="85533"/>
                </a:cubicBezTo>
                <a:lnTo>
                  <a:pt x="1357182" y="127749"/>
                </a:lnTo>
                <a:lnTo>
                  <a:pt x="1343950" y="127749"/>
                </a:lnTo>
                <a:lnTo>
                  <a:pt x="1343950" y="81752"/>
                </a:lnTo>
                <a:cubicBezTo>
                  <a:pt x="1343950" y="73772"/>
                  <a:pt x="1342322" y="67787"/>
                  <a:pt x="1339066" y="63797"/>
                </a:cubicBezTo>
                <a:cubicBezTo>
                  <a:pt x="1335810" y="59806"/>
                  <a:pt x="1331190" y="57810"/>
                  <a:pt x="1325205" y="57810"/>
                </a:cubicBezTo>
                <a:cubicBezTo>
                  <a:pt x="1321215" y="57810"/>
                  <a:pt x="1317618" y="58887"/>
                  <a:pt x="1314415" y="61041"/>
                </a:cubicBezTo>
                <a:cubicBezTo>
                  <a:pt x="1311212" y="63193"/>
                  <a:pt x="1308665" y="66316"/>
                  <a:pt x="1306774" y="70412"/>
                </a:cubicBezTo>
                <a:cubicBezTo>
                  <a:pt x="1304885" y="74508"/>
                  <a:pt x="1303941" y="79548"/>
                  <a:pt x="1303941" y="85533"/>
                </a:cubicBezTo>
                <a:lnTo>
                  <a:pt x="1303941" y="127749"/>
                </a:lnTo>
                <a:lnTo>
                  <a:pt x="1290709" y="127749"/>
                </a:lnTo>
                <a:close/>
                <a:moveTo>
                  <a:pt x="1460985" y="129638"/>
                </a:moveTo>
                <a:cubicBezTo>
                  <a:pt x="1454371" y="129638"/>
                  <a:pt x="1448622" y="128536"/>
                  <a:pt x="1443738" y="126331"/>
                </a:cubicBezTo>
                <a:cubicBezTo>
                  <a:pt x="1438855" y="124126"/>
                  <a:pt x="1434969" y="121055"/>
                  <a:pt x="1432080" y="117118"/>
                </a:cubicBezTo>
                <a:cubicBezTo>
                  <a:pt x="1429193" y="113179"/>
                  <a:pt x="1427434" y="108532"/>
                  <a:pt x="1426805" y="103175"/>
                </a:cubicBezTo>
                <a:lnTo>
                  <a:pt x="1440351" y="103175"/>
                </a:lnTo>
                <a:cubicBezTo>
                  <a:pt x="1440877" y="105905"/>
                  <a:pt x="1441979" y="108426"/>
                  <a:pt x="1443658" y="110736"/>
                </a:cubicBezTo>
                <a:cubicBezTo>
                  <a:pt x="1445339" y="113047"/>
                  <a:pt x="1447623" y="114911"/>
                  <a:pt x="1450511" y="116329"/>
                </a:cubicBezTo>
                <a:cubicBezTo>
                  <a:pt x="1453398" y="117746"/>
                  <a:pt x="1456943" y="118454"/>
                  <a:pt x="1461144" y="118454"/>
                </a:cubicBezTo>
                <a:cubicBezTo>
                  <a:pt x="1464820" y="118454"/>
                  <a:pt x="1467865" y="117903"/>
                  <a:pt x="1470280" y="116801"/>
                </a:cubicBezTo>
                <a:cubicBezTo>
                  <a:pt x="1472695" y="115698"/>
                  <a:pt x="1474506" y="114202"/>
                  <a:pt x="1475714" y="112313"/>
                </a:cubicBezTo>
                <a:cubicBezTo>
                  <a:pt x="1476923" y="110422"/>
                  <a:pt x="1477527" y="108375"/>
                  <a:pt x="1477527" y="106170"/>
                </a:cubicBezTo>
                <a:cubicBezTo>
                  <a:pt x="1477527" y="102914"/>
                  <a:pt x="1476765" y="100446"/>
                  <a:pt x="1475241" y="98767"/>
                </a:cubicBezTo>
                <a:cubicBezTo>
                  <a:pt x="1473719" y="97086"/>
                  <a:pt x="1471487" y="95747"/>
                  <a:pt x="1468547" y="94750"/>
                </a:cubicBezTo>
                <a:cubicBezTo>
                  <a:pt x="1465607" y="93752"/>
                  <a:pt x="1462037" y="92885"/>
                  <a:pt x="1457837" y="92150"/>
                </a:cubicBezTo>
                <a:cubicBezTo>
                  <a:pt x="1454371" y="91520"/>
                  <a:pt x="1450958" y="90680"/>
                  <a:pt x="1447598" y="89631"/>
                </a:cubicBezTo>
                <a:cubicBezTo>
                  <a:pt x="1444237" y="88580"/>
                  <a:pt x="1441244" y="87188"/>
                  <a:pt x="1438618" y="85456"/>
                </a:cubicBezTo>
                <a:cubicBezTo>
                  <a:pt x="1435993" y="83722"/>
                  <a:pt x="1433919" y="81596"/>
                  <a:pt x="1432395" y="79077"/>
                </a:cubicBezTo>
                <a:cubicBezTo>
                  <a:pt x="1430873" y="76556"/>
                  <a:pt x="1430112" y="73458"/>
                  <a:pt x="1430112" y="69782"/>
                </a:cubicBezTo>
                <a:cubicBezTo>
                  <a:pt x="1430112" y="65267"/>
                  <a:pt x="1431267" y="61250"/>
                  <a:pt x="1433578" y="57733"/>
                </a:cubicBezTo>
                <a:cubicBezTo>
                  <a:pt x="1435888" y="54215"/>
                  <a:pt x="1439222" y="51458"/>
                  <a:pt x="1443579" y="49463"/>
                </a:cubicBezTo>
                <a:cubicBezTo>
                  <a:pt x="1447937" y="47466"/>
                  <a:pt x="1453005" y="46468"/>
                  <a:pt x="1458781" y="46468"/>
                </a:cubicBezTo>
                <a:cubicBezTo>
                  <a:pt x="1467287" y="46468"/>
                  <a:pt x="1474165" y="48516"/>
                  <a:pt x="1479416" y="52611"/>
                </a:cubicBezTo>
                <a:cubicBezTo>
                  <a:pt x="1484667" y="56707"/>
                  <a:pt x="1487765" y="62641"/>
                  <a:pt x="1488710" y="70412"/>
                </a:cubicBezTo>
                <a:lnTo>
                  <a:pt x="1475635" y="70412"/>
                </a:lnTo>
                <a:cubicBezTo>
                  <a:pt x="1475111" y="66422"/>
                  <a:pt x="1473405" y="63298"/>
                  <a:pt x="1470516" y="61041"/>
                </a:cubicBezTo>
                <a:cubicBezTo>
                  <a:pt x="1467628" y="58781"/>
                  <a:pt x="1463664" y="57652"/>
                  <a:pt x="1458623" y="57652"/>
                </a:cubicBezTo>
                <a:cubicBezTo>
                  <a:pt x="1453687" y="57652"/>
                  <a:pt x="1449933" y="58650"/>
                  <a:pt x="1447360" y="60646"/>
                </a:cubicBezTo>
                <a:cubicBezTo>
                  <a:pt x="1444788" y="62641"/>
                  <a:pt x="1443502" y="65266"/>
                  <a:pt x="1443502" y="68520"/>
                </a:cubicBezTo>
                <a:cubicBezTo>
                  <a:pt x="1443502" y="70621"/>
                  <a:pt x="1444210" y="72485"/>
                  <a:pt x="1445627" y="74114"/>
                </a:cubicBezTo>
                <a:cubicBezTo>
                  <a:pt x="1447045" y="75742"/>
                  <a:pt x="1449146" y="77133"/>
                  <a:pt x="1451929" y="78288"/>
                </a:cubicBezTo>
                <a:cubicBezTo>
                  <a:pt x="1454712" y="79444"/>
                  <a:pt x="1458152" y="80388"/>
                  <a:pt x="1462247" y="81122"/>
                </a:cubicBezTo>
                <a:cubicBezTo>
                  <a:pt x="1467497" y="82068"/>
                  <a:pt x="1472274" y="83328"/>
                  <a:pt x="1476580" y="84903"/>
                </a:cubicBezTo>
                <a:cubicBezTo>
                  <a:pt x="1480885" y="86478"/>
                  <a:pt x="1484377" y="88815"/>
                  <a:pt x="1487054" y="91914"/>
                </a:cubicBezTo>
                <a:cubicBezTo>
                  <a:pt x="1489734" y="95012"/>
                  <a:pt x="1491073" y="99396"/>
                  <a:pt x="1491073" y="105066"/>
                </a:cubicBezTo>
                <a:cubicBezTo>
                  <a:pt x="1491073" y="110002"/>
                  <a:pt x="1489839" y="114307"/>
                  <a:pt x="1487372" y="117983"/>
                </a:cubicBezTo>
                <a:cubicBezTo>
                  <a:pt x="1484904" y="121659"/>
                  <a:pt x="1481412" y="124521"/>
                  <a:pt x="1476895" y="126569"/>
                </a:cubicBezTo>
                <a:cubicBezTo>
                  <a:pt x="1472379" y="128615"/>
                  <a:pt x="1467076" y="129638"/>
                  <a:pt x="1460985" y="129638"/>
                </a:cubicBezTo>
                <a:close/>
                <a:moveTo>
                  <a:pt x="1518322" y="150590"/>
                </a:moveTo>
                <a:lnTo>
                  <a:pt x="1504775" y="150590"/>
                </a:lnTo>
                <a:lnTo>
                  <a:pt x="1504775" y="149328"/>
                </a:lnTo>
                <a:cubicBezTo>
                  <a:pt x="1511181" y="143027"/>
                  <a:pt x="1516774" y="135991"/>
                  <a:pt x="1521552" y="128220"/>
                </a:cubicBezTo>
                <a:cubicBezTo>
                  <a:pt x="1526330" y="120450"/>
                  <a:pt x="1530058" y="112128"/>
                  <a:pt x="1532736" y="103254"/>
                </a:cubicBezTo>
                <a:cubicBezTo>
                  <a:pt x="1535413" y="94380"/>
                  <a:pt x="1536752" y="85061"/>
                  <a:pt x="1536752" y="75296"/>
                </a:cubicBezTo>
                <a:cubicBezTo>
                  <a:pt x="1536752" y="65530"/>
                  <a:pt x="1535413" y="56209"/>
                  <a:pt x="1532736" y="47336"/>
                </a:cubicBezTo>
                <a:cubicBezTo>
                  <a:pt x="1530058" y="38462"/>
                  <a:pt x="1526330" y="30140"/>
                  <a:pt x="1521552" y="22370"/>
                </a:cubicBezTo>
                <a:cubicBezTo>
                  <a:pt x="1516774" y="14598"/>
                  <a:pt x="1511181" y="7562"/>
                  <a:pt x="1504775" y="1262"/>
                </a:cubicBezTo>
                <a:lnTo>
                  <a:pt x="1504775" y="0"/>
                </a:lnTo>
                <a:lnTo>
                  <a:pt x="1518322" y="0"/>
                </a:lnTo>
                <a:cubicBezTo>
                  <a:pt x="1524098" y="5357"/>
                  <a:pt x="1529376" y="11816"/>
                  <a:pt x="1534154" y="19377"/>
                </a:cubicBezTo>
                <a:cubicBezTo>
                  <a:pt x="1538932" y="26937"/>
                  <a:pt x="1542765" y="35391"/>
                  <a:pt x="1545652" y="44737"/>
                </a:cubicBezTo>
                <a:cubicBezTo>
                  <a:pt x="1548540" y="54082"/>
                  <a:pt x="1549984" y="64269"/>
                  <a:pt x="1549984" y="75296"/>
                </a:cubicBezTo>
                <a:cubicBezTo>
                  <a:pt x="1549984" y="86322"/>
                  <a:pt x="1548540" y="96508"/>
                  <a:pt x="1545652" y="105855"/>
                </a:cubicBezTo>
                <a:cubicBezTo>
                  <a:pt x="1542765" y="115200"/>
                  <a:pt x="1538932" y="123627"/>
                  <a:pt x="1534154" y="131135"/>
                </a:cubicBezTo>
                <a:cubicBezTo>
                  <a:pt x="1529376" y="138644"/>
                  <a:pt x="1524098" y="145129"/>
                  <a:pt x="1518322" y="150590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vis">
            <a:extLst xmlns:a="http://schemas.openxmlformats.org/drawingml/2006/main">
              <a:ext uri="{FF2B5EF4-FFF2-40B4-BE49-F238E27FC236}">
                <a16:creationId xmlns:a16="http://schemas.microsoft.com/office/drawing/2014/main" id="{678FE0A0-BD68-44B7-8F9B-34500396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6056" y="2373370"/>
            <a:ext cx="176617" cy="108756"/>
          </a:xfrm>
          <a:custGeom xmlns:a="http://schemas.openxmlformats.org/drawingml/2006/main">
            <a:pathLst>
              <a:path w="176617" h="108756">
                <a:moveTo>
                  <a:pt x="36303" y="108756"/>
                </a:moveTo>
                <a:lnTo>
                  <a:pt x="12075" y="52960"/>
                </a:lnTo>
                <a:cubicBezTo>
                  <a:pt x="9153" y="46190"/>
                  <a:pt x="6871" y="41901"/>
                  <a:pt x="5230" y="40094"/>
                </a:cubicBezTo>
                <a:cubicBezTo>
                  <a:pt x="4051" y="38749"/>
                  <a:pt x="2307" y="37845"/>
                  <a:pt x="0" y="37380"/>
                </a:cubicBezTo>
                <a:lnTo>
                  <a:pt x="0" y="34611"/>
                </a:lnTo>
                <a:lnTo>
                  <a:pt x="38226" y="34611"/>
                </a:lnTo>
                <a:lnTo>
                  <a:pt x="38226" y="37380"/>
                </a:lnTo>
                <a:cubicBezTo>
                  <a:pt x="35816" y="37380"/>
                  <a:pt x="34175" y="37818"/>
                  <a:pt x="33304" y="38695"/>
                </a:cubicBezTo>
                <a:cubicBezTo>
                  <a:pt x="32073" y="39831"/>
                  <a:pt x="31458" y="41172"/>
                  <a:pt x="31458" y="42718"/>
                </a:cubicBezTo>
                <a:cubicBezTo>
                  <a:pt x="31458" y="44627"/>
                  <a:pt x="32586" y="48212"/>
                  <a:pt x="34842" y="53474"/>
                </a:cubicBezTo>
                <a:lnTo>
                  <a:pt x="46687" y="80500"/>
                </a:lnTo>
                <a:lnTo>
                  <a:pt x="56147" y="57171"/>
                </a:lnTo>
                <a:cubicBezTo>
                  <a:pt x="58865" y="50471"/>
                  <a:pt x="60223" y="45730"/>
                  <a:pt x="60223" y="42947"/>
                </a:cubicBezTo>
                <a:cubicBezTo>
                  <a:pt x="60223" y="41349"/>
                  <a:pt x="59647" y="40048"/>
                  <a:pt x="58493" y="39043"/>
                </a:cubicBezTo>
                <a:cubicBezTo>
                  <a:pt x="57339" y="38037"/>
                  <a:pt x="55301" y="37483"/>
                  <a:pt x="52378" y="37380"/>
                </a:cubicBezTo>
                <a:lnTo>
                  <a:pt x="52378" y="34611"/>
                </a:lnTo>
                <a:lnTo>
                  <a:pt x="75914" y="34611"/>
                </a:lnTo>
                <a:lnTo>
                  <a:pt x="75914" y="37380"/>
                </a:lnTo>
                <a:cubicBezTo>
                  <a:pt x="73658" y="37689"/>
                  <a:pt x="71812" y="38539"/>
                  <a:pt x="70376" y="39930"/>
                </a:cubicBezTo>
                <a:cubicBezTo>
                  <a:pt x="68940" y="41321"/>
                  <a:pt x="66787" y="45416"/>
                  <a:pt x="63915" y="52215"/>
                </a:cubicBezTo>
                <a:lnTo>
                  <a:pt x="39918" y="108756"/>
                </a:lnTo>
                <a:lnTo>
                  <a:pt x="36303" y="108756"/>
                </a:lnTo>
                <a:close/>
                <a:moveTo>
                  <a:pt x="99911" y="0"/>
                </a:moveTo>
                <a:cubicBezTo>
                  <a:pt x="103243" y="0"/>
                  <a:pt x="106064" y="1171"/>
                  <a:pt x="108371" y="3512"/>
                </a:cubicBezTo>
                <a:cubicBezTo>
                  <a:pt x="110678" y="5851"/>
                  <a:pt x="111832" y="8667"/>
                  <a:pt x="111832" y="11960"/>
                </a:cubicBezTo>
                <a:cubicBezTo>
                  <a:pt x="111832" y="15253"/>
                  <a:pt x="110666" y="18057"/>
                  <a:pt x="108333" y="20373"/>
                </a:cubicBezTo>
                <a:cubicBezTo>
                  <a:pt x="106000" y="22686"/>
                  <a:pt x="103192" y="23843"/>
                  <a:pt x="99911" y="23843"/>
                </a:cubicBezTo>
                <a:cubicBezTo>
                  <a:pt x="96629" y="23843"/>
                  <a:pt x="93834" y="22686"/>
                  <a:pt x="91527" y="20373"/>
                </a:cubicBezTo>
                <a:cubicBezTo>
                  <a:pt x="89220" y="18057"/>
                  <a:pt x="88066" y="15253"/>
                  <a:pt x="88066" y="11960"/>
                </a:cubicBezTo>
                <a:cubicBezTo>
                  <a:pt x="88066" y="8667"/>
                  <a:pt x="89220" y="5851"/>
                  <a:pt x="91527" y="3512"/>
                </a:cubicBezTo>
                <a:cubicBezTo>
                  <a:pt x="93834" y="1171"/>
                  <a:pt x="96629" y="0"/>
                  <a:pt x="99911" y="0"/>
                </a:cubicBezTo>
                <a:moveTo>
                  <a:pt x="110678" y="34611"/>
                </a:moveTo>
                <a:lnTo>
                  <a:pt x="110678" y="91681"/>
                </a:lnTo>
                <a:cubicBezTo>
                  <a:pt x="110678" y="96757"/>
                  <a:pt x="111268" y="100001"/>
                  <a:pt x="112447" y="101411"/>
                </a:cubicBezTo>
                <a:cubicBezTo>
                  <a:pt x="113627" y="102821"/>
                  <a:pt x="115934" y="103628"/>
                  <a:pt x="119370" y="103833"/>
                </a:cubicBezTo>
                <a:lnTo>
                  <a:pt x="119370" y="106602"/>
                </a:lnTo>
                <a:lnTo>
                  <a:pt x="80528" y="106602"/>
                </a:lnTo>
                <a:lnTo>
                  <a:pt x="80528" y="103833"/>
                </a:lnTo>
                <a:cubicBezTo>
                  <a:pt x="83707" y="103731"/>
                  <a:pt x="86066" y="102808"/>
                  <a:pt x="87604" y="101065"/>
                </a:cubicBezTo>
                <a:cubicBezTo>
                  <a:pt x="88630" y="99885"/>
                  <a:pt x="89143" y="96757"/>
                  <a:pt x="89143" y="91681"/>
                </a:cubicBezTo>
                <a:lnTo>
                  <a:pt x="89143" y="49686"/>
                </a:lnTo>
                <a:cubicBezTo>
                  <a:pt x="89143" y="44546"/>
                  <a:pt x="88553" y="41262"/>
                  <a:pt x="87374" y="39834"/>
                </a:cubicBezTo>
                <a:cubicBezTo>
                  <a:pt x="86194" y="38406"/>
                  <a:pt x="83912" y="37588"/>
                  <a:pt x="80528" y="37380"/>
                </a:cubicBezTo>
                <a:lnTo>
                  <a:pt x="80528" y="34611"/>
                </a:lnTo>
                <a:lnTo>
                  <a:pt x="110678" y="34611"/>
                </a:lnTo>
                <a:close/>
                <a:moveTo>
                  <a:pt x="171694" y="32765"/>
                </a:moveTo>
                <a:lnTo>
                  <a:pt x="172848" y="57378"/>
                </a:lnTo>
                <a:lnTo>
                  <a:pt x="170233" y="57378"/>
                </a:lnTo>
                <a:cubicBezTo>
                  <a:pt x="167105" y="50037"/>
                  <a:pt x="163862" y="45023"/>
                  <a:pt x="160503" y="42336"/>
                </a:cubicBezTo>
                <a:cubicBezTo>
                  <a:pt x="157145" y="39647"/>
                  <a:pt x="153799" y="38303"/>
                  <a:pt x="150466" y="38303"/>
                </a:cubicBezTo>
                <a:cubicBezTo>
                  <a:pt x="148364" y="38303"/>
                  <a:pt x="146569" y="39008"/>
                  <a:pt x="145082" y="40418"/>
                </a:cubicBezTo>
                <a:cubicBezTo>
                  <a:pt x="143595" y="41828"/>
                  <a:pt x="142852" y="43456"/>
                  <a:pt x="142852" y="45302"/>
                </a:cubicBezTo>
                <a:cubicBezTo>
                  <a:pt x="142852" y="46687"/>
                  <a:pt x="143365" y="48020"/>
                  <a:pt x="144390" y="49302"/>
                </a:cubicBezTo>
                <a:cubicBezTo>
                  <a:pt x="146031" y="51404"/>
                  <a:pt x="150620" y="55006"/>
                  <a:pt x="158158" y="60108"/>
                </a:cubicBezTo>
                <a:cubicBezTo>
                  <a:pt x="165695" y="65210"/>
                  <a:pt x="170656" y="69543"/>
                  <a:pt x="173040" y="73106"/>
                </a:cubicBezTo>
                <a:cubicBezTo>
                  <a:pt x="175425" y="76670"/>
                  <a:pt x="176617" y="80657"/>
                  <a:pt x="176617" y="85066"/>
                </a:cubicBezTo>
                <a:cubicBezTo>
                  <a:pt x="176617" y="89066"/>
                  <a:pt x="175617" y="92989"/>
                  <a:pt x="173617" y="96834"/>
                </a:cubicBezTo>
                <a:cubicBezTo>
                  <a:pt x="171617" y="100680"/>
                  <a:pt x="168797" y="103628"/>
                  <a:pt x="165157" y="105679"/>
                </a:cubicBezTo>
                <a:cubicBezTo>
                  <a:pt x="161516" y="107730"/>
                  <a:pt x="157491" y="108756"/>
                  <a:pt x="153081" y="108756"/>
                </a:cubicBezTo>
                <a:cubicBezTo>
                  <a:pt x="149646" y="108756"/>
                  <a:pt x="145057" y="107659"/>
                  <a:pt x="139314" y="105465"/>
                </a:cubicBezTo>
                <a:cubicBezTo>
                  <a:pt x="137775" y="104890"/>
                  <a:pt x="136724" y="104603"/>
                  <a:pt x="136160" y="104603"/>
                </a:cubicBezTo>
                <a:cubicBezTo>
                  <a:pt x="134468" y="104603"/>
                  <a:pt x="133058" y="105884"/>
                  <a:pt x="131930" y="108448"/>
                </a:cubicBezTo>
                <a:lnTo>
                  <a:pt x="129392" y="108448"/>
                </a:lnTo>
                <a:lnTo>
                  <a:pt x="128161" y="82605"/>
                </a:lnTo>
                <a:lnTo>
                  <a:pt x="130776" y="82605"/>
                </a:lnTo>
                <a:cubicBezTo>
                  <a:pt x="133084" y="89374"/>
                  <a:pt x="136250" y="94450"/>
                  <a:pt x="140275" y="97834"/>
                </a:cubicBezTo>
                <a:cubicBezTo>
                  <a:pt x="144300" y="101218"/>
                  <a:pt x="148108" y="102910"/>
                  <a:pt x="151697" y="102910"/>
                </a:cubicBezTo>
                <a:cubicBezTo>
                  <a:pt x="154158" y="102910"/>
                  <a:pt x="156171" y="102154"/>
                  <a:pt x="157735" y="100641"/>
                </a:cubicBezTo>
                <a:cubicBezTo>
                  <a:pt x="159298" y="99129"/>
                  <a:pt x="160080" y="97296"/>
                  <a:pt x="160080" y="95142"/>
                </a:cubicBezTo>
                <a:cubicBezTo>
                  <a:pt x="160080" y="92681"/>
                  <a:pt x="159311" y="90553"/>
                  <a:pt x="157773" y="88758"/>
                </a:cubicBezTo>
                <a:cubicBezTo>
                  <a:pt x="156235" y="86964"/>
                  <a:pt x="152799" y="84246"/>
                  <a:pt x="147467" y="80605"/>
                </a:cubicBezTo>
                <a:cubicBezTo>
                  <a:pt x="139621" y="75170"/>
                  <a:pt x="134545" y="71017"/>
                  <a:pt x="132238" y="68145"/>
                </a:cubicBezTo>
                <a:cubicBezTo>
                  <a:pt x="128853" y="63941"/>
                  <a:pt x="127161" y="59300"/>
                  <a:pt x="127161" y="54224"/>
                </a:cubicBezTo>
                <a:cubicBezTo>
                  <a:pt x="127161" y="48686"/>
                  <a:pt x="129071" y="43674"/>
                  <a:pt x="132891" y="39187"/>
                </a:cubicBezTo>
                <a:cubicBezTo>
                  <a:pt x="136711" y="34701"/>
                  <a:pt x="142236" y="32458"/>
                  <a:pt x="149466" y="32458"/>
                </a:cubicBezTo>
                <a:cubicBezTo>
                  <a:pt x="153363" y="32458"/>
                  <a:pt x="157132" y="33443"/>
                  <a:pt x="160773" y="35414"/>
                </a:cubicBezTo>
                <a:cubicBezTo>
                  <a:pt x="162157" y="36212"/>
                  <a:pt x="163285" y="36611"/>
                  <a:pt x="164157" y="36611"/>
                </a:cubicBezTo>
                <a:cubicBezTo>
                  <a:pt x="165080" y="36611"/>
                  <a:pt x="165823" y="36419"/>
                  <a:pt x="166387" y="36034"/>
                </a:cubicBezTo>
                <a:cubicBezTo>
                  <a:pt x="166951" y="35649"/>
                  <a:pt x="167849" y="34560"/>
                  <a:pt x="169079" y="32765"/>
                </a:cubicBezTo>
                <a:lnTo>
                  <a:pt x="171694" y="32765"/>
                </a:lnTo>
                <a:close/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:Pointvisibility(1dim)">
            <a:extLst xmlns:a="http://schemas.openxmlformats.org/drawingml/2006/main">
              <a:ext uri="{FF2B5EF4-FFF2-40B4-BE49-F238E27FC236}">
                <a16:creationId xmlns:a16="http://schemas.microsoft.com/office/drawing/2014/main" id="{20389043-D4C4-428D-88C2-A7EFC0DB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238" y="2352223"/>
            <a:ext cx="1597954" cy="162403"/>
          </a:xfrm>
          <a:custGeom xmlns:a="http://schemas.openxmlformats.org/drawingml/2006/main">
            <a:pathLst>
              <a:path w="1597954" h="162403">
                <a:moveTo>
                  <a:pt x="9136" y="128537"/>
                </a:moveTo>
                <a:cubicBezTo>
                  <a:pt x="6510" y="128537"/>
                  <a:pt x="4330" y="127671"/>
                  <a:pt x="2598" y="125939"/>
                </a:cubicBezTo>
                <a:cubicBezTo>
                  <a:pt x="866" y="124205"/>
                  <a:pt x="0" y="122078"/>
                  <a:pt x="0" y="119557"/>
                </a:cubicBezTo>
                <a:cubicBezTo>
                  <a:pt x="0" y="117037"/>
                  <a:pt x="866" y="114911"/>
                  <a:pt x="2598" y="113178"/>
                </a:cubicBezTo>
                <a:cubicBezTo>
                  <a:pt x="4330" y="111446"/>
                  <a:pt x="6510" y="110580"/>
                  <a:pt x="9136" y="110580"/>
                </a:cubicBezTo>
                <a:cubicBezTo>
                  <a:pt x="11761" y="110580"/>
                  <a:pt x="13913" y="111446"/>
                  <a:pt x="15592" y="113178"/>
                </a:cubicBezTo>
                <a:cubicBezTo>
                  <a:pt x="17273" y="114911"/>
                  <a:pt x="18113" y="117037"/>
                  <a:pt x="18113" y="119557"/>
                </a:cubicBezTo>
                <a:cubicBezTo>
                  <a:pt x="18113" y="122078"/>
                  <a:pt x="17273" y="124205"/>
                  <a:pt x="15592" y="125939"/>
                </a:cubicBezTo>
                <a:cubicBezTo>
                  <a:pt x="13913" y="127671"/>
                  <a:pt x="11761" y="128537"/>
                  <a:pt x="9136" y="128537"/>
                </a:cubicBezTo>
                <a:moveTo>
                  <a:pt x="9136" y="64391"/>
                </a:moveTo>
                <a:cubicBezTo>
                  <a:pt x="6510" y="64391"/>
                  <a:pt x="4330" y="63525"/>
                  <a:pt x="2598" y="61793"/>
                </a:cubicBezTo>
                <a:cubicBezTo>
                  <a:pt x="866" y="60059"/>
                  <a:pt x="0" y="57932"/>
                  <a:pt x="0" y="55411"/>
                </a:cubicBezTo>
                <a:cubicBezTo>
                  <a:pt x="0" y="52891"/>
                  <a:pt x="866" y="50765"/>
                  <a:pt x="2598" y="49032"/>
                </a:cubicBezTo>
                <a:cubicBezTo>
                  <a:pt x="4330" y="47300"/>
                  <a:pt x="6510" y="46434"/>
                  <a:pt x="9136" y="46434"/>
                </a:cubicBezTo>
                <a:cubicBezTo>
                  <a:pt x="11761" y="46434"/>
                  <a:pt x="13913" y="47300"/>
                  <a:pt x="15592" y="49032"/>
                </a:cubicBezTo>
                <a:cubicBezTo>
                  <a:pt x="17273" y="50765"/>
                  <a:pt x="18113" y="52891"/>
                  <a:pt x="18113" y="55411"/>
                </a:cubicBezTo>
                <a:cubicBezTo>
                  <a:pt x="18113" y="57932"/>
                  <a:pt x="17273" y="60059"/>
                  <a:pt x="15592" y="61793"/>
                </a:cubicBezTo>
                <a:cubicBezTo>
                  <a:pt x="13913" y="63525"/>
                  <a:pt x="11761" y="64391"/>
                  <a:pt x="9136" y="64391"/>
                </a:cubicBezTo>
                <a:close/>
                <a:moveTo>
                  <a:pt x="81364" y="127749"/>
                </a:moveTo>
                <a:lnTo>
                  <a:pt x="81364" y="17486"/>
                </a:lnTo>
                <a:lnTo>
                  <a:pt x="117278" y="17486"/>
                </a:lnTo>
                <a:cubicBezTo>
                  <a:pt x="125995" y="17486"/>
                  <a:pt x="133162" y="18930"/>
                  <a:pt x="138780" y="21817"/>
                </a:cubicBezTo>
                <a:cubicBezTo>
                  <a:pt x="144398" y="24704"/>
                  <a:pt x="148546" y="28564"/>
                  <a:pt x="151224" y="33395"/>
                </a:cubicBezTo>
                <a:cubicBezTo>
                  <a:pt x="153903" y="38226"/>
                  <a:pt x="155242" y="43739"/>
                  <a:pt x="155242" y="49934"/>
                </a:cubicBezTo>
                <a:cubicBezTo>
                  <a:pt x="155242" y="55920"/>
                  <a:pt x="153903" y="61355"/>
                  <a:pt x="151224" y="66239"/>
                </a:cubicBezTo>
                <a:cubicBezTo>
                  <a:pt x="148546" y="71122"/>
                  <a:pt x="144424" y="75033"/>
                  <a:pt x="138857" y="77974"/>
                </a:cubicBezTo>
                <a:cubicBezTo>
                  <a:pt x="133292" y="80914"/>
                  <a:pt x="126099" y="82384"/>
                  <a:pt x="117278" y="82384"/>
                </a:cubicBezTo>
                <a:lnTo>
                  <a:pt x="94596" y="82384"/>
                </a:lnTo>
                <a:lnTo>
                  <a:pt x="94596" y="127749"/>
                </a:lnTo>
                <a:lnTo>
                  <a:pt x="81364" y="127749"/>
                </a:lnTo>
                <a:moveTo>
                  <a:pt x="94596" y="71200"/>
                </a:moveTo>
                <a:lnTo>
                  <a:pt x="117122" y="71200"/>
                </a:lnTo>
                <a:cubicBezTo>
                  <a:pt x="125943" y="71200"/>
                  <a:pt x="132243" y="69258"/>
                  <a:pt x="136023" y="65372"/>
                </a:cubicBezTo>
                <a:cubicBezTo>
                  <a:pt x="139803" y="61486"/>
                  <a:pt x="141693" y="56340"/>
                  <a:pt x="141693" y="49934"/>
                </a:cubicBezTo>
                <a:cubicBezTo>
                  <a:pt x="141693" y="43108"/>
                  <a:pt x="139803" y="37831"/>
                  <a:pt x="136023" y="34104"/>
                </a:cubicBezTo>
                <a:cubicBezTo>
                  <a:pt x="132243" y="30375"/>
                  <a:pt x="125943" y="28511"/>
                  <a:pt x="117122" y="28511"/>
                </a:cubicBezTo>
                <a:lnTo>
                  <a:pt x="94596" y="28511"/>
                </a:lnTo>
                <a:lnTo>
                  <a:pt x="94596" y="71200"/>
                </a:lnTo>
                <a:close/>
                <a:moveTo>
                  <a:pt x="202970" y="129638"/>
                </a:moveTo>
                <a:cubicBezTo>
                  <a:pt x="195620" y="129638"/>
                  <a:pt x="189004" y="127932"/>
                  <a:pt x="183124" y="124521"/>
                </a:cubicBezTo>
                <a:cubicBezTo>
                  <a:pt x="177243" y="121108"/>
                  <a:pt x="172622" y="116277"/>
                  <a:pt x="169260" y="110030"/>
                </a:cubicBezTo>
                <a:cubicBezTo>
                  <a:pt x="165900" y="103781"/>
                  <a:pt x="164220" y="96507"/>
                  <a:pt x="164220" y="88210"/>
                </a:cubicBezTo>
                <a:cubicBezTo>
                  <a:pt x="164220" y="79705"/>
                  <a:pt x="165926" y="72328"/>
                  <a:pt x="169339" y="66081"/>
                </a:cubicBezTo>
                <a:cubicBezTo>
                  <a:pt x="172752" y="59832"/>
                  <a:pt x="177426" y="55000"/>
                  <a:pt x="183359" y="51587"/>
                </a:cubicBezTo>
                <a:cubicBezTo>
                  <a:pt x="189293" y="48174"/>
                  <a:pt x="195935" y="46468"/>
                  <a:pt x="203285" y="46468"/>
                </a:cubicBezTo>
                <a:cubicBezTo>
                  <a:pt x="210846" y="46468"/>
                  <a:pt x="217541" y="48174"/>
                  <a:pt x="223369" y="51587"/>
                </a:cubicBezTo>
                <a:cubicBezTo>
                  <a:pt x="229197" y="55000"/>
                  <a:pt x="233817" y="59832"/>
                  <a:pt x="237230" y="66081"/>
                </a:cubicBezTo>
                <a:cubicBezTo>
                  <a:pt x="240643" y="72328"/>
                  <a:pt x="242350" y="79653"/>
                  <a:pt x="242350" y="88054"/>
                </a:cubicBezTo>
                <a:cubicBezTo>
                  <a:pt x="242350" y="96455"/>
                  <a:pt x="240617" y="103781"/>
                  <a:pt x="237151" y="110030"/>
                </a:cubicBezTo>
                <a:cubicBezTo>
                  <a:pt x="233686" y="116277"/>
                  <a:pt x="229014" y="121108"/>
                  <a:pt x="223133" y="124521"/>
                </a:cubicBezTo>
                <a:cubicBezTo>
                  <a:pt x="217253" y="127932"/>
                  <a:pt x="210531" y="129638"/>
                  <a:pt x="202970" y="129638"/>
                </a:cubicBezTo>
                <a:moveTo>
                  <a:pt x="203128" y="118298"/>
                </a:moveTo>
                <a:cubicBezTo>
                  <a:pt x="207644" y="118298"/>
                  <a:pt x="211844" y="117169"/>
                  <a:pt x="215728" y="114911"/>
                </a:cubicBezTo>
                <a:cubicBezTo>
                  <a:pt x="219614" y="112654"/>
                  <a:pt x="222764" y="109267"/>
                  <a:pt x="225179" y="104752"/>
                </a:cubicBezTo>
                <a:cubicBezTo>
                  <a:pt x="227595" y="100236"/>
                  <a:pt x="228803" y="94670"/>
                  <a:pt x="228803" y="88054"/>
                </a:cubicBezTo>
                <a:cubicBezTo>
                  <a:pt x="228803" y="81334"/>
                  <a:pt x="227621" y="75742"/>
                  <a:pt x="225258" y="71280"/>
                </a:cubicBezTo>
                <a:cubicBezTo>
                  <a:pt x="222896" y="66816"/>
                  <a:pt x="219799" y="63455"/>
                  <a:pt x="215966" y="61197"/>
                </a:cubicBezTo>
                <a:cubicBezTo>
                  <a:pt x="212133" y="58939"/>
                  <a:pt x="207906" y="57810"/>
                  <a:pt x="203285" y="57810"/>
                </a:cubicBezTo>
                <a:cubicBezTo>
                  <a:pt x="198875" y="57810"/>
                  <a:pt x="194701" y="58939"/>
                  <a:pt x="190762" y="61197"/>
                </a:cubicBezTo>
                <a:cubicBezTo>
                  <a:pt x="186824" y="63455"/>
                  <a:pt x="183673" y="66816"/>
                  <a:pt x="181309" y="71280"/>
                </a:cubicBezTo>
                <a:cubicBezTo>
                  <a:pt x="178947" y="75742"/>
                  <a:pt x="177766" y="81334"/>
                  <a:pt x="177766" y="88054"/>
                </a:cubicBezTo>
                <a:cubicBezTo>
                  <a:pt x="177766" y="94670"/>
                  <a:pt x="178947" y="100236"/>
                  <a:pt x="181309" y="104752"/>
                </a:cubicBezTo>
                <a:cubicBezTo>
                  <a:pt x="183673" y="109267"/>
                  <a:pt x="186771" y="112654"/>
                  <a:pt x="190604" y="114911"/>
                </a:cubicBezTo>
                <a:cubicBezTo>
                  <a:pt x="194438" y="117169"/>
                  <a:pt x="198613" y="118298"/>
                  <a:pt x="203128" y="118298"/>
                </a:cubicBezTo>
                <a:close/>
                <a:moveTo>
                  <a:pt x="262197" y="127749"/>
                </a:moveTo>
                <a:lnTo>
                  <a:pt x="262197" y="48359"/>
                </a:lnTo>
                <a:lnTo>
                  <a:pt x="275429" y="48359"/>
                </a:lnTo>
                <a:lnTo>
                  <a:pt x="275429" y="127749"/>
                </a:lnTo>
                <a:lnTo>
                  <a:pt x="262197" y="127749"/>
                </a:lnTo>
                <a:moveTo>
                  <a:pt x="268812" y="31506"/>
                </a:moveTo>
                <a:cubicBezTo>
                  <a:pt x="266187" y="31506"/>
                  <a:pt x="264008" y="30640"/>
                  <a:pt x="262274" y="28908"/>
                </a:cubicBezTo>
                <a:cubicBezTo>
                  <a:pt x="260542" y="27174"/>
                  <a:pt x="259676" y="24994"/>
                  <a:pt x="259676" y="22367"/>
                </a:cubicBezTo>
                <a:cubicBezTo>
                  <a:pt x="259676" y="19743"/>
                  <a:pt x="260542" y="17616"/>
                  <a:pt x="262274" y="15988"/>
                </a:cubicBezTo>
                <a:cubicBezTo>
                  <a:pt x="264008" y="14360"/>
                  <a:pt x="266187" y="13546"/>
                  <a:pt x="268812" y="13546"/>
                </a:cubicBezTo>
                <a:cubicBezTo>
                  <a:pt x="271333" y="13546"/>
                  <a:pt x="273485" y="14360"/>
                  <a:pt x="275270" y="15988"/>
                </a:cubicBezTo>
                <a:cubicBezTo>
                  <a:pt x="277055" y="17616"/>
                  <a:pt x="277948" y="19743"/>
                  <a:pt x="277948" y="22367"/>
                </a:cubicBezTo>
                <a:cubicBezTo>
                  <a:pt x="277948" y="24994"/>
                  <a:pt x="277055" y="27174"/>
                  <a:pt x="275270" y="28908"/>
                </a:cubicBezTo>
                <a:cubicBezTo>
                  <a:pt x="273485" y="30640"/>
                  <a:pt x="271333" y="31506"/>
                  <a:pt x="268812" y="31506"/>
                </a:cubicBezTo>
                <a:close/>
                <a:moveTo>
                  <a:pt x="298743" y="127749"/>
                </a:moveTo>
                <a:lnTo>
                  <a:pt x="298743" y="48359"/>
                </a:lnTo>
                <a:lnTo>
                  <a:pt x="310712" y="48359"/>
                </a:lnTo>
                <a:lnTo>
                  <a:pt x="311342" y="62221"/>
                </a:lnTo>
                <a:cubicBezTo>
                  <a:pt x="313863" y="57285"/>
                  <a:pt x="317459" y="53426"/>
                  <a:pt x="322132" y="50643"/>
                </a:cubicBezTo>
                <a:cubicBezTo>
                  <a:pt x="326806" y="47860"/>
                  <a:pt x="332136" y="46468"/>
                  <a:pt x="338123" y="46468"/>
                </a:cubicBezTo>
                <a:cubicBezTo>
                  <a:pt x="344317" y="46468"/>
                  <a:pt x="349672" y="47702"/>
                  <a:pt x="354188" y="50172"/>
                </a:cubicBezTo>
                <a:cubicBezTo>
                  <a:pt x="358703" y="52639"/>
                  <a:pt x="362221" y="56367"/>
                  <a:pt x="364742" y="61355"/>
                </a:cubicBezTo>
                <a:cubicBezTo>
                  <a:pt x="367262" y="66344"/>
                  <a:pt x="368523" y="72671"/>
                  <a:pt x="368523" y="80336"/>
                </a:cubicBezTo>
                <a:lnTo>
                  <a:pt x="368523" y="127749"/>
                </a:lnTo>
                <a:lnTo>
                  <a:pt x="355291" y="127749"/>
                </a:lnTo>
                <a:lnTo>
                  <a:pt x="355291" y="81752"/>
                </a:lnTo>
                <a:cubicBezTo>
                  <a:pt x="355291" y="73772"/>
                  <a:pt x="353532" y="67787"/>
                  <a:pt x="350013" y="63797"/>
                </a:cubicBezTo>
                <a:cubicBezTo>
                  <a:pt x="346496" y="59806"/>
                  <a:pt x="341534" y="57810"/>
                  <a:pt x="335128" y="57810"/>
                </a:cubicBezTo>
                <a:cubicBezTo>
                  <a:pt x="330718" y="57810"/>
                  <a:pt x="326780" y="58887"/>
                  <a:pt x="323314" y="61041"/>
                </a:cubicBezTo>
                <a:cubicBezTo>
                  <a:pt x="319848" y="63193"/>
                  <a:pt x="317091" y="66290"/>
                  <a:pt x="315044" y="70333"/>
                </a:cubicBezTo>
                <a:cubicBezTo>
                  <a:pt x="312997" y="74375"/>
                  <a:pt x="311974" y="79390"/>
                  <a:pt x="311974" y="85377"/>
                </a:cubicBezTo>
                <a:lnTo>
                  <a:pt x="311974" y="127749"/>
                </a:lnTo>
                <a:lnTo>
                  <a:pt x="298743" y="127749"/>
                </a:lnTo>
                <a:close/>
                <a:moveTo>
                  <a:pt x="420347" y="127749"/>
                </a:moveTo>
                <a:cubicBezTo>
                  <a:pt x="415621" y="127749"/>
                  <a:pt x="411526" y="127014"/>
                  <a:pt x="408060" y="125545"/>
                </a:cubicBezTo>
                <a:cubicBezTo>
                  <a:pt x="404594" y="124074"/>
                  <a:pt x="401942" y="121580"/>
                  <a:pt x="400104" y="118062"/>
                </a:cubicBezTo>
                <a:cubicBezTo>
                  <a:pt x="398266" y="114544"/>
                  <a:pt x="397347" y="109792"/>
                  <a:pt x="397347" y="103807"/>
                </a:cubicBezTo>
                <a:lnTo>
                  <a:pt x="397347" y="59543"/>
                </a:lnTo>
                <a:lnTo>
                  <a:pt x="383486" y="59543"/>
                </a:lnTo>
                <a:lnTo>
                  <a:pt x="383486" y="48359"/>
                </a:lnTo>
                <a:lnTo>
                  <a:pt x="397347" y="48359"/>
                </a:lnTo>
                <a:lnTo>
                  <a:pt x="399080" y="29141"/>
                </a:lnTo>
                <a:lnTo>
                  <a:pt x="410579" y="29141"/>
                </a:lnTo>
                <a:lnTo>
                  <a:pt x="410579" y="48359"/>
                </a:lnTo>
                <a:lnTo>
                  <a:pt x="433578" y="48359"/>
                </a:lnTo>
                <a:lnTo>
                  <a:pt x="433578" y="59543"/>
                </a:lnTo>
                <a:lnTo>
                  <a:pt x="410579" y="59543"/>
                </a:lnTo>
                <a:lnTo>
                  <a:pt x="410579" y="103807"/>
                </a:lnTo>
                <a:cubicBezTo>
                  <a:pt x="410579" y="108742"/>
                  <a:pt x="411576" y="112076"/>
                  <a:pt x="413571" y="113808"/>
                </a:cubicBezTo>
                <a:cubicBezTo>
                  <a:pt x="415568" y="115540"/>
                  <a:pt x="419087" y="116406"/>
                  <a:pt x="424128" y="116406"/>
                </a:cubicBezTo>
                <a:lnTo>
                  <a:pt x="432631" y="116406"/>
                </a:lnTo>
                <a:lnTo>
                  <a:pt x="432631" y="127749"/>
                </a:lnTo>
                <a:lnTo>
                  <a:pt x="420347" y="127749"/>
                </a:lnTo>
                <a:close/>
                <a:moveTo>
                  <a:pt x="515644" y="127749"/>
                </a:moveTo>
                <a:lnTo>
                  <a:pt x="485559" y="48359"/>
                </a:lnTo>
                <a:lnTo>
                  <a:pt x="499420" y="48359"/>
                </a:lnTo>
                <a:lnTo>
                  <a:pt x="523364" y="114991"/>
                </a:lnTo>
                <a:lnTo>
                  <a:pt x="547465" y="48359"/>
                </a:lnTo>
                <a:lnTo>
                  <a:pt x="561011" y="48359"/>
                </a:lnTo>
                <a:lnTo>
                  <a:pt x="530923" y="127749"/>
                </a:lnTo>
                <a:lnTo>
                  <a:pt x="515644" y="127749"/>
                </a:lnTo>
                <a:close/>
                <a:moveTo>
                  <a:pt x="577077" y="127749"/>
                </a:moveTo>
                <a:lnTo>
                  <a:pt x="577077" y="48359"/>
                </a:lnTo>
                <a:lnTo>
                  <a:pt x="590309" y="48359"/>
                </a:lnTo>
                <a:lnTo>
                  <a:pt x="590309" y="127749"/>
                </a:lnTo>
                <a:lnTo>
                  <a:pt x="577077" y="127749"/>
                </a:lnTo>
                <a:moveTo>
                  <a:pt x="583692" y="31506"/>
                </a:moveTo>
                <a:cubicBezTo>
                  <a:pt x="581067" y="31506"/>
                  <a:pt x="578888" y="30640"/>
                  <a:pt x="577154" y="28908"/>
                </a:cubicBezTo>
                <a:cubicBezTo>
                  <a:pt x="575422" y="27174"/>
                  <a:pt x="574556" y="24994"/>
                  <a:pt x="574556" y="22367"/>
                </a:cubicBezTo>
                <a:cubicBezTo>
                  <a:pt x="574556" y="19743"/>
                  <a:pt x="575422" y="17616"/>
                  <a:pt x="577154" y="15988"/>
                </a:cubicBezTo>
                <a:cubicBezTo>
                  <a:pt x="578888" y="14360"/>
                  <a:pt x="581067" y="13546"/>
                  <a:pt x="583692" y="13546"/>
                </a:cubicBezTo>
                <a:cubicBezTo>
                  <a:pt x="586212" y="13546"/>
                  <a:pt x="588365" y="14360"/>
                  <a:pt x="590150" y="15988"/>
                </a:cubicBezTo>
                <a:cubicBezTo>
                  <a:pt x="591935" y="17616"/>
                  <a:pt x="592828" y="19743"/>
                  <a:pt x="592828" y="22367"/>
                </a:cubicBezTo>
                <a:cubicBezTo>
                  <a:pt x="592828" y="24994"/>
                  <a:pt x="591935" y="27174"/>
                  <a:pt x="590150" y="28908"/>
                </a:cubicBezTo>
                <a:cubicBezTo>
                  <a:pt x="588365" y="30640"/>
                  <a:pt x="586212" y="31506"/>
                  <a:pt x="583692" y="31506"/>
                </a:cubicBezTo>
                <a:close/>
                <a:moveTo>
                  <a:pt x="643549" y="129638"/>
                </a:moveTo>
                <a:cubicBezTo>
                  <a:pt x="636934" y="129638"/>
                  <a:pt x="631185" y="128536"/>
                  <a:pt x="626301" y="126331"/>
                </a:cubicBezTo>
                <a:cubicBezTo>
                  <a:pt x="621419" y="124126"/>
                  <a:pt x="617533" y="121055"/>
                  <a:pt x="614644" y="117118"/>
                </a:cubicBezTo>
                <a:cubicBezTo>
                  <a:pt x="611756" y="113179"/>
                  <a:pt x="609998" y="108532"/>
                  <a:pt x="609368" y="103175"/>
                </a:cubicBezTo>
                <a:lnTo>
                  <a:pt x="622915" y="103175"/>
                </a:lnTo>
                <a:cubicBezTo>
                  <a:pt x="623440" y="105905"/>
                  <a:pt x="624543" y="108426"/>
                  <a:pt x="626222" y="110736"/>
                </a:cubicBezTo>
                <a:cubicBezTo>
                  <a:pt x="627903" y="113047"/>
                  <a:pt x="630187" y="114911"/>
                  <a:pt x="633074" y="116329"/>
                </a:cubicBezTo>
                <a:cubicBezTo>
                  <a:pt x="635962" y="117746"/>
                  <a:pt x="639506" y="118454"/>
                  <a:pt x="643708" y="118454"/>
                </a:cubicBezTo>
                <a:cubicBezTo>
                  <a:pt x="647383" y="118454"/>
                  <a:pt x="650429" y="117903"/>
                  <a:pt x="652844" y="116801"/>
                </a:cubicBezTo>
                <a:cubicBezTo>
                  <a:pt x="655258" y="115698"/>
                  <a:pt x="657070" y="114202"/>
                  <a:pt x="658278" y="112313"/>
                </a:cubicBezTo>
                <a:cubicBezTo>
                  <a:pt x="659486" y="110422"/>
                  <a:pt x="660090" y="108375"/>
                  <a:pt x="660090" y="106170"/>
                </a:cubicBezTo>
                <a:cubicBezTo>
                  <a:pt x="660090" y="102914"/>
                  <a:pt x="659328" y="100446"/>
                  <a:pt x="657804" y="98767"/>
                </a:cubicBezTo>
                <a:cubicBezTo>
                  <a:pt x="656282" y="97086"/>
                  <a:pt x="654051" y="95747"/>
                  <a:pt x="651111" y="94750"/>
                </a:cubicBezTo>
                <a:cubicBezTo>
                  <a:pt x="648170" y="93752"/>
                  <a:pt x="644600" y="92885"/>
                  <a:pt x="640400" y="92150"/>
                </a:cubicBezTo>
                <a:cubicBezTo>
                  <a:pt x="636934" y="91520"/>
                  <a:pt x="633521" y="90680"/>
                  <a:pt x="630161" y="89631"/>
                </a:cubicBezTo>
                <a:cubicBezTo>
                  <a:pt x="626801" y="88580"/>
                  <a:pt x="623808" y="87188"/>
                  <a:pt x="621182" y="85456"/>
                </a:cubicBezTo>
                <a:cubicBezTo>
                  <a:pt x="618557" y="83722"/>
                  <a:pt x="616483" y="81596"/>
                  <a:pt x="614959" y="79077"/>
                </a:cubicBezTo>
                <a:cubicBezTo>
                  <a:pt x="613436" y="76556"/>
                  <a:pt x="612675" y="73458"/>
                  <a:pt x="612675" y="69782"/>
                </a:cubicBezTo>
                <a:cubicBezTo>
                  <a:pt x="612675" y="65267"/>
                  <a:pt x="613831" y="61250"/>
                  <a:pt x="616141" y="57733"/>
                </a:cubicBezTo>
                <a:cubicBezTo>
                  <a:pt x="618452" y="54215"/>
                  <a:pt x="621786" y="51458"/>
                  <a:pt x="626142" y="49463"/>
                </a:cubicBezTo>
                <a:cubicBezTo>
                  <a:pt x="630501" y="47466"/>
                  <a:pt x="635568" y="46468"/>
                  <a:pt x="641345" y="46468"/>
                </a:cubicBezTo>
                <a:cubicBezTo>
                  <a:pt x="649850" y="46468"/>
                  <a:pt x="656728" y="48516"/>
                  <a:pt x="661979" y="52611"/>
                </a:cubicBezTo>
                <a:cubicBezTo>
                  <a:pt x="667230" y="56707"/>
                  <a:pt x="670329" y="62641"/>
                  <a:pt x="671274" y="70412"/>
                </a:cubicBezTo>
                <a:lnTo>
                  <a:pt x="658199" y="70412"/>
                </a:lnTo>
                <a:cubicBezTo>
                  <a:pt x="657675" y="66422"/>
                  <a:pt x="655968" y="63298"/>
                  <a:pt x="653079" y="61041"/>
                </a:cubicBezTo>
                <a:cubicBezTo>
                  <a:pt x="650192" y="58781"/>
                  <a:pt x="646227" y="57652"/>
                  <a:pt x="641186" y="57652"/>
                </a:cubicBezTo>
                <a:cubicBezTo>
                  <a:pt x="636251" y="57652"/>
                  <a:pt x="632497" y="58650"/>
                  <a:pt x="629923" y="60646"/>
                </a:cubicBezTo>
                <a:cubicBezTo>
                  <a:pt x="627351" y="62641"/>
                  <a:pt x="626066" y="65266"/>
                  <a:pt x="626066" y="68520"/>
                </a:cubicBezTo>
                <a:cubicBezTo>
                  <a:pt x="626066" y="70621"/>
                  <a:pt x="626774" y="72485"/>
                  <a:pt x="628190" y="74114"/>
                </a:cubicBezTo>
                <a:cubicBezTo>
                  <a:pt x="629608" y="75742"/>
                  <a:pt x="631709" y="77133"/>
                  <a:pt x="634492" y="78288"/>
                </a:cubicBezTo>
                <a:cubicBezTo>
                  <a:pt x="637276" y="79444"/>
                  <a:pt x="640715" y="80388"/>
                  <a:pt x="644811" y="81122"/>
                </a:cubicBezTo>
                <a:cubicBezTo>
                  <a:pt x="650060" y="82068"/>
                  <a:pt x="654838" y="83328"/>
                  <a:pt x="659143" y="84903"/>
                </a:cubicBezTo>
                <a:cubicBezTo>
                  <a:pt x="663449" y="86478"/>
                  <a:pt x="666940" y="88815"/>
                  <a:pt x="669618" y="91914"/>
                </a:cubicBezTo>
                <a:cubicBezTo>
                  <a:pt x="672297" y="95012"/>
                  <a:pt x="673637" y="99396"/>
                  <a:pt x="673637" y="105066"/>
                </a:cubicBezTo>
                <a:cubicBezTo>
                  <a:pt x="673637" y="110002"/>
                  <a:pt x="672403" y="114307"/>
                  <a:pt x="669935" y="117983"/>
                </a:cubicBezTo>
                <a:cubicBezTo>
                  <a:pt x="667468" y="121659"/>
                  <a:pt x="663975" y="124521"/>
                  <a:pt x="659458" y="126569"/>
                </a:cubicBezTo>
                <a:cubicBezTo>
                  <a:pt x="654943" y="128615"/>
                  <a:pt x="649640" y="129638"/>
                  <a:pt x="643549" y="129638"/>
                </a:cubicBezTo>
                <a:close/>
                <a:moveTo>
                  <a:pt x="693956" y="127749"/>
                </a:moveTo>
                <a:lnTo>
                  <a:pt x="693956" y="48359"/>
                </a:lnTo>
                <a:lnTo>
                  <a:pt x="707187" y="48359"/>
                </a:lnTo>
                <a:lnTo>
                  <a:pt x="707187" y="127749"/>
                </a:lnTo>
                <a:lnTo>
                  <a:pt x="693956" y="127749"/>
                </a:lnTo>
                <a:moveTo>
                  <a:pt x="700570" y="31506"/>
                </a:moveTo>
                <a:cubicBezTo>
                  <a:pt x="697946" y="31506"/>
                  <a:pt x="695766" y="30640"/>
                  <a:pt x="694033" y="28908"/>
                </a:cubicBezTo>
                <a:cubicBezTo>
                  <a:pt x="692300" y="27174"/>
                  <a:pt x="691434" y="24994"/>
                  <a:pt x="691434" y="22367"/>
                </a:cubicBezTo>
                <a:cubicBezTo>
                  <a:pt x="691434" y="19743"/>
                  <a:pt x="692300" y="17616"/>
                  <a:pt x="694033" y="15988"/>
                </a:cubicBezTo>
                <a:cubicBezTo>
                  <a:pt x="695766" y="14360"/>
                  <a:pt x="697946" y="13546"/>
                  <a:pt x="700570" y="13546"/>
                </a:cubicBezTo>
                <a:cubicBezTo>
                  <a:pt x="703091" y="13546"/>
                  <a:pt x="705244" y="14360"/>
                  <a:pt x="707029" y="15988"/>
                </a:cubicBezTo>
                <a:cubicBezTo>
                  <a:pt x="708814" y="17616"/>
                  <a:pt x="709706" y="19743"/>
                  <a:pt x="709706" y="22367"/>
                </a:cubicBezTo>
                <a:cubicBezTo>
                  <a:pt x="709706" y="24994"/>
                  <a:pt x="708814" y="27174"/>
                  <a:pt x="707029" y="28908"/>
                </a:cubicBezTo>
                <a:cubicBezTo>
                  <a:pt x="705244" y="30640"/>
                  <a:pt x="703091" y="31506"/>
                  <a:pt x="700570" y="31506"/>
                </a:cubicBezTo>
                <a:close/>
                <a:moveTo>
                  <a:pt x="772085" y="129638"/>
                </a:moveTo>
                <a:cubicBezTo>
                  <a:pt x="767569" y="129638"/>
                  <a:pt x="763500" y="128982"/>
                  <a:pt x="759877" y="127669"/>
                </a:cubicBezTo>
                <a:cubicBezTo>
                  <a:pt x="756254" y="126357"/>
                  <a:pt x="753078" y="124598"/>
                  <a:pt x="750347" y="122394"/>
                </a:cubicBezTo>
                <a:cubicBezTo>
                  <a:pt x="747617" y="120189"/>
                  <a:pt x="745359" y="117616"/>
                  <a:pt x="743574" y="114676"/>
                </a:cubicBezTo>
                <a:lnTo>
                  <a:pt x="742471" y="127749"/>
                </a:lnTo>
                <a:lnTo>
                  <a:pt x="730501" y="127749"/>
                </a:lnTo>
                <a:lnTo>
                  <a:pt x="730501" y="14335"/>
                </a:lnTo>
                <a:lnTo>
                  <a:pt x="743733" y="14335"/>
                </a:lnTo>
                <a:lnTo>
                  <a:pt x="743733" y="61432"/>
                </a:lnTo>
                <a:cubicBezTo>
                  <a:pt x="746251" y="57337"/>
                  <a:pt x="749874" y="53819"/>
                  <a:pt x="754599" y="50878"/>
                </a:cubicBezTo>
                <a:cubicBezTo>
                  <a:pt x="759326" y="47938"/>
                  <a:pt x="765155" y="46468"/>
                  <a:pt x="772085" y="46468"/>
                </a:cubicBezTo>
                <a:cubicBezTo>
                  <a:pt x="779751" y="46468"/>
                  <a:pt x="786471" y="48279"/>
                  <a:pt x="792246" y="51902"/>
                </a:cubicBezTo>
                <a:cubicBezTo>
                  <a:pt x="798022" y="55525"/>
                  <a:pt x="802512" y="60461"/>
                  <a:pt x="805715" y="66711"/>
                </a:cubicBezTo>
                <a:cubicBezTo>
                  <a:pt x="808918" y="72958"/>
                  <a:pt x="810520" y="80073"/>
                  <a:pt x="810520" y="88054"/>
                </a:cubicBezTo>
                <a:cubicBezTo>
                  <a:pt x="810520" y="96035"/>
                  <a:pt x="808918" y="103176"/>
                  <a:pt x="805715" y="109477"/>
                </a:cubicBezTo>
                <a:cubicBezTo>
                  <a:pt x="802512" y="115777"/>
                  <a:pt x="798022" y="120713"/>
                  <a:pt x="792246" y="124283"/>
                </a:cubicBezTo>
                <a:cubicBezTo>
                  <a:pt x="786471" y="127853"/>
                  <a:pt x="779751" y="129638"/>
                  <a:pt x="772085" y="129638"/>
                </a:cubicBezTo>
                <a:moveTo>
                  <a:pt x="770510" y="118139"/>
                </a:moveTo>
                <a:cubicBezTo>
                  <a:pt x="775656" y="118139"/>
                  <a:pt x="780223" y="116880"/>
                  <a:pt x="784213" y="114361"/>
                </a:cubicBezTo>
                <a:cubicBezTo>
                  <a:pt x="788205" y="111840"/>
                  <a:pt x="791329" y="108349"/>
                  <a:pt x="793587" y="103886"/>
                </a:cubicBezTo>
                <a:cubicBezTo>
                  <a:pt x="795845" y="99422"/>
                  <a:pt x="796974" y="94145"/>
                  <a:pt x="796974" y="88054"/>
                </a:cubicBezTo>
                <a:cubicBezTo>
                  <a:pt x="796974" y="82068"/>
                  <a:pt x="795845" y="76817"/>
                  <a:pt x="793587" y="72301"/>
                </a:cubicBezTo>
                <a:cubicBezTo>
                  <a:pt x="791329" y="67786"/>
                  <a:pt x="788205" y="64269"/>
                  <a:pt x="784213" y="61750"/>
                </a:cubicBezTo>
                <a:cubicBezTo>
                  <a:pt x="780223" y="59229"/>
                  <a:pt x="775656" y="57969"/>
                  <a:pt x="770510" y="57969"/>
                </a:cubicBezTo>
                <a:cubicBezTo>
                  <a:pt x="765260" y="57969"/>
                  <a:pt x="760638" y="59229"/>
                  <a:pt x="756647" y="61750"/>
                </a:cubicBezTo>
                <a:cubicBezTo>
                  <a:pt x="752657" y="64269"/>
                  <a:pt x="749560" y="67786"/>
                  <a:pt x="747355" y="72301"/>
                </a:cubicBezTo>
                <a:cubicBezTo>
                  <a:pt x="745150" y="76817"/>
                  <a:pt x="744047" y="82068"/>
                  <a:pt x="744047" y="88054"/>
                </a:cubicBezTo>
                <a:cubicBezTo>
                  <a:pt x="744047" y="94145"/>
                  <a:pt x="745150" y="99422"/>
                  <a:pt x="747355" y="103886"/>
                </a:cubicBezTo>
                <a:cubicBezTo>
                  <a:pt x="749560" y="108349"/>
                  <a:pt x="752657" y="111840"/>
                  <a:pt x="756647" y="114361"/>
                </a:cubicBezTo>
                <a:cubicBezTo>
                  <a:pt x="760638" y="116880"/>
                  <a:pt x="765260" y="118139"/>
                  <a:pt x="770510" y="118139"/>
                </a:cubicBezTo>
                <a:close/>
                <a:moveTo>
                  <a:pt x="830367" y="127749"/>
                </a:moveTo>
                <a:lnTo>
                  <a:pt x="830367" y="48359"/>
                </a:lnTo>
                <a:lnTo>
                  <a:pt x="843599" y="48359"/>
                </a:lnTo>
                <a:lnTo>
                  <a:pt x="843599" y="127749"/>
                </a:lnTo>
                <a:lnTo>
                  <a:pt x="830367" y="127749"/>
                </a:lnTo>
                <a:moveTo>
                  <a:pt x="836982" y="31506"/>
                </a:moveTo>
                <a:cubicBezTo>
                  <a:pt x="834357" y="31506"/>
                  <a:pt x="832178" y="30640"/>
                  <a:pt x="830444" y="28908"/>
                </a:cubicBezTo>
                <a:cubicBezTo>
                  <a:pt x="828712" y="27174"/>
                  <a:pt x="827846" y="24994"/>
                  <a:pt x="827846" y="22367"/>
                </a:cubicBezTo>
                <a:cubicBezTo>
                  <a:pt x="827846" y="19743"/>
                  <a:pt x="828712" y="17616"/>
                  <a:pt x="830444" y="15988"/>
                </a:cubicBezTo>
                <a:cubicBezTo>
                  <a:pt x="832178" y="14360"/>
                  <a:pt x="834357" y="13546"/>
                  <a:pt x="836982" y="13546"/>
                </a:cubicBezTo>
                <a:cubicBezTo>
                  <a:pt x="839502" y="13546"/>
                  <a:pt x="841655" y="14360"/>
                  <a:pt x="843440" y="15988"/>
                </a:cubicBezTo>
                <a:cubicBezTo>
                  <a:pt x="845225" y="17616"/>
                  <a:pt x="846118" y="19743"/>
                  <a:pt x="846118" y="22367"/>
                </a:cubicBezTo>
                <a:cubicBezTo>
                  <a:pt x="846118" y="24994"/>
                  <a:pt x="845225" y="27174"/>
                  <a:pt x="843440" y="28908"/>
                </a:cubicBezTo>
                <a:cubicBezTo>
                  <a:pt x="841655" y="30640"/>
                  <a:pt x="839502" y="31506"/>
                  <a:pt x="836982" y="31506"/>
                </a:cubicBezTo>
                <a:close/>
                <a:moveTo>
                  <a:pt x="866912" y="127749"/>
                </a:moveTo>
                <a:lnTo>
                  <a:pt x="866912" y="14335"/>
                </a:lnTo>
                <a:lnTo>
                  <a:pt x="880144" y="14335"/>
                </a:lnTo>
                <a:lnTo>
                  <a:pt x="880144" y="127749"/>
                </a:lnTo>
                <a:lnTo>
                  <a:pt x="866912" y="127749"/>
                </a:lnTo>
                <a:close/>
                <a:moveTo>
                  <a:pt x="903298" y="127749"/>
                </a:moveTo>
                <a:lnTo>
                  <a:pt x="903298" y="48359"/>
                </a:lnTo>
                <a:lnTo>
                  <a:pt x="916530" y="48359"/>
                </a:lnTo>
                <a:lnTo>
                  <a:pt x="916530" y="127749"/>
                </a:lnTo>
                <a:lnTo>
                  <a:pt x="903298" y="127749"/>
                </a:lnTo>
                <a:moveTo>
                  <a:pt x="909913" y="31506"/>
                </a:moveTo>
                <a:cubicBezTo>
                  <a:pt x="907288" y="31506"/>
                  <a:pt x="905109" y="30640"/>
                  <a:pt x="903375" y="28908"/>
                </a:cubicBezTo>
                <a:cubicBezTo>
                  <a:pt x="901643" y="27174"/>
                  <a:pt x="900777" y="24994"/>
                  <a:pt x="900777" y="22367"/>
                </a:cubicBezTo>
                <a:cubicBezTo>
                  <a:pt x="900777" y="19743"/>
                  <a:pt x="901643" y="17616"/>
                  <a:pt x="903375" y="15988"/>
                </a:cubicBezTo>
                <a:cubicBezTo>
                  <a:pt x="905109" y="14360"/>
                  <a:pt x="907288" y="13546"/>
                  <a:pt x="909913" y="13546"/>
                </a:cubicBezTo>
                <a:cubicBezTo>
                  <a:pt x="912434" y="13546"/>
                  <a:pt x="914586" y="14360"/>
                  <a:pt x="916371" y="15988"/>
                </a:cubicBezTo>
                <a:cubicBezTo>
                  <a:pt x="918156" y="17616"/>
                  <a:pt x="919049" y="19743"/>
                  <a:pt x="919049" y="22367"/>
                </a:cubicBezTo>
                <a:cubicBezTo>
                  <a:pt x="919049" y="24994"/>
                  <a:pt x="918156" y="27174"/>
                  <a:pt x="916371" y="28908"/>
                </a:cubicBezTo>
                <a:cubicBezTo>
                  <a:pt x="914586" y="30640"/>
                  <a:pt x="912434" y="31506"/>
                  <a:pt x="909913" y="31506"/>
                </a:cubicBezTo>
                <a:close/>
                <a:moveTo>
                  <a:pt x="971031" y="127749"/>
                </a:moveTo>
                <a:cubicBezTo>
                  <a:pt x="966306" y="127749"/>
                  <a:pt x="962210" y="127014"/>
                  <a:pt x="958744" y="125545"/>
                </a:cubicBezTo>
                <a:cubicBezTo>
                  <a:pt x="955278" y="124074"/>
                  <a:pt x="952627" y="121580"/>
                  <a:pt x="950789" y="118062"/>
                </a:cubicBezTo>
                <a:cubicBezTo>
                  <a:pt x="948951" y="114544"/>
                  <a:pt x="948032" y="109792"/>
                  <a:pt x="948032" y="103807"/>
                </a:cubicBezTo>
                <a:lnTo>
                  <a:pt x="948032" y="59543"/>
                </a:lnTo>
                <a:lnTo>
                  <a:pt x="934170" y="59543"/>
                </a:lnTo>
                <a:lnTo>
                  <a:pt x="934170" y="48359"/>
                </a:lnTo>
                <a:lnTo>
                  <a:pt x="948032" y="48359"/>
                </a:lnTo>
                <a:lnTo>
                  <a:pt x="949765" y="29141"/>
                </a:lnTo>
                <a:lnTo>
                  <a:pt x="961263" y="29141"/>
                </a:lnTo>
                <a:lnTo>
                  <a:pt x="961263" y="48359"/>
                </a:lnTo>
                <a:lnTo>
                  <a:pt x="984263" y="48359"/>
                </a:lnTo>
                <a:lnTo>
                  <a:pt x="984263" y="59543"/>
                </a:lnTo>
                <a:lnTo>
                  <a:pt x="961263" y="59543"/>
                </a:lnTo>
                <a:lnTo>
                  <a:pt x="961263" y="103807"/>
                </a:lnTo>
                <a:cubicBezTo>
                  <a:pt x="961263" y="108742"/>
                  <a:pt x="962261" y="112076"/>
                  <a:pt x="964256" y="113808"/>
                </a:cubicBezTo>
                <a:cubicBezTo>
                  <a:pt x="966252" y="115540"/>
                  <a:pt x="969771" y="116406"/>
                  <a:pt x="974812" y="116406"/>
                </a:cubicBezTo>
                <a:lnTo>
                  <a:pt x="983316" y="116406"/>
                </a:lnTo>
                <a:lnTo>
                  <a:pt x="983316" y="127749"/>
                </a:lnTo>
                <a:lnTo>
                  <a:pt x="971031" y="127749"/>
                </a:lnTo>
                <a:close/>
                <a:moveTo>
                  <a:pt x="1010252" y="162403"/>
                </a:moveTo>
                <a:lnTo>
                  <a:pt x="1029627" y="118928"/>
                </a:lnTo>
                <a:lnTo>
                  <a:pt x="1025058" y="118928"/>
                </a:lnTo>
                <a:lnTo>
                  <a:pt x="993869" y="48359"/>
                </a:lnTo>
                <a:lnTo>
                  <a:pt x="1008204" y="48359"/>
                </a:lnTo>
                <a:lnTo>
                  <a:pt x="1034037" y="109003"/>
                </a:lnTo>
                <a:lnTo>
                  <a:pt x="1061130" y="48359"/>
                </a:lnTo>
                <a:lnTo>
                  <a:pt x="1074835" y="48359"/>
                </a:lnTo>
                <a:lnTo>
                  <a:pt x="1024113" y="162403"/>
                </a:lnTo>
                <a:lnTo>
                  <a:pt x="1010252" y="162403"/>
                </a:lnTo>
                <a:close/>
                <a:moveTo>
                  <a:pt x="1159264" y="150590"/>
                </a:moveTo>
                <a:cubicBezTo>
                  <a:pt x="1153595" y="145129"/>
                  <a:pt x="1148345" y="138644"/>
                  <a:pt x="1143514" y="131135"/>
                </a:cubicBezTo>
                <a:cubicBezTo>
                  <a:pt x="1138683" y="123627"/>
                  <a:pt x="1134823" y="115200"/>
                  <a:pt x="1131936" y="105855"/>
                </a:cubicBezTo>
                <a:cubicBezTo>
                  <a:pt x="1129048" y="96508"/>
                  <a:pt x="1127605" y="86322"/>
                  <a:pt x="1127605" y="75296"/>
                </a:cubicBezTo>
                <a:cubicBezTo>
                  <a:pt x="1127605" y="64269"/>
                  <a:pt x="1129048" y="54082"/>
                  <a:pt x="1131936" y="44737"/>
                </a:cubicBezTo>
                <a:cubicBezTo>
                  <a:pt x="1134823" y="35391"/>
                  <a:pt x="1138683" y="26937"/>
                  <a:pt x="1143514" y="19377"/>
                </a:cubicBezTo>
                <a:cubicBezTo>
                  <a:pt x="1148345" y="11816"/>
                  <a:pt x="1153595" y="5357"/>
                  <a:pt x="1159264" y="0"/>
                </a:cubicBezTo>
                <a:lnTo>
                  <a:pt x="1172813" y="0"/>
                </a:lnTo>
                <a:lnTo>
                  <a:pt x="1172813" y="1262"/>
                </a:lnTo>
                <a:cubicBezTo>
                  <a:pt x="1166407" y="7562"/>
                  <a:pt x="1160814" y="14598"/>
                  <a:pt x="1156036" y="22370"/>
                </a:cubicBezTo>
                <a:cubicBezTo>
                  <a:pt x="1151258" y="30140"/>
                  <a:pt x="1147530" y="38462"/>
                  <a:pt x="1144852" y="47336"/>
                </a:cubicBezTo>
                <a:cubicBezTo>
                  <a:pt x="1142175" y="56209"/>
                  <a:pt x="1140836" y="65530"/>
                  <a:pt x="1140836" y="75296"/>
                </a:cubicBezTo>
                <a:cubicBezTo>
                  <a:pt x="1140836" y="85061"/>
                  <a:pt x="1142175" y="94380"/>
                  <a:pt x="1144852" y="103254"/>
                </a:cubicBezTo>
                <a:cubicBezTo>
                  <a:pt x="1147530" y="112128"/>
                  <a:pt x="1151284" y="120450"/>
                  <a:pt x="1156113" y="128220"/>
                </a:cubicBezTo>
                <a:cubicBezTo>
                  <a:pt x="1160944" y="135991"/>
                  <a:pt x="1166511" y="143027"/>
                  <a:pt x="1172813" y="149328"/>
                </a:cubicBezTo>
                <a:lnTo>
                  <a:pt x="1172813" y="150590"/>
                </a:lnTo>
                <a:lnTo>
                  <a:pt x="1159264" y="150590"/>
                </a:lnTo>
                <a:close/>
                <a:moveTo>
                  <a:pt x="1202740" y="127749"/>
                </a:moveTo>
                <a:lnTo>
                  <a:pt x="1202740" y="32292"/>
                </a:lnTo>
                <a:lnTo>
                  <a:pt x="1183838" y="37017"/>
                </a:lnTo>
                <a:lnTo>
                  <a:pt x="1183838" y="27566"/>
                </a:lnTo>
                <a:lnTo>
                  <a:pt x="1207150" y="17486"/>
                </a:lnTo>
                <a:lnTo>
                  <a:pt x="1216130" y="17486"/>
                </a:lnTo>
                <a:lnTo>
                  <a:pt x="1216130" y="127749"/>
                </a:lnTo>
                <a:lnTo>
                  <a:pt x="1202740" y="127749"/>
                </a:lnTo>
                <a:close/>
                <a:moveTo>
                  <a:pt x="1315839" y="129638"/>
                </a:moveTo>
                <a:cubicBezTo>
                  <a:pt x="1308172" y="129638"/>
                  <a:pt x="1301450" y="127826"/>
                  <a:pt x="1295674" y="124204"/>
                </a:cubicBezTo>
                <a:cubicBezTo>
                  <a:pt x="1289899" y="120581"/>
                  <a:pt x="1285436" y="115619"/>
                  <a:pt x="1282286" y="109318"/>
                </a:cubicBezTo>
                <a:cubicBezTo>
                  <a:pt x="1279135" y="103018"/>
                  <a:pt x="1277560" y="95877"/>
                  <a:pt x="1277560" y="87895"/>
                </a:cubicBezTo>
                <a:cubicBezTo>
                  <a:pt x="1277560" y="79916"/>
                  <a:pt x="1279135" y="72802"/>
                  <a:pt x="1282286" y="66554"/>
                </a:cubicBezTo>
                <a:cubicBezTo>
                  <a:pt x="1285436" y="60305"/>
                  <a:pt x="1289925" y="55395"/>
                  <a:pt x="1295753" y="51825"/>
                </a:cubicBezTo>
                <a:cubicBezTo>
                  <a:pt x="1301582" y="48254"/>
                  <a:pt x="1308330" y="46468"/>
                  <a:pt x="1315996" y="46468"/>
                </a:cubicBezTo>
                <a:cubicBezTo>
                  <a:pt x="1322506" y="46468"/>
                  <a:pt x="1328202" y="47781"/>
                  <a:pt x="1333085" y="50407"/>
                </a:cubicBezTo>
                <a:cubicBezTo>
                  <a:pt x="1337969" y="53032"/>
                  <a:pt x="1341724" y="56707"/>
                  <a:pt x="1344350" y="61432"/>
                </a:cubicBezTo>
                <a:lnTo>
                  <a:pt x="1344350" y="14335"/>
                </a:lnTo>
                <a:lnTo>
                  <a:pt x="1357582" y="14335"/>
                </a:lnTo>
                <a:lnTo>
                  <a:pt x="1357582" y="127749"/>
                </a:lnTo>
                <a:lnTo>
                  <a:pt x="1345610" y="127749"/>
                </a:lnTo>
                <a:lnTo>
                  <a:pt x="1344506" y="114676"/>
                </a:lnTo>
                <a:cubicBezTo>
                  <a:pt x="1342826" y="117301"/>
                  <a:pt x="1340673" y="119742"/>
                  <a:pt x="1338048" y="121999"/>
                </a:cubicBezTo>
                <a:cubicBezTo>
                  <a:pt x="1335423" y="124257"/>
                  <a:pt x="1332273" y="126095"/>
                  <a:pt x="1328597" y="127513"/>
                </a:cubicBezTo>
                <a:cubicBezTo>
                  <a:pt x="1324922" y="128930"/>
                  <a:pt x="1320669" y="129638"/>
                  <a:pt x="1315839" y="129638"/>
                </a:cubicBezTo>
                <a:moveTo>
                  <a:pt x="1317414" y="118139"/>
                </a:moveTo>
                <a:cubicBezTo>
                  <a:pt x="1322665" y="118139"/>
                  <a:pt x="1327285" y="116880"/>
                  <a:pt x="1331275" y="114361"/>
                </a:cubicBezTo>
                <a:cubicBezTo>
                  <a:pt x="1335265" y="111840"/>
                  <a:pt x="1338362" y="108349"/>
                  <a:pt x="1340567" y="103886"/>
                </a:cubicBezTo>
                <a:cubicBezTo>
                  <a:pt x="1342774" y="99422"/>
                  <a:pt x="1343877" y="94145"/>
                  <a:pt x="1343877" y="88054"/>
                </a:cubicBezTo>
                <a:cubicBezTo>
                  <a:pt x="1343877" y="82068"/>
                  <a:pt x="1342774" y="76817"/>
                  <a:pt x="1340567" y="72301"/>
                </a:cubicBezTo>
                <a:cubicBezTo>
                  <a:pt x="1338362" y="67786"/>
                  <a:pt x="1335265" y="64269"/>
                  <a:pt x="1331275" y="61750"/>
                </a:cubicBezTo>
                <a:cubicBezTo>
                  <a:pt x="1327285" y="59229"/>
                  <a:pt x="1322665" y="57969"/>
                  <a:pt x="1317414" y="57969"/>
                </a:cubicBezTo>
                <a:cubicBezTo>
                  <a:pt x="1312268" y="57969"/>
                  <a:pt x="1307700" y="59229"/>
                  <a:pt x="1303709" y="61750"/>
                </a:cubicBezTo>
                <a:cubicBezTo>
                  <a:pt x="1299719" y="64269"/>
                  <a:pt x="1296621" y="67786"/>
                  <a:pt x="1294414" y="72301"/>
                </a:cubicBezTo>
                <a:cubicBezTo>
                  <a:pt x="1292209" y="76817"/>
                  <a:pt x="1291107" y="82068"/>
                  <a:pt x="1291107" y="88054"/>
                </a:cubicBezTo>
                <a:cubicBezTo>
                  <a:pt x="1291107" y="94145"/>
                  <a:pt x="1292209" y="99422"/>
                  <a:pt x="1294414" y="103886"/>
                </a:cubicBezTo>
                <a:cubicBezTo>
                  <a:pt x="1296621" y="108349"/>
                  <a:pt x="1299719" y="111840"/>
                  <a:pt x="1303709" y="114361"/>
                </a:cubicBezTo>
                <a:cubicBezTo>
                  <a:pt x="1307700" y="116880"/>
                  <a:pt x="1312268" y="118139"/>
                  <a:pt x="1317414" y="118139"/>
                </a:cubicBezTo>
                <a:close/>
                <a:moveTo>
                  <a:pt x="1380894" y="127749"/>
                </a:moveTo>
                <a:lnTo>
                  <a:pt x="1380894" y="48359"/>
                </a:lnTo>
                <a:lnTo>
                  <a:pt x="1394126" y="48359"/>
                </a:lnTo>
                <a:lnTo>
                  <a:pt x="1394126" y="127749"/>
                </a:lnTo>
                <a:lnTo>
                  <a:pt x="1380894" y="127749"/>
                </a:lnTo>
                <a:moveTo>
                  <a:pt x="1387509" y="31506"/>
                </a:moveTo>
                <a:cubicBezTo>
                  <a:pt x="1384884" y="31506"/>
                  <a:pt x="1382705" y="30640"/>
                  <a:pt x="1380971" y="28908"/>
                </a:cubicBezTo>
                <a:cubicBezTo>
                  <a:pt x="1379239" y="27174"/>
                  <a:pt x="1378373" y="24994"/>
                  <a:pt x="1378373" y="22367"/>
                </a:cubicBezTo>
                <a:cubicBezTo>
                  <a:pt x="1378373" y="19743"/>
                  <a:pt x="1379239" y="17616"/>
                  <a:pt x="1380971" y="15988"/>
                </a:cubicBezTo>
                <a:cubicBezTo>
                  <a:pt x="1382705" y="14360"/>
                  <a:pt x="1384884" y="13546"/>
                  <a:pt x="1387509" y="13546"/>
                </a:cubicBezTo>
                <a:cubicBezTo>
                  <a:pt x="1390030" y="13546"/>
                  <a:pt x="1392182" y="14360"/>
                  <a:pt x="1393967" y="15988"/>
                </a:cubicBezTo>
                <a:cubicBezTo>
                  <a:pt x="1395752" y="17616"/>
                  <a:pt x="1396645" y="19743"/>
                  <a:pt x="1396645" y="22367"/>
                </a:cubicBezTo>
                <a:cubicBezTo>
                  <a:pt x="1396645" y="24994"/>
                  <a:pt x="1395752" y="27174"/>
                  <a:pt x="1393967" y="28908"/>
                </a:cubicBezTo>
                <a:cubicBezTo>
                  <a:pt x="1392182" y="30640"/>
                  <a:pt x="1390030" y="31506"/>
                  <a:pt x="1387509" y="31506"/>
                </a:cubicBezTo>
                <a:close/>
                <a:moveTo>
                  <a:pt x="1417439" y="127749"/>
                </a:moveTo>
                <a:lnTo>
                  <a:pt x="1417439" y="48359"/>
                </a:lnTo>
                <a:lnTo>
                  <a:pt x="1429408" y="48359"/>
                </a:lnTo>
                <a:lnTo>
                  <a:pt x="1430197" y="59699"/>
                </a:lnTo>
                <a:cubicBezTo>
                  <a:pt x="1432717" y="55605"/>
                  <a:pt x="1436104" y="52377"/>
                  <a:pt x="1440356" y="50013"/>
                </a:cubicBezTo>
                <a:cubicBezTo>
                  <a:pt x="1444609" y="47650"/>
                  <a:pt x="1449256" y="46468"/>
                  <a:pt x="1454297" y="46468"/>
                </a:cubicBezTo>
                <a:cubicBezTo>
                  <a:pt x="1458393" y="46468"/>
                  <a:pt x="1462094" y="47020"/>
                  <a:pt x="1465401" y="48124"/>
                </a:cubicBezTo>
                <a:cubicBezTo>
                  <a:pt x="1468710" y="49226"/>
                  <a:pt x="1471624" y="50906"/>
                  <a:pt x="1474143" y="53164"/>
                </a:cubicBezTo>
                <a:cubicBezTo>
                  <a:pt x="1476664" y="55422"/>
                  <a:pt x="1478711" y="58283"/>
                  <a:pt x="1480287" y="61747"/>
                </a:cubicBezTo>
                <a:cubicBezTo>
                  <a:pt x="1483017" y="56918"/>
                  <a:pt x="1486771" y="53164"/>
                  <a:pt x="1491550" y="50487"/>
                </a:cubicBezTo>
                <a:cubicBezTo>
                  <a:pt x="1496328" y="47807"/>
                  <a:pt x="1501447" y="46468"/>
                  <a:pt x="1506908" y="46468"/>
                </a:cubicBezTo>
                <a:cubicBezTo>
                  <a:pt x="1512999" y="46468"/>
                  <a:pt x="1518328" y="47702"/>
                  <a:pt x="1522897" y="50172"/>
                </a:cubicBezTo>
                <a:cubicBezTo>
                  <a:pt x="1527465" y="52639"/>
                  <a:pt x="1530983" y="56367"/>
                  <a:pt x="1533451" y="61355"/>
                </a:cubicBezTo>
                <a:cubicBezTo>
                  <a:pt x="1535918" y="66344"/>
                  <a:pt x="1537152" y="72671"/>
                  <a:pt x="1537152" y="80336"/>
                </a:cubicBezTo>
                <a:lnTo>
                  <a:pt x="1537152" y="127749"/>
                </a:lnTo>
                <a:lnTo>
                  <a:pt x="1524077" y="127749"/>
                </a:lnTo>
                <a:lnTo>
                  <a:pt x="1524077" y="81752"/>
                </a:lnTo>
                <a:cubicBezTo>
                  <a:pt x="1524077" y="73772"/>
                  <a:pt x="1522449" y="67787"/>
                  <a:pt x="1519193" y="63797"/>
                </a:cubicBezTo>
                <a:cubicBezTo>
                  <a:pt x="1515938" y="59806"/>
                  <a:pt x="1511371" y="57810"/>
                  <a:pt x="1505490" y="57810"/>
                </a:cubicBezTo>
                <a:cubicBezTo>
                  <a:pt x="1501395" y="57810"/>
                  <a:pt x="1497719" y="58887"/>
                  <a:pt x="1494463" y="61041"/>
                </a:cubicBezTo>
                <a:cubicBezTo>
                  <a:pt x="1491208" y="63193"/>
                  <a:pt x="1488636" y="66316"/>
                  <a:pt x="1486745" y="70412"/>
                </a:cubicBezTo>
                <a:cubicBezTo>
                  <a:pt x="1484856" y="74508"/>
                  <a:pt x="1483911" y="79548"/>
                  <a:pt x="1483911" y="85533"/>
                </a:cubicBezTo>
                <a:lnTo>
                  <a:pt x="1483911" y="127749"/>
                </a:lnTo>
                <a:lnTo>
                  <a:pt x="1470680" y="127749"/>
                </a:lnTo>
                <a:lnTo>
                  <a:pt x="1470680" y="81752"/>
                </a:lnTo>
                <a:cubicBezTo>
                  <a:pt x="1470680" y="73772"/>
                  <a:pt x="1469052" y="67787"/>
                  <a:pt x="1465796" y="63797"/>
                </a:cubicBezTo>
                <a:cubicBezTo>
                  <a:pt x="1462540" y="59806"/>
                  <a:pt x="1457919" y="57810"/>
                  <a:pt x="1451934" y="57810"/>
                </a:cubicBezTo>
                <a:cubicBezTo>
                  <a:pt x="1447944" y="57810"/>
                  <a:pt x="1444348" y="58887"/>
                  <a:pt x="1441145" y="61041"/>
                </a:cubicBezTo>
                <a:cubicBezTo>
                  <a:pt x="1437942" y="63193"/>
                  <a:pt x="1435395" y="66316"/>
                  <a:pt x="1433504" y="70412"/>
                </a:cubicBezTo>
                <a:cubicBezTo>
                  <a:pt x="1431615" y="74508"/>
                  <a:pt x="1430670" y="79548"/>
                  <a:pt x="1430670" y="85533"/>
                </a:cubicBezTo>
                <a:lnTo>
                  <a:pt x="1430670" y="127749"/>
                </a:lnTo>
                <a:lnTo>
                  <a:pt x="1417439" y="127749"/>
                </a:lnTo>
                <a:close/>
                <a:moveTo>
                  <a:pt x="1566292" y="150590"/>
                </a:moveTo>
                <a:lnTo>
                  <a:pt x="1552746" y="150590"/>
                </a:lnTo>
                <a:lnTo>
                  <a:pt x="1552746" y="149328"/>
                </a:lnTo>
                <a:cubicBezTo>
                  <a:pt x="1559152" y="143027"/>
                  <a:pt x="1564744" y="135991"/>
                  <a:pt x="1569523" y="128220"/>
                </a:cubicBezTo>
                <a:cubicBezTo>
                  <a:pt x="1574301" y="120450"/>
                  <a:pt x="1578029" y="112128"/>
                  <a:pt x="1580706" y="103254"/>
                </a:cubicBezTo>
                <a:cubicBezTo>
                  <a:pt x="1583384" y="94380"/>
                  <a:pt x="1584723" y="85061"/>
                  <a:pt x="1584723" y="75296"/>
                </a:cubicBezTo>
                <a:cubicBezTo>
                  <a:pt x="1584723" y="65530"/>
                  <a:pt x="1583384" y="56209"/>
                  <a:pt x="1580706" y="47336"/>
                </a:cubicBezTo>
                <a:cubicBezTo>
                  <a:pt x="1578029" y="38462"/>
                  <a:pt x="1574301" y="30140"/>
                  <a:pt x="1569523" y="22370"/>
                </a:cubicBezTo>
                <a:cubicBezTo>
                  <a:pt x="1564744" y="14598"/>
                  <a:pt x="1559152" y="7562"/>
                  <a:pt x="1552746" y="1262"/>
                </a:cubicBezTo>
                <a:lnTo>
                  <a:pt x="1552746" y="0"/>
                </a:lnTo>
                <a:lnTo>
                  <a:pt x="1566292" y="0"/>
                </a:lnTo>
                <a:cubicBezTo>
                  <a:pt x="1572069" y="5357"/>
                  <a:pt x="1577346" y="11816"/>
                  <a:pt x="1582124" y="19377"/>
                </a:cubicBezTo>
                <a:cubicBezTo>
                  <a:pt x="1586903" y="26937"/>
                  <a:pt x="1590735" y="35391"/>
                  <a:pt x="1593623" y="44737"/>
                </a:cubicBezTo>
                <a:cubicBezTo>
                  <a:pt x="1596510" y="54082"/>
                  <a:pt x="1597954" y="64269"/>
                  <a:pt x="1597954" y="75296"/>
                </a:cubicBezTo>
                <a:cubicBezTo>
                  <a:pt x="1597954" y="86322"/>
                  <a:pt x="1596510" y="96508"/>
                  <a:pt x="1593623" y="105855"/>
                </a:cubicBezTo>
                <a:cubicBezTo>
                  <a:pt x="1590735" y="115200"/>
                  <a:pt x="1586903" y="123627"/>
                  <a:pt x="1582124" y="131135"/>
                </a:cubicBezTo>
                <a:cubicBezTo>
                  <a:pt x="1577346" y="138644"/>
                  <a:pt x="1572069" y="145129"/>
                  <a:pt x="1566292" y="150590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disp">
            <a:extLst xmlns:a="http://schemas.openxmlformats.org/drawingml/2006/main">
              <a:ext uri="{FF2B5EF4-FFF2-40B4-BE49-F238E27FC236}">
                <a16:creationId xmlns:a16="http://schemas.microsoft.com/office/drawing/2014/main" id="{4F197CF3-0500-458E-AAD1-92EC632E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670" y="2590746"/>
            <a:ext cx="267171" cy="140290"/>
          </a:xfrm>
          <a:custGeom xmlns:a="http://schemas.openxmlformats.org/drawingml/2006/main">
            <a:pathLst>
              <a:path w="267171" h="140290">
                <a:moveTo>
                  <a:pt x="69145" y="2307"/>
                </a:moveTo>
                <a:lnTo>
                  <a:pt x="69145" y="85066"/>
                </a:lnTo>
                <a:cubicBezTo>
                  <a:pt x="69145" y="90599"/>
                  <a:pt x="69299" y="93873"/>
                  <a:pt x="69607" y="94887"/>
                </a:cubicBezTo>
                <a:cubicBezTo>
                  <a:pt x="70017" y="96563"/>
                  <a:pt x="70799" y="97808"/>
                  <a:pt x="71953" y="98620"/>
                </a:cubicBezTo>
                <a:cubicBezTo>
                  <a:pt x="73106" y="99431"/>
                  <a:pt x="75119" y="99938"/>
                  <a:pt x="77990" y="100142"/>
                </a:cubicBezTo>
                <a:lnTo>
                  <a:pt x="77990" y="102910"/>
                </a:lnTo>
                <a:lnTo>
                  <a:pt x="47610" y="108756"/>
                </a:lnTo>
                <a:lnTo>
                  <a:pt x="47610" y="97373"/>
                </a:lnTo>
                <a:cubicBezTo>
                  <a:pt x="43969" y="101782"/>
                  <a:pt x="40726" y="104782"/>
                  <a:pt x="37880" y="106372"/>
                </a:cubicBezTo>
                <a:cubicBezTo>
                  <a:pt x="35034" y="107961"/>
                  <a:pt x="31817" y="108756"/>
                  <a:pt x="28227" y="108756"/>
                </a:cubicBezTo>
                <a:cubicBezTo>
                  <a:pt x="19049" y="108756"/>
                  <a:pt x="11793" y="104650"/>
                  <a:pt x="6461" y="96438"/>
                </a:cubicBezTo>
                <a:cubicBezTo>
                  <a:pt x="2154" y="89765"/>
                  <a:pt x="0" y="81579"/>
                  <a:pt x="0" y="71878"/>
                </a:cubicBezTo>
                <a:cubicBezTo>
                  <a:pt x="0" y="64128"/>
                  <a:pt x="1333" y="57185"/>
                  <a:pt x="4000" y="51051"/>
                </a:cubicBezTo>
                <a:cubicBezTo>
                  <a:pt x="6666" y="44918"/>
                  <a:pt x="10319" y="40285"/>
                  <a:pt x="14960" y="37154"/>
                </a:cubicBezTo>
                <a:cubicBezTo>
                  <a:pt x="19600" y="34023"/>
                  <a:pt x="24587" y="32458"/>
                  <a:pt x="29919" y="32458"/>
                </a:cubicBezTo>
                <a:cubicBezTo>
                  <a:pt x="33355" y="32458"/>
                  <a:pt x="36406" y="33130"/>
                  <a:pt x="39072" y="34474"/>
                </a:cubicBezTo>
                <a:cubicBezTo>
                  <a:pt x="41738" y="35819"/>
                  <a:pt x="44584" y="38172"/>
                  <a:pt x="47610" y="41533"/>
                </a:cubicBezTo>
                <a:lnTo>
                  <a:pt x="47610" y="19844"/>
                </a:lnTo>
                <a:cubicBezTo>
                  <a:pt x="47610" y="14357"/>
                  <a:pt x="47379" y="11050"/>
                  <a:pt x="46917" y="9922"/>
                </a:cubicBezTo>
                <a:cubicBezTo>
                  <a:pt x="46302" y="8435"/>
                  <a:pt x="45379" y="7332"/>
                  <a:pt x="44148" y="6615"/>
                </a:cubicBezTo>
                <a:cubicBezTo>
                  <a:pt x="42918" y="5897"/>
                  <a:pt x="40610" y="5538"/>
                  <a:pt x="37226" y="5538"/>
                </a:cubicBezTo>
                <a:lnTo>
                  <a:pt x="37226" y="2307"/>
                </a:lnTo>
                <a:lnTo>
                  <a:pt x="69145" y="2307"/>
                </a:lnTo>
                <a:moveTo>
                  <a:pt x="47610" y="50917"/>
                </a:moveTo>
                <a:cubicBezTo>
                  <a:pt x="43815" y="43738"/>
                  <a:pt x="39175" y="40149"/>
                  <a:pt x="33688" y="40149"/>
                </a:cubicBezTo>
                <a:cubicBezTo>
                  <a:pt x="31791" y="40149"/>
                  <a:pt x="30227" y="40662"/>
                  <a:pt x="28996" y="41687"/>
                </a:cubicBezTo>
                <a:cubicBezTo>
                  <a:pt x="27099" y="43277"/>
                  <a:pt x="25548" y="46071"/>
                  <a:pt x="24343" y="50071"/>
                </a:cubicBezTo>
                <a:cubicBezTo>
                  <a:pt x="23138" y="54070"/>
                  <a:pt x="22536" y="60198"/>
                  <a:pt x="22536" y="68453"/>
                </a:cubicBezTo>
                <a:cubicBezTo>
                  <a:pt x="22536" y="77529"/>
                  <a:pt x="23202" y="84246"/>
                  <a:pt x="24535" y="88605"/>
                </a:cubicBezTo>
                <a:cubicBezTo>
                  <a:pt x="25869" y="92963"/>
                  <a:pt x="27689" y="96116"/>
                  <a:pt x="29996" y="98065"/>
                </a:cubicBezTo>
                <a:cubicBezTo>
                  <a:pt x="31176" y="99039"/>
                  <a:pt x="32791" y="99526"/>
                  <a:pt x="34842" y="99526"/>
                </a:cubicBezTo>
                <a:cubicBezTo>
                  <a:pt x="39354" y="99526"/>
                  <a:pt x="43610" y="95977"/>
                  <a:pt x="47610" y="88879"/>
                </a:cubicBezTo>
                <a:lnTo>
                  <a:pt x="47610" y="50917"/>
                </a:lnTo>
                <a:close/>
                <a:moveTo>
                  <a:pt x="104117" y="0"/>
                </a:moveTo>
                <a:cubicBezTo>
                  <a:pt x="107450" y="0"/>
                  <a:pt x="110270" y="1171"/>
                  <a:pt x="112578" y="3512"/>
                </a:cubicBezTo>
                <a:cubicBezTo>
                  <a:pt x="114885" y="5851"/>
                  <a:pt x="116039" y="8667"/>
                  <a:pt x="116039" y="11960"/>
                </a:cubicBezTo>
                <a:cubicBezTo>
                  <a:pt x="116039" y="15253"/>
                  <a:pt x="114872" y="18057"/>
                  <a:pt x="112539" y="20373"/>
                </a:cubicBezTo>
                <a:cubicBezTo>
                  <a:pt x="110206" y="22686"/>
                  <a:pt x="107399" y="23843"/>
                  <a:pt x="104117" y="23843"/>
                </a:cubicBezTo>
                <a:cubicBezTo>
                  <a:pt x="100835" y="23843"/>
                  <a:pt x="98041" y="22686"/>
                  <a:pt x="95734" y="20373"/>
                </a:cubicBezTo>
                <a:cubicBezTo>
                  <a:pt x="93426" y="18057"/>
                  <a:pt x="92272" y="15253"/>
                  <a:pt x="92272" y="11960"/>
                </a:cubicBezTo>
                <a:cubicBezTo>
                  <a:pt x="92272" y="8667"/>
                  <a:pt x="93426" y="5851"/>
                  <a:pt x="95734" y="3512"/>
                </a:cubicBezTo>
                <a:cubicBezTo>
                  <a:pt x="98041" y="1171"/>
                  <a:pt x="100835" y="0"/>
                  <a:pt x="104117" y="0"/>
                </a:cubicBezTo>
                <a:moveTo>
                  <a:pt x="114885" y="34611"/>
                </a:moveTo>
                <a:lnTo>
                  <a:pt x="114885" y="91681"/>
                </a:lnTo>
                <a:cubicBezTo>
                  <a:pt x="114885" y="96757"/>
                  <a:pt x="115475" y="100001"/>
                  <a:pt x="116654" y="101411"/>
                </a:cubicBezTo>
                <a:cubicBezTo>
                  <a:pt x="117833" y="102821"/>
                  <a:pt x="120141" y="103628"/>
                  <a:pt x="123576" y="103833"/>
                </a:cubicBezTo>
                <a:lnTo>
                  <a:pt x="123576" y="106602"/>
                </a:lnTo>
                <a:lnTo>
                  <a:pt x="84735" y="106602"/>
                </a:lnTo>
                <a:lnTo>
                  <a:pt x="84735" y="103833"/>
                </a:lnTo>
                <a:cubicBezTo>
                  <a:pt x="87914" y="103731"/>
                  <a:pt x="90273" y="102808"/>
                  <a:pt x="91811" y="101065"/>
                </a:cubicBezTo>
                <a:cubicBezTo>
                  <a:pt x="92836" y="99885"/>
                  <a:pt x="93349" y="96757"/>
                  <a:pt x="93349" y="91681"/>
                </a:cubicBezTo>
                <a:lnTo>
                  <a:pt x="93349" y="49686"/>
                </a:lnTo>
                <a:cubicBezTo>
                  <a:pt x="93349" y="44546"/>
                  <a:pt x="92760" y="41262"/>
                  <a:pt x="91580" y="39834"/>
                </a:cubicBezTo>
                <a:cubicBezTo>
                  <a:pt x="90401" y="38406"/>
                  <a:pt x="88119" y="37588"/>
                  <a:pt x="84735" y="37380"/>
                </a:cubicBezTo>
                <a:lnTo>
                  <a:pt x="84735" y="34611"/>
                </a:lnTo>
                <a:lnTo>
                  <a:pt x="114885" y="34611"/>
                </a:lnTo>
                <a:close/>
                <a:moveTo>
                  <a:pt x="175900" y="32765"/>
                </a:moveTo>
                <a:lnTo>
                  <a:pt x="177054" y="57378"/>
                </a:lnTo>
                <a:lnTo>
                  <a:pt x="174439" y="57378"/>
                </a:lnTo>
                <a:cubicBezTo>
                  <a:pt x="171311" y="50037"/>
                  <a:pt x="168068" y="45023"/>
                  <a:pt x="164709" y="42336"/>
                </a:cubicBezTo>
                <a:cubicBezTo>
                  <a:pt x="161351" y="39647"/>
                  <a:pt x="158005" y="38303"/>
                  <a:pt x="154672" y="38303"/>
                </a:cubicBezTo>
                <a:cubicBezTo>
                  <a:pt x="152570" y="38303"/>
                  <a:pt x="150775" y="39008"/>
                  <a:pt x="149288" y="40418"/>
                </a:cubicBezTo>
                <a:cubicBezTo>
                  <a:pt x="147801" y="41828"/>
                  <a:pt x="147057" y="43456"/>
                  <a:pt x="147057" y="45302"/>
                </a:cubicBezTo>
                <a:cubicBezTo>
                  <a:pt x="147057" y="46687"/>
                  <a:pt x="147570" y="48020"/>
                  <a:pt x="148596" y="49302"/>
                </a:cubicBezTo>
                <a:cubicBezTo>
                  <a:pt x="150237" y="51404"/>
                  <a:pt x="154826" y="55006"/>
                  <a:pt x="162363" y="60108"/>
                </a:cubicBezTo>
                <a:cubicBezTo>
                  <a:pt x="169901" y="65210"/>
                  <a:pt x="174862" y="69543"/>
                  <a:pt x="177246" y="73106"/>
                </a:cubicBezTo>
                <a:cubicBezTo>
                  <a:pt x="179630" y="76670"/>
                  <a:pt x="180823" y="80657"/>
                  <a:pt x="180823" y="85066"/>
                </a:cubicBezTo>
                <a:cubicBezTo>
                  <a:pt x="180823" y="89066"/>
                  <a:pt x="179823" y="92989"/>
                  <a:pt x="177823" y="96834"/>
                </a:cubicBezTo>
                <a:cubicBezTo>
                  <a:pt x="175823" y="100680"/>
                  <a:pt x="173003" y="103628"/>
                  <a:pt x="169362" y="105679"/>
                </a:cubicBezTo>
                <a:cubicBezTo>
                  <a:pt x="165722" y="107730"/>
                  <a:pt x="161697" y="108756"/>
                  <a:pt x="157287" y="108756"/>
                </a:cubicBezTo>
                <a:cubicBezTo>
                  <a:pt x="153852" y="108756"/>
                  <a:pt x="149262" y="107659"/>
                  <a:pt x="143519" y="105465"/>
                </a:cubicBezTo>
                <a:cubicBezTo>
                  <a:pt x="141981" y="104890"/>
                  <a:pt x="140930" y="104603"/>
                  <a:pt x="140366" y="104603"/>
                </a:cubicBezTo>
                <a:cubicBezTo>
                  <a:pt x="138674" y="104603"/>
                  <a:pt x="137264" y="105884"/>
                  <a:pt x="136136" y="108448"/>
                </a:cubicBezTo>
                <a:lnTo>
                  <a:pt x="133598" y="108448"/>
                </a:lnTo>
                <a:lnTo>
                  <a:pt x="132367" y="82605"/>
                </a:lnTo>
                <a:lnTo>
                  <a:pt x="134982" y="82605"/>
                </a:lnTo>
                <a:cubicBezTo>
                  <a:pt x="137289" y="89374"/>
                  <a:pt x="140456" y="94450"/>
                  <a:pt x="144481" y="97834"/>
                </a:cubicBezTo>
                <a:cubicBezTo>
                  <a:pt x="148506" y="101218"/>
                  <a:pt x="152313" y="102910"/>
                  <a:pt x="155903" y="102910"/>
                </a:cubicBezTo>
                <a:cubicBezTo>
                  <a:pt x="158364" y="102910"/>
                  <a:pt x="160376" y="102154"/>
                  <a:pt x="161940" y="100641"/>
                </a:cubicBezTo>
                <a:cubicBezTo>
                  <a:pt x="163504" y="99129"/>
                  <a:pt x="164286" y="97296"/>
                  <a:pt x="164286" y="95142"/>
                </a:cubicBezTo>
                <a:cubicBezTo>
                  <a:pt x="164286" y="92681"/>
                  <a:pt x="163517" y="90553"/>
                  <a:pt x="161979" y="88758"/>
                </a:cubicBezTo>
                <a:cubicBezTo>
                  <a:pt x="160440" y="86964"/>
                  <a:pt x="157005" y="84246"/>
                  <a:pt x="151672" y="80605"/>
                </a:cubicBezTo>
                <a:cubicBezTo>
                  <a:pt x="143827" y="75170"/>
                  <a:pt x="138751" y="71017"/>
                  <a:pt x="136443" y="68145"/>
                </a:cubicBezTo>
                <a:cubicBezTo>
                  <a:pt x="133059" y="63941"/>
                  <a:pt x="131367" y="59300"/>
                  <a:pt x="131367" y="54224"/>
                </a:cubicBezTo>
                <a:cubicBezTo>
                  <a:pt x="131367" y="48686"/>
                  <a:pt x="133277" y="43674"/>
                  <a:pt x="137097" y="39187"/>
                </a:cubicBezTo>
                <a:cubicBezTo>
                  <a:pt x="140917" y="34701"/>
                  <a:pt x="146442" y="32458"/>
                  <a:pt x="153672" y="32458"/>
                </a:cubicBezTo>
                <a:cubicBezTo>
                  <a:pt x="157569" y="32458"/>
                  <a:pt x="161338" y="33443"/>
                  <a:pt x="164978" y="35414"/>
                </a:cubicBezTo>
                <a:cubicBezTo>
                  <a:pt x="166363" y="36212"/>
                  <a:pt x="167491" y="36611"/>
                  <a:pt x="168363" y="36611"/>
                </a:cubicBezTo>
                <a:cubicBezTo>
                  <a:pt x="169286" y="36611"/>
                  <a:pt x="170029" y="36419"/>
                  <a:pt x="170593" y="36034"/>
                </a:cubicBezTo>
                <a:cubicBezTo>
                  <a:pt x="171157" y="35649"/>
                  <a:pt x="172054" y="34560"/>
                  <a:pt x="173285" y="32765"/>
                </a:cubicBezTo>
                <a:lnTo>
                  <a:pt x="175900" y="32765"/>
                </a:lnTo>
                <a:close/>
                <a:moveTo>
                  <a:pt x="219562" y="99296"/>
                </a:moveTo>
                <a:lnTo>
                  <a:pt x="219562" y="125985"/>
                </a:lnTo>
                <a:cubicBezTo>
                  <a:pt x="219562" y="129726"/>
                  <a:pt x="219856" y="132272"/>
                  <a:pt x="220446" y="133623"/>
                </a:cubicBezTo>
                <a:cubicBezTo>
                  <a:pt x="221036" y="134975"/>
                  <a:pt x="221946" y="135963"/>
                  <a:pt x="223177" y="136587"/>
                </a:cubicBezTo>
                <a:cubicBezTo>
                  <a:pt x="224407" y="137210"/>
                  <a:pt x="226817" y="137522"/>
                  <a:pt x="230406" y="137522"/>
                </a:cubicBezTo>
                <a:lnTo>
                  <a:pt x="230406" y="140290"/>
                </a:lnTo>
                <a:lnTo>
                  <a:pt x="189412" y="140290"/>
                </a:lnTo>
                <a:lnTo>
                  <a:pt x="189412" y="137522"/>
                </a:lnTo>
                <a:cubicBezTo>
                  <a:pt x="192591" y="137417"/>
                  <a:pt x="194949" y="136508"/>
                  <a:pt x="196488" y="134794"/>
                </a:cubicBezTo>
                <a:cubicBezTo>
                  <a:pt x="197513" y="133600"/>
                  <a:pt x="198026" y="130510"/>
                  <a:pt x="198026" y="125523"/>
                </a:cubicBezTo>
                <a:lnTo>
                  <a:pt x="198026" y="49686"/>
                </a:lnTo>
                <a:cubicBezTo>
                  <a:pt x="198026" y="44546"/>
                  <a:pt x="197436" y="41262"/>
                  <a:pt x="196257" y="39834"/>
                </a:cubicBezTo>
                <a:cubicBezTo>
                  <a:pt x="195077" y="38406"/>
                  <a:pt x="192796" y="37588"/>
                  <a:pt x="189412" y="37380"/>
                </a:cubicBezTo>
                <a:lnTo>
                  <a:pt x="189412" y="34611"/>
                </a:lnTo>
                <a:lnTo>
                  <a:pt x="219562" y="34611"/>
                </a:lnTo>
                <a:lnTo>
                  <a:pt x="219562" y="44072"/>
                </a:lnTo>
                <a:cubicBezTo>
                  <a:pt x="222074" y="40380"/>
                  <a:pt x="224638" y="37713"/>
                  <a:pt x="227253" y="36072"/>
                </a:cubicBezTo>
                <a:cubicBezTo>
                  <a:pt x="230996" y="33663"/>
                  <a:pt x="235073" y="32458"/>
                  <a:pt x="239482" y="32458"/>
                </a:cubicBezTo>
                <a:cubicBezTo>
                  <a:pt x="244764" y="32458"/>
                  <a:pt x="249571" y="34126"/>
                  <a:pt x="253904" y="37462"/>
                </a:cubicBezTo>
                <a:cubicBezTo>
                  <a:pt x="258236" y="40798"/>
                  <a:pt x="261531" y="45405"/>
                  <a:pt x="263787" y="51282"/>
                </a:cubicBezTo>
                <a:cubicBezTo>
                  <a:pt x="266043" y="57160"/>
                  <a:pt x="267171" y="63486"/>
                  <a:pt x="267171" y="70261"/>
                </a:cubicBezTo>
                <a:cubicBezTo>
                  <a:pt x="267171" y="77548"/>
                  <a:pt x="266005" y="84208"/>
                  <a:pt x="263672" y="90239"/>
                </a:cubicBezTo>
                <a:cubicBezTo>
                  <a:pt x="261339" y="96270"/>
                  <a:pt x="257954" y="100864"/>
                  <a:pt x="253519" y="104021"/>
                </a:cubicBezTo>
                <a:cubicBezTo>
                  <a:pt x="249084" y="107178"/>
                  <a:pt x="244148" y="108756"/>
                  <a:pt x="238713" y="108756"/>
                </a:cubicBezTo>
                <a:cubicBezTo>
                  <a:pt x="234765" y="108756"/>
                  <a:pt x="231073" y="107884"/>
                  <a:pt x="227638" y="106141"/>
                </a:cubicBezTo>
                <a:cubicBezTo>
                  <a:pt x="225074" y="104808"/>
                  <a:pt x="222382" y="102526"/>
                  <a:pt x="219562" y="99296"/>
                </a:cubicBezTo>
                <a:moveTo>
                  <a:pt x="219562" y="91515"/>
                </a:moveTo>
                <a:cubicBezTo>
                  <a:pt x="223971" y="97779"/>
                  <a:pt x="228689" y="100911"/>
                  <a:pt x="233714" y="100911"/>
                </a:cubicBezTo>
                <a:cubicBezTo>
                  <a:pt x="236483" y="100911"/>
                  <a:pt x="238764" y="99448"/>
                  <a:pt x="240559" y="96522"/>
                </a:cubicBezTo>
                <a:cubicBezTo>
                  <a:pt x="243225" y="92208"/>
                  <a:pt x="244559" y="83993"/>
                  <a:pt x="244559" y="71876"/>
                </a:cubicBezTo>
                <a:cubicBezTo>
                  <a:pt x="244559" y="59451"/>
                  <a:pt x="243097" y="50954"/>
                  <a:pt x="240175" y="46384"/>
                </a:cubicBezTo>
                <a:cubicBezTo>
                  <a:pt x="238226" y="43355"/>
                  <a:pt x="235611" y="41841"/>
                  <a:pt x="232329" y="41841"/>
                </a:cubicBezTo>
                <a:cubicBezTo>
                  <a:pt x="227150" y="41841"/>
                  <a:pt x="222895" y="45589"/>
                  <a:pt x="219562" y="53085"/>
                </a:cubicBezTo>
                <a:lnTo>
                  <a:pt x="219562" y="91515"/>
                </a:lnTo>
                <a:close/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:Pointmotion(3dims)">
            <a:extLst xmlns:a="http://schemas.openxmlformats.org/drawingml/2006/main">
              <a:ext uri="{FF2B5EF4-FFF2-40B4-BE49-F238E27FC236}">
                <a16:creationId xmlns:a16="http://schemas.microsoft.com/office/drawing/2014/main" id="{CF0152C1-694D-43D7-86E8-291121A7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3121" y="2569600"/>
            <a:ext cx="1635995" cy="150590"/>
          </a:xfrm>
          <a:custGeom xmlns:a="http://schemas.openxmlformats.org/drawingml/2006/main">
            <a:pathLst>
              <a:path w="1635995" h="150590">
                <a:moveTo>
                  <a:pt x="9136" y="128537"/>
                </a:moveTo>
                <a:cubicBezTo>
                  <a:pt x="6510" y="128537"/>
                  <a:pt x="4330" y="127671"/>
                  <a:pt x="2598" y="125939"/>
                </a:cubicBezTo>
                <a:cubicBezTo>
                  <a:pt x="866" y="124205"/>
                  <a:pt x="0" y="122078"/>
                  <a:pt x="0" y="119557"/>
                </a:cubicBezTo>
                <a:cubicBezTo>
                  <a:pt x="0" y="117037"/>
                  <a:pt x="866" y="114911"/>
                  <a:pt x="2598" y="113178"/>
                </a:cubicBezTo>
                <a:cubicBezTo>
                  <a:pt x="4330" y="111446"/>
                  <a:pt x="6510" y="110580"/>
                  <a:pt x="9136" y="110580"/>
                </a:cubicBezTo>
                <a:cubicBezTo>
                  <a:pt x="11761" y="110580"/>
                  <a:pt x="13913" y="111446"/>
                  <a:pt x="15592" y="113178"/>
                </a:cubicBezTo>
                <a:cubicBezTo>
                  <a:pt x="17273" y="114911"/>
                  <a:pt x="18113" y="117037"/>
                  <a:pt x="18113" y="119557"/>
                </a:cubicBezTo>
                <a:cubicBezTo>
                  <a:pt x="18113" y="122078"/>
                  <a:pt x="17273" y="124205"/>
                  <a:pt x="15592" y="125939"/>
                </a:cubicBezTo>
                <a:cubicBezTo>
                  <a:pt x="13913" y="127671"/>
                  <a:pt x="11761" y="128537"/>
                  <a:pt x="9136" y="128537"/>
                </a:cubicBezTo>
                <a:moveTo>
                  <a:pt x="9136" y="64391"/>
                </a:moveTo>
                <a:cubicBezTo>
                  <a:pt x="6510" y="64391"/>
                  <a:pt x="4330" y="63525"/>
                  <a:pt x="2598" y="61793"/>
                </a:cubicBezTo>
                <a:cubicBezTo>
                  <a:pt x="866" y="60059"/>
                  <a:pt x="0" y="57932"/>
                  <a:pt x="0" y="55411"/>
                </a:cubicBezTo>
                <a:cubicBezTo>
                  <a:pt x="0" y="52891"/>
                  <a:pt x="866" y="50765"/>
                  <a:pt x="2598" y="49032"/>
                </a:cubicBezTo>
                <a:cubicBezTo>
                  <a:pt x="4330" y="47300"/>
                  <a:pt x="6510" y="46434"/>
                  <a:pt x="9136" y="46434"/>
                </a:cubicBezTo>
                <a:cubicBezTo>
                  <a:pt x="11761" y="46434"/>
                  <a:pt x="13913" y="47300"/>
                  <a:pt x="15592" y="49032"/>
                </a:cubicBezTo>
                <a:cubicBezTo>
                  <a:pt x="17273" y="50765"/>
                  <a:pt x="18113" y="52891"/>
                  <a:pt x="18113" y="55411"/>
                </a:cubicBezTo>
                <a:cubicBezTo>
                  <a:pt x="18113" y="57932"/>
                  <a:pt x="17273" y="60059"/>
                  <a:pt x="15592" y="61793"/>
                </a:cubicBezTo>
                <a:cubicBezTo>
                  <a:pt x="13913" y="63525"/>
                  <a:pt x="11761" y="64391"/>
                  <a:pt x="9136" y="64391"/>
                </a:cubicBezTo>
                <a:close/>
                <a:moveTo>
                  <a:pt x="78915" y="127749"/>
                </a:moveTo>
                <a:lnTo>
                  <a:pt x="78915" y="17486"/>
                </a:lnTo>
                <a:lnTo>
                  <a:pt x="114829" y="17486"/>
                </a:lnTo>
                <a:cubicBezTo>
                  <a:pt x="123546" y="17486"/>
                  <a:pt x="130714" y="18930"/>
                  <a:pt x="136331" y="21817"/>
                </a:cubicBezTo>
                <a:cubicBezTo>
                  <a:pt x="141949" y="24704"/>
                  <a:pt x="146097" y="28564"/>
                  <a:pt x="148775" y="33395"/>
                </a:cubicBezTo>
                <a:cubicBezTo>
                  <a:pt x="151454" y="38226"/>
                  <a:pt x="152793" y="43739"/>
                  <a:pt x="152793" y="49934"/>
                </a:cubicBezTo>
                <a:cubicBezTo>
                  <a:pt x="152793" y="55920"/>
                  <a:pt x="151454" y="61355"/>
                  <a:pt x="148775" y="66239"/>
                </a:cubicBezTo>
                <a:cubicBezTo>
                  <a:pt x="146097" y="71122"/>
                  <a:pt x="141975" y="75033"/>
                  <a:pt x="136408" y="77974"/>
                </a:cubicBezTo>
                <a:cubicBezTo>
                  <a:pt x="130843" y="80914"/>
                  <a:pt x="123650" y="82384"/>
                  <a:pt x="114829" y="82384"/>
                </a:cubicBezTo>
                <a:lnTo>
                  <a:pt x="92147" y="82384"/>
                </a:lnTo>
                <a:lnTo>
                  <a:pt x="92147" y="127749"/>
                </a:lnTo>
                <a:lnTo>
                  <a:pt x="78915" y="127749"/>
                </a:lnTo>
                <a:moveTo>
                  <a:pt x="92147" y="71200"/>
                </a:moveTo>
                <a:lnTo>
                  <a:pt x="114673" y="71200"/>
                </a:lnTo>
                <a:cubicBezTo>
                  <a:pt x="123494" y="71200"/>
                  <a:pt x="129795" y="69258"/>
                  <a:pt x="133575" y="65372"/>
                </a:cubicBezTo>
                <a:cubicBezTo>
                  <a:pt x="137355" y="61486"/>
                  <a:pt x="139245" y="56340"/>
                  <a:pt x="139245" y="49934"/>
                </a:cubicBezTo>
                <a:cubicBezTo>
                  <a:pt x="139245" y="43108"/>
                  <a:pt x="137355" y="37831"/>
                  <a:pt x="133575" y="34104"/>
                </a:cubicBezTo>
                <a:cubicBezTo>
                  <a:pt x="129795" y="30375"/>
                  <a:pt x="123494" y="28511"/>
                  <a:pt x="114673" y="28511"/>
                </a:cubicBezTo>
                <a:lnTo>
                  <a:pt x="92147" y="28511"/>
                </a:lnTo>
                <a:lnTo>
                  <a:pt x="92147" y="71200"/>
                </a:lnTo>
                <a:close/>
                <a:moveTo>
                  <a:pt x="200521" y="129638"/>
                </a:moveTo>
                <a:cubicBezTo>
                  <a:pt x="193171" y="129638"/>
                  <a:pt x="186556" y="127932"/>
                  <a:pt x="180675" y="124521"/>
                </a:cubicBezTo>
                <a:cubicBezTo>
                  <a:pt x="174794" y="121108"/>
                  <a:pt x="170173" y="116277"/>
                  <a:pt x="166811" y="110030"/>
                </a:cubicBezTo>
                <a:cubicBezTo>
                  <a:pt x="163451" y="103781"/>
                  <a:pt x="161771" y="96507"/>
                  <a:pt x="161771" y="88210"/>
                </a:cubicBezTo>
                <a:cubicBezTo>
                  <a:pt x="161771" y="79705"/>
                  <a:pt x="163477" y="72328"/>
                  <a:pt x="166890" y="66081"/>
                </a:cubicBezTo>
                <a:cubicBezTo>
                  <a:pt x="170304" y="59832"/>
                  <a:pt x="174977" y="55000"/>
                  <a:pt x="180910" y="51587"/>
                </a:cubicBezTo>
                <a:cubicBezTo>
                  <a:pt x="186844" y="48174"/>
                  <a:pt x="193486" y="46468"/>
                  <a:pt x="200836" y="46468"/>
                </a:cubicBezTo>
                <a:cubicBezTo>
                  <a:pt x="208397" y="46468"/>
                  <a:pt x="215092" y="48174"/>
                  <a:pt x="220920" y="51587"/>
                </a:cubicBezTo>
                <a:cubicBezTo>
                  <a:pt x="226748" y="55000"/>
                  <a:pt x="231368" y="59832"/>
                  <a:pt x="234781" y="66081"/>
                </a:cubicBezTo>
                <a:cubicBezTo>
                  <a:pt x="238194" y="72328"/>
                  <a:pt x="239901" y="79653"/>
                  <a:pt x="239901" y="88054"/>
                </a:cubicBezTo>
                <a:cubicBezTo>
                  <a:pt x="239901" y="96455"/>
                  <a:pt x="238168" y="103781"/>
                  <a:pt x="234702" y="110030"/>
                </a:cubicBezTo>
                <a:cubicBezTo>
                  <a:pt x="231238" y="116277"/>
                  <a:pt x="226565" y="121108"/>
                  <a:pt x="220684" y="124521"/>
                </a:cubicBezTo>
                <a:cubicBezTo>
                  <a:pt x="214804" y="127932"/>
                  <a:pt x="208083" y="129638"/>
                  <a:pt x="200521" y="129638"/>
                </a:cubicBezTo>
                <a:moveTo>
                  <a:pt x="200680" y="118298"/>
                </a:moveTo>
                <a:cubicBezTo>
                  <a:pt x="205195" y="118298"/>
                  <a:pt x="209395" y="117169"/>
                  <a:pt x="213279" y="114911"/>
                </a:cubicBezTo>
                <a:cubicBezTo>
                  <a:pt x="217165" y="112654"/>
                  <a:pt x="220315" y="109267"/>
                  <a:pt x="222730" y="104752"/>
                </a:cubicBezTo>
                <a:cubicBezTo>
                  <a:pt x="225146" y="100236"/>
                  <a:pt x="226354" y="94670"/>
                  <a:pt x="226354" y="88054"/>
                </a:cubicBezTo>
                <a:cubicBezTo>
                  <a:pt x="226354" y="81334"/>
                  <a:pt x="225173" y="75742"/>
                  <a:pt x="222809" y="71280"/>
                </a:cubicBezTo>
                <a:cubicBezTo>
                  <a:pt x="220447" y="66816"/>
                  <a:pt x="217350" y="63455"/>
                  <a:pt x="213517" y="61197"/>
                </a:cubicBezTo>
                <a:cubicBezTo>
                  <a:pt x="209684" y="58939"/>
                  <a:pt x="205457" y="57810"/>
                  <a:pt x="200836" y="57810"/>
                </a:cubicBezTo>
                <a:cubicBezTo>
                  <a:pt x="196426" y="57810"/>
                  <a:pt x="192252" y="58939"/>
                  <a:pt x="188313" y="61197"/>
                </a:cubicBezTo>
                <a:cubicBezTo>
                  <a:pt x="184375" y="63455"/>
                  <a:pt x="181224" y="66816"/>
                  <a:pt x="178860" y="71280"/>
                </a:cubicBezTo>
                <a:cubicBezTo>
                  <a:pt x="176498" y="75742"/>
                  <a:pt x="175317" y="81334"/>
                  <a:pt x="175317" y="88054"/>
                </a:cubicBezTo>
                <a:cubicBezTo>
                  <a:pt x="175317" y="94670"/>
                  <a:pt x="176498" y="100236"/>
                  <a:pt x="178860" y="104752"/>
                </a:cubicBezTo>
                <a:cubicBezTo>
                  <a:pt x="181224" y="109267"/>
                  <a:pt x="184322" y="112654"/>
                  <a:pt x="188155" y="114911"/>
                </a:cubicBezTo>
                <a:cubicBezTo>
                  <a:pt x="191989" y="117169"/>
                  <a:pt x="196164" y="118298"/>
                  <a:pt x="200680" y="118298"/>
                </a:cubicBezTo>
                <a:close/>
                <a:moveTo>
                  <a:pt x="259749" y="127749"/>
                </a:moveTo>
                <a:lnTo>
                  <a:pt x="259749" y="48359"/>
                </a:lnTo>
                <a:lnTo>
                  <a:pt x="272981" y="48359"/>
                </a:lnTo>
                <a:lnTo>
                  <a:pt x="272981" y="127749"/>
                </a:lnTo>
                <a:lnTo>
                  <a:pt x="259749" y="127749"/>
                </a:lnTo>
                <a:moveTo>
                  <a:pt x="266364" y="31506"/>
                </a:moveTo>
                <a:cubicBezTo>
                  <a:pt x="263739" y="31506"/>
                  <a:pt x="261560" y="30640"/>
                  <a:pt x="259826" y="28908"/>
                </a:cubicBezTo>
                <a:cubicBezTo>
                  <a:pt x="258094" y="27174"/>
                  <a:pt x="257228" y="24994"/>
                  <a:pt x="257228" y="22367"/>
                </a:cubicBezTo>
                <a:cubicBezTo>
                  <a:pt x="257228" y="19743"/>
                  <a:pt x="258094" y="17616"/>
                  <a:pt x="259826" y="15988"/>
                </a:cubicBezTo>
                <a:cubicBezTo>
                  <a:pt x="261560" y="14360"/>
                  <a:pt x="263739" y="13546"/>
                  <a:pt x="266364" y="13546"/>
                </a:cubicBezTo>
                <a:cubicBezTo>
                  <a:pt x="268885" y="13546"/>
                  <a:pt x="271037" y="14360"/>
                  <a:pt x="272822" y="15988"/>
                </a:cubicBezTo>
                <a:cubicBezTo>
                  <a:pt x="274607" y="17616"/>
                  <a:pt x="275500" y="19743"/>
                  <a:pt x="275500" y="22367"/>
                </a:cubicBezTo>
                <a:cubicBezTo>
                  <a:pt x="275500" y="24994"/>
                  <a:pt x="274607" y="27174"/>
                  <a:pt x="272822" y="28908"/>
                </a:cubicBezTo>
                <a:cubicBezTo>
                  <a:pt x="271037" y="30640"/>
                  <a:pt x="268885" y="31506"/>
                  <a:pt x="266364" y="31506"/>
                </a:cubicBezTo>
                <a:close/>
                <a:moveTo>
                  <a:pt x="296294" y="127749"/>
                </a:moveTo>
                <a:lnTo>
                  <a:pt x="296294" y="48359"/>
                </a:lnTo>
                <a:lnTo>
                  <a:pt x="308264" y="48359"/>
                </a:lnTo>
                <a:lnTo>
                  <a:pt x="308893" y="62221"/>
                </a:lnTo>
                <a:cubicBezTo>
                  <a:pt x="311414" y="57285"/>
                  <a:pt x="315010" y="53426"/>
                  <a:pt x="319683" y="50643"/>
                </a:cubicBezTo>
                <a:cubicBezTo>
                  <a:pt x="324357" y="47860"/>
                  <a:pt x="329687" y="46468"/>
                  <a:pt x="335674" y="46468"/>
                </a:cubicBezTo>
                <a:cubicBezTo>
                  <a:pt x="341868" y="46468"/>
                  <a:pt x="347224" y="47702"/>
                  <a:pt x="351739" y="50172"/>
                </a:cubicBezTo>
                <a:cubicBezTo>
                  <a:pt x="356254" y="52639"/>
                  <a:pt x="359772" y="56367"/>
                  <a:pt x="362293" y="61355"/>
                </a:cubicBezTo>
                <a:cubicBezTo>
                  <a:pt x="364813" y="66344"/>
                  <a:pt x="366074" y="72671"/>
                  <a:pt x="366074" y="80336"/>
                </a:cubicBezTo>
                <a:lnTo>
                  <a:pt x="366074" y="127749"/>
                </a:lnTo>
                <a:lnTo>
                  <a:pt x="352842" y="127749"/>
                </a:lnTo>
                <a:lnTo>
                  <a:pt x="352842" y="81752"/>
                </a:lnTo>
                <a:cubicBezTo>
                  <a:pt x="352842" y="73772"/>
                  <a:pt x="351083" y="67787"/>
                  <a:pt x="347564" y="63797"/>
                </a:cubicBezTo>
                <a:cubicBezTo>
                  <a:pt x="344047" y="59806"/>
                  <a:pt x="339085" y="57810"/>
                  <a:pt x="332679" y="57810"/>
                </a:cubicBezTo>
                <a:cubicBezTo>
                  <a:pt x="328269" y="57810"/>
                  <a:pt x="324331" y="58887"/>
                  <a:pt x="320865" y="61041"/>
                </a:cubicBezTo>
                <a:cubicBezTo>
                  <a:pt x="317399" y="63193"/>
                  <a:pt x="314643" y="66290"/>
                  <a:pt x="312595" y="70333"/>
                </a:cubicBezTo>
                <a:cubicBezTo>
                  <a:pt x="310549" y="74375"/>
                  <a:pt x="309525" y="79390"/>
                  <a:pt x="309525" y="85377"/>
                </a:cubicBezTo>
                <a:lnTo>
                  <a:pt x="309525" y="127749"/>
                </a:lnTo>
                <a:lnTo>
                  <a:pt x="296294" y="127749"/>
                </a:lnTo>
                <a:close/>
                <a:moveTo>
                  <a:pt x="417898" y="127749"/>
                </a:moveTo>
                <a:cubicBezTo>
                  <a:pt x="413173" y="127749"/>
                  <a:pt x="409077" y="127014"/>
                  <a:pt x="405611" y="125545"/>
                </a:cubicBezTo>
                <a:cubicBezTo>
                  <a:pt x="402145" y="124074"/>
                  <a:pt x="399493" y="121580"/>
                  <a:pt x="397655" y="118062"/>
                </a:cubicBezTo>
                <a:cubicBezTo>
                  <a:pt x="395817" y="114544"/>
                  <a:pt x="394898" y="109792"/>
                  <a:pt x="394898" y="103807"/>
                </a:cubicBezTo>
                <a:lnTo>
                  <a:pt x="394898" y="59543"/>
                </a:lnTo>
                <a:lnTo>
                  <a:pt x="381037" y="59543"/>
                </a:lnTo>
                <a:lnTo>
                  <a:pt x="381037" y="48359"/>
                </a:lnTo>
                <a:lnTo>
                  <a:pt x="394898" y="48359"/>
                </a:lnTo>
                <a:lnTo>
                  <a:pt x="396631" y="29141"/>
                </a:lnTo>
                <a:lnTo>
                  <a:pt x="408130" y="29141"/>
                </a:lnTo>
                <a:lnTo>
                  <a:pt x="408130" y="48359"/>
                </a:lnTo>
                <a:lnTo>
                  <a:pt x="431129" y="48359"/>
                </a:lnTo>
                <a:lnTo>
                  <a:pt x="431129" y="59543"/>
                </a:lnTo>
                <a:lnTo>
                  <a:pt x="408130" y="59543"/>
                </a:lnTo>
                <a:lnTo>
                  <a:pt x="408130" y="103807"/>
                </a:lnTo>
                <a:cubicBezTo>
                  <a:pt x="408130" y="108742"/>
                  <a:pt x="409127" y="112076"/>
                  <a:pt x="411122" y="113808"/>
                </a:cubicBezTo>
                <a:cubicBezTo>
                  <a:pt x="413119" y="115540"/>
                  <a:pt x="416638" y="116406"/>
                  <a:pt x="421679" y="116406"/>
                </a:cubicBezTo>
                <a:lnTo>
                  <a:pt x="430182" y="116406"/>
                </a:lnTo>
                <a:lnTo>
                  <a:pt x="430182" y="127749"/>
                </a:lnTo>
                <a:lnTo>
                  <a:pt x="417898" y="127749"/>
                </a:lnTo>
                <a:close/>
                <a:moveTo>
                  <a:pt x="490357" y="127749"/>
                </a:moveTo>
                <a:lnTo>
                  <a:pt x="490357" y="48359"/>
                </a:lnTo>
                <a:lnTo>
                  <a:pt x="502326" y="48359"/>
                </a:lnTo>
                <a:lnTo>
                  <a:pt x="503115" y="59699"/>
                </a:lnTo>
                <a:cubicBezTo>
                  <a:pt x="505635" y="55605"/>
                  <a:pt x="509022" y="52377"/>
                  <a:pt x="513275" y="50013"/>
                </a:cubicBezTo>
                <a:cubicBezTo>
                  <a:pt x="517527" y="47650"/>
                  <a:pt x="522174" y="46468"/>
                  <a:pt x="527215" y="46468"/>
                </a:cubicBezTo>
                <a:cubicBezTo>
                  <a:pt x="531311" y="46468"/>
                  <a:pt x="535012" y="47020"/>
                  <a:pt x="538320" y="48124"/>
                </a:cubicBezTo>
                <a:cubicBezTo>
                  <a:pt x="541628" y="49226"/>
                  <a:pt x="544542" y="50906"/>
                  <a:pt x="547061" y="53164"/>
                </a:cubicBezTo>
                <a:cubicBezTo>
                  <a:pt x="549582" y="55422"/>
                  <a:pt x="551630" y="58283"/>
                  <a:pt x="553205" y="61747"/>
                </a:cubicBezTo>
                <a:cubicBezTo>
                  <a:pt x="555935" y="56918"/>
                  <a:pt x="559690" y="53164"/>
                  <a:pt x="564468" y="50487"/>
                </a:cubicBezTo>
                <a:cubicBezTo>
                  <a:pt x="569246" y="47807"/>
                  <a:pt x="574366" y="46468"/>
                  <a:pt x="579826" y="46468"/>
                </a:cubicBezTo>
                <a:cubicBezTo>
                  <a:pt x="585917" y="46468"/>
                  <a:pt x="591247" y="47702"/>
                  <a:pt x="595815" y="50172"/>
                </a:cubicBezTo>
                <a:cubicBezTo>
                  <a:pt x="600383" y="52639"/>
                  <a:pt x="603901" y="56367"/>
                  <a:pt x="606369" y="61355"/>
                </a:cubicBezTo>
                <a:cubicBezTo>
                  <a:pt x="608837" y="66344"/>
                  <a:pt x="610070" y="72671"/>
                  <a:pt x="610070" y="80336"/>
                </a:cubicBezTo>
                <a:lnTo>
                  <a:pt x="610070" y="127749"/>
                </a:lnTo>
                <a:lnTo>
                  <a:pt x="596995" y="127749"/>
                </a:lnTo>
                <a:lnTo>
                  <a:pt x="596995" y="81752"/>
                </a:lnTo>
                <a:cubicBezTo>
                  <a:pt x="596995" y="73772"/>
                  <a:pt x="595367" y="67787"/>
                  <a:pt x="592111" y="63797"/>
                </a:cubicBezTo>
                <a:cubicBezTo>
                  <a:pt x="588857" y="59806"/>
                  <a:pt x="584289" y="57810"/>
                  <a:pt x="578408" y="57810"/>
                </a:cubicBezTo>
                <a:cubicBezTo>
                  <a:pt x="574313" y="57810"/>
                  <a:pt x="570637" y="58887"/>
                  <a:pt x="567381" y="61041"/>
                </a:cubicBezTo>
                <a:cubicBezTo>
                  <a:pt x="564126" y="63193"/>
                  <a:pt x="561554" y="66316"/>
                  <a:pt x="559663" y="70412"/>
                </a:cubicBezTo>
                <a:cubicBezTo>
                  <a:pt x="557774" y="74508"/>
                  <a:pt x="556829" y="79548"/>
                  <a:pt x="556829" y="85533"/>
                </a:cubicBezTo>
                <a:lnTo>
                  <a:pt x="556829" y="127749"/>
                </a:lnTo>
                <a:lnTo>
                  <a:pt x="543598" y="127749"/>
                </a:lnTo>
                <a:lnTo>
                  <a:pt x="543598" y="81752"/>
                </a:lnTo>
                <a:cubicBezTo>
                  <a:pt x="543598" y="73772"/>
                  <a:pt x="541970" y="67787"/>
                  <a:pt x="538714" y="63797"/>
                </a:cubicBezTo>
                <a:cubicBezTo>
                  <a:pt x="535458" y="59806"/>
                  <a:pt x="530837" y="57810"/>
                  <a:pt x="524852" y="57810"/>
                </a:cubicBezTo>
                <a:cubicBezTo>
                  <a:pt x="520863" y="57810"/>
                  <a:pt x="517266" y="58887"/>
                  <a:pt x="514063" y="61041"/>
                </a:cubicBezTo>
                <a:cubicBezTo>
                  <a:pt x="510860" y="63193"/>
                  <a:pt x="508313" y="66316"/>
                  <a:pt x="506422" y="70412"/>
                </a:cubicBezTo>
                <a:cubicBezTo>
                  <a:pt x="504533" y="74508"/>
                  <a:pt x="503588" y="79548"/>
                  <a:pt x="503588" y="85533"/>
                </a:cubicBezTo>
                <a:lnTo>
                  <a:pt x="503588" y="127749"/>
                </a:lnTo>
                <a:lnTo>
                  <a:pt x="490357" y="127749"/>
                </a:lnTo>
                <a:close/>
                <a:moveTo>
                  <a:pt x="666146" y="129638"/>
                </a:moveTo>
                <a:cubicBezTo>
                  <a:pt x="658796" y="129638"/>
                  <a:pt x="652181" y="127932"/>
                  <a:pt x="646300" y="124521"/>
                </a:cubicBezTo>
                <a:cubicBezTo>
                  <a:pt x="640419" y="121108"/>
                  <a:pt x="635798" y="116277"/>
                  <a:pt x="632436" y="110030"/>
                </a:cubicBezTo>
                <a:cubicBezTo>
                  <a:pt x="629076" y="103781"/>
                  <a:pt x="627396" y="96507"/>
                  <a:pt x="627396" y="88210"/>
                </a:cubicBezTo>
                <a:cubicBezTo>
                  <a:pt x="627396" y="79705"/>
                  <a:pt x="629103" y="72328"/>
                  <a:pt x="632516" y="66081"/>
                </a:cubicBezTo>
                <a:cubicBezTo>
                  <a:pt x="635929" y="59832"/>
                  <a:pt x="640602" y="55000"/>
                  <a:pt x="646536" y="51587"/>
                </a:cubicBezTo>
                <a:cubicBezTo>
                  <a:pt x="652469" y="48174"/>
                  <a:pt x="659111" y="46468"/>
                  <a:pt x="666461" y="46468"/>
                </a:cubicBezTo>
                <a:cubicBezTo>
                  <a:pt x="674023" y="46468"/>
                  <a:pt x="680717" y="48174"/>
                  <a:pt x="686545" y="51587"/>
                </a:cubicBezTo>
                <a:cubicBezTo>
                  <a:pt x="692373" y="55000"/>
                  <a:pt x="696993" y="59832"/>
                  <a:pt x="700407" y="66081"/>
                </a:cubicBezTo>
                <a:cubicBezTo>
                  <a:pt x="703820" y="72328"/>
                  <a:pt x="705526" y="79653"/>
                  <a:pt x="705526" y="88054"/>
                </a:cubicBezTo>
                <a:cubicBezTo>
                  <a:pt x="705526" y="96455"/>
                  <a:pt x="703793" y="103781"/>
                  <a:pt x="700327" y="110030"/>
                </a:cubicBezTo>
                <a:cubicBezTo>
                  <a:pt x="696863" y="116277"/>
                  <a:pt x="692190" y="121108"/>
                  <a:pt x="686310" y="124521"/>
                </a:cubicBezTo>
                <a:cubicBezTo>
                  <a:pt x="680429" y="127932"/>
                  <a:pt x="673708" y="129638"/>
                  <a:pt x="666146" y="129638"/>
                </a:cubicBezTo>
                <a:moveTo>
                  <a:pt x="666305" y="118298"/>
                </a:moveTo>
                <a:cubicBezTo>
                  <a:pt x="670820" y="118298"/>
                  <a:pt x="675020" y="117169"/>
                  <a:pt x="678904" y="114911"/>
                </a:cubicBezTo>
                <a:cubicBezTo>
                  <a:pt x="682790" y="112654"/>
                  <a:pt x="685940" y="109267"/>
                  <a:pt x="688355" y="104752"/>
                </a:cubicBezTo>
                <a:cubicBezTo>
                  <a:pt x="690771" y="100236"/>
                  <a:pt x="691980" y="94670"/>
                  <a:pt x="691980" y="88054"/>
                </a:cubicBezTo>
                <a:cubicBezTo>
                  <a:pt x="691980" y="81334"/>
                  <a:pt x="690798" y="75742"/>
                  <a:pt x="688434" y="71280"/>
                </a:cubicBezTo>
                <a:cubicBezTo>
                  <a:pt x="686073" y="66816"/>
                  <a:pt x="682975" y="63455"/>
                  <a:pt x="679142" y="61197"/>
                </a:cubicBezTo>
                <a:cubicBezTo>
                  <a:pt x="675309" y="58939"/>
                  <a:pt x="671082" y="57810"/>
                  <a:pt x="666461" y="57810"/>
                </a:cubicBezTo>
                <a:cubicBezTo>
                  <a:pt x="662051" y="57810"/>
                  <a:pt x="657877" y="58939"/>
                  <a:pt x="653939" y="61197"/>
                </a:cubicBezTo>
                <a:cubicBezTo>
                  <a:pt x="650000" y="63455"/>
                  <a:pt x="646849" y="66816"/>
                  <a:pt x="644485" y="71280"/>
                </a:cubicBezTo>
                <a:cubicBezTo>
                  <a:pt x="642124" y="75742"/>
                  <a:pt x="640943" y="81334"/>
                  <a:pt x="640943" y="88054"/>
                </a:cubicBezTo>
                <a:cubicBezTo>
                  <a:pt x="640943" y="94670"/>
                  <a:pt x="642124" y="100236"/>
                  <a:pt x="644485" y="104752"/>
                </a:cubicBezTo>
                <a:cubicBezTo>
                  <a:pt x="646849" y="109267"/>
                  <a:pt x="649947" y="112654"/>
                  <a:pt x="653780" y="114911"/>
                </a:cubicBezTo>
                <a:cubicBezTo>
                  <a:pt x="657614" y="117169"/>
                  <a:pt x="661789" y="118298"/>
                  <a:pt x="666305" y="118298"/>
                </a:cubicBezTo>
                <a:close/>
                <a:moveTo>
                  <a:pt x="752314" y="127749"/>
                </a:moveTo>
                <a:cubicBezTo>
                  <a:pt x="747589" y="127749"/>
                  <a:pt x="743493" y="127014"/>
                  <a:pt x="740027" y="125545"/>
                </a:cubicBezTo>
                <a:cubicBezTo>
                  <a:pt x="736561" y="124074"/>
                  <a:pt x="733909" y="121580"/>
                  <a:pt x="732072" y="118062"/>
                </a:cubicBezTo>
                <a:cubicBezTo>
                  <a:pt x="730234" y="114544"/>
                  <a:pt x="729315" y="109792"/>
                  <a:pt x="729315" y="103807"/>
                </a:cubicBezTo>
                <a:lnTo>
                  <a:pt x="729315" y="59543"/>
                </a:lnTo>
                <a:lnTo>
                  <a:pt x="715453" y="59543"/>
                </a:lnTo>
                <a:lnTo>
                  <a:pt x="715453" y="48359"/>
                </a:lnTo>
                <a:lnTo>
                  <a:pt x="729315" y="48359"/>
                </a:lnTo>
                <a:lnTo>
                  <a:pt x="731048" y="29141"/>
                </a:lnTo>
                <a:lnTo>
                  <a:pt x="742546" y="29141"/>
                </a:lnTo>
                <a:lnTo>
                  <a:pt x="742546" y="48359"/>
                </a:lnTo>
                <a:lnTo>
                  <a:pt x="765546" y="48359"/>
                </a:lnTo>
                <a:lnTo>
                  <a:pt x="765546" y="59543"/>
                </a:lnTo>
                <a:lnTo>
                  <a:pt x="742546" y="59543"/>
                </a:lnTo>
                <a:lnTo>
                  <a:pt x="742546" y="103807"/>
                </a:lnTo>
                <a:cubicBezTo>
                  <a:pt x="742546" y="108742"/>
                  <a:pt x="743544" y="112076"/>
                  <a:pt x="745539" y="113808"/>
                </a:cubicBezTo>
                <a:cubicBezTo>
                  <a:pt x="747535" y="115540"/>
                  <a:pt x="751054" y="116406"/>
                  <a:pt x="756095" y="116406"/>
                </a:cubicBezTo>
                <a:lnTo>
                  <a:pt x="764599" y="116406"/>
                </a:lnTo>
                <a:lnTo>
                  <a:pt x="764599" y="127749"/>
                </a:lnTo>
                <a:lnTo>
                  <a:pt x="752314" y="127749"/>
                </a:lnTo>
                <a:close/>
                <a:moveTo>
                  <a:pt x="784133" y="127749"/>
                </a:moveTo>
                <a:lnTo>
                  <a:pt x="784133" y="48359"/>
                </a:lnTo>
                <a:lnTo>
                  <a:pt x="797365" y="48359"/>
                </a:lnTo>
                <a:lnTo>
                  <a:pt x="797365" y="127749"/>
                </a:lnTo>
                <a:lnTo>
                  <a:pt x="784133" y="127749"/>
                </a:lnTo>
                <a:moveTo>
                  <a:pt x="790748" y="31506"/>
                </a:moveTo>
                <a:cubicBezTo>
                  <a:pt x="788123" y="31506"/>
                  <a:pt x="785944" y="30640"/>
                  <a:pt x="784210" y="28908"/>
                </a:cubicBezTo>
                <a:cubicBezTo>
                  <a:pt x="782478" y="27174"/>
                  <a:pt x="781612" y="24994"/>
                  <a:pt x="781612" y="22367"/>
                </a:cubicBezTo>
                <a:cubicBezTo>
                  <a:pt x="781612" y="19743"/>
                  <a:pt x="782478" y="17616"/>
                  <a:pt x="784210" y="15988"/>
                </a:cubicBezTo>
                <a:cubicBezTo>
                  <a:pt x="785944" y="14360"/>
                  <a:pt x="788123" y="13546"/>
                  <a:pt x="790748" y="13546"/>
                </a:cubicBezTo>
                <a:cubicBezTo>
                  <a:pt x="793268" y="13546"/>
                  <a:pt x="795421" y="14360"/>
                  <a:pt x="797206" y="15988"/>
                </a:cubicBezTo>
                <a:cubicBezTo>
                  <a:pt x="798991" y="17616"/>
                  <a:pt x="799883" y="19743"/>
                  <a:pt x="799883" y="22367"/>
                </a:cubicBezTo>
                <a:cubicBezTo>
                  <a:pt x="799883" y="24994"/>
                  <a:pt x="798991" y="27174"/>
                  <a:pt x="797206" y="28908"/>
                </a:cubicBezTo>
                <a:cubicBezTo>
                  <a:pt x="795421" y="30640"/>
                  <a:pt x="793268" y="31506"/>
                  <a:pt x="790748" y="31506"/>
                </a:cubicBezTo>
                <a:close/>
                <a:moveTo>
                  <a:pt x="856119" y="129638"/>
                </a:moveTo>
                <a:cubicBezTo>
                  <a:pt x="848769" y="129638"/>
                  <a:pt x="842153" y="127932"/>
                  <a:pt x="836272" y="124521"/>
                </a:cubicBezTo>
                <a:cubicBezTo>
                  <a:pt x="830392" y="121108"/>
                  <a:pt x="825771" y="116277"/>
                  <a:pt x="822409" y="110030"/>
                </a:cubicBezTo>
                <a:cubicBezTo>
                  <a:pt x="819049" y="103781"/>
                  <a:pt x="817369" y="96507"/>
                  <a:pt x="817369" y="88210"/>
                </a:cubicBezTo>
                <a:cubicBezTo>
                  <a:pt x="817369" y="79705"/>
                  <a:pt x="819075" y="72328"/>
                  <a:pt x="822488" y="66081"/>
                </a:cubicBezTo>
                <a:cubicBezTo>
                  <a:pt x="825901" y="59832"/>
                  <a:pt x="830574" y="55000"/>
                  <a:pt x="836508" y="51587"/>
                </a:cubicBezTo>
                <a:cubicBezTo>
                  <a:pt x="842442" y="48174"/>
                  <a:pt x="849083" y="46468"/>
                  <a:pt x="856433" y="46468"/>
                </a:cubicBezTo>
                <a:cubicBezTo>
                  <a:pt x="863995" y="46468"/>
                  <a:pt x="870690" y="48174"/>
                  <a:pt x="876518" y="51587"/>
                </a:cubicBezTo>
                <a:cubicBezTo>
                  <a:pt x="882345" y="55000"/>
                  <a:pt x="886966" y="59832"/>
                  <a:pt x="890379" y="66081"/>
                </a:cubicBezTo>
                <a:cubicBezTo>
                  <a:pt x="893792" y="72328"/>
                  <a:pt x="895498" y="79653"/>
                  <a:pt x="895498" y="88054"/>
                </a:cubicBezTo>
                <a:cubicBezTo>
                  <a:pt x="895498" y="96455"/>
                  <a:pt x="893765" y="103781"/>
                  <a:pt x="890300" y="110030"/>
                </a:cubicBezTo>
                <a:cubicBezTo>
                  <a:pt x="886835" y="116277"/>
                  <a:pt x="882163" y="121108"/>
                  <a:pt x="876282" y="124521"/>
                </a:cubicBezTo>
                <a:cubicBezTo>
                  <a:pt x="870401" y="127932"/>
                  <a:pt x="863680" y="129638"/>
                  <a:pt x="856119" y="129638"/>
                </a:cubicBezTo>
                <a:moveTo>
                  <a:pt x="856277" y="118298"/>
                </a:moveTo>
                <a:cubicBezTo>
                  <a:pt x="860793" y="118298"/>
                  <a:pt x="864993" y="117169"/>
                  <a:pt x="868877" y="114911"/>
                </a:cubicBezTo>
                <a:cubicBezTo>
                  <a:pt x="872762" y="112654"/>
                  <a:pt x="875913" y="109267"/>
                  <a:pt x="878327" y="104752"/>
                </a:cubicBezTo>
                <a:cubicBezTo>
                  <a:pt x="880744" y="100236"/>
                  <a:pt x="881952" y="94670"/>
                  <a:pt x="881952" y="88054"/>
                </a:cubicBezTo>
                <a:cubicBezTo>
                  <a:pt x="881952" y="81334"/>
                  <a:pt x="880770" y="75742"/>
                  <a:pt x="878407" y="71280"/>
                </a:cubicBezTo>
                <a:cubicBezTo>
                  <a:pt x="876045" y="66816"/>
                  <a:pt x="872947" y="63455"/>
                  <a:pt x="869115" y="61197"/>
                </a:cubicBezTo>
                <a:cubicBezTo>
                  <a:pt x="865282" y="58939"/>
                  <a:pt x="861055" y="57810"/>
                  <a:pt x="856433" y="57810"/>
                </a:cubicBezTo>
                <a:cubicBezTo>
                  <a:pt x="852024" y="57810"/>
                  <a:pt x="847850" y="58939"/>
                  <a:pt x="843911" y="61197"/>
                </a:cubicBezTo>
                <a:cubicBezTo>
                  <a:pt x="839972" y="63455"/>
                  <a:pt x="836821" y="66816"/>
                  <a:pt x="834458" y="71280"/>
                </a:cubicBezTo>
                <a:cubicBezTo>
                  <a:pt x="832096" y="75742"/>
                  <a:pt x="830915" y="81334"/>
                  <a:pt x="830915" y="88054"/>
                </a:cubicBezTo>
                <a:cubicBezTo>
                  <a:pt x="830915" y="94670"/>
                  <a:pt x="832096" y="100236"/>
                  <a:pt x="834458" y="104752"/>
                </a:cubicBezTo>
                <a:cubicBezTo>
                  <a:pt x="836821" y="109267"/>
                  <a:pt x="839919" y="112654"/>
                  <a:pt x="843752" y="114911"/>
                </a:cubicBezTo>
                <a:cubicBezTo>
                  <a:pt x="847587" y="117169"/>
                  <a:pt x="851762" y="118298"/>
                  <a:pt x="856277" y="118298"/>
                </a:cubicBezTo>
                <a:close/>
                <a:moveTo>
                  <a:pt x="914087" y="127749"/>
                </a:moveTo>
                <a:lnTo>
                  <a:pt x="914087" y="48359"/>
                </a:lnTo>
                <a:lnTo>
                  <a:pt x="926056" y="48359"/>
                </a:lnTo>
                <a:lnTo>
                  <a:pt x="926686" y="62221"/>
                </a:lnTo>
                <a:cubicBezTo>
                  <a:pt x="929207" y="57285"/>
                  <a:pt x="932803" y="53426"/>
                  <a:pt x="937476" y="50643"/>
                </a:cubicBezTo>
                <a:cubicBezTo>
                  <a:pt x="942150" y="47860"/>
                  <a:pt x="947480" y="46468"/>
                  <a:pt x="953467" y="46468"/>
                </a:cubicBezTo>
                <a:cubicBezTo>
                  <a:pt x="959661" y="46468"/>
                  <a:pt x="965016" y="47702"/>
                  <a:pt x="969532" y="50172"/>
                </a:cubicBezTo>
                <a:cubicBezTo>
                  <a:pt x="974047" y="52639"/>
                  <a:pt x="977565" y="56367"/>
                  <a:pt x="980086" y="61355"/>
                </a:cubicBezTo>
                <a:cubicBezTo>
                  <a:pt x="982606" y="66344"/>
                  <a:pt x="983867" y="72671"/>
                  <a:pt x="983867" y="80336"/>
                </a:cubicBezTo>
                <a:lnTo>
                  <a:pt x="983867" y="127749"/>
                </a:lnTo>
                <a:lnTo>
                  <a:pt x="970635" y="127749"/>
                </a:lnTo>
                <a:lnTo>
                  <a:pt x="970635" y="81752"/>
                </a:lnTo>
                <a:cubicBezTo>
                  <a:pt x="970635" y="73772"/>
                  <a:pt x="968876" y="67787"/>
                  <a:pt x="965357" y="63797"/>
                </a:cubicBezTo>
                <a:cubicBezTo>
                  <a:pt x="961840" y="59806"/>
                  <a:pt x="956878" y="57810"/>
                  <a:pt x="950472" y="57810"/>
                </a:cubicBezTo>
                <a:cubicBezTo>
                  <a:pt x="946062" y="57810"/>
                  <a:pt x="942124" y="58887"/>
                  <a:pt x="938658" y="61041"/>
                </a:cubicBezTo>
                <a:cubicBezTo>
                  <a:pt x="935192" y="63193"/>
                  <a:pt x="932435" y="66290"/>
                  <a:pt x="930388" y="70333"/>
                </a:cubicBezTo>
                <a:cubicBezTo>
                  <a:pt x="928341" y="74375"/>
                  <a:pt x="927318" y="79390"/>
                  <a:pt x="927318" y="85377"/>
                </a:cubicBezTo>
                <a:lnTo>
                  <a:pt x="927318" y="127749"/>
                </a:lnTo>
                <a:lnTo>
                  <a:pt x="914087" y="127749"/>
                </a:lnTo>
                <a:close/>
                <a:moveTo>
                  <a:pt x="1074596" y="150590"/>
                </a:moveTo>
                <a:cubicBezTo>
                  <a:pt x="1068927" y="145129"/>
                  <a:pt x="1063676" y="138644"/>
                  <a:pt x="1058845" y="131135"/>
                </a:cubicBezTo>
                <a:cubicBezTo>
                  <a:pt x="1054014" y="123627"/>
                  <a:pt x="1050155" y="115200"/>
                  <a:pt x="1047267" y="105855"/>
                </a:cubicBezTo>
                <a:cubicBezTo>
                  <a:pt x="1044380" y="96508"/>
                  <a:pt x="1042936" y="86322"/>
                  <a:pt x="1042936" y="75296"/>
                </a:cubicBezTo>
                <a:cubicBezTo>
                  <a:pt x="1042936" y="64269"/>
                  <a:pt x="1044380" y="54082"/>
                  <a:pt x="1047267" y="44737"/>
                </a:cubicBezTo>
                <a:cubicBezTo>
                  <a:pt x="1050155" y="35391"/>
                  <a:pt x="1054014" y="26937"/>
                  <a:pt x="1058845" y="19377"/>
                </a:cubicBezTo>
                <a:cubicBezTo>
                  <a:pt x="1063676" y="11816"/>
                  <a:pt x="1068927" y="5357"/>
                  <a:pt x="1074596" y="0"/>
                </a:cubicBezTo>
                <a:lnTo>
                  <a:pt x="1088145" y="0"/>
                </a:lnTo>
                <a:lnTo>
                  <a:pt x="1088145" y="1262"/>
                </a:lnTo>
                <a:cubicBezTo>
                  <a:pt x="1081738" y="7562"/>
                  <a:pt x="1076146" y="14598"/>
                  <a:pt x="1071368" y="22370"/>
                </a:cubicBezTo>
                <a:cubicBezTo>
                  <a:pt x="1066590" y="30140"/>
                  <a:pt x="1062862" y="38462"/>
                  <a:pt x="1060184" y="47336"/>
                </a:cubicBezTo>
                <a:cubicBezTo>
                  <a:pt x="1057507" y="56209"/>
                  <a:pt x="1056168" y="65530"/>
                  <a:pt x="1056168" y="75296"/>
                </a:cubicBezTo>
                <a:cubicBezTo>
                  <a:pt x="1056168" y="85061"/>
                  <a:pt x="1057507" y="94380"/>
                  <a:pt x="1060184" y="103254"/>
                </a:cubicBezTo>
                <a:cubicBezTo>
                  <a:pt x="1062862" y="112128"/>
                  <a:pt x="1066615" y="120450"/>
                  <a:pt x="1071445" y="128220"/>
                </a:cubicBezTo>
                <a:cubicBezTo>
                  <a:pt x="1076276" y="135991"/>
                  <a:pt x="1081843" y="143027"/>
                  <a:pt x="1088145" y="149328"/>
                </a:cubicBezTo>
                <a:lnTo>
                  <a:pt x="1088145" y="150590"/>
                </a:lnTo>
                <a:lnTo>
                  <a:pt x="1074596" y="150590"/>
                </a:lnTo>
                <a:close/>
                <a:moveTo>
                  <a:pt x="1140283" y="129638"/>
                </a:moveTo>
                <a:cubicBezTo>
                  <a:pt x="1133247" y="129638"/>
                  <a:pt x="1126867" y="128352"/>
                  <a:pt x="1121144" y="125780"/>
                </a:cubicBezTo>
                <a:cubicBezTo>
                  <a:pt x="1115422" y="123207"/>
                  <a:pt x="1110880" y="119348"/>
                  <a:pt x="1107518" y="114202"/>
                </a:cubicBezTo>
                <a:cubicBezTo>
                  <a:pt x="1104158" y="109057"/>
                  <a:pt x="1102373" y="102652"/>
                  <a:pt x="1102163" y="94986"/>
                </a:cubicBezTo>
                <a:lnTo>
                  <a:pt x="1115553" y="94986"/>
                </a:lnTo>
                <a:cubicBezTo>
                  <a:pt x="1115657" y="99186"/>
                  <a:pt x="1116680" y="103045"/>
                  <a:pt x="1118622" y="106564"/>
                </a:cubicBezTo>
                <a:cubicBezTo>
                  <a:pt x="1120566" y="110081"/>
                  <a:pt x="1123376" y="112890"/>
                  <a:pt x="1127052" y="114991"/>
                </a:cubicBezTo>
                <a:cubicBezTo>
                  <a:pt x="1130728" y="117090"/>
                  <a:pt x="1135138" y="118139"/>
                  <a:pt x="1140283" y="118139"/>
                </a:cubicBezTo>
                <a:cubicBezTo>
                  <a:pt x="1145429" y="118139"/>
                  <a:pt x="1149734" y="117142"/>
                  <a:pt x="1153200" y="115147"/>
                </a:cubicBezTo>
                <a:cubicBezTo>
                  <a:pt x="1156666" y="113152"/>
                  <a:pt x="1159291" y="110501"/>
                  <a:pt x="1161076" y="107194"/>
                </a:cubicBezTo>
                <a:cubicBezTo>
                  <a:pt x="1162861" y="103885"/>
                  <a:pt x="1163754" y="100182"/>
                  <a:pt x="1163754" y="96087"/>
                </a:cubicBezTo>
                <a:cubicBezTo>
                  <a:pt x="1163754" y="90942"/>
                  <a:pt x="1162520" y="86767"/>
                  <a:pt x="1160053" y="83564"/>
                </a:cubicBezTo>
                <a:cubicBezTo>
                  <a:pt x="1157585" y="80361"/>
                  <a:pt x="1154277" y="77998"/>
                  <a:pt x="1150128" y="76476"/>
                </a:cubicBezTo>
                <a:cubicBezTo>
                  <a:pt x="1145980" y="74954"/>
                  <a:pt x="1141438" y="74193"/>
                  <a:pt x="1136503" y="74193"/>
                </a:cubicBezTo>
                <a:lnTo>
                  <a:pt x="1128311" y="74193"/>
                </a:lnTo>
                <a:lnTo>
                  <a:pt x="1128311" y="63009"/>
                </a:lnTo>
                <a:lnTo>
                  <a:pt x="1136503" y="63009"/>
                </a:lnTo>
                <a:cubicBezTo>
                  <a:pt x="1143748" y="63009"/>
                  <a:pt x="1149419" y="61329"/>
                  <a:pt x="1153515" y="57969"/>
                </a:cubicBezTo>
                <a:cubicBezTo>
                  <a:pt x="1157611" y="54607"/>
                  <a:pt x="1159658" y="49986"/>
                  <a:pt x="1159658" y="44105"/>
                </a:cubicBezTo>
                <a:cubicBezTo>
                  <a:pt x="1159658" y="39276"/>
                  <a:pt x="1158057" y="35233"/>
                  <a:pt x="1154854" y="31977"/>
                </a:cubicBezTo>
                <a:cubicBezTo>
                  <a:pt x="1151651" y="28721"/>
                  <a:pt x="1146794" y="27093"/>
                  <a:pt x="1140283" y="27093"/>
                </a:cubicBezTo>
                <a:cubicBezTo>
                  <a:pt x="1134087" y="27093"/>
                  <a:pt x="1129151" y="28879"/>
                  <a:pt x="1125475" y="32450"/>
                </a:cubicBezTo>
                <a:cubicBezTo>
                  <a:pt x="1121801" y="36020"/>
                  <a:pt x="1119701" y="40588"/>
                  <a:pt x="1119175" y="46153"/>
                </a:cubicBezTo>
                <a:lnTo>
                  <a:pt x="1105788" y="46153"/>
                </a:lnTo>
                <a:cubicBezTo>
                  <a:pt x="1106102" y="40168"/>
                  <a:pt x="1107729" y="34866"/>
                  <a:pt x="1110669" y="30246"/>
                </a:cubicBezTo>
                <a:cubicBezTo>
                  <a:pt x="1113609" y="25625"/>
                  <a:pt x="1117600" y="22028"/>
                  <a:pt x="1122641" y="19454"/>
                </a:cubicBezTo>
                <a:cubicBezTo>
                  <a:pt x="1127682" y="16881"/>
                  <a:pt x="1133616" y="15594"/>
                  <a:pt x="1140442" y="15594"/>
                </a:cubicBezTo>
                <a:cubicBezTo>
                  <a:pt x="1147582" y="15594"/>
                  <a:pt x="1153567" y="16854"/>
                  <a:pt x="1158396" y="19375"/>
                </a:cubicBezTo>
                <a:cubicBezTo>
                  <a:pt x="1163228" y="21896"/>
                  <a:pt x="1166877" y="25257"/>
                  <a:pt x="1169345" y="29458"/>
                </a:cubicBezTo>
                <a:cubicBezTo>
                  <a:pt x="1171814" y="33658"/>
                  <a:pt x="1173049" y="38278"/>
                  <a:pt x="1173049" y="43319"/>
                </a:cubicBezTo>
                <a:cubicBezTo>
                  <a:pt x="1173049" y="47099"/>
                  <a:pt x="1172366" y="50644"/>
                  <a:pt x="1171001" y="53953"/>
                </a:cubicBezTo>
                <a:cubicBezTo>
                  <a:pt x="1169635" y="57260"/>
                  <a:pt x="1167588" y="60174"/>
                  <a:pt x="1164857" y="62694"/>
                </a:cubicBezTo>
                <a:cubicBezTo>
                  <a:pt x="1162127" y="65213"/>
                  <a:pt x="1158661" y="66998"/>
                  <a:pt x="1154459" y="68049"/>
                </a:cubicBezTo>
                <a:cubicBezTo>
                  <a:pt x="1158765" y="68889"/>
                  <a:pt x="1162624" y="70517"/>
                  <a:pt x="1166037" y="72933"/>
                </a:cubicBezTo>
                <a:cubicBezTo>
                  <a:pt x="1169450" y="75348"/>
                  <a:pt x="1172154" y="78525"/>
                  <a:pt x="1174149" y="82463"/>
                </a:cubicBezTo>
                <a:cubicBezTo>
                  <a:pt x="1176144" y="86400"/>
                  <a:pt x="1177142" y="90942"/>
                  <a:pt x="1177142" y="96087"/>
                </a:cubicBezTo>
                <a:cubicBezTo>
                  <a:pt x="1177142" y="102073"/>
                  <a:pt x="1175750" y="107613"/>
                  <a:pt x="1172967" y="112707"/>
                </a:cubicBezTo>
                <a:cubicBezTo>
                  <a:pt x="1170185" y="117800"/>
                  <a:pt x="1166064" y="121894"/>
                  <a:pt x="1160603" y="124992"/>
                </a:cubicBezTo>
                <a:cubicBezTo>
                  <a:pt x="1155142" y="128089"/>
                  <a:pt x="1148369" y="129638"/>
                  <a:pt x="1140283" y="129638"/>
                </a:cubicBezTo>
                <a:close/>
                <a:moveTo>
                  <a:pt x="1275121" y="129638"/>
                </a:moveTo>
                <a:cubicBezTo>
                  <a:pt x="1267454" y="129638"/>
                  <a:pt x="1260732" y="127826"/>
                  <a:pt x="1254956" y="124204"/>
                </a:cubicBezTo>
                <a:cubicBezTo>
                  <a:pt x="1249181" y="120581"/>
                  <a:pt x="1244718" y="115619"/>
                  <a:pt x="1241568" y="109318"/>
                </a:cubicBezTo>
                <a:cubicBezTo>
                  <a:pt x="1238418" y="103018"/>
                  <a:pt x="1236842" y="95877"/>
                  <a:pt x="1236842" y="87895"/>
                </a:cubicBezTo>
                <a:cubicBezTo>
                  <a:pt x="1236842" y="79916"/>
                  <a:pt x="1238418" y="72802"/>
                  <a:pt x="1241568" y="66554"/>
                </a:cubicBezTo>
                <a:cubicBezTo>
                  <a:pt x="1244718" y="60305"/>
                  <a:pt x="1249207" y="55395"/>
                  <a:pt x="1255035" y="51825"/>
                </a:cubicBezTo>
                <a:cubicBezTo>
                  <a:pt x="1260864" y="48254"/>
                  <a:pt x="1267612" y="46468"/>
                  <a:pt x="1275278" y="46468"/>
                </a:cubicBezTo>
                <a:cubicBezTo>
                  <a:pt x="1281788" y="46468"/>
                  <a:pt x="1287484" y="47781"/>
                  <a:pt x="1292367" y="50407"/>
                </a:cubicBezTo>
                <a:cubicBezTo>
                  <a:pt x="1297251" y="53032"/>
                  <a:pt x="1301006" y="56707"/>
                  <a:pt x="1303632" y="61432"/>
                </a:cubicBezTo>
                <a:lnTo>
                  <a:pt x="1303632" y="14335"/>
                </a:lnTo>
                <a:lnTo>
                  <a:pt x="1316864" y="14335"/>
                </a:lnTo>
                <a:lnTo>
                  <a:pt x="1316864" y="127749"/>
                </a:lnTo>
                <a:lnTo>
                  <a:pt x="1304892" y="127749"/>
                </a:lnTo>
                <a:lnTo>
                  <a:pt x="1303789" y="114676"/>
                </a:lnTo>
                <a:cubicBezTo>
                  <a:pt x="1302108" y="117301"/>
                  <a:pt x="1299955" y="119742"/>
                  <a:pt x="1297330" y="121999"/>
                </a:cubicBezTo>
                <a:cubicBezTo>
                  <a:pt x="1294706" y="124257"/>
                  <a:pt x="1291555" y="126095"/>
                  <a:pt x="1287879" y="127513"/>
                </a:cubicBezTo>
                <a:cubicBezTo>
                  <a:pt x="1284204" y="128930"/>
                  <a:pt x="1279951" y="129638"/>
                  <a:pt x="1275121" y="129638"/>
                </a:cubicBezTo>
                <a:moveTo>
                  <a:pt x="1276696" y="118139"/>
                </a:moveTo>
                <a:cubicBezTo>
                  <a:pt x="1281947" y="118139"/>
                  <a:pt x="1286567" y="116880"/>
                  <a:pt x="1290557" y="114361"/>
                </a:cubicBezTo>
                <a:cubicBezTo>
                  <a:pt x="1294547" y="111840"/>
                  <a:pt x="1297644" y="108349"/>
                  <a:pt x="1299849" y="103886"/>
                </a:cubicBezTo>
                <a:cubicBezTo>
                  <a:pt x="1302056" y="99422"/>
                  <a:pt x="1303159" y="94145"/>
                  <a:pt x="1303159" y="88054"/>
                </a:cubicBezTo>
                <a:cubicBezTo>
                  <a:pt x="1303159" y="82068"/>
                  <a:pt x="1302056" y="76817"/>
                  <a:pt x="1299849" y="72301"/>
                </a:cubicBezTo>
                <a:cubicBezTo>
                  <a:pt x="1297644" y="67786"/>
                  <a:pt x="1294547" y="64269"/>
                  <a:pt x="1290557" y="61750"/>
                </a:cubicBezTo>
                <a:cubicBezTo>
                  <a:pt x="1286567" y="59229"/>
                  <a:pt x="1281947" y="57969"/>
                  <a:pt x="1276696" y="57969"/>
                </a:cubicBezTo>
                <a:cubicBezTo>
                  <a:pt x="1271550" y="57969"/>
                  <a:pt x="1266982" y="59229"/>
                  <a:pt x="1262991" y="61750"/>
                </a:cubicBezTo>
                <a:cubicBezTo>
                  <a:pt x="1259001" y="64269"/>
                  <a:pt x="1255903" y="67786"/>
                  <a:pt x="1253696" y="72301"/>
                </a:cubicBezTo>
                <a:cubicBezTo>
                  <a:pt x="1251491" y="76817"/>
                  <a:pt x="1250389" y="82068"/>
                  <a:pt x="1250389" y="88054"/>
                </a:cubicBezTo>
                <a:cubicBezTo>
                  <a:pt x="1250389" y="94145"/>
                  <a:pt x="1251491" y="99422"/>
                  <a:pt x="1253696" y="103886"/>
                </a:cubicBezTo>
                <a:cubicBezTo>
                  <a:pt x="1255903" y="108349"/>
                  <a:pt x="1259001" y="111840"/>
                  <a:pt x="1262991" y="114361"/>
                </a:cubicBezTo>
                <a:cubicBezTo>
                  <a:pt x="1266982" y="116880"/>
                  <a:pt x="1271550" y="118139"/>
                  <a:pt x="1276696" y="118139"/>
                </a:cubicBezTo>
                <a:close/>
                <a:moveTo>
                  <a:pt x="1340175" y="127749"/>
                </a:moveTo>
                <a:lnTo>
                  <a:pt x="1340175" y="48359"/>
                </a:lnTo>
                <a:lnTo>
                  <a:pt x="1353407" y="48359"/>
                </a:lnTo>
                <a:lnTo>
                  <a:pt x="1353407" y="127749"/>
                </a:lnTo>
                <a:lnTo>
                  <a:pt x="1340175" y="127749"/>
                </a:lnTo>
                <a:moveTo>
                  <a:pt x="1346790" y="31506"/>
                </a:moveTo>
                <a:cubicBezTo>
                  <a:pt x="1344165" y="31506"/>
                  <a:pt x="1341986" y="30640"/>
                  <a:pt x="1340252" y="28908"/>
                </a:cubicBezTo>
                <a:cubicBezTo>
                  <a:pt x="1338520" y="27174"/>
                  <a:pt x="1337654" y="24994"/>
                  <a:pt x="1337654" y="22367"/>
                </a:cubicBezTo>
                <a:cubicBezTo>
                  <a:pt x="1337654" y="19743"/>
                  <a:pt x="1338520" y="17616"/>
                  <a:pt x="1340252" y="15988"/>
                </a:cubicBezTo>
                <a:cubicBezTo>
                  <a:pt x="1341986" y="14360"/>
                  <a:pt x="1344165" y="13546"/>
                  <a:pt x="1346790" y="13546"/>
                </a:cubicBezTo>
                <a:cubicBezTo>
                  <a:pt x="1349310" y="13546"/>
                  <a:pt x="1351463" y="14360"/>
                  <a:pt x="1353248" y="15988"/>
                </a:cubicBezTo>
                <a:cubicBezTo>
                  <a:pt x="1355033" y="17616"/>
                  <a:pt x="1355926" y="19743"/>
                  <a:pt x="1355926" y="22367"/>
                </a:cubicBezTo>
                <a:cubicBezTo>
                  <a:pt x="1355926" y="24994"/>
                  <a:pt x="1355033" y="27174"/>
                  <a:pt x="1353248" y="28908"/>
                </a:cubicBezTo>
                <a:cubicBezTo>
                  <a:pt x="1351463" y="30640"/>
                  <a:pt x="1349310" y="31506"/>
                  <a:pt x="1346790" y="31506"/>
                </a:cubicBezTo>
                <a:close/>
                <a:moveTo>
                  <a:pt x="1376721" y="127749"/>
                </a:moveTo>
                <a:lnTo>
                  <a:pt x="1376721" y="48359"/>
                </a:lnTo>
                <a:lnTo>
                  <a:pt x="1388690" y="48359"/>
                </a:lnTo>
                <a:lnTo>
                  <a:pt x="1389479" y="59699"/>
                </a:lnTo>
                <a:cubicBezTo>
                  <a:pt x="1391999" y="55605"/>
                  <a:pt x="1395386" y="52377"/>
                  <a:pt x="1399638" y="50013"/>
                </a:cubicBezTo>
                <a:cubicBezTo>
                  <a:pt x="1403891" y="47650"/>
                  <a:pt x="1408538" y="46468"/>
                  <a:pt x="1413579" y="46468"/>
                </a:cubicBezTo>
                <a:cubicBezTo>
                  <a:pt x="1417675" y="46468"/>
                  <a:pt x="1421376" y="47020"/>
                  <a:pt x="1424683" y="48124"/>
                </a:cubicBezTo>
                <a:cubicBezTo>
                  <a:pt x="1427992" y="49226"/>
                  <a:pt x="1430906" y="50906"/>
                  <a:pt x="1433425" y="53164"/>
                </a:cubicBezTo>
                <a:cubicBezTo>
                  <a:pt x="1435946" y="55422"/>
                  <a:pt x="1437994" y="58283"/>
                  <a:pt x="1439569" y="61747"/>
                </a:cubicBezTo>
                <a:cubicBezTo>
                  <a:pt x="1442299" y="56918"/>
                  <a:pt x="1446053" y="53164"/>
                  <a:pt x="1450832" y="50487"/>
                </a:cubicBezTo>
                <a:cubicBezTo>
                  <a:pt x="1455610" y="47807"/>
                  <a:pt x="1460730" y="46468"/>
                  <a:pt x="1466190" y="46468"/>
                </a:cubicBezTo>
                <a:cubicBezTo>
                  <a:pt x="1472281" y="46468"/>
                  <a:pt x="1477610" y="47702"/>
                  <a:pt x="1482179" y="50172"/>
                </a:cubicBezTo>
                <a:cubicBezTo>
                  <a:pt x="1486747" y="52639"/>
                  <a:pt x="1490265" y="56367"/>
                  <a:pt x="1492733" y="61355"/>
                </a:cubicBezTo>
                <a:cubicBezTo>
                  <a:pt x="1495200" y="66344"/>
                  <a:pt x="1496434" y="72671"/>
                  <a:pt x="1496434" y="80336"/>
                </a:cubicBezTo>
                <a:lnTo>
                  <a:pt x="1496434" y="127749"/>
                </a:lnTo>
                <a:lnTo>
                  <a:pt x="1483359" y="127749"/>
                </a:lnTo>
                <a:lnTo>
                  <a:pt x="1483359" y="81752"/>
                </a:lnTo>
                <a:cubicBezTo>
                  <a:pt x="1483359" y="73772"/>
                  <a:pt x="1481731" y="67787"/>
                  <a:pt x="1478475" y="63797"/>
                </a:cubicBezTo>
                <a:cubicBezTo>
                  <a:pt x="1475221" y="59806"/>
                  <a:pt x="1470653" y="57810"/>
                  <a:pt x="1464772" y="57810"/>
                </a:cubicBezTo>
                <a:cubicBezTo>
                  <a:pt x="1460677" y="57810"/>
                  <a:pt x="1457001" y="58887"/>
                  <a:pt x="1453745" y="61041"/>
                </a:cubicBezTo>
                <a:cubicBezTo>
                  <a:pt x="1450490" y="63193"/>
                  <a:pt x="1447918" y="66316"/>
                  <a:pt x="1446027" y="70412"/>
                </a:cubicBezTo>
                <a:cubicBezTo>
                  <a:pt x="1444138" y="74508"/>
                  <a:pt x="1443193" y="79548"/>
                  <a:pt x="1443193" y="85533"/>
                </a:cubicBezTo>
                <a:lnTo>
                  <a:pt x="1443193" y="127749"/>
                </a:lnTo>
                <a:lnTo>
                  <a:pt x="1429962" y="127749"/>
                </a:lnTo>
                <a:lnTo>
                  <a:pt x="1429962" y="81752"/>
                </a:lnTo>
                <a:cubicBezTo>
                  <a:pt x="1429962" y="73772"/>
                  <a:pt x="1428334" y="67787"/>
                  <a:pt x="1425078" y="63797"/>
                </a:cubicBezTo>
                <a:cubicBezTo>
                  <a:pt x="1421822" y="59806"/>
                  <a:pt x="1417201" y="57810"/>
                  <a:pt x="1411216" y="57810"/>
                </a:cubicBezTo>
                <a:cubicBezTo>
                  <a:pt x="1407226" y="57810"/>
                  <a:pt x="1403630" y="58887"/>
                  <a:pt x="1400427" y="61041"/>
                </a:cubicBezTo>
                <a:cubicBezTo>
                  <a:pt x="1397224" y="63193"/>
                  <a:pt x="1394677" y="66316"/>
                  <a:pt x="1392786" y="70412"/>
                </a:cubicBezTo>
                <a:cubicBezTo>
                  <a:pt x="1390897" y="74508"/>
                  <a:pt x="1389952" y="79548"/>
                  <a:pt x="1389952" y="85533"/>
                </a:cubicBezTo>
                <a:lnTo>
                  <a:pt x="1389952" y="127749"/>
                </a:lnTo>
                <a:lnTo>
                  <a:pt x="1376721" y="127749"/>
                </a:lnTo>
                <a:close/>
                <a:moveTo>
                  <a:pt x="1546996" y="129638"/>
                </a:moveTo>
                <a:cubicBezTo>
                  <a:pt x="1540381" y="129638"/>
                  <a:pt x="1534632" y="128536"/>
                  <a:pt x="1529748" y="126331"/>
                </a:cubicBezTo>
                <a:cubicBezTo>
                  <a:pt x="1524866" y="124126"/>
                  <a:pt x="1520980" y="121055"/>
                  <a:pt x="1518091" y="117118"/>
                </a:cubicBezTo>
                <a:cubicBezTo>
                  <a:pt x="1515203" y="113179"/>
                  <a:pt x="1513445" y="108532"/>
                  <a:pt x="1512815" y="103175"/>
                </a:cubicBezTo>
                <a:lnTo>
                  <a:pt x="1526361" y="103175"/>
                </a:lnTo>
                <a:cubicBezTo>
                  <a:pt x="1526887" y="105905"/>
                  <a:pt x="1527989" y="108426"/>
                  <a:pt x="1529669" y="110736"/>
                </a:cubicBezTo>
                <a:cubicBezTo>
                  <a:pt x="1531350" y="113047"/>
                  <a:pt x="1533634" y="114911"/>
                  <a:pt x="1536521" y="116329"/>
                </a:cubicBezTo>
                <a:cubicBezTo>
                  <a:pt x="1539409" y="117746"/>
                  <a:pt x="1542953" y="118454"/>
                  <a:pt x="1547155" y="118454"/>
                </a:cubicBezTo>
                <a:cubicBezTo>
                  <a:pt x="1550830" y="118454"/>
                  <a:pt x="1553876" y="117903"/>
                  <a:pt x="1556290" y="116801"/>
                </a:cubicBezTo>
                <a:cubicBezTo>
                  <a:pt x="1558705" y="115698"/>
                  <a:pt x="1560517" y="114202"/>
                  <a:pt x="1561725" y="112313"/>
                </a:cubicBezTo>
                <a:cubicBezTo>
                  <a:pt x="1562933" y="110422"/>
                  <a:pt x="1563537" y="108375"/>
                  <a:pt x="1563537" y="106170"/>
                </a:cubicBezTo>
                <a:cubicBezTo>
                  <a:pt x="1563537" y="102914"/>
                  <a:pt x="1562775" y="100446"/>
                  <a:pt x="1561251" y="98767"/>
                </a:cubicBezTo>
                <a:cubicBezTo>
                  <a:pt x="1559729" y="97086"/>
                  <a:pt x="1557498" y="95747"/>
                  <a:pt x="1554557" y="94750"/>
                </a:cubicBezTo>
                <a:cubicBezTo>
                  <a:pt x="1551617" y="93752"/>
                  <a:pt x="1548047" y="92885"/>
                  <a:pt x="1543847" y="92150"/>
                </a:cubicBezTo>
                <a:cubicBezTo>
                  <a:pt x="1540381" y="91520"/>
                  <a:pt x="1536968" y="90680"/>
                  <a:pt x="1533608" y="89631"/>
                </a:cubicBezTo>
                <a:cubicBezTo>
                  <a:pt x="1530248" y="88580"/>
                  <a:pt x="1527255" y="87188"/>
                  <a:pt x="1524628" y="85456"/>
                </a:cubicBezTo>
                <a:cubicBezTo>
                  <a:pt x="1522004" y="83722"/>
                  <a:pt x="1519930" y="81596"/>
                  <a:pt x="1518406" y="79077"/>
                </a:cubicBezTo>
                <a:cubicBezTo>
                  <a:pt x="1516883" y="76556"/>
                  <a:pt x="1516122" y="73458"/>
                  <a:pt x="1516122" y="69782"/>
                </a:cubicBezTo>
                <a:cubicBezTo>
                  <a:pt x="1516122" y="65267"/>
                  <a:pt x="1517278" y="61250"/>
                  <a:pt x="1519588" y="57733"/>
                </a:cubicBezTo>
                <a:cubicBezTo>
                  <a:pt x="1521899" y="54215"/>
                  <a:pt x="1525233" y="51458"/>
                  <a:pt x="1529589" y="49463"/>
                </a:cubicBezTo>
                <a:cubicBezTo>
                  <a:pt x="1533948" y="47466"/>
                  <a:pt x="1539015" y="46468"/>
                  <a:pt x="1544792" y="46468"/>
                </a:cubicBezTo>
                <a:cubicBezTo>
                  <a:pt x="1553297" y="46468"/>
                  <a:pt x="1560175" y="48516"/>
                  <a:pt x="1565426" y="52611"/>
                </a:cubicBezTo>
                <a:cubicBezTo>
                  <a:pt x="1570677" y="56707"/>
                  <a:pt x="1573775" y="62641"/>
                  <a:pt x="1574721" y="70412"/>
                </a:cubicBezTo>
                <a:lnTo>
                  <a:pt x="1561646" y="70412"/>
                </a:lnTo>
                <a:cubicBezTo>
                  <a:pt x="1561122" y="66422"/>
                  <a:pt x="1559415" y="63298"/>
                  <a:pt x="1556526" y="61041"/>
                </a:cubicBezTo>
                <a:cubicBezTo>
                  <a:pt x="1553639" y="58781"/>
                  <a:pt x="1549674" y="57652"/>
                  <a:pt x="1544633" y="57652"/>
                </a:cubicBezTo>
                <a:cubicBezTo>
                  <a:pt x="1539698" y="57652"/>
                  <a:pt x="1535944" y="58650"/>
                  <a:pt x="1533370" y="60646"/>
                </a:cubicBezTo>
                <a:cubicBezTo>
                  <a:pt x="1530798" y="62641"/>
                  <a:pt x="1529512" y="65266"/>
                  <a:pt x="1529512" y="68520"/>
                </a:cubicBezTo>
                <a:cubicBezTo>
                  <a:pt x="1529512" y="70621"/>
                  <a:pt x="1530221" y="72485"/>
                  <a:pt x="1531637" y="74114"/>
                </a:cubicBezTo>
                <a:cubicBezTo>
                  <a:pt x="1533055" y="75742"/>
                  <a:pt x="1535156" y="77133"/>
                  <a:pt x="1537939" y="78288"/>
                </a:cubicBezTo>
                <a:cubicBezTo>
                  <a:pt x="1540723" y="79444"/>
                  <a:pt x="1544162" y="80388"/>
                  <a:pt x="1548258" y="81122"/>
                </a:cubicBezTo>
                <a:cubicBezTo>
                  <a:pt x="1553507" y="82068"/>
                  <a:pt x="1558285" y="83328"/>
                  <a:pt x="1562590" y="84903"/>
                </a:cubicBezTo>
                <a:cubicBezTo>
                  <a:pt x="1566896" y="86478"/>
                  <a:pt x="1570387" y="88815"/>
                  <a:pt x="1573065" y="91914"/>
                </a:cubicBezTo>
                <a:cubicBezTo>
                  <a:pt x="1575744" y="95012"/>
                  <a:pt x="1577084" y="99396"/>
                  <a:pt x="1577084" y="105066"/>
                </a:cubicBezTo>
                <a:cubicBezTo>
                  <a:pt x="1577084" y="110002"/>
                  <a:pt x="1575850" y="114307"/>
                  <a:pt x="1573382" y="117983"/>
                </a:cubicBezTo>
                <a:cubicBezTo>
                  <a:pt x="1570914" y="121659"/>
                  <a:pt x="1567422" y="124521"/>
                  <a:pt x="1562905" y="126569"/>
                </a:cubicBezTo>
                <a:cubicBezTo>
                  <a:pt x="1558390" y="128615"/>
                  <a:pt x="1553087" y="129638"/>
                  <a:pt x="1546996" y="129638"/>
                </a:cubicBezTo>
                <a:close/>
                <a:moveTo>
                  <a:pt x="1604333" y="150590"/>
                </a:moveTo>
                <a:lnTo>
                  <a:pt x="1590786" y="150590"/>
                </a:lnTo>
                <a:lnTo>
                  <a:pt x="1590786" y="149328"/>
                </a:lnTo>
                <a:cubicBezTo>
                  <a:pt x="1597193" y="143027"/>
                  <a:pt x="1602785" y="135991"/>
                  <a:pt x="1607563" y="128220"/>
                </a:cubicBezTo>
                <a:cubicBezTo>
                  <a:pt x="1612342" y="120450"/>
                  <a:pt x="1616069" y="112128"/>
                  <a:pt x="1618747" y="103254"/>
                </a:cubicBezTo>
                <a:cubicBezTo>
                  <a:pt x="1621425" y="94380"/>
                  <a:pt x="1622763" y="85061"/>
                  <a:pt x="1622763" y="75296"/>
                </a:cubicBezTo>
                <a:cubicBezTo>
                  <a:pt x="1622763" y="65530"/>
                  <a:pt x="1621425" y="56209"/>
                  <a:pt x="1618747" y="47336"/>
                </a:cubicBezTo>
                <a:cubicBezTo>
                  <a:pt x="1616069" y="38462"/>
                  <a:pt x="1612342" y="30140"/>
                  <a:pt x="1607563" y="22370"/>
                </a:cubicBezTo>
                <a:cubicBezTo>
                  <a:pt x="1602785" y="14598"/>
                  <a:pt x="1597193" y="7562"/>
                  <a:pt x="1590786" y="1262"/>
                </a:cubicBezTo>
                <a:lnTo>
                  <a:pt x="1590786" y="0"/>
                </a:lnTo>
                <a:lnTo>
                  <a:pt x="1604333" y="0"/>
                </a:lnTo>
                <a:cubicBezTo>
                  <a:pt x="1610109" y="5357"/>
                  <a:pt x="1615387" y="11816"/>
                  <a:pt x="1620165" y="19377"/>
                </a:cubicBezTo>
                <a:cubicBezTo>
                  <a:pt x="1624943" y="26937"/>
                  <a:pt x="1628776" y="35391"/>
                  <a:pt x="1631664" y="44737"/>
                </a:cubicBezTo>
                <a:cubicBezTo>
                  <a:pt x="1634551" y="54082"/>
                  <a:pt x="1635995" y="64269"/>
                  <a:pt x="1635995" y="75296"/>
                </a:cubicBezTo>
                <a:cubicBezTo>
                  <a:pt x="1635995" y="86322"/>
                  <a:pt x="1634551" y="96508"/>
                  <a:pt x="1631664" y="105855"/>
                </a:cubicBezTo>
                <a:cubicBezTo>
                  <a:pt x="1628776" y="115200"/>
                  <a:pt x="1624943" y="123627"/>
                  <a:pt x="1620165" y="131135"/>
                </a:cubicBezTo>
                <a:cubicBezTo>
                  <a:pt x="1615387" y="138644"/>
                  <a:pt x="1610109" y="145129"/>
                  <a:pt x="1604333" y="150590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normal">
            <a:extLst xmlns:a="http://schemas.openxmlformats.org/drawingml/2006/main">
              <a:ext uri="{FF2B5EF4-FFF2-40B4-BE49-F238E27FC236}">
                <a16:creationId xmlns:a16="http://schemas.microsoft.com/office/drawing/2014/main" id="{5B3574EC-E5C8-4A76-9EBF-4161B189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9978" y="2810430"/>
            <a:ext cx="482861" cy="106448"/>
          </a:xfrm>
          <a:custGeom xmlns:a="http://schemas.openxmlformats.org/drawingml/2006/main">
            <a:pathLst>
              <a:path w="482861" h="106448">
                <a:moveTo>
                  <a:pt x="29304" y="32304"/>
                </a:moveTo>
                <a:lnTo>
                  <a:pt x="29304" y="41687"/>
                </a:lnTo>
                <a:cubicBezTo>
                  <a:pt x="32996" y="37660"/>
                  <a:pt x="36534" y="34731"/>
                  <a:pt x="39918" y="32900"/>
                </a:cubicBezTo>
                <a:cubicBezTo>
                  <a:pt x="43302" y="31067"/>
                  <a:pt x="46943" y="30150"/>
                  <a:pt x="50840" y="30150"/>
                </a:cubicBezTo>
                <a:cubicBezTo>
                  <a:pt x="55506" y="30150"/>
                  <a:pt x="59377" y="31446"/>
                  <a:pt x="62454" y="34039"/>
                </a:cubicBezTo>
                <a:cubicBezTo>
                  <a:pt x="65530" y="36632"/>
                  <a:pt x="67581" y="39853"/>
                  <a:pt x="68607" y="43704"/>
                </a:cubicBezTo>
                <a:cubicBezTo>
                  <a:pt x="69427" y="46631"/>
                  <a:pt x="69838" y="52254"/>
                  <a:pt x="69838" y="60572"/>
                </a:cubicBezTo>
                <a:lnTo>
                  <a:pt x="69838" y="88605"/>
                </a:lnTo>
                <a:cubicBezTo>
                  <a:pt x="69838" y="94142"/>
                  <a:pt x="70338" y="97591"/>
                  <a:pt x="71337" y="98949"/>
                </a:cubicBezTo>
                <a:cubicBezTo>
                  <a:pt x="72337" y="100308"/>
                  <a:pt x="74427" y="101167"/>
                  <a:pt x="77606" y="101526"/>
                </a:cubicBezTo>
                <a:lnTo>
                  <a:pt x="77606" y="104295"/>
                </a:lnTo>
                <a:lnTo>
                  <a:pt x="41226" y="104295"/>
                </a:lnTo>
                <a:lnTo>
                  <a:pt x="41226" y="101526"/>
                </a:lnTo>
                <a:cubicBezTo>
                  <a:pt x="43943" y="101167"/>
                  <a:pt x="45892" y="100039"/>
                  <a:pt x="47071" y="98142"/>
                </a:cubicBezTo>
                <a:cubicBezTo>
                  <a:pt x="47892" y="96860"/>
                  <a:pt x="48302" y="93681"/>
                  <a:pt x="48302" y="88605"/>
                </a:cubicBezTo>
                <a:lnTo>
                  <a:pt x="48302" y="56608"/>
                </a:lnTo>
                <a:cubicBezTo>
                  <a:pt x="48302" y="50712"/>
                  <a:pt x="48071" y="46994"/>
                  <a:pt x="47610" y="45456"/>
                </a:cubicBezTo>
                <a:cubicBezTo>
                  <a:pt x="47148" y="43918"/>
                  <a:pt x="46366" y="42726"/>
                  <a:pt x="45264" y="41879"/>
                </a:cubicBezTo>
                <a:cubicBezTo>
                  <a:pt x="44161" y="41033"/>
                  <a:pt x="42943" y="40610"/>
                  <a:pt x="41610" y="40610"/>
                </a:cubicBezTo>
                <a:cubicBezTo>
                  <a:pt x="37201" y="40610"/>
                  <a:pt x="33099" y="43789"/>
                  <a:pt x="29304" y="50148"/>
                </a:cubicBezTo>
                <a:lnTo>
                  <a:pt x="29304" y="88605"/>
                </a:lnTo>
                <a:cubicBezTo>
                  <a:pt x="29304" y="93988"/>
                  <a:pt x="29804" y="97398"/>
                  <a:pt x="30804" y="98834"/>
                </a:cubicBezTo>
                <a:cubicBezTo>
                  <a:pt x="31804" y="100270"/>
                  <a:pt x="33663" y="101167"/>
                  <a:pt x="36380" y="101526"/>
                </a:cubicBezTo>
                <a:lnTo>
                  <a:pt x="36380" y="104295"/>
                </a:lnTo>
                <a:lnTo>
                  <a:pt x="0" y="104295"/>
                </a:lnTo>
                <a:lnTo>
                  <a:pt x="0" y="101526"/>
                </a:lnTo>
                <a:cubicBezTo>
                  <a:pt x="3025" y="101218"/>
                  <a:pt x="5179" y="100244"/>
                  <a:pt x="6461" y="98603"/>
                </a:cubicBezTo>
                <a:cubicBezTo>
                  <a:pt x="7332" y="97475"/>
                  <a:pt x="7768" y="94142"/>
                  <a:pt x="7768" y="88605"/>
                </a:cubicBezTo>
                <a:lnTo>
                  <a:pt x="7768" y="47994"/>
                </a:lnTo>
                <a:cubicBezTo>
                  <a:pt x="7768" y="42493"/>
                  <a:pt x="7268" y="39068"/>
                  <a:pt x="6268" y="37719"/>
                </a:cubicBezTo>
                <a:cubicBezTo>
                  <a:pt x="5269" y="36370"/>
                  <a:pt x="3179" y="35488"/>
                  <a:pt x="0" y="35073"/>
                </a:cubicBezTo>
                <a:lnTo>
                  <a:pt x="0" y="32304"/>
                </a:lnTo>
                <a:lnTo>
                  <a:pt x="29304" y="32304"/>
                </a:lnTo>
                <a:close/>
                <a:moveTo>
                  <a:pt x="121423" y="30150"/>
                </a:moveTo>
                <a:cubicBezTo>
                  <a:pt x="127678" y="30150"/>
                  <a:pt x="133498" y="31767"/>
                  <a:pt x="138882" y="35001"/>
                </a:cubicBezTo>
                <a:cubicBezTo>
                  <a:pt x="144266" y="38234"/>
                  <a:pt x="148355" y="42828"/>
                  <a:pt x="151150" y="48782"/>
                </a:cubicBezTo>
                <a:cubicBezTo>
                  <a:pt x="153944" y="54737"/>
                  <a:pt x="155342" y="61255"/>
                  <a:pt x="155342" y="68338"/>
                </a:cubicBezTo>
                <a:cubicBezTo>
                  <a:pt x="155342" y="78551"/>
                  <a:pt x="152752" y="87097"/>
                  <a:pt x="147573" y="93976"/>
                </a:cubicBezTo>
                <a:cubicBezTo>
                  <a:pt x="141318" y="102291"/>
                  <a:pt x="132678" y="106448"/>
                  <a:pt x="121653" y="106448"/>
                </a:cubicBezTo>
                <a:cubicBezTo>
                  <a:pt x="110834" y="106448"/>
                  <a:pt x="102502" y="102650"/>
                  <a:pt x="96656" y="95053"/>
                </a:cubicBezTo>
                <a:cubicBezTo>
                  <a:pt x="90811" y="87456"/>
                  <a:pt x="87888" y="78654"/>
                  <a:pt x="87888" y="68645"/>
                </a:cubicBezTo>
                <a:cubicBezTo>
                  <a:pt x="87888" y="58329"/>
                  <a:pt x="90875" y="49334"/>
                  <a:pt x="96849" y="41661"/>
                </a:cubicBezTo>
                <a:cubicBezTo>
                  <a:pt x="102822" y="33987"/>
                  <a:pt x="111014" y="30150"/>
                  <a:pt x="121423" y="30150"/>
                </a:cubicBezTo>
                <a:moveTo>
                  <a:pt x="121730" y="35534"/>
                </a:moveTo>
                <a:cubicBezTo>
                  <a:pt x="119115" y="35534"/>
                  <a:pt x="116872" y="36523"/>
                  <a:pt x="115000" y="38500"/>
                </a:cubicBezTo>
                <a:cubicBezTo>
                  <a:pt x="113129" y="40476"/>
                  <a:pt x="111898" y="44377"/>
                  <a:pt x="111309" y="50203"/>
                </a:cubicBezTo>
                <a:cubicBezTo>
                  <a:pt x="110719" y="56029"/>
                  <a:pt x="110424" y="64128"/>
                  <a:pt x="110424" y="74498"/>
                </a:cubicBezTo>
                <a:cubicBezTo>
                  <a:pt x="110424" y="79991"/>
                  <a:pt x="110783" y="85125"/>
                  <a:pt x="111501" y="89900"/>
                </a:cubicBezTo>
                <a:cubicBezTo>
                  <a:pt x="112065" y="93544"/>
                  <a:pt x="113270" y="96316"/>
                  <a:pt x="115116" y="98216"/>
                </a:cubicBezTo>
                <a:cubicBezTo>
                  <a:pt x="116962" y="100115"/>
                  <a:pt x="119064" y="101065"/>
                  <a:pt x="121423" y="101065"/>
                </a:cubicBezTo>
                <a:cubicBezTo>
                  <a:pt x="123730" y="101065"/>
                  <a:pt x="125653" y="100423"/>
                  <a:pt x="127191" y="99139"/>
                </a:cubicBezTo>
                <a:cubicBezTo>
                  <a:pt x="129191" y="97394"/>
                  <a:pt x="130524" y="94955"/>
                  <a:pt x="131191" y="91823"/>
                </a:cubicBezTo>
                <a:cubicBezTo>
                  <a:pt x="132216" y="86947"/>
                  <a:pt x="132729" y="77091"/>
                  <a:pt x="132729" y="62254"/>
                </a:cubicBezTo>
                <a:cubicBezTo>
                  <a:pt x="132729" y="53528"/>
                  <a:pt x="132242" y="47535"/>
                  <a:pt x="131268" y="44276"/>
                </a:cubicBezTo>
                <a:cubicBezTo>
                  <a:pt x="130293" y="41015"/>
                  <a:pt x="128858" y="38640"/>
                  <a:pt x="126960" y="37152"/>
                </a:cubicBezTo>
                <a:cubicBezTo>
                  <a:pt x="125627" y="36073"/>
                  <a:pt x="123884" y="35534"/>
                  <a:pt x="121730" y="35534"/>
                </a:cubicBezTo>
                <a:close/>
                <a:moveTo>
                  <a:pt x="196106" y="32304"/>
                </a:moveTo>
                <a:lnTo>
                  <a:pt x="196106" y="48609"/>
                </a:lnTo>
                <a:cubicBezTo>
                  <a:pt x="200874" y="41174"/>
                  <a:pt x="205053" y="36239"/>
                  <a:pt x="208642" y="33804"/>
                </a:cubicBezTo>
                <a:cubicBezTo>
                  <a:pt x="212232" y="31368"/>
                  <a:pt x="215693" y="30150"/>
                  <a:pt x="219026" y="30150"/>
                </a:cubicBezTo>
                <a:cubicBezTo>
                  <a:pt x="221897" y="30150"/>
                  <a:pt x="224192" y="31038"/>
                  <a:pt x="225910" y="32813"/>
                </a:cubicBezTo>
                <a:cubicBezTo>
                  <a:pt x="227627" y="34589"/>
                  <a:pt x="228486" y="37097"/>
                  <a:pt x="228486" y="40339"/>
                </a:cubicBezTo>
                <a:cubicBezTo>
                  <a:pt x="228486" y="43787"/>
                  <a:pt x="227653" y="46464"/>
                  <a:pt x="225986" y="48369"/>
                </a:cubicBezTo>
                <a:cubicBezTo>
                  <a:pt x="224320" y="50273"/>
                  <a:pt x="222307" y="51224"/>
                  <a:pt x="219949" y="51224"/>
                </a:cubicBezTo>
                <a:cubicBezTo>
                  <a:pt x="217231" y="51224"/>
                  <a:pt x="214872" y="50353"/>
                  <a:pt x="212873" y="48609"/>
                </a:cubicBezTo>
                <a:cubicBezTo>
                  <a:pt x="210873" y="46866"/>
                  <a:pt x="209694" y="45892"/>
                  <a:pt x="209335" y="45687"/>
                </a:cubicBezTo>
                <a:cubicBezTo>
                  <a:pt x="208822" y="45379"/>
                  <a:pt x="208232" y="45225"/>
                  <a:pt x="207566" y="45225"/>
                </a:cubicBezTo>
                <a:cubicBezTo>
                  <a:pt x="206079" y="45225"/>
                  <a:pt x="204669" y="45789"/>
                  <a:pt x="203335" y="46917"/>
                </a:cubicBezTo>
                <a:cubicBezTo>
                  <a:pt x="201233" y="48661"/>
                  <a:pt x="199644" y="51148"/>
                  <a:pt x="198567" y="54378"/>
                </a:cubicBezTo>
                <a:cubicBezTo>
                  <a:pt x="196926" y="59352"/>
                  <a:pt x="196106" y="64838"/>
                  <a:pt x="196106" y="70837"/>
                </a:cubicBezTo>
                <a:lnTo>
                  <a:pt x="196106" y="87374"/>
                </a:lnTo>
                <a:lnTo>
                  <a:pt x="196182" y="91681"/>
                </a:lnTo>
                <a:cubicBezTo>
                  <a:pt x="196182" y="94604"/>
                  <a:pt x="196362" y="96475"/>
                  <a:pt x="196721" y="97296"/>
                </a:cubicBezTo>
                <a:cubicBezTo>
                  <a:pt x="197336" y="98680"/>
                  <a:pt x="198246" y="99693"/>
                  <a:pt x="199451" y="100334"/>
                </a:cubicBezTo>
                <a:cubicBezTo>
                  <a:pt x="200656" y="100975"/>
                  <a:pt x="202694" y="101372"/>
                  <a:pt x="205566" y="101526"/>
                </a:cubicBezTo>
                <a:lnTo>
                  <a:pt x="205566" y="104295"/>
                </a:lnTo>
                <a:lnTo>
                  <a:pt x="166725" y="104295"/>
                </a:lnTo>
                <a:lnTo>
                  <a:pt x="166725" y="101526"/>
                </a:lnTo>
                <a:cubicBezTo>
                  <a:pt x="169852" y="101270"/>
                  <a:pt x="171967" y="100411"/>
                  <a:pt x="173070" y="98949"/>
                </a:cubicBezTo>
                <a:cubicBezTo>
                  <a:pt x="174172" y="97488"/>
                  <a:pt x="174724" y="93630"/>
                  <a:pt x="174724" y="87374"/>
                </a:cubicBezTo>
                <a:lnTo>
                  <a:pt x="174724" y="47533"/>
                </a:lnTo>
                <a:cubicBezTo>
                  <a:pt x="174724" y="43405"/>
                  <a:pt x="174518" y="40774"/>
                  <a:pt x="174108" y="39639"/>
                </a:cubicBezTo>
                <a:cubicBezTo>
                  <a:pt x="173595" y="38194"/>
                  <a:pt x="172852" y="37136"/>
                  <a:pt x="171878" y="36467"/>
                </a:cubicBezTo>
                <a:cubicBezTo>
                  <a:pt x="170903" y="35795"/>
                  <a:pt x="169186" y="35331"/>
                  <a:pt x="166725" y="35073"/>
                </a:cubicBezTo>
                <a:lnTo>
                  <a:pt x="166725" y="32304"/>
                </a:lnTo>
                <a:lnTo>
                  <a:pt x="196106" y="32304"/>
                </a:lnTo>
                <a:close/>
                <a:moveTo>
                  <a:pt x="265889" y="32304"/>
                </a:moveTo>
                <a:lnTo>
                  <a:pt x="265889" y="41841"/>
                </a:lnTo>
                <a:cubicBezTo>
                  <a:pt x="269837" y="37505"/>
                  <a:pt x="273490" y="34473"/>
                  <a:pt x="276849" y="32744"/>
                </a:cubicBezTo>
                <a:cubicBezTo>
                  <a:pt x="280208" y="31015"/>
                  <a:pt x="283887" y="30150"/>
                  <a:pt x="287886" y="30150"/>
                </a:cubicBezTo>
                <a:cubicBezTo>
                  <a:pt x="292501" y="30150"/>
                  <a:pt x="296372" y="31233"/>
                  <a:pt x="299500" y="33400"/>
                </a:cubicBezTo>
                <a:cubicBezTo>
                  <a:pt x="302628" y="35566"/>
                  <a:pt x="305038" y="38867"/>
                  <a:pt x="306730" y="43302"/>
                </a:cubicBezTo>
                <a:cubicBezTo>
                  <a:pt x="310832" y="38660"/>
                  <a:pt x="314767" y="35308"/>
                  <a:pt x="318536" y="33246"/>
                </a:cubicBezTo>
                <a:cubicBezTo>
                  <a:pt x="322305" y="31182"/>
                  <a:pt x="326240" y="30150"/>
                  <a:pt x="330342" y="30150"/>
                </a:cubicBezTo>
                <a:cubicBezTo>
                  <a:pt x="335316" y="30150"/>
                  <a:pt x="339277" y="31293"/>
                  <a:pt x="342226" y="33578"/>
                </a:cubicBezTo>
                <a:cubicBezTo>
                  <a:pt x="345174" y="35863"/>
                  <a:pt x="347225" y="38764"/>
                  <a:pt x="348379" y="42281"/>
                </a:cubicBezTo>
                <a:cubicBezTo>
                  <a:pt x="349532" y="45798"/>
                  <a:pt x="350109" y="51407"/>
                  <a:pt x="350109" y="59108"/>
                </a:cubicBezTo>
                <a:lnTo>
                  <a:pt x="350109" y="88605"/>
                </a:lnTo>
                <a:cubicBezTo>
                  <a:pt x="350109" y="94142"/>
                  <a:pt x="350609" y="97578"/>
                  <a:pt x="351609" y="98911"/>
                </a:cubicBezTo>
                <a:cubicBezTo>
                  <a:pt x="352609" y="100244"/>
                  <a:pt x="354698" y="101116"/>
                  <a:pt x="357878" y="101526"/>
                </a:cubicBezTo>
                <a:lnTo>
                  <a:pt x="357878" y="104295"/>
                </a:lnTo>
                <a:lnTo>
                  <a:pt x="320728" y="104295"/>
                </a:lnTo>
                <a:lnTo>
                  <a:pt x="320728" y="101526"/>
                </a:lnTo>
                <a:cubicBezTo>
                  <a:pt x="323651" y="101270"/>
                  <a:pt x="325805" y="100142"/>
                  <a:pt x="327189" y="98142"/>
                </a:cubicBezTo>
                <a:cubicBezTo>
                  <a:pt x="328112" y="96757"/>
                  <a:pt x="328573" y="93578"/>
                  <a:pt x="328573" y="88605"/>
                </a:cubicBezTo>
                <a:lnTo>
                  <a:pt x="328573" y="57685"/>
                </a:lnTo>
                <a:cubicBezTo>
                  <a:pt x="328573" y="51276"/>
                  <a:pt x="328317" y="47199"/>
                  <a:pt x="327804" y="45456"/>
                </a:cubicBezTo>
                <a:cubicBezTo>
                  <a:pt x="327292" y="43713"/>
                  <a:pt x="326484" y="42418"/>
                  <a:pt x="325382" y="41572"/>
                </a:cubicBezTo>
                <a:cubicBezTo>
                  <a:pt x="324279" y="40726"/>
                  <a:pt x="322984" y="40303"/>
                  <a:pt x="321497" y="40303"/>
                </a:cubicBezTo>
                <a:cubicBezTo>
                  <a:pt x="319293" y="40303"/>
                  <a:pt x="317062" y="41110"/>
                  <a:pt x="314806" y="42726"/>
                </a:cubicBezTo>
                <a:cubicBezTo>
                  <a:pt x="312550" y="44341"/>
                  <a:pt x="310268" y="46763"/>
                  <a:pt x="307961" y="49994"/>
                </a:cubicBezTo>
                <a:lnTo>
                  <a:pt x="307961" y="88605"/>
                </a:lnTo>
                <a:cubicBezTo>
                  <a:pt x="307961" y="93783"/>
                  <a:pt x="308396" y="97039"/>
                  <a:pt x="309268" y="98373"/>
                </a:cubicBezTo>
                <a:cubicBezTo>
                  <a:pt x="310447" y="100270"/>
                  <a:pt x="312704" y="101321"/>
                  <a:pt x="316036" y="101526"/>
                </a:cubicBezTo>
                <a:lnTo>
                  <a:pt x="316036" y="104295"/>
                </a:lnTo>
                <a:lnTo>
                  <a:pt x="278810" y="104295"/>
                </a:lnTo>
                <a:lnTo>
                  <a:pt x="278810" y="101526"/>
                </a:lnTo>
                <a:cubicBezTo>
                  <a:pt x="280810" y="101423"/>
                  <a:pt x="282387" y="100924"/>
                  <a:pt x="283540" y="100026"/>
                </a:cubicBezTo>
                <a:cubicBezTo>
                  <a:pt x="284694" y="99129"/>
                  <a:pt x="285463" y="98052"/>
                  <a:pt x="285848" y="96796"/>
                </a:cubicBezTo>
                <a:cubicBezTo>
                  <a:pt x="286232" y="95540"/>
                  <a:pt x="286425" y="92809"/>
                  <a:pt x="286425" y="88605"/>
                </a:cubicBezTo>
                <a:lnTo>
                  <a:pt x="286425" y="57637"/>
                </a:lnTo>
                <a:cubicBezTo>
                  <a:pt x="286425" y="51114"/>
                  <a:pt x="286168" y="47031"/>
                  <a:pt x="285656" y="45389"/>
                </a:cubicBezTo>
                <a:cubicBezTo>
                  <a:pt x="285143" y="43745"/>
                  <a:pt x="284284" y="42460"/>
                  <a:pt x="283079" y="41536"/>
                </a:cubicBezTo>
                <a:cubicBezTo>
                  <a:pt x="281874" y="40611"/>
                  <a:pt x="280579" y="40149"/>
                  <a:pt x="279195" y="40149"/>
                </a:cubicBezTo>
                <a:cubicBezTo>
                  <a:pt x="277144" y="40149"/>
                  <a:pt x="275272" y="40691"/>
                  <a:pt x="273580" y="41776"/>
                </a:cubicBezTo>
                <a:cubicBezTo>
                  <a:pt x="271170" y="43378"/>
                  <a:pt x="268606" y="46118"/>
                  <a:pt x="265889" y="49994"/>
                </a:cubicBezTo>
                <a:lnTo>
                  <a:pt x="265889" y="88605"/>
                </a:lnTo>
                <a:cubicBezTo>
                  <a:pt x="265889" y="93681"/>
                  <a:pt x="266389" y="97027"/>
                  <a:pt x="267389" y="98642"/>
                </a:cubicBezTo>
                <a:cubicBezTo>
                  <a:pt x="268388" y="100257"/>
                  <a:pt x="270478" y="101218"/>
                  <a:pt x="273657" y="101526"/>
                </a:cubicBezTo>
                <a:lnTo>
                  <a:pt x="273657" y="104295"/>
                </a:lnTo>
                <a:lnTo>
                  <a:pt x="236585" y="104295"/>
                </a:lnTo>
                <a:lnTo>
                  <a:pt x="236585" y="101526"/>
                </a:lnTo>
                <a:cubicBezTo>
                  <a:pt x="239610" y="101218"/>
                  <a:pt x="241764" y="100244"/>
                  <a:pt x="243045" y="98603"/>
                </a:cubicBezTo>
                <a:cubicBezTo>
                  <a:pt x="243917" y="97475"/>
                  <a:pt x="244353" y="94142"/>
                  <a:pt x="244353" y="88605"/>
                </a:cubicBezTo>
                <a:lnTo>
                  <a:pt x="244353" y="47994"/>
                </a:lnTo>
                <a:cubicBezTo>
                  <a:pt x="244353" y="42493"/>
                  <a:pt x="243853" y="39068"/>
                  <a:pt x="242853" y="37719"/>
                </a:cubicBezTo>
                <a:cubicBezTo>
                  <a:pt x="241853" y="36370"/>
                  <a:pt x="239764" y="35488"/>
                  <a:pt x="236585" y="35073"/>
                </a:cubicBezTo>
                <a:lnTo>
                  <a:pt x="236585" y="32304"/>
                </a:lnTo>
                <a:lnTo>
                  <a:pt x="265889" y="32304"/>
                </a:lnTo>
                <a:close/>
                <a:moveTo>
                  <a:pt x="406948" y="93681"/>
                </a:moveTo>
                <a:cubicBezTo>
                  <a:pt x="398180" y="101475"/>
                  <a:pt x="390309" y="105372"/>
                  <a:pt x="383335" y="105372"/>
                </a:cubicBezTo>
                <a:cubicBezTo>
                  <a:pt x="379233" y="105372"/>
                  <a:pt x="375823" y="104022"/>
                  <a:pt x="373106" y="101322"/>
                </a:cubicBezTo>
                <a:cubicBezTo>
                  <a:pt x="370388" y="98620"/>
                  <a:pt x="369029" y="95238"/>
                  <a:pt x="369029" y="91174"/>
                </a:cubicBezTo>
                <a:cubicBezTo>
                  <a:pt x="369029" y="85668"/>
                  <a:pt x="371388" y="80716"/>
                  <a:pt x="376105" y="76318"/>
                </a:cubicBezTo>
                <a:cubicBezTo>
                  <a:pt x="380823" y="71919"/>
                  <a:pt x="391104" y="66067"/>
                  <a:pt x="406948" y="58762"/>
                </a:cubicBezTo>
                <a:lnTo>
                  <a:pt x="406948" y="51532"/>
                </a:lnTo>
                <a:cubicBezTo>
                  <a:pt x="406948" y="46097"/>
                  <a:pt x="406653" y="42674"/>
                  <a:pt x="406063" y="41264"/>
                </a:cubicBezTo>
                <a:cubicBezTo>
                  <a:pt x="405474" y="39854"/>
                  <a:pt x="404358" y="38623"/>
                  <a:pt x="402718" y="37572"/>
                </a:cubicBezTo>
                <a:cubicBezTo>
                  <a:pt x="401077" y="36521"/>
                  <a:pt x="399231" y="35996"/>
                  <a:pt x="397180" y="35996"/>
                </a:cubicBezTo>
                <a:cubicBezTo>
                  <a:pt x="393847" y="35996"/>
                  <a:pt x="391104" y="36739"/>
                  <a:pt x="388950" y="38226"/>
                </a:cubicBezTo>
                <a:cubicBezTo>
                  <a:pt x="387617" y="39149"/>
                  <a:pt x="386950" y="40226"/>
                  <a:pt x="386950" y="41456"/>
                </a:cubicBezTo>
                <a:cubicBezTo>
                  <a:pt x="386950" y="42533"/>
                  <a:pt x="387668" y="43866"/>
                  <a:pt x="389104" y="45456"/>
                </a:cubicBezTo>
                <a:cubicBezTo>
                  <a:pt x="391052" y="47661"/>
                  <a:pt x="392027" y="49789"/>
                  <a:pt x="392027" y="51840"/>
                </a:cubicBezTo>
                <a:cubicBezTo>
                  <a:pt x="392027" y="54352"/>
                  <a:pt x="391091" y="56493"/>
                  <a:pt x="389219" y="58262"/>
                </a:cubicBezTo>
                <a:cubicBezTo>
                  <a:pt x="387348" y="60031"/>
                  <a:pt x="384899" y="60916"/>
                  <a:pt x="381874" y="60916"/>
                </a:cubicBezTo>
                <a:cubicBezTo>
                  <a:pt x="378644" y="60916"/>
                  <a:pt x="375939" y="59941"/>
                  <a:pt x="373760" y="57993"/>
                </a:cubicBezTo>
                <a:cubicBezTo>
                  <a:pt x="371580" y="56044"/>
                  <a:pt x="370491" y="53763"/>
                  <a:pt x="370491" y="51148"/>
                </a:cubicBezTo>
                <a:cubicBezTo>
                  <a:pt x="370491" y="47456"/>
                  <a:pt x="371952" y="43931"/>
                  <a:pt x="374875" y="40572"/>
                </a:cubicBezTo>
                <a:cubicBezTo>
                  <a:pt x="377798" y="37213"/>
                  <a:pt x="381874" y="34637"/>
                  <a:pt x="387104" y="32842"/>
                </a:cubicBezTo>
                <a:cubicBezTo>
                  <a:pt x="392334" y="31047"/>
                  <a:pt x="397770" y="30150"/>
                  <a:pt x="403410" y="30150"/>
                </a:cubicBezTo>
                <a:cubicBezTo>
                  <a:pt x="410230" y="30150"/>
                  <a:pt x="415626" y="31603"/>
                  <a:pt x="419600" y="34508"/>
                </a:cubicBezTo>
                <a:cubicBezTo>
                  <a:pt x="423574" y="37411"/>
                  <a:pt x="426151" y="40559"/>
                  <a:pt x="427330" y="43951"/>
                </a:cubicBezTo>
                <a:cubicBezTo>
                  <a:pt x="428048" y="46110"/>
                  <a:pt x="428407" y="51069"/>
                  <a:pt x="428407" y="58829"/>
                </a:cubicBezTo>
                <a:lnTo>
                  <a:pt x="428407" y="86814"/>
                </a:lnTo>
                <a:cubicBezTo>
                  <a:pt x="428407" y="90104"/>
                  <a:pt x="428535" y="92173"/>
                  <a:pt x="428791" y="93022"/>
                </a:cubicBezTo>
                <a:cubicBezTo>
                  <a:pt x="429048" y="93870"/>
                  <a:pt x="429432" y="94500"/>
                  <a:pt x="429945" y="94911"/>
                </a:cubicBezTo>
                <a:cubicBezTo>
                  <a:pt x="430458" y="95322"/>
                  <a:pt x="431047" y="95527"/>
                  <a:pt x="431714" y="95527"/>
                </a:cubicBezTo>
                <a:cubicBezTo>
                  <a:pt x="433047" y="95527"/>
                  <a:pt x="434406" y="94578"/>
                  <a:pt x="435790" y="92681"/>
                </a:cubicBezTo>
                <a:lnTo>
                  <a:pt x="438098" y="94527"/>
                </a:lnTo>
                <a:cubicBezTo>
                  <a:pt x="435534" y="98321"/>
                  <a:pt x="432881" y="101077"/>
                  <a:pt x="430137" y="102795"/>
                </a:cubicBezTo>
                <a:cubicBezTo>
                  <a:pt x="427394" y="104513"/>
                  <a:pt x="424279" y="105372"/>
                  <a:pt x="420792" y="105372"/>
                </a:cubicBezTo>
                <a:cubicBezTo>
                  <a:pt x="416690" y="105372"/>
                  <a:pt x="413486" y="104404"/>
                  <a:pt x="411178" y="102468"/>
                </a:cubicBezTo>
                <a:cubicBezTo>
                  <a:pt x="408871" y="100533"/>
                  <a:pt x="407461" y="97603"/>
                  <a:pt x="406948" y="93681"/>
                </a:cubicBezTo>
                <a:moveTo>
                  <a:pt x="406948" y="87989"/>
                </a:moveTo>
                <a:lnTo>
                  <a:pt x="406948" y="63930"/>
                </a:lnTo>
                <a:cubicBezTo>
                  <a:pt x="400743" y="67588"/>
                  <a:pt x="396129" y="71504"/>
                  <a:pt x="393103" y="75678"/>
                </a:cubicBezTo>
                <a:cubicBezTo>
                  <a:pt x="391104" y="78460"/>
                  <a:pt x="390104" y="81268"/>
                  <a:pt x="390104" y="84103"/>
                </a:cubicBezTo>
                <a:cubicBezTo>
                  <a:pt x="390104" y="86473"/>
                  <a:pt x="390950" y="88560"/>
                  <a:pt x="392642" y="90364"/>
                </a:cubicBezTo>
                <a:cubicBezTo>
                  <a:pt x="393924" y="91755"/>
                  <a:pt x="395718" y="92450"/>
                  <a:pt x="398026" y="92450"/>
                </a:cubicBezTo>
                <a:cubicBezTo>
                  <a:pt x="400590" y="92450"/>
                  <a:pt x="403564" y="90963"/>
                  <a:pt x="406948" y="87989"/>
                </a:cubicBezTo>
                <a:close/>
                <a:moveTo>
                  <a:pt x="474170" y="0"/>
                </a:moveTo>
                <a:lnTo>
                  <a:pt x="474170" y="89374"/>
                </a:lnTo>
                <a:cubicBezTo>
                  <a:pt x="474170" y="94450"/>
                  <a:pt x="474759" y="97693"/>
                  <a:pt x="475939" y="99103"/>
                </a:cubicBezTo>
                <a:cubicBezTo>
                  <a:pt x="477118" y="100513"/>
                  <a:pt x="479426" y="101321"/>
                  <a:pt x="482861" y="101526"/>
                </a:cubicBezTo>
                <a:lnTo>
                  <a:pt x="482861" y="104295"/>
                </a:lnTo>
                <a:lnTo>
                  <a:pt x="444020" y="104295"/>
                </a:lnTo>
                <a:lnTo>
                  <a:pt x="444020" y="101526"/>
                </a:lnTo>
                <a:cubicBezTo>
                  <a:pt x="447199" y="101423"/>
                  <a:pt x="449557" y="100500"/>
                  <a:pt x="451096" y="98757"/>
                </a:cubicBezTo>
                <a:cubicBezTo>
                  <a:pt x="452121" y="97578"/>
                  <a:pt x="452634" y="94450"/>
                  <a:pt x="452634" y="89374"/>
                </a:cubicBezTo>
                <a:lnTo>
                  <a:pt x="452634" y="14921"/>
                </a:lnTo>
                <a:cubicBezTo>
                  <a:pt x="452634" y="9864"/>
                  <a:pt x="452044" y="6627"/>
                  <a:pt x="450865" y="5208"/>
                </a:cubicBezTo>
                <a:cubicBezTo>
                  <a:pt x="449686" y="3789"/>
                  <a:pt x="447404" y="2976"/>
                  <a:pt x="444020" y="2769"/>
                </a:cubicBezTo>
                <a:lnTo>
                  <a:pt x="444020" y="0"/>
                </a:lnTo>
                <a:lnTo>
                  <a:pt x="474170" y="0"/>
                </a:lnTo>
                <a:close/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:Surfacenormal(3dims)">
            <a:extLst xmlns:a="http://schemas.openxmlformats.org/drawingml/2006/main">
              <a:ext uri="{FF2B5EF4-FFF2-40B4-BE49-F238E27FC236}">
                <a16:creationId xmlns:a16="http://schemas.microsoft.com/office/drawing/2014/main" id="{C4686F27-455C-4034-A932-8AE5E2B7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2661" y="2786976"/>
            <a:ext cx="1810522" cy="150590"/>
          </a:xfrm>
          <a:custGeom xmlns:a="http://schemas.openxmlformats.org/drawingml/2006/main">
            <a:pathLst>
              <a:path w="1810522" h="150590">
                <a:moveTo>
                  <a:pt x="335714" y="34948"/>
                </a:moveTo>
                <a:lnTo>
                  <a:pt x="335746" y="34493"/>
                </a:lnTo>
                <a:lnTo>
                  <a:pt x="335787" y="34051"/>
                </a:lnTo>
                <a:lnTo>
                  <a:pt x="335836" y="33621"/>
                </a:lnTo>
                <a:lnTo>
                  <a:pt x="335895" y="33204"/>
                </a:lnTo>
                <a:lnTo>
                  <a:pt x="335962" y="32800"/>
                </a:lnTo>
                <a:lnTo>
                  <a:pt x="336039" y="32408"/>
                </a:lnTo>
                <a:lnTo>
                  <a:pt x="336125" y="32029"/>
                </a:lnTo>
                <a:lnTo>
                  <a:pt x="336220" y="31662"/>
                </a:lnTo>
                <a:lnTo>
                  <a:pt x="336323" y="31308"/>
                </a:lnTo>
                <a:lnTo>
                  <a:pt x="336436" y="30967"/>
                </a:lnTo>
                <a:lnTo>
                  <a:pt x="336558" y="30638"/>
                </a:lnTo>
                <a:lnTo>
                  <a:pt x="336689" y="30321"/>
                </a:lnTo>
                <a:lnTo>
                  <a:pt x="336829" y="30017"/>
                </a:lnTo>
                <a:lnTo>
                  <a:pt x="336977" y="29726"/>
                </a:lnTo>
                <a:lnTo>
                  <a:pt x="337135" y="29448"/>
                </a:lnTo>
                <a:lnTo>
                  <a:pt x="337302" y="29181"/>
                </a:lnTo>
                <a:lnTo>
                  <a:pt x="337478" y="28928"/>
                </a:lnTo>
                <a:lnTo>
                  <a:pt x="337663" y="28687"/>
                </a:lnTo>
                <a:lnTo>
                  <a:pt x="337857" y="28459"/>
                </a:lnTo>
                <a:lnTo>
                  <a:pt x="338060" y="28243"/>
                </a:lnTo>
                <a:lnTo>
                  <a:pt x="338272" y="28040"/>
                </a:lnTo>
                <a:lnTo>
                  <a:pt x="338494" y="27847"/>
                </a:lnTo>
                <a:lnTo>
                  <a:pt x="338727" y="27662"/>
                </a:lnTo>
                <a:lnTo>
                  <a:pt x="338972" y="27486"/>
                </a:lnTo>
                <a:lnTo>
                  <a:pt x="339228" y="27318"/>
                </a:lnTo>
                <a:lnTo>
                  <a:pt x="339495" y="27158"/>
                </a:lnTo>
                <a:lnTo>
                  <a:pt x="339773" y="27006"/>
                </a:lnTo>
                <a:lnTo>
                  <a:pt x="340062" y="26863"/>
                </a:lnTo>
                <a:lnTo>
                  <a:pt x="340363" y="26727"/>
                </a:lnTo>
                <a:lnTo>
                  <a:pt x="340675" y="26600"/>
                </a:lnTo>
                <a:lnTo>
                  <a:pt x="340998" y="26481"/>
                </a:lnTo>
                <a:lnTo>
                  <a:pt x="341332" y="26370"/>
                </a:lnTo>
                <a:lnTo>
                  <a:pt x="341678" y="26268"/>
                </a:lnTo>
                <a:lnTo>
                  <a:pt x="342035" y="26173"/>
                </a:lnTo>
                <a:lnTo>
                  <a:pt x="342403" y="26087"/>
                </a:lnTo>
                <a:lnTo>
                  <a:pt x="342782" y="26009"/>
                </a:lnTo>
                <a:lnTo>
                  <a:pt x="343172" y="25940"/>
                </a:lnTo>
                <a:lnTo>
                  <a:pt x="343574" y="25878"/>
                </a:lnTo>
                <a:lnTo>
                  <a:pt x="343986" y="25825"/>
                </a:lnTo>
                <a:lnTo>
                  <a:pt x="344410" y="25780"/>
                </a:lnTo>
                <a:lnTo>
                  <a:pt x="344846" y="25743"/>
                </a:lnTo>
                <a:lnTo>
                  <a:pt x="345292" y="25714"/>
                </a:lnTo>
                <a:lnTo>
                  <a:pt x="345750" y="25694"/>
                </a:lnTo>
                <a:lnTo>
                  <a:pt x="346219" y="25681"/>
                </a:lnTo>
                <a:lnTo>
                  <a:pt x="346699" y="25677"/>
                </a:lnTo>
                <a:lnTo>
                  <a:pt x="353631" y="25677"/>
                </a:lnTo>
                <a:lnTo>
                  <a:pt x="353631" y="14335"/>
                </a:lnTo>
                <a:lnTo>
                  <a:pt x="344651" y="14335"/>
                </a:lnTo>
                <a:lnTo>
                  <a:pt x="344051" y="14339"/>
                </a:lnTo>
                <a:lnTo>
                  <a:pt x="343459" y="14351"/>
                </a:lnTo>
                <a:lnTo>
                  <a:pt x="342875" y="14371"/>
                </a:lnTo>
                <a:lnTo>
                  <a:pt x="342299" y="14398"/>
                </a:lnTo>
                <a:lnTo>
                  <a:pt x="341731" y="14434"/>
                </a:lnTo>
                <a:lnTo>
                  <a:pt x="341171" y="14478"/>
                </a:lnTo>
                <a:lnTo>
                  <a:pt x="340618" y="14529"/>
                </a:lnTo>
                <a:lnTo>
                  <a:pt x="340074" y="14589"/>
                </a:lnTo>
                <a:lnTo>
                  <a:pt x="339537" y="14656"/>
                </a:lnTo>
                <a:lnTo>
                  <a:pt x="339009" y="14732"/>
                </a:lnTo>
                <a:lnTo>
                  <a:pt x="338488" y="14815"/>
                </a:lnTo>
                <a:lnTo>
                  <a:pt x="337976" y="14906"/>
                </a:lnTo>
                <a:lnTo>
                  <a:pt x="337471" y="15005"/>
                </a:lnTo>
                <a:lnTo>
                  <a:pt x="336974" y="15113"/>
                </a:lnTo>
                <a:lnTo>
                  <a:pt x="336486" y="15228"/>
                </a:lnTo>
                <a:lnTo>
                  <a:pt x="336005" y="15351"/>
                </a:lnTo>
                <a:lnTo>
                  <a:pt x="335532" y="15482"/>
                </a:lnTo>
                <a:lnTo>
                  <a:pt x="335067" y="15621"/>
                </a:lnTo>
                <a:lnTo>
                  <a:pt x="334610" y="15767"/>
                </a:lnTo>
                <a:lnTo>
                  <a:pt x="334161" y="15922"/>
                </a:lnTo>
                <a:lnTo>
                  <a:pt x="333719" y="16085"/>
                </a:lnTo>
                <a:lnTo>
                  <a:pt x="333286" y="16255"/>
                </a:lnTo>
                <a:lnTo>
                  <a:pt x="332861" y="16434"/>
                </a:lnTo>
                <a:lnTo>
                  <a:pt x="332443" y="16621"/>
                </a:lnTo>
                <a:lnTo>
                  <a:pt x="332034" y="16815"/>
                </a:lnTo>
                <a:lnTo>
                  <a:pt x="331634" y="17019"/>
                </a:lnTo>
                <a:lnTo>
                  <a:pt x="331241" y="17231"/>
                </a:lnTo>
                <a:lnTo>
                  <a:pt x="330858" y="17452"/>
                </a:lnTo>
                <a:lnTo>
                  <a:pt x="330482" y="17681"/>
                </a:lnTo>
                <a:lnTo>
                  <a:pt x="330115" y="17920"/>
                </a:lnTo>
                <a:lnTo>
                  <a:pt x="329757" y="18167"/>
                </a:lnTo>
                <a:lnTo>
                  <a:pt x="329407" y="18423"/>
                </a:lnTo>
                <a:lnTo>
                  <a:pt x="329066" y="18688"/>
                </a:lnTo>
                <a:lnTo>
                  <a:pt x="328733" y="18961"/>
                </a:lnTo>
                <a:lnTo>
                  <a:pt x="328408" y="19243"/>
                </a:lnTo>
                <a:lnTo>
                  <a:pt x="328092" y="19534"/>
                </a:lnTo>
                <a:lnTo>
                  <a:pt x="327785" y="19834"/>
                </a:lnTo>
                <a:lnTo>
                  <a:pt x="327486" y="20142"/>
                </a:lnTo>
                <a:lnTo>
                  <a:pt x="327195" y="20460"/>
                </a:lnTo>
                <a:lnTo>
                  <a:pt x="326913" y="20786"/>
                </a:lnTo>
                <a:lnTo>
                  <a:pt x="326639" y="21120"/>
                </a:lnTo>
                <a:lnTo>
                  <a:pt x="326374" y="21464"/>
                </a:lnTo>
                <a:lnTo>
                  <a:pt x="326118" y="21816"/>
                </a:lnTo>
                <a:lnTo>
                  <a:pt x="325869" y="22177"/>
                </a:lnTo>
                <a:lnTo>
                  <a:pt x="325630" y="22547"/>
                </a:lnTo>
                <a:lnTo>
                  <a:pt x="325398" y="22925"/>
                </a:lnTo>
                <a:lnTo>
                  <a:pt x="325175" y="23313"/>
                </a:lnTo>
                <a:lnTo>
                  <a:pt x="324961" y="23709"/>
                </a:lnTo>
                <a:lnTo>
                  <a:pt x="324756" y="24114"/>
                </a:lnTo>
                <a:lnTo>
                  <a:pt x="324559" y="24528"/>
                </a:lnTo>
                <a:lnTo>
                  <a:pt x="324371" y="24952"/>
                </a:lnTo>
                <a:lnTo>
                  <a:pt x="324191" y="25386"/>
                </a:lnTo>
                <a:lnTo>
                  <a:pt x="324021" y="25829"/>
                </a:lnTo>
                <a:lnTo>
                  <a:pt x="323859" y="26282"/>
                </a:lnTo>
                <a:lnTo>
                  <a:pt x="323706" y="26745"/>
                </a:lnTo>
                <a:lnTo>
                  <a:pt x="323562" y="27217"/>
                </a:lnTo>
                <a:lnTo>
                  <a:pt x="323426" y="27698"/>
                </a:lnTo>
                <a:lnTo>
                  <a:pt x="323299" y="28190"/>
                </a:lnTo>
                <a:lnTo>
                  <a:pt x="323181" y="28690"/>
                </a:lnTo>
                <a:lnTo>
                  <a:pt x="323072" y="29201"/>
                </a:lnTo>
                <a:lnTo>
                  <a:pt x="322971" y="29721"/>
                </a:lnTo>
                <a:lnTo>
                  <a:pt x="322880" y="30250"/>
                </a:lnTo>
                <a:lnTo>
                  <a:pt x="322796" y="30789"/>
                </a:lnTo>
                <a:lnTo>
                  <a:pt x="322722" y="31338"/>
                </a:lnTo>
                <a:lnTo>
                  <a:pt x="322657" y="31896"/>
                </a:lnTo>
                <a:lnTo>
                  <a:pt x="322600" y="32464"/>
                </a:lnTo>
                <a:lnTo>
                  <a:pt x="322552" y="33042"/>
                </a:lnTo>
                <a:lnTo>
                  <a:pt x="322512" y="33629"/>
                </a:lnTo>
                <a:lnTo>
                  <a:pt x="322482" y="34225"/>
                </a:lnTo>
                <a:lnTo>
                  <a:pt x="322460" y="34831"/>
                </a:lnTo>
                <a:lnTo>
                  <a:pt x="322447" y="35447"/>
                </a:lnTo>
                <a:lnTo>
                  <a:pt x="322442" y="36072"/>
                </a:lnTo>
                <a:lnTo>
                  <a:pt x="322442" y="48359"/>
                </a:lnTo>
                <a:lnTo>
                  <a:pt x="310312" y="48359"/>
                </a:lnTo>
                <a:lnTo>
                  <a:pt x="310312" y="59543"/>
                </a:lnTo>
                <a:lnTo>
                  <a:pt x="322442" y="59543"/>
                </a:lnTo>
                <a:lnTo>
                  <a:pt x="322442" y="127749"/>
                </a:lnTo>
                <a:lnTo>
                  <a:pt x="335674" y="127749"/>
                </a:lnTo>
                <a:lnTo>
                  <a:pt x="335674" y="59543"/>
                </a:lnTo>
                <a:lnTo>
                  <a:pt x="355679" y="59543"/>
                </a:lnTo>
                <a:lnTo>
                  <a:pt x="355679" y="48359"/>
                </a:lnTo>
                <a:lnTo>
                  <a:pt x="335674" y="48359"/>
                </a:lnTo>
                <a:lnTo>
                  <a:pt x="335674" y="36387"/>
                </a:lnTo>
                <a:lnTo>
                  <a:pt x="335678" y="35895"/>
                </a:lnTo>
                <a:lnTo>
                  <a:pt x="335692" y="35415"/>
                </a:lnTo>
                <a:lnTo>
                  <a:pt x="335714" y="34948"/>
                </a:lnTo>
                <a:close/>
                <a:moveTo>
                  <a:pt x="10715" y="64278"/>
                </a:moveTo>
                <a:lnTo>
                  <a:pt x="11016" y="64229"/>
                </a:lnTo>
                <a:lnTo>
                  <a:pt x="11312" y="64170"/>
                </a:lnTo>
                <a:lnTo>
                  <a:pt x="11603" y="64102"/>
                </a:lnTo>
                <a:lnTo>
                  <a:pt x="11889" y="64026"/>
                </a:lnTo>
                <a:lnTo>
                  <a:pt x="12171" y="63940"/>
                </a:lnTo>
                <a:lnTo>
                  <a:pt x="12447" y="63845"/>
                </a:lnTo>
                <a:lnTo>
                  <a:pt x="12718" y="63742"/>
                </a:lnTo>
                <a:lnTo>
                  <a:pt x="12985" y="63629"/>
                </a:lnTo>
                <a:lnTo>
                  <a:pt x="13247" y="63507"/>
                </a:lnTo>
                <a:lnTo>
                  <a:pt x="13503" y="63376"/>
                </a:lnTo>
                <a:lnTo>
                  <a:pt x="13755" y="63236"/>
                </a:lnTo>
                <a:lnTo>
                  <a:pt x="14002" y="63088"/>
                </a:lnTo>
                <a:lnTo>
                  <a:pt x="14244" y="62930"/>
                </a:lnTo>
                <a:lnTo>
                  <a:pt x="14481" y="62763"/>
                </a:lnTo>
                <a:lnTo>
                  <a:pt x="14713" y="62587"/>
                </a:lnTo>
                <a:lnTo>
                  <a:pt x="14940" y="62402"/>
                </a:lnTo>
                <a:lnTo>
                  <a:pt x="15162" y="62208"/>
                </a:lnTo>
                <a:lnTo>
                  <a:pt x="15379" y="62005"/>
                </a:lnTo>
                <a:lnTo>
                  <a:pt x="15592" y="61793"/>
                </a:lnTo>
                <a:lnTo>
                  <a:pt x="15798" y="61574"/>
                </a:lnTo>
                <a:lnTo>
                  <a:pt x="15995" y="61351"/>
                </a:lnTo>
                <a:lnTo>
                  <a:pt x="16183" y="61124"/>
                </a:lnTo>
                <a:lnTo>
                  <a:pt x="16362" y="60893"/>
                </a:lnTo>
                <a:lnTo>
                  <a:pt x="16533" y="60658"/>
                </a:lnTo>
                <a:lnTo>
                  <a:pt x="16695" y="60419"/>
                </a:lnTo>
                <a:lnTo>
                  <a:pt x="16848" y="60175"/>
                </a:lnTo>
                <a:lnTo>
                  <a:pt x="16993" y="59928"/>
                </a:lnTo>
                <a:lnTo>
                  <a:pt x="17128" y="59676"/>
                </a:lnTo>
                <a:lnTo>
                  <a:pt x="17255" y="59421"/>
                </a:lnTo>
                <a:lnTo>
                  <a:pt x="17373" y="59161"/>
                </a:lnTo>
                <a:lnTo>
                  <a:pt x="17483" y="58897"/>
                </a:lnTo>
                <a:lnTo>
                  <a:pt x="17584" y="58629"/>
                </a:lnTo>
                <a:lnTo>
                  <a:pt x="17675" y="58357"/>
                </a:lnTo>
                <a:lnTo>
                  <a:pt x="17759" y="58081"/>
                </a:lnTo>
                <a:lnTo>
                  <a:pt x="17833" y="57801"/>
                </a:lnTo>
                <a:lnTo>
                  <a:pt x="17899" y="57517"/>
                </a:lnTo>
                <a:lnTo>
                  <a:pt x="17956" y="57228"/>
                </a:lnTo>
                <a:lnTo>
                  <a:pt x="18004" y="56936"/>
                </a:lnTo>
                <a:lnTo>
                  <a:pt x="18043" y="56639"/>
                </a:lnTo>
                <a:lnTo>
                  <a:pt x="18074" y="56338"/>
                </a:lnTo>
                <a:lnTo>
                  <a:pt x="18096" y="56033"/>
                </a:lnTo>
                <a:lnTo>
                  <a:pt x="18109" y="55724"/>
                </a:lnTo>
                <a:lnTo>
                  <a:pt x="18113" y="55411"/>
                </a:lnTo>
                <a:lnTo>
                  <a:pt x="18109" y="55098"/>
                </a:lnTo>
                <a:lnTo>
                  <a:pt x="18096" y="54790"/>
                </a:lnTo>
                <a:lnTo>
                  <a:pt x="18074" y="54485"/>
                </a:lnTo>
                <a:lnTo>
                  <a:pt x="18043" y="54184"/>
                </a:lnTo>
                <a:lnTo>
                  <a:pt x="18004" y="53887"/>
                </a:lnTo>
                <a:lnTo>
                  <a:pt x="17956" y="53595"/>
                </a:lnTo>
                <a:lnTo>
                  <a:pt x="17899" y="53307"/>
                </a:lnTo>
                <a:lnTo>
                  <a:pt x="17833" y="53022"/>
                </a:lnTo>
                <a:lnTo>
                  <a:pt x="17759" y="52742"/>
                </a:lnTo>
                <a:lnTo>
                  <a:pt x="17675" y="52466"/>
                </a:lnTo>
                <a:lnTo>
                  <a:pt x="17584" y="52194"/>
                </a:lnTo>
                <a:lnTo>
                  <a:pt x="17483" y="51926"/>
                </a:lnTo>
                <a:lnTo>
                  <a:pt x="17373" y="51663"/>
                </a:lnTo>
                <a:lnTo>
                  <a:pt x="17255" y="51403"/>
                </a:lnTo>
                <a:lnTo>
                  <a:pt x="17128" y="51147"/>
                </a:lnTo>
                <a:lnTo>
                  <a:pt x="16993" y="50896"/>
                </a:lnTo>
                <a:lnTo>
                  <a:pt x="16848" y="50649"/>
                </a:lnTo>
                <a:lnTo>
                  <a:pt x="16695" y="50405"/>
                </a:lnTo>
                <a:lnTo>
                  <a:pt x="16533" y="50166"/>
                </a:lnTo>
                <a:lnTo>
                  <a:pt x="16362" y="49931"/>
                </a:lnTo>
                <a:lnTo>
                  <a:pt x="16183" y="49700"/>
                </a:lnTo>
                <a:lnTo>
                  <a:pt x="15995" y="49474"/>
                </a:lnTo>
                <a:lnTo>
                  <a:pt x="15798" y="49251"/>
                </a:lnTo>
                <a:lnTo>
                  <a:pt x="15592" y="49032"/>
                </a:lnTo>
                <a:lnTo>
                  <a:pt x="15379" y="48820"/>
                </a:lnTo>
                <a:lnTo>
                  <a:pt x="15162" y="48617"/>
                </a:lnTo>
                <a:lnTo>
                  <a:pt x="14940" y="48423"/>
                </a:lnTo>
                <a:lnTo>
                  <a:pt x="14713" y="48239"/>
                </a:lnTo>
                <a:lnTo>
                  <a:pt x="14481" y="48063"/>
                </a:lnTo>
                <a:lnTo>
                  <a:pt x="14244" y="47896"/>
                </a:lnTo>
                <a:lnTo>
                  <a:pt x="14002" y="47738"/>
                </a:lnTo>
                <a:lnTo>
                  <a:pt x="13755" y="47589"/>
                </a:lnTo>
                <a:lnTo>
                  <a:pt x="13503" y="47449"/>
                </a:lnTo>
                <a:lnTo>
                  <a:pt x="13247" y="47318"/>
                </a:lnTo>
                <a:lnTo>
                  <a:pt x="12985" y="47197"/>
                </a:lnTo>
                <a:lnTo>
                  <a:pt x="12718" y="47084"/>
                </a:lnTo>
                <a:lnTo>
                  <a:pt x="12447" y="46980"/>
                </a:lnTo>
                <a:lnTo>
                  <a:pt x="12171" y="46885"/>
                </a:lnTo>
                <a:lnTo>
                  <a:pt x="11889" y="46800"/>
                </a:lnTo>
                <a:lnTo>
                  <a:pt x="11603" y="46723"/>
                </a:lnTo>
                <a:lnTo>
                  <a:pt x="11312" y="46655"/>
                </a:lnTo>
                <a:lnTo>
                  <a:pt x="11016" y="46597"/>
                </a:lnTo>
                <a:lnTo>
                  <a:pt x="10715" y="46547"/>
                </a:lnTo>
                <a:lnTo>
                  <a:pt x="10409" y="46506"/>
                </a:lnTo>
                <a:lnTo>
                  <a:pt x="10098" y="46475"/>
                </a:lnTo>
                <a:lnTo>
                  <a:pt x="9782" y="46452"/>
                </a:lnTo>
                <a:lnTo>
                  <a:pt x="9462" y="46439"/>
                </a:lnTo>
                <a:lnTo>
                  <a:pt x="9136" y="46434"/>
                </a:lnTo>
                <a:lnTo>
                  <a:pt x="8810" y="46439"/>
                </a:lnTo>
                <a:lnTo>
                  <a:pt x="8489" y="46452"/>
                </a:lnTo>
                <a:lnTo>
                  <a:pt x="8172" y="46475"/>
                </a:lnTo>
                <a:lnTo>
                  <a:pt x="7860" y="46506"/>
                </a:lnTo>
                <a:lnTo>
                  <a:pt x="7553" y="46547"/>
                </a:lnTo>
                <a:lnTo>
                  <a:pt x="7250" y="46597"/>
                </a:lnTo>
                <a:lnTo>
                  <a:pt x="6952" y="46655"/>
                </a:lnTo>
                <a:lnTo>
                  <a:pt x="6659" y="46723"/>
                </a:lnTo>
                <a:lnTo>
                  <a:pt x="6370" y="46800"/>
                </a:lnTo>
                <a:lnTo>
                  <a:pt x="6086" y="46885"/>
                </a:lnTo>
                <a:lnTo>
                  <a:pt x="5807" y="46980"/>
                </a:lnTo>
                <a:lnTo>
                  <a:pt x="5532" y="47084"/>
                </a:lnTo>
                <a:lnTo>
                  <a:pt x="5262" y="47197"/>
                </a:lnTo>
                <a:lnTo>
                  <a:pt x="4996" y="47318"/>
                </a:lnTo>
                <a:lnTo>
                  <a:pt x="4736" y="47449"/>
                </a:lnTo>
                <a:lnTo>
                  <a:pt x="4479" y="47589"/>
                </a:lnTo>
                <a:lnTo>
                  <a:pt x="4228" y="47738"/>
                </a:lnTo>
                <a:lnTo>
                  <a:pt x="3981" y="47896"/>
                </a:lnTo>
                <a:lnTo>
                  <a:pt x="3739" y="48063"/>
                </a:lnTo>
                <a:lnTo>
                  <a:pt x="3502" y="48239"/>
                </a:lnTo>
                <a:lnTo>
                  <a:pt x="3269" y="48423"/>
                </a:lnTo>
                <a:lnTo>
                  <a:pt x="3041" y="48617"/>
                </a:lnTo>
                <a:lnTo>
                  <a:pt x="2817" y="48820"/>
                </a:lnTo>
                <a:lnTo>
                  <a:pt x="2598" y="49032"/>
                </a:lnTo>
                <a:lnTo>
                  <a:pt x="2386" y="49251"/>
                </a:lnTo>
                <a:lnTo>
                  <a:pt x="2183" y="49474"/>
                </a:lnTo>
                <a:lnTo>
                  <a:pt x="1989" y="49700"/>
                </a:lnTo>
                <a:lnTo>
                  <a:pt x="1804" y="49931"/>
                </a:lnTo>
                <a:lnTo>
                  <a:pt x="1628" y="50166"/>
                </a:lnTo>
                <a:lnTo>
                  <a:pt x="1462" y="50405"/>
                </a:lnTo>
                <a:lnTo>
                  <a:pt x="1304" y="50649"/>
                </a:lnTo>
                <a:lnTo>
                  <a:pt x="1155" y="50896"/>
                </a:lnTo>
                <a:lnTo>
                  <a:pt x="1015" y="51147"/>
                </a:lnTo>
                <a:lnTo>
                  <a:pt x="884" y="51403"/>
                </a:lnTo>
                <a:lnTo>
                  <a:pt x="762" y="51663"/>
                </a:lnTo>
                <a:lnTo>
                  <a:pt x="650" y="51926"/>
                </a:lnTo>
                <a:lnTo>
                  <a:pt x="546" y="52194"/>
                </a:lnTo>
                <a:lnTo>
                  <a:pt x="451" y="52466"/>
                </a:lnTo>
                <a:lnTo>
                  <a:pt x="365" y="52742"/>
                </a:lnTo>
                <a:lnTo>
                  <a:pt x="289" y="53022"/>
                </a:lnTo>
                <a:lnTo>
                  <a:pt x="221" y="53307"/>
                </a:lnTo>
                <a:lnTo>
                  <a:pt x="162" y="53595"/>
                </a:lnTo>
                <a:lnTo>
                  <a:pt x="113" y="53887"/>
                </a:lnTo>
                <a:lnTo>
                  <a:pt x="72" y="54184"/>
                </a:lnTo>
                <a:lnTo>
                  <a:pt x="41" y="54485"/>
                </a:lnTo>
                <a:lnTo>
                  <a:pt x="18" y="54790"/>
                </a:lnTo>
                <a:lnTo>
                  <a:pt x="5" y="55098"/>
                </a:lnTo>
                <a:lnTo>
                  <a:pt x="0" y="55411"/>
                </a:lnTo>
                <a:lnTo>
                  <a:pt x="5" y="55724"/>
                </a:lnTo>
                <a:lnTo>
                  <a:pt x="18" y="56033"/>
                </a:lnTo>
                <a:lnTo>
                  <a:pt x="41" y="56338"/>
                </a:lnTo>
                <a:lnTo>
                  <a:pt x="72" y="56639"/>
                </a:lnTo>
                <a:lnTo>
                  <a:pt x="113" y="56936"/>
                </a:lnTo>
                <a:lnTo>
                  <a:pt x="162" y="57228"/>
                </a:lnTo>
                <a:lnTo>
                  <a:pt x="221" y="57517"/>
                </a:lnTo>
                <a:lnTo>
                  <a:pt x="289" y="57801"/>
                </a:lnTo>
                <a:lnTo>
                  <a:pt x="365" y="58081"/>
                </a:lnTo>
                <a:lnTo>
                  <a:pt x="451" y="58357"/>
                </a:lnTo>
                <a:lnTo>
                  <a:pt x="546" y="58629"/>
                </a:lnTo>
                <a:lnTo>
                  <a:pt x="650" y="58897"/>
                </a:lnTo>
                <a:lnTo>
                  <a:pt x="762" y="59161"/>
                </a:lnTo>
                <a:lnTo>
                  <a:pt x="884" y="59421"/>
                </a:lnTo>
                <a:lnTo>
                  <a:pt x="1015" y="59676"/>
                </a:lnTo>
                <a:lnTo>
                  <a:pt x="1155" y="59928"/>
                </a:lnTo>
                <a:lnTo>
                  <a:pt x="1304" y="60175"/>
                </a:lnTo>
                <a:lnTo>
                  <a:pt x="1462" y="60419"/>
                </a:lnTo>
                <a:lnTo>
                  <a:pt x="1628" y="60658"/>
                </a:lnTo>
                <a:lnTo>
                  <a:pt x="1804" y="60893"/>
                </a:lnTo>
                <a:lnTo>
                  <a:pt x="1989" y="61124"/>
                </a:lnTo>
                <a:lnTo>
                  <a:pt x="2183" y="61351"/>
                </a:lnTo>
                <a:lnTo>
                  <a:pt x="2386" y="61574"/>
                </a:lnTo>
                <a:lnTo>
                  <a:pt x="2598" y="61793"/>
                </a:lnTo>
                <a:lnTo>
                  <a:pt x="2817" y="62005"/>
                </a:lnTo>
                <a:lnTo>
                  <a:pt x="3041" y="62208"/>
                </a:lnTo>
                <a:lnTo>
                  <a:pt x="3269" y="62402"/>
                </a:lnTo>
                <a:lnTo>
                  <a:pt x="3502" y="62587"/>
                </a:lnTo>
                <a:lnTo>
                  <a:pt x="3739" y="62763"/>
                </a:lnTo>
                <a:lnTo>
                  <a:pt x="3981" y="62930"/>
                </a:lnTo>
                <a:lnTo>
                  <a:pt x="4228" y="63088"/>
                </a:lnTo>
                <a:lnTo>
                  <a:pt x="4479" y="63236"/>
                </a:lnTo>
                <a:lnTo>
                  <a:pt x="4736" y="63376"/>
                </a:lnTo>
                <a:lnTo>
                  <a:pt x="4996" y="63507"/>
                </a:lnTo>
                <a:lnTo>
                  <a:pt x="5262" y="63629"/>
                </a:lnTo>
                <a:lnTo>
                  <a:pt x="5532" y="63742"/>
                </a:lnTo>
                <a:lnTo>
                  <a:pt x="5807" y="63845"/>
                </a:lnTo>
                <a:lnTo>
                  <a:pt x="6086" y="63940"/>
                </a:lnTo>
                <a:lnTo>
                  <a:pt x="6370" y="64026"/>
                </a:lnTo>
                <a:lnTo>
                  <a:pt x="6659" y="64102"/>
                </a:lnTo>
                <a:lnTo>
                  <a:pt x="6952" y="64170"/>
                </a:lnTo>
                <a:lnTo>
                  <a:pt x="7250" y="64229"/>
                </a:lnTo>
                <a:lnTo>
                  <a:pt x="7553" y="64278"/>
                </a:lnTo>
                <a:lnTo>
                  <a:pt x="7860" y="64319"/>
                </a:lnTo>
                <a:lnTo>
                  <a:pt x="8172" y="64351"/>
                </a:lnTo>
                <a:lnTo>
                  <a:pt x="8489" y="64373"/>
                </a:lnTo>
                <a:lnTo>
                  <a:pt x="8810" y="64387"/>
                </a:lnTo>
                <a:lnTo>
                  <a:pt x="9136" y="64391"/>
                </a:lnTo>
                <a:lnTo>
                  <a:pt x="9462" y="64387"/>
                </a:lnTo>
                <a:lnTo>
                  <a:pt x="9782" y="64373"/>
                </a:lnTo>
                <a:lnTo>
                  <a:pt x="10098" y="64351"/>
                </a:lnTo>
                <a:lnTo>
                  <a:pt x="10409" y="64319"/>
                </a:lnTo>
                <a:lnTo>
                  <a:pt x="10715" y="64278"/>
                </a:lnTo>
                <a:close/>
                <a:moveTo>
                  <a:pt x="119044" y="129447"/>
                </a:moveTo>
                <a:lnTo>
                  <a:pt x="120000" y="129362"/>
                </a:lnTo>
                <a:lnTo>
                  <a:pt x="120941" y="129263"/>
                </a:lnTo>
                <a:lnTo>
                  <a:pt x="121867" y="129148"/>
                </a:lnTo>
                <a:lnTo>
                  <a:pt x="122779" y="129018"/>
                </a:lnTo>
                <a:lnTo>
                  <a:pt x="123675" y="128872"/>
                </a:lnTo>
                <a:lnTo>
                  <a:pt x="124557" y="128711"/>
                </a:lnTo>
                <a:lnTo>
                  <a:pt x="125424" y="128535"/>
                </a:lnTo>
                <a:lnTo>
                  <a:pt x="126277" y="128344"/>
                </a:lnTo>
                <a:lnTo>
                  <a:pt x="127114" y="128137"/>
                </a:lnTo>
                <a:lnTo>
                  <a:pt x="127937" y="127915"/>
                </a:lnTo>
                <a:lnTo>
                  <a:pt x="128745" y="127678"/>
                </a:lnTo>
                <a:lnTo>
                  <a:pt x="129539" y="127425"/>
                </a:lnTo>
                <a:lnTo>
                  <a:pt x="130317" y="127157"/>
                </a:lnTo>
                <a:lnTo>
                  <a:pt x="131081" y="126874"/>
                </a:lnTo>
                <a:lnTo>
                  <a:pt x="131830" y="126575"/>
                </a:lnTo>
                <a:lnTo>
                  <a:pt x="132564" y="126261"/>
                </a:lnTo>
                <a:lnTo>
                  <a:pt x="133284" y="125932"/>
                </a:lnTo>
                <a:lnTo>
                  <a:pt x="133989" y="125587"/>
                </a:lnTo>
                <a:lnTo>
                  <a:pt x="134679" y="125227"/>
                </a:lnTo>
                <a:lnTo>
                  <a:pt x="135354" y="124855"/>
                </a:lnTo>
                <a:lnTo>
                  <a:pt x="136016" y="124474"/>
                </a:lnTo>
                <a:lnTo>
                  <a:pt x="136664" y="124084"/>
                </a:lnTo>
                <a:lnTo>
                  <a:pt x="137297" y="123685"/>
                </a:lnTo>
                <a:lnTo>
                  <a:pt x="137917" y="123277"/>
                </a:lnTo>
                <a:lnTo>
                  <a:pt x="138523" y="122860"/>
                </a:lnTo>
                <a:lnTo>
                  <a:pt x="139115" y="122434"/>
                </a:lnTo>
                <a:lnTo>
                  <a:pt x="139693" y="121998"/>
                </a:lnTo>
                <a:lnTo>
                  <a:pt x="140257" y="121554"/>
                </a:lnTo>
                <a:lnTo>
                  <a:pt x="140807" y="121101"/>
                </a:lnTo>
                <a:lnTo>
                  <a:pt x="141343" y="120639"/>
                </a:lnTo>
                <a:lnTo>
                  <a:pt x="141865" y="120167"/>
                </a:lnTo>
                <a:lnTo>
                  <a:pt x="142373" y="119687"/>
                </a:lnTo>
                <a:lnTo>
                  <a:pt x="142868" y="119198"/>
                </a:lnTo>
                <a:lnTo>
                  <a:pt x="143348" y="118699"/>
                </a:lnTo>
                <a:lnTo>
                  <a:pt x="143814" y="118192"/>
                </a:lnTo>
                <a:lnTo>
                  <a:pt x="144267" y="117676"/>
                </a:lnTo>
                <a:lnTo>
                  <a:pt x="144705" y="117150"/>
                </a:lnTo>
                <a:lnTo>
                  <a:pt x="145130" y="116616"/>
                </a:lnTo>
                <a:lnTo>
                  <a:pt x="145540" y="116072"/>
                </a:lnTo>
                <a:lnTo>
                  <a:pt x="145937" y="115520"/>
                </a:lnTo>
                <a:lnTo>
                  <a:pt x="146319" y="114958"/>
                </a:lnTo>
                <a:lnTo>
                  <a:pt x="146688" y="114388"/>
                </a:lnTo>
                <a:lnTo>
                  <a:pt x="147043" y="113808"/>
                </a:lnTo>
                <a:lnTo>
                  <a:pt x="147383" y="113223"/>
                </a:lnTo>
                <a:lnTo>
                  <a:pt x="147709" y="112634"/>
                </a:lnTo>
                <a:lnTo>
                  <a:pt x="148021" y="112042"/>
                </a:lnTo>
                <a:lnTo>
                  <a:pt x="148318" y="111448"/>
                </a:lnTo>
                <a:lnTo>
                  <a:pt x="148601" y="110850"/>
                </a:lnTo>
                <a:lnTo>
                  <a:pt x="148869" y="110250"/>
                </a:lnTo>
                <a:lnTo>
                  <a:pt x="149123" y="109646"/>
                </a:lnTo>
                <a:lnTo>
                  <a:pt x="149362" y="109039"/>
                </a:lnTo>
                <a:lnTo>
                  <a:pt x="149587" y="108430"/>
                </a:lnTo>
                <a:lnTo>
                  <a:pt x="149797" y="107817"/>
                </a:lnTo>
                <a:lnTo>
                  <a:pt x="149993" y="107201"/>
                </a:lnTo>
                <a:lnTo>
                  <a:pt x="150174" y="106582"/>
                </a:lnTo>
                <a:lnTo>
                  <a:pt x="150340" y="105961"/>
                </a:lnTo>
                <a:lnTo>
                  <a:pt x="150493" y="105336"/>
                </a:lnTo>
                <a:lnTo>
                  <a:pt x="150630" y="104708"/>
                </a:lnTo>
                <a:lnTo>
                  <a:pt x="150754" y="104078"/>
                </a:lnTo>
                <a:lnTo>
                  <a:pt x="150862" y="103444"/>
                </a:lnTo>
                <a:lnTo>
                  <a:pt x="150957" y="102807"/>
                </a:lnTo>
                <a:lnTo>
                  <a:pt x="151036" y="102167"/>
                </a:lnTo>
                <a:lnTo>
                  <a:pt x="151102" y="101524"/>
                </a:lnTo>
                <a:lnTo>
                  <a:pt x="151152" y="100879"/>
                </a:lnTo>
                <a:lnTo>
                  <a:pt x="151188" y="100230"/>
                </a:lnTo>
                <a:lnTo>
                  <a:pt x="151210" y="99578"/>
                </a:lnTo>
                <a:lnTo>
                  <a:pt x="151217" y="98923"/>
                </a:lnTo>
                <a:lnTo>
                  <a:pt x="151211" y="98154"/>
                </a:lnTo>
                <a:lnTo>
                  <a:pt x="151193" y="97397"/>
                </a:lnTo>
                <a:lnTo>
                  <a:pt x="151162" y="96651"/>
                </a:lnTo>
                <a:lnTo>
                  <a:pt x="151119" y="95917"/>
                </a:lnTo>
                <a:lnTo>
                  <a:pt x="151064" y="95194"/>
                </a:lnTo>
                <a:lnTo>
                  <a:pt x="150996" y="94483"/>
                </a:lnTo>
                <a:lnTo>
                  <a:pt x="150916" y="93783"/>
                </a:lnTo>
                <a:lnTo>
                  <a:pt x="150824" y="93094"/>
                </a:lnTo>
                <a:lnTo>
                  <a:pt x="150719" y="92417"/>
                </a:lnTo>
                <a:lnTo>
                  <a:pt x="150602" y="91752"/>
                </a:lnTo>
                <a:lnTo>
                  <a:pt x="150473" y="91098"/>
                </a:lnTo>
                <a:lnTo>
                  <a:pt x="150331" y="90456"/>
                </a:lnTo>
                <a:lnTo>
                  <a:pt x="150177" y="89825"/>
                </a:lnTo>
                <a:lnTo>
                  <a:pt x="150011" y="89206"/>
                </a:lnTo>
                <a:lnTo>
                  <a:pt x="149833" y="88598"/>
                </a:lnTo>
                <a:lnTo>
                  <a:pt x="149642" y="88001"/>
                </a:lnTo>
                <a:lnTo>
                  <a:pt x="149439" y="87416"/>
                </a:lnTo>
                <a:lnTo>
                  <a:pt x="149223" y="86843"/>
                </a:lnTo>
                <a:lnTo>
                  <a:pt x="148996" y="86281"/>
                </a:lnTo>
                <a:lnTo>
                  <a:pt x="148756" y="85730"/>
                </a:lnTo>
                <a:lnTo>
                  <a:pt x="148503" y="85192"/>
                </a:lnTo>
                <a:lnTo>
                  <a:pt x="148239" y="84664"/>
                </a:lnTo>
                <a:lnTo>
                  <a:pt x="147962" y="84148"/>
                </a:lnTo>
                <a:lnTo>
                  <a:pt x="147672" y="83644"/>
                </a:lnTo>
                <a:lnTo>
                  <a:pt x="147372" y="83149"/>
                </a:lnTo>
                <a:lnTo>
                  <a:pt x="147063" y="82661"/>
                </a:lnTo>
                <a:lnTo>
                  <a:pt x="146745" y="82181"/>
                </a:lnTo>
                <a:lnTo>
                  <a:pt x="146417" y="81708"/>
                </a:lnTo>
                <a:lnTo>
                  <a:pt x="146080" y="81242"/>
                </a:lnTo>
                <a:lnTo>
                  <a:pt x="145733" y="80784"/>
                </a:lnTo>
                <a:lnTo>
                  <a:pt x="145378" y="80333"/>
                </a:lnTo>
                <a:lnTo>
                  <a:pt x="145013" y="79890"/>
                </a:lnTo>
                <a:lnTo>
                  <a:pt x="144638" y="79454"/>
                </a:lnTo>
                <a:lnTo>
                  <a:pt x="144255" y="79025"/>
                </a:lnTo>
                <a:lnTo>
                  <a:pt x="143862" y="78604"/>
                </a:lnTo>
                <a:lnTo>
                  <a:pt x="143459" y="78190"/>
                </a:lnTo>
                <a:lnTo>
                  <a:pt x="143048" y="77783"/>
                </a:lnTo>
                <a:lnTo>
                  <a:pt x="142627" y="77384"/>
                </a:lnTo>
                <a:lnTo>
                  <a:pt x="142197" y="76993"/>
                </a:lnTo>
                <a:lnTo>
                  <a:pt x="141757" y="76608"/>
                </a:lnTo>
                <a:lnTo>
                  <a:pt x="141309" y="76231"/>
                </a:lnTo>
                <a:lnTo>
                  <a:pt x="140851" y="75861"/>
                </a:lnTo>
                <a:lnTo>
                  <a:pt x="140383" y="75499"/>
                </a:lnTo>
                <a:lnTo>
                  <a:pt x="139906" y="75144"/>
                </a:lnTo>
                <a:lnTo>
                  <a:pt x="139420" y="74797"/>
                </a:lnTo>
                <a:lnTo>
                  <a:pt x="138925" y="74457"/>
                </a:lnTo>
                <a:lnTo>
                  <a:pt x="138421" y="74124"/>
                </a:lnTo>
                <a:lnTo>
                  <a:pt x="137907" y="73799"/>
                </a:lnTo>
                <a:lnTo>
                  <a:pt x="137385" y="73479"/>
                </a:lnTo>
                <a:lnTo>
                  <a:pt x="136857" y="73163"/>
                </a:lnTo>
                <a:lnTo>
                  <a:pt x="136323" y="72852"/>
                </a:lnTo>
                <a:lnTo>
                  <a:pt x="135783" y="72545"/>
                </a:lnTo>
                <a:lnTo>
                  <a:pt x="135236" y="72242"/>
                </a:lnTo>
                <a:lnTo>
                  <a:pt x="134683" y="71942"/>
                </a:lnTo>
                <a:lnTo>
                  <a:pt x="134124" y="71648"/>
                </a:lnTo>
                <a:lnTo>
                  <a:pt x="133558" y="71357"/>
                </a:lnTo>
                <a:lnTo>
                  <a:pt x="132986" y="71070"/>
                </a:lnTo>
                <a:lnTo>
                  <a:pt x="132408" y="70787"/>
                </a:lnTo>
                <a:lnTo>
                  <a:pt x="131823" y="70509"/>
                </a:lnTo>
                <a:lnTo>
                  <a:pt x="131233" y="70234"/>
                </a:lnTo>
                <a:lnTo>
                  <a:pt x="130635" y="69964"/>
                </a:lnTo>
                <a:lnTo>
                  <a:pt x="130032" y="69698"/>
                </a:lnTo>
                <a:lnTo>
                  <a:pt x="129422" y="69435"/>
                </a:lnTo>
                <a:lnTo>
                  <a:pt x="128806" y="69177"/>
                </a:lnTo>
                <a:lnTo>
                  <a:pt x="128184" y="68923"/>
                </a:lnTo>
                <a:lnTo>
                  <a:pt x="127555" y="68674"/>
                </a:lnTo>
                <a:lnTo>
                  <a:pt x="126920" y="68428"/>
                </a:lnTo>
                <a:lnTo>
                  <a:pt x="126279" y="68186"/>
                </a:lnTo>
                <a:lnTo>
                  <a:pt x="125632" y="67949"/>
                </a:lnTo>
                <a:lnTo>
                  <a:pt x="124978" y="67715"/>
                </a:lnTo>
                <a:lnTo>
                  <a:pt x="124318" y="67486"/>
                </a:lnTo>
                <a:lnTo>
                  <a:pt x="123651" y="67261"/>
                </a:lnTo>
                <a:lnTo>
                  <a:pt x="123063" y="67065"/>
                </a:lnTo>
                <a:lnTo>
                  <a:pt x="122479" y="66870"/>
                </a:lnTo>
                <a:lnTo>
                  <a:pt x="121899" y="66678"/>
                </a:lnTo>
                <a:lnTo>
                  <a:pt x="121323" y="66487"/>
                </a:lnTo>
                <a:lnTo>
                  <a:pt x="120752" y="66297"/>
                </a:lnTo>
                <a:lnTo>
                  <a:pt x="120186" y="66109"/>
                </a:lnTo>
                <a:lnTo>
                  <a:pt x="119624" y="65923"/>
                </a:lnTo>
                <a:lnTo>
                  <a:pt x="119066" y="65738"/>
                </a:lnTo>
                <a:lnTo>
                  <a:pt x="118512" y="65556"/>
                </a:lnTo>
                <a:lnTo>
                  <a:pt x="117963" y="65374"/>
                </a:lnTo>
                <a:lnTo>
                  <a:pt x="117418" y="65195"/>
                </a:lnTo>
                <a:lnTo>
                  <a:pt x="116878" y="65017"/>
                </a:lnTo>
                <a:lnTo>
                  <a:pt x="116342" y="64840"/>
                </a:lnTo>
                <a:lnTo>
                  <a:pt x="115810" y="64666"/>
                </a:lnTo>
                <a:lnTo>
                  <a:pt x="115283" y="64493"/>
                </a:lnTo>
                <a:lnTo>
                  <a:pt x="114760" y="64321"/>
                </a:lnTo>
                <a:lnTo>
                  <a:pt x="114242" y="64151"/>
                </a:lnTo>
                <a:lnTo>
                  <a:pt x="113727" y="63983"/>
                </a:lnTo>
                <a:lnTo>
                  <a:pt x="113218" y="63817"/>
                </a:lnTo>
                <a:lnTo>
                  <a:pt x="112712" y="63652"/>
                </a:lnTo>
                <a:lnTo>
                  <a:pt x="112211" y="63489"/>
                </a:lnTo>
                <a:lnTo>
                  <a:pt x="111715" y="63327"/>
                </a:lnTo>
                <a:lnTo>
                  <a:pt x="111222" y="63167"/>
                </a:lnTo>
                <a:lnTo>
                  <a:pt x="110734" y="63009"/>
                </a:lnTo>
                <a:lnTo>
                  <a:pt x="110252" y="62851"/>
                </a:lnTo>
                <a:lnTo>
                  <a:pt x="109774" y="62691"/>
                </a:lnTo>
                <a:lnTo>
                  <a:pt x="109301" y="62530"/>
                </a:lnTo>
                <a:lnTo>
                  <a:pt x="108834" y="62368"/>
                </a:lnTo>
                <a:lnTo>
                  <a:pt x="108372" y="62204"/>
                </a:lnTo>
                <a:lnTo>
                  <a:pt x="107915" y="62039"/>
                </a:lnTo>
                <a:lnTo>
                  <a:pt x="107463" y="61872"/>
                </a:lnTo>
                <a:lnTo>
                  <a:pt x="107016" y="61705"/>
                </a:lnTo>
                <a:lnTo>
                  <a:pt x="106575" y="61535"/>
                </a:lnTo>
                <a:lnTo>
                  <a:pt x="106138" y="61365"/>
                </a:lnTo>
                <a:lnTo>
                  <a:pt x="105707" y="61193"/>
                </a:lnTo>
                <a:lnTo>
                  <a:pt x="105281" y="61020"/>
                </a:lnTo>
                <a:lnTo>
                  <a:pt x="104861" y="60845"/>
                </a:lnTo>
                <a:lnTo>
                  <a:pt x="104445" y="60669"/>
                </a:lnTo>
                <a:lnTo>
                  <a:pt x="104035" y="60492"/>
                </a:lnTo>
                <a:lnTo>
                  <a:pt x="103630" y="60313"/>
                </a:lnTo>
                <a:lnTo>
                  <a:pt x="103230" y="60133"/>
                </a:lnTo>
                <a:lnTo>
                  <a:pt x="102835" y="59951"/>
                </a:lnTo>
                <a:lnTo>
                  <a:pt x="102445" y="59769"/>
                </a:lnTo>
                <a:lnTo>
                  <a:pt x="102061" y="59584"/>
                </a:lnTo>
                <a:lnTo>
                  <a:pt x="101681" y="59399"/>
                </a:lnTo>
                <a:lnTo>
                  <a:pt x="101307" y="59212"/>
                </a:lnTo>
                <a:lnTo>
                  <a:pt x="100938" y="59024"/>
                </a:lnTo>
                <a:lnTo>
                  <a:pt x="100575" y="58834"/>
                </a:lnTo>
                <a:lnTo>
                  <a:pt x="100217" y="58642"/>
                </a:lnTo>
                <a:lnTo>
                  <a:pt x="99867" y="58446"/>
                </a:lnTo>
                <a:lnTo>
                  <a:pt x="99524" y="58247"/>
                </a:lnTo>
                <a:lnTo>
                  <a:pt x="99188" y="58045"/>
                </a:lnTo>
                <a:lnTo>
                  <a:pt x="98859" y="57838"/>
                </a:lnTo>
                <a:lnTo>
                  <a:pt x="98537" y="57628"/>
                </a:lnTo>
                <a:lnTo>
                  <a:pt x="98222" y="57415"/>
                </a:lnTo>
                <a:lnTo>
                  <a:pt x="97915" y="57198"/>
                </a:lnTo>
                <a:lnTo>
                  <a:pt x="97614" y="56978"/>
                </a:lnTo>
                <a:lnTo>
                  <a:pt x="97321" y="56754"/>
                </a:lnTo>
                <a:lnTo>
                  <a:pt x="97035" y="56526"/>
                </a:lnTo>
                <a:lnTo>
                  <a:pt x="96755" y="56295"/>
                </a:lnTo>
                <a:lnTo>
                  <a:pt x="96483" y="56060"/>
                </a:lnTo>
                <a:lnTo>
                  <a:pt x="96218" y="55822"/>
                </a:lnTo>
                <a:lnTo>
                  <a:pt x="95961" y="55580"/>
                </a:lnTo>
                <a:lnTo>
                  <a:pt x="95710" y="55335"/>
                </a:lnTo>
                <a:lnTo>
                  <a:pt x="95466" y="55086"/>
                </a:lnTo>
                <a:lnTo>
                  <a:pt x="95230" y="54833"/>
                </a:lnTo>
                <a:lnTo>
                  <a:pt x="95000" y="54577"/>
                </a:lnTo>
                <a:lnTo>
                  <a:pt x="94778" y="54317"/>
                </a:lnTo>
                <a:lnTo>
                  <a:pt x="94563" y="54054"/>
                </a:lnTo>
                <a:lnTo>
                  <a:pt x="94355" y="53788"/>
                </a:lnTo>
                <a:lnTo>
                  <a:pt x="94154" y="53517"/>
                </a:lnTo>
                <a:lnTo>
                  <a:pt x="93960" y="53243"/>
                </a:lnTo>
                <a:lnTo>
                  <a:pt x="93774" y="52964"/>
                </a:lnTo>
                <a:lnTo>
                  <a:pt x="93595" y="52678"/>
                </a:lnTo>
                <a:lnTo>
                  <a:pt x="93425" y="52384"/>
                </a:lnTo>
                <a:lnTo>
                  <a:pt x="93262" y="52083"/>
                </a:lnTo>
                <a:lnTo>
                  <a:pt x="93108" y="51776"/>
                </a:lnTo>
                <a:lnTo>
                  <a:pt x="92961" y="51461"/>
                </a:lnTo>
                <a:lnTo>
                  <a:pt x="92822" y="51139"/>
                </a:lnTo>
                <a:lnTo>
                  <a:pt x="92692" y="50810"/>
                </a:lnTo>
                <a:lnTo>
                  <a:pt x="92569" y="50474"/>
                </a:lnTo>
                <a:lnTo>
                  <a:pt x="92454" y="50130"/>
                </a:lnTo>
                <a:lnTo>
                  <a:pt x="92347" y="49780"/>
                </a:lnTo>
                <a:lnTo>
                  <a:pt x="92248" y="49422"/>
                </a:lnTo>
                <a:lnTo>
                  <a:pt x="92156" y="49058"/>
                </a:lnTo>
                <a:lnTo>
                  <a:pt x="92073" y="48686"/>
                </a:lnTo>
                <a:lnTo>
                  <a:pt x="91998" y="48307"/>
                </a:lnTo>
                <a:lnTo>
                  <a:pt x="91930" y="47921"/>
                </a:lnTo>
                <a:lnTo>
                  <a:pt x="91871" y="47528"/>
                </a:lnTo>
                <a:lnTo>
                  <a:pt x="91819" y="47128"/>
                </a:lnTo>
                <a:lnTo>
                  <a:pt x="91776" y="46721"/>
                </a:lnTo>
                <a:lnTo>
                  <a:pt x="91740" y="46307"/>
                </a:lnTo>
                <a:lnTo>
                  <a:pt x="91712" y="45885"/>
                </a:lnTo>
                <a:lnTo>
                  <a:pt x="91693" y="45457"/>
                </a:lnTo>
                <a:lnTo>
                  <a:pt x="91681" y="45021"/>
                </a:lnTo>
                <a:lnTo>
                  <a:pt x="91677" y="44579"/>
                </a:lnTo>
                <a:lnTo>
                  <a:pt x="91681" y="44109"/>
                </a:lnTo>
                <a:lnTo>
                  <a:pt x="91695" y="43646"/>
                </a:lnTo>
                <a:lnTo>
                  <a:pt x="91717" y="43188"/>
                </a:lnTo>
                <a:lnTo>
                  <a:pt x="91749" y="42737"/>
                </a:lnTo>
                <a:lnTo>
                  <a:pt x="91789" y="42291"/>
                </a:lnTo>
                <a:lnTo>
                  <a:pt x="91839" y="41852"/>
                </a:lnTo>
                <a:lnTo>
                  <a:pt x="91898" y="41419"/>
                </a:lnTo>
                <a:lnTo>
                  <a:pt x="91965" y="40991"/>
                </a:lnTo>
                <a:lnTo>
                  <a:pt x="92042" y="40570"/>
                </a:lnTo>
                <a:lnTo>
                  <a:pt x="92128" y="40155"/>
                </a:lnTo>
                <a:lnTo>
                  <a:pt x="92223" y="39745"/>
                </a:lnTo>
                <a:lnTo>
                  <a:pt x="92326" y="39342"/>
                </a:lnTo>
                <a:lnTo>
                  <a:pt x="92439" y="38945"/>
                </a:lnTo>
                <a:lnTo>
                  <a:pt x="92561" y="38553"/>
                </a:lnTo>
                <a:lnTo>
                  <a:pt x="92692" y="38168"/>
                </a:lnTo>
                <a:lnTo>
                  <a:pt x="92831" y="37789"/>
                </a:lnTo>
                <a:lnTo>
                  <a:pt x="92980" y="37416"/>
                </a:lnTo>
                <a:lnTo>
                  <a:pt x="93138" y="37048"/>
                </a:lnTo>
                <a:lnTo>
                  <a:pt x="93305" y="36687"/>
                </a:lnTo>
                <a:lnTo>
                  <a:pt x="93481" y="36332"/>
                </a:lnTo>
                <a:lnTo>
                  <a:pt x="93666" y="35983"/>
                </a:lnTo>
                <a:lnTo>
                  <a:pt x="93860" y="35640"/>
                </a:lnTo>
                <a:lnTo>
                  <a:pt x="94063" y="35303"/>
                </a:lnTo>
                <a:lnTo>
                  <a:pt x="94275" y="34972"/>
                </a:lnTo>
                <a:lnTo>
                  <a:pt x="94495" y="34647"/>
                </a:lnTo>
                <a:lnTo>
                  <a:pt x="94722" y="34328"/>
                </a:lnTo>
                <a:lnTo>
                  <a:pt x="94957" y="34015"/>
                </a:lnTo>
                <a:lnTo>
                  <a:pt x="95198" y="33709"/>
                </a:lnTo>
                <a:lnTo>
                  <a:pt x="95446" y="33409"/>
                </a:lnTo>
                <a:lnTo>
                  <a:pt x="95702" y="33115"/>
                </a:lnTo>
                <a:lnTo>
                  <a:pt x="95965" y="32828"/>
                </a:lnTo>
                <a:lnTo>
                  <a:pt x="96235" y="32547"/>
                </a:lnTo>
                <a:lnTo>
                  <a:pt x="96512" y="32272"/>
                </a:lnTo>
                <a:lnTo>
                  <a:pt x="96796" y="32003"/>
                </a:lnTo>
                <a:lnTo>
                  <a:pt x="97087" y="31741"/>
                </a:lnTo>
                <a:lnTo>
                  <a:pt x="97385" y="31485"/>
                </a:lnTo>
                <a:lnTo>
                  <a:pt x="97691" y="31236"/>
                </a:lnTo>
                <a:lnTo>
                  <a:pt x="98003" y="30992"/>
                </a:lnTo>
                <a:lnTo>
                  <a:pt x="98323" y="30755"/>
                </a:lnTo>
                <a:lnTo>
                  <a:pt x="98649" y="30525"/>
                </a:lnTo>
                <a:lnTo>
                  <a:pt x="98983" y="30300"/>
                </a:lnTo>
                <a:lnTo>
                  <a:pt x="99324" y="30082"/>
                </a:lnTo>
                <a:lnTo>
                  <a:pt x="99672" y="29870"/>
                </a:lnTo>
                <a:lnTo>
                  <a:pt x="100027" y="29664"/>
                </a:lnTo>
                <a:lnTo>
                  <a:pt x="100390" y="29465"/>
                </a:lnTo>
                <a:lnTo>
                  <a:pt x="100759" y="29272"/>
                </a:lnTo>
                <a:lnTo>
                  <a:pt x="101136" y="29086"/>
                </a:lnTo>
                <a:lnTo>
                  <a:pt x="101519" y="28905"/>
                </a:lnTo>
                <a:lnTo>
                  <a:pt x="101909" y="28732"/>
                </a:lnTo>
                <a:lnTo>
                  <a:pt x="102303" y="28566"/>
                </a:lnTo>
                <a:lnTo>
                  <a:pt x="102702" y="28409"/>
                </a:lnTo>
                <a:lnTo>
                  <a:pt x="103106" y="28260"/>
                </a:lnTo>
                <a:lnTo>
                  <a:pt x="103514" y="28118"/>
                </a:lnTo>
                <a:lnTo>
                  <a:pt x="103927" y="27984"/>
                </a:lnTo>
                <a:lnTo>
                  <a:pt x="104345" y="27859"/>
                </a:lnTo>
                <a:lnTo>
                  <a:pt x="104767" y="27741"/>
                </a:lnTo>
                <a:lnTo>
                  <a:pt x="105194" y="27631"/>
                </a:lnTo>
                <a:lnTo>
                  <a:pt x="105625" y="27529"/>
                </a:lnTo>
                <a:lnTo>
                  <a:pt x="106061" y="27435"/>
                </a:lnTo>
                <a:lnTo>
                  <a:pt x="106502" y="27349"/>
                </a:lnTo>
                <a:lnTo>
                  <a:pt x="106947" y="27271"/>
                </a:lnTo>
                <a:lnTo>
                  <a:pt x="107397" y="27201"/>
                </a:lnTo>
                <a:lnTo>
                  <a:pt x="107852" y="27139"/>
                </a:lnTo>
                <a:lnTo>
                  <a:pt x="108311" y="27085"/>
                </a:lnTo>
                <a:lnTo>
                  <a:pt x="108775" y="27039"/>
                </a:lnTo>
                <a:lnTo>
                  <a:pt x="109244" y="27000"/>
                </a:lnTo>
                <a:lnTo>
                  <a:pt x="109717" y="26970"/>
                </a:lnTo>
                <a:lnTo>
                  <a:pt x="110195" y="26947"/>
                </a:lnTo>
                <a:lnTo>
                  <a:pt x="110677" y="26933"/>
                </a:lnTo>
                <a:lnTo>
                  <a:pt x="111164" y="26926"/>
                </a:lnTo>
                <a:lnTo>
                  <a:pt x="111656" y="26927"/>
                </a:lnTo>
                <a:lnTo>
                  <a:pt x="112153" y="26937"/>
                </a:lnTo>
                <a:lnTo>
                  <a:pt x="112752" y="26942"/>
                </a:lnTo>
                <a:lnTo>
                  <a:pt x="113343" y="26957"/>
                </a:lnTo>
                <a:lnTo>
                  <a:pt x="113926" y="26982"/>
                </a:lnTo>
                <a:lnTo>
                  <a:pt x="114500" y="27018"/>
                </a:lnTo>
                <a:lnTo>
                  <a:pt x="115066" y="27063"/>
                </a:lnTo>
                <a:lnTo>
                  <a:pt x="115623" y="27119"/>
                </a:lnTo>
                <a:lnTo>
                  <a:pt x="116172" y="27185"/>
                </a:lnTo>
                <a:lnTo>
                  <a:pt x="116712" y="27261"/>
                </a:lnTo>
                <a:lnTo>
                  <a:pt x="117244" y="27347"/>
                </a:lnTo>
                <a:lnTo>
                  <a:pt x="117768" y="27443"/>
                </a:lnTo>
                <a:lnTo>
                  <a:pt x="118282" y="27549"/>
                </a:lnTo>
                <a:lnTo>
                  <a:pt x="118789" y="27665"/>
                </a:lnTo>
                <a:lnTo>
                  <a:pt x="119287" y="27792"/>
                </a:lnTo>
                <a:lnTo>
                  <a:pt x="119776" y="27929"/>
                </a:lnTo>
                <a:lnTo>
                  <a:pt x="120257" y="28075"/>
                </a:lnTo>
                <a:lnTo>
                  <a:pt x="120730" y="28232"/>
                </a:lnTo>
                <a:lnTo>
                  <a:pt x="121193" y="28399"/>
                </a:lnTo>
                <a:lnTo>
                  <a:pt x="121649" y="28577"/>
                </a:lnTo>
                <a:lnTo>
                  <a:pt x="122096" y="28764"/>
                </a:lnTo>
                <a:lnTo>
                  <a:pt x="122535" y="28961"/>
                </a:lnTo>
                <a:lnTo>
                  <a:pt x="122965" y="29169"/>
                </a:lnTo>
                <a:lnTo>
                  <a:pt x="123386" y="29386"/>
                </a:lnTo>
                <a:lnTo>
                  <a:pt x="123799" y="29614"/>
                </a:lnTo>
                <a:lnTo>
                  <a:pt x="124204" y="29852"/>
                </a:lnTo>
                <a:lnTo>
                  <a:pt x="124600" y="30097"/>
                </a:lnTo>
                <a:lnTo>
                  <a:pt x="124988" y="30348"/>
                </a:lnTo>
                <a:lnTo>
                  <a:pt x="125367" y="30604"/>
                </a:lnTo>
                <a:lnTo>
                  <a:pt x="125738" y="30865"/>
                </a:lnTo>
                <a:lnTo>
                  <a:pt x="126100" y="31131"/>
                </a:lnTo>
                <a:lnTo>
                  <a:pt x="126454" y="31402"/>
                </a:lnTo>
                <a:lnTo>
                  <a:pt x="126799" y="31679"/>
                </a:lnTo>
                <a:lnTo>
                  <a:pt x="127136" y="31961"/>
                </a:lnTo>
                <a:lnTo>
                  <a:pt x="127464" y="32248"/>
                </a:lnTo>
                <a:lnTo>
                  <a:pt x="127784" y="32540"/>
                </a:lnTo>
                <a:lnTo>
                  <a:pt x="128095" y="32837"/>
                </a:lnTo>
                <a:lnTo>
                  <a:pt x="128398" y="33140"/>
                </a:lnTo>
                <a:lnTo>
                  <a:pt x="128693" y="33447"/>
                </a:lnTo>
                <a:lnTo>
                  <a:pt x="128978" y="33760"/>
                </a:lnTo>
                <a:lnTo>
                  <a:pt x="129256" y="34078"/>
                </a:lnTo>
                <a:lnTo>
                  <a:pt x="129525" y="34402"/>
                </a:lnTo>
                <a:lnTo>
                  <a:pt x="129785" y="34730"/>
                </a:lnTo>
                <a:lnTo>
                  <a:pt x="130037" y="35064"/>
                </a:lnTo>
                <a:lnTo>
                  <a:pt x="130281" y="35403"/>
                </a:lnTo>
                <a:lnTo>
                  <a:pt x="130516" y="35747"/>
                </a:lnTo>
                <a:lnTo>
                  <a:pt x="130743" y="36096"/>
                </a:lnTo>
                <a:lnTo>
                  <a:pt x="130961" y="36451"/>
                </a:lnTo>
                <a:lnTo>
                  <a:pt x="131170" y="36811"/>
                </a:lnTo>
                <a:lnTo>
                  <a:pt x="131371" y="37176"/>
                </a:lnTo>
                <a:lnTo>
                  <a:pt x="131564" y="37544"/>
                </a:lnTo>
                <a:lnTo>
                  <a:pt x="131749" y="37912"/>
                </a:lnTo>
                <a:lnTo>
                  <a:pt x="131925" y="38281"/>
                </a:lnTo>
                <a:lnTo>
                  <a:pt x="132093" y="38650"/>
                </a:lnTo>
                <a:lnTo>
                  <a:pt x="132253" y="39020"/>
                </a:lnTo>
                <a:lnTo>
                  <a:pt x="132405" y="39391"/>
                </a:lnTo>
                <a:lnTo>
                  <a:pt x="132549" y="39762"/>
                </a:lnTo>
                <a:lnTo>
                  <a:pt x="132684" y="40133"/>
                </a:lnTo>
                <a:lnTo>
                  <a:pt x="132811" y="40506"/>
                </a:lnTo>
                <a:lnTo>
                  <a:pt x="132930" y="40878"/>
                </a:lnTo>
                <a:lnTo>
                  <a:pt x="133041" y="41252"/>
                </a:lnTo>
                <a:lnTo>
                  <a:pt x="133143" y="41625"/>
                </a:lnTo>
                <a:lnTo>
                  <a:pt x="133238" y="42000"/>
                </a:lnTo>
                <a:lnTo>
                  <a:pt x="133324" y="42374"/>
                </a:lnTo>
                <a:lnTo>
                  <a:pt x="133402" y="42750"/>
                </a:lnTo>
                <a:lnTo>
                  <a:pt x="133472" y="43126"/>
                </a:lnTo>
                <a:lnTo>
                  <a:pt x="133533" y="43502"/>
                </a:lnTo>
                <a:lnTo>
                  <a:pt x="133586" y="43879"/>
                </a:lnTo>
                <a:lnTo>
                  <a:pt x="133632" y="44257"/>
                </a:lnTo>
                <a:lnTo>
                  <a:pt x="133668" y="44635"/>
                </a:lnTo>
                <a:lnTo>
                  <a:pt x="133697" y="45014"/>
                </a:lnTo>
                <a:lnTo>
                  <a:pt x="133718" y="45393"/>
                </a:lnTo>
                <a:lnTo>
                  <a:pt x="133730" y="45773"/>
                </a:lnTo>
                <a:lnTo>
                  <a:pt x="133734" y="46153"/>
                </a:lnTo>
                <a:lnTo>
                  <a:pt x="147595" y="46153"/>
                </a:lnTo>
                <a:lnTo>
                  <a:pt x="147588" y="45409"/>
                </a:lnTo>
                <a:lnTo>
                  <a:pt x="147565" y="44672"/>
                </a:lnTo>
                <a:lnTo>
                  <a:pt x="147526" y="43942"/>
                </a:lnTo>
                <a:lnTo>
                  <a:pt x="147473" y="43220"/>
                </a:lnTo>
                <a:lnTo>
                  <a:pt x="147404" y="42505"/>
                </a:lnTo>
                <a:lnTo>
                  <a:pt x="147320" y="41797"/>
                </a:lnTo>
                <a:lnTo>
                  <a:pt x="147220" y="41097"/>
                </a:lnTo>
                <a:lnTo>
                  <a:pt x="147105" y="40404"/>
                </a:lnTo>
                <a:lnTo>
                  <a:pt x="146975" y="39719"/>
                </a:lnTo>
                <a:lnTo>
                  <a:pt x="146830" y="39041"/>
                </a:lnTo>
                <a:lnTo>
                  <a:pt x="146669" y="38370"/>
                </a:lnTo>
                <a:lnTo>
                  <a:pt x="146493" y="37707"/>
                </a:lnTo>
                <a:lnTo>
                  <a:pt x="146301" y="37051"/>
                </a:lnTo>
                <a:lnTo>
                  <a:pt x="146095" y="36403"/>
                </a:lnTo>
                <a:lnTo>
                  <a:pt x="145872" y="35761"/>
                </a:lnTo>
                <a:lnTo>
                  <a:pt x="145635" y="35128"/>
                </a:lnTo>
                <a:lnTo>
                  <a:pt x="145382" y="34501"/>
                </a:lnTo>
                <a:lnTo>
                  <a:pt x="145114" y="33882"/>
                </a:lnTo>
                <a:lnTo>
                  <a:pt x="144831" y="33271"/>
                </a:lnTo>
                <a:lnTo>
                  <a:pt x="144532" y="32666"/>
                </a:lnTo>
                <a:lnTo>
                  <a:pt x="144219" y="32070"/>
                </a:lnTo>
                <a:lnTo>
                  <a:pt x="143889" y="31480"/>
                </a:lnTo>
                <a:lnTo>
                  <a:pt x="143545" y="30898"/>
                </a:lnTo>
                <a:lnTo>
                  <a:pt x="143185" y="30323"/>
                </a:lnTo>
                <a:lnTo>
                  <a:pt x="142811" y="29757"/>
                </a:lnTo>
                <a:lnTo>
                  <a:pt x="142426" y="29201"/>
                </a:lnTo>
                <a:lnTo>
                  <a:pt x="142029" y="28656"/>
                </a:lnTo>
                <a:lnTo>
                  <a:pt x="141621" y="28120"/>
                </a:lnTo>
                <a:lnTo>
                  <a:pt x="141200" y="27595"/>
                </a:lnTo>
                <a:lnTo>
                  <a:pt x="140768" y="27079"/>
                </a:lnTo>
                <a:lnTo>
                  <a:pt x="140324" y="26574"/>
                </a:lnTo>
                <a:lnTo>
                  <a:pt x="139868" y="26079"/>
                </a:lnTo>
                <a:lnTo>
                  <a:pt x="139401" y="25594"/>
                </a:lnTo>
                <a:lnTo>
                  <a:pt x="138921" y="25119"/>
                </a:lnTo>
                <a:lnTo>
                  <a:pt x="138430" y="24654"/>
                </a:lnTo>
                <a:lnTo>
                  <a:pt x="137928" y="24200"/>
                </a:lnTo>
                <a:lnTo>
                  <a:pt x="137413" y="23755"/>
                </a:lnTo>
                <a:lnTo>
                  <a:pt x="136887" y="23321"/>
                </a:lnTo>
                <a:lnTo>
                  <a:pt x="136349" y="22896"/>
                </a:lnTo>
                <a:lnTo>
                  <a:pt x="135799" y="22482"/>
                </a:lnTo>
                <a:lnTo>
                  <a:pt x="135237" y="22078"/>
                </a:lnTo>
                <a:lnTo>
                  <a:pt x="134664" y="21684"/>
                </a:lnTo>
                <a:lnTo>
                  <a:pt x="134079" y="21301"/>
                </a:lnTo>
                <a:lnTo>
                  <a:pt x="133482" y="20927"/>
                </a:lnTo>
                <a:lnTo>
                  <a:pt x="132874" y="20563"/>
                </a:lnTo>
                <a:lnTo>
                  <a:pt x="132253" y="20210"/>
                </a:lnTo>
                <a:lnTo>
                  <a:pt x="131621" y="19867"/>
                </a:lnTo>
                <a:lnTo>
                  <a:pt x="130977" y="19534"/>
                </a:lnTo>
                <a:lnTo>
                  <a:pt x="130323" y="19212"/>
                </a:lnTo>
                <a:lnTo>
                  <a:pt x="129659" y="18904"/>
                </a:lnTo>
                <a:lnTo>
                  <a:pt x="128985" y="18610"/>
                </a:lnTo>
                <a:lnTo>
                  <a:pt x="128302" y="18330"/>
                </a:lnTo>
                <a:lnTo>
                  <a:pt x="127609" y="18063"/>
                </a:lnTo>
                <a:lnTo>
                  <a:pt x="126906" y="17810"/>
                </a:lnTo>
                <a:lnTo>
                  <a:pt x="126194" y="17571"/>
                </a:lnTo>
                <a:lnTo>
                  <a:pt x="125473" y="17345"/>
                </a:lnTo>
                <a:lnTo>
                  <a:pt x="124742" y="17133"/>
                </a:lnTo>
                <a:lnTo>
                  <a:pt x="124001" y="16935"/>
                </a:lnTo>
                <a:lnTo>
                  <a:pt x="123251" y="16750"/>
                </a:lnTo>
                <a:lnTo>
                  <a:pt x="122491" y="16579"/>
                </a:lnTo>
                <a:lnTo>
                  <a:pt x="121721" y="16422"/>
                </a:lnTo>
                <a:lnTo>
                  <a:pt x="120942" y="16278"/>
                </a:lnTo>
                <a:lnTo>
                  <a:pt x="120154" y="16148"/>
                </a:lnTo>
                <a:lnTo>
                  <a:pt x="119356" y="16032"/>
                </a:lnTo>
                <a:lnTo>
                  <a:pt x="118548" y="15929"/>
                </a:lnTo>
                <a:lnTo>
                  <a:pt x="117731" y="15840"/>
                </a:lnTo>
                <a:lnTo>
                  <a:pt x="116904" y="15765"/>
                </a:lnTo>
                <a:lnTo>
                  <a:pt x="116067" y="15704"/>
                </a:lnTo>
                <a:lnTo>
                  <a:pt x="115221" y="15656"/>
                </a:lnTo>
                <a:lnTo>
                  <a:pt x="114366" y="15622"/>
                </a:lnTo>
                <a:lnTo>
                  <a:pt x="113501" y="15601"/>
                </a:lnTo>
                <a:lnTo>
                  <a:pt x="112626" y="15594"/>
                </a:lnTo>
                <a:lnTo>
                  <a:pt x="111738" y="15601"/>
                </a:lnTo>
                <a:lnTo>
                  <a:pt x="110861" y="15621"/>
                </a:lnTo>
                <a:lnTo>
                  <a:pt x="109993" y="15655"/>
                </a:lnTo>
                <a:lnTo>
                  <a:pt x="109136" y="15701"/>
                </a:lnTo>
                <a:lnTo>
                  <a:pt x="108289" y="15762"/>
                </a:lnTo>
                <a:lnTo>
                  <a:pt x="107452" y="15836"/>
                </a:lnTo>
                <a:lnTo>
                  <a:pt x="106625" y="15923"/>
                </a:lnTo>
                <a:lnTo>
                  <a:pt x="105808" y="16023"/>
                </a:lnTo>
                <a:lnTo>
                  <a:pt x="105002" y="16137"/>
                </a:lnTo>
                <a:lnTo>
                  <a:pt x="104205" y="16264"/>
                </a:lnTo>
                <a:lnTo>
                  <a:pt x="103419" y="16405"/>
                </a:lnTo>
                <a:lnTo>
                  <a:pt x="102642" y="16559"/>
                </a:lnTo>
                <a:lnTo>
                  <a:pt x="101876" y="16727"/>
                </a:lnTo>
                <a:lnTo>
                  <a:pt x="101120" y="16908"/>
                </a:lnTo>
                <a:lnTo>
                  <a:pt x="100374" y="17102"/>
                </a:lnTo>
                <a:lnTo>
                  <a:pt x="99638" y="17310"/>
                </a:lnTo>
                <a:lnTo>
                  <a:pt x="98913" y="17531"/>
                </a:lnTo>
                <a:lnTo>
                  <a:pt x="98197" y="17766"/>
                </a:lnTo>
                <a:lnTo>
                  <a:pt x="97492" y="18014"/>
                </a:lnTo>
                <a:lnTo>
                  <a:pt x="96796" y="18275"/>
                </a:lnTo>
                <a:lnTo>
                  <a:pt x="96111" y="18550"/>
                </a:lnTo>
                <a:lnTo>
                  <a:pt x="95436" y="18838"/>
                </a:lnTo>
                <a:lnTo>
                  <a:pt x="94771" y="19139"/>
                </a:lnTo>
                <a:lnTo>
                  <a:pt x="94116" y="19454"/>
                </a:lnTo>
                <a:lnTo>
                  <a:pt x="93473" y="19781"/>
                </a:lnTo>
                <a:lnTo>
                  <a:pt x="92842" y="20118"/>
                </a:lnTo>
                <a:lnTo>
                  <a:pt x="92224" y="20465"/>
                </a:lnTo>
                <a:lnTo>
                  <a:pt x="91618" y="20822"/>
                </a:lnTo>
                <a:lnTo>
                  <a:pt x="91025" y="21189"/>
                </a:lnTo>
                <a:lnTo>
                  <a:pt x="90444" y="21566"/>
                </a:lnTo>
                <a:lnTo>
                  <a:pt x="89876" y="21954"/>
                </a:lnTo>
                <a:lnTo>
                  <a:pt x="89321" y="22351"/>
                </a:lnTo>
                <a:lnTo>
                  <a:pt x="88778" y="22759"/>
                </a:lnTo>
                <a:lnTo>
                  <a:pt x="88248" y="23177"/>
                </a:lnTo>
                <a:lnTo>
                  <a:pt x="87730" y="23605"/>
                </a:lnTo>
                <a:lnTo>
                  <a:pt x="87225" y="24043"/>
                </a:lnTo>
                <a:lnTo>
                  <a:pt x="86732" y="24491"/>
                </a:lnTo>
                <a:lnTo>
                  <a:pt x="86252" y="24949"/>
                </a:lnTo>
                <a:lnTo>
                  <a:pt x="85785" y="25417"/>
                </a:lnTo>
                <a:lnTo>
                  <a:pt x="85330" y="25896"/>
                </a:lnTo>
                <a:lnTo>
                  <a:pt x="84888" y="26384"/>
                </a:lnTo>
                <a:lnTo>
                  <a:pt x="84458" y="26883"/>
                </a:lnTo>
                <a:lnTo>
                  <a:pt x="84041" y="27392"/>
                </a:lnTo>
                <a:lnTo>
                  <a:pt x="83637" y="27911"/>
                </a:lnTo>
                <a:lnTo>
                  <a:pt x="83245" y="28440"/>
                </a:lnTo>
                <a:lnTo>
                  <a:pt x="82865" y="28979"/>
                </a:lnTo>
                <a:lnTo>
                  <a:pt x="82498" y="29528"/>
                </a:lnTo>
                <a:lnTo>
                  <a:pt x="82144" y="30088"/>
                </a:lnTo>
                <a:lnTo>
                  <a:pt x="81804" y="30656"/>
                </a:lnTo>
                <a:lnTo>
                  <a:pt x="81478" y="31232"/>
                </a:lnTo>
                <a:lnTo>
                  <a:pt x="81166" y="31815"/>
                </a:lnTo>
                <a:lnTo>
                  <a:pt x="80869" y="32407"/>
                </a:lnTo>
                <a:lnTo>
                  <a:pt x="80587" y="33005"/>
                </a:lnTo>
                <a:lnTo>
                  <a:pt x="80319" y="33612"/>
                </a:lnTo>
                <a:lnTo>
                  <a:pt x="80065" y="34226"/>
                </a:lnTo>
                <a:lnTo>
                  <a:pt x="79826" y="34848"/>
                </a:lnTo>
                <a:lnTo>
                  <a:pt x="79602" y="35478"/>
                </a:lnTo>
                <a:lnTo>
                  <a:pt x="79391" y="36115"/>
                </a:lnTo>
                <a:lnTo>
                  <a:pt x="79196" y="36759"/>
                </a:lnTo>
                <a:lnTo>
                  <a:pt x="79015" y="37412"/>
                </a:lnTo>
                <a:lnTo>
                  <a:pt x="78848" y="38072"/>
                </a:lnTo>
                <a:lnTo>
                  <a:pt x="78696" y="38740"/>
                </a:lnTo>
                <a:lnTo>
                  <a:pt x="78558" y="39415"/>
                </a:lnTo>
                <a:lnTo>
                  <a:pt x="78435" y="40098"/>
                </a:lnTo>
                <a:lnTo>
                  <a:pt x="78327" y="40789"/>
                </a:lnTo>
                <a:lnTo>
                  <a:pt x="78232" y="41487"/>
                </a:lnTo>
                <a:lnTo>
                  <a:pt x="78153" y="42193"/>
                </a:lnTo>
                <a:lnTo>
                  <a:pt x="78088" y="42907"/>
                </a:lnTo>
                <a:lnTo>
                  <a:pt x="78037" y="43628"/>
                </a:lnTo>
                <a:lnTo>
                  <a:pt x="78001" y="44357"/>
                </a:lnTo>
                <a:lnTo>
                  <a:pt x="77979" y="45094"/>
                </a:lnTo>
                <a:lnTo>
                  <a:pt x="77972" y="45838"/>
                </a:lnTo>
                <a:lnTo>
                  <a:pt x="77982" y="46711"/>
                </a:lnTo>
                <a:lnTo>
                  <a:pt x="78014" y="47570"/>
                </a:lnTo>
                <a:lnTo>
                  <a:pt x="78068" y="48415"/>
                </a:lnTo>
                <a:lnTo>
                  <a:pt x="78142" y="49247"/>
                </a:lnTo>
                <a:lnTo>
                  <a:pt x="78238" y="50065"/>
                </a:lnTo>
                <a:lnTo>
                  <a:pt x="78356" y="50869"/>
                </a:lnTo>
                <a:lnTo>
                  <a:pt x="78494" y="51660"/>
                </a:lnTo>
                <a:lnTo>
                  <a:pt x="78654" y="52437"/>
                </a:lnTo>
                <a:lnTo>
                  <a:pt x="78836" y="53200"/>
                </a:lnTo>
                <a:lnTo>
                  <a:pt x="79038" y="53950"/>
                </a:lnTo>
                <a:lnTo>
                  <a:pt x="79262" y="54686"/>
                </a:lnTo>
                <a:lnTo>
                  <a:pt x="79508" y="55408"/>
                </a:lnTo>
                <a:lnTo>
                  <a:pt x="79774" y="56116"/>
                </a:lnTo>
                <a:lnTo>
                  <a:pt x="80062" y="56811"/>
                </a:lnTo>
                <a:lnTo>
                  <a:pt x="80371" y="57493"/>
                </a:lnTo>
                <a:lnTo>
                  <a:pt x="80702" y="58160"/>
                </a:lnTo>
                <a:lnTo>
                  <a:pt x="81054" y="58814"/>
                </a:lnTo>
                <a:lnTo>
                  <a:pt x="81427" y="59455"/>
                </a:lnTo>
                <a:lnTo>
                  <a:pt x="81822" y="60081"/>
                </a:lnTo>
                <a:lnTo>
                  <a:pt x="82238" y="60694"/>
                </a:lnTo>
                <a:lnTo>
                  <a:pt x="82675" y="61293"/>
                </a:lnTo>
                <a:lnTo>
                  <a:pt x="83134" y="61879"/>
                </a:lnTo>
                <a:lnTo>
                  <a:pt x="83614" y="62451"/>
                </a:lnTo>
                <a:lnTo>
                  <a:pt x="84115" y="63009"/>
                </a:lnTo>
                <a:lnTo>
                  <a:pt x="84639" y="63556"/>
                </a:lnTo>
                <a:lnTo>
                  <a:pt x="85187" y="64096"/>
                </a:lnTo>
                <a:lnTo>
                  <a:pt x="85759" y="64628"/>
                </a:lnTo>
                <a:lnTo>
                  <a:pt x="86355" y="65153"/>
                </a:lnTo>
                <a:lnTo>
                  <a:pt x="86976" y="65670"/>
                </a:lnTo>
                <a:lnTo>
                  <a:pt x="87620" y="66179"/>
                </a:lnTo>
                <a:lnTo>
                  <a:pt x="88288" y="66680"/>
                </a:lnTo>
                <a:lnTo>
                  <a:pt x="88981" y="67174"/>
                </a:lnTo>
                <a:lnTo>
                  <a:pt x="89697" y="67660"/>
                </a:lnTo>
                <a:lnTo>
                  <a:pt x="90438" y="68139"/>
                </a:lnTo>
                <a:lnTo>
                  <a:pt x="91202" y="68609"/>
                </a:lnTo>
                <a:lnTo>
                  <a:pt x="91991" y="69073"/>
                </a:lnTo>
                <a:lnTo>
                  <a:pt x="92804" y="69528"/>
                </a:lnTo>
                <a:lnTo>
                  <a:pt x="93640" y="69976"/>
                </a:lnTo>
                <a:lnTo>
                  <a:pt x="94501" y="70416"/>
                </a:lnTo>
                <a:lnTo>
                  <a:pt x="95386" y="70849"/>
                </a:lnTo>
                <a:lnTo>
                  <a:pt x="96295" y="71274"/>
                </a:lnTo>
                <a:lnTo>
                  <a:pt x="97228" y="71691"/>
                </a:lnTo>
                <a:lnTo>
                  <a:pt x="98185" y="72101"/>
                </a:lnTo>
                <a:lnTo>
                  <a:pt x="99166" y="72503"/>
                </a:lnTo>
                <a:lnTo>
                  <a:pt x="100172" y="72897"/>
                </a:lnTo>
                <a:lnTo>
                  <a:pt x="101201" y="73284"/>
                </a:lnTo>
                <a:lnTo>
                  <a:pt x="102254" y="73663"/>
                </a:lnTo>
                <a:lnTo>
                  <a:pt x="103332" y="74034"/>
                </a:lnTo>
                <a:lnTo>
                  <a:pt x="103895" y="74218"/>
                </a:lnTo>
                <a:lnTo>
                  <a:pt x="104457" y="74400"/>
                </a:lnTo>
                <a:lnTo>
                  <a:pt x="105016" y="74582"/>
                </a:lnTo>
                <a:lnTo>
                  <a:pt x="105574" y="74763"/>
                </a:lnTo>
                <a:lnTo>
                  <a:pt x="106130" y="74943"/>
                </a:lnTo>
                <a:lnTo>
                  <a:pt x="106684" y="75123"/>
                </a:lnTo>
                <a:lnTo>
                  <a:pt x="107236" y="75301"/>
                </a:lnTo>
                <a:lnTo>
                  <a:pt x="107786" y="75479"/>
                </a:lnTo>
                <a:lnTo>
                  <a:pt x="108334" y="75656"/>
                </a:lnTo>
                <a:lnTo>
                  <a:pt x="108880" y="75832"/>
                </a:lnTo>
                <a:lnTo>
                  <a:pt x="109425" y="76007"/>
                </a:lnTo>
                <a:lnTo>
                  <a:pt x="109967" y="76181"/>
                </a:lnTo>
                <a:lnTo>
                  <a:pt x="110508" y="76355"/>
                </a:lnTo>
                <a:lnTo>
                  <a:pt x="111046" y="76527"/>
                </a:lnTo>
                <a:lnTo>
                  <a:pt x="111583" y="76699"/>
                </a:lnTo>
                <a:lnTo>
                  <a:pt x="112118" y="76870"/>
                </a:lnTo>
                <a:lnTo>
                  <a:pt x="112651" y="77041"/>
                </a:lnTo>
                <a:lnTo>
                  <a:pt x="113182" y="77210"/>
                </a:lnTo>
                <a:lnTo>
                  <a:pt x="113711" y="77379"/>
                </a:lnTo>
                <a:lnTo>
                  <a:pt x="114238" y="77546"/>
                </a:lnTo>
                <a:lnTo>
                  <a:pt x="114763" y="77713"/>
                </a:lnTo>
                <a:lnTo>
                  <a:pt x="115287" y="77879"/>
                </a:lnTo>
                <a:lnTo>
                  <a:pt x="115808" y="78045"/>
                </a:lnTo>
                <a:lnTo>
                  <a:pt x="116328" y="78209"/>
                </a:lnTo>
                <a:lnTo>
                  <a:pt x="116844" y="78374"/>
                </a:lnTo>
                <a:lnTo>
                  <a:pt x="117354" y="78541"/>
                </a:lnTo>
                <a:lnTo>
                  <a:pt x="117860" y="78710"/>
                </a:lnTo>
                <a:lnTo>
                  <a:pt x="118360" y="78881"/>
                </a:lnTo>
                <a:lnTo>
                  <a:pt x="118855" y="79053"/>
                </a:lnTo>
                <a:lnTo>
                  <a:pt x="119345" y="79228"/>
                </a:lnTo>
                <a:lnTo>
                  <a:pt x="119830" y="79404"/>
                </a:lnTo>
                <a:lnTo>
                  <a:pt x="120310" y="79583"/>
                </a:lnTo>
                <a:lnTo>
                  <a:pt x="120784" y="79763"/>
                </a:lnTo>
                <a:lnTo>
                  <a:pt x="121253" y="79946"/>
                </a:lnTo>
                <a:lnTo>
                  <a:pt x="121717" y="80130"/>
                </a:lnTo>
                <a:lnTo>
                  <a:pt x="122176" y="80316"/>
                </a:lnTo>
                <a:lnTo>
                  <a:pt x="122630" y="80504"/>
                </a:lnTo>
                <a:lnTo>
                  <a:pt x="123078" y="80694"/>
                </a:lnTo>
                <a:lnTo>
                  <a:pt x="123521" y="80886"/>
                </a:lnTo>
                <a:lnTo>
                  <a:pt x="123959" y="81080"/>
                </a:lnTo>
                <a:lnTo>
                  <a:pt x="124392" y="81275"/>
                </a:lnTo>
                <a:lnTo>
                  <a:pt x="124819" y="81473"/>
                </a:lnTo>
                <a:lnTo>
                  <a:pt x="125242" y="81672"/>
                </a:lnTo>
                <a:lnTo>
                  <a:pt x="125659" y="81874"/>
                </a:lnTo>
                <a:lnTo>
                  <a:pt x="126071" y="82077"/>
                </a:lnTo>
                <a:lnTo>
                  <a:pt x="126478" y="82283"/>
                </a:lnTo>
                <a:lnTo>
                  <a:pt x="126879" y="82490"/>
                </a:lnTo>
                <a:lnTo>
                  <a:pt x="127276" y="82699"/>
                </a:lnTo>
                <a:lnTo>
                  <a:pt x="127666" y="82912"/>
                </a:lnTo>
                <a:lnTo>
                  <a:pt x="128050" y="83129"/>
                </a:lnTo>
                <a:lnTo>
                  <a:pt x="128426" y="83352"/>
                </a:lnTo>
                <a:lnTo>
                  <a:pt x="128796" y="83580"/>
                </a:lnTo>
                <a:lnTo>
                  <a:pt x="129159" y="83814"/>
                </a:lnTo>
                <a:lnTo>
                  <a:pt x="129515" y="84052"/>
                </a:lnTo>
                <a:lnTo>
                  <a:pt x="129865" y="84296"/>
                </a:lnTo>
                <a:lnTo>
                  <a:pt x="130207" y="84545"/>
                </a:lnTo>
                <a:lnTo>
                  <a:pt x="130543" y="84799"/>
                </a:lnTo>
                <a:lnTo>
                  <a:pt x="130872" y="85058"/>
                </a:lnTo>
                <a:lnTo>
                  <a:pt x="131194" y="85323"/>
                </a:lnTo>
                <a:lnTo>
                  <a:pt x="131509" y="85593"/>
                </a:lnTo>
                <a:lnTo>
                  <a:pt x="131817" y="85868"/>
                </a:lnTo>
                <a:lnTo>
                  <a:pt x="132119" y="86148"/>
                </a:lnTo>
                <a:lnTo>
                  <a:pt x="132413" y="86434"/>
                </a:lnTo>
                <a:lnTo>
                  <a:pt x="132701" y="86724"/>
                </a:lnTo>
                <a:lnTo>
                  <a:pt x="132982" y="87020"/>
                </a:lnTo>
                <a:lnTo>
                  <a:pt x="133256" y="87321"/>
                </a:lnTo>
                <a:lnTo>
                  <a:pt x="133524" y="87627"/>
                </a:lnTo>
                <a:lnTo>
                  <a:pt x="133784" y="87939"/>
                </a:lnTo>
                <a:lnTo>
                  <a:pt x="134038" y="88255"/>
                </a:lnTo>
                <a:lnTo>
                  <a:pt x="134285" y="88577"/>
                </a:lnTo>
                <a:lnTo>
                  <a:pt x="134525" y="88904"/>
                </a:lnTo>
                <a:lnTo>
                  <a:pt x="134758" y="89237"/>
                </a:lnTo>
                <a:lnTo>
                  <a:pt x="134983" y="89576"/>
                </a:lnTo>
                <a:lnTo>
                  <a:pt x="135198" y="89923"/>
                </a:lnTo>
                <a:lnTo>
                  <a:pt x="135404" y="90279"/>
                </a:lnTo>
                <a:lnTo>
                  <a:pt x="135600" y="90643"/>
                </a:lnTo>
                <a:lnTo>
                  <a:pt x="135787" y="91016"/>
                </a:lnTo>
                <a:lnTo>
                  <a:pt x="135964" y="91397"/>
                </a:lnTo>
                <a:lnTo>
                  <a:pt x="136132" y="91787"/>
                </a:lnTo>
                <a:lnTo>
                  <a:pt x="136290" y="92186"/>
                </a:lnTo>
                <a:lnTo>
                  <a:pt x="136438" y="92592"/>
                </a:lnTo>
                <a:lnTo>
                  <a:pt x="136577" y="93008"/>
                </a:lnTo>
                <a:lnTo>
                  <a:pt x="136706" y="93431"/>
                </a:lnTo>
                <a:lnTo>
                  <a:pt x="136826" y="93863"/>
                </a:lnTo>
                <a:lnTo>
                  <a:pt x="136936" y="94304"/>
                </a:lnTo>
                <a:lnTo>
                  <a:pt x="137036" y="94753"/>
                </a:lnTo>
                <a:lnTo>
                  <a:pt x="137127" y="95211"/>
                </a:lnTo>
                <a:lnTo>
                  <a:pt x="137209" y="95677"/>
                </a:lnTo>
                <a:lnTo>
                  <a:pt x="137280" y="96152"/>
                </a:lnTo>
                <a:lnTo>
                  <a:pt x="137343" y="96635"/>
                </a:lnTo>
                <a:lnTo>
                  <a:pt x="137395" y="97126"/>
                </a:lnTo>
                <a:lnTo>
                  <a:pt x="137438" y="97626"/>
                </a:lnTo>
                <a:lnTo>
                  <a:pt x="137472" y="98135"/>
                </a:lnTo>
                <a:lnTo>
                  <a:pt x="137496" y="98652"/>
                </a:lnTo>
                <a:lnTo>
                  <a:pt x="137510" y="99177"/>
                </a:lnTo>
                <a:lnTo>
                  <a:pt x="137515" y="99711"/>
                </a:lnTo>
                <a:lnTo>
                  <a:pt x="137510" y="100156"/>
                </a:lnTo>
                <a:lnTo>
                  <a:pt x="137496" y="100596"/>
                </a:lnTo>
                <a:lnTo>
                  <a:pt x="137472" y="101033"/>
                </a:lnTo>
                <a:lnTo>
                  <a:pt x="137438" y="101466"/>
                </a:lnTo>
                <a:lnTo>
                  <a:pt x="137395" y="101895"/>
                </a:lnTo>
                <a:lnTo>
                  <a:pt x="137343" y="102320"/>
                </a:lnTo>
                <a:lnTo>
                  <a:pt x="137280" y="102741"/>
                </a:lnTo>
                <a:lnTo>
                  <a:pt x="137209" y="103159"/>
                </a:lnTo>
                <a:lnTo>
                  <a:pt x="137127" y="103573"/>
                </a:lnTo>
                <a:lnTo>
                  <a:pt x="137036" y="103983"/>
                </a:lnTo>
                <a:lnTo>
                  <a:pt x="136936" y="104389"/>
                </a:lnTo>
                <a:lnTo>
                  <a:pt x="136826" y="104791"/>
                </a:lnTo>
                <a:lnTo>
                  <a:pt x="136706" y="105190"/>
                </a:lnTo>
                <a:lnTo>
                  <a:pt x="136577" y="105584"/>
                </a:lnTo>
                <a:lnTo>
                  <a:pt x="136438" y="105975"/>
                </a:lnTo>
                <a:lnTo>
                  <a:pt x="136290" y="106362"/>
                </a:lnTo>
                <a:lnTo>
                  <a:pt x="136132" y="106745"/>
                </a:lnTo>
                <a:lnTo>
                  <a:pt x="135964" y="107125"/>
                </a:lnTo>
                <a:lnTo>
                  <a:pt x="135787" y="107500"/>
                </a:lnTo>
                <a:lnTo>
                  <a:pt x="135600" y="107872"/>
                </a:lnTo>
                <a:lnTo>
                  <a:pt x="135404" y="108240"/>
                </a:lnTo>
                <a:lnTo>
                  <a:pt x="135198" y="108604"/>
                </a:lnTo>
                <a:lnTo>
                  <a:pt x="134983" y="108964"/>
                </a:lnTo>
                <a:lnTo>
                  <a:pt x="134758" y="109321"/>
                </a:lnTo>
                <a:lnTo>
                  <a:pt x="134524" y="109672"/>
                </a:lnTo>
                <a:lnTo>
                  <a:pt x="134281" y="110017"/>
                </a:lnTo>
                <a:lnTo>
                  <a:pt x="134029" y="110355"/>
                </a:lnTo>
                <a:lnTo>
                  <a:pt x="133769" y="110688"/>
                </a:lnTo>
                <a:lnTo>
                  <a:pt x="133500" y="111014"/>
                </a:lnTo>
                <a:lnTo>
                  <a:pt x="133222" y="111334"/>
                </a:lnTo>
                <a:lnTo>
                  <a:pt x="132935" y="111647"/>
                </a:lnTo>
                <a:lnTo>
                  <a:pt x="132640" y="111954"/>
                </a:lnTo>
                <a:lnTo>
                  <a:pt x="132336" y="112255"/>
                </a:lnTo>
                <a:lnTo>
                  <a:pt x="132023" y="112550"/>
                </a:lnTo>
                <a:lnTo>
                  <a:pt x="131701" y="112838"/>
                </a:lnTo>
                <a:lnTo>
                  <a:pt x="131371" y="113120"/>
                </a:lnTo>
                <a:lnTo>
                  <a:pt x="131032" y="113396"/>
                </a:lnTo>
                <a:lnTo>
                  <a:pt x="130684" y="113665"/>
                </a:lnTo>
                <a:lnTo>
                  <a:pt x="130327" y="113929"/>
                </a:lnTo>
                <a:lnTo>
                  <a:pt x="129962" y="114186"/>
                </a:lnTo>
                <a:lnTo>
                  <a:pt x="129587" y="114436"/>
                </a:lnTo>
                <a:lnTo>
                  <a:pt x="129204" y="114680"/>
                </a:lnTo>
                <a:lnTo>
                  <a:pt x="128813" y="114919"/>
                </a:lnTo>
                <a:lnTo>
                  <a:pt x="128412" y="115150"/>
                </a:lnTo>
                <a:lnTo>
                  <a:pt x="128003" y="115376"/>
                </a:lnTo>
                <a:lnTo>
                  <a:pt x="127585" y="115595"/>
                </a:lnTo>
                <a:lnTo>
                  <a:pt x="127158" y="115808"/>
                </a:lnTo>
                <a:lnTo>
                  <a:pt x="126723" y="116015"/>
                </a:lnTo>
                <a:lnTo>
                  <a:pt x="126280" y="116214"/>
                </a:lnTo>
                <a:lnTo>
                  <a:pt x="125829" y="116404"/>
                </a:lnTo>
                <a:lnTo>
                  <a:pt x="125371" y="116586"/>
                </a:lnTo>
                <a:lnTo>
                  <a:pt x="124905" y="116760"/>
                </a:lnTo>
                <a:lnTo>
                  <a:pt x="124432" y="116925"/>
                </a:lnTo>
                <a:lnTo>
                  <a:pt x="123952" y="117082"/>
                </a:lnTo>
                <a:lnTo>
                  <a:pt x="123464" y="117230"/>
                </a:lnTo>
                <a:lnTo>
                  <a:pt x="122969" y="117370"/>
                </a:lnTo>
                <a:lnTo>
                  <a:pt x="122467" y="117501"/>
                </a:lnTo>
                <a:lnTo>
                  <a:pt x="121957" y="117624"/>
                </a:lnTo>
                <a:lnTo>
                  <a:pt x="121440" y="117738"/>
                </a:lnTo>
                <a:lnTo>
                  <a:pt x="120915" y="117844"/>
                </a:lnTo>
                <a:lnTo>
                  <a:pt x="120383" y="117942"/>
                </a:lnTo>
                <a:lnTo>
                  <a:pt x="119844" y="118031"/>
                </a:lnTo>
                <a:lnTo>
                  <a:pt x="119297" y="118111"/>
                </a:lnTo>
                <a:lnTo>
                  <a:pt x="118743" y="118183"/>
                </a:lnTo>
                <a:lnTo>
                  <a:pt x="118182" y="118247"/>
                </a:lnTo>
                <a:lnTo>
                  <a:pt x="117613" y="118302"/>
                </a:lnTo>
                <a:lnTo>
                  <a:pt x="117036" y="118348"/>
                </a:lnTo>
                <a:lnTo>
                  <a:pt x="116453" y="118386"/>
                </a:lnTo>
                <a:lnTo>
                  <a:pt x="115862" y="118416"/>
                </a:lnTo>
                <a:lnTo>
                  <a:pt x="115263" y="118437"/>
                </a:lnTo>
                <a:lnTo>
                  <a:pt x="114657" y="118450"/>
                </a:lnTo>
                <a:lnTo>
                  <a:pt x="114044" y="118454"/>
                </a:lnTo>
                <a:lnTo>
                  <a:pt x="113340" y="118449"/>
                </a:lnTo>
                <a:lnTo>
                  <a:pt x="112646" y="118432"/>
                </a:lnTo>
                <a:lnTo>
                  <a:pt x="111961" y="118404"/>
                </a:lnTo>
                <a:lnTo>
                  <a:pt x="111285" y="118365"/>
                </a:lnTo>
                <a:lnTo>
                  <a:pt x="110620" y="118314"/>
                </a:lnTo>
                <a:lnTo>
                  <a:pt x="109963" y="118252"/>
                </a:lnTo>
                <a:lnTo>
                  <a:pt x="109317" y="118180"/>
                </a:lnTo>
                <a:lnTo>
                  <a:pt x="108680" y="118096"/>
                </a:lnTo>
                <a:lnTo>
                  <a:pt x="108052" y="118000"/>
                </a:lnTo>
                <a:lnTo>
                  <a:pt x="107434" y="117894"/>
                </a:lnTo>
                <a:lnTo>
                  <a:pt x="106826" y="117776"/>
                </a:lnTo>
                <a:lnTo>
                  <a:pt x="106227" y="117647"/>
                </a:lnTo>
                <a:lnTo>
                  <a:pt x="105638" y="117507"/>
                </a:lnTo>
                <a:lnTo>
                  <a:pt x="105058" y="117356"/>
                </a:lnTo>
                <a:lnTo>
                  <a:pt x="104488" y="117193"/>
                </a:lnTo>
                <a:lnTo>
                  <a:pt x="103928" y="117020"/>
                </a:lnTo>
                <a:lnTo>
                  <a:pt x="103377" y="116835"/>
                </a:lnTo>
                <a:lnTo>
                  <a:pt x="102836" y="116638"/>
                </a:lnTo>
                <a:lnTo>
                  <a:pt x="102304" y="116431"/>
                </a:lnTo>
                <a:lnTo>
                  <a:pt x="101782" y="116213"/>
                </a:lnTo>
                <a:lnTo>
                  <a:pt x="101269" y="115983"/>
                </a:lnTo>
                <a:lnTo>
                  <a:pt x="100766" y="115742"/>
                </a:lnTo>
                <a:lnTo>
                  <a:pt x="100273" y="115490"/>
                </a:lnTo>
                <a:lnTo>
                  <a:pt x="99789" y="115226"/>
                </a:lnTo>
                <a:lnTo>
                  <a:pt x="99314" y="114953"/>
                </a:lnTo>
                <a:lnTo>
                  <a:pt x="98850" y="114673"/>
                </a:lnTo>
                <a:lnTo>
                  <a:pt x="98394" y="114384"/>
                </a:lnTo>
                <a:lnTo>
                  <a:pt x="97949" y="114088"/>
                </a:lnTo>
                <a:lnTo>
                  <a:pt x="97513" y="113785"/>
                </a:lnTo>
                <a:lnTo>
                  <a:pt x="97086" y="113473"/>
                </a:lnTo>
                <a:lnTo>
                  <a:pt x="96669" y="113154"/>
                </a:lnTo>
                <a:lnTo>
                  <a:pt x="96262" y="112828"/>
                </a:lnTo>
                <a:lnTo>
                  <a:pt x="95864" y="112494"/>
                </a:lnTo>
                <a:lnTo>
                  <a:pt x="95476" y="112152"/>
                </a:lnTo>
                <a:lnTo>
                  <a:pt x="95097" y="111802"/>
                </a:lnTo>
                <a:lnTo>
                  <a:pt x="94728" y="111445"/>
                </a:lnTo>
                <a:lnTo>
                  <a:pt x="94368" y="111080"/>
                </a:lnTo>
                <a:lnTo>
                  <a:pt x="94018" y="110707"/>
                </a:lnTo>
                <a:lnTo>
                  <a:pt x="93678" y="110327"/>
                </a:lnTo>
                <a:lnTo>
                  <a:pt x="93347" y="109940"/>
                </a:lnTo>
                <a:lnTo>
                  <a:pt x="93026" y="109544"/>
                </a:lnTo>
                <a:lnTo>
                  <a:pt x="92714" y="109141"/>
                </a:lnTo>
                <a:lnTo>
                  <a:pt x="92412" y="108730"/>
                </a:lnTo>
                <a:lnTo>
                  <a:pt x="92119" y="108312"/>
                </a:lnTo>
                <a:lnTo>
                  <a:pt x="91836" y="107886"/>
                </a:lnTo>
                <a:lnTo>
                  <a:pt x="91563" y="107452"/>
                </a:lnTo>
                <a:lnTo>
                  <a:pt x="91299" y="107010"/>
                </a:lnTo>
                <a:lnTo>
                  <a:pt x="91045" y="106561"/>
                </a:lnTo>
                <a:lnTo>
                  <a:pt x="90800" y="106107"/>
                </a:lnTo>
                <a:lnTo>
                  <a:pt x="90567" y="105649"/>
                </a:lnTo>
                <a:lnTo>
                  <a:pt x="90343" y="105187"/>
                </a:lnTo>
                <a:lnTo>
                  <a:pt x="90130" y="104722"/>
                </a:lnTo>
                <a:lnTo>
                  <a:pt x="89928" y="104253"/>
                </a:lnTo>
                <a:lnTo>
                  <a:pt x="89735" y="103780"/>
                </a:lnTo>
                <a:lnTo>
                  <a:pt x="89554" y="103304"/>
                </a:lnTo>
                <a:lnTo>
                  <a:pt x="89382" y="102825"/>
                </a:lnTo>
                <a:lnTo>
                  <a:pt x="89221" y="102342"/>
                </a:lnTo>
                <a:lnTo>
                  <a:pt x="89070" y="101855"/>
                </a:lnTo>
                <a:lnTo>
                  <a:pt x="88930" y="101365"/>
                </a:lnTo>
                <a:lnTo>
                  <a:pt x="88800" y="100871"/>
                </a:lnTo>
                <a:lnTo>
                  <a:pt x="88681" y="100374"/>
                </a:lnTo>
                <a:lnTo>
                  <a:pt x="88572" y="99873"/>
                </a:lnTo>
                <a:lnTo>
                  <a:pt x="88473" y="99368"/>
                </a:lnTo>
                <a:lnTo>
                  <a:pt x="88385" y="98860"/>
                </a:lnTo>
                <a:lnTo>
                  <a:pt x="88307" y="98349"/>
                </a:lnTo>
                <a:lnTo>
                  <a:pt x="88239" y="97834"/>
                </a:lnTo>
                <a:lnTo>
                  <a:pt x="88182" y="97315"/>
                </a:lnTo>
                <a:lnTo>
                  <a:pt x="88135" y="96793"/>
                </a:lnTo>
                <a:lnTo>
                  <a:pt x="88099" y="96267"/>
                </a:lnTo>
                <a:lnTo>
                  <a:pt x="88073" y="95738"/>
                </a:lnTo>
                <a:lnTo>
                  <a:pt x="88057" y="95205"/>
                </a:lnTo>
                <a:lnTo>
                  <a:pt x="88052" y="94669"/>
                </a:lnTo>
                <a:lnTo>
                  <a:pt x="74191" y="94669"/>
                </a:lnTo>
                <a:lnTo>
                  <a:pt x="74199" y="95531"/>
                </a:lnTo>
                <a:lnTo>
                  <a:pt x="74225" y="96384"/>
                </a:lnTo>
                <a:lnTo>
                  <a:pt x="74267" y="97229"/>
                </a:lnTo>
                <a:lnTo>
                  <a:pt x="74326" y="98065"/>
                </a:lnTo>
                <a:lnTo>
                  <a:pt x="74403" y="98892"/>
                </a:lnTo>
                <a:lnTo>
                  <a:pt x="74496" y="99710"/>
                </a:lnTo>
                <a:lnTo>
                  <a:pt x="74606" y="100520"/>
                </a:lnTo>
                <a:lnTo>
                  <a:pt x="74733" y="101320"/>
                </a:lnTo>
                <a:lnTo>
                  <a:pt x="74877" y="102112"/>
                </a:lnTo>
                <a:lnTo>
                  <a:pt x="75038" y="102896"/>
                </a:lnTo>
                <a:lnTo>
                  <a:pt x="75216" y="103670"/>
                </a:lnTo>
                <a:lnTo>
                  <a:pt x="75411" y="104436"/>
                </a:lnTo>
                <a:lnTo>
                  <a:pt x="75623" y="105193"/>
                </a:lnTo>
                <a:lnTo>
                  <a:pt x="75852" y="105941"/>
                </a:lnTo>
                <a:lnTo>
                  <a:pt x="76098" y="106681"/>
                </a:lnTo>
                <a:lnTo>
                  <a:pt x="76360" y="107412"/>
                </a:lnTo>
                <a:lnTo>
                  <a:pt x="76640" y="108134"/>
                </a:lnTo>
                <a:lnTo>
                  <a:pt x="76937" y="108847"/>
                </a:lnTo>
                <a:lnTo>
                  <a:pt x="77250" y="109552"/>
                </a:lnTo>
                <a:lnTo>
                  <a:pt x="77581" y="110247"/>
                </a:lnTo>
                <a:lnTo>
                  <a:pt x="77928" y="110934"/>
                </a:lnTo>
                <a:lnTo>
                  <a:pt x="78293" y="111613"/>
                </a:lnTo>
                <a:lnTo>
                  <a:pt x="78674" y="112282"/>
                </a:lnTo>
                <a:lnTo>
                  <a:pt x="79072" y="112943"/>
                </a:lnTo>
                <a:lnTo>
                  <a:pt x="79487" y="113593"/>
                </a:lnTo>
                <a:lnTo>
                  <a:pt x="79915" y="114231"/>
                </a:lnTo>
                <a:lnTo>
                  <a:pt x="80357" y="114857"/>
                </a:lnTo>
                <a:lnTo>
                  <a:pt x="80814" y="115471"/>
                </a:lnTo>
                <a:lnTo>
                  <a:pt x="81285" y="116073"/>
                </a:lnTo>
                <a:lnTo>
                  <a:pt x="81770" y="116663"/>
                </a:lnTo>
                <a:lnTo>
                  <a:pt x="82270" y="117241"/>
                </a:lnTo>
                <a:lnTo>
                  <a:pt x="82783" y="117807"/>
                </a:lnTo>
                <a:lnTo>
                  <a:pt x="83311" y="118361"/>
                </a:lnTo>
                <a:lnTo>
                  <a:pt x="83853" y="118903"/>
                </a:lnTo>
                <a:lnTo>
                  <a:pt x="84409" y="119433"/>
                </a:lnTo>
                <a:lnTo>
                  <a:pt x="84980" y="119951"/>
                </a:lnTo>
                <a:lnTo>
                  <a:pt x="85564" y="120457"/>
                </a:lnTo>
                <a:lnTo>
                  <a:pt x="86163" y="120951"/>
                </a:lnTo>
                <a:lnTo>
                  <a:pt x="86776" y="121432"/>
                </a:lnTo>
                <a:lnTo>
                  <a:pt x="87404" y="121902"/>
                </a:lnTo>
                <a:lnTo>
                  <a:pt x="88045" y="122360"/>
                </a:lnTo>
                <a:lnTo>
                  <a:pt x="88701" y="122806"/>
                </a:lnTo>
                <a:lnTo>
                  <a:pt x="89371" y="123239"/>
                </a:lnTo>
                <a:lnTo>
                  <a:pt x="90055" y="123661"/>
                </a:lnTo>
                <a:lnTo>
                  <a:pt x="90753" y="124071"/>
                </a:lnTo>
                <a:lnTo>
                  <a:pt x="91466" y="124468"/>
                </a:lnTo>
                <a:lnTo>
                  <a:pt x="92193" y="124854"/>
                </a:lnTo>
                <a:lnTo>
                  <a:pt x="92934" y="125227"/>
                </a:lnTo>
                <a:lnTo>
                  <a:pt x="93688" y="125587"/>
                </a:lnTo>
                <a:lnTo>
                  <a:pt x="94452" y="125932"/>
                </a:lnTo>
                <a:lnTo>
                  <a:pt x="95228" y="126261"/>
                </a:lnTo>
                <a:lnTo>
                  <a:pt x="96015" y="126575"/>
                </a:lnTo>
                <a:lnTo>
                  <a:pt x="96812" y="126874"/>
                </a:lnTo>
                <a:lnTo>
                  <a:pt x="97621" y="127157"/>
                </a:lnTo>
                <a:lnTo>
                  <a:pt x="98440" y="127425"/>
                </a:lnTo>
                <a:lnTo>
                  <a:pt x="99270" y="127678"/>
                </a:lnTo>
                <a:lnTo>
                  <a:pt x="100112" y="127915"/>
                </a:lnTo>
                <a:lnTo>
                  <a:pt x="100964" y="128137"/>
                </a:lnTo>
                <a:lnTo>
                  <a:pt x="101827" y="128344"/>
                </a:lnTo>
                <a:lnTo>
                  <a:pt x="102701" y="128535"/>
                </a:lnTo>
                <a:lnTo>
                  <a:pt x="103586" y="128711"/>
                </a:lnTo>
                <a:lnTo>
                  <a:pt x="104482" y="128872"/>
                </a:lnTo>
                <a:lnTo>
                  <a:pt x="105389" y="129018"/>
                </a:lnTo>
                <a:lnTo>
                  <a:pt x="106307" y="129148"/>
                </a:lnTo>
                <a:lnTo>
                  <a:pt x="107236" y="129263"/>
                </a:lnTo>
                <a:lnTo>
                  <a:pt x="108176" y="129362"/>
                </a:lnTo>
                <a:lnTo>
                  <a:pt x="109126" y="129447"/>
                </a:lnTo>
                <a:lnTo>
                  <a:pt x="110088" y="129515"/>
                </a:lnTo>
                <a:lnTo>
                  <a:pt x="111061" y="129569"/>
                </a:lnTo>
                <a:lnTo>
                  <a:pt x="112044" y="129607"/>
                </a:lnTo>
                <a:lnTo>
                  <a:pt x="113039" y="129630"/>
                </a:lnTo>
                <a:lnTo>
                  <a:pt x="114044" y="129638"/>
                </a:lnTo>
                <a:lnTo>
                  <a:pt x="115074" y="129630"/>
                </a:lnTo>
                <a:lnTo>
                  <a:pt x="116089" y="129607"/>
                </a:lnTo>
                <a:lnTo>
                  <a:pt x="117089" y="129569"/>
                </a:lnTo>
                <a:lnTo>
                  <a:pt x="118074" y="129515"/>
                </a:lnTo>
                <a:lnTo>
                  <a:pt x="119044" y="129447"/>
                </a:lnTo>
                <a:close/>
                <a:moveTo>
                  <a:pt x="272995" y="85551"/>
                </a:moveTo>
                <a:lnTo>
                  <a:pt x="273012" y="84942"/>
                </a:lnTo>
                <a:lnTo>
                  <a:pt x="273036" y="84342"/>
                </a:lnTo>
                <a:lnTo>
                  <a:pt x="273067" y="83750"/>
                </a:lnTo>
                <a:lnTo>
                  <a:pt x="273104" y="83166"/>
                </a:lnTo>
                <a:lnTo>
                  <a:pt x="273149" y="82591"/>
                </a:lnTo>
                <a:lnTo>
                  <a:pt x="273200" y="82025"/>
                </a:lnTo>
                <a:lnTo>
                  <a:pt x="273258" y="81467"/>
                </a:lnTo>
                <a:lnTo>
                  <a:pt x="273323" y="80917"/>
                </a:lnTo>
                <a:lnTo>
                  <a:pt x="273395" y="80376"/>
                </a:lnTo>
                <a:lnTo>
                  <a:pt x="273474" y="79844"/>
                </a:lnTo>
                <a:lnTo>
                  <a:pt x="273559" y="79319"/>
                </a:lnTo>
                <a:lnTo>
                  <a:pt x="273651" y="78804"/>
                </a:lnTo>
                <a:lnTo>
                  <a:pt x="273750" y="78297"/>
                </a:lnTo>
                <a:lnTo>
                  <a:pt x="273856" y="77798"/>
                </a:lnTo>
                <a:lnTo>
                  <a:pt x="273969" y="77308"/>
                </a:lnTo>
                <a:lnTo>
                  <a:pt x="274089" y="76826"/>
                </a:lnTo>
                <a:lnTo>
                  <a:pt x="274215" y="76353"/>
                </a:lnTo>
                <a:lnTo>
                  <a:pt x="274348" y="75888"/>
                </a:lnTo>
                <a:lnTo>
                  <a:pt x="274489" y="75432"/>
                </a:lnTo>
                <a:lnTo>
                  <a:pt x="274635" y="74984"/>
                </a:lnTo>
                <a:lnTo>
                  <a:pt x="274789" y="74544"/>
                </a:lnTo>
                <a:lnTo>
                  <a:pt x="274950" y="74114"/>
                </a:lnTo>
                <a:lnTo>
                  <a:pt x="275117" y="73691"/>
                </a:lnTo>
                <a:lnTo>
                  <a:pt x="275289" y="73275"/>
                </a:lnTo>
                <a:lnTo>
                  <a:pt x="275467" y="72867"/>
                </a:lnTo>
                <a:lnTo>
                  <a:pt x="275650" y="72466"/>
                </a:lnTo>
                <a:lnTo>
                  <a:pt x="275838" y="72073"/>
                </a:lnTo>
                <a:lnTo>
                  <a:pt x="276033" y="71687"/>
                </a:lnTo>
                <a:lnTo>
                  <a:pt x="276232" y="71308"/>
                </a:lnTo>
                <a:lnTo>
                  <a:pt x="276437" y="70937"/>
                </a:lnTo>
                <a:lnTo>
                  <a:pt x="276648" y="70573"/>
                </a:lnTo>
                <a:lnTo>
                  <a:pt x="276864" y="70216"/>
                </a:lnTo>
                <a:lnTo>
                  <a:pt x="277085" y="69867"/>
                </a:lnTo>
                <a:lnTo>
                  <a:pt x="277312" y="69526"/>
                </a:lnTo>
                <a:lnTo>
                  <a:pt x="277544" y="69191"/>
                </a:lnTo>
                <a:lnTo>
                  <a:pt x="277782" y="68864"/>
                </a:lnTo>
                <a:lnTo>
                  <a:pt x="278026" y="68545"/>
                </a:lnTo>
                <a:lnTo>
                  <a:pt x="278274" y="68233"/>
                </a:lnTo>
                <a:lnTo>
                  <a:pt x="278529" y="67928"/>
                </a:lnTo>
                <a:lnTo>
                  <a:pt x="278788" y="67631"/>
                </a:lnTo>
                <a:lnTo>
                  <a:pt x="279053" y="67341"/>
                </a:lnTo>
                <a:lnTo>
                  <a:pt x="279324" y="67058"/>
                </a:lnTo>
                <a:lnTo>
                  <a:pt x="279600" y="66783"/>
                </a:lnTo>
                <a:lnTo>
                  <a:pt x="279882" y="66515"/>
                </a:lnTo>
                <a:lnTo>
                  <a:pt x="280169" y="66255"/>
                </a:lnTo>
                <a:lnTo>
                  <a:pt x="280461" y="66002"/>
                </a:lnTo>
                <a:lnTo>
                  <a:pt x="280758" y="65755"/>
                </a:lnTo>
                <a:lnTo>
                  <a:pt x="281059" y="65514"/>
                </a:lnTo>
                <a:lnTo>
                  <a:pt x="281364" y="65279"/>
                </a:lnTo>
                <a:lnTo>
                  <a:pt x="281671" y="65050"/>
                </a:lnTo>
                <a:lnTo>
                  <a:pt x="281983" y="64826"/>
                </a:lnTo>
                <a:lnTo>
                  <a:pt x="282298" y="64609"/>
                </a:lnTo>
                <a:lnTo>
                  <a:pt x="282616" y="64397"/>
                </a:lnTo>
                <a:lnTo>
                  <a:pt x="282938" y="64190"/>
                </a:lnTo>
                <a:lnTo>
                  <a:pt x="283264" y="63990"/>
                </a:lnTo>
                <a:lnTo>
                  <a:pt x="283593" y="63795"/>
                </a:lnTo>
                <a:lnTo>
                  <a:pt x="283926" y="63606"/>
                </a:lnTo>
                <a:lnTo>
                  <a:pt x="284262" y="63423"/>
                </a:lnTo>
                <a:lnTo>
                  <a:pt x="284602" y="63245"/>
                </a:lnTo>
                <a:lnTo>
                  <a:pt x="284945" y="63073"/>
                </a:lnTo>
                <a:lnTo>
                  <a:pt x="285292" y="62907"/>
                </a:lnTo>
                <a:lnTo>
                  <a:pt x="285642" y="62747"/>
                </a:lnTo>
                <a:lnTo>
                  <a:pt x="285996" y="62592"/>
                </a:lnTo>
                <a:lnTo>
                  <a:pt x="286354" y="62443"/>
                </a:lnTo>
                <a:lnTo>
                  <a:pt x="286715" y="62300"/>
                </a:lnTo>
                <a:lnTo>
                  <a:pt x="287079" y="62163"/>
                </a:lnTo>
                <a:lnTo>
                  <a:pt x="287448" y="62031"/>
                </a:lnTo>
                <a:lnTo>
                  <a:pt x="287819" y="61905"/>
                </a:lnTo>
                <a:lnTo>
                  <a:pt x="288194" y="61785"/>
                </a:lnTo>
                <a:lnTo>
                  <a:pt x="288573" y="61670"/>
                </a:lnTo>
                <a:lnTo>
                  <a:pt x="288955" y="61561"/>
                </a:lnTo>
                <a:lnTo>
                  <a:pt x="289338" y="61456"/>
                </a:lnTo>
                <a:lnTo>
                  <a:pt x="289723" y="61357"/>
                </a:lnTo>
                <a:lnTo>
                  <a:pt x="290109" y="61261"/>
                </a:lnTo>
                <a:lnTo>
                  <a:pt x="290498" y="61171"/>
                </a:lnTo>
                <a:lnTo>
                  <a:pt x="290887" y="61085"/>
                </a:lnTo>
                <a:lnTo>
                  <a:pt x="291279" y="61003"/>
                </a:lnTo>
                <a:lnTo>
                  <a:pt x="291672" y="60927"/>
                </a:lnTo>
                <a:lnTo>
                  <a:pt x="292066" y="60854"/>
                </a:lnTo>
                <a:lnTo>
                  <a:pt x="292463" y="60787"/>
                </a:lnTo>
                <a:lnTo>
                  <a:pt x="292861" y="60724"/>
                </a:lnTo>
                <a:lnTo>
                  <a:pt x="293260" y="60666"/>
                </a:lnTo>
                <a:lnTo>
                  <a:pt x="293661" y="60613"/>
                </a:lnTo>
                <a:lnTo>
                  <a:pt x="294064" y="60564"/>
                </a:lnTo>
                <a:lnTo>
                  <a:pt x="294469" y="60520"/>
                </a:lnTo>
                <a:lnTo>
                  <a:pt x="294875" y="60480"/>
                </a:lnTo>
                <a:lnTo>
                  <a:pt x="295283" y="60445"/>
                </a:lnTo>
                <a:lnTo>
                  <a:pt x="295692" y="60415"/>
                </a:lnTo>
                <a:lnTo>
                  <a:pt x="296103" y="60390"/>
                </a:lnTo>
                <a:lnTo>
                  <a:pt x="296516" y="60369"/>
                </a:lnTo>
                <a:lnTo>
                  <a:pt x="296930" y="60352"/>
                </a:lnTo>
                <a:lnTo>
                  <a:pt x="297346" y="60341"/>
                </a:lnTo>
                <a:lnTo>
                  <a:pt x="297763" y="60334"/>
                </a:lnTo>
                <a:lnTo>
                  <a:pt x="298183" y="60332"/>
                </a:lnTo>
                <a:lnTo>
                  <a:pt x="303067" y="60332"/>
                </a:lnTo>
                <a:lnTo>
                  <a:pt x="303067" y="46468"/>
                </a:lnTo>
                <a:lnTo>
                  <a:pt x="302439" y="46471"/>
                </a:lnTo>
                <a:lnTo>
                  <a:pt x="301818" y="46482"/>
                </a:lnTo>
                <a:lnTo>
                  <a:pt x="301202" y="46500"/>
                </a:lnTo>
                <a:lnTo>
                  <a:pt x="300592" y="46525"/>
                </a:lnTo>
                <a:lnTo>
                  <a:pt x="299988" y="46557"/>
                </a:lnTo>
                <a:lnTo>
                  <a:pt x="299389" y="46596"/>
                </a:lnTo>
                <a:lnTo>
                  <a:pt x="298796" y="46642"/>
                </a:lnTo>
                <a:lnTo>
                  <a:pt x="298209" y="46695"/>
                </a:lnTo>
                <a:lnTo>
                  <a:pt x="297628" y="46756"/>
                </a:lnTo>
                <a:lnTo>
                  <a:pt x="297052" y="46823"/>
                </a:lnTo>
                <a:lnTo>
                  <a:pt x="296483" y="46898"/>
                </a:lnTo>
                <a:lnTo>
                  <a:pt x="295918" y="46980"/>
                </a:lnTo>
                <a:lnTo>
                  <a:pt x="295360" y="47069"/>
                </a:lnTo>
                <a:lnTo>
                  <a:pt x="294808" y="47165"/>
                </a:lnTo>
                <a:lnTo>
                  <a:pt x="294261" y="47268"/>
                </a:lnTo>
                <a:lnTo>
                  <a:pt x="293720" y="47378"/>
                </a:lnTo>
                <a:lnTo>
                  <a:pt x="293184" y="47495"/>
                </a:lnTo>
                <a:lnTo>
                  <a:pt x="292654" y="47620"/>
                </a:lnTo>
                <a:lnTo>
                  <a:pt x="292131" y="47751"/>
                </a:lnTo>
                <a:lnTo>
                  <a:pt x="291612" y="47890"/>
                </a:lnTo>
                <a:lnTo>
                  <a:pt x="291100" y="48036"/>
                </a:lnTo>
                <a:lnTo>
                  <a:pt x="290593" y="48189"/>
                </a:lnTo>
                <a:lnTo>
                  <a:pt x="290092" y="48349"/>
                </a:lnTo>
                <a:lnTo>
                  <a:pt x="289597" y="48516"/>
                </a:lnTo>
                <a:lnTo>
                  <a:pt x="289108" y="48689"/>
                </a:lnTo>
                <a:lnTo>
                  <a:pt x="288625" y="48869"/>
                </a:lnTo>
                <a:lnTo>
                  <a:pt x="288148" y="49055"/>
                </a:lnTo>
                <a:lnTo>
                  <a:pt x="287677" y="49246"/>
                </a:lnTo>
                <a:lnTo>
                  <a:pt x="287212" y="49444"/>
                </a:lnTo>
                <a:lnTo>
                  <a:pt x="286753" y="49648"/>
                </a:lnTo>
                <a:lnTo>
                  <a:pt x="286299" y="49858"/>
                </a:lnTo>
                <a:lnTo>
                  <a:pt x="285852" y="50073"/>
                </a:lnTo>
                <a:lnTo>
                  <a:pt x="285411" y="50295"/>
                </a:lnTo>
                <a:lnTo>
                  <a:pt x="284976" y="50523"/>
                </a:lnTo>
                <a:lnTo>
                  <a:pt x="284547" y="50757"/>
                </a:lnTo>
                <a:lnTo>
                  <a:pt x="284124" y="50997"/>
                </a:lnTo>
                <a:lnTo>
                  <a:pt x="283707" y="51243"/>
                </a:lnTo>
                <a:lnTo>
                  <a:pt x="283296" y="51494"/>
                </a:lnTo>
                <a:lnTo>
                  <a:pt x="282891" y="51752"/>
                </a:lnTo>
                <a:lnTo>
                  <a:pt x="282492" y="52016"/>
                </a:lnTo>
                <a:lnTo>
                  <a:pt x="282099" y="52286"/>
                </a:lnTo>
                <a:lnTo>
                  <a:pt x="281712" y="52562"/>
                </a:lnTo>
                <a:lnTo>
                  <a:pt x="281331" y="52844"/>
                </a:lnTo>
                <a:lnTo>
                  <a:pt x="280956" y="53132"/>
                </a:lnTo>
                <a:lnTo>
                  <a:pt x="280587" y="53426"/>
                </a:lnTo>
                <a:lnTo>
                  <a:pt x="280225" y="53726"/>
                </a:lnTo>
                <a:lnTo>
                  <a:pt x="279868" y="54032"/>
                </a:lnTo>
                <a:lnTo>
                  <a:pt x="279517" y="54344"/>
                </a:lnTo>
                <a:lnTo>
                  <a:pt x="279172" y="54662"/>
                </a:lnTo>
                <a:lnTo>
                  <a:pt x="278832" y="54985"/>
                </a:lnTo>
                <a:lnTo>
                  <a:pt x="278497" y="55314"/>
                </a:lnTo>
                <a:lnTo>
                  <a:pt x="278167" y="55648"/>
                </a:lnTo>
                <a:lnTo>
                  <a:pt x="277843" y="55988"/>
                </a:lnTo>
                <a:lnTo>
                  <a:pt x="277524" y="56333"/>
                </a:lnTo>
                <a:lnTo>
                  <a:pt x="277210" y="56684"/>
                </a:lnTo>
                <a:lnTo>
                  <a:pt x="276901" y="57040"/>
                </a:lnTo>
                <a:lnTo>
                  <a:pt x="276597" y="57401"/>
                </a:lnTo>
                <a:lnTo>
                  <a:pt x="276299" y="57768"/>
                </a:lnTo>
                <a:lnTo>
                  <a:pt x="276005" y="58141"/>
                </a:lnTo>
                <a:lnTo>
                  <a:pt x="275717" y="58519"/>
                </a:lnTo>
                <a:lnTo>
                  <a:pt x="275434" y="58902"/>
                </a:lnTo>
                <a:lnTo>
                  <a:pt x="275157" y="59291"/>
                </a:lnTo>
                <a:lnTo>
                  <a:pt x="274884" y="59685"/>
                </a:lnTo>
                <a:lnTo>
                  <a:pt x="274617" y="60085"/>
                </a:lnTo>
                <a:lnTo>
                  <a:pt x="274354" y="60490"/>
                </a:lnTo>
                <a:lnTo>
                  <a:pt x="274097" y="60901"/>
                </a:lnTo>
                <a:lnTo>
                  <a:pt x="273846" y="61317"/>
                </a:lnTo>
                <a:lnTo>
                  <a:pt x="273599" y="61739"/>
                </a:lnTo>
                <a:lnTo>
                  <a:pt x="273357" y="62166"/>
                </a:lnTo>
                <a:lnTo>
                  <a:pt x="273121" y="62599"/>
                </a:lnTo>
                <a:lnTo>
                  <a:pt x="272890" y="63037"/>
                </a:lnTo>
                <a:lnTo>
                  <a:pt x="272664" y="63480"/>
                </a:lnTo>
                <a:lnTo>
                  <a:pt x="271720" y="48359"/>
                </a:lnTo>
                <a:lnTo>
                  <a:pt x="259750" y="48359"/>
                </a:lnTo>
                <a:lnTo>
                  <a:pt x="259750" y="127749"/>
                </a:lnTo>
                <a:lnTo>
                  <a:pt x="272981" y="127749"/>
                </a:lnTo>
                <a:lnTo>
                  <a:pt x="272981" y="86795"/>
                </a:lnTo>
                <a:lnTo>
                  <a:pt x="272985" y="86169"/>
                </a:lnTo>
                <a:lnTo>
                  <a:pt x="272995" y="85551"/>
                </a:lnTo>
                <a:close/>
                <a:moveTo>
                  <a:pt x="396606" y="129583"/>
                </a:moveTo>
                <a:lnTo>
                  <a:pt x="397029" y="129559"/>
                </a:lnTo>
                <a:lnTo>
                  <a:pt x="397449" y="129531"/>
                </a:lnTo>
                <a:lnTo>
                  <a:pt x="397865" y="129498"/>
                </a:lnTo>
                <a:lnTo>
                  <a:pt x="398276" y="129461"/>
                </a:lnTo>
                <a:lnTo>
                  <a:pt x="398684" y="129419"/>
                </a:lnTo>
                <a:lnTo>
                  <a:pt x="399087" y="129373"/>
                </a:lnTo>
                <a:lnTo>
                  <a:pt x="399486" y="129323"/>
                </a:lnTo>
                <a:lnTo>
                  <a:pt x="399881" y="129268"/>
                </a:lnTo>
                <a:lnTo>
                  <a:pt x="400272" y="129209"/>
                </a:lnTo>
                <a:lnTo>
                  <a:pt x="400659" y="129146"/>
                </a:lnTo>
                <a:lnTo>
                  <a:pt x="401041" y="129078"/>
                </a:lnTo>
                <a:lnTo>
                  <a:pt x="401420" y="129006"/>
                </a:lnTo>
                <a:lnTo>
                  <a:pt x="401794" y="128929"/>
                </a:lnTo>
                <a:lnTo>
                  <a:pt x="402165" y="128849"/>
                </a:lnTo>
                <a:lnTo>
                  <a:pt x="402531" y="128763"/>
                </a:lnTo>
                <a:lnTo>
                  <a:pt x="402893" y="128674"/>
                </a:lnTo>
                <a:lnTo>
                  <a:pt x="403251" y="128580"/>
                </a:lnTo>
                <a:lnTo>
                  <a:pt x="403605" y="128481"/>
                </a:lnTo>
                <a:lnTo>
                  <a:pt x="403955" y="128378"/>
                </a:lnTo>
                <a:lnTo>
                  <a:pt x="404301" y="128272"/>
                </a:lnTo>
                <a:lnTo>
                  <a:pt x="404645" y="128163"/>
                </a:lnTo>
                <a:lnTo>
                  <a:pt x="404985" y="128050"/>
                </a:lnTo>
                <a:lnTo>
                  <a:pt x="405322" y="127935"/>
                </a:lnTo>
                <a:lnTo>
                  <a:pt x="405657" y="127816"/>
                </a:lnTo>
                <a:lnTo>
                  <a:pt x="405988" y="127695"/>
                </a:lnTo>
                <a:lnTo>
                  <a:pt x="406316" y="127570"/>
                </a:lnTo>
                <a:lnTo>
                  <a:pt x="406642" y="127442"/>
                </a:lnTo>
                <a:lnTo>
                  <a:pt x="406964" y="127312"/>
                </a:lnTo>
                <a:lnTo>
                  <a:pt x="407283" y="127178"/>
                </a:lnTo>
                <a:lnTo>
                  <a:pt x="407600" y="127042"/>
                </a:lnTo>
                <a:lnTo>
                  <a:pt x="407913" y="126902"/>
                </a:lnTo>
                <a:lnTo>
                  <a:pt x="408223" y="126759"/>
                </a:lnTo>
                <a:lnTo>
                  <a:pt x="408530" y="126614"/>
                </a:lnTo>
                <a:lnTo>
                  <a:pt x="408835" y="126465"/>
                </a:lnTo>
                <a:lnTo>
                  <a:pt x="409136" y="126314"/>
                </a:lnTo>
                <a:lnTo>
                  <a:pt x="409434" y="126159"/>
                </a:lnTo>
                <a:lnTo>
                  <a:pt x="409729" y="126001"/>
                </a:lnTo>
                <a:lnTo>
                  <a:pt x="410021" y="125841"/>
                </a:lnTo>
                <a:lnTo>
                  <a:pt x="410311" y="125677"/>
                </a:lnTo>
                <a:lnTo>
                  <a:pt x="410597" y="125510"/>
                </a:lnTo>
                <a:lnTo>
                  <a:pt x="410880" y="125340"/>
                </a:lnTo>
                <a:lnTo>
                  <a:pt x="411160" y="125168"/>
                </a:lnTo>
                <a:lnTo>
                  <a:pt x="411437" y="124992"/>
                </a:lnTo>
                <a:lnTo>
                  <a:pt x="411711" y="124813"/>
                </a:lnTo>
                <a:lnTo>
                  <a:pt x="411983" y="124632"/>
                </a:lnTo>
                <a:lnTo>
                  <a:pt x="412251" y="124448"/>
                </a:lnTo>
                <a:lnTo>
                  <a:pt x="412516" y="124261"/>
                </a:lnTo>
                <a:lnTo>
                  <a:pt x="412778" y="124071"/>
                </a:lnTo>
                <a:lnTo>
                  <a:pt x="413038" y="123879"/>
                </a:lnTo>
                <a:lnTo>
                  <a:pt x="413294" y="123684"/>
                </a:lnTo>
                <a:lnTo>
                  <a:pt x="413547" y="123486"/>
                </a:lnTo>
                <a:lnTo>
                  <a:pt x="413797" y="123286"/>
                </a:lnTo>
                <a:lnTo>
                  <a:pt x="414044" y="123083"/>
                </a:lnTo>
                <a:lnTo>
                  <a:pt x="414288" y="122877"/>
                </a:lnTo>
                <a:lnTo>
                  <a:pt x="414529" y="122668"/>
                </a:lnTo>
                <a:lnTo>
                  <a:pt x="414767" y="122457"/>
                </a:lnTo>
                <a:lnTo>
                  <a:pt x="415002" y="122243"/>
                </a:lnTo>
                <a:lnTo>
                  <a:pt x="415234" y="122026"/>
                </a:lnTo>
                <a:lnTo>
                  <a:pt x="415463" y="121806"/>
                </a:lnTo>
                <a:lnTo>
                  <a:pt x="415689" y="121584"/>
                </a:lnTo>
                <a:lnTo>
                  <a:pt x="415912" y="121359"/>
                </a:lnTo>
                <a:lnTo>
                  <a:pt x="416132" y="121131"/>
                </a:lnTo>
                <a:lnTo>
                  <a:pt x="416349" y="120901"/>
                </a:lnTo>
                <a:lnTo>
                  <a:pt x="416563" y="120668"/>
                </a:lnTo>
                <a:lnTo>
                  <a:pt x="416774" y="120432"/>
                </a:lnTo>
                <a:lnTo>
                  <a:pt x="416982" y="120193"/>
                </a:lnTo>
                <a:lnTo>
                  <a:pt x="417186" y="119952"/>
                </a:lnTo>
                <a:lnTo>
                  <a:pt x="417388" y="119708"/>
                </a:lnTo>
                <a:lnTo>
                  <a:pt x="417587" y="119463"/>
                </a:lnTo>
                <a:lnTo>
                  <a:pt x="417783" y="119217"/>
                </a:lnTo>
                <a:lnTo>
                  <a:pt x="417976" y="118970"/>
                </a:lnTo>
                <a:lnTo>
                  <a:pt x="418166" y="118721"/>
                </a:lnTo>
                <a:lnTo>
                  <a:pt x="418353" y="118470"/>
                </a:lnTo>
                <a:lnTo>
                  <a:pt x="418537" y="118219"/>
                </a:lnTo>
                <a:lnTo>
                  <a:pt x="418718" y="117965"/>
                </a:lnTo>
                <a:lnTo>
                  <a:pt x="418896" y="117711"/>
                </a:lnTo>
                <a:lnTo>
                  <a:pt x="419071" y="117455"/>
                </a:lnTo>
                <a:lnTo>
                  <a:pt x="419243" y="117198"/>
                </a:lnTo>
                <a:lnTo>
                  <a:pt x="419412" y="116939"/>
                </a:lnTo>
                <a:lnTo>
                  <a:pt x="419578" y="116679"/>
                </a:lnTo>
                <a:lnTo>
                  <a:pt x="419741" y="116418"/>
                </a:lnTo>
                <a:lnTo>
                  <a:pt x="419901" y="116155"/>
                </a:lnTo>
                <a:lnTo>
                  <a:pt x="420058" y="115891"/>
                </a:lnTo>
                <a:lnTo>
                  <a:pt x="420212" y="115626"/>
                </a:lnTo>
                <a:lnTo>
                  <a:pt x="420363" y="115359"/>
                </a:lnTo>
                <a:lnTo>
                  <a:pt x="420511" y="115091"/>
                </a:lnTo>
                <a:lnTo>
                  <a:pt x="420655" y="114821"/>
                </a:lnTo>
                <a:lnTo>
                  <a:pt x="420797" y="114550"/>
                </a:lnTo>
                <a:lnTo>
                  <a:pt x="420936" y="114278"/>
                </a:lnTo>
                <a:lnTo>
                  <a:pt x="421072" y="114004"/>
                </a:lnTo>
                <a:lnTo>
                  <a:pt x="421205" y="113729"/>
                </a:lnTo>
                <a:lnTo>
                  <a:pt x="421991" y="127749"/>
                </a:lnTo>
                <a:lnTo>
                  <a:pt x="433804" y="127749"/>
                </a:lnTo>
                <a:lnTo>
                  <a:pt x="433804" y="78603"/>
                </a:lnTo>
                <a:lnTo>
                  <a:pt x="433798" y="77794"/>
                </a:lnTo>
                <a:lnTo>
                  <a:pt x="433779" y="76994"/>
                </a:lnTo>
                <a:lnTo>
                  <a:pt x="433748" y="76203"/>
                </a:lnTo>
                <a:lnTo>
                  <a:pt x="433704" y="75420"/>
                </a:lnTo>
                <a:lnTo>
                  <a:pt x="433647" y="74647"/>
                </a:lnTo>
                <a:lnTo>
                  <a:pt x="433578" y="73883"/>
                </a:lnTo>
                <a:lnTo>
                  <a:pt x="433496" y="73128"/>
                </a:lnTo>
                <a:lnTo>
                  <a:pt x="433402" y="72382"/>
                </a:lnTo>
                <a:lnTo>
                  <a:pt x="433295" y="71644"/>
                </a:lnTo>
                <a:lnTo>
                  <a:pt x="433176" y="70916"/>
                </a:lnTo>
                <a:lnTo>
                  <a:pt x="433044" y="70197"/>
                </a:lnTo>
                <a:lnTo>
                  <a:pt x="432899" y="69487"/>
                </a:lnTo>
                <a:lnTo>
                  <a:pt x="432742" y="68786"/>
                </a:lnTo>
                <a:lnTo>
                  <a:pt x="432572" y="68094"/>
                </a:lnTo>
                <a:lnTo>
                  <a:pt x="432390" y="67411"/>
                </a:lnTo>
                <a:lnTo>
                  <a:pt x="432195" y="66737"/>
                </a:lnTo>
                <a:lnTo>
                  <a:pt x="431987" y="66072"/>
                </a:lnTo>
                <a:lnTo>
                  <a:pt x="431767" y="65416"/>
                </a:lnTo>
                <a:lnTo>
                  <a:pt x="431534" y="64769"/>
                </a:lnTo>
                <a:lnTo>
                  <a:pt x="431289" y="64132"/>
                </a:lnTo>
                <a:lnTo>
                  <a:pt x="431031" y="63503"/>
                </a:lnTo>
                <a:lnTo>
                  <a:pt x="430761" y="62883"/>
                </a:lnTo>
                <a:lnTo>
                  <a:pt x="430478" y="62272"/>
                </a:lnTo>
                <a:lnTo>
                  <a:pt x="430182" y="61670"/>
                </a:lnTo>
                <a:lnTo>
                  <a:pt x="429874" y="61079"/>
                </a:lnTo>
                <a:lnTo>
                  <a:pt x="429553" y="60498"/>
                </a:lnTo>
                <a:lnTo>
                  <a:pt x="429219" y="59928"/>
                </a:lnTo>
                <a:lnTo>
                  <a:pt x="428872" y="59369"/>
                </a:lnTo>
                <a:lnTo>
                  <a:pt x="428512" y="58821"/>
                </a:lnTo>
                <a:lnTo>
                  <a:pt x="428140" y="58284"/>
                </a:lnTo>
                <a:lnTo>
                  <a:pt x="427754" y="57757"/>
                </a:lnTo>
                <a:lnTo>
                  <a:pt x="427356" y="57242"/>
                </a:lnTo>
                <a:lnTo>
                  <a:pt x="426945" y="56738"/>
                </a:lnTo>
                <a:lnTo>
                  <a:pt x="426521" y="56245"/>
                </a:lnTo>
                <a:lnTo>
                  <a:pt x="426084" y="55762"/>
                </a:lnTo>
                <a:lnTo>
                  <a:pt x="425634" y="55291"/>
                </a:lnTo>
                <a:lnTo>
                  <a:pt x="425172" y="54830"/>
                </a:lnTo>
                <a:lnTo>
                  <a:pt x="424696" y="54381"/>
                </a:lnTo>
                <a:lnTo>
                  <a:pt x="424208" y="53942"/>
                </a:lnTo>
                <a:lnTo>
                  <a:pt x="423707" y="53514"/>
                </a:lnTo>
                <a:lnTo>
                  <a:pt x="423193" y="53098"/>
                </a:lnTo>
                <a:lnTo>
                  <a:pt x="422666" y="52692"/>
                </a:lnTo>
                <a:lnTo>
                  <a:pt x="422126" y="52297"/>
                </a:lnTo>
                <a:lnTo>
                  <a:pt x="421573" y="51913"/>
                </a:lnTo>
                <a:lnTo>
                  <a:pt x="421008" y="51540"/>
                </a:lnTo>
                <a:lnTo>
                  <a:pt x="420429" y="51178"/>
                </a:lnTo>
                <a:lnTo>
                  <a:pt x="419838" y="50827"/>
                </a:lnTo>
                <a:lnTo>
                  <a:pt x="419234" y="50487"/>
                </a:lnTo>
                <a:lnTo>
                  <a:pt x="418617" y="50159"/>
                </a:lnTo>
                <a:lnTo>
                  <a:pt x="417988" y="49845"/>
                </a:lnTo>
                <a:lnTo>
                  <a:pt x="417345" y="49545"/>
                </a:lnTo>
                <a:lnTo>
                  <a:pt x="416690" y="49259"/>
                </a:lnTo>
                <a:lnTo>
                  <a:pt x="416022" y="48987"/>
                </a:lnTo>
                <a:lnTo>
                  <a:pt x="415341" y="48728"/>
                </a:lnTo>
                <a:lnTo>
                  <a:pt x="414647" y="48484"/>
                </a:lnTo>
                <a:lnTo>
                  <a:pt x="413940" y="48254"/>
                </a:lnTo>
                <a:lnTo>
                  <a:pt x="413221" y="48038"/>
                </a:lnTo>
                <a:lnTo>
                  <a:pt x="412488" y="47835"/>
                </a:lnTo>
                <a:lnTo>
                  <a:pt x="411743" y="47647"/>
                </a:lnTo>
                <a:lnTo>
                  <a:pt x="410985" y="47473"/>
                </a:lnTo>
                <a:lnTo>
                  <a:pt x="410214" y="47312"/>
                </a:lnTo>
                <a:lnTo>
                  <a:pt x="409430" y="47166"/>
                </a:lnTo>
                <a:lnTo>
                  <a:pt x="408633" y="47033"/>
                </a:lnTo>
                <a:lnTo>
                  <a:pt x="407823" y="46914"/>
                </a:lnTo>
                <a:lnTo>
                  <a:pt x="407001" y="46810"/>
                </a:lnTo>
                <a:lnTo>
                  <a:pt x="406165" y="46719"/>
                </a:lnTo>
                <a:lnTo>
                  <a:pt x="405317" y="46642"/>
                </a:lnTo>
                <a:lnTo>
                  <a:pt x="404456" y="46579"/>
                </a:lnTo>
                <a:lnTo>
                  <a:pt x="403582" y="46531"/>
                </a:lnTo>
                <a:lnTo>
                  <a:pt x="402695" y="46496"/>
                </a:lnTo>
                <a:lnTo>
                  <a:pt x="401796" y="46475"/>
                </a:lnTo>
                <a:lnTo>
                  <a:pt x="400883" y="46468"/>
                </a:lnTo>
                <a:lnTo>
                  <a:pt x="400215" y="46473"/>
                </a:lnTo>
                <a:lnTo>
                  <a:pt x="399549" y="46489"/>
                </a:lnTo>
                <a:lnTo>
                  <a:pt x="398885" y="46516"/>
                </a:lnTo>
                <a:lnTo>
                  <a:pt x="398223" y="46553"/>
                </a:lnTo>
                <a:lnTo>
                  <a:pt x="397563" y="46601"/>
                </a:lnTo>
                <a:lnTo>
                  <a:pt x="396906" y="46660"/>
                </a:lnTo>
                <a:lnTo>
                  <a:pt x="396251" y="46729"/>
                </a:lnTo>
                <a:lnTo>
                  <a:pt x="395598" y="46809"/>
                </a:lnTo>
                <a:lnTo>
                  <a:pt x="394947" y="46900"/>
                </a:lnTo>
                <a:lnTo>
                  <a:pt x="394298" y="47001"/>
                </a:lnTo>
                <a:lnTo>
                  <a:pt x="393652" y="47113"/>
                </a:lnTo>
                <a:lnTo>
                  <a:pt x="393008" y="47236"/>
                </a:lnTo>
                <a:lnTo>
                  <a:pt x="392366" y="47369"/>
                </a:lnTo>
                <a:lnTo>
                  <a:pt x="391726" y="47513"/>
                </a:lnTo>
                <a:lnTo>
                  <a:pt x="391088" y="47668"/>
                </a:lnTo>
                <a:lnTo>
                  <a:pt x="390453" y="47833"/>
                </a:lnTo>
                <a:lnTo>
                  <a:pt x="389819" y="48009"/>
                </a:lnTo>
                <a:lnTo>
                  <a:pt x="389188" y="48196"/>
                </a:lnTo>
                <a:lnTo>
                  <a:pt x="388559" y="48393"/>
                </a:lnTo>
                <a:lnTo>
                  <a:pt x="387933" y="48601"/>
                </a:lnTo>
                <a:lnTo>
                  <a:pt x="387308" y="48820"/>
                </a:lnTo>
                <a:lnTo>
                  <a:pt x="386686" y="49049"/>
                </a:lnTo>
                <a:lnTo>
                  <a:pt x="386065" y="49289"/>
                </a:lnTo>
                <a:lnTo>
                  <a:pt x="385447" y="49540"/>
                </a:lnTo>
                <a:lnTo>
                  <a:pt x="384835" y="49800"/>
                </a:lnTo>
                <a:lnTo>
                  <a:pt x="384232" y="50070"/>
                </a:lnTo>
                <a:lnTo>
                  <a:pt x="383637" y="50349"/>
                </a:lnTo>
                <a:lnTo>
                  <a:pt x="383052" y="50638"/>
                </a:lnTo>
                <a:lnTo>
                  <a:pt x="382476" y="50936"/>
                </a:lnTo>
                <a:lnTo>
                  <a:pt x="381908" y="51243"/>
                </a:lnTo>
                <a:lnTo>
                  <a:pt x="381350" y="51559"/>
                </a:lnTo>
                <a:lnTo>
                  <a:pt x="380801" y="51885"/>
                </a:lnTo>
                <a:lnTo>
                  <a:pt x="380261" y="52220"/>
                </a:lnTo>
                <a:lnTo>
                  <a:pt x="379729" y="52564"/>
                </a:lnTo>
                <a:lnTo>
                  <a:pt x="379207" y="52918"/>
                </a:lnTo>
                <a:lnTo>
                  <a:pt x="378694" y="53281"/>
                </a:lnTo>
                <a:lnTo>
                  <a:pt x="378190" y="53653"/>
                </a:lnTo>
                <a:lnTo>
                  <a:pt x="377695" y="54034"/>
                </a:lnTo>
                <a:lnTo>
                  <a:pt x="377209" y="54425"/>
                </a:lnTo>
                <a:lnTo>
                  <a:pt x="376732" y="54825"/>
                </a:lnTo>
                <a:lnTo>
                  <a:pt x="376264" y="55235"/>
                </a:lnTo>
                <a:lnTo>
                  <a:pt x="375805" y="55653"/>
                </a:lnTo>
                <a:lnTo>
                  <a:pt x="375355" y="56081"/>
                </a:lnTo>
                <a:lnTo>
                  <a:pt x="374914" y="56519"/>
                </a:lnTo>
                <a:lnTo>
                  <a:pt x="374482" y="56965"/>
                </a:lnTo>
                <a:lnTo>
                  <a:pt x="374059" y="57421"/>
                </a:lnTo>
                <a:lnTo>
                  <a:pt x="373645" y="57886"/>
                </a:lnTo>
                <a:lnTo>
                  <a:pt x="373240" y="58361"/>
                </a:lnTo>
                <a:lnTo>
                  <a:pt x="372846" y="58845"/>
                </a:lnTo>
                <a:lnTo>
                  <a:pt x="372466" y="59338"/>
                </a:lnTo>
                <a:lnTo>
                  <a:pt x="372099" y="59841"/>
                </a:lnTo>
                <a:lnTo>
                  <a:pt x="371745" y="60354"/>
                </a:lnTo>
                <a:lnTo>
                  <a:pt x="371405" y="60876"/>
                </a:lnTo>
                <a:lnTo>
                  <a:pt x="371079" y="61408"/>
                </a:lnTo>
                <a:lnTo>
                  <a:pt x="370765" y="61949"/>
                </a:lnTo>
                <a:lnTo>
                  <a:pt x="370466" y="62500"/>
                </a:lnTo>
                <a:lnTo>
                  <a:pt x="370179" y="63060"/>
                </a:lnTo>
                <a:lnTo>
                  <a:pt x="369906" y="63630"/>
                </a:lnTo>
                <a:lnTo>
                  <a:pt x="369646" y="64210"/>
                </a:lnTo>
                <a:lnTo>
                  <a:pt x="369400" y="64799"/>
                </a:lnTo>
                <a:lnTo>
                  <a:pt x="369167" y="65398"/>
                </a:lnTo>
                <a:lnTo>
                  <a:pt x="368948" y="66006"/>
                </a:lnTo>
                <a:lnTo>
                  <a:pt x="368742" y="66624"/>
                </a:lnTo>
                <a:lnTo>
                  <a:pt x="368549" y="67252"/>
                </a:lnTo>
                <a:lnTo>
                  <a:pt x="368370" y="67889"/>
                </a:lnTo>
                <a:lnTo>
                  <a:pt x="368204" y="68535"/>
                </a:lnTo>
                <a:lnTo>
                  <a:pt x="368052" y="69192"/>
                </a:lnTo>
                <a:lnTo>
                  <a:pt x="367913" y="69857"/>
                </a:lnTo>
                <a:lnTo>
                  <a:pt x="367787" y="70533"/>
                </a:lnTo>
                <a:lnTo>
                  <a:pt x="367675" y="71218"/>
                </a:lnTo>
                <a:lnTo>
                  <a:pt x="367576" y="71912"/>
                </a:lnTo>
                <a:lnTo>
                  <a:pt x="367491" y="72616"/>
                </a:lnTo>
                <a:lnTo>
                  <a:pt x="381037" y="72616"/>
                </a:lnTo>
                <a:lnTo>
                  <a:pt x="381149" y="72005"/>
                </a:lnTo>
                <a:lnTo>
                  <a:pt x="381276" y="71407"/>
                </a:lnTo>
                <a:lnTo>
                  <a:pt x="381418" y="70822"/>
                </a:lnTo>
                <a:lnTo>
                  <a:pt x="381575" y="70249"/>
                </a:lnTo>
                <a:lnTo>
                  <a:pt x="381746" y="69689"/>
                </a:lnTo>
                <a:lnTo>
                  <a:pt x="381933" y="69141"/>
                </a:lnTo>
                <a:lnTo>
                  <a:pt x="382134" y="68606"/>
                </a:lnTo>
                <a:lnTo>
                  <a:pt x="382349" y="68083"/>
                </a:lnTo>
                <a:lnTo>
                  <a:pt x="382580" y="67573"/>
                </a:lnTo>
                <a:lnTo>
                  <a:pt x="382825" y="67076"/>
                </a:lnTo>
                <a:lnTo>
                  <a:pt x="383085" y="66591"/>
                </a:lnTo>
                <a:lnTo>
                  <a:pt x="383360" y="66119"/>
                </a:lnTo>
                <a:lnTo>
                  <a:pt x="383650" y="65659"/>
                </a:lnTo>
                <a:lnTo>
                  <a:pt x="383954" y="65212"/>
                </a:lnTo>
                <a:lnTo>
                  <a:pt x="384273" y="64777"/>
                </a:lnTo>
                <a:lnTo>
                  <a:pt x="384607" y="64355"/>
                </a:lnTo>
                <a:lnTo>
                  <a:pt x="384956" y="63946"/>
                </a:lnTo>
                <a:lnTo>
                  <a:pt x="385319" y="63549"/>
                </a:lnTo>
                <a:lnTo>
                  <a:pt x="385697" y="63165"/>
                </a:lnTo>
                <a:lnTo>
                  <a:pt x="386090" y="62793"/>
                </a:lnTo>
                <a:lnTo>
                  <a:pt x="386498" y="62434"/>
                </a:lnTo>
                <a:lnTo>
                  <a:pt x="386921" y="62088"/>
                </a:lnTo>
                <a:lnTo>
                  <a:pt x="387358" y="61754"/>
                </a:lnTo>
                <a:lnTo>
                  <a:pt x="387810" y="61432"/>
                </a:lnTo>
                <a:lnTo>
                  <a:pt x="388273" y="61124"/>
                </a:lnTo>
                <a:lnTo>
                  <a:pt x="388743" y="60828"/>
                </a:lnTo>
                <a:lnTo>
                  <a:pt x="389221" y="60546"/>
                </a:lnTo>
                <a:lnTo>
                  <a:pt x="389705" y="60277"/>
                </a:lnTo>
                <a:lnTo>
                  <a:pt x="390196" y="60021"/>
                </a:lnTo>
                <a:lnTo>
                  <a:pt x="390695" y="59778"/>
                </a:lnTo>
                <a:lnTo>
                  <a:pt x="391200" y="59549"/>
                </a:lnTo>
                <a:lnTo>
                  <a:pt x="391713" y="59332"/>
                </a:lnTo>
                <a:lnTo>
                  <a:pt x="392233" y="59128"/>
                </a:lnTo>
                <a:lnTo>
                  <a:pt x="392760" y="58938"/>
                </a:lnTo>
                <a:lnTo>
                  <a:pt x="393294" y="58761"/>
                </a:lnTo>
                <a:lnTo>
                  <a:pt x="393835" y="58597"/>
                </a:lnTo>
                <a:lnTo>
                  <a:pt x="394383" y="58446"/>
                </a:lnTo>
                <a:lnTo>
                  <a:pt x="394939" y="58308"/>
                </a:lnTo>
                <a:lnTo>
                  <a:pt x="395501" y="58183"/>
                </a:lnTo>
                <a:lnTo>
                  <a:pt x="396071" y="58072"/>
                </a:lnTo>
                <a:lnTo>
                  <a:pt x="396648" y="57973"/>
                </a:lnTo>
                <a:lnTo>
                  <a:pt x="397231" y="57888"/>
                </a:lnTo>
                <a:lnTo>
                  <a:pt x="397822" y="57816"/>
                </a:lnTo>
                <a:lnTo>
                  <a:pt x="398420" y="57757"/>
                </a:lnTo>
                <a:lnTo>
                  <a:pt x="399025" y="57711"/>
                </a:lnTo>
                <a:lnTo>
                  <a:pt x="399637" y="57678"/>
                </a:lnTo>
                <a:lnTo>
                  <a:pt x="400257" y="57658"/>
                </a:lnTo>
                <a:lnTo>
                  <a:pt x="400883" y="57652"/>
                </a:lnTo>
                <a:lnTo>
                  <a:pt x="401418" y="57656"/>
                </a:lnTo>
                <a:lnTo>
                  <a:pt x="401945" y="57669"/>
                </a:lnTo>
                <a:lnTo>
                  <a:pt x="402464" y="57691"/>
                </a:lnTo>
                <a:lnTo>
                  <a:pt x="402977" y="57722"/>
                </a:lnTo>
                <a:lnTo>
                  <a:pt x="403482" y="57761"/>
                </a:lnTo>
                <a:lnTo>
                  <a:pt x="403979" y="57809"/>
                </a:lnTo>
                <a:lnTo>
                  <a:pt x="404469" y="57866"/>
                </a:lnTo>
                <a:lnTo>
                  <a:pt x="404952" y="57932"/>
                </a:lnTo>
                <a:lnTo>
                  <a:pt x="405428" y="58006"/>
                </a:lnTo>
                <a:lnTo>
                  <a:pt x="405896" y="58089"/>
                </a:lnTo>
                <a:lnTo>
                  <a:pt x="406356" y="58181"/>
                </a:lnTo>
                <a:lnTo>
                  <a:pt x="406810" y="58282"/>
                </a:lnTo>
                <a:lnTo>
                  <a:pt x="407255" y="58391"/>
                </a:lnTo>
                <a:lnTo>
                  <a:pt x="407694" y="58510"/>
                </a:lnTo>
                <a:lnTo>
                  <a:pt x="408125" y="58636"/>
                </a:lnTo>
                <a:lnTo>
                  <a:pt x="408549" y="58772"/>
                </a:lnTo>
                <a:lnTo>
                  <a:pt x="408965" y="58917"/>
                </a:lnTo>
                <a:lnTo>
                  <a:pt x="409374" y="59070"/>
                </a:lnTo>
                <a:lnTo>
                  <a:pt x="409776" y="59232"/>
                </a:lnTo>
                <a:lnTo>
                  <a:pt x="410170" y="59402"/>
                </a:lnTo>
                <a:lnTo>
                  <a:pt x="410557" y="59582"/>
                </a:lnTo>
                <a:lnTo>
                  <a:pt x="410936" y="59770"/>
                </a:lnTo>
                <a:lnTo>
                  <a:pt x="411308" y="59967"/>
                </a:lnTo>
                <a:lnTo>
                  <a:pt x="411673" y="60173"/>
                </a:lnTo>
                <a:lnTo>
                  <a:pt x="412030" y="60387"/>
                </a:lnTo>
                <a:lnTo>
                  <a:pt x="412381" y="60610"/>
                </a:lnTo>
                <a:lnTo>
                  <a:pt x="412724" y="60841"/>
                </a:lnTo>
                <a:lnTo>
                  <a:pt x="413060" y="61081"/>
                </a:lnTo>
                <a:lnTo>
                  <a:pt x="413389" y="61329"/>
                </a:lnTo>
                <a:lnTo>
                  <a:pt x="413711" y="61586"/>
                </a:lnTo>
                <a:lnTo>
                  <a:pt x="414026" y="61851"/>
                </a:lnTo>
                <a:lnTo>
                  <a:pt x="414334" y="62125"/>
                </a:lnTo>
                <a:lnTo>
                  <a:pt x="414634" y="62407"/>
                </a:lnTo>
                <a:lnTo>
                  <a:pt x="414928" y="62698"/>
                </a:lnTo>
                <a:lnTo>
                  <a:pt x="415214" y="62997"/>
                </a:lnTo>
                <a:lnTo>
                  <a:pt x="415494" y="63304"/>
                </a:lnTo>
                <a:lnTo>
                  <a:pt x="415766" y="63620"/>
                </a:lnTo>
                <a:lnTo>
                  <a:pt x="416031" y="63945"/>
                </a:lnTo>
                <a:lnTo>
                  <a:pt x="416289" y="64278"/>
                </a:lnTo>
                <a:lnTo>
                  <a:pt x="416540" y="64619"/>
                </a:lnTo>
                <a:lnTo>
                  <a:pt x="416783" y="64969"/>
                </a:lnTo>
                <a:lnTo>
                  <a:pt x="417020" y="65327"/>
                </a:lnTo>
                <a:lnTo>
                  <a:pt x="417249" y="65694"/>
                </a:lnTo>
                <a:lnTo>
                  <a:pt x="417471" y="66069"/>
                </a:lnTo>
                <a:lnTo>
                  <a:pt x="417687" y="66453"/>
                </a:lnTo>
                <a:lnTo>
                  <a:pt x="417895" y="66845"/>
                </a:lnTo>
                <a:lnTo>
                  <a:pt x="418096" y="67246"/>
                </a:lnTo>
                <a:lnTo>
                  <a:pt x="418290" y="67655"/>
                </a:lnTo>
                <a:lnTo>
                  <a:pt x="418476" y="68073"/>
                </a:lnTo>
                <a:lnTo>
                  <a:pt x="418654" y="68499"/>
                </a:lnTo>
                <a:lnTo>
                  <a:pt x="418825" y="68934"/>
                </a:lnTo>
                <a:lnTo>
                  <a:pt x="418987" y="69377"/>
                </a:lnTo>
                <a:lnTo>
                  <a:pt x="419142" y="69828"/>
                </a:lnTo>
                <a:lnTo>
                  <a:pt x="419289" y="70288"/>
                </a:lnTo>
                <a:lnTo>
                  <a:pt x="419427" y="70757"/>
                </a:lnTo>
                <a:lnTo>
                  <a:pt x="419558" y="71234"/>
                </a:lnTo>
                <a:lnTo>
                  <a:pt x="419681" y="71720"/>
                </a:lnTo>
                <a:lnTo>
                  <a:pt x="419796" y="72214"/>
                </a:lnTo>
                <a:lnTo>
                  <a:pt x="419903" y="72716"/>
                </a:lnTo>
                <a:lnTo>
                  <a:pt x="420002" y="73227"/>
                </a:lnTo>
                <a:lnTo>
                  <a:pt x="420093" y="73747"/>
                </a:lnTo>
                <a:lnTo>
                  <a:pt x="420177" y="74275"/>
                </a:lnTo>
                <a:lnTo>
                  <a:pt x="420252" y="74811"/>
                </a:lnTo>
                <a:lnTo>
                  <a:pt x="420319" y="75356"/>
                </a:lnTo>
                <a:lnTo>
                  <a:pt x="420379" y="75910"/>
                </a:lnTo>
                <a:lnTo>
                  <a:pt x="420430" y="76472"/>
                </a:lnTo>
                <a:lnTo>
                  <a:pt x="420474" y="77042"/>
                </a:lnTo>
                <a:lnTo>
                  <a:pt x="420510" y="77621"/>
                </a:lnTo>
                <a:lnTo>
                  <a:pt x="420537" y="78208"/>
                </a:lnTo>
                <a:lnTo>
                  <a:pt x="420557" y="78804"/>
                </a:lnTo>
                <a:lnTo>
                  <a:pt x="420569" y="79409"/>
                </a:lnTo>
                <a:lnTo>
                  <a:pt x="420573" y="80021"/>
                </a:lnTo>
                <a:lnTo>
                  <a:pt x="399624" y="80021"/>
                </a:lnTo>
                <a:lnTo>
                  <a:pt x="398762" y="80026"/>
                </a:lnTo>
                <a:lnTo>
                  <a:pt x="397910" y="80042"/>
                </a:lnTo>
                <a:lnTo>
                  <a:pt x="397068" y="80067"/>
                </a:lnTo>
                <a:lnTo>
                  <a:pt x="396235" y="80102"/>
                </a:lnTo>
                <a:lnTo>
                  <a:pt x="395412" y="80148"/>
                </a:lnTo>
                <a:lnTo>
                  <a:pt x="394598" y="80203"/>
                </a:lnTo>
                <a:lnTo>
                  <a:pt x="393794" y="80269"/>
                </a:lnTo>
                <a:lnTo>
                  <a:pt x="392999" y="80345"/>
                </a:lnTo>
                <a:lnTo>
                  <a:pt x="392214" y="80431"/>
                </a:lnTo>
                <a:lnTo>
                  <a:pt x="391439" y="80527"/>
                </a:lnTo>
                <a:lnTo>
                  <a:pt x="390673" y="80633"/>
                </a:lnTo>
                <a:lnTo>
                  <a:pt x="389917" y="80750"/>
                </a:lnTo>
                <a:lnTo>
                  <a:pt x="389170" y="80876"/>
                </a:lnTo>
                <a:lnTo>
                  <a:pt x="388433" y="81013"/>
                </a:lnTo>
                <a:lnTo>
                  <a:pt x="387705" y="81159"/>
                </a:lnTo>
                <a:lnTo>
                  <a:pt x="386987" y="81316"/>
                </a:lnTo>
                <a:lnTo>
                  <a:pt x="386279" y="81483"/>
                </a:lnTo>
                <a:lnTo>
                  <a:pt x="385580" y="81660"/>
                </a:lnTo>
                <a:lnTo>
                  <a:pt x="384891" y="81847"/>
                </a:lnTo>
                <a:lnTo>
                  <a:pt x="384211" y="82044"/>
                </a:lnTo>
                <a:lnTo>
                  <a:pt x="383541" y="82252"/>
                </a:lnTo>
                <a:lnTo>
                  <a:pt x="382880" y="82469"/>
                </a:lnTo>
                <a:lnTo>
                  <a:pt x="382229" y="82697"/>
                </a:lnTo>
                <a:lnTo>
                  <a:pt x="381587" y="82935"/>
                </a:lnTo>
                <a:lnTo>
                  <a:pt x="380957" y="83182"/>
                </a:lnTo>
                <a:lnTo>
                  <a:pt x="380338" y="83439"/>
                </a:lnTo>
                <a:lnTo>
                  <a:pt x="379732" y="83705"/>
                </a:lnTo>
                <a:lnTo>
                  <a:pt x="379137" y="83980"/>
                </a:lnTo>
                <a:lnTo>
                  <a:pt x="378555" y="84265"/>
                </a:lnTo>
                <a:lnTo>
                  <a:pt x="377985" y="84559"/>
                </a:lnTo>
                <a:lnTo>
                  <a:pt x="377426" y="84862"/>
                </a:lnTo>
                <a:lnTo>
                  <a:pt x="376880" y="85174"/>
                </a:lnTo>
                <a:lnTo>
                  <a:pt x="376346" y="85496"/>
                </a:lnTo>
                <a:lnTo>
                  <a:pt x="375823" y="85827"/>
                </a:lnTo>
                <a:lnTo>
                  <a:pt x="375313" y="86168"/>
                </a:lnTo>
                <a:lnTo>
                  <a:pt x="374815" y="86518"/>
                </a:lnTo>
                <a:lnTo>
                  <a:pt x="374329" y="86877"/>
                </a:lnTo>
                <a:lnTo>
                  <a:pt x="373854" y="87245"/>
                </a:lnTo>
                <a:lnTo>
                  <a:pt x="373392" y="87623"/>
                </a:lnTo>
                <a:lnTo>
                  <a:pt x="372942" y="88010"/>
                </a:lnTo>
                <a:lnTo>
                  <a:pt x="372504" y="88406"/>
                </a:lnTo>
                <a:lnTo>
                  <a:pt x="372078" y="88812"/>
                </a:lnTo>
                <a:lnTo>
                  <a:pt x="371664" y="89227"/>
                </a:lnTo>
                <a:lnTo>
                  <a:pt x="371262" y="89651"/>
                </a:lnTo>
                <a:lnTo>
                  <a:pt x="370872" y="90084"/>
                </a:lnTo>
                <a:lnTo>
                  <a:pt x="370494" y="90527"/>
                </a:lnTo>
                <a:lnTo>
                  <a:pt x="370128" y="90979"/>
                </a:lnTo>
                <a:lnTo>
                  <a:pt x="369774" y="91441"/>
                </a:lnTo>
                <a:lnTo>
                  <a:pt x="369433" y="91911"/>
                </a:lnTo>
                <a:lnTo>
                  <a:pt x="369107" y="92389"/>
                </a:lnTo>
                <a:lnTo>
                  <a:pt x="368795" y="92877"/>
                </a:lnTo>
                <a:lnTo>
                  <a:pt x="368498" y="93372"/>
                </a:lnTo>
                <a:lnTo>
                  <a:pt x="368216" y="93876"/>
                </a:lnTo>
                <a:lnTo>
                  <a:pt x="367947" y="94389"/>
                </a:lnTo>
                <a:lnTo>
                  <a:pt x="367694" y="94910"/>
                </a:lnTo>
                <a:lnTo>
                  <a:pt x="367454" y="95439"/>
                </a:lnTo>
                <a:lnTo>
                  <a:pt x="367230" y="95977"/>
                </a:lnTo>
                <a:lnTo>
                  <a:pt x="367020" y="96524"/>
                </a:lnTo>
                <a:lnTo>
                  <a:pt x="366824" y="97079"/>
                </a:lnTo>
                <a:lnTo>
                  <a:pt x="366643" y="97642"/>
                </a:lnTo>
                <a:lnTo>
                  <a:pt x="366476" y="98214"/>
                </a:lnTo>
                <a:lnTo>
                  <a:pt x="366324" y="98795"/>
                </a:lnTo>
                <a:lnTo>
                  <a:pt x="366186" y="99384"/>
                </a:lnTo>
                <a:lnTo>
                  <a:pt x="366063" y="99981"/>
                </a:lnTo>
                <a:lnTo>
                  <a:pt x="365954" y="100587"/>
                </a:lnTo>
                <a:lnTo>
                  <a:pt x="365860" y="101202"/>
                </a:lnTo>
                <a:lnTo>
                  <a:pt x="365780" y="101825"/>
                </a:lnTo>
                <a:lnTo>
                  <a:pt x="365715" y="102456"/>
                </a:lnTo>
                <a:lnTo>
                  <a:pt x="365664" y="103096"/>
                </a:lnTo>
                <a:lnTo>
                  <a:pt x="365628" y="103744"/>
                </a:lnTo>
                <a:lnTo>
                  <a:pt x="365606" y="104401"/>
                </a:lnTo>
                <a:lnTo>
                  <a:pt x="365599" y="105066"/>
                </a:lnTo>
                <a:lnTo>
                  <a:pt x="365604" y="105616"/>
                </a:lnTo>
                <a:lnTo>
                  <a:pt x="365621" y="106162"/>
                </a:lnTo>
                <a:lnTo>
                  <a:pt x="365648" y="106704"/>
                </a:lnTo>
                <a:lnTo>
                  <a:pt x="365686" y="107243"/>
                </a:lnTo>
                <a:lnTo>
                  <a:pt x="365736" y="107778"/>
                </a:lnTo>
                <a:lnTo>
                  <a:pt x="365796" y="108310"/>
                </a:lnTo>
                <a:lnTo>
                  <a:pt x="365867" y="108838"/>
                </a:lnTo>
                <a:lnTo>
                  <a:pt x="365949" y="109363"/>
                </a:lnTo>
                <a:lnTo>
                  <a:pt x="366042" y="109884"/>
                </a:lnTo>
                <a:lnTo>
                  <a:pt x="366146" y="110401"/>
                </a:lnTo>
                <a:lnTo>
                  <a:pt x="366261" y="110915"/>
                </a:lnTo>
                <a:lnTo>
                  <a:pt x="366387" y="111426"/>
                </a:lnTo>
                <a:lnTo>
                  <a:pt x="366523" y="111933"/>
                </a:lnTo>
                <a:lnTo>
                  <a:pt x="366671" y="112436"/>
                </a:lnTo>
                <a:lnTo>
                  <a:pt x="366830" y="112936"/>
                </a:lnTo>
                <a:lnTo>
                  <a:pt x="366999" y="113432"/>
                </a:lnTo>
                <a:lnTo>
                  <a:pt x="367180" y="113925"/>
                </a:lnTo>
                <a:lnTo>
                  <a:pt x="367371" y="114414"/>
                </a:lnTo>
                <a:lnTo>
                  <a:pt x="367574" y="114899"/>
                </a:lnTo>
                <a:lnTo>
                  <a:pt x="367787" y="115381"/>
                </a:lnTo>
                <a:lnTo>
                  <a:pt x="368011" y="115860"/>
                </a:lnTo>
                <a:lnTo>
                  <a:pt x="368247" y="116335"/>
                </a:lnTo>
                <a:lnTo>
                  <a:pt x="368493" y="116806"/>
                </a:lnTo>
                <a:lnTo>
                  <a:pt x="368750" y="117274"/>
                </a:lnTo>
                <a:lnTo>
                  <a:pt x="369018" y="117736"/>
                </a:lnTo>
                <a:lnTo>
                  <a:pt x="369298" y="118191"/>
                </a:lnTo>
                <a:lnTo>
                  <a:pt x="369589" y="118637"/>
                </a:lnTo>
                <a:lnTo>
                  <a:pt x="369892" y="119076"/>
                </a:lnTo>
                <a:lnTo>
                  <a:pt x="370206" y="119508"/>
                </a:lnTo>
                <a:lnTo>
                  <a:pt x="370532" y="119932"/>
                </a:lnTo>
                <a:lnTo>
                  <a:pt x="370869" y="120348"/>
                </a:lnTo>
                <a:lnTo>
                  <a:pt x="371218" y="120756"/>
                </a:lnTo>
                <a:lnTo>
                  <a:pt x="371578" y="121157"/>
                </a:lnTo>
                <a:lnTo>
                  <a:pt x="371950" y="121550"/>
                </a:lnTo>
                <a:lnTo>
                  <a:pt x="372333" y="121936"/>
                </a:lnTo>
                <a:lnTo>
                  <a:pt x="372728" y="122314"/>
                </a:lnTo>
                <a:lnTo>
                  <a:pt x="373134" y="122684"/>
                </a:lnTo>
                <a:lnTo>
                  <a:pt x="373552" y="123047"/>
                </a:lnTo>
                <a:lnTo>
                  <a:pt x="373981" y="123401"/>
                </a:lnTo>
                <a:lnTo>
                  <a:pt x="374421" y="123749"/>
                </a:lnTo>
                <a:lnTo>
                  <a:pt x="374873" y="124088"/>
                </a:lnTo>
                <a:lnTo>
                  <a:pt x="375337" y="124420"/>
                </a:lnTo>
                <a:lnTo>
                  <a:pt x="375812" y="124745"/>
                </a:lnTo>
                <a:lnTo>
                  <a:pt x="376298" y="125061"/>
                </a:lnTo>
                <a:lnTo>
                  <a:pt x="376796" y="125370"/>
                </a:lnTo>
                <a:lnTo>
                  <a:pt x="377306" y="125672"/>
                </a:lnTo>
                <a:lnTo>
                  <a:pt x="377827" y="125965"/>
                </a:lnTo>
                <a:lnTo>
                  <a:pt x="378359" y="126251"/>
                </a:lnTo>
                <a:lnTo>
                  <a:pt x="378903" y="126528"/>
                </a:lnTo>
                <a:lnTo>
                  <a:pt x="379458" y="126792"/>
                </a:lnTo>
                <a:lnTo>
                  <a:pt x="380023" y="127045"/>
                </a:lnTo>
                <a:lnTo>
                  <a:pt x="380600" y="127286"/>
                </a:lnTo>
                <a:lnTo>
                  <a:pt x="381187" y="127515"/>
                </a:lnTo>
                <a:lnTo>
                  <a:pt x="381785" y="127733"/>
                </a:lnTo>
                <a:lnTo>
                  <a:pt x="382395" y="127939"/>
                </a:lnTo>
                <a:lnTo>
                  <a:pt x="383015" y="128133"/>
                </a:lnTo>
                <a:lnTo>
                  <a:pt x="383646" y="128315"/>
                </a:lnTo>
                <a:lnTo>
                  <a:pt x="384288" y="128486"/>
                </a:lnTo>
                <a:lnTo>
                  <a:pt x="384941" y="128644"/>
                </a:lnTo>
                <a:lnTo>
                  <a:pt x="385605" y="128791"/>
                </a:lnTo>
                <a:lnTo>
                  <a:pt x="386280" y="128927"/>
                </a:lnTo>
                <a:lnTo>
                  <a:pt x="386966" y="129050"/>
                </a:lnTo>
                <a:lnTo>
                  <a:pt x="387662" y="129162"/>
                </a:lnTo>
                <a:lnTo>
                  <a:pt x="388370" y="129262"/>
                </a:lnTo>
                <a:lnTo>
                  <a:pt x="389088" y="129350"/>
                </a:lnTo>
                <a:lnTo>
                  <a:pt x="389818" y="129426"/>
                </a:lnTo>
                <a:lnTo>
                  <a:pt x="390558" y="129491"/>
                </a:lnTo>
                <a:lnTo>
                  <a:pt x="391310" y="129544"/>
                </a:lnTo>
                <a:lnTo>
                  <a:pt x="392072" y="129585"/>
                </a:lnTo>
                <a:lnTo>
                  <a:pt x="392845" y="129614"/>
                </a:lnTo>
                <a:lnTo>
                  <a:pt x="393630" y="129632"/>
                </a:lnTo>
                <a:lnTo>
                  <a:pt x="394425" y="129638"/>
                </a:lnTo>
                <a:lnTo>
                  <a:pt x="394869" y="129636"/>
                </a:lnTo>
                <a:lnTo>
                  <a:pt x="395309" y="129629"/>
                </a:lnTo>
                <a:lnTo>
                  <a:pt x="395746" y="129618"/>
                </a:lnTo>
                <a:lnTo>
                  <a:pt x="396178" y="129603"/>
                </a:lnTo>
                <a:lnTo>
                  <a:pt x="396606" y="129583"/>
                </a:lnTo>
                <a:close/>
                <a:moveTo>
                  <a:pt x="394306" y="118379"/>
                </a:moveTo>
                <a:lnTo>
                  <a:pt x="393888" y="118346"/>
                </a:lnTo>
                <a:lnTo>
                  <a:pt x="393476" y="118307"/>
                </a:lnTo>
                <a:lnTo>
                  <a:pt x="393069" y="118262"/>
                </a:lnTo>
                <a:lnTo>
                  <a:pt x="392666" y="118211"/>
                </a:lnTo>
                <a:lnTo>
                  <a:pt x="392269" y="118154"/>
                </a:lnTo>
                <a:lnTo>
                  <a:pt x="391878" y="118091"/>
                </a:lnTo>
                <a:lnTo>
                  <a:pt x="391491" y="118022"/>
                </a:lnTo>
                <a:lnTo>
                  <a:pt x="391110" y="117946"/>
                </a:lnTo>
                <a:lnTo>
                  <a:pt x="390734" y="117865"/>
                </a:lnTo>
                <a:lnTo>
                  <a:pt x="390363" y="117778"/>
                </a:lnTo>
                <a:lnTo>
                  <a:pt x="389997" y="117685"/>
                </a:lnTo>
                <a:lnTo>
                  <a:pt x="389636" y="117586"/>
                </a:lnTo>
                <a:lnTo>
                  <a:pt x="389281" y="117481"/>
                </a:lnTo>
                <a:lnTo>
                  <a:pt x="388931" y="117370"/>
                </a:lnTo>
                <a:lnTo>
                  <a:pt x="388586" y="117252"/>
                </a:lnTo>
                <a:lnTo>
                  <a:pt x="388246" y="117129"/>
                </a:lnTo>
                <a:lnTo>
                  <a:pt x="387911" y="117000"/>
                </a:lnTo>
                <a:lnTo>
                  <a:pt x="387582" y="116865"/>
                </a:lnTo>
                <a:lnTo>
                  <a:pt x="387257" y="116724"/>
                </a:lnTo>
                <a:lnTo>
                  <a:pt x="386939" y="116577"/>
                </a:lnTo>
                <a:lnTo>
                  <a:pt x="386627" y="116425"/>
                </a:lnTo>
                <a:lnTo>
                  <a:pt x="386322" y="116268"/>
                </a:lnTo>
                <a:lnTo>
                  <a:pt x="386024" y="116107"/>
                </a:lnTo>
                <a:lnTo>
                  <a:pt x="385732" y="115940"/>
                </a:lnTo>
                <a:lnTo>
                  <a:pt x="385447" y="115769"/>
                </a:lnTo>
                <a:lnTo>
                  <a:pt x="385168" y="115592"/>
                </a:lnTo>
                <a:lnTo>
                  <a:pt x="384895" y="115411"/>
                </a:lnTo>
                <a:lnTo>
                  <a:pt x="384630" y="115225"/>
                </a:lnTo>
                <a:lnTo>
                  <a:pt x="384371" y="115033"/>
                </a:lnTo>
                <a:lnTo>
                  <a:pt x="384118" y="114837"/>
                </a:lnTo>
                <a:lnTo>
                  <a:pt x="383872" y="114636"/>
                </a:lnTo>
                <a:lnTo>
                  <a:pt x="383632" y="114430"/>
                </a:lnTo>
                <a:lnTo>
                  <a:pt x="383400" y="114219"/>
                </a:lnTo>
                <a:lnTo>
                  <a:pt x="383173" y="114004"/>
                </a:lnTo>
                <a:lnTo>
                  <a:pt x="382953" y="113783"/>
                </a:lnTo>
                <a:lnTo>
                  <a:pt x="382740" y="113557"/>
                </a:lnTo>
                <a:lnTo>
                  <a:pt x="382533" y="113327"/>
                </a:lnTo>
                <a:lnTo>
                  <a:pt x="382333" y="113091"/>
                </a:lnTo>
                <a:lnTo>
                  <a:pt x="382140" y="112851"/>
                </a:lnTo>
                <a:lnTo>
                  <a:pt x="381953" y="112605"/>
                </a:lnTo>
                <a:lnTo>
                  <a:pt x="381772" y="112355"/>
                </a:lnTo>
                <a:lnTo>
                  <a:pt x="381598" y="112100"/>
                </a:lnTo>
                <a:lnTo>
                  <a:pt x="381431" y="111840"/>
                </a:lnTo>
                <a:lnTo>
                  <a:pt x="381270" y="111575"/>
                </a:lnTo>
                <a:lnTo>
                  <a:pt x="381117" y="111307"/>
                </a:lnTo>
                <a:lnTo>
                  <a:pt x="380970" y="111035"/>
                </a:lnTo>
                <a:lnTo>
                  <a:pt x="380830" y="110759"/>
                </a:lnTo>
                <a:lnTo>
                  <a:pt x="380696" y="110479"/>
                </a:lnTo>
                <a:lnTo>
                  <a:pt x="380570" y="110195"/>
                </a:lnTo>
                <a:lnTo>
                  <a:pt x="380450" y="109908"/>
                </a:lnTo>
                <a:lnTo>
                  <a:pt x="380337" y="109617"/>
                </a:lnTo>
                <a:lnTo>
                  <a:pt x="380232" y="109322"/>
                </a:lnTo>
                <a:lnTo>
                  <a:pt x="380132" y="109023"/>
                </a:lnTo>
                <a:lnTo>
                  <a:pt x="380040" y="108720"/>
                </a:lnTo>
                <a:lnTo>
                  <a:pt x="379955" y="108413"/>
                </a:lnTo>
                <a:lnTo>
                  <a:pt x="379876" y="108103"/>
                </a:lnTo>
                <a:lnTo>
                  <a:pt x="379804" y="107789"/>
                </a:lnTo>
                <a:lnTo>
                  <a:pt x="379739" y="107471"/>
                </a:lnTo>
                <a:lnTo>
                  <a:pt x="379681" y="107149"/>
                </a:lnTo>
                <a:lnTo>
                  <a:pt x="379630" y="106823"/>
                </a:lnTo>
                <a:lnTo>
                  <a:pt x="379586" y="106494"/>
                </a:lnTo>
                <a:lnTo>
                  <a:pt x="379548" y="106161"/>
                </a:lnTo>
                <a:lnTo>
                  <a:pt x="379517" y="105823"/>
                </a:lnTo>
                <a:lnTo>
                  <a:pt x="379493" y="105482"/>
                </a:lnTo>
                <a:lnTo>
                  <a:pt x="379476" y="105138"/>
                </a:lnTo>
                <a:lnTo>
                  <a:pt x="379466" y="104789"/>
                </a:lnTo>
                <a:lnTo>
                  <a:pt x="379463" y="104437"/>
                </a:lnTo>
                <a:lnTo>
                  <a:pt x="379466" y="104097"/>
                </a:lnTo>
                <a:lnTo>
                  <a:pt x="379477" y="103760"/>
                </a:lnTo>
                <a:lnTo>
                  <a:pt x="379495" y="103426"/>
                </a:lnTo>
                <a:lnTo>
                  <a:pt x="379519" y="103096"/>
                </a:lnTo>
                <a:lnTo>
                  <a:pt x="379551" y="102768"/>
                </a:lnTo>
                <a:lnTo>
                  <a:pt x="379590" y="102443"/>
                </a:lnTo>
                <a:lnTo>
                  <a:pt x="379637" y="102121"/>
                </a:lnTo>
                <a:lnTo>
                  <a:pt x="379690" y="101803"/>
                </a:lnTo>
                <a:lnTo>
                  <a:pt x="379750" y="101487"/>
                </a:lnTo>
                <a:lnTo>
                  <a:pt x="379818" y="101174"/>
                </a:lnTo>
                <a:lnTo>
                  <a:pt x="379892" y="100865"/>
                </a:lnTo>
                <a:lnTo>
                  <a:pt x="379974" y="100558"/>
                </a:lnTo>
                <a:lnTo>
                  <a:pt x="380063" y="100254"/>
                </a:lnTo>
                <a:lnTo>
                  <a:pt x="380159" y="99954"/>
                </a:lnTo>
                <a:lnTo>
                  <a:pt x="380262" y="99656"/>
                </a:lnTo>
                <a:lnTo>
                  <a:pt x="380372" y="99361"/>
                </a:lnTo>
                <a:lnTo>
                  <a:pt x="380489" y="99070"/>
                </a:lnTo>
                <a:lnTo>
                  <a:pt x="380613" y="98781"/>
                </a:lnTo>
                <a:lnTo>
                  <a:pt x="380745" y="98496"/>
                </a:lnTo>
                <a:lnTo>
                  <a:pt x="380883" y="98213"/>
                </a:lnTo>
                <a:lnTo>
                  <a:pt x="381029" y="97934"/>
                </a:lnTo>
                <a:lnTo>
                  <a:pt x="381181" y="97657"/>
                </a:lnTo>
                <a:lnTo>
                  <a:pt x="381341" y="97384"/>
                </a:lnTo>
                <a:lnTo>
                  <a:pt x="381508" y="97113"/>
                </a:lnTo>
                <a:lnTo>
                  <a:pt x="381683" y="96846"/>
                </a:lnTo>
                <a:lnTo>
                  <a:pt x="381868" y="96585"/>
                </a:lnTo>
                <a:lnTo>
                  <a:pt x="382062" y="96328"/>
                </a:lnTo>
                <a:lnTo>
                  <a:pt x="382265" y="96076"/>
                </a:lnTo>
                <a:lnTo>
                  <a:pt x="382478" y="95829"/>
                </a:lnTo>
                <a:lnTo>
                  <a:pt x="382699" y="95587"/>
                </a:lnTo>
                <a:lnTo>
                  <a:pt x="382930" y="95349"/>
                </a:lnTo>
                <a:lnTo>
                  <a:pt x="383171" y="95117"/>
                </a:lnTo>
                <a:lnTo>
                  <a:pt x="383420" y="94890"/>
                </a:lnTo>
                <a:lnTo>
                  <a:pt x="383679" y="94667"/>
                </a:lnTo>
                <a:lnTo>
                  <a:pt x="383948" y="94450"/>
                </a:lnTo>
                <a:lnTo>
                  <a:pt x="384225" y="94237"/>
                </a:lnTo>
                <a:lnTo>
                  <a:pt x="384512" y="94030"/>
                </a:lnTo>
                <a:lnTo>
                  <a:pt x="384808" y="93827"/>
                </a:lnTo>
                <a:lnTo>
                  <a:pt x="385114" y="93629"/>
                </a:lnTo>
                <a:lnTo>
                  <a:pt x="385428" y="93436"/>
                </a:lnTo>
                <a:lnTo>
                  <a:pt x="385753" y="93248"/>
                </a:lnTo>
                <a:lnTo>
                  <a:pt x="386086" y="93065"/>
                </a:lnTo>
                <a:lnTo>
                  <a:pt x="386429" y="92887"/>
                </a:lnTo>
                <a:lnTo>
                  <a:pt x="386780" y="92714"/>
                </a:lnTo>
                <a:lnTo>
                  <a:pt x="387142" y="92546"/>
                </a:lnTo>
                <a:lnTo>
                  <a:pt x="387512" y="92382"/>
                </a:lnTo>
                <a:lnTo>
                  <a:pt x="387892" y="92224"/>
                </a:lnTo>
                <a:lnTo>
                  <a:pt x="388281" y="92070"/>
                </a:lnTo>
                <a:lnTo>
                  <a:pt x="388680" y="91923"/>
                </a:lnTo>
                <a:lnTo>
                  <a:pt x="389090" y="91781"/>
                </a:lnTo>
                <a:lnTo>
                  <a:pt x="389510" y="91646"/>
                </a:lnTo>
                <a:lnTo>
                  <a:pt x="389940" y="91517"/>
                </a:lnTo>
                <a:lnTo>
                  <a:pt x="390381" y="91394"/>
                </a:lnTo>
                <a:lnTo>
                  <a:pt x="390832" y="91278"/>
                </a:lnTo>
                <a:lnTo>
                  <a:pt x="391293" y="91167"/>
                </a:lnTo>
                <a:lnTo>
                  <a:pt x="391765" y="91064"/>
                </a:lnTo>
                <a:lnTo>
                  <a:pt x="392248" y="90966"/>
                </a:lnTo>
                <a:lnTo>
                  <a:pt x="392740" y="90875"/>
                </a:lnTo>
                <a:lnTo>
                  <a:pt x="393243" y="90790"/>
                </a:lnTo>
                <a:lnTo>
                  <a:pt x="393757" y="90711"/>
                </a:lnTo>
                <a:lnTo>
                  <a:pt x="394280" y="90639"/>
                </a:lnTo>
                <a:lnTo>
                  <a:pt x="394814" y="90573"/>
                </a:lnTo>
                <a:lnTo>
                  <a:pt x="395359" y="90513"/>
                </a:lnTo>
                <a:lnTo>
                  <a:pt x="395914" y="90460"/>
                </a:lnTo>
                <a:lnTo>
                  <a:pt x="396479" y="90412"/>
                </a:lnTo>
                <a:lnTo>
                  <a:pt x="397055" y="90371"/>
                </a:lnTo>
                <a:lnTo>
                  <a:pt x="397641" y="90337"/>
                </a:lnTo>
                <a:lnTo>
                  <a:pt x="398237" y="90308"/>
                </a:lnTo>
                <a:lnTo>
                  <a:pt x="398844" y="90286"/>
                </a:lnTo>
                <a:lnTo>
                  <a:pt x="399461" y="90271"/>
                </a:lnTo>
                <a:lnTo>
                  <a:pt x="400089" y="90261"/>
                </a:lnTo>
                <a:lnTo>
                  <a:pt x="400727" y="90258"/>
                </a:lnTo>
                <a:lnTo>
                  <a:pt x="420573" y="90258"/>
                </a:lnTo>
                <a:lnTo>
                  <a:pt x="420573" y="90732"/>
                </a:lnTo>
                <a:lnTo>
                  <a:pt x="420570" y="91177"/>
                </a:lnTo>
                <a:lnTo>
                  <a:pt x="420561" y="91621"/>
                </a:lnTo>
                <a:lnTo>
                  <a:pt x="420547" y="92063"/>
                </a:lnTo>
                <a:lnTo>
                  <a:pt x="420527" y="92504"/>
                </a:lnTo>
                <a:lnTo>
                  <a:pt x="420501" y="92943"/>
                </a:lnTo>
                <a:lnTo>
                  <a:pt x="420470" y="93380"/>
                </a:lnTo>
                <a:lnTo>
                  <a:pt x="420432" y="93815"/>
                </a:lnTo>
                <a:lnTo>
                  <a:pt x="420389" y="94249"/>
                </a:lnTo>
                <a:lnTo>
                  <a:pt x="420340" y="94682"/>
                </a:lnTo>
                <a:lnTo>
                  <a:pt x="420286" y="95112"/>
                </a:lnTo>
                <a:lnTo>
                  <a:pt x="420226" y="95542"/>
                </a:lnTo>
                <a:lnTo>
                  <a:pt x="420160" y="95969"/>
                </a:lnTo>
                <a:lnTo>
                  <a:pt x="420088" y="96395"/>
                </a:lnTo>
                <a:lnTo>
                  <a:pt x="420010" y="96819"/>
                </a:lnTo>
                <a:lnTo>
                  <a:pt x="419927" y="97242"/>
                </a:lnTo>
                <a:lnTo>
                  <a:pt x="419838" y="97662"/>
                </a:lnTo>
                <a:lnTo>
                  <a:pt x="419743" y="98082"/>
                </a:lnTo>
                <a:lnTo>
                  <a:pt x="419643" y="98499"/>
                </a:lnTo>
                <a:lnTo>
                  <a:pt x="419537" y="98915"/>
                </a:lnTo>
                <a:lnTo>
                  <a:pt x="419425" y="99330"/>
                </a:lnTo>
                <a:lnTo>
                  <a:pt x="419307" y="99742"/>
                </a:lnTo>
                <a:lnTo>
                  <a:pt x="419183" y="100154"/>
                </a:lnTo>
                <a:lnTo>
                  <a:pt x="419054" y="100563"/>
                </a:lnTo>
                <a:lnTo>
                  <a:pt x="418919" y="100971"/>
                </a:lnTo>
                <a:lnTo>
                  <a:pt x="418779" y="101376"/>
                </a:lnTo>
                <a:lnTo>
                  <a:pt x="418633" y="101778"/>
                </a:lnTo>
                <a:lnTo>
                  <a:pt x="418482" y="102178"/>
                </a:lnTo>
                <a:lnTo>
                  <a:pt x="418326" y="102574"/>
                </a:lnTo>
                <a:lnTo>
                  <a:pt x="418165" y="102967"/>
                </a:lnTo>
                <a:lnTo>
                  <a:pt x="417999" y="103358"/>
                </a:lnTo>
                <a:lnTo>
                  <a:pt x="417827" y="103745"/>
                </a:lnTo>
                <a:lnTo>
                  <a:pt x="417650" y="104129"/>
                </a:lnTo>
                <a:lnTo>
                  <a:pt x="417468" y="104511"/>
                </a:lnTo>
                <a:lnTo>
                  <a:pt x="417281" y="104889"/>
                </a:lnTo>
                <a:lnTo>
                  <a:pt x="417089" y="105264"/>
                </a:lnTo>
                <a:lnTo>
                  <a:pt x="416891" y="105637"/>
                </a:lnTo>
                <a:lnTo>
                  <a:pt x="416689" y="106006"/>
                </a:lnTo>
                <a:lnTo>
                  <a:pt x="416481" y="106372"/>
                </a:lnTo>
                <a:lnTo>
                  <a:pt x="416267" y="106736"/>
                </a:lnTo>
                <a:lnTo>
                  <a:pt x="416049" y="107096"/>
                </a:lnTo>
                <a:lnTo>
                  <a:pt x="415825" y="107453"/>
                </a:lnTo>
                <a:lnTo>
                  <a:pt x="415597" y="107808"/>
                </a:lnTo>
                <a:lnTo>
                  <a:pt x="415363" y="108159"/>
                </a:lnTo>
                <a:lnTo>
                  <a:pt x="415123" y="108508"/>
                </a:lnTo>
                <a:lnTo>
                  <a:pt x="414879" y="108853"/>
                </a:lnTo>
                <a:lnTo>
                  <a:pt x="414629" y="109195"/>
                </a:lnTo>
                <a:lnTo>
                  <a:pt x="414375" y="109535"/>
                </a:lnTo>
                <a:lnTo>
                  <a:pt x="414115" y="109871"/>
                </a:lnTo>
                <a:lnTo>
                  <a:pt x="413850" y="110203"/>
                </a:lnTo>
                <a:lnTo>
                  <a:pt x="413581" y="110528"/>
                </a:lnTo>
                <a:lnTo>
                  <a:pt x="413306" y="110848"/>
                </a:lnTo>
                <a:lnTo>
                  <a:pt x="413028" y="111162"/>
                </a:lnTo>
                <a:lnTo>
                  <a:pt x="412744" y="111469"/>
                </a:lnTo>
                <a:lnTo>
                  <a:pt x="412456" y="111771"/>
                </a:lnTo>
                <a:lnTo>
                  <a:pt x="412164" y="112067"/>
                </a:lnTo>
                <a:lnTo>
                  <a:pt x="411866" y="112356"/>
                </a:lnTo>
                <a:lnTo>
                  <a:pt x="411565" y="112640"/>
                </a:lnTo>
                <a:lnTo>
                  <a:pt x="411258" y="112917"/>
                </a:lnTo>
                <a:lnTo>
                  <a:pt x="410947" y="113189"/>
                </a:lnTo>
                <a:lnTo>
                  <a:pt x="410631" y="113454"/>
                </a:lnTo>
                <a:lnTo>
                  <a:pt x="410310" y="113714"/>
                </a:lnTo>
                <a:lnTo>
                  <a:pt x="409985" y="113967"/>
                </a:lnTo>
                <a:lnTo>
                  <a:pt x="409655" y="114215"/>
                </a:lnTo>
                <a:lnTo>
                  <a:pt x="409320" y="114456"/>
                </a:lnTo>
                <a:lnTo>
                  <a:pt x="408981" y="114691"/>
                </a:lnTo>
                <a:lnTo>
                  <a:pt x="408637" y="114921"/>
                </a:lnTo>
                <a:lnTo>
                  <a:pt x="408289" y="115144"/>
                </a:lnTo>
                <a:lnTo>
                  <a:pt x="407935" y="115362"/>
                </a:lnTo>
                <a:lnTo>
                  <a:pt x="407578" y="115573"/>
                </a:lnTo>
                <a:lnTo>
                  <a:pt x="407215" y="115778"/>
                </a:lnTo>
                <a:lnTo>
                  <a:pt x="406848" y="115978"/>
                </a:lnTo>
                <a:lnTo>
                  <a:pt x="406476" y="116171"/>
                </a:lnTo>
                <a:lnTo>
                  <a:pt x="406100" y="116357"/>
                </a:lnTo>
                <a:lnTo>
                  <a:pt x="405721" y="116536"/>
                </a:lnTo>
                <a:lnTo>
                  <a:pt x="405338" y="116706"/>
                </a:lnTo>
                <a:lnTo>
                  <a:pt x="404951" y="116869"/>
                </a:lnTo>
                <a:lnTo>
                  <a:pt x="404561" y="117023"/>
                </a:lnTo>
                <a:lnTo>
                  <a:pt x="404167" y="117170"/>
                </a:lnTo>
                <a:lnTo>
                  <a:pt x="403770" y="117309"/>
                </a:lnTo>
                <a:lnTo>
                  <a:pt x="403369" y="117439"/>
                </a:lnTo>
                <a:lnTo>
                  <a:pt x="402965" y="117562"/>
                </a:lnTo>
                <a:lnTo>
                  <a:pt x="402557" y="117677"/>
                </a:lnTo>
                <a:lnTo>
                  <a:pt x="402145" y="117784"/>
                </a:lnTo>
                <a:lnTo>
                  <a:pt x="401730" y="117883"/>
                </a:lnTo>
                <a:lnTo>
                  <a:pt x="401312" y="117975"/>
                </a:lnTo>
                <a:lnTo>
                  <a:pt x="400890" y="118058"/>
                </a:lnTo>
                <a:lnTo>
                  <a:pt x="400464" y="118133"/>
                </a:lnTo>
                <a:lnTo>
                  <a:pt x="400035" y="118201"/>
                </a:lnTo>
                <a:lnTo>
                  <a:pt x="399602" y="118260"/>
                </a:lnTo>
                <a:lnTo>
                  <a:pt x="399165" y="118312"/>
                </a:lnTo>
                <a:lnTo>
                  <a:pt x="398725" y="118355"/>
                </a:lnTo>
                <a:lnTo>
                  <a:pt x="398282" y="118391"/>
                </a:lnTo>
                <a:lnTo>
                  <a:pt x="397835" y="118419"/>
                </a:lnTo>
                <a:lnTo>
                  <a:pt x="397384" y="118438"/>
                </a:lnTo>
                <a:lnTo>
                  <a:pt x="396930" y="118450"/>
                </a:lnTo>
                <a:lnTo>
                  <a:pt x="396473" y="118454"/>
                </a:lnTo>
                <a:lnTo>
                  <a:pt x="396029" y="118451"/>
                </a:lnTo>
                <a:lnTo>
                  <a:pt x="395590" y="118442"/>
                </a:lnTo>
                <a:lnTo>
                  <a:pt x="395157" y="118427"/>
                </a:lnTo>
                <a:lnTo>
                  <a:pt x="394729" y="118406"/>
                </a:lnTo>
                <a:lnTo>
                  <a:pt x="394306" y="118379"/>
                </a:lnTo>
                <a:close/>
                <a:moveTo>
                  <a:pt x="495686" y="129313"/>
                </a:moveTo>
                <a:lnTo>
                  <a:pt x="496769" y="129170"/>
                </a:lnTo>
                <a:lnTo>
                  <a:pt x="497836" y="129002"/>
                </a:lnTo>
                <a:lnTo>
                  <a:pt x="498887" y="128807"/>
                </a:lnTo>
                <a:lnTo>
                  <a:pt x="499923" y="128586"/>
                </a:lnTo>
                <a:lnTo>
                  <a:pt x="500943" y="128339"/>
                </a:lnTo>
                <a:lnTo>
                  <a:pt x="501948" y="128067"/>
                </a:lnTo>
                <a:lnTo>
                  <a:pt x="502937" y="127768"/>
                </a:lnTo>
                <a:lnTo>
                  <a:pt x="503911" y="127443"/>
                </a:lnTo>
                <a:lnTo>
                  <a:pt x="504868" y="127093"/>
                </a:lnTo>
                <a:lnTo>
                  <a:pt x="505811" y="126716"/>
                </a:lnTo>
                <a:lnTo>
                  <a:pt x="506737" y="126314"/>
                </a:lnTo>
                <a:lnTo>
                  <a:pt x="507649" y="125885"/>
                </a:lnTo>
                <a:lnTo>
                  <a:pt x="508544" y="125431"/>
                </a:lnTo>
                <a:lnTo>
                  <a:pt x="509424" y="124950"/>
                </a:lnTo>
                <a:lnTo>
                  <a:pt x="510288" y="124444"/>
                </a:lnTo>
                <a:lnTo>
                  <a:pt x="511137" y="123911"/>
                </a:lnTo>
                <a:lnTo>
                  <a:pt x="511970" y="123353"/>
                </a:lnTo>
                <a:lnTo>
                  <a:pt x="512788" y="122768"/>
                </a:lnTo>
                <a:lnTo>
                  <a:pt x="513590" y="122158"/>
                </a:lnTo>
                <a:lnTo>
                  <a:pt x="514372" y="121527"/>
                </a:lnTo>
                <a:lnTo>
                  <a:pt x="515129" y="120880"/>
                </a:lnTo>
                <a:lnTo>
                  <a:pt x="515863" y="120217"/>
                </a:lnTo>
                <a:lnTo>
                  <a:pt x="516572" y="119539"/>
                </a:lnTo>
                <a:lnTo>
                  <a:pt x="517256" y="118846"/>
                </a:lnTo>
                <a:lnTo>
                  <a:pt x="517917" y="118136"/>
                </a:lnTo>
                <a:lnTo>
                  <a:pt x="518552" y="117411"/>
                </a:lnTo>
                <a:lnTo>
                  <a:pt x="519164" y="116671"/>
                </a:lnTo>
                <a:lnTo>
                  <a:pt x="519751" y="115915"/>
                </a:lnTo>
                <a:lnTo>
                  <a:pt x="520314" y="115143"/>
                </a:lnTo>
                <a:lnTo>
                  <a:pt x="520853" y="114356"/>
                </a:lnTo>
                <a:lnTo>
                  <a:pt x="521367" y="113553"/>
                </a:lnTo>
                <a:lnTo>
                  <a:pt x="521857" y="112735"/>
                </a:lnTo>
                <a:lnTo>
                  <a:pt x="522322" y="111901"/>
                </a:lnTo>
                <a:lnTo>
                  <a:pt x="522764" y="111051"/>
                </a:lnTo>
                <a:lnTo>
                  <a:pt x="523180" y="110186"/>
                </a:lnTo>
                <a:lnTo>
                  <a:pt x="523573" y="109306"/>
                </a:lnTo>
                <a:lnTo>
                  <a:pt x="523941" y="108409"/>
                </a:lnTo>
                <a:lnTo>
                  <a:pt x="524285" y="107497"/>
                </a:lnTo>
                <a:lnTo>
                  <a:pt x="524604" y="106570"/>
                </a:lnTo>
                <a:lnTo>
                  <a:pt x="524899" y="105627"/>
                </a:lnTo>
                <a:lnTo>
                  <a:pt x="525170" y="104668"/>
                </a:lnTo>
                <a:lnTo>
                  <a:pt x="525417" y="103694"/>
                </a:lnTo>
                <a:lnTo>
                  <a:pt x="525639" y="102704"/>
                </a:lnTo>
                <a:lnTo>
                  <a:pt x="512092" y="102704"/>
                </a:lnTo>
                <a:lnTo>
                  <a:pt x="511997" y="103108"/>
                </a:lnTo>
                <a:lnTo>
                  <a:pt x="511894" y="103509"/>
                </a:lnTo>
                <a:lnTo>
                  <a:pt x="511784" y="103905"/>
                </a:lnTo>
                <a:lnTo>
                  <a:pt x="511668" y="104296"/>
                </a:lnTo>
                <a:lnTo>
                  <a:pt x="511544" y="104683"/>
                </a:lnTo>
                <a:lnTo>
                  <a:pt x="511413" y="105066"/>
                </a:lnTo>
                <a:lnTo>
                  <a:pt x="511275" y="105444"/>
                </a:lnTo>
                <a:lnTo>
                  <a:pt x="511129" y="105818"/>
                </a:lnTo>
                <a:lnTo>
                  <a:pt x="510977" y="106188"/>
                </a:lnTo>
                <a:lnTo>
                  <a:pt x="510817" y="106554"/>
                </a:lnTo>
                <a:lnTo>
                  <a:pt x="510651" y="106914"/>
                </a:lnTo>
                <a:lnTo>
                  <a:pt x="510477" y="107271"/>
                </a:lnTo>
                <a:lnTo>
                  <a:pt x="510296" y="107623"/>
                </a:lnTo>
                <a:lnTo>
                  <a:pt x="510108" y="107971"/>
                </a:lnTo>
                <a:lnTo>
                  <a:pt x="509913" y="108315"/>
                </a:lnTo>
                <a:lnTo>
                  <a:pt x="509711" y="108654"/>
                </a:lnTo>
                <a:lnTo>
                  <a:pt x="509502" y="108989"/>
                </a:lnTo>
                <a:lnTo>
                  <a:pt x="509286" y="109319"/>
                </a:lnTo>
                <a:lnTo>
                  <a:pt x="509062" y="109645"/>
                </a:lnTo>
                <a:lnTo>
                  <a:pt x="508831" y="109967"/>
                </a:lnTo>
                <a:lnTo>
                  <a:pt x="508594" y="110284"/>
                </a:lnTo>
                <a:lnTo>
                  <a:pt x="508349" y="110597"/>
                </a:lnTo>
                <a:lnTo>
                  <a:pt x="508097" y="110906"/>
                </a:lnTo>
                <a:lnTo>
                  <a:pt x="507838" y="111210"/>
                </a:lnTo>
                <a:lnTo>
                  <a:pt x="507573" y="111509"/>
                </a:lnTo>
                <a:lnTo>
                  <a:pt x="507303" y="111801"/>
                </a:lnTo>
                <a:lnTo>
                  <a:pt x="507029" y="112087"/>
                </a:lnTo>
                <a:lnTo>
                  <a:pt x="506749" y="112367"/>
                </a:lnTo>
                <a:lnTo>
                  <a:pt x="506464" y="112641"/>
                </a:lnTo>
                <a:lnTo>
                  <a:pt x="506175" y="112908"/>
                </a:lnTo>
                <a:lnTo>
                  <a:pt x="505880" y="113169"/>
                </a:lnTo>
                <a:lnTo>
                  <a:pt x="505581" y="113424"/>
                </a:lnTo>
                <a:lnTo>
                  <a:pt x="505277" y="113672"/>
                </a:lnTo>
                <a:lnTo>
                  <a:pt x="504967" y="113914"/>
                </a:lnTo>
                <a:lnTo>
                  <a:pt x="504653" y="114150"/>
                </a:lnTo>
                <a:lnTo>
                  <a:pt x="504334" y="114380"/>
                </a:lnTo>
                <a:lnTo>
                  <a:pt x="504010" y="114603"/>
                </a:lnTo>
                <a:lnTo>
                  <a:pt x="503681" y="114820"/>
                </a:lnTo>
                <a:lnTo>
                  <a:pt x="503347" y="115031"/>
                </a:lnTo>
                <a:lnTo>
                  <a:pt x="503008" y="115235"/>
                </a:lnTo>
                <a:lnTo>
                  <a:pt x="502665" y="115433"/>
                </a:lnTo>
                <a:lnTo>
                  <a:pt x="502316" y="115625"/>
                </a:lnTo>
                <a:lnTo>
                  <a:pt x="501962" y="115811"/>
                </a:lnTo>
                <a:lnTo>
                  <a:pt x="501604" y="115990"/>
                </a:lnTo>
                <a:lnTo>
                  <a:pt x="501240" y="116163"/>
                </a:lnTo>
                <a:lnTo>
                  <a:pt x="500872" y="116330"/>
                </a:lnTo>
                <a:lnTo>
                  <a:pt x="500498" y="116490"/>
                </a:lnTo>
                <a:lnTo>
                  <a:pt x="500120" y="116644"/>
                </a:lnTo>
                <a:lnTo>
                  <a:pt x="499738" y="116792"/>
                </a:lnTo>
                <a:lnTo>
                  <a:pt x="499351" y="116933"/>
                </a:lnTo>
                <a:lnTo>
                  <a:pt x="498961" y="117069"/>
                </a:lnTo>
                <a:lnTo>
                  <a:pt x="498567" y="117197"/>
                </a:lnTo>
                <a:lnTo>
                  <a:pt x="498169" y="117320"/>
                </a:lnTo>
                <a:lnTo>
                  <a:pt x="497768" y="117436"/>
                </a:lnTo>
                <a:lnTo>
                  <a:pt x="497362" y="117546"/>
                </a:lnTo>
                <a:lnTo>
                  <a:pt x="496953" y="117650"/>
                </a:lnTo>
                <a:lnTo>
                  <a:pt x="496540" y="117747"/>
                </a:lnTo>
                <a:lnTo>
                  <a:pt x="496123" y="117838"/>
                </a:lnTo>
                <a:lnTo>
                  <a:pt x="495702" y="117923"/>
                </a:lnTo>
                <a:lnTo>
                  <a:pt x="495278" y="118002"/>
                </a:lnTo>
                <a:lnTo>
                  <a:pt x="494849" y="118074"/>
                </a:lnTo>
                <a:lnTo>
                  <a:pt x="494417" y="118140"/>
                </a:lnTo>
                <a:lnTo>
                  <a:pt x="493981" y="118200"/>
                </a:lnTo>
                <a:lnTo>
                  <a:pt x="493541" y="118253"/>
                </a:lnTo>
                <a:lnTo>
                  <a:pt x="493097" y="118300"/>
                </a:lnTo>
                <a:lnTo>
                  <a:pt x="492649" y="118341"/>
                </a:lnTo>
                <a:lnTo>
                  <a:pt x="492198" y="118376"/>
                </a:lnTo>
                <a:lnTo>
                  <a:pt x="491743" y="118404"/>
                </a:lnTo>
                <a:lnTo>
                  <a:pt x="491284" y="118426"/>
                </a:lnTo>
                <a:lnTo>
                  <a:pt x="490821" y="118442"/>
                </a:lnTo>
                <a:lnTo>
                  <a:pt x="490354" y="118451"/>
                </a:lnTo>
                <a:lnTo>
                  <a:pt x="489883" y="118454"/>
                </a:lnTo>
                <a:lnTo>
                  <a:pt x="489464" y="118451"/>
                </a:lnTo>
                <a:lnTo>
                  <a:pt x="489046" y="118441"/>
                </a:lnTo>
                <a:lnTo>
                  <a:pt x="488630" y="118423"/>
                </a:lnTo>
                <a:lnTo>
                  <a:pt x="488214" y="118400"/>
                </a:lnTo>
                <a:lnTo>
                  <a:pt x="487800" y="118369"/>
                </a:lnTo>
                <a:lnTo>
                  <a:pt x="487388" y="118331"/>
                </a:lnTo>
                <a:lnTo>
                  <a:pt x="486977" y="118287"/>
                </a:lnTo>
                <a:lnTo>
                  <a:pt x="486567" y="118235"/>
                </a:lnTo>
                <a:lnTo>
                  <a:pt x="486158" y="118177"/>
                </a:lnTo>
                <a:lnTo>
                  <a:pt x="485751" y="118112"/>
                </a:lnTo>
                <a:lnTo>
                  <a:pt x="485346" y="118041"/>
                </a:lnTo>
                <a:lnTo>
                  <a:pt x="484941" y="117962"/>
                </a:lnTo>
                <a:lnTo>
                  <a:pt x="484538" y="117877"/>
                </a:lnTo>
                <a:lnTo>
                  <a:pt x="484136" y="117784"/>
                </a:lnTo>
                <a:lnTo>
                  <a:pt x="483736" y="117685"/>
                </a:lnTo>
                <a:lnTo>
                  <a:pt x="483337" y="117579"/>
                </a:lnTo>
                <a:lnTo>
                  <a:pt x="482940" y="117467"/>
                </a:lnTo>
                <a:lnTo>
                  <a:pt x="482543" y="117347"/>
                </a:lnTo>
                <a:lnTo>
                  <a:pt x="482149" y="117220"/>
                </a:lnTo>
                <a:lnTo>
                  <a:pt x="481755" y="117087"/>
                </a:lnTo>
                <a:lnTo>
                  <a:pt x="481363" y="116947"/>
                </a:lnTo>
                <a:lnTo>
                  <a:pt x="480972" y="116800"/>
                </a:lnTo>
                <a:lnTo>
                  <a:pt x="480583" y="116646"/>
                </a:lnTo>
                <a:lnTo>
                  <a:pt x="480195" y="116486"/>
                </a:lnTo>
                <a:lnTo>
                  <a:pt x="479810" y="116319"/>
                </a:lnTo>
                <a:lnTo>
                  <a:pt x="479429" y="116145"/>
                </a:lnTo>
                <a:lnTo>
                  <a:pt x="479052" y="115965"/>
                </a:lnTo>
                <a:lnTo>
                  <a:pt x="478679" y="115779"/>
                </a:lnTo>
                <a:lnTo>
                  <a:pt x="478310" y="115587"/>
                </a:lnTo>
                <a:lnTo>
                  <a:pt x="477945" y="115388"/>
                </a:lnTo>
                <a:lnTo>
                  <a:pt x="477585" y="115183"/>
                </a:lnTo>
                <a:lnTo>
                  <a:pt x="477228" y="114972"/>
                </a:lnTo>
                <a:lnTo>
                  <a:pt x="476876" y="114754"/>
                </a:lnTo>
                <a:lnTo>
                  <a:pt x="476528" y="114531"/>
                </a:lnTo>
                <a:lnTo>
                  <a:pt x="476184" y="114301"/>
                </a:lnTo>
                <a:lnTo>
                  <a:pt x="475844" y="114064"/>
                </a:lnTo>
                <a:lnTo>
                  <a:pt x="475508" y="113821"/>
                </a:lnTo>
                <a:lnTo>
                  <a:pt x="475176" y="113572"/>
                </a:lnTo>
                <a:lnTo>
                  <a:pt x="474848" y="113317"/>
                </a:lnTo>
                <a:lnTo>
                  <a:pt x="474524" y="113056"/>
                </a:lnTo>
                <a:lnTo>
                  <a:pt x="474205" y="112788"/>
                </a:lnTo>
                <a:lnTo>
                  <a:pt x="473889" y="112514"/>
                </a:lnTo>
                <a:lnTo>
                  <a:pt x="473578" y="112233"/>
                </a:lnTo>
                <a:lnTo>
                  <a:pt x="473271" y="111946"/>
                </a:lnTo>
                <a:lnTo>
                  <a:pt x="472968" y="111653"/>
                </a:lnTo>
                <a:lnTo>
                  <a:pt x="472669" y="111354"/>
                </a:lnTo>
                <a:lnTo>
                  <a:pt x="472374" y="111048"/>
                </a:lnTo>
                <a:lnTo>
                  <a:pt x="472083" y="110736"/>
                </a:lnTo>
                <a:lnTo>
                  <a:pt x="471796" y="110418"/>
                </a:lnTo>
                <a:lnTo>
                  <a:pt x="471515" y="110093"/>
                </a:lnTo>
                <a:lnTo>
                  <a:pt x="471238" y="109760"/>
                </a:lnTo>
                <a:lnTo>
                  <a:pt x="470967" y="109421"/>
                </a:lnTo>
                <a:lnTo>
                  <a:pt x="470700" y="109076"/>
                </a:lnTo>
                <a:lnTo>
                  <a:pt x="470438" y="108723"/>
                </a:lnTo>
                <a:lnTo>
                  <a:pt x="470182" y="108363"/>
                </a:lnTo>
                <a:lnTo>
                  <a:pt x="469930" y="107997"/>
                </a:lnTo>
                <a:lnTo>
                  <a:pt x="469683" y="107624"/>
                </a:lnTo>
                <a:lnTo>
                  <a:pt x="469441" y="107244"/>
                </a:lnTo>
                <a:lnTo>
                  <a:pt x="469204" y="106857"/>
                </a:lnTo>
                <a:lnTo>
                  <a:pt x="468971" y="106463"/>
                </a:lnTo>
                <a:lnTo>
                  <a:pt x="468744" y="106063"/>
                </a:lnTo>
                <a:lnTo>
                  <a:pt x="468522" y="105656"/>
                </a:lnTo>
                <a:lnTo>
                  <a:pt x="468304" y="105241"/>
                </a:lnTo>
                <a:lnTo>
                  <a:pt x="468092" y="104820"/>
                </a:lnTo>
                <a:lnTo>
                  <a:pt x="467884" y="104393"/>
                </a:lnTo>
                <a:lnTo>
                  <a:pt x="467682" y="103958"/>
                </a:lnTo>
                <a:lnTo>
                  <a:pt x="467484" y="103516"/>
                </a:lnTo>
                <a:lnTo>
                  <a:pt x="467291" y="103068"/>
                </a:lnTo>
                <a:lnTo>
                  <a:pt x="467103" y="102613"/>
                </a:lnTo>
                <a:lnTo>
                  <a:pt x="466920" y="102151"/>
                </a:lnTo>
                <a:lnTo>
                  <a:pt x="466742" y="101682"/>
                </a:lnTo>
                <a:lnTo>
                  <a:pt x="466569" y="101206"/>
                </a:lnTo>
                <a:lnTo>
                  <a:pt x="466402" y="100724"/>
                </a:lnTo>
                <a:lnTo>
                  <a:pt x="466242" y="100237"/>
                </a:lnTo>
                <a:lnTo>
                  <a:pt x="466089" y="99743"/>
                </a:lnTo>
                <a:lnTo>
                  <a:pt x="465943" y="99244"/>
                </a:lnTo>
                <a:lnTo>
                  <a:pt x="465805" y="98739"/>
                </a:lnTo>
                <a:lnTo>
                  <a:pt x="465673" y="98228"/>
                </a:lnTo>
                <a:lnTo>
                  <a:pt x="465549" y="97712"/>
                </a:lnTo>
                <a:lnTo>
                  <a:pt x="465431" y="97190"/>
                </a:lnTo>
                <a:lnTo>
                  <a:pt x="465321" y="96662"/>
                </a:lnTo>
                <a:lnTo>
                  <a:pt x="465218" y="96128"/>
                </a:lnTo>
                <a:lnTo>
                  <a:pt x="465122" y="95589"/>
                </a:lnTo>
                <a:lnTo>
                  <a:pt x="465033" y="95044"/>
                </a:lnTo>
                <a:lnTo>
                  <a:pt x="464951" y="94493"/>
                </a:lnTo>
                <a:lnTo>
                  <a:pt x="464877" y="93936"/>
                </a:lnTo>
                <a:lnTo>
                  <a:pt x="464809" y="93374"/>
                </a:lnTo>
                <a:lnTo>
                  <a:pt x="464749" y="92806"/>
                </a:lnTo>
                <a:lnTo>
                  <a:pt x="464695" y="92232"/>
                </a:lnTo>
                <a:lnTo>
                  <a:pt x="464649" y="91652"/>
                </a:lnTo>
                <a:lnTo>
                  <a:pt x="464610" y="91067"/>
                </a:lnTo>
                <a:lnTo>
                  <a:pt x="464578" y="90476"/>
                </a:lnTo>
                <a:lnTo>
                  <a:pt x="464553" y="89879"/>
                </a:lnTo>
                <a:lnTo>
                  <a:pt x="464535" y="89276"/>
                </a:lnTo>
                <a:lnTo>
                  <a:pt x="464525" y="88668"/>
                </a:lnTo>
                <a:lnTo>
                  <a:pt x="464521" y="88054"/>
                </a:lnTo>
                <a:lnTo>
                  <a:pt x="464527" y="87233"/>
                </a:lnTo>
                <a:lnTo>
                  <a:pt x="464545" y="86422"/>
                </a:lnTo>
                <a:lnTo>
                  <a:pt x="464575" y="85622"/>
                </a:lnTo>
                <a:lnTo>
                  <a:pt x="464617" y="84834"/>
                </a:lnTo>
                <a:lnTo>
                  <a:pt x="464672" y="84056"/>
                </a:lnTo>
                <a:lnTo>
                  <a:pt x="464738" y="83289"/>
                </a:lnTo>
                <a:lnTo>
                  <a:pt x="464816" y="82533"/>
                </a:lnTo>
                <a:lnTo>
                  <a:pt x="464906" y="81788"/>
                </a:lnTo>
                <a:lnTo>
                  <a:pt x="465009" y="81054"/>
                </a:lnTo>
                <a:lnTo>
                  <a:pt x="465123" y="80331"/>
                </a:lnTo>
                <a:lnTo>
                  <a:pt x="465249" y="79619"/>
                </a:lnTo>
                <a:lnTo>
                  <a:pt x="465388" y="78918"/>
                </a:lnTo>
                <a:lnTo>
                  <a:pt x="465538" y="78227"/>
                </a:lnTo>
                <a:lnTo>
                  <a:pt x="465701" y="77548"/>
                </a:lnTo>
                <a:lnTo>
                  <a:pt x="465875" y="76880"/>
                </a:lnTo>
                <a:lnTo>
                  <a:pt x="466062" y="76222"/>
                </a:lnTo>
                <a:lnTo>
                  <a:pt x="466260" y="75576"/>
                </a:lnTo>
                <a:lnTo>
                  <a:pt x="466471" y="74940"/>
                </a:lnTo>
                <a:lnTo>
                  <a:pt x="466693" y="74316"/>
                </a:lnTo>
                <a:lnTo>
                  <a:pt x="466928" y="73702"/>
                </a:lnTo>
                <a:lnTo>
                  <a:pt x="467175" y="73099"/>
                </a:lnTo>
                <a:lnTo>
                  <a:pt x="467434" y="72507"/>
                </a:lnTo>
                <a:lnTo>
                  <a:pt x="467704" y="71927"/>
                </a:lnTo>
                <a:lnTo>
                  <a:pt x="467987" y="71357"/>
                </a:lnTo>
                <a:lnTo>
                  <a:pt x="468280" y="70798"/>
                </a:lnTo>
                <a:lnTo>
                  <a:pt x="468581" y="70251"/>
                </a:lnTo>
                <a:lnTo>
                  <a:pt x="468890" y="69716"/>
                </a:lnTo>
                <a:lnTo>
                  <a:pt x="469208" y="69193"/>
                </a:lnTo>
                <a:lnTo>
                  <a:pt x="469534" y="68681"/>
                </a:lnTo>
                <a:lnTo>
                  <a:pt x="469868" y="68182"/>
                </a:lnTo>
                <a:lnTo>
                  <a:pt x="470210" y="67694"/>
                </a:lnTo>
                <a:lnTo>
                  <a:pt x="470560" y="67217"/>
                </a:lnTo>
                <a:lnTo>
                  <a:pt x="470919" y="66753"/>
                </a:lnTo>
                <a:lnTo>
                  <a:pt x="471286" y="66300"/>
                </a:lnTo>
                <a:lnTo>
                  <a:pt x="471661" y="65859"/>
                </a:lnTo>
                <a:lnTo>
                  <a:pt x="472044" y="65430"/>
                </a:lnTo>
                <a:lnTo>
                  <a:pt x="472435" y="65013"/>
                </a:lnTo>
                <a:lnTo>
                  <a:pt x="472835" y="64607"/>
                </a:lnTo>
                <a:lnTo>
                  <a:pt x="473242" y="64213"/>
                </a:lnTo>
                <a:lnTo>
                  <a:pt x="473658" y="63831"/>
                </a:lnTo>
                <a:lnTo>
                  <a:pt x="474083" y="63460"/>
                </a:lnTo>
                <a:lnTo>
                  <a:pt x="474515" y="63102"/>
                </a:lnTo>
                <a:lnTo>
                  <a:pt x="474956" y="62755"/>
                </a:lnTo>
                <a:lnTo>
                  <a:pt x="475404" y="62420"/>
                </a:lnTo>
                <a:lnTo>
                  <a:pt x="475861" y="62096"/>
                </a:lnTo>
                <a:lnTo>
                  <a:pt x="476327" y="61785"/>
                </a:lnTo>
                <a:lnTo>
                  <a:pt x="476800" y="61485"/>
                </a:lnTo>
                <a:lnTo>
                  <a:pt x="477282" y="61197"/>
                </a:lnTo>
                <a:lnTo>
                  <a:pt x="477769" y="60920"/>
                </a:lnTo>
                <a:lnTo>
                  <a:pt x="478260" y="60656"/>
                </a:lnTo>
                <a:lnTo>
                  <a:pt x="478754" y="60403"/>
                </a:lnTo>
                <a:lnTo>
                  <a:pt x="479251" y="60162"/>
                </a:lnTo>
                <a:lnTo>
                  <a:pt x="479751" y="59933"/>
                </a:lnTo>
                <a:lnTo>
                  <a:pt x="480255" y="59715"/>
                </a:lnTo>
                <a:lnTo>
                  <a:pt x="480762" y="59509"/>
                </a:lnTo>
                <a:lnTo>
                  <a:pt x="481272" y="59315"/>
                </a:lnTo>
                <a:lnTo>
                  <a:pt x="481786" y="59133"/>
                </a:lnTo>
                <a:lnTo>
                  <a:pt x="482303" y="58963"/>
                </a:lnTo>
                <a:lnTo>
                  <a:pt x="482823" y="58804"/>
                </a:lnTo>
                <a:lnTo>
                  <a:pt x="483346" y="58657"/>
                </a:lnTo>
                <a:lnTo>
                  <a:pt x="483873" y="58522"/>
                </a:lnTo>
                <a:lnTo>
                  <a:pt x="484403" y="58398"/>
                </a:lnTo>
                <a:lnTo>
                  <a:pt x="484936" y="58286"/>
                </a:lnTo>
                <a:lnTo>
                  <a:pt x="485473" y="58187"/>
                </a:lnTo>
                <a:lnTo>
                  <a:pt x="486013" y="58098"/>
                </a:lnTo>
                <a:lnTo>
                  <a:pt x="486556" y="58022"/>
                </a:lnTo>
                <a:lnTo>
                  <a:pt x="487102" y="57957"/>
                </a:lnTo>
                <a:lnTo>
                  <a:pt x="487652" y="57904"/>
                </a:lnTo>
                <a:lnTo>
                  <a:pt x="488205" y="57863"/>
                </a:lnTo>
                <a:lnTo>
                  <a:pt x="488761" y="57834"/>
                </a:lnTo>
                <a:lnTo>
                  <a:pt x="489321" y="57816"/>
                </a:lnTo>
                <a:lnTo>
                  <a:pt x="489883" y="57810"/>
                </a:lnTo>
                <a:lnTo>
                  <a:pt x="490575" y="57817"/>
                </a:lnTo>
                <a:lnTo>
                  <a:pt x="491259" y="57839"/>
                </a:lnTo>
                <a:lnTo>
                  <a:pt x="491936" y="57874"/>
                </a:lnTo>
                <a:lnTo>
                  <a:pt x="492605" y="57924"/>
                </a:lnTo>
                <a:lnTo>
                  <a:pt x="493266" y="57988"/>
                </a:lnTo>
                <a:lnTo>
                  <a:pt x="493919" y="58066"/>
                </a:lnTo>
                <a:lnTo>
                  <a:pt x="494565" y="58159"/>
                </a:lnTo>
                <a:lnTo>
                  <a:pt x="495204" y="58265"/>
                </a:lnTo>
                <a:lnTo>
                  <a:pt x="495834" y="58386"/>
                </a:lnTo>
                <a:lnTo>
                  <a:pt x="496457" y="58521"/>
                </a:lnTo>
                <a:lnTo>
                  <a:pt x="497072" y="58671"/>
                </a:lnTo>
                <a:lnTo>
                  <a:pt x="497680" y="58834"/>
                </a:lnTo>
                <a:lnTo>
                  <a:pt x="498280" y="59012"/>
                </a:lnTo>
                <a:lnTo>
                  <a:pt x="498872" y="59204"/>
                </a:lnTo>
                <a:lnTo>
                  <a:pt x="499457" y="59410"/>
                </a:lnTo>
                <a:lnTo>
                  <a:pt x="500034" y="59631"/>
                </a:lnTo>
                <a:lnTo>
                  <a:pt x="500603" y="59865"/>
                </a:lnTo>
                <a:lnTo>
                  <a:pt x="501165" y="60114"/>
                </a:lnTo>
                <a:lnTo>
                  <a:pt x="501719" y="60377"/>
                </a:lnTo>
                <a:lnTo>
                  <a:pt x="502265" y="60654"/>
                </a:lnTo>
                <a:lnTo>
                  <a:pt x="502804" y="60946"/>
                </a:lnTo>
                <a:lnTo>
                  <a:pt x="503335" y="61252"/>
                </a:lnTo>
                <a:lnTo>
                  <a:pt x="503859" y="61572"/>
                </a:lnTo>
                <a:lnTo>
                  <a:pt x="504374" y="61906"/>
                </a:lnTo>
                <a:lnTo>
                  <a:pt x="504878" y="62253"/>
                </a:lnTo>
                <a:lnTo>
                  <a:pt x="505367" y="62611"/>
                </a:lnTo>
                <a:lnTo>
                  <a:pt x="505839" y="62981"/>
                </a:lnTo>
                <a:lnTo>
                  <a:pt x="506295" y="63363"/>
                </a:lnTo>
                <a:lnTo>
                  <a:pt x="506736" y="63756"/>
                </a:lnTo>
                <a:lnTo>
                  <a:pt x="507161" y="64160"/>
                </a:lnTo>
                <a:lnTo>
                  <a:pt x="507569" y="64576"/>
                </a:lnTo>
                <a:lnTo>
                  <a:pt x="507962" y="65004"/>
                </a:lnTo>
                <a:lnTo>
                  <a:pt x="508340" y="65443"/>
                </a:lnTo>
                <a:lnTo>
                  <a:pt x="508701" y="65893"/>
                </a:lnTo>
                <a:lnTo>
                  <a:pt x="509046" y="66355"/>
                </a:lnTo>
                <a:lnTo>
                  <a:pt x="509376" y="66828"/>
                </a:lnTo>
                <a:lnTo>
                  <a:pt x="509689" y="67313"/>
                </a:lnTo>
                <a:lnTo>
                  <a:pt x="509987" y="67810"/>
                </a:lnTo>
                <a:lnTo>
                  <a:pt x="510269" y="68317"/>
                </a:lnTo>
                <a:lnTo>
                  <a:pt x="510535" y="68837"/>
                </a:lnTo>
                <a:lnTo>
                  <a:pt x="510785" y="69367"/>
                </a:lnTo>
                <a:lnTo>
                  <a:pt x="511020" y="69910"/>
                </a:lnTo>
                <a:lnTo>
                  <a:pt x="511238" y="70463"/>
                </a:lnTo>
                <a:lnTo>
                  <a:pt x="511441" y="71029"/>
                </a:lnTo>
                <a:lnTo>
                  <a:pt x="511627" y="71605"/>
                </a:lnTo>
                <a:lnTo>
                  <a:pt x="511798" y="72194"/>
                </a:lnTo>
                <a:lnTo>
                  <a:pt x="511953" y="72793"/>
                </a:lnTo>
                <a:lnTo>
                  <a:pt x="512092" y="73404"/>
                </a:lnTo>
                <a:lnTo>
                  <a:pt x="525639" y="73404"/>
                </a:lnTo>
                <a:lnTo>
                  <a:pt x="525417" y="72389"/>
                </a:lnTo>
                <a:lnTo>
                  <a:pt x="525171" y="71391"/>
                </a:lnTo>
                <a:lnTo>
                  <a:pt x="524901" y="70410"/>
                </a:lnTo>
                <a:lnTo>
                  <a:pt x="524606" y="69447"/>
                </a:lnTo>
                <a:lnTo>
                  <a:pt x="524288" y="68500"/>
                </a:lnTo>
                <a:lnTo>
                  <a:pt x="523946" y="67571"/>
                </a:lnTo>
                <a:lnTo>
                  <a:pt x="523579" y="66659"/>
                </a:lnTo>
                <a:lnTo>
                  <a:pt x="523189" y="65765"/>
                </a:lnTo>
                <a:lnTo>
                  <a:pt x="522774" y="64887"/>
                </a:lnTo>
                <a:lnTo>
                  <a:pt x="522336" y="64027"/>
                </a:lnTo>
                <a:lnTo>
                  <a:pt x="521873" y="63184"/>
                </a:lnTo>
                <a:lnTo>
                  <a:pt x="521386" y="62358"/>
                </a:lnTo>
                <a:lnTo>
                  <a:pt x="520875" y="61550"/>
                </a:lnTo>
                <a:lnTo>
                  <a:pt x="520340" y="60759"/>
                </a:lnTo>
                <a:lnTo>
                  <a:pt x="519781" y="59985"/>
                </a:lnTo>
                <a:lnTo>
                  <a:pt x="519198" y="59228"/>
                </a:lnTo>
                <a:lnTo>
                  <a:pt x="518591" y="58488"/>
                </a:lnTo>
                <a:lnTo>
                  <a:pt x="517960" y="57766"/>
                </a:lnTo>
                <a:lnTo>
                  <a:pt x="517304" y="57061"/>
                </a:lnTo>
                <a:lnTo>
                  <a:pt x="516625" y="56373"/>
                </a:lnTo>
                <a:lnTo>
                  <a:pt x="515922" y="55702"/>
                </a:lnTo>
                <a:lnTo>
                  <a:pt x="515194" y="55049"/>
                </a:lnTo>
                <a:lnTo>
                  <a:pt x="514442" y="54413"/>
                </a:lnTo>
                <a:lnTo>
                  <a:pt x="513667" y="53794"/>
                </a:lnTo>
                <a:lnTo>
                  <a:pt x="512871" y="53196"/>
                </a:lnTo>
                <a:lnTo>
                  <a:pt x="512059" y="52624"/>
                </a:lnTo>
                <a:lnTo>
                  <a:pt x="511230" y="52077"/>
                </a:lnTo>
                <a:lnTo>
                  <a:pt x="510385" y="51555"/>
                </a:lnTo>
                <a:lnTo>
                  <a:pt x="509524" y="51059"/>
                </a:lnTo>
                <a:lnTo>
                  <a:pt x="508646" y="50589"/>
                </a:lnTo>
                <a:lnTo>
                  <a:pt x="507752" y="50144"/>
                </a:lnTo>
                <a:lnTo>
                  <a:pt x="506841" y="49724"/>
                </a:lnTo>
                <a:lnTo>
                  <a:pt x="505914" y="49330"/>
                </a:lnTo>
                <a:lnTo>
                  <a:pt x="504971" y="48961"/>
                </a:lnTo>
                <a:lnTo>
                  <a:pt x="504011" y="48617"/>
                </a:lnTo>
                <a:lnTo>
                  <a:pt x="503034" y="48299"/>
                </a:lnTo>
                <a:lnTo>
                  <a:pt x="502042" y="48007"/>
                </a:lnTo>
                <a:lnTo>
                  <a:pt x="501033" y="47740"/>
                </a:lnTo>
                <a:lnTo>
                  <a:pt x="500007" y="47498"/>
                </a:lnTo>
                <a:lnTo>
                  <a:pt x="498965" y="47282"/>
                </a:lnTo>
                <a:lnTo>
                  <a:pt x="497907" y="47091"/>
                </a:lnTo>
                <a:lnTo>
                  <a:pt x="496832" y="46926"/>
                </a:lnTo>
                <a:lnTo>
                  <a:pt x="495741" y="46786"/>
                </a:lnTo>
                <a:lnTo>
                  <a:pt x="494634" y="46671"/>
                </a:lnTo>
                <a:lnTo>
                  <a:pt x="493510" y="46582"/>
                </a:lnTo>
                <a:lnTo>
                  <a:pt x="492370" y="46519"/>
                </a:lnTo>
                <a:lnTo>
                  <a:pt x="491213" y="46481"/>
                </a:lnTo>
                <a:lnTo>
                  <a:pt x="490040" y="46468"/>
                </a:lnTo>
                <a:lnTo>
                  <a:pt x="489112" y="46477"/>
                </a:lnTo>
                <a:lnTo>
                  <a:pt x="488192" y="46505"/>
                </a:lnTo>
                <a:lnTo>
                  <a:pt x="487279" y="46550"/>
                </a:lnTo>
                <a:lnTo>
                  <a:pt x="486375" y="46614"/>
                </a:lnTo>
                <a:lnTo>
                  <a:pt x="485479" y="46697"/>
                </a:lnTo>
                <a:lnTo>
                  <a:pt x="484591" y="46798"/>
                </a:lnTo>
                <a:lnTo>
                  <a:pt x="483710" y="46917"/>
                </a:lnTo>
                <a:lnTo>
                  <a:pt x="482838" y="47054"/>
                </a:lnTo>
                <a:lnTo>
                  <a:pt x="481973" y="47210"/>
                </a:lnTo>
                <a:lnTo>
                  <a:pt x="481116" y="47384"/>
                </a:lnTo>
                <a:lnTo>
                  <a:pt x="480268" y="47577"/>
                </a:lnTo>
                <a:lnTo>
                  <a:pt x="479427" y="47787"/>
                </a:lnTo>
                <a:lnTo>
                  <a:pt x="478594" y="48016"/>
                </a:lnTo>
                <a:lnTo>
                  <a:pt x="477769" y="48264"/>
                </a:lnTo>
                <a:lnTo>
                  <a:pt x="476952" y="48530"/>
                </a:lnTo>
                <a:lnTo>
                  <a:pt x="476143" y="48814"/>
                </a:lnTo>
                <a:lnTo>
                  <a:pt x="475342" y="49116"/>
                </a:lnTo>
                <a:lnTo>
                  <a:pt x="474548" y="49437"/>
                </a:lnTo>
                <a:lnTo>
                  <a:pt x="473763" y="49776"/>
                </a:lnTo>
                <a:lnTo>
                  <a:pt x="472986" y="50133"/>
                </a:lnTo>
                <a:lnTo>
                  <a:pt x="472216" y="50509"/>
                </a:lnTo>
                <a:lnTo>
                  <a:pt x="471455" y="50903"/>
                </a:lnTo>
                <a:lnTo>
                  <a:pt x="470701" y="51315"/>
                </a:lnTo>
                <a:lnTo>
                  <a:pt x="469956" y="51746"/>
                </a:lnTo>
                <a:lnTo>
                  <a:pt x="469221" y="52193"/>
                </a:lnTo>
                <a:lnTo>
                  <a:pt x="468499" y="52653"/>
                </a:lnTo>
                <a:lnTo>
                  <a:pt x="467791" y="53128"/>
                </a:lnTo>
                <a:lnTo>
                  <a:pt x="467097" y="53616"/>
                </a:lnTo>
                <a:lnTo>
                  <a:pt x="466415" y="54119"/>
                </a:lnTo>
                <a:lnTo>
                  <a:pt x="465748" y="54635"/>
                </a:lnTo>
                <a:lnTo>
                  <a:pt x="465093" y="55165"/>
                </a:lnTo>
                <a:lnTo>
                  <a:pt x="464452" y="55710"/>
                </a:lnTo>
                <a:lnTo>
                  <a:pt x="463824" y="56268"/>
                </a:lnTo>
                <a:lnTo>
                  <a:pt x="463210" y="56840"/>
                </a:lnTo>
                <a:lnTo>
                  <a:pt x="462609" y="57426"/>
                </a:lnTo>
                <a:lnTo>
                  <a:pt x="462021" y="58027"/>
                </a:lnTo>
                <a:lnTo>
                  <a:pt x="461447" y="58641"/>
                </a:lnTo>
                <a:lnTo>
                  <a:pt x="460887" y="59269"/>
                </a:lnTo>
                <a:lnTo>
                  <a:pt x="460339" y="59911"/>
                </a:lnTo>
                <a:lnTo>
                  <a:pt x="459805" y="60567"/>
                </a:lnTo>
                <a:lnTo>
                  <a:pt x="459285" y="61236"/>
                </a:lnTo>
                <a:lnTo>
                  <a:pt x="458777" y="61920"/>
                </a:lnTo>
                <a:lnTo>
                  <a:pt x="458283" y="62618"/>
                </a:lnTo>
                <a:lnTo>
                  <a:pt x="457803" y="63330"/>
                </a:lnTo>
                <a:lnTo>
                  <a:pt x="457336" y="64056"/>
                </a:lnTo>
                <a:lnTo>
                  <a:pt x="456882" y="64795"/>
                </a:lnTo>
                <a:lnTo>
                  <a:pt x="456442" y="65549"/>
                </a:lnTo>
                <a:lnTo>
                  <a:pt x="456015" y="66316"/>
                </a:lnTo>
                <a:lnTo>
                  <a:pt x="455604" y="67097"/>
                </a:lnTo>
                <a:lnTo>
                  <a:pt x="455210" y="67888"/>
                </a:lnTo>
                <a:lnTo>
                  <a:pt x="454834" y="68692"/>
                </a:lnTo>
                <a:lnTo>
                  <a:pt x="454475" y="69506"/>
                </a:lnTo>
                <a:lnTo>
                  <a:pt x="454134" y="70333"/>
                </a:lnTo>
                <a:lnTo>
                  <a:pt x="453810" y="71170"/>
                </a:lnTo>
                <a:lnTo>
                  <a:pt x="453504" y="72019"/>
                </a:lnTo>
                <a:lnTo>
                  <a:pt x="453215" y="72880"/>
                </a:lnTo>
                <a:lnTo>
                  <a:pt x="452944" y="73752"/>
                </a:lnTo>
                <a:lnTo>
                  <a:pt x="452690" y="74636"/>
                </a:lnTo>
                <a:lnTo>
                  <a:pt x="452454" y="75531"/>
                </a:lnTo>
                <a:lnTo>
                  <a:pt x="452235" y="76437"/>
                </a:lnTo>
                <a:lnTo>
                  <a:pt x="452034" y="77355"/>
                </a:lnTo>
                <a:lnTo>
                  <a:pt x="451850" y="78285"/>
                </a:lnTo>
                <a:lnTo>
                  <a:pt x="451684" y="79226"/>
                </a:lnTo>
                <a:lnTo>
                  <a:pt x="451535" y="80178"/>
                </a:lnTo>
                <a:lnTo>
                  <a:pt x="451404" y="81142"/>
                </a:lnTo>
                <a:lnTo>
                  <a:pt x="451290" y="82117"/>
                </a:lnTo>
                <a:lnTo>
                  <a:pt x="451194" y="83104"/>
                </a:lnTo>
                <a:lnTo>
                  <a:pt x="451115" y="84102"/>
                </a:lnTo>
                <a:lnTo>
                  <a:pt x="451054" y="85112"/>
                </a:lnTo>
                <a:lnTo>
                  <a:pt x="451010" y="86133"/>
                </a:lnTo>
                <a:lnTo>
                  <a:pt x="450984" y="87166"/>
                </a:lnTo>
                <a:lnTo>
                  <a:pt x="450975" y="88210"/>
                </a:lnTo>
                <a:lnTo>
                  <a:pt x="450984" y="89229"/>
                </a:lnTo>
                <a:lnTo>
                  <a:pt x="451010" y="90238"/>
                </a:lnTo>
                <a:lnTo>
                  <a:pt x="451054" y="91237"/>
                </a:lnTo>
                <a:lnTo>
                  <a:pt x="451115" y="92225"/>
                </a:lnTo>
                <a:lnTo>
                  <a:pt x="451194" y="93203"/>
                </a:lnTo>
                <a:lnTo>
                  <a:pt x="451290" y="94172"/>
                </a:lnTo>
                <a:lnTo>
                  <a:pt x="451404" y="95130"/>
                </a:lnTo>
                <a:lnTo>
                  <a:pt x="451535" y="96078"/>
                </a:lnTo>
                <a:lnTo>
                  <a:pt x="451684" y="97016"/>
                </a:lnTo>
                <a:lnTo>
                  <a:pt x="451850" y="97944"/>
                </a:lnTo>
                <a:lnTo>
                  <a:pt x="452034" y="98861"/>
                </a:lnTo>
                <a:lnTo>
                  <a:pt x="452235" y="99769"/>
                </a:lnTo>
                <a:lnTo>
                  <a:pt x="452454" y="100666"/>
                </a:lnTo>
                <a:lnTo>
                  <a:pt x="452690" y="101554"/>
                </a:lnTo>
                <a:lnTo>
                  <a:pt x="452944" y="102431"/>
                </a:lnTo>
                <a:lnTo>
                  <a:pt x="453215" y="103298"/>
                </a:lnTo>
                <a:lnTo>
                  <a:pt x="453504" y="104155"/>
                </a:lnTo>
                <a:lnTo>
                  <a:pt x="453810" y="105002"/>
                </a:lnTo>
                <a:lnTo>
                  <a:pt x="454134" y="105839"/>
                </a:lnTo>
                <a:lnTo>
                  <a:pt x="454475" y="106666"/>
                </a:lnTo>
                <a:lnTo>
                  <a:pt x="454834" y="107482"/>
                </a:lnTo>
                <a:lnTo>
                  <a:pt x="455210" y="108289"/>
                </a:lnTo>
                <a:lnTo>
                  <a:pt x="455604" y="109085"/>
                </a:lnTo>
                <a:lnTo>
                  <a:pt x="456015" y="109871"/>
                </a:lnTo>
                <a:lnTo>
                  <a:pt x="456442" y="110645"/>
                </a:lnTo>
                <a:lnTo>
                  <a:pt x="456882" y="111404"/>
                </a:lnTo>
                <a:lnTo>
                  <a:pt x="457336" y="112149"/>
                </a:lnTo>
                <a:lnTo>
                  <a:pt x="457803" y="112879"/>
                </a:lnTo>
                <a:lnTo>
                  <a:pt x="458283" y="113595"/>
                </a:lnTo>
                <a:lnTo>
                  <a:pt x="458777" y="114296"/>
                </a:lnTo>
                <a:lnTo>
                  <a:pt x="459285" y="114983"/>
                </a:lnTo>
                <a:lnTo>
                  <a:pt x="459805" y="115655"/>
                </a:lnTo>
                <a:lnTo>
                  <a:pt x="460339" y="116313"/>
                </a:lnTo>
                <a:lnTo>
                  <a:pt x="460887" y="116956"/>
                </a:lnTo>
                <a:lnTo>
                  <a:pt x="461447" y="117585"/>
                </a:lnTo>
                <a:lnTo>
                  <a:pt x="462021" y="118199"/>
                </a:lnTo>
                <a:lnTo>
                  <a:pt x="462609" y="118799"/>
                </a:lnTo>
                <a:lnTo>
                  <a:pt x="463210" y="119385"/>
                </a:lnTo>
                <a:lnTo>
                  <a:pt x="463824" y="119956"/>
                </a:lnTo>
                <a:lnTo>
                  <a:pt x="464452" y="120512"/>
                </a:lnTo>
                <a:lnTo>
                  <a:pt x="465093" y="121054"/>
                </a:lnTo>
                <a:lnTo>
                  <a:pt x="465748" y="121581"/>
                </a:lnTo>
                <a:lnTo>
                  <a:pt x="466415" y="122094"/>
                </a:lnTo>
                <a:lnTo>
                  <a:pt x="467097" y="122593"/>
                </a:lnTo>
                <a:lnTo>
                  <a:pt x="467791" y="123077"/>
                </a:lnTo>
                <a:lnTo>
                  <a:pt x="468499" y="123546"/>
                </a:lnTo>
                <a:lnTo>
                  <a:pt x="469221" y="124001"/>
                </a:lnTo>
                <a:lnTo>
                  <a:pt x="469956" y="124441"/>
                </a:lnTo>
                <a:lnTo>
                  <a:pt x="470701" y="124865"/>
                </a:lnTo>
                <a:lnTo>
                  <a:pt x="471455" y="125271"/>
                </a:lnTo>
                <a:lnTo>
                  <a:pt x="472216" y="125659"/>
                </a:lnTo>
                <a:lnTo>
                  <a:pt x="472986" y="126029"/>
                </a:lnTo>
                <a:lnTo>
                  <a:pt x="473763" y="126381"/>
                </a:lnTo>
                <a:lnTo>
                  <a:pt x="474548" y="126715"/>
                </a:lnTo>
                <a:lnTo>
                  <a:pt x="475342" y="127031"/>
                </a:lnTo>
                <a:lnTo>
                  <a:pt x="476143" y="127328"/>
                </a:lnTo>
                <a:lnTo>
                  <a:pt x="476952" y="127608"/>
                </a:lnTo>
                <a:lnTo>
                  <a:pt x="477769" y="127870"/>
                </a:lnTo>
                <a:lnTo>
                  <a:pt x="478594" y="128113"/>
                </a:lnTo>
                <a:lnTo>
                  <a:pt x="479427" y="128339"/>
                </a:lnTo>
                <a:lnTo>
                  <a:pt x="480268" y="128546"/>
                </a:lnTo>
                <a:lnTo>
                  <a:pt x="481116" y="128736"/>
                </a:lnTo>
                <a:lnTo>
                  <a:pt x="481973" y="128907"/>
                </a:lnTo>
                <a:lnTo>
                  <a:pt x="482838" y="129061"/>
                </a:lnTo>
                <a:lnTo>
                  <a:pt x="483710" y="129196"/>
                </a:lnTo>
                <a:lnTo>
                  <a:pt x="484591" y="129313"/>
                </a:lnTo>
                <a:lnTo>
                  <a:pt x="485479" y="129412"/>
                </a:lnTo>
                <a:lnTo>
                  <a:pt x="486375" y="129494"/>
                </a:lnTo>
                <a:lnTo>
                  <a:pt x="487279" y="129557"/>
                </a:lnTo>
                <a:lnTo>
                  <a:pt x="488192" y="129602"/>
                </a:lnTo>
                <a:lnTo>
                  <a:pt x="489112" y="129629"/>
                </a:lnTo>
                <a:lnTo>
                  <a:pt x="490040" y="129638"/>
                </a:lnTo>
                <a:lnTo>
                  <a:pt x="491200" y="129625"/>
                </a:lnTo>
                <a:lnTo>
                  <a:pt x="492345" y="129586"/>
                </a:lnTo>
                <a:lnTo>
                  <a:pt x="493475" y="129521"/>
                </a:lnTo>
                <a:lnTo>
                  <a:pt x="494588" y="129430"/>
                </a:lnTo>
                <a:lnTo>
                  <a:pt x="495686" y="129313"/>
                </a:lnTo>
                <a:close/>
                <a:moveTo>
                  <a:pt x="615946" y="90325"/>
                </a:moveTo>
                <a:lnTo>
                  <a:pt x="615957" y="90149"/>
                </a:lnTo>
                <a:lnTo>
                  <a:pt x="615967" y="89974"/>
                </a:lnTo>
                <a:lnTo>
                  <a:pt x="615976" y="89801"/>
                </a:lnTo>
                <a:lnTo>
                  <a:pt x="615985" y="89629"/>
                </a:lnTo>
                <a:lnTo>
                  <a:pt x="615993" y="89460"/>
                </a:lnTo>
                <a:lnTo>
                  <a:pt x="616001" y="89292"/>
                </a:lnTo>
                <a:lnTo>
                  <a:pt x="616009" y="89125"/>
                </a:lnTo>
                <a:lnTo>
                  <a:pt x="616015" y="88960"/>
                </a:lnTo>
                <a:lnTo>
                  <a:pt x="616022" y="88797"/>
                </a:lnTo>
                <a:lnTo>
                  <a:pt x="616027" y="88635"/>
                </a:lnTo>
                <a:lnTo>
                  <a:pt x="616033" y="88475"/>
                </a:lnTo>
                <a:lnTo>
                  <a:pt x="616037" y="88317"/>
                </a:lnTo>
                <a:lnTo>
                  <a:pt x="616041" y="88160"/>
                </a:lnTo>
                <a:lnTo>
                  <a:pt x="616045" y="88005"/>
                </a:lnTo>
                <a:lnTo>
                  <a:pt x="616048" y="87852"/>
                </a:lnTo>
                <a:lnTo>
                  <a:pt x="616050" y="87700"/>
                </a:lnTo>
                <a:lnTo>
                  <a:pt x="616052" y="87550"/>
                </a:lnTo>
                <a:lnTo>
                  <a:pt x="616053" y="87402"/>
                </a:lnTo>
                <a:lnTo>
                  <a:pt x="616054" y="87255"/>
                </a:lnTo>
                <a:lnTo>
                  <a:pt x="616055" y="87110"/>
                </a:lnTo>
                <a:lnTo>
                  <a:pt x="616055" y="86965"/>
                </a:lnTo>
                <a:lnTo>
                  <a:pt x="616055" y="86822"/>
                </a:lnTo>
                <a:lnTo>
                  <a:pt x="616055" y="86679"/>
                </a:lnTo>
                <a:lnTo>
                  <a:pt x="616055" y="86536"/>
                </a:lnTo>
                <a:lnTo>
                  <a:pt x="616055" y="86394"/>
                </a:lnTo>
                <a:lnTo>
                  <a:pt x="616055" y="86253"/>
                </a:lnTo>
                <a:lnTo>
                  <a:pt x="616055" y="86112"/>
                </a:lnTo>
                <a:lnTo>
                  <a:pt x="616055" y="85972"/>
                </a:lnTo>
                <a:lnTo>
                  <a:pt x="616055" y="85832"/>
                </a:lnTo>
                <a:lnTo>
                  <a:pt x="616055" y="85692"/>
                </a:lnTo>
                <a:lnTo>
                  <a:pt x="616055" y="85554"/>
                </a:lnTo>
                <a:lnTo>
                  <a:pt x="616055" y="85416"/>
                </a:lnTo>
                <a:lnTo>
                  <a:pt x="616055" y="85278"/>
                </a:lnTo>
                <a:lnTo>
                  <a:pt x="616055" y="85141"/>
                </a:lnTo>
                <a:lnTo>
                  <a:pt x="616055" y="85004"/>
                </a:lnTo>
                <a:lnTo>
                  <a:pt x="616055" y="84868"/>
                </a:lnTo>
                <a:lnTo>
                  <a:pt x="616055" y="84733"/>
                </a:lnTo>
                <a:lnTo>
                  <a:pt x="616055" y="84598"/>
                </a:lnTo>
                <a:lnTo>
                  <a:pt x="616055" y="84464"/>
                </a:lnTo>
                <a:lnTo>
                  <a:pt x="616055" y="84330"/>
                </a:lnTo>
                <a:lnTo>
                  <a:pt x="616055" y="84196"/>
                </a:lnTo>
                <a:lnTo>
                  <a:pt x="616055" y="84064"/>
                </a:lnTo>
                <a:lnTo>
                  <a:pt x="616055" y="83931"/>
                </a:lnTo>
                <a:lnTo>
                  <a:pt x="616055" y="83800"/>
                </a:lnTo>
                <a:lnTo>
                  <a:pt x="616047" y="82963"/>
                </a:lnTo>
                <a:lnTo>
                  <a:pt x="616024" y="82131"/>
                </a:lnTo>
                <a:lnTo>
                  <a:pt x="615987" y="81306"/>
                </a:lnTo>
                <a:lnTo>
                  <a:pt x="615934" y="80486"/>
                </a:lnTo>
                <a:lnTo>
                  <a:pt x="615867" y="79671"/>
                </a:lnTo>
                <a:lnTo>
                  <a:pt x="615784" y="78863"/>
                </a:lnTo>
                <a:lnTo>
                  <a:pt x="615686" y="78060"/>
                </a:lnTo>
                <a:lnTo>
                  <a:pt x="615573" y="77263"/>
                </a:lnTo>
                <a:lnTo>
                  <a:pt x="615445" y="76472"/>
                </a:lnTo>
                <a:lnTo>
                  <a:pt x="615303" y="75686"/>
                </a:lnTo>
                <a:lnTo>
                  <a:pt x="615145" y="74907"/>
                </a:lnTo>
                <a:lnTo>
                  <a:pt x="614972" y="74133"/>
                </a:lnTo>
                <a:lnTo>
                  <a:pt x="614784" y="73364"/>
                </a:lnTo>
                <a:lnTo>
                  <a:pt x="614581" y="72602"/>
                </a:lnTo>
                <a:lnTo>
                  <a:pt x="614363" y="71845"/>
                </a:lnTo>
                <a:lnTo>
                  <a:pt x="614130" y="71094"/>
                </a:lnTo>
                <a:lnTo>
                  <a:pt x="613881" y="70349"/>
                </a:lnTo>
                <a:lnTo>
                  <a:pt x="613618" y="69609"/>
                </a:lnTo>
                <a:lnTo>
                  <a:pt x="613340" y="68875"/>
                </a:lnTo>
                <a:lnTo>
                  <a:pt x="613047" y="68147"/>
                </a:lnTo>
                <a:lnTo>
                  <a:pt x="612738" y="67425"/>
                </a:lnTo>
                <a:lnTo>
                  <a:pt x="612415" y="66708"/>
                </a:lnTo>
                <a:lnTo>
                  <a:pt x="612077" y="65998"/>
                </a:lnTo>
                <a:lnTo>
                  <a:pt x="611723" y="65292"/>
                </a:lnTo>
                <a:lnTo>
                  <a:pt x="611356" y="64596"/>
                </a:lnTo>
                <a:lnTo>
                  <a:pt x="610975" y="63910"/>
                </a:lnTo>
                <a:lnTo>
                  <a:pt x="610581" y="63236"/>
                </a:lnTo>
                <a:lnTo>
                  <a:pt x="610175" y="62573"/>
                </a:lnTo>
                <a:lnTo>
                  <a:pt x="609755" y="61921"/>
                </a:lnTo>
                <a:lnTo>
                  <a:pt x="609321" y="61281"/>
                </a:lnTo>
                <a:lnTo>
                  <a:pt x="608875" y="60651"/>
                </a:lnTo>
                <a:lnTo>
                  <a:pt x="608416" y="60033"/>
                </a:lnTo>
                <a:lnTo>
                  <a:pt x="607943" y="59426"/>
                </a:lnTo>
                <a:lnTo>
                  <a:pt x="607458" y="58831"/>
                </a:lnTo>
                <a:lnTo>
                  <a:pt x="606959" y="58246"/>
                </a:lnTo>
                <a:lnTo>
                  <a:pt x="606447" y="57673"/>
                </a:lnTo>
                <a:lnTo>
                  <a:pt x="605922" y="57110"/>
                </a:lnTo>
                <a:lnTo>
                  <a:pt x="605384" y="56560"/>
                </a:lnTo>
                <a:lnTo>
                  <a:pt x="604832" y="56020"/>
                </a:lnTo>
                <a:lnTo>
                  <a:pt x="604268" y="55491"/>
                </a:lnTo>
                <a:lnTo>
                  <a:pt x="603690" y="54974"/>
                </a:lnTo>
                <a:lnTo>
                  <a:pt x="603100" y="54468"/>
                </a:lnTo>
                <a:lnTo>
                  <a:pt x="602496" y="53973"/>
                </a:lnTo>
                <a:lnTo>
                  <a:pt x="601879" y="53489"/>
                </a:lnTo>
                <a:lnTo>
                  <a:pt x="601249" y="53017"/>
                </a:lnTo>
                <a:lnTo>
                  <a:pt x="600606" y="52556"/>
                </a:lnTo>
                <a:lnTo>
                  <a:pt x="599950" y="52106"/>
                </a:lnTo>
                <a:lnTo>
                  <a:pt x="599280" y="51667"/>
                </a:lnTo>
                <a:lnTo>
                  <a:pt x="598598" y="51243"/>
                </a:lnTo>
                <a:lnTo>
                  <a:pt x="597904" y="50836"/>
                </a:lnTo>
                <a:lnTo>
                  <a:pt x="597197" y="50448"/>
                </a:lnTo>
                <a:lnTo>
                  <a:pt x="596478" y="50078"/>
                </a:lnTo>
                <a:lnTo>
                  <a:pt x="595746" y="49726"/>
                </a:lnTo>
                <a:lnTo>
                  <a:pt x="595003" y="49392"/>
                </a:lnTo>
                <a:lnTo>
                  <a:pt x="594247" y="49076"/>
                </a:lnTo>
                <a:lnTo>
                  <a:pt x="593478" y="48778"/>
                </a:lnTo>
                <a:lnTo>
                  <a:pt x="592698" y="48499"/>
                </a:lnTo>
                <a:lnTo>
                  <a:pt x="591905" y="48237"/>
                </a:lnTo>
                <a:lnTo>
                  <a:pt x="591099" y="47993"/>
                </a:lnTo>
                <a:lnTo>
                  <a:pt x="590282" y="47768"/>
                </a:lnTo>
                <a:lnTo>
                  <a:pt x="589452" y="47560"/>
                </a:lnTo>
                <a:lnTo>
                  <a:pt x="588610" y="47370"/>
                </a:lnTo>
                <a:lnTo>
                  <a:pt x="587755" y="47199"/>
                </a:lnTo>
                <a:lnTo>
                  <a:pt x="586888" y="47046"/>
                </a:lnTo>
                <a:lnTo>
                  <a:pt x="586009" y="46910"/>
                </a:lnTo>
                <a:lnTo>
                  <a:pt x="585118" y="46793"/>
                </a:lnTo>
                <a:lnTo>
                  <a:pt x="584214" y="46694"/>
                </a:lnTo>
                <a:lnTo>
                  <a:pt x="583298" y="46612"/>
                </a:lnTo>
                <a:lnTo>
                  <a:pt x="582370" y="46549"/>
                </a:lnTo>
                <a:lnTo>
                  <a:pt x="581429" y="46504"/>
                </a:lnTo>
                <a:lnTo>
                  <a:pt x="580476" y="46477"/>
                </a:lnTo>
                <a:lnTo>
                  <a:pt x="579511" y="46468"/>
                </a:lnTo>
                <a:lnTo>
                  <a:pt x="578570" y="46477"/>
                </a:lnTo>
                <a:lnTo>
                  <a:pt x="577639" y="46504"/>
                </a:lnTo>
                <a:lnTo>
                  <a:pt x="576716" y="46549"/>
                </a:lnTo>
                <a:lnTo>
                  <a:pt x="575802" y="46612"/>
                </a:lnTo>
                <a:lnTo>
                  <a:pt x="574898" y="46694"/>
                </a:lnTo>
                <a:lnTo>
                  <a:pt x="574002" y="46793"/>
                </a:lnTo>
                <a:lnTo>
                  <a:pt x="573116" y="46910"/>
                </a:lnTo>
                <a:lnTo>
                  <a:pt x="572238" y="47046"/>
                </a:lnTo>
                <a:lnTo>
                  <a:pt x="571370" y="47199"/>
                </a:lnTo>
                <a:lnTo>
                  <a:pt x="570510" y="47370"/>
                </a:lnTo>
                <a:lnTo>
                  <a:pt x="569660" y="47560"/>
                </a:lnTo>
                <a:lnTo>
                  <a:pt x="568819" y="47768"/>
                </a:lnTo>
                <a:lnTo>
                  <a:pt x="567986" y="47993"/>
                </a:lnTo>
                <a:lnTo>
                  <a:pt x="567163" y="48237"/>
                </a:lnTo>
                <a:lnTo>
                  <a:pt x="566349" y="48499"/>
                </a:lnTo>
                <a:lnTo>
                  <a:pt x="565544" y="48778"/>
                </a:lnTo>
                <a:lnTo>
                  <a:pt x="564747" y="49076"/>
                </a:lnTo>
                <a:lnTo>
                  <a:pt x="563960" y="49392"/>
                </a:lnTo>
                <a:lnTo>
                  <a:pt x="563182" y="49726"/>
                </a:lnTo>
                <a:lnTo>
                  <a:pt x="562413" y="50078"/>
                </a:lnTo>
                <a:lnTo>
                  <a:pt x="561653" y="50448"/>
                </a:lnTo>
                <a:lnTo>
                  <a:pt x="560902" y="50836"/>
                </a:lnTo>
                <a:lnTo>
                  <a:pt x="560160" y="51243"/>
                </a:lnTo>
                <a:lnTo>
                  <a:pt x="559427" y="51667"/>
                </a:lnTo>
                <a:lnTo>
                  <a:pt x="558705" y="52107"/>
                </a:lnTo>
                <a:lnTo>
                  <a:pt x="557997" y="52562"/>
                </a:lnTo>
                <a:lnTo>
                  <a:pt x="557303" y="53030"/>
                </a:lnTo>
                <a:lnTo>
                  <a:pt x="556622" y="53513"/>
                </a:lnTo>
                <a:lnTo>
                  <a:pt x="555955" y="54011"/>
                </a:lnTo>
                <a:lnTo>
                  <a:pt x="555302" y="54522"/>
                </a:lnTo>
                <a:lnTo>
                  <a:pt x="554662" y="55048"/>
                </a:lnTo>
                <a:lnTo>
                  <a:pt x="554036" y="55588"/>
                </a:lnTo>
                <a:lnTo>
                  <a:pt x="553424" y="56142"/>
                </a:lnTo>
                <a:lnTo>
                  <a:pt x="552826" y="56710"/>
                </a:lnTo>
                <a:lnTo>
                  <a:pt x="552241" y="57293"/>
                </a:lnTo>
                <a:lnTo>
                  <a:pt x="551669" y="57890"/>
                </a:lnTo>
                <a:lnTo>
                  <a:pt x="551112" y="58501"/>
                </a:lnTo>
                <a:lnTo>
                  <a:pt x="550568" y="59126"/>
                </a:lnTo>
                <a:lnTo>
                  <a:pt x="550038" y="59765"/>
                </a:lnTo>
                <a:lnTo>
                  <a:pt x="549521" y="60419"/>
                </a:lnTo>
                <a:lnTo>
                  <a:pt x="549018" y="61087"/>
                </a:lnTo>
                <a:lnTo>
                  <a:pt x="548529" y="61769"/>
                </a:lnTo>
                <a:lnTo>
                  <a:pt x="548053" y="62465"/>
                </a:lnTo>
                <a:lnTo>
                  <a:pt x="547591" y="63176"/>
                </a:lnTo>
                <a:lnTo>
                  <a:pt x="547143" y="63901"/>
                </a:lnTo>
                <a:lnTo>
                  <a:pt x="546709" y="64640"/>
                </a:lnTo>
                <a:lnTo>
                  <a:pt x="546288" y="65393"/>
                </a:lnTo>
                <a:lnTo>
                  <a:pt x="545880" y="66160"/>
                </a:lnTo>
                <a:lnTo>
                  <a:pt x="545488" y="66940"/>
                </a:lnTo>
                <a:lnTo>
                  <a:pt x="545113" y="67732"/>
                </a:lnTo>
                <a:lnTo>
                  <a:pt x="544754" y="68535"/>
                </a:lnTo>
                <a:lnTo>
                  <a:pt x="544412" y="69349"/>
                </a:lnTo>
                <a:lnTo>
                  <a:pt x="544087" y="70176"/>
                </a:lnTo>
                <a:lnTo>
                  <a:pt x="543778" y="71013"/>
                </a:lnTo>
                <a:lnTo>
                  <a:pt x="543486" y="71862"/>
                </a:lnTo>
                <a:lnTo>
                  <a:pt x="543211" y="72723"/>
                </a:lnTo>
                <a:lnTo>
                  <a:pt x="542953" y="73595"/>
                </a:lnTo>
                <a:lnTo>
                  <a:pt x="542711" y="74478"/>
                </a:lnTo>
                <a:lnTo>
                  <a:pt x="542485" y="75373"/>
                </a:lnTo>
                <a:lnTo>
                  <a:pt x="542277" y="76280"/>
                </a:lnTo>
                <a:lnTo>
                  <a:pt x="542085" y="77198"/>
                </a:lnTo>
                <a:lnTo>
                  <a:pt x="541910" y="78127"/>
                </a:lnTo>
                <a:lnTo>
                  <a:pt x="541751" y="79068"/>
                </a:lnTo>
                <a:lnTo>
                  <a:pt x="541610" y="80021"/>
                </a:lnTo>
                <a:lnTo>
                  <a:pt x="541484" y="80985"/>
                </a:lnTo>
                <a:lnTo>
                  <a:pt x="541376" y="81960"/>
                </a:lnTo>
                <a:lnTo>
                  <a:pt x="541284" y="82947"/>
                </a:lnTo>
                <a:lnTo>
                  <a:pt x="541209" y="83945"/>
                </a:lnTo>
                <a:lnTo>
                  <a:pt x="541151" y="84955"/>
                </a:lnTo>
                <a:lnTo>
                  <a:pt x="541109" y="85977"/>
                </a:lnTo>
                <a:lnTo>
                  <a:pt x="541084" y="87010"/>
                </a:lnTo>
                <a:lnTo>
                  <a:pt x="541076" y="88054"/>
                </a:lnTo>
                <a:lnTo>
                  <a:pt x="541084" y="89086"/>
                </a:lnTo>
                <a:lnTo>
                  <a:pt x="541110" y="90107"/>
                </a:lnTo>
                <a:lnTo>
                  <a:pt x="541152" y="91117"/>
                </a:lnTo>
                <a:lnTo>
                  <a:pt x="541211" y="92117"/>
                </a:lnTo>
                <a:lnTo>
                  <a:pt x="541288" y="93106"/>
                </a:lnTo>
                <a:lnTo>
                  <a:pt x="541381" y="94084"/>
                </a:lnTo>
                <a:lnTo>
                  <a:pt x="541491" y="95052"/>
                </a:lnTo>
                <a:lnTo>
                  <a:pt x="541618" y="96009"/>
                </a:lnTo>
                <a:lnTo>
                  <a:pt x="541762" y="96955"/>
                </a:lnTo>
                <a:lnTo>
                  <a:pt x="541923" y="97891"/>
                </a:lnTo>
                <a:lnTo>
                  <a:pt x="542101" y="98816"/>
                </a:lnTo>
                <a:lnTo>
                  <a:pt x="542296" y="99730"/>
                </a:lnTo>
                <a:lnTo>
                  <a:pt x="542508" y="100634"/>
                </a:lnTo>
                <a:lnTo>
                  <a:pt x="542737" y="101527"/>
                </a:lnTo>
                <a:lnTo>
                  <a:pt x="542983" y="102409"/>
                </a:lnTo>
                <a:lnTo>
                  <a:pt x="543245" y="103281"/>
                </a:lnTo>
                <a:lnTo>
                  <a:pt x="543525" y="104142"/>
                </a:lnTo>
                <a:lnTo>
                  <a:pt x="543822" y="104992"/>
                </a:lnTo>
                <a:lnTo>
                  <a:pt x="544135" y="105832"/>
                </a:lnTo>
                <a:lnTo>
                  <a:pt x="544466" y="106661"/>
                </a:lnTo>
                <a:lnTo>
                  <a:pt x="544813" y="107480"/>
                </a:lnTo>
                <a:lnTo>
                  <a:pt x="545178" y="108288"/>
                </a:lnTo>
                <a:lnTo>
                  <a:pt x="545559" y="109085"/>
                </a:lnTo>
                <a:lnTo>
                  <a:pt x="545957" y="109871"/>
                </a:lnTo>
                <a:lnTo>
                  <a:pt x="546371" y="110645"/>
                </a:lnTo>
                <a:lnTo>
                  <a:pt x="546797" y="111404"/>
                </a:lnTo>
                <a:lnTo>
                  <a:pt x="547236" y="112149"/>
                </a:lnTo>
                <a:lnTo>
                  <a:pt x="547688" y="112879"/>
                </a:lnTo>
                <a:lnTo>
                  <a:pt x="548153" y="113595"/>
                </a:lnTo>
                <a:lnTo>
                  <a:pt x="548631" y="114296"/>
                </a:lnTo>
                <a:lnTo>
                  <a:pt x="549121" y="114983"/>
                </a:lnTo>
                <a:lnTo>
                  <a:pt x="549625" y="115655"/>
                </a:lnTo>
                <a:lnTo>
                  <a:pt x="550141" y="116313"/>
                </a:lnTo>
                <a:lnTo>
                  <a:pt x="550670" y="116956"/>
                </a:lnTo>
                <a:lnTo>
                  <a:pt x="551212" y="117585"/>
                </a:lnTo>
                <a:lnTo>
                  <a:pt x="551767" y="118199"/>
                </a:lnTo>
                <a:lnTo>
                  <a:pt x="552334" y="118799"/>
                </a:lnTo>
                <a:lnTo>
                  <a:pt x="552915" y="119385"/>
                </a:lnTo>
                <a:lnTo>
                  <a:pt x="553508" y="119956"/>
                </a:lnTo>
                <a:lnTo>
                  <a:pt x="554114" y="120512"/>
                </a:lnTo>
                <a:lnTo>
                  <a:pt x="554734" y="121054"/>
                </a:lnTo>
                <a:lnTo>
                  <a:pt x="555365" y="121581"/>
                </a:lnTo>
                <a:lnTo>
                  <a:pt x="556010" y="122094"/>
                </a:lnTo>
                <a:lnTo>
                  <a:pt x="556668" y="122593"/>
                </a:lnTo>
                <a:lnTo>
                  <a:pt x="557338" y="123077"/>
                </a:lnTo>
                <a:lnTo>
                  <a:pt x="558022" y="123546"/>
                </a:lnTo>
                <a:lnTo>
                  <a:pt x="558718" y="124001"/>
                </a:lnTo>
                <a:lnTo>
                  <a:pt x="559427" y="124441"/>
                </a:lnTo>
                <a:lnTo>
                  <a:pt x="560147" y="124865"/>
                </a:lnTo>
                <a:lnTo>
                  <a:pt x="560876" y="125271"/>
                </a:lnTo>
                <a:lnTo>
                  <a:pt x="561614" y="125659"/>
                </a:lnTo>
                <a:lnTo>
                  <a:pt x="562361" y="126029"/>
                </a:lnTo>
                <a:lnTo>
                  <a:pt x="563117" y="126381"/>
                </a:lnTo>
                <a:lnTo>
                  <a:pt x="563882" y="126715"/>
                </a:lnTo>
                <a:lnTo>
                  <a:pt x="564656" y="127031"/>
                </a:lnTo>
                <a:lnTo>
                  <a:pt x="565439" y="127328"/>
                </a:lnTo>
                <a:lnTo>
                  <a:pt x="566231" y="127608"/>
                </a:lnTo>
                <a:lnTo>
                  <a:pt x="567033" y="127870"/>
                </a:lnTo>
                <a:lnTo>
                  <a:pt x="567843" y="128113"/>
                </a:lnTo>
                <a:lnTo>
                  <a:pt x="568662" y="128339"/>
                </a:lnTo>
                <a:lnTo>
                  <a:pt x="569490" y="128546"/>
                </a:lnTo>
                <a:lnTo>
                  <a:pt x="570327" y="128736"/>
                </a:lnTo>
                <a:lnTo>
                  <a:pt x="571174" y="128907"/>
                </a:lnTo>
                <a:lnTo>
                  <a:pt x="572029" y="129061"/>
                </a:lnTo>
                <a:lnTo>
                  <a:pt x="572893" y="129196"/>
                </a:lnTo>
                <a:lnTo>
                  <a:pt x="573767" y="129313"/>
                </a:lnTo>
                <a:lnTo>
                  <a:pt x="574649" y="129412"/>
                </a:lnTo>
                <a:lnTo>
                  <a:pt x="575540" y="129494"/>
                </a:lnTo>
                <a:lnTo>
                  <a:pt x="576441" y="129557"/>
                </a:lnTo>
                <a:lnTo>
                  <a:pt x="577350" y="129602"/>
                </a:lnTo>
                <a:lnTo>
                  <a:pt x="578269" y="129629"/>
                </a:lnTo>
                <a:lnTo>
                  <a:pt x="579196" y="129638"/>
                </a:lnTo>
                <a:lnTo>
                  <a:pt x="579967" y="129632"/>
                </a:lnTo>
                <a:lnTo>
                  <a:pt x="580729" y="129616"/>
                </a:lnTo>
                <a:lnTo>
                  <a:pt x="581484" y="129588"/>
                </a:lnTo>
                <a:lnTo>
                  <a:pt x="582231" y="129548"/>
                </a:lnTo>
                <a:lnTo>
                  <a:pt x="582970" y="129498"/>
                </a:lnTo>
                <a:lnTo>
                  <a:pt x="583700" y="129436"/>
                </a:lnTo>
                <a:lnTo>
                  <a:pt x="584423" y="129363"/>
                </a:lnTo>
                <a:lnTo>
                  <a:pt x="585138" y="129279"/>
                </a:lnTo>
                <a:lnTo>
                  <a:pt x="585846" y="129184"/>
                </a:lnTo>
                <a:lnTo>
                  <a:pt x="586545" y="129078"/>
                </a:lnTo>
                <a:lnTo>
                  <a:pt x="587236" y="128960"/>
                </a:lnTo>
                <a:lnTo>
                  <a:pt x="587919" y="128831"/>
                </a:lnTo>
                <a:lnTo>
                  <a:pt x="588594" y="128691"/>
                </a:lnTo>
                <a:lnTo>
                  <a:pt x="589262" y="128540"/>
                </a:lnTo>
                <a:lnTo>
                  <a:pt x="589921" y="128377"/>
                </a:lnTo>
                <a:lnTo>
                  <a:pt x="590573" y="128203"/>
                </a:lnTo>
                <a:lnTo>
                  <a:pt x="591216" y="128018"/>
                </a:lnTo>
                <a:lnTo>
                  <a:pt x="591852" y="127822"/>
                </a:lnTo>
                <a:lnTo>
                  <a:pt x="592480" y="127615"/>
                </a:lnTo>
                <a:lnTo>
                  <a:pt x="593100" y="127396"/>
                </a:lnTo>
                <a:lnTo>
                  <a:pt x="593711" y="127167"/>
                </a:lnTo>
                <a:lnTo>
                  <a:pt x="594315" y="126926"/>
                </a:lnTo>
                <a:lnTo>
                  <a:pt x="594911" y="126673"/>
                </a:lnTo>
                <a:lnTo>
                  <a:pt x="595499" y="126410"/>
                </a:lnTo>
                <a:lnTo>
                  <a:pt x="596079" y="126137"/>
                </a:lnTo>
                <a:lnTo>
                  <a:pt x="596652" y="125855"/>
                </a:lnTo>
                <a:lnTo>
                  <a:pt x="597216" y="125564"/>
                </a:lnTo>
                <a:lnTo>
                  <a:pt x="597772" y="125265"/>
                </a:lnTo>
                <a:lnTo>
                  <a:pt x="598321" y="124958"/>
                </a:lnTo>
                <a:lnTo>
                  <a:pt x="598861" y="124642"/>
                </a:lnTo>
                <a:lnTo>
                  <a:pt x="599394" y="124318"/>
                </a:lnTo>
                <a:lnTo>
                  <a:pt x="599918" y="123985"/>
                </a:lnTo>
                <a:lnTo>
                  <a:pt x="600435" y="123644"/>
                </a:lnTo>
                <a:lnTo>
                  <a:pt x="600944" y="123294"/>
                </a:lnTo>
                <a:lnTo>
                  <a:pt x="601444" y="122936"/>
                </a:lnTo>
                <a:lnTo>
                  <a:pt x="601937" y="122570"/>
                </a:lnTo>
                <a:lnTo>
                  <a:pt x="602422" y="122195"/>
                </a:lnTo>
                <a:lnTo>
                  <a:pt x="602899" y="121811"/>
                </a:lnTo>
                <a:lnTo>
                  <a:pt x="603368" y="121419"/>
                </a:lnTo>
                <a:lnTo>
                  <a:pt x="603830" y="121019"/>
                </a:lnTo>
                <a:lnTo>
                  <a:pt x="604283" y="120610"/>
                </a:lnTo>
                <a:lnTo>
                  <a:pt x="604728" y="120192"/>
                </a:lnTo>
                <a:lnTo>
                  <a:pt x="605165" y="119766"/>
                </a:lnTo>
                <a:lnTo>
                  <a:pt x="605595" y="119332"/>
                </a:lnTo>
                <a:lnTo>
                  <a:pt x="606016" y="118889"/>
                </a:lnTo>
                <a:lnTo>
                  <a:pt x="606430" y="118438"/>
                </a:lnTo>
                <a:lnTo>
                  <a:pt x="606836" y="117978"/>
                </a:lnTo>
                <a:lnTo>
                  <a:pt x="607233" y="117510"/>
                </a:lnTo>
                <a:lnTo>
                  <a:pt x="607622" y="117035"/>
                </a:lnTo>
                <a:lnTo>
                  <a:pt x="608001" y="116555"/>
                </a:lnTo>
                <a:lnTo>
                  <a:pt x="608371" y="116070"/>
                </a:lnTo>
                <a:lnTo>
                  <a:pt x="608730" y="115580"/>
                </a:lnTo>
                <a:lnTo>
                  <a:pt x="609079" y="115086"/>
                </a:lnTo>
                <a:lnTo>
                  <a:pt x="609419" y="114586"/>
                </a:lnTo>
                <a:lnTo>
                  <a:pt x="609749" y="114081"/>
                </a:lnTo>
                <a:lnTo>
                  <a:pt x="610069" y="113572"/>
                </a:lnTo>
                <a:lnTo>
                  <a:pt x="610379" y="113058"/>
                </a:lnTo>
                <a:lnTo>
                  <a:pt x="610679" y="112538"/>
                </a:lnTo>
                <a:lnTo>
                  <a:pt x="610970" y="112014"/>
                </a:lnTo>
                <a:lnTo>
                  <a:pt x="611250" y="111485"/>
                </a:lnTo>
                <a:lnTo>
                  <a:pt x="611521" y="110951"/>
                </a:lnTo>
                <a:lnTo>
                  <a:pt x="611782" y="110412"/>
                </a:lnTo>
                <a:lnTo>
                  <a:pt x="612033" y="109868"/>
                </a:lnTo>
                <a:lnTo>
                  <a:pt x="612275" y="109319"/>
                </a:lnTo>
                <a:lnTo>
                  <a:pt x="612506" y="108766"/>
                </a:lnTo>
                <a:lnTo>
                  <a:pt x="612728" y="108207"/>
                </a:lnTo>
                <a:lnTo>
                  <a:pt x="612939" y="107643"/>
                </a:lnTo>
                <a:lnTo>
                  <a:pt x="613141" y="107075"/>
                </a:lnTo>
                <a:lnTo>
                  <a:pt x="613333" y="106501"/>
                </a:lnTo>
                <a:lnTo>
                  <a:pt x="613516" y="105923"/>
                </a:lnTo>
                <a:lnTo>
                  <a:pt x="613688" y="105340"/>
                </a:lnTo>
                <a:lnTo>
                  <a:pt x="613850" y="104752"/>
                </a:lnTo>
                <a:lnTo>
                  <a:pt x="600775" y="104752"/>
                </a:lnTo>
                <a:lnTo>
                  <a:pt x="600573" y="105272"/>
                </a:lnTo>
                <a:lnTo>
                  <a:pt x="600360" y="105783"/>
                </a:lnTo>
                <a:lnTo>
                  <a:pt x="600136" y="106286"/>
                </a:lnTo>
                <a:lnTo>
                  <a:pt x="599902" y="106779"/>
                </a:lnTo>
                <a:lnTo>
                  <a:pt x="599657" y="107264"/>
                </a:lnTo>
                <a:lnTo>
                  <a:pt x="599402" y="107739"/>
                </a:lnTo>
                <a:lnTo>
                  <a:pt x="599136" y="108205"/>
                </a:lnTo>
                <a:lnTo>
                  <a:pt x="598859" y="108663"/>
                </a:lnTo>
                <a:lnTo>
                  <a:pt x="598571" y="109111"/>
                </a:lnTo>
                <a:lnTo>
                  <a:pt x="598273" y="109550"/>
                </a:lnTo>
                <a:lnTo>
                  <a:pt x="597964" y="109980"/>
                </a:lnTo>
                <a:lnTo>
                  <a:pt x="597645" y="110402"/>
                </a:lnTo>
                <a:lnTo>
                  <a:pt x="597314" y="110814"/>
                </a:lnTo>
                <a:lnTo>
                  <a:pt x="596973" y="111217"/>
                </a:lnTo>
                <a:lnTo>
                  <a:pt x="596622" y="111611"/>
                </a:lnTo>
                <a:lnTo>
                  <a:pt x="596260" y="111996"/>
                </a:lnTo>
                <a:lnTo>
                  <a:pt x="595887" y="112373"/>
                </a:lnTo>
                <a:lnTo>
                  <a:pt x="595503" y="112740"/>
                </a:lnTo>
                <a:lnTo>
                  <a:pt x="595109" y="113098"/>
                </a:lnTo>
                <a:lnTo>
                  <a:pt x="594704" y="113447"/>
                </a:lnTo>
                <a:lnTo>
                  <a:pt x="594289" y="113787"/>
                </a:lnTo>
                <a:lnTo>
                  <a:pt x="593862" y="114118"/>
                </a:lnTo>
                <a:lnTo>
                  <a:pt x="593426" y="114440"/>
                </a:lnTo>
                <a:lnTo>
                  <a:pt x="592978" y="114753"/>
                </a:lnTo>
                <a:lnTo>
                  <a:pt x="592520" y="115055"/>
                </a:lnTo>
                <a:lnTo>
                  <a:pt x="592052" y="115344"/>
                </a:lnTo>
                <a:lnTo>
                  <a:pt x="591574" y="115620"/>
                </a:lnTo>
                <a:lnTo>
                  <a:pt x="591086" y="115884"/>
                </a:lnTo>
                <a:lnTo>
                  <a:pt x="590587" y="116134"/>
                </a:lnTo>
                <a:lnTo>
                  <a:pt x="590079" y="116372"/>
                </a:lnTo>
                <a:lnTo>
                  <a:pt x="589560" y="116597"/>
                </a:lnTo>
                <a:lnTo>
                  <a:pt x="589031" y="116809"/>
                </a:lnTo>
                <a:lnTo>
                  <a:pt x="588493" y="117008"/>
                </a:lnTo>
                <a:lnTo>
                  <a:pt x="587944" y="117195"/>
                </a:lnTo>
                <a:lnTo>
                  <a:pt x="587385" y="117368"/>
                </a:lnTo>
                <a:lnTo>
                  <a:pt x="586815" y="117529"/>
                </a:lnTo>
                <a:lnTo>
                  <a:pt x="586236" y="117677"/>
                </a:lnTo>
                <a:lnTo>
                  <a:pt x="585647" y="117812"/>
                </a:lnTo>
                <a:lnTo>
                  <a:pt x="585047" y="117934"/>
                </a:lnTo>
                <a:lnTo>
                  <a:pt x="584437" y="118043"/>
                </a:lnTo>
                <a:lnTo>
                  <a:pt x="583818" y="118139"/>
                </a:lnTo>
                <a:lnTo>
                  <a:pt x="583188" y="118223"/>
                </a:lnTo>
                <a:lnTo>
                  <a:pt x="582548" y="118294"/>
                </a:lnTo>
                <a:lnTo>
                  <a:pt x="581898" y="118351"/>
                </a:lnTo>
                <a:lnTo>
                  <a:pt x="581237" y="118396"/>
                </a:lnTo>
                <a:lnTo>
                  <a:pt x="580567" y="118429"/>
                </a:lnTo>
                <a:lnTo>
                  <a:pt x="579887" y="118448"/>
                </a:lnTo>
                <a:lnTo>
                  <a:pt x="579196" y="118454"/>
                </a:lnTo>
                <a:lnTo>
                  <a:pt x="578646" y="118448"/>
                </a:lnTo>
                <a:lnTo>
                  <a:pt x="578099" y="118431"/>
                </a:lnTo>
                <a:lnTo>
                  <a:pt x="577555" y="118403"/>
                </a:lnTo>
                <a:lnTo>
                  <a:pt x="577015" y="118362"/>
                </a:lnTo>
                <a:lnTo>
                  <a:pt x="576477" y="118311"/>
                </a:lnTo>
                <a:lnTo>
                  <a:pt x="575942" y="118248"/>
                </a:lnTo>
                <a:lnTo>
                  <a:pt x="575410" y="118173"/>
                </a:lnTo>
                <a:lnTo>
                  <a:pt x="574881" y="118087"/>
                </a:lnTo>
                <a:lnTo>
                  <a:pt x="574355" y="117989"/>
                </a:lnTo>
                <a:lnTo>
                  <a:pt x="573833" y="117880"/>
                </a:lnTo>
                <a:lnTo>
                  <a:pt x="573313" y="117759"/>
                </a:lnTo>
                <a:lnTo>
                  <a:pt x="572796" y="117627"/>
                </a:lnTo>
                <a:lnTo>
                  <a:pt x="572282" y="117484"/>
                </a:lnTo>
                <a:lnTo>
                  <a:pt x="571772" y="117329"/>
                </a:lnTo>
                <a:lnTo>
                  <a:pt x="571264" y="117162"/>
                </a:lnTo>
                <a:lnTo>
                  <a:pt x="570759" y="116984"/>
                </a:lnTo>
                <a:lnTo>
                  <a:pt x="570257" y="116795"/>
                </a:lnTo>
                <a:lnTo>
                  <a:pt x="569759" y="116594"/>
                </a:lnTo>
                <a:lnTo>
                  <a:pt x="569263" y="116381"/>
                </a:lnTo>
                <a:lnTo>
                  <a:pt x="568770" y="116157"/>
                </a:lnTo>
                <a:lnTo>
                  <a:pt x="568281" y="115922"/>
                </a:lnTo>
                <a:lnTo>
                  <a:pt x="567794" y="115675"/>
                </a:lnTo>
                <a:lnTo>
                  <a:pt x="567310" y="115417"/>
                </a:lnTo>
                <a:lnTo>
                  <a:pt x="566830" y="115147"/>
                </a:lnTo>
                <a:lnTo>
                  <a:pt x="566355" y="114866"/>
                </a:lnTo>
                <a:lnTo>
                  <a:pt x="565887" y="114573"/>
                </a:lnTo>
                <a:lnTo>
                  <a:pt x="565427" y="114268"/>
                </a:lnTo>
                <a:lnTo>
                  <a:pt x="564975" y="113953"/>
                </a:lnTo>
                <a:lnTo>
                  <a:pt x="564530" y="113625"/>
                </a:lnTo>
                <a:lnTo>
                  <a:pt x="564093" y="113287"/>
                </a:lnTo>
                <a:lnTo>
                  <a:pt x="563664" y="112936"/>
                </a:lnTo>
                <a:lnTo>
                  <a:pt x="563242" y="112575"/>
                </a:lnTo>
                <a:lnTo>
                  <a:pt x="562828" y="112201"/>
                </a:lnTo>
                <a:lnTo>
                  <a:pt x="562421" y="111817"/>
                </a:lnTo>
                <a:lnTo>
                  <a:pt x="562023" y="111420"/>
                </a:lnTo>
                <a:lnTo>
                  <a:pt x="561632" y="111013"/>
                </a:lnTo>
                <a:lnTo>
                  <a:pt x="561248" y="110594"/>
                </a:lnTo>
                <a:lnTo>
                  <a:pt x="560872" y="110163"/>
                </a:lnTo>
                <a:lnTo>
                  <a:pt x="560504" y="109721"/>
                </a:lnTo>
                <a:lnTo>
                  <a:pt x="560144" y="109267"/>
                </a:lnTo>
                <a:lnTo>
                  <a:pt x="559791" y="108802"/>
                </a:lnTo>
                <a:lnTo>
                  <a:pt x="559446" y="108326"/>
                </a:lnTo>
                <a:lnTo>
                  <a:pt x="559108" y="107838"/>
                </a:lnTo>
                <a:lnTo>
                  <a:pt x="558778" y="107338"/>
                </a:lnTo>
                <a:lnTo>
                  <a:pt x="558456" y="106827"/>
                </a:lnTo>
                <a:lnTo>
                  <a:pt x="558141" y="106305"/>
                </a:lnTo>
                <a:lnTo>
                  <a:pt x="557835" y="105771"/>
                </a:lnTo>
                <a:lnTo>
                  <a:pt x="557535" y="105225"/>
                </a:lnTo>
                <a:lnTo>
                  <a:pt x="557246" y="104668"/>
                </a:lnTo>
                <a:lnTo>
                  <a:pt x="556969" y="104100"/>
                </a:lnTo>
                <a:lnTo>
                  <a:pt x="556705" y="103522"/>
                </a:lnTo>
                <a:lnTo>
                  <a:pt x="556453" y="102932"/>
                </a:lnTo>
                <a:lnTo>
                  <a:pt x="556213" y="102331"/>
                </a:lnTo>
                <a:lnTo>
                  <a:pt x="555985" y="101720"/>
                </a:lnTo>
                <a:lnTo>
                  <a:pt x="555770" y="101097"/>
                </a:lnTo>
                <a:lnTo>
                  <a:pt x="555567" y="100464"/>
                </a:lnTo>
                <a:lnTo>
                  <a:pt x="555376" y="99820"/>
                </a:lnTo>
                <a:lnTo>
                  <a:pt x="555198" y="99164"/>
                </a:lnTo>
                <a:lnTo>
                  <a:pt x="555032" y="98498"/>
                </a:lnTo>
                <a:lnTo>
                  <a:pt x="554878" y="97821"/>
                </a:lnTo>
                <a:lnTo>
                  <a:pt x="554737" y="97133"/>
                </a:lnTo>
                <a:lnTo>
                  <a:pt x="554608" y="96434"/>
                </a:lnTo>
                <a:lnTo>
                  <a:pt x="554491" y="95724"/>
                </a:lnTo>
                <a:lnTo>
                  <a:pt x="554386" y="95003"/>
                </a:lnTo>
                <a:lnTo>
                  <a:pt x="554294" y="94271"/>
                </a:lnTo>
                <a:lnTo>
                  <a:pt x="554214" y="93528"/>
                </a:lnTo>
                <a:lnTo>
                  <a:pt x="554146" y="92775"/>
                </a:lnTo>
                <a:lnTo>
                  <a:pt x="554091" y="92010"/>
                </a:lnTo>
                <a:lnTo>
                  <a:pt x="554048" y="91235"/>
                </a:lnTo>
                <a:lnTo>
                  <a:pt x="554040" y="91047"/>
                </a:lnTo>
                <a:lnTo>
                  <a:pt x="615898" y="91047"/>
                </a:lnTo>
                <a:lnTo>
                  <a:pt x="615911" y="90864"/>
                </a:lnTo>
                <a:lnTo>
                  <a:pt x="615923" y="90682"/>
                </a:lnTo>
                <a:lnTo>
                  <a:pt x="615935" y="90503"/>
                </a:lnTo>
                <a:lnTo>
                  <a:pt x="615946" y="90325"/>
                </a:lnTo>
                <a:close/>
                <a:moveTo>
                  <a:pt x="554378" y="78875"/>
                </a:moveTo>
                <a:lnTo>
                  <a:pt x="554480" y="78226"/>
                </a:lnTo>
                <a:lnTo>
                  <a:pt x="554594" y="77587"/>
                </a:lnTo>
                <a:lnTo>
                  <a:pt x="554721" y="76958"/>
                </a:lnTo>
                <a:lnTo>
                  <a:pt x="554859" y="76339"/>
                </a:lnTo>
                <a:lnTo>
                  <a:pt x="555009" y="75731"/>
                </a:lnTo>
                <a:lnTo>
                  <a:pt x="555172" y="75132"/>
                </a:lnTo>
                <a:lnTo>
                  <a:pt x="555346" y="74544"/>
                </a:lnTo>
                <a:lnTo>
                  <a:pt x="555533" y="73965"/>
                </a:lnTo>
                <a:lnTo>
                  <a:pt x="555731" y="73397"/>
                </a:lnTo>
                <a:lnTo>
                  <a:pt x="555942" y="72839"/>
                </a:lnTo>
                <a:lnTo>
                  <a:pt x="556165" y="72291"/>
                </a:lnTo>
                <a:lnTo>
                  <a:pt x="556399" y="71753"/>
                </a:lnTo>
                <a:lnTo>
                  <a:pt x="556646" y="71225"/>
                </a:lnTo>
                <a:lnTo>
                  <a:pt x="556905" y="70708"/>
                </a:lnTo>
                <a:lnTo>
                  <a:pt x="557176" y="70200"/>
                </a:lnTo>
                <a:lnTo>
                  <a:pt x="557458" y="69703"/>
                </a:lnTo>
                <a:lnTo>
                  <a:pt x="557751" y="69216"/>
                </a:lnTo>
                <a:lnTo>
                  <a:pt x="558052" y="68738"/>
                </a:lnTo>
                <a:lnTo>
                  <a:pt x="558361" y="68270"/>
                </a:lnTo>
                <a:lnTo>
                  <a:pt x="558677" y="67812"/>
                </a:lnTo>
                <a:lnTo>
                  <a:pt x="559002" y="67364"/>
                </a:lnTo>
                <a:lnTo>
                  <a:pt x="559334" y="66926"/>
                </a:lnTo>
                <a:lnTo>
                  <a:pt x="559674" y="66498"/>
                </a:lnTo>
                <a:lnTo>
                  <a:pt x="560023" y="66079"/>
                </a:lnTo>
                <a:lnTo>
                  <a:pt x="560379" y="65671"/>
                </a:lnTo>
                <a:lnTo>
                  <a:pt x="560743" y="65272"/>
                </a:lnTo>
                <a:lnTo>
                  <a:pt x="561115" y="64883"/>
                </a:lnTo>
                <a:lnTo>
                  <a:pt x="561495" y="64504"/>
                </a:lnTo>
                <a:lnTo>
                  <a:pt x="561883" y="64135"/>
                </a:lnTo>
                <a:lnTo>
                  <a:pt x="562279" y="63775"/>
                </a:lnTo>
                <a:lnTo>
                  <a:pt x="562683" y="63426"/>
                </a:lnTo>
                <a:lnTo>
                  <a:pt x="563094" y="63086"/>
                </a:lnTo>
                <a:lnTo>
                  <a:pt x="563514" y="62756"/>
                </a:lnTo>
                <a:lnTo>
                  <a:pt x="563942" y="62436"/>
                </a:lnTo>
                <a:lnTo>
                  <a:pt x="564377" y="62126"/>
                </a:lnTo>
                <a:lnTo>
                  <a:pt x="564821" y="61826"/>
                </a:lnTo>
                <a:lnTo>
                  <a:pt x="565272" y="61536"/>
                </a:lnTo>
                <a:lnTo>
                  <a:pt x="565731" y="61255"/>
                </a:lnTo>
                <a:lnTo>
                  <a:pt x="566198" y="60984"/>
                </a:lnTo>
                <a:lnTo>
                  <a:pt x="566674" y="60723"/>
                </a:lnTo>
                <a:lnTo>
                  <a:pt x="567154" y="60473"/>
                </a:lnTo>
                <a:lnTo>
                  <a:pt x="567639" y="60233"/>
                </a:lnTo>
                <a:lnTo>
                  <a:pt x="568127" y="60003"/>
                </a:lnTo>
                <a:lnTo>
                  <a:pt x="568618" y="59785"/>
                </a:lnTo>
                <a:lnTo>
                  <a:pt x="569114" y="59577"/>
                </a:lnTo>
                <a:lnTo>
                  <a:pt x="569612" y="59379"/>
                </a:lnTo>
                <a:lnTo>
                  <a:pt x="570114" y="59193"/>
                </a:lnTo>
                <a:lnTo>
                  <a:pt x="570620" y="59017"/>
                </a:lnTo>
                <a:lnTo>
                  <a:pt x="571130" y="58851"/>
                </a:lnTo>
                <a:lnTo>
                  <a:pt x="571642" y="58697"/>
                </a:lnTo>
                <a:lnTo>
                  <a:pt x="572159" y="58553"/>
                </a:lnTo>
                <a:lnTo>
                  <a:pt x="572679" y="58420"/>
                </a:lnTo>
                <a:lnTo>
                  <a:pt x="573202" y="58297"/>
                </a:lnTo>
                <a:lnTo>
                  <a:pt x="573729" y="58185"/>
                </a:lnTo>
                <a:lnTo>
                  <a:pt x="574260" y="58084"/>
                </a:lnTo>
                <a:lnTo>
                  <a:pt x="574794" y="57993"/>
                </a:lnTo>
                <a:lnTo>
                  <a:pt x="575332" y="57913"/>
                </a:lnTo>
                <a:lnTo>
                  <a:pt x="575873" y="57844"/>
                </a:lnTo>
                <a:lnTo>
                  <a:pt x="576418" y="57785"/>
                </a:lnTo>
                <a:lnTo>
                  <a:pt x="576967" y="57737"/>
                </a:lnTo>
                <a:lnTo>
                  <a:pt x="577519" y="57700"/>
                </a:lnTo>
                <a:lnTo>
                  <a:pt x="578074" y="57673"/>
                </a:lnTo>
                <a:lnTo>
                  <a:pt x="578633" y="57657"/>
                </a:lnTo>
                <a:lnTo>
                  <a:pt x="579196" y="57652"/>
                </a:lnTo>
                <a:lnTo>
                  <a:pt x="580030" y="57662"/>
                </a:lnTo>
                <a:lnTo>
                  <a:pt x="580853" y="57694"/>
                </a:lnTo>
                <a:lnTo>
                  <a:pt x="581663" y="57748"/>
                </a:lnTo>
                <a:lnTo>
                  <a:pt x="582462" y="57822"/>
                </a:lnTo>
                <a:lnTo>
                  <a:pt x="583249" y="57918"/>
                </a:lnTo>
                <a:lnTo>
                  <a:pt x="584025" y="58036"/>
                </a:lnTo>
                <a:lnTo>
                  <a:pt x="584788" y="58174"/>
                </a:lnTo>
                <a:lnTo>
                  <a:pt x="585540" y="58334"/>
                </a:lnTo>
                <a:lnTo>
                  <a:pt x="586280" y="58516"/>
                </a:lnTo>
                <a:lnTo>
                  <a:pt x="587009" y="58718"/>
                </a:lnTo>
                <a:lnTo>
                  <a:pt x="587725" y="58942"/>
                </a:lnTo>
                <a:lnTo>
                  <a:pt x="588430" y="59187"/>
                </a:lnTo>
                <a:lnTo>
                  <a:pt x="589123" y="59454"/>
                </a:lnTo>
                <a:lnTo>
                  <a:pt x="589804" y="59742"/>
                </a:lnTo>
                <a:lnTo>
                  <a:pt x="590474" y="60051"/>
                </a:lnTo>
                <a:lnTo>
                  <a:pt x="591132" y="60382"/>
                </a:lnTo>
                <a:lnTo>
                  <a:pt x="591778" y="60734"/>
                </a:lnTo>
                <a:lnTo>
                  <a:pt x="592412" y="61107"/>
                </a:lnTo>
                <a:lnTo>
                  <a:pt x="593034" y="61502"/>
                </a:lnTo>
                <a:lnTo>
                  <a:pt x="593645" y="61918"/>
                </a:lnTo>
                <a:lnTo>
                  <a:pt x="594244" y="62355"/>
                </a:lnTo>
                <a:lnTo>
                  <a:pt x="594831" y="62814"/>
                </a:lnTo>
                <a:lnTo>
                  <a:pt x="595407" y="63294"/>
                </a:lnTo>
                <a:lnTo>
                  <a:pt x="595970" y="63795"/>
                </a:lnTo>
                <a:lnTo>
                  <a:pt x="596518" y="64315"/>
                </a:lnTo>
                <a:lnTo>
                  <a:pt x="597043" y="64852"/>
                </a:lnTo>
                <a:lnTo>
                  <a:pt x="597547" y="65405"/>
                </a:lnTo>
                <a:lnTo>
                  <a:pt x="598030" y="65974"/>
                </a:lnTo>
                <a:lnTo>
                  <a:pt x="598490" y="66560"/>
                </a:lnTo>
                <a:lnTo>
                  <a:pt x="598930" y="67162"/>
                </a:lnTo>
                <a:lnTo>
                  <a:pt x="599347" y="67781"/>
                </a:lnTo>
                <a:lnTo>
                  <a:pt x="599743" y="68416"/>
                </a:lnTo>
                <a:lnTo>
                  <a:pt x="600117" y="69067"/>
                </a:lnTo>
                <a:lnTo>
                  <a:pt x="600470" y="69735"/>
                </a:lnTo>
                <a:lnTo>
                  <a:pt x="600801" y="70419"/>
                </a:lnTo>
                <a:lnTo>
                  <a:pt x="601110" y="71120"/>
                </a:lnTo>
                <a:lnTo>
                  <a:pt x="601398" y="71837"/>
                </a:lnTo>
                <a:lnTo>
                  <a:pt x="601664" y="72570"/>
                </a:lnTo>
                <a:lnTo>
                  <a:pt x="601909" y="73320"/>
                </a:lnTo>
                <a:lnTo>
                  <a:pt x="602132" y="74087"/>
                </a:lnTo>
                <a:lnTo>
                  <a:pt x="602333" y="74869"/>
                </a:lnTo>
                <a:lnTo>
                  <a:pt x="602513" y="75668"/>
                </a:lnTo>
                <a:lnTo>
                  <a:pt x="602671" y="76484"/>
                </a:lnTo>
                <a:lnTo>
                  <a:pt x="602808" y="77316"/>
                </a:lnTo>
                <a:lnTo>
                  <a:pt x="602923" y="78164"/>
                </a:lnTo>
                <a:lnTo>
                  <a:pt x="603016" y="79029"/>
                </a:lnTo>
                <a:lnTo>
                  <a:pt x="603088" y="79910"/>
                </a:lnTo>
                <a:lnTo>
                  <a:pt x="603138" y="80807"/>
                </a:lnTo>
                <a:lnTo>
                  <a:pt x="554150" y="80807"/>
                </a:lnTo>
                <a:lnTo>
                  <a:pt x="554209" y="80203"/>
                </a:lnTo>
                <a:lnTo>
                  <a:pt x="554287" y="79534"/>
                </a:lnTo>
                <a:lnTo>
                  <a:pt x="554378" y="78875"/>
                </a:lnTo>
                <a:close/>
                <a:moveTo>
                  <a:pt x="201975" y="129457"/>
                </a:moveTo>
                <a:lnTo>
                  <a:pt x="202687" y="129377"/>
                </a:lnTo>
                <a:lnTo>
                  <a:pt x="203393" y="129283"/>
                </a:lnTo>
                <a:lnTo>
                  <a:pt x="204092" y="129174"/>
                </a:lnTo>
                <a:lnTo>
                  <a:pt x="204784" y="129051"/>
                </a:lnTo>
                <a:lnTo>
                  <a:pt x="205470" y="128914"/>
                </a:lnTo>
                <a:lnTo>
                  <a:pt x="206149" y="128761"/>
                </a:lnTo>
                <a:lnTo>
                  <a:pt x="206822" y="128595"/>
                </a:lnTo>
                <a:lnTo>
                  <a:pt x="207488" y="128414"/>
                </a:lnTo>
                <a:lnTo>
                  <a:pt x="208148" y="128218"/>
                </a:lnTo>
                <a:lnTo>
                  <a:pt x="208801" y="128008"/>
                </a:lnTo>
                <a:lnTo>
                  <a:pt x="209447" y="127783"/>
                </a:lnTo>
                <a:lnTo>
                  <a:pt x="210087" y="127544"/>
                </a:lnTo>
                <a:lnTo>
                  <a:pt x="210720" y="127291"/>
                </a:lnTo>
                <a:lnTo>
                  <a:pt x="211347" y="127023"/>
                </a:lnTo>
                <a:lnTo>
                  <a:pt x="211967" y="126740"/>
                </a:lnTo>
                <a:lnTo>
                  <a:pt x="212581" y="126443"/>
                </a:lnTo>
                <a:lnTo>
                  <a:pt x="213188" y="126132"/>
                </a:lnTo>
                <a:lnTo>
                  <a:pt x="213788" y="125806"/>
                </a:lnTo>
                <a:lnTo>
                  <a:pt x="214382" y="125465"/>
                </a:lnTo>
                <a:lnTo>
                  <a:pt x="214967" y="125112"/>
                </a:lnTo>
                <a:lnTo>
                  <a:pt x="215540" y="124747"/>
                </a:lnTo>
                <a:lnTo>
                  <a:pt x="216100" y="124371"/>
                </a:lnTo>
                <a:lnTo>
                  <a:pt x="216649" y="123984"/>
                </a:lnTo>
                <a:lnTo>
                  <a:pt x="217185" y="123586"/>
                </a:lnTo>
                <a:lnTo>
                  <a:pt x="217710" y="123176"/>
                </a:lnTo>
                <a:lnTo>
                  <a:pt x="218222" y="122755"/>
                </a:lnTo>
                <a:lnTo>
                  <a:pt x="218723" y="122323"/>
                </a:lnTo>
                <a:lnTo>
                  <a:pt x="219211" y="121880"/>
                </a:lnTo>
                <a:lnTo>
                  <a:pt x="219688" y="121426"/>
                </a:lnTo>
                <a:lnTo>
                  <a:pt x="220152" y="120960"/>
                </a:lnTo>
                <a:lnTo>
                  <a:pt x="220604" y="120483"/>
                </a:lnTo>
                <a:lnTo>
                  <a:pt x="221045" y="119995"/>
                </a:lnTo>
                <a:lnTo>
                  <a:pt x="221473" y="119496"/>
                </a:lnTo>
                <a:lnTo>
                  <a:pt x="221889" y="118986"/>
                </a:lnTo>
                <a:lnTo>
                  <a:pt x="222294" y="118464"/>
                </a:lnTo>
                <a:lnTo>
                  <a:pt x="222686" y="117931"/>
                </a:lnTo>
                <a:lnTo>
                  <a:pt x="223066" y="117387"/>
                </a:lnTo>
                <a:lnTo>
                  <a:pt x="223434" y="116832"/>
                </a:lnTo>
                <a:lnTo>
                  <a:pt x="223791" y="116265"/>
                </a:lnTo>
                <a:lnTo>
                  <a:pt x="224135" y="115688"/>
                </a:lnTo>
                <a:lnTo>
                  <a:pt x="224467" y="115099"/>
                </a:lnTo>
                <a:lnTo>
                  <a:pt x="224787" y="114499"/>
                </a:lnTo>
                <a:lnTo>
                  <a:pt x="225095" y="113887"/>
                </a:lnTo>
                <a:lnTo>
                  <a:pt x="225881" y="127749"/>
                </a:lnTo>
                <a:lnTo>
                  <a:pt x="237853" y="127749"/>
                </a:lnTo>
                <a:lnTo>
                  <a:pt x="237853" y="48359"/>
                </a:lnTo>
                <a:lnTo>
                  <a:pt x="224621" y="48359"/>
                </a:lnTo>
                <a:lnTo>
                  <a:pt x="224621" y="90890"/>
                </a:lnTo>
                <a:lnTo>
                  <a:pt x="224616" y="91621"/>
                </a:lnTo>
                <a:lnTo>
                  <a:pt x="224600" y="92341"/>
                </a:lnTo>
                <a:lnTo>
                  <a:pt x="224573" y="93052"/>
                </a:lnTo>
                <a:lnTo>
                  <a:pt x="224536" y="93754"/>
                </a:lnTo>
                <a:lnTo>
                  <a:pt x="224488" y="94446"/>
                </a:lnTo>
                <a:lnTo>
                  <a:pt x="224429" y="95129"/>
                </a:lnTo>
                <a:lnTo>
                  <a:pt x="224360" y="95801"/>
                </a:lnTo>
                <a:lnTo>
                  <a:pt x="224280" y="96465"/>
                </a:lnTo>
                <a:lnTo>
                  <a:pt x="224189" y="97118"/>
                </a:lnTo>
                <a:lnTo>
                  <a:pt x="224088" y="97763"/>
                </a:lnTo>
                <a:lnTo>
                  <a:pt x="223976" y="98397"/>
                </a:lnTo>
                <a:lnTo>
                  <a:pt x="223853" y="99022"/>
                </a:lnTo>
                <a:lnTo>
                  <a:pt x="223720" y="99638"/>
                </a:lnTo>
                <a:lnTo>
                  <a:pt x="223576" y="100243"/>
                </a:lnTo>
                <a:lnTo>
                  <a:pt x="223422" y="100840"/>
                </a:lnTo>
                <a:lnTo>
                  <a:pt x="223256" y="101426"/>
                </a:lnTo>
                <a:lnTo>
                  <a:pt x="223080" y="102004"/>
                </a:lnTo>
                <a:lnTo>
                  <a:pt x="222894" y="102571"/>
                </a:lnTo>
                <a:lnTo>
                  <a:pt x="222696" y="103129"/>
                </a:lnTo>
                <a:lnTo>
                  <a:pt x="222488" y="103678"/>
                </a:lnTo>
                <a:lnTo>
                  <a:pt x="222270" y="104216"/>
                </a:lnTo>
                <a:lnTo>
                  <a:pt x="222040" y="104746"/>
                </a:lnTo>
                <a:lnTo>
                  <a:pt x="221800" y="105265"/>
                </a:lnTo>
                <a:lnTo>
                  <a:pt x="221550" y="105775"/>
                </a:lnTo>
                <a:lnTo>
                  <a:pt x="221290" y="106276"/>
                </a:lnTo>
                <a:lnTo>
                  <a:pt x="221022" y="106766"/>
                </a:lnTo>
                <a:lnTo>
                  <a:pt x="220746" y="107247"/>
                </a:lnTo>
                <a:lnTo>
                  <a:pt x="220462" y="107718"/>
                </a:lnTo>
                <a:lnTo>
                  <a:pt x="220171" y="108179"/>
                </a:lnTo>
                <a:lnTo>
                  <a:pt x="219871" y="108630"/>
                </a:lnTo>
                <a:lnTo>
                  <a:pt x="219564" y="109072"/>
                </a:lnTo>
                <a:lnTo>
                  <a:pt x="219248" y="109503"/>
                </a:lnTo>
                <a:lnTo>
                  <a:pt x="218925" y="109925"/>
                </a:lnTo>
                <a:lnTo>
                  <a:pt x="218593" y="110337"/>
                </a:lnTo>
                <a:lnTo>
                  <a:pt x="218254" y="110739"/>
                </a:lnTo>
                <a:lnTo>
                  <a:pt x="217907" y="111131"/>
                </a:lnTo>
                <a:lnTo>
                  <a:pt x="217552" y="111514"/>
                </a:lnTo>
                <a:lnTo>
                  <a:pt x="217189" y="111886"/>
                </a:lnTo>
                <a:lnTo>
                  <a:pt x="216818" y="112249"/>
                </a:lnTo>
                <a:lnTo>
                  <a:pt x="216439" y="112602"/>
                </a:lnTo>
                <a:lnTo>
                  <a:pt x="216052" y="112945"/>
                </a:lnTo>
                <a:lnTo>
                  <a:pt x="215658" y="113278"/>
                </a:lnTo>
                <a:lnTo>
                  <a:pt x="215255" y="113601"/>
                </a:lnTo>
                <a:lnTo>
                  <a:pt x="214844" y="113915"/>
                </a:lnTo>
                <a:lnTo>
                  <a:pt x="214426" y="114218"/>
                </a:lnTo>
                <a:lnTo>
                  <a:pt x="213999" y="114512"/>
                </a:lnTo>
                <a:lnTo>
                  <a:pt x="213565" y="114796"/>
                </a:lnTo>
                <a:lnTo>
                  <a:pt x="213123" y="115070"/>
                </a:lnTo>
                <a:lnTo>
                  <a:pt x="212674" y="115333"/>
                </a:lnTo>
                <a:lnTo>
                  <a:pt x="212222" y="115586"/>
                </a:lnTo>
                <a:lnTo>
                  <a:pt x="211764" y="115827"/>
                </a:lnTo>
                <a:lnTo>
                  <a:pt x="211303" y="116056"/>
                </a:lnTo>
                <a:lnTo>
                  <a:pt x="210837" y="116275"/>
                </a:lnTo>
                <a:lnTo>
                  <a:pt x="210366" y="116482"/>
                </a:lnTo>
                <a:lnTo>
                  <a:pt x="209892" y="116678"/>
                </a:lnTo>
                <a:lnTo>
                  <a:pt x="209413" y="116863"/>
                </a:lnTo>
                <a:lnTo>
                  <a:pt x="208929" y="117037"/>
                </a:lnTo>
                <a:lnTo>
                  <a:pt x="208441" y="117200"/>
                </a:lnTo>
                <a:lnTo>
                  <a:pt x="207949" y="117351"/>
                </a:lnTo>
                <a:lnTo>
                  <a:pt x="207452" y="117491"/>
                </a:lnTo>
                <a:lnTo>
                  <a:pt x="206951" y="117620"/>
                </a:lnTo>
                <a:lnTo>
                  <a:pt x="206446" y="117738"/>
                </a:lnTo>
                <a:lnTo>
                  <a:pt x="205936" y="117844"/>
                </a:lnTo>
                <a:lnTo>
                  <a:pt x="205422" y="117939"/>
                </a:lnTo>
                <a:lnTo>
                  <a:pt x="204903" y="118023"/>
                </a:lnTo>
                <a:lnTo>
                  <a:pt x="204380" y="118096"/>
                </a:lnTo>
                <a:lnTo>
                  <a:pt x="203853" y="118158"/>
                </a:lnTo>
                <a:lnTo>
                  <a:pt x="203321" y="118208"/>
                </a:lnTo>
                <a:lnTo>
                  <a:pt x="202785" y="118248"/>
                </a:lnTo>
                <a:lnTo>
                  <a:pt x="202245" y="118276"/>
                </a:lnTo>
                <a:lnTo>
                  <a:pt x="201700" y="118292"/>
                </a:lnTo>
                <a:lnTo>
                  <a:pt x="201151" y="118298"/>
                </a:lnTo>
                <a:lnTo>
                  <a:pt x="200371" y="118288"/>
                </a:lnTo>
                <a:lnTo>
                  <a:pt x="199605" y="118256"/>
                </a:lnTo>
                <a:lnTo>
                  <a:pt x="198854" y="118204"/>
                </a:lnTo>
                <a:lnTo>
                  <a:pt x="198119" y="118132"/>
                </a:lnTo>
                <a:lnTo>
                  <a:pt x="197397" y="118038"/>
                </a:lnTo>
                <a:lnTo>
                  <a:pt x="196691" y="117924"/>
                </a:lnTo>
                <a:lnTo>
                  <a:pt x="195999" y="117789"/>
                </a:lnTo>
                <a:lnTo>
                  <a:pt x="195323" y="117633"/>
                </a:lnTo>
                <a:lnTo>
                  <a:pt x="194661" y="117456"/>
                </a:lnTo>
                <a:lnTo>
                  <a:pt x="194013" y="117259"/>
                </a:lnTo>
                <a:lnTo>
                  <a:pt x="193381" y="117041"/>
                </a:lnTo>
                <a:lnTo>
                  <a:pt x="192763" y="116802"/>
                </a:lnTo>
                <a:lnTo>
                  <a:pt x="192160" y="116542"/>
                </a:lnTo>
                <a:lnTo>
                  <a:pt x="191572" y="116261"/>
                </a:lnTo>
                <a:lnTo>
                  <a:pt x="190998" y="115960"/>
                </a:lnTo>
                <a:lnTo>
                  <a:pt x="190439" y="115638"/>
                </a:lnTo>
                <a:lnTo>
                  <a:pt x="189895" y="115295"/>
                </a:lnTo>
                <a:lnTo>
                  <a:pt x="189366" y="114932"/>
                </a:lnTo>
                <a:lnTo>
                  <a:pt x="188852" y="114547"/>
                </a:lnTo>
                <a:lnTo>
                  <a:pt x="188352" y="114142"/>
                </a:lnTo>
                <a:lnTo>
                  <a:pt x="187867" y="113716"/>
                </a:lnTo>
                <a:lnTo>
                  <a:pt x="187397" y="113269"/>
                </a:lnTo>
                <a:lnTo>
                  <a:pt x="186942" y="112801"/>
                </a:lnTo>
                <a:lnTo>
                  <a:pt x="186501" y="112313"/>
                </a:lnTo>
                <a:lnTo>
                  <a:pt x="186077" y="111804"/>
                </a:lnTo>
                <a:lnTo>
                  <a:pt x="185671" y="111275"/>
                </a:lnTo>
                <a:lnTo>
                  <a:pt x="185283" y="110725"/>
                </a:lnTo>
                <a:lnTo>
                  <a:pt x="184913" y="110156"/>
                </a:lnTo>
                <a:lnTo>
                  <a:pt x="184561" y="109566"/>
                </a:lnTo>
                <a:lnTo>
                  <a:pt x="184228" y="108955"/>
                </a:lnTo>
                <a:lnTo>
                  <a:pt x="183912" y="108325"/>
                </a:lnTo>
                <a:lnTo>
                  <a:pt x="183614" y="107674"/>
                </a:lnTo>
                <a:lnTo>
                  <a:pt x="183334" y="107003"/>
                </a:lnTo>
                <a:lnTo>
                  <a:pt x="183073" y="106312"/>
                </a:lnTo>
                <a:lnTo>
                  <a:pt x="182829" y="105601"/>
                </a:lnTo>
                <a:lnTo>
                  <a:pt x="182604" y="104869"/>
                </a:lnTo>
                <a:lnTo>
                  <a:pt x="182396" y="104118"/>
                </a:lnTo>
                <a:lnTo>
                  <a:pt x="182207" y="103345"/>
                </a:lnTo>
                <a:lnTo>
                  <a:pt x="182035" y="102553"/>
                </a:lnTo>
                <a:lnTo>
                  <a:pt x="181882" y="101741"/>
                </a:lnTo>
                <a:lnTo>
                  <a:pt x="181747" y="100908"/>
                </a:lnTo>
                <a:lnTo>
                  <a:pt x="181629" y="100055"/>
                </a:lnTo>
                <a:lnTo>
                  <a:pt x="181530" y="99182"/>
                </a:lnTo>
                <a:lnTo>
                  <a:pt x="181449" y="98288"/>
                </a:lnTo>
                <a:lnTo>
                  <a:pt x="181386" y="97375"/>
                </a:lnTo>
                <a:lnTo>
                  <a:pt x="181341" y="96441"/>
                </a:lnTo>
                <a:lnTo>
                  <a:pt x="181314" y="95487"/>
                </a:lnTo>
                <a:lnTo>
                  <a:pt x="181305" y="94512"/>
                </a:lnTo>
                <a:lnTo>
                  <a:pt x="181305" y="48359"/>
                </a:lnTo>
                <a:lnTo>
                  <a:pt x="168073" y="48359"/>
                </a:lnTo>
                <a:lnTo>
                  <a:pt x="168073" y="95931"/>
                </a:lnTo>
                <a:lnTo>
                  <a:pt x="168079" y="96869"/>
                </a:lnTo>
                <a:lnTo>
                  <a:pt x="168099" y="97794"/>
                </a:lnTo>
                <a:lnTo>
                  <a:pt x="168131" y="98706"/>
                </a:lnTo>
                <a:lnTo>
                  <a:pt x="168176" y="99606"/>
                </a:lnTo>
                <a:lnTo>
                  <a:pt x="168234" y="100492"/>
                </a:lnTo>
                <a:lnTo>
                  <a:pt x="168304" y="101364"/>
                </a:lnTo>
                <a:lnTo>
                  <a:pt x="168388" y="102224"/>
                </a:lnTo>
                <a:lnTo>
                  <a:pt x="168484" y="103071"/>
                </a:lnTo>
                <a:lnTo>
                  <a:pt x="168594" y="103904"/>
                </a:lnTo>
                <a:lnTo>
                  <a:pt x="168716" y="104725"/>
                </a:lnTo>
                <a:lnTo>
                  <a:pt x="168851" y="105532"/>
                </a:lnTo>
                <a:lnTo>
                  <a:pt x="168998" y="106326"/>
                </a:lnTo>
                <a:lnTo>
                  <a:pt x="169159" y="107107"/>
                </a:lnTo>
                <a:lnTo>
                  <a:pt x="169333" y="107875"/>
                </a:lnTo>
                <a:lnTo>
                  <a:pt x="169519" y="108630"/>
                </a:lnTo>
                <a:lnTo>
                  <a:pt x="169718" y="109371"/>
                </a:lnTo>
                <a:lnTo>
                  <a:pt x="169930" y="110100"/>
                </a:lnTo>
                <a:lnTo>
                  <a:pt x="170155" y="110815"/>
                </a:lnTo>
                <a:lnTo>
                  <a:pt x="170393" y="111517"/>
                </a:lnTo>
                <a:lnTo>
                  <a:pt x="170644" y="112207"/>
                </a:lnTo>
                <a:lnTo>
                  <a:pt x="170907" y="112883"/>
                </a:lnTo>
                <a:lnTo>
                  <a:pt x="171183" y="113546"/>
                </a:lnTo>
                <a:lnTo>
                  <a:pt x="171472" y="114195"/>
                </a:lnTo>
                <a:lnTo>
                  <a:pt x="171775" y="114832"/>
                </a:lnTo>
                <a:lnTo>
                  <a:pt x="172088" y="115455"/>
                </a:lnTo>
                <a:lnTo>
                  <a:pt x="172413" y="116065"/>
                </a:lnTo>
                <a:lnTo>
                  <a:pt x="172749" y="116661"/>
                </a:lnTo>
                <a:lnTo>
                  <a:pt x="173096" y="117243"/>
                </a:lnTo>
                <a:lnTo>
                  <a:pt x="173454" y="117812"/>
                </a:lnTo>
                <a:lnTo>
                  <a:pt x="173822" y="118367"/>
                </a:lnTo>
                <a:lnTo>
                  <a:pt x="174202" y="118908"/>
                </a:lnTo>
                <a:lnTo>
                  <a:pt x="174592" y="119435"/>
                </a:lnTo>
                <a:lnTo>
                  <a:pt x="174994" y="119949"/>
                </a:lnTo>
                <a:lnTo>
                  <a:pt x="175406" y="120449"/>
                </a:lnTo>
                <a:lnTo>
                  <a:pt x="175829" y="120936"/>
                </a:lnTo>
                <a:lnTo>
                  <a:pt x="176264" y="121409"/>
                </a:lnTo>
                <a:lnTo>
                  <a:pt x="176709" y="121868"/>
                </a:lnTo>
                <a:lnTo>
                  <a:pt x="177165" y="122313"/>
                </a:lnTo>
                <a:lnTo>
                  <a:pt x="177632" y="122745"/>
                </a:lnTo>
                <a:lnTo>
                  <a:pt x="178110" y="123163"/>
                </a:lnTo>
                <a:lnTo>
                  <a:pt x="178599" y="123568"/>
                </a:lnTo>
                <a:lnTo>
                  <a:pt x="179099" y="123958"/>
                </a:lnTo>
                <a:lnTo>
                  <a:pt x="179610" y="124336"/>
                </a:lnTo>
                <a:lnTo>
                  <a:pt x="180132" y="124699"/>
                </a:lnTo>
                <a:lnTo>
                  <a:pt x="180665" y="125049"/>
                </a:lnTo>
                <a:lnTo>
                  <a:pt x="181208" y="125385"/>
                </a:lnTo>
                <a:lnTo>
                  <a:pt x="181763" y="125707"/>
                </a:lnTo>
                <a:lnTo>
                  <a:pt x="182329" y="126016"/>
                </a:lnTo>
                <a:lnTo>
                  <a:pt x="182904" y="126311"/>
                </a:lnTo>
                <a:lnTo>
                  <a:pt x="183486" y="126594"/>
                </a:lnTo>
                <a:lnTo>
                  <a:pt x="184077" y="126865"/>
                </a:lnTo>
                <a:lnTo>
                  <a:pt x="184676" y="127123"/>
                </a:lnTo>
                <a:lnTo>
                  <a:pt x="185283" y="127368"/>
                </a:lnTo>
                <a:lnTo>
                  <a:pt x="185897" y="127600"/>
                </a:lnTo>
                <a:lnTo>
                  <a:pt x="186520" y="127821"/>
                </a:lnTo>
                <a:lnTo>
                  <a:pt x="187151" y="128028"/>
                </a:lnTo>
                <a:lnTo>
                  <a:pt x="187789" y="128223"/>
                </a:lnTo>
                <a:lnTo>
                  <a:pt x="188435" y="128405"/>
                </a:lnTo>
                <a:lnTo>
                  <a:pt x="189090" y="128575"/>
                </a:lnTo>
                <a:lnTo>
                  <a:pt x="189752" y="128732"/>
                </a:lnTo>
                <a:lnTo>
                  <a:pt x="190422" y="128877"/>
                </a:lnTo>
                <a:lnTo>
                  <a:pt x="191100" y="129009"/>
                </a:lnTo>
                <a:lnTo>
                  <a:pt x="191786" y="129129"/>
                </a:lnTo>
                <a:lnTo>
                  <a:pt x="192480" y="129235"/>
                </a:lnTo>
                <a:lnTo>
                  <a:pt x="193182" y="129330"/>
                </a:lnTo>
                <a:lnTo>
                  <a:pt x="193892" y="129412"/>
                </a:lnTo>
                <a:lnTo>
                  <a:pt x="194609" y="129481"/>
                </a:lnTo>
                <a:lnTo>
                  <a:pt x="195335" y="129537"/>
                </a:lnTo>
                <a:lnTo>
                  <a:pt x="196069" y="129581"/>
                </a:lnTo>
                <a:lnTo>
                  <a:pt x="196810" y="129613"/>
                </a:lnTo>
                <a:lnTo>
                  <a:pt x="197560" y="129632"/>
                </a:lnTo>
                <a:lnTo>
                  <a:pt x="198317" y="129638"/>
                </a:lnTo>
                <a:lnTo>
                  <a:pt x="199062" y="129631"/>
                </a:lnTo>
                <a:lnTo>
                  <a:pt x="199800" y="129609"/>
                </a:lnTo>
                <a:lnTo>
                  <a:pt x="200532" y="129573"/>
                </a:lnTo>
                <a:lnTo>
                  <a:pt x="201257" y="129522"/>
                </a:lnTo>
                <a:lnTo>
                  <a:pt x="201975" y="129457"/>
                </a:lnTo>
                <a:close/>
                <a:moveTo>
                  <a:pt x="10715" y="128424"/>
                </a:moveTo>
                <a:lnTo>
                  <a:pt x="11016" y="128375"/>
                </a:lnTo>
                <a:lnTo>
                  <a:pt x="11312" y="128316"/>
                </a:lnTo>
                <a:lnTo>
                  <a:pt x="11603" y="128248"/>
                </a:lnTo>
                <a:lnTo>
                  <a:pt x="11889" y="128172"/>
                </a:lnTo>
                <a:lnTo>
                  <a:pt x="12171" y="128086"/>
                </a:lnTo>
                <a:lnTo>
                  <a:pt x="12447" y="127991"/>
                </a:lnTo>
                <a:lnTo>
                  <a:pt x="12718" y="127888"/>
                </a:lnTo>
                <a:lnTo>
                  <a:pt x="12985" y="127775"/>
                </a:lnTo>
                <a:lnTo>
                  <a:pt x="13247" y="127653"/>
                </a:lnTo>
                <a:lnTo>
                  <a:pt x="13503" y="127522"/>
                </a:lnTo>
                <a:lnTo>
                  <a:pt x="13755" y="127382"/>
                </a:lnTo>
                <a:lnTo>
                  <a:pt x="14002" y="127233"/>
                </a:lnTo>
                <a:lnTo>
                  <a:pt x="14244" y="127076"/>
                </a:lnTo>
                <a:lnTo>
                  <a:pt x="14481" y="126909"/>
                </a:lnTo>
                <a:lnTo>
                  <a:pt x="14713" y="126733"/>
                </a:lnTo>
                <a:lnTo>
                  <a:pt x="14940" y="126548"/>
                </a:lnTo>
                <a:lnTo>
                  <a:pt x="15162" y="126354"/>
                </a:lnTo>
                <a:lnTo>
                  <a:pt x="15379" y="126151"/>
                </a:lnTo>
                <a:lnTo>
                  <a:pt x="15592" y="125939"/>
                </a:lnTo>
                <a:lnTo>
                  <a:pt x="15798" y="125720"/>
                </a:lnTo>
                <a:lnTo>
                  <a:pt x="15995" y="125497"/>
                </a:lnTo>
                <a:lnTo>
                  <a:pt x="16183" y="125270"/>
                </a:lnTo>
                <a:lnTo>
                  <a:pt x="16362" y="125039"/>
                </a:lnTo>
                <a:lnTo>
                  <a:pt x="16533" y="124804"/>
                </a:lnTo>
                <a:lnTo>
                  <a:pt x="16695" y="124565"/>
                </a:lnTo>
                <a:lnTo>
                  <a:pt x="16848" y="124321"/>
                </a:lnTo>
                <a:lnTo>
                  <a:pt x="16993" y="124074"/>
                </a:lnTo>
                <a:lnTo>
                  <a:pt x="17128" y="123822"/>
                </a:lnTo>
                <a:lnTo>
                  <a:pt x="17255" y="123567"/>
                </a:lnTo>
                <a:lnTo>
                  <a:pt x="17373" y="123307"/>
                </a:lnTo>
                <a:lnTo>
                  <a:pt x="17483" y="123043"/>
                </a:lnTo>
                <a:lnTo>
                  <a:pt x="17584" y="122775"/>
                </a:lnTo>
                <a:lnTo>
                  <a:pt x="17675" y="122503"/>
                </a:lnTo>
                <a:lnTo>
                  <a:pt x="17759" y="122227"/>
                </a:lnTo>
                <a:lnTo>
                  <a:pt x="17833" y="121947"/>
                </a:lnTo>
                <a:lnTo>
                  <a:pt x="17899" y="121663"/>
                </a:lnTo>
                <a:lnTo>
                  <a:pt x="17956" y="121374"/>
                </a:lnTo>
                <a:lnTo>
                  <a:pt x="18004" y="121082"/>
                </a:lnTo>
                <a:lnTo>
                  <a:pt x="18043" y="120785"/>
                </a:lnTo>
                <a:lnTo>
                  <a:pt x="18074" y="120484"/>
                </a:lnTo>
                <a:lnTo>
                  <a:pt x="18096" y="120179"/>
                </a:lnTo>
                <a:lnTo>
                  <a:pt x="18109" y="119870"/>
                </a:lnTo>
                <a:lnTo>
                  <a:pt x="18113" y="119557"/>
                </a:lnTo>
                <a:lnTo>
                  <a:pt x="18109" y="119244"/>
                </a:lnTo>
                <a:lnTo>
                  <a:pt x="18096" y="118936"/>
                </a:lnTo>
                <a:lnTo>
                  <a:pt x="18074" y="118631"/>
                </a:lnTo>
                <a:lnTo>
                  <a:pt x="18043" y="118330"/>
                </a:lnTo>
                <a:lnTo>
                  <a:pt x="18004" y="118033"/>
                </a:lnTo>
                <a:lnTo>
                  <a:pt x="17956" y="117741"/>
                </a:lnTo>
                <a:lnTo>
                  <a:pt x="17899" y="117453"/>
                </a:lnTo>
                <a:lnTo>
                  <a:pt x="17833" y="117168"/>
                </a:lnTo>
                <a:lnTo>
                  <a:pt x="17759" y="116888"/>
                </a:lnTo>
                <a:lnTo>
                  <a:pt x="17675" y="116612"/>
                </a:lnTo>
                <a:lnTo>
                  <a:pt x="17584" y="116340"/>
                </a:lnTo>
                <a:lnTo>
                  <a:pt x="17483" y="116072"/>
                </a:lnTo>
                <a:lnTo>
                  <a:pt x="17373" y="115809"/>
                </a:lnTo>
                <a:lnTo>
                  <a:pt x="17255" y="115549"/>
                </a:lnTo>
                <a:lnTo>
                  <a:pt x="17128" y="115293"/>
                </a:lnTo>
                <a:lnTo>
                  <a:pt x="16993" y="115042"/>
                </a:lnTo>
                <a:lnTo>
                  <a:pt x="16848" y="114795"/>
                </a:lnTo>
                <a:lnTo>
                  <a:pt x="16695" y="114551"/>
                </a:lnTo>
                <a:lnTo>
                  <a:pt x="16533" y="114312"/>
                </a:lnTo>
                <a:lnTo>
                  <a:pt x="16362" y="114077"/>
                </a:lnTo>
                <a:lnTo>
                  <a:pt x="16183" y="113846"/>
                </a:lnTo>
                <a:lnTo>
                  <a:pt x="15995" y="113620"/>
                </a:lnTo>
                <a:lnTo>
                  <a:pt x="15798" y="113397"/>
                </a:lnTo>
                <a:lnTo>
                  <a:pt x="15592" y="113178"/>
                </a:lnTo>
                <a:lnTo>
                  <a:pt x="15379" y="112966"/>
                </a:lnTo>
                <a:lnTo>
                  <a:pt x="15162" y="112763"/>
                </a:lnTo>
                <a:lnTo>
                  <a:pt x="14940" y="112569"/>
                </a:lnTo>
                <a:lnTo>
                  <a:pt x="14713" y="112385"/>
                </a:lnTo>
                <a:lnTo>
                  <a:pt x="14481" y="112209"/>
                </a:lnTo>
                <a:lnTo>
                  <a:pt x="14244" y="112042"/>
                </a:lnTo>
                <a:lnTo>
                  <a:pt x="14002" y="111884"/>
                </a:lnTo>
                <a:lnTo>
                  <a:pt x="13755" y="111735"/>
                </a:lnTo>
                <a:lnTo>
                  <a:pt x="13503" y="111595"/>
                </a:lnTo>
                <a:lnTo>
                  <a:pt x="13247" y="111464"/>
                </a:lnTo>
                <a:lnTo>
                  <a:pt x="12985" y="111343"/>
                </a:lnTo>
                <a:lnTo>
                  <a:pt x="12718" y="111230"/>
                </a:lnTo>
                <a:lnTo>
                  <a:pt x="12447" y="111126"/>
                </a:lnTo>
                <a:lnTo>
                  <a:pt x="12171" y="111031"/>
                </a:lnTo>
                <a:lnTo>
                  <a:pt x="11889" y="110946"/>
                </a:lnTo>
                <a:lnTo>
                  <a:pt x="11603" y="110869"/>
                </a:lnTo>
                <a:lnTo>
                  <a:pt x="11312" y="110801"/>
                </a:lnTo>
                <a:lnTo>
                  <a:pt x="11016" y="110743"/>
                </a:lnTo>
                <a:lnTo>
                  <a:pt x="10715" y="110693"/>
                </a:lnTo>
                <a:lnTo>
                  <a:pt x="10409" y="110652"/>
                </a:lnTo>
                <a:lnTo>
                  <a:pt x="10098" y="110621"/>
                </a:lnTo>
                <a:lnTo>
                  <a:pt x="9782" y="110598"/>
                </a:lnTo>
                <a:lnTo>
                  <a:pt x="9462" y="110585"/>
                </a:lnTo>
                <a:lnTo>
                  <a:pt x="9136" y="110580"/>
                </a:lnTo>
                <a:lnTo>
                  <a:pt x="8810" y="110585"/>
                </a:lnTo>
                <a:lnTo>
                  <a:pt x="8489" y="110598"/>
                </a:lnTo>
                <a:lnTo>
                  <a:pt x="8172" y="110621"/>
                </a:lnTo>
                <a:lnTo>
                  <a:pt x="7860" y="110652"/>
                </a:lnTo>
                <a:lnTo>
                  <a:pt x="7553" y="110693"/>
                </a:lnTo>
                <a:lnTo>
                  <a:pt x="7250" y="110743"/>
                </a:lnTo>
                <a:lnTo>
                  <a:pt x="6952" y="110801"/>
                </a:lnTo>
                <a:lnTo>
                  <a:pt x="6659" y="110869"/>
                </a:lnTo>
                <a:lnTo>
                  <a:pt x="6370" y="110946"/>
                </a:lnTo>
                <a:lnTo>
                  <a:pt x="6086" y="111031"/>
                </a:lnTo>
                <a:lnTo>
                  <a:pt x="5807" y="111126"/>
                </a:lnTo>
                <a:lnTo>
                  <a:pt x="5532" y="111230"/>
                </a:lnTo>
                <a:lnTo>
                  <a:pt x="5262" y="111343"/>
                </a:lnTo>
                <a:lnTo>
                  <a:pt x="4996" y="111464"/>
                </a:lnTo>
                <a:lnTo>
                  <a:pt x="4736" y="111595"/>
                </a:lnTo>
                <a:lnTo>
                  <a:pt x="4479" y="111735"/>
                </a:lnTo>
                <a:lnTo>
                  <a:pt x="4228" y="111884"/>
                </a:lnTo>
                <a:lnTo>
                  <a:pt x="3981" y="112042"/>
                </a:lnTo>
                <a:lnTo>
                  <a:pt x="3739" y="112209"/>
                </a:lnTo>
                <a:lnTo>
                  <a:pt x="3502" y="112385"/>
                </a:lnTo>
                <a:lnTo>
                  <a:pt x="3269" y="112569"/>
                </a:lnTo>
                <a:lnTo>
                  <a:pt x="3041" y="112763"/>
                </a:lnTo>
                <a:lnTo>
                  <a:pt x="2817" y="112966"/>
                </a:lnTo>
                <a:lnTo>
                  <a:pt x="2598" y="113178"/>
                </a:lnTo>
                <a:lnTo>
                  <a:pt x="2386" y="113397"/>
                </a:lnTo>
                <a:lnTo>
                  <a:pt x="2183" y="113620"/>
                </a:lnTo>
                <a:lnTo>
                  <a:pt x="1989" y="113846"/>
                </a:lnTo>
                <a:lnTo>
                  <a:pt x="1804" y="114077"/>
                </a:lnTo>
                <a:lnTo>
                  <a:pt x="1628" y="114312"/>
                </a:lnTo>
                <a:lnTo>
                  <a:pt x="1462" y="114551"/>
                </a:lnTo>
                <a:lnTo>
                  <a:pt x="1304" y="114795"/>
                </a:lnTo>
                <a:lnTo>
                  <a:pt x="1155" y="115042"/>
                </a:lnTo>
                <a:lnTo>
                  <a:pt x="1015" y="115293"/>
                </a:lnTo>
                <a:lnTo>
                  <a:pt x="884" y="115549"/>
                </a:lnTo>
                <a:lnTo>
                  <a:pt x="762" y="115809"/>
                </a:lnTo>
                <a:lnTo>
                  <a:pt x="650" y="116072"/>
                </a:lnTo>
                <a:lnTo>
                  <a:pt x="546" y="116340"/>
                </a:lnTo>
                <a:lnTo>
                  <a:pt x="451" y="116612"/>
                </a:lnTo>
                <a:lnTo>
                  <a:pt x="365" y="116888"/>
                </a:lnTo>
                <a:lnTo>
                  <a:pt x="289" y="117168"/>
                </a:lnTo>
                <a:lnTo>
                  <a:pt x="221" y="117453"/>
                </a:lnTo>
                <a:lnTo>
                  <a:pt x="162" y="117741"/>
                </a:lnTo>
                <a:lnTo>
                  <a:pt x="113" y="118033"/>
                </a:lnTo>
                <a:lnTo>
                  <a:pt x="72" y="118330"/>
                </a:lnTo>
                <a:lnTo>
                  <a:pt x="41" y="118631"/>
                </a:lnTo>
                <a:lnTo>
                  <a:pt x="18" y="118936"/>
                </a:lnTo>
                <a:lnTo>
                  <a:pt x="5" y="119244"/>
                </a:lnTo>
                <a:lnTo>
                  <a:pt x="0" y="119557"/>
                </a:lnTo>
                <a:lnTo>
                  <a:pt x="5" y="119870"/>
                </a:lnTo>
                <a:lnTo>
                  <a:pt x="18" y="120179"/>
                </a:lnTo>
                <a:lnTo>
                  <a:pt x="41" y="120484"/>
                </a:lnTo>
                <a:lnTo>
                  <a:pt x="72" y="120785"/>
                </a:lnTo>
                <a:lnTo>
                  <a:pt x="113" y="121082"/>
                </a:lnTo>
                <a:lnTo>
                  <a:pt x="162" y="121374"/>
                </a:lnTo>
                <a:lnTo>
                  <a:pt x="221" y="121663"/>
                </a:lnTo>
                <a:lnTo>
                  <a:pt x="289" y="121947"/>
                </a:lnTo>
                <a:lnTo>
                  <a:pt x="365" y="122227"/>
                </a:lnTo>
                <a:lnTo>
                  <a:pt x="451" y="122503"/>
                </a:lnTo>
                <a:lnTo>
                  <a:pt x="546" y="122775"/>
                </a:lnTo>
                <a:lnTo>
                  <a:pt x="650" y="123043"/>
                </a:lnTo>
                <a:lnTo>
                  <a:pt x="762" y="123307"/>
                </a:lnTo>
                <a:lnTo>
                  <a:pt x="884" y="123567"/>
                </a:lnTo>
                <a:lnTo>
                  <a:pt x="1015" y="123822"/>
                </a:lnTo>
                <a:lnTo>
                  <a:pt x="1155" y="124074"/>
                </a:lnTo>
                <a:lnTo>
                  <a:pt x="1304" y="124321"/>
                </a:lnTo>
                <a:lnTo>
                  <a:pt x="1462" y="124565"/>
                </a:lnTo>
                <a:lnTo>
                  <a:pt x="1628" y="124804"/>
                </a:lnTo>
                <a:lnTo>
                  <a:pt x="1804" y="125039"/>
                </a:lnTo>
                <a:lnTo>
                  <a:pt x="1989" y="125270"/>
                </a:lnTo>
                <a:lnTo>
                  <a:pt x="2183" y="125497"/>
                </a:lnTo>
                <a:lnTo>
                  <a:pt x="2386" y="125720"/>
                </a:lnTo>
                <a:lnTo>
                  <a:pt x="2598" y="125939"/>
                </a:lnTo>
                <a:lnTo>
                  <a:pt x="2817" y="126151"/>
                </a:lnTo>
                <a:lnTo>
                  <a:pt x="3041" y="126354"/>
                </a:lnTo>
                <a:lnTo>
                  <a:pt x="3269" y="126548"/>
                </a:lnTo>
                <a:lnTo>
                  <a:pt x="3502" y="126733"/>
                </a:lnTo>
                <a:lnTo>
                  <a:pt x="3739" y="126909"/>
                </a:lnTo>
                <a:lnTo>
                  <a:pt x="3981" y="127076"/>
                </a:lnTo>
                <a:lnTo>
                  <a:pt x="4228" y="127233"/>
                </a:lnTo>
                <a:lnTo>
                  <a:pt x="4479" y="127382"/>
                </a:lnTo>
                <a:lnTo>
                  <a:pt x="4736" y="127522"/>
                </a:lnTo>
                <a:lnTo>
                  <a:pt x="4996" y="127653"/>
                </a:lnTo>
                <a:lnTo>
                  <a:pt x="5262" y="127775"/>
                </a:lnTo>
                <a:lnTo>
                  <a:pt x="5532" y="127888"/>
                </a:lnTo>
                <a:lnTo>
                  <a:pt x="5807" y="127991"/>
                </a:lnTo>
                <a:lnTo>
                  <a:pt x="6086" y="128086"/>
                </a:lnTo>
                <a:lnTo>
                  <a:pt x="6370" y="128172"/>
                </a:lnTo>
                <a:lnTo>
                  <a:pt x="6659" y="128248"/>
                </a:lnTo>
                <a:lnTo>
                  <a:pt x="6952" y="128316"/>
                </a:lnTo>
                <a:lnTo>
                  <a:pt x="7250" y="128375"/>
                </a:lnTo>
                <a:lnTo>
                  <a:pt x="7553" y="128424"/>
                </a:lnTo>
                <a:lnTo>
                  <a:pt x="7860" y="128465"/>
                </a:lnTo>
                <a:lnTo>
                  <a:pt x="8172" y="128497"/>
                </a:lnTo>
                <a:lnTo>
                  <a:pt x="8489" y="128519"/>
                </a:lnTo>
                <a:lnTo>
                  <a:pt x="8810" y="128533"/>
                </a:lnTo>
                <a:lnTo>
                  <a:pt x="9136" y="128537"/>
                </a:lnTo>
                <a:lnTo>
                  <a:pt x="9462" y="128533"/>
                </a:lnTo>
                <a:lnTo>
                  <a:pt x="9782" y="128519"/>
                </a:lnTo>
                <a:lnTo>
                  <a:pt x="10098" y="128497"/>
                </a:lnTo>
                <a:lnTo>
                  <a:pt x="10409" y="128465"/>
                </a:lnTo>
                <a:lnTo>
                  <a:pt x="10715" y="128424"/>
                </a:lnTo>
                <a:close/>
                <a:moveTo>
                  <a:pt x="1522546" y="31434"/>
                </a:moveTo>
                <a:lnTo>
                  <a:pt x="1522844" y="31393"/>
                </a:lnTo>
                <a:lnTo>
                  <a:pt x="1523138" y="31343"/>
                </a:lnTo>
                <a:lnTo>
                  <a:pt x="1523428" y="31285"/>
                </a:lnTo>
                <a:lnTo>
                  <a:pt x="1523715" y="31217"/>
                </a:lnTo>
                <a:lnTo>
                  <a:pt x="1523997" y="31140"/>
                </a:lnTo>
                <a:lnTo>
                  <a:pt x="1524276" y="31055"/>
                </a:lnTo>
                <a:lnTo>
                  <a:pt x="1524551" y="30960"/>
                </a:lnTo>
                <a:lnTo>
                  <a:pt x="1524822" y="30856"/>
                </a:lnTo>
                <a:lnTo>
                  <a:pt x="1525089" y="30743"/>
                </a:lnTo>
                <a:lnTo>
                  <a:pt x="1525352" y="30622"/>
                </a:lnTo>
                <a:lnTo>
                  <a:pt x="1525612" y="30491"/>
                </a:lnTo>
                <a:lnTo>
                  <a:pt x="1525867" y="30351"/>
                </a:lnTo>
                <a:lnTo>
                  <a:pt x="1526119" y="30202"/>
                </a:lnTo>
                <a:lnTo>
                  <a:pt x="1526367" y="30044"/>
                </a:lnTo>
                <a:lnTo>
                  <a:pt x="1526611" y="29877"/>
                </a:lnTo>
                <a:lnTo>
                  <a:pt x="1526852" y="29701"/>
                </a:lnTo>
                <a:lnTo>
                  <a:pt x="1527088" y="29516"/>
                </a:lnTo>
                <a:lnTo>
                  <a:pt x="1527321" y="29323"/>
                </a:lnTo>
                <a:lnTo>
                  <a:pt x="1527550" y="29120"/>
                </a:lnTo>
                <a:lnTo>
                  <a:pt x="1527775" y="28908"/>
                </a:lnTo>
                <a:lnTo>
                  <a:pt x="1527993" y="28688"/>
                </a:lnTo>
                <a:lnTo>
                  <a:pt x="1528203" y="28465"/>
                </a:lnTo>
                <a:lnTo>
                  <a:pt x="1528402" y="28236"/>
                </a:lnTo>
                <a:lnTo>
                  <a:pt x="1528593" y="28003"/>
                </a:lnTo>
                <a:lnTo>
                  <a:pt x="1528774" y="27766"/>
                </a:lnTo>
                <a:lnTo>
                  <a:pt x="1528946" y="27524"/>
                </a:lnTo>
                <a:lnTo>
                  <a:pt x="1529109" y="27277"/>
                </a:lnTo>
                <a:lnTo>
                  <a:pt x="1529262" y="27025"/>
                </a:lnTo>
                <a:lnTo>
                  <a:pt x="1529407" y="26769"/>
                </a:lnTo>
                <a:lnTo>
                  <a:pt x="1529541" y="26508"/>
                </a:lnTo>
                <a:lnTo>
                  <a:pt x="1529667" y="26242"/>
                </a:lnTo>
                <a:lnTo>
                  <a:pt x="1529783" y="25972"/>
                </a:lnTo>
                <a:lnTo>
                  <a:pt x="1529890" y="25697"/>
                </a:lnTo>
                <a:lnTo>
                  <a:pt x="1529988" y="25418"/>
                </a:lnTo>
                <a:lnTo>
                  <a:pt x="1530076" y="25134"/>
                </a:lnTo>
                <a:lnTo>
                  <a:pt x="1530155" y="24845"/>
                </a:lnTo>
                <a:lnTo>
                  <a:pt x="1530225" y="24552"/>
                </a:lnTo>
                <a:lnTo>
                  <a:pt x="1530285" y="24253"/>
                </a:lnTo>
                <a:lnTo>
                  <a:pt x="1530336" y="23951"/>
                </a:lnTo>
                <a:lnTo>
                  <a:pt x="1530378" y="23643"/>
                </a:lnTo>
                <a:lnTo>
                  <a:pt x="1530411" y="23331"/>
                </a:lnTo>
                <a:lnTo>
                  <a:pt x="1530434" y="23015"/>
                </a:lnTo>
                <a:lnTo>
                  <a:pt x="1530448" y="22693"/>
                </a:lnTo>
                <a:lnTo>
                  <a:pt x="1530452" y="22367"/>
                </a:lnTo>
                <a:lnTo>
                  <a:pt x="1530448" y="22042"/>
                </a:lnTo>
                <a:lnTo>
                  <a:pt x="1530434" y="21722"/>
                </a:lnTo>
                <a:lnTo>
                  <a:pt x="1530411" y="21407"/>
                </a:lnTo>
                <a:lnTo>
                  <a:pt x="1530378" y="21097"/>
                </a:lnTo>
                <a:lnTo>
                  <a:pt x="1530336" y="20792"/>
                </a:lnTo>
                <a:lnTo>
                  <a:pt x="1530285" y="20492"/>
                </a:lnTo>
                <a:lnTo>
                  <a:pt x="1530225" y="20198"/>
                </a:lnTo>
                <a:lnTo>
                  <a:pt x="1530155" y="19909"/>
                </a:lnTo>
                <a:lnTo>
                  <a:pt x="1530076" y="19625"/>
                </a:lnTo>
                <a:lnTo>
                  <a:pt x="1529988" y="19346"/>
                </a:lnTo>
                <a:lnTo>
                  <a:pt x="1529890" y="19073"/>
                </a:lnTo>
                <a:lnTo>
                  <a:pt x="1529783" y="18804"/>
                </a:lnTo>
                <a:lnTo>
                  <a:pt x="1529667" y="18541"/>
                </a:lnTo>
                <a:lnTo>
                  <a:pt x="1529541" y="18283"/>
                </a:lnTo>
                <a:lnTo>
                  <a:pt x="1529407" y="18030"/>
                </a:lnTo>
                <a:lnTo>
                  <a:pt x="1529262" y="17783"/>
                </a:lnTo>
                <a:lnTo>
                  <a:pt x="1529109" y="17540"/>
                </a:lnTo>
                <a:lnTo>
                  <a:pt x="1528946" y="17303"/>
                </a:lnTo>
                <a:lnTo>
                  <a:pt x="1528774" y="17071"/>
                </a:lnTo>
                <a:lnTo>
                  <a:pt x="1528593" y="16844"/>
                </a:lnTo>
                <a:lnTo>
                  <a:pt x="1528402" y="16622"/>
                </a:lnTo>
                <a:lnTo>
                  <a:pt x="1528203" y="16406"/>
                </a:lnTo>
                <a:lnTo>
                  <a:pt x="1527993" y="16195"/>
                </a:lnTo>
                <a:lnTo>
                  <a:pt x="1527775" y="15988"/>
                </a:lnTo>
                <a:lnTo>
                  <a:pt x="1527550" y="15789"/>
                </a:lnTo>
                <a:lnTo>
                  <a:pt x="1527321" y="15598"/>
                </a:lnTo>
                <a:lnTo>
                  <a:pt x="1527088" y="15416"/>
                </a:lnTo>
                <a:lnTo>
                  <a:pt x="1526852" y="15242"/>
                </a:lnTo>
                <a:lnTo>
                  <a:pt x="1526611" y="15077"/>
                </a:lnTo>
                <a:lnTo>
                  <a:pt x="1526367" y="14920"/>
                </a:lnTo>
                <a:lnTo>
                  <a:pt x="1526119" y="14772"/>
                </a:lnTo>
                <a:lnTo>
                  <a:pt x="1525867" y="14632"/>
                </a:lnTo>
                <a:lnTo>
                  <a:pt x="1525612" y="14500"/>
                </a:lnTo>
                <a:lnTo>
                  <a:pt x="1525352" y="14377"/>
                </a:lnTo>
                <a:lnTo>
                  <a:pt x="1525089" y="14263"/>
                </a:lnTo>
                <a:lnTo>
                  <a:pt x="1524822" y="14157"/>
                </a:lnTo>
                <a:lnTo>
                  <a:pt x="1524551" y="14059"/>
                </a:lnTo>
                <a:lnTo>
                  <a:pt x="1524276" y="13970"/>
                </a:lnTo>
                <a:lnTo>
                  <a:pt x="1523997" y="13890"/>
                </a:lnTo>
                <a:lnTo>
                  <a:pt x="1523715" y="13818"/>
                </a:lnTo>
                <a:lnTo>
                  <a:pt x="1523428" y="13754"/>
                </a:lnTo>
                <a:lnTo>
                  <a:pt x="1523138" y="13699"/>
                </a:lnTo>
                <a:lnTo>
                  <a:pt x="1522844" y="13652"/>
                </a:lnTo>
                <a:lnTo>
                  <a:pt x="1522546" y="13614"/>
                </a:lnTo>
                <a:lnTo>
                  <a:pt x="1522245" y="13585"/>
                </a:lnTo>
                <a:lnTo>
                  <a:pt x="1521939" y="13563"/>
                </a:lnTo>
                <a:lnTo>
                  <a:pt x="1521630" y="13551"/>
                </a:lnTo>
                <a:lnTo>
                  <a:pt x="1521317" y="13546"/>
                </a:lnTo>
                <a:lnTo>
                  <a:pt x="1520991" y="13551"/>
                </a:lnTo>
                <a:lnTo>
                  <a:pt x="1520670" y="13563"/>
                </a:lnTo>
                <a:lnTo>
                  <a:pt x="1520353" y="13585"/>
                </a:lnTo>
                <a:lnTo>
                  <a:pt x="1520041" y="13614"/>
                </a:lnTo>
                <a:lnTo>
                  <a:pt x="1519734" y="13652"/>
                </a:lnTo>
                <a:lnTo>
                  <a:pt x="1519432" y="13699"/>
                </a:lnTo>
                <a:lnTo>
                  <a:pt x="1519134" y="13754"/>
                </a:lnTo>
                <a:lnTo>
                  <a:pt x="1518840" y="13818"/>
                </a:lnTo>
                <a:lnTo>
                  <a:pt x="1518552" y="13890"/>
                </a:lnTo>
                <a:lnTo>
                  <a:pt x="1518268" y="13970"/>
                </a:lnTo>
                <a:lnTo>
                  <a:pt x="1517988" y="14059"/>
                </a:lnTo>
                <a:lnTo>
                  <a:pt x="1517714" y="14157"/>
                </a:lnTo>
                <a:lnTo>
                  <a:pt x="1517444" y="14263"/>
                </a:lnTo>
                <a:lnTo>
                  <a:pt x="1517178" y="14377"/>
                </a:lnTo>
                <a:lnTo>
                  <a:pt x="1516917" y="14500"/>
                </a:lnTo>
                <a:lnTo>
                  <a:pt x="1516661" y="14632"/>
                </a:lnTo>
                <a:lnTo>
                  <a:pt x="1516410" y="14772"/>
                </a:lnTo>
                <a:lnTo>
                  <a:pt x="1516163" y="14920"/>
                </a:lnTo>
                <a:lnTo>
                  <a:pt x="1515921" y="15077"/>
                </a:lnTo>
                <a:lnTo>
                  <a:pt x="1515683" y="15242"/>
                </a:lnTo>
                <a:lnTo>
                  <a:pt x="1515450" y="15416"/>
                </a:lnTo>
                <a:lnTo>
                  <a:pt x="1515222" y="15598"/>
                </a:lnTo>
                <a:lnTo>
                  <a:pt x="1514998" y="15789"/>
                </a:lnTo>
                <a:lnTo>
                  <a:pt x="1514779" y="15988"/>
                </a:lnTo>
                <a:lnTo>
                  <a:pt x="1514567" y="16195"/>
                </a:lnTo>
                <a:lnTo>
                  <a:pt x="1514364" y="16406"/>
                </a:lnTo>
                <a:lnTo>
                  <a:pt x="1514170" y="16622"/>
                </a:lnTo>
                <a:lnTo>
                  <a:pt x="1513985" y="16844"/>
                </a:lnTo>
                <a:lnTo>
                  <a:pt x="1513809" y="17071"/>
                </a:lnTo>
                <a:lnTo>
                  <a:pt x="1513642" y="17303"/>
                </a:lnTo>
                <a:lnTo>
                  <a:pt x="1513484" y="17540"/>
                </a:lnTo>
                <a:lnTo>
                  <a:pt x="1513335" y="17783"/>
                </a:lnTo>
                <a:lnTo>
                  <a:pt x="1513196" y="18030"/>
                </a:lnTo>
                <a:lnTo>
                  <a:pt x="1513065" y="18283"/>
                </a:lnTo>
                <a:lnTo>
                  <a:pt x="1512943" y="18541"/>
                </a:lnTo>
                <a:lnTo>
                  <a:pt x="1512830" y="18804"/>
                </a:lnTo>
                <a:lnTo>
                  <a:pt x="1512726" y="19073"/>
                </a:lnTo>
                <a:lnTo>
                  <a:pt x="1512632" y="19346"/>
                </a:lnTo>
                <a:lnTo>
                  <a:pt x="1512546" y="19625"/>
                </a:lnTo>
                <a:lnTo>
                  <a:pt x="1512469" y="19909"/>
                </a:lnTo>
                <a:lnTo>
                  <a:pt x="1512402" y="20198"/>
                </a:lnTo>
                <a:lnTo>
                  <a:pt x="1512343" y="20492"/>
                </a:lnTo>
                <a:lnTo>
                  <a:pt x="1512293" y="20792"/>
                </a:lnTo>
                <a:lnTo>
                  <a:pt x="1512253" y="21097"/>
                </a:lnTo>
                <a:lnTo>
                  <a:pt x="1512221" y="21407"/>
                </a:lnTo>
                <a:lnTo>
                  <a:pt x="1512199" y="21722"/>
                </a:lnTo>
                <a:lnTo>
                  <a:pt x="1512185" y="22042"/>
                </a:lnTo>
                <a:lnTo>
                  <a:pt x="1512181" y="22367"/>
                </a:lnTo>
                <a:lnTo>
                  <a:pt x="1512185" y="22693"/>
                </a:lnTo>
                <a:lnTo>
                  <a:pt x="1512199" y="23015"/>
                </a:lnTo>
                <a:lnTo>
                  <a:pt x="1512221" y="23331"/>
                </a:lnTo>
                <a:lnTo>
                  <a:pt x="1512253" y="23643"/>
                </a:lnTo>
                <a:lnTo>
                  <a:pt x="1512293" y="23951"/>
                </a:lnTo>
                <a:lnTo>
                  <a:pt x="1512343" y="24253"/>
                </a:lnTo>
                <a:lnTo>
                  <a:pt x="1512402" y="24552"/>
                </a:lnTo>
                <a:lnTo>
                  <a:pt x="1512469" y="24845"/>
                </a:lnTo>
                <a:lnTo>
                  <a:pt x="1512546" y="25134"/>
                </a:lnTo>
                <a:lnTo>
                  <a:pt x="1512632" y="25418"/>
                </a:lnTo>
                <a:lnTo>
                  <a:pt x="1512726" y="25697"/>
                </a:lnTo>
                <a:lnTo>
                  <a:pt x="1512830" y="25972"/>
                </a:lnTo>
                <a:lnTo>
                  <a:pt x="1512943" y="26242"/>
                </a:lnTo>
                <a:lnTo>
                  <a:pt x="1513065" y="26508"/>
                </a:lnTo>
                <a:lnTo>
                  <a:pt x="1513196" y="26769"/>
                </a:lnTo>
                <a:lnTo>
                  <a:pt x="1513335" y="27025"/>
                </a:lnTo>
                <a:lnTo>
                  <a:pt x="1513484" y="27277"/>
                </a:lnTo>
                <a:lnTo>
                  <a:pt x="1513642" y="27524"/>
                </a:lnTo>
                <a:lnTo>
                  <a:pt x="1513809" y="27766"/>
                </a:lnTo>
                <a:lnTo>
                  <a:pt x="1513985" y="28003"/>
                </a:lnTo>
                <a:lnTo>
                  <a:pt x="1514170" y="28236"/>
                </a:lnTo>
                <a:lnTo>
                  <a:pt x="1514364" y="28465"/>
                </a:lnTo>
                <a:lnTo>
                  <a:pt x="1514567" y="28688"/>
                </a:lnTo>
                <a:lnTo>
                  <a:pt x="1514779" y="28908"/>
                </a:lnTo>
                <a:lnTo>
                  <a:pt x="1514998" y="29120"/>
                </a:lnTo>
                <a:lnTo>
                  <a:pt x="1515222" y="29323"/>
                </a:lnTo>
                <a:lnTo>
                  <a:pt x="1515450" y="29516"/>
                </a:lnTo>
                <a:lnTo>
                  <a:pt x="1515683" y="29701"/>
                </a:lnTo>
                <a:lnTo>
                  <a:pt x="1515921" y="29877"/>
                </a:lnTo>
                <a:lnTo>
                  <a:pt x="1516163" y="30044"/>
                </a:lnTo>
                <a:lnTo>
                  <a:pt x="1516410" y="30202"/>
                </a:lnTo>
                <a:lnTo>
                  <a:pt x="1516661" y="30351"/>
                </a:lnTo>
                <a:lnTo>
                  <a:pt x="1516917" y="30491"/>
                </a:lnTo>
                <a:lnTo>
                  <a:pt x="1517178" y="30622"/>
                </a:lnTo>
                <a:lnTo>
                  <a:pt x="1517444" y="30743"/>
                </a:lnTo>
                <a:lnTo>
                  <a:pt x="1517714" y="30856"/>
                </a:lnTo>
                <a:lnTo>
                  <a:pt x="1517988" y="30960"/>
                </a:lnTo>
                <a:lnTo>
                  <a:pt x="1518268" y="31055"/>
                </a:lnTo>
                <a:lnTo>
                  <a:pt x="1518552" y="31140"/>
                </a:lnTo>
                <a:lnTo>
                  <a:pt x="1518840" y="31217"/>
                </a:lnTo>
                <a:lnTo>
                  <a:pt x="1519134" y="31285"/>
                </a:lnTo>
                <a:lnTo>
                  <a:pt x="1519432" y="31343"/>
                </a:lnTo>
                <a:lnTo>
                  <a:pt x="1519734" y="31393"/>
                </a:lnTo>
                <a:lnTo>
                  <a:pt x="1520041" y="31434"/>
                </a:lnTo>
                <a:lnTo>
                  <a:pt x="1520353" y="31465"/>
                </a:lnTo>
                <a:lnTo>
                  <a:pt x="1520670" y="31488"/>
                </a:lnTo>
                <a:lnTo>
                  <a:pt x="1520991" y="31501"/>
                </a:lnTo>
                <a:lnTo>
                  <a:pt x="1521317" y="31506"/>
                </a:lnTo>
                <a:lnTo>
                  <a:pt x="1521630" y="31501"/>
                </a:lnTo>
                <a:lnTo>
                  <a:pt x="1521939" y="31488"/>
                </a:lnTo>
                <a:lnTo>
                  <a:pt x="1522245" y="31465"/>
                </a:lnTo>
                <a:lnTo>
                  <a:pt x="1522546" y="31434"/>
                </a:lnTo>
                <a:close/>
                <a:moveTo>
                  <a:pt x="1157135" y="127749"/>
                </a:moveTo>
                <a:lnTo>
                  <a:pt x="1157135" y="14335"/>
                </a:lnTo>
                <a:lnTo>
                  <a:pt x="1143903" y="14335"/>
                </a:lnTo>
                <a:lnTo>
                  <a:pt x="1143903" y="127749"/>
                </a:lnTo>
                <a:lnTo>
                  <a:pt x="1157135" y="127749"/>
                </a:lnTo>
                <a:close/>
                <a:moveTo>
                  <a:pt x="1452591" y="129546"/>
                </a:moveTo>
                <a:lnTo>
                  <a:pt x="1453162" y="129505"/>
                </a:lnTo>
                <a:lnTo>
                  <a:pt x="1453726" y="129457"/>
                </a:lnTo>
                <a:lnTo>
                  <a:pt x="1454285" y="129402"/>
                </a:lnTo>
                <a:lnTo>
                  <a:pt x="1454838" y="129339"/>
                </a:lnTo>
                <a:lnTo>
                  <a:pt x="1455384" y="129269"/>
                </a:lnTo>
                <a:lnTo>
                  <a:pt x="1455925" y="129192"/>
                </a:lnTo>
                <a:lnTo>
                  <a:pt x="1456459" y="129107"/>
                </a:lnTo>
                <a:lnTo>
                  <a:pt x="1456988" y="129015"/>
                </a:lnTo>
                <a:lnTo>
                  <a:pt x="1457511" y="128915"/>
                </a:lnTo>
                <a:lnTo>
                  <a:pt x="1458027" y="128808"/>
                </a:lnTo>
                <a:lnTo>
                  <a:pt x="1458538" y="128694"/>
                </a:lnTo>
                <a:lnTo>
                  <a:pt x="1459042" y="128572"/>
                </a:lnTo>
                <a:lnTo>
                  <a:pt x="1459541" y="128443"/>
                </a:lnTo>
                <a:lnTo>
                  <a:pt x="1460033" y="128306"/>
                </a:lnTo>
                <a:lnTo>
                  <a:pt x="1460520" y="128162"/>
                </a:lnTo>
                <a:lnTo>
                  <a:pt x="1461000" y="128011"/>
                </a:lnTo>
                <a:lnTo>
                  <a:pt x="1461475" y="127853"/>
                </a:lnTo>
                <a:lnTo>
                  <a:pt x="1461943" y="127687"/>
                </a:lnTo>
                <a:lnTo>
                  <a:pt x="1462406" y="127513"/>
                </a:lnTo>
                <a:lnTo>
                  <a:pt x="1462863" y="127334"/>
                </a:lnTo>
                <a:lnTo>
                  <a:pt x="1463314" y="127150"/>
                </a:lnTo>
                <a:lnTo>
                  <a:pt x="1463760" y="126962"/>
                </a:lnTo>
                <a:lnTo>
                  <a:pt x="1464200" y="126769"/>
                </a:lnTo>
                <a:lnTo>
                  <a:pt x="1464635" y="126572"/>
                </a:lnTo>
                <a:lnTo>
                  <a:pt x="1465064" y="126371"/>
                </a:lnTo>
                <a:lnTo>
                  <a:pt x="1465488" y="126165"/>
                </a:lnTo>
                <a:lnTo>
                  <a:pt x="1465906" y="125955"/>
                </a:lnTo>
                <a:lnTo>
                  <a:pt x="1466319" y="125741"/>
                </a:lnTo>
                <a:lnTo>
                  <a:pt x="1466727" y="125522"/>
                </a:lnTo>
                <a:lnTo>
                  <a:pt x="1467129" y="125299"/>
                </a:lnTo>
                <a:lnTo>
                  <a:pt x="1467525" y="125071"/>
                </a:lnTo>
                <a:lnTo>
                  <a:pt x="1467916" y="124839"/>
                </a:lnTo>
                <a:lnTo>
                  <a:pt x="1468302" y="124603"/>
                </a:lnTo>
                <a:lnTo>
                  <a:pt x="1468682" y="124362"/>
                </a:lnTo>
                <a:lnTo>
                  <a:pt x="1469057" y="124117"/>
                </a:lnTo>
                <a:lnTo>
                  <a:pt x="1469426" y="123868"/>
                </a:lnTo>
                <a:lnTo>
                  <a:pt x="1469790" y="123614"/>
                </a:lnTo>
                <a:lnTo>
                  <a:pt x="1470148" y="123356"/>
                </a:lnTo>
                <a:lnTo>
                  <a:pt x="1470500" y="123093"/>
                </a:lnTo>
                <a:lnTo>
                  <a:pt x="1470848" y="122826"/>
                </a:lnTo>
                <a:lnTo>
                  <a:pt x="1471189" y="122555"/>
                </a:lnTo>
                <a:lnTo>
                  <a:pt x="1471526" y="122279"/>
                </a:lnTo>
                <a:lnTo>
                  <a:pt x="1471857" y="121999"/>
                </a:lnTo>
                <a:lnTo>
                  <a:pt x="1472182" y="121716"/>
                </a:lnTo>
                <a:lnTo>
                  <a:pt x="1472503" y="121431"/>
                </a:lnTo>
                <a:lnTo>
                  <a:pt x="1472819" y="121144"/>
                </a:lnTo>
                <a:lnTo>
                  <a:pt x="1473130" y="120855"/>
                </a:lnTo>
                <a:lnTo>
                  <a:pt x="1473436" y="120564"/>
                </a:lnTo>
                <a:lnTo>
                  <a:pt x="1473737" y="120272"/>
                </a:lnTo>
                <a:lnTo>
                  <a:pt x="1474033" y="119977"/>
                </a:lnTo>
                <a:lnTo>
                  <a:pt x="1474324" y="119681"/>
                </a:lnTo>
                <a:lnTo>
                  <a:pt x="1474610" y="119382"/>
                </a:lnTo>
                <a:lnTo>
                  <a:pt x="1474892" y="119082"/>
                </a:lnTo>
                <a:lnTo>
                  <a:pt x="1475168" y="118779"/>
                </a:lnTo>
                <a:lnTo>
                  <a:pt x="1475440" y="118475"/>
                </a:lnTo>
                <a:lnTo>
                  <a:pt x="1475706" y="118169"/>
                </a:lnTo>
                <a:lnTo>
                  <a:pt x="1475968" y="117861"/>
                </a:lnTo>
                <a:lnTo>
                  <a:pt x="1476225" y="117551"/>
                </a:lnTo>
                <a:lnTo>
                  <a:pt x="1476477" y="117239"/>
                </a:lnTo>
                <a:lnTo>
                  <a:pt x="1476724" y="116926"/>
                </a:lnTo>
                <a:lnTo>
                  <a:pt x="1476966" y="116610"/>
                </a:lnTo>
                <a:lnTo>
                  <a:pt x="1477203" y="116292"/>
                </a:lnTo>
                <a:lnTo>
                  <a:pt x="1477435" y="115973"/>
                </a:lnTo>
                <a:lnTo>
                  <a:pt x="1477662" y="115651"/>
                </a:lnTo>
                <a:lnTo>
                  <a:pt x="1477885" y="115328"/>
                </a:lnTo>
                <a:lnTo>
                  <a:pt x="1478102" y="115003"/>
                </a:lnTo>
                <a:lnTo>
                  <a:pt x="1478315" y="114676"/>
                </a:lnTo>
                <a:lnTo>
                  <a:pt x="1479418" y="127749"/>
                </a:lnTo>
                <a:lnTo>
                  <a:pt x="1491390" y="127749"/>
                </a:lnTo>
                <a:lnTo>
                  <a:pt x="1491390" y="14335"/>
                </a:lnTo>
                <a:lnTo>
                  <a:pt x="1478159" y="14335"/>
                </a:lnTo>
                <a:lnTo>
                  <a:pt x="1478159" y="61432"/>
                </a:lnTo>
                <a:lnTo>
                  <a:pt x="1477825" y="60847"/>
                </a:lnTo>
                <a:lnTo>
                  <a:pt x="1477479" y="60273"/>
                </a:lnTo>
                <a:lnTo>
                  <a:pt x="1477121" y="59710"/>
                </a:lnTo>
                <a:lnTo>
                  <a:pt x="1476751" y="59157"/>
                </a:lnTo>
                <a:lnTo>
                  <a:pt x="1476370" y="58616"/>
                </a:lnTo>
                <a:lnTo>
                  <a:pt x="1475977" y="58085"/>
                </a:lnTo>
                <a:lnTo>
                  <a:pt x="1475573" y="57566"/>
                </a:lnTo>
                <a:lnTo>
                  <a:pt x="1475156" y="57057"/>
                </a:lnTo>
                <a:lnTo>
                  <a:pt x="1474728" y="56559"/>
                </a:lnTo>
                <a:lnTo>
                  <a:pt x="1474288" y="56073"/>
                </a:lnTo>
                <a:lnTo>
                  <a:pt x="1473836" y="55597"/>
                </a:lnTo>
                <a:lnTo>
                  <a:pt x="1473373" y="55132"/>
                </a:lnTo>
                <a:lnTo>
                  <a:pt x="1472897" y="54678"/>
                </a:lnTo>
                <a:lnTo>
                  <a:pt x="1472410" y="54235"/>
                </a:lnTo>
                <a:lnTo>
                  <a:pt x="1471912" y="53803"/>
                </a:lnTo>
                <a:lnTo>
                  <a:pt x="1471401" y="53382"/>
                </a:lnTo>
                <a:lnTo>
                  <a:pt x="1470879" y="52972"/>
                </a:lnTo>
                <a:lnTo>
                  <a:pt x="1470345" y="52573"/>
                </a:lnTo>
                <a:lnTo>
                  <a:pt x="1469799" y="52184"/>
                </a:lnTo>
                <a:lnTo>
                  <a:pt x="1469241" y="51807"/>
                </a:lnTo>
                <a:lnTo>
                  <a:pt x="1468672" y="51441"/>
                </a:lnTo>
                <a:lnTo>
                  <a:pt x="1468091" y="51085"/>
                </a:lnTo>
                <a:lnTo>
                  <a:pt x="1467498" y="50741"/>
                </a:lnTo>
                <a:lnTo>
                  <a:pt x="1466893" y="50407"/>
                </a:lnTo>
                <a:lnTo>
                  <a:pt x="1466279" y="50086"/>
                </a:lnTo>
                <a:lnTo>
                  <a:pt x="1465656" y="49778"/>
                </a:lnTo>
                <a:lnTo>
                  <a:pt x="1465024" y="49484"/>
                </a:lnTo>
                <a:lnTo>
                  <a:pt x="1464384" y="49204"/>
                </a:lnTo>
                <a:lnTo>
                  <a:pt x="1463736" y="48937"/>
                </a:lnTo>
                <a:lnTo>
                  <a:pt x="1463079" y="48684"/>
                </a:lnTo>
                <a:lnTo>
                  <a:pt x="1462413" y="48444"/>
                </a:lnTo>
                <a:lnTo>
                  <a:pt x="1461739" y="48219"/>
                </a:lnTo>
                <a:lnTo>
                  <a:pt x="1461057" y="48007"/>
                </a:lnTo>
                <a:lnTo>
                  <a:pt x="1460366" y="47808"/>
                </a:lnTo>
                <a:lnTo>
                  <a:pt x="1459667" y="47624"/>
                </a:lnTo>
                <a:lnTo>
                  <a:pt x="1458959" y="47453"/>
                </a:lnTo>
                <a:lnTo>
                  <a:pt x="1458243" y="47295"/>
                </a:lnTo>
                <a:lnTo>
                  <a:pt x="1457518" y="47152"/>
                </a:lnTo>
                <a:lnTo>
                  <a:pt x="1456785" y="47022"/>
                </a:lnTo>
                <a:lnTo>
                  <a:pt x="1456043" y="46906"/>
                </a:lnTo>
                <a:lnTo>
                  <a:pt x="1455293" y="46803"/>
                </a:lnTo>
                <a:lnTo>
                  <a:pt x="1454534" y="46714"/>
                </a:lnTo>
                <a:lnTo>
                  <a:pt x="1453767" y="46639"/>
                </a:lnTo>
                <a:lnTo>
                  <a:pt x="1452991" y="46577"/>
                </a:lnTo>
                <a:lnTo>
                  <a:pt x="1452207" y="46529"/>
                </a:lnTo>
                <a:lnTo>
                  <a:pt x="1451415" y="46495"/>
                </a:lnTo>
                <a:lnTo>
                  <a:pt x="1450614" y="46475"/>
                </a:lnTo>
                <a:lnTo>
                  <a:pt x="1449804" y="46468"/>
                </a:lnTo>
                <a:lnTo>
                  <a:pt x="1448851" y="46477"/>
                </a:lnTo>
                <a:lnTo>
                  <a:pt x="1447907" y="46505"/>
                </a:lnTo>
                <a:lnTo>
                  <a:pt x="1446972" y="46552"/>
                </a:lnTo>
                <a:lnTo>
                  <a:pt x="1446048" y="46617"/>
                </a:lnTo>
                <a:lnTo>
                  <a:pt x="1445132" y="46700"/>
                </a:lnTo>
                <a:lnTo>
                  <a:pt x="1444227" y="46803"/>
                </a:lnTo>
                <a:lnTo>
                  <a:pt x="1443331" y="46924"/>
                </a:lnTo>
                <a:lnTo>
                  <a:pt x="1442444" y="47063"/>
                </a:lnTo>
                <a:lnTo>
                  <a:pt x="1441567" y="47221"/>
                </a:lnTo>
                <a:lnTo>
                  <a:pt x="1440700" y="47398"/>
                </a:lnTo>
                <a:lnTo>
                  <a:pt x="1439842" y="47593"/>
                </a:lnTo>
                <a:lnTo>
                  <a:pt x="1438994" y="47807"/>
                </a:lnTo>
                <a:lnTo>
                  <a:pt x="1438155" y="48040"/>
                </a:lnTo>
                <a:lnTo>
                  <a:pt x="1437326" y="48291"/>
                </a:lnTo>
                <a:lnTo>
                  <a:pt x="1436507" y="48561"/>
                </a:lnTo>
                <a:lnTo>
                  <a:pt x="1435697" y="48849"/>
                </a:lnTo>
                <a:lnTo>
                  <a:pt x="1434896" y="49156"/>
                </a:lnTo>
                <a:lnTo>
                  <a:pt x="1434105" y="49481"/>
                </a:lnTo>
                <a:lnTo>
                  <a:pt x="1433324" y="49826"/>
                </a:lnTo>
                <a:lnTo>
                  <a:pt x="1432552" y="50188"/>
                </a:lnTo>
                <a:lnTo>
                  <a:pt x="1431790" y="50570"/>
                </a:lnTo>
                <a:lnTo>
                  <a:pt x="1431038" y="50970"/>
                </a:lnTo>
                <a:lnTo>
                  <a:pt x="1430295" y="51388"/>
                </a:lnTo>
                <a:lnTo>
                  <a:pt x="1429561" y="51825"/>
                </a:lnTo>
                <a:lnTo>
                  <a:pt x="1428840" y="52279"/>
                </a:lnTo>
                <a:lnTo>
                  <a:pt x="1428132" y="52746"/>
                </a:lnTo>
                <a:lnTo>
                  <a:pt x="1427439" y="53227"/>
                </a:lnTo>
                <a:lnTo>
                  <a:pt x="1426759" y="53722"/>
                </a:lnTo>
                <a:lnTo>
                  <a:pt x="1426093" y="54231"/>
                </a:lnTo>
                <a:lnTo>
                  <a:pt x="1425441" y="54754"/>
                </a:lnTo>
                <a:lnTo>
                  <a:pt x="1424804" y="55291"/>
                </a:lnTo>
                <a:lnTo>
                  <a:pt x="1424180" y="55842"/>
                </a:lnTo>
                <a:lnTo>
                  <a:pt x="1423570" y="56407"/>
                </a:lnTo>
                <a:lnTo>
                  <a:pt x="1422974" y="56986"/>
                </a:lnTo>
                <a:lnTo>
                  <a:pt x="1422392" y="57578"/>
                </a:lnTo>
                <a:lnTo>
                  <a:pt x="1421824" y="58185"/>
                </a:lnTo>
                <a:lnTo>
                  <a:pt x="1421269" y="58806"/>
                </a:lnTo>
                <a:lnTo>
                  <a:pt x="1420729" y="59440"/>
                </a:lnTo>
                <a:lnTo>
                  <a:pt x="1420203" y="60089"/>
                </a:lnTo>
                <a:lnTo>
                  <a:pt x="1419691" y="60752"/>
                </a:lnTo>
                <a:lnTo>
                  <a:pt x="1419192" y="61428"/>
                </a:lnTo>
                <a:lnTo>
                  <a:pt x="1418708" y="62119"/>
                </a:lnTo>
                <a:lnTo>
                  <a:pt x="1418237" y="62823"/>
                </a:lnTo>
                <a:lnTo>
                  <a:pt x="1417781" y="63541"/>
                </a:lnTo>
                <a:lnTo>
                  <a:pt x="1417338" y="64274"/>
                </a:lnTo>
                <a:lnTo>
                  <a:pt x="1416910" y="65020"/>
                </a:lnTo>
                <a:lnTo>
                  <a:pt x="1416495" y="65780"/>
                </a:lnTo>
                <a:lnTo>
                  <a:pt x="1416094" y="66554"/>
                </a:lnTo>
                <a:lnTo>
                  <a:pt x="1415709" y="67340"/>
                </a:lnTo>
                <a:lnTo>
                  <a:pt x="1415339" y="68134"/>
                </a:lnTo>
                <a:lnTo>
                  <a:pt x="1414987" y="68938"/>
                </a:lnTo>
                <a:lnTo>
                  <a:pt x="1414650" y="69750"/>
                </a:lnTo>
                <a:lnTo>
                  <a:pt x="1414330" y="70572"/>
                </a:lnTo>
                <a:lnTo>
                  <a:pt x="1414027" y="71402"/>
                </a:lnTo>
                <a:lnTo>
                  <a:pt x="1413740" y="72242"/>
                </a:lnTo>
                <a:lnTo>
                  <a:pt x="1413469" y="73091"/>
                </a:lnTo>
                <a:lnTo>
                  <a:pt x="1413215" y="73948"/>
                </a:lnTo>
                <a:lnTo>
                  <a:pt x="1412977" y="74815"/>
                </a:lnTo>
                <a:lnTo>
                  <a:pt x="1412755" y="75691"/>
                </a:lnTo>
                <a:lnTo>
                  <a:pt x="1412550" y="76575"/>
                </a:lnTo>
                <a:lnTo>
                  <a:pt x="1412361" y="77469"/>
                </a:lnTo>
                <a:lnTo>
                  <a:pt x="1412189" y="78372"/>
                </a:lnTo>
                <a:lnTo>
                  <a:pt x="1412033" y="79284"/>
                </a:lnTo>
                <a:lnTo>
                  <a:pt x="1411894" y="80204"/>
                </a:lnTo>
                <a:lnTo>
                  <a:pt x="1411771" y="81134"/>
                </a:lnTo>
                <a:lnTo>
                  <a:pt x="1411664" y="82073"/>
                </a:lnTo>
                <a:lnTo>
                  <a:pt x="1411574" y="83021"/>
                </a:lnTo>
                <a:lnTo>
                  <a:pt x="1411500" y="83978"/>
                </a:lnTo>
                <a:lnTo>
                  <a:pt x="1411443" y="84944"/>
                </a:lnTo>
                <a:lnTo>
                  <a:pt x="1411402" y="85919"/>
                </a:lnTo>
                <a:lnTo>
                  <a:pt x="1411377" y="86903"/>
                </a:lnTo>
                <a:lnTo>
                  <a:pt x="1411369" y="87895"/>
                </a:lnTo>
                <a:lnTo>
                  <a:pt x="1411377" y="88889"/>
                </a:lnTo>
                <a:lnTo>
                  <a:pt x="1411402" y="89873"/>
                </a:lnTo>
                <a:lnTo>
                  <a:pt x="1411443" y="90849"/>
                </a:lnTo>
                <a:lnTo>
                  <a:pt x="1411500" y="91816"/>
                </a:lnTo>
                <a:lnTo>
                  <a:pt x="1411574" y="92774"/>
                </a:lnTo>
                <a:lnTo>
                  <a:pt x="1411664" y="93724"/>
                </a:lnTo>
                <a:lnTo>
                  <a:pt x="1411771" y="94665"/>
                </a:lnTo>
                <a:lnTo>
                  <a:pt x="1411894" y="95597"/>
                </a:lnTo>
                <a:lnTo>
                  <a:pt x="1412033" y="96520"/>
                </a:lnTo>
                <a:lnTo>
                  <a:pt x="1412189" y="97434"/>
                </a:lnTo>
                <a:lnTo>
                  <a:pt x="1412361" y="98340"/>
                </a:lnTo>
                <a:lnTo>
                  <a:pt x="1412550" y="99237"/>
                </a:lnTo>
                <a:lnTo>
                  <a:pt x="1412755" y="100125"/>
                </a:lnTo>
                <a:lnTo>
                  <a:pt x="1412977" y="101005"/>
                </a:lnTo>
                <a:lnTo>
                  <a:pt x="1413215" y="101876"/>
                </a:lnTo>
                <a:lnTo>
                  <a:pt x="1413469" y="102738"/>
                </a:lnTo>
                <a:lnTo>
                  <a:pt x="1413740" y="103591"/>
                </a:lnTo>
                <a:lnTo>
                  <a:pt x="1414027" y="104435"/>
                </a:lnTo>
                <a:lnTo>
                  <a:pt x="1414330" y="105271"/>
                </a:lnTo>
                <a:lnTo>
                  <a:pt x="1414650" y="106098"/>
                </a:lnTo>
                <a:lnTo>
                  <a:pt x="1414987" y="106916"/>
                </a:lnTo>
                <a:lnTo>
                  <a:pt x="1415339" y="107726"/>
                </a:lnTo>
                <a:lnTo>
                  <a:pt x="1415709" y="108526"/>
                </a:lnTo>
                <a:lnTo>
                  <a:pt x="1416094" y="109318"/>
                </a:lnTo>
                <a:lnTo>
                  <a:pt x="1416495" y="110099"/>
                </a:lnTo>
                <a:lnTo>
                  <a:pt x="1416909" y="110866"/>
                </a:lnTo>
                <a:lnTo>
                  <a:pt x="1417337" y="111618"/>
                </a:lnTo>
                <a:lnTo>
                  <a:pt x="1417779" y="112357"/>
                </a:lnTo>
                <a:lnTo>
                  <a:pt x="1418234" y="113082"/>
                </a:lnTo>
                <a:lnTo>
                  <a:pt x="1418703" y="113793"/>
                </a:lnTo>
                <a:lnTo>
                  <a:pt x="1419186" y="114490"/>
                </a:lnTo>
                <a:lnTo>
                  <a:pt x="1419682" y="115173"/>
                </a:lnTo>
                <a:lnTo>
                  <a:pt x="1420192" y="115842"/>
                </a:lnTo>
                <a:lnTo>
                  <a:pt x="1420716" y="116497"/>
                </a:lnTo>
                <a:lnTo>
                  <a:pt x="1421253" y="117138"/>
                </a:lnTo>
                <a:lnTo>
                  <a:pt x="1421804" y="117765"/>
                </a:lnTo>
                <a:lnTo>
                  <a:pt x="1422368" y="118378"/>
                </a:lnTo>
                <a:lnTo>
                  <a:pt x="1422947" y="118978"/>
                </a:lnTo>
                <a:lnTo>
                  <a:pt x="1423539" y="119563"/>
                </a:lnTo>
                <a:lnTo>
                  <a:pt x="1424144" y="120134"/>
                </a:lnTo>
                <a:lnTo>
                  <a:pt x="1424764" y="120692"/>
                </a:lnTo>
                <a:lnTo>
                  <a:pt x="1425397" y="121235"/>
                </a:lnTo>
                <a:lnTo>
                  <a:pt x="1426044" y="121765"/>
                </a:lnTo>
                <a:lnTo>
                  <a:pt x="1426704" y="122280"/>
                </a:lnTo>
                <a:lnTo>
                  <a:pt x="1427378" y="122782"/>
                </a:lnTo>
                <a:lnTo>
                  <a:pt x="1428066" y="123270"/>
                </a:lnTo>
                <a:lnTo>
                  <a:pt x="1428767" y="123744"/>
                </a:lnTo>
                <a:lnTo>
                  <a:pt x="1429482" y="124204"/>
                </a:lnTo>
                <a:lnTo>
                  <a:pt x="1430209" y="124647"/>
                </a:lnTo>
                <a:lnTo>
                  <a:pt x="1430946" y="125072"/>
                </a:lnTo>
                <a:lnTo>
                  <a:pt x="1431692" y="125477"/>
                </a:lnTo>
                <a:lnTo>
                  <a:pt x="1432449" y="125864"/>
                </a:lnTo>
                <a:lnTo>
                  <a:pt x="1433215" y="126232"/>
                </a:lnTo>
                <a:lnTo>
                  <a:pt x="1433992" y="126581"/>
                </a:lnTo>
                <a:lnTo>
                  <a:pt x="1434778" y="126911"/>
                </a:lnTo>
                <a:lnTo>
                  <a:pt x="1435574" y="127223"/>
                </a:lnTo>
                <a:lnTo>
                  <a:pt x="1436379" y="127515"/>
                </a:lnTo>
                <a:lnTo>
                  <a:pt x="1437195" y="127789"/>
                </a:lnTo>
                <a:lnTo>
                  <a:pt x="1438020" y="128043"/>
                </a:lnTo>
                <a:lnTo>
                  <a:pt x="1438856" y="128279"/>
                </a:lnTo>
                <a:lnTo>
                  <a:pt x="1439701" y="128496"/>
                </a:lnTo>
                <a:lnTo>
                  <a:pt x="1440556" y="128694"/>
                </a:lnTo>
                <a:lnTo>
                  <a:pt x="1441421" y="128874"/>
                </a:lnTo>
                <a:lnTo>
                  <a:pt x="1442296" y="129034"/>
                </a:lnTo>
                <a:lnTo>
                  <a:pt x="1443180" y="129176"/>
                </a:lnTo>
                <a:lnTo>
                  <a:pt x="1444075" y="129298"/>
                </a:lnTo>
                <a:lnTo>
                  <a:pt x="1444979" y="129402"/>
                </a:lnTo>
                <a:lnTo>
                  <a:pt x="1445893" y="129487"/>
                </a:lnTo>
                <a:lnTo>
                  <a:pt x="1446817" y="129553"/>
                </a:lnTo>
                <a:lnTo>
                  <a:pt x="1447751" y="129600"/>
                </a:lnTo>
                <a:lnTo>
                  <a:pt x="1448694" y="129629"/>
                </a:lnTo>
                <a:lnTo>
                  <a:pt x="1449648" y="129638"/>
                </a:lnTo>
                <a:lnTo>
                  <a:pt x="1450248" y="129634"/>
                </a:lnTo>
                <a:lnTo>
                  <a:pt x="1450843" y="129623"/>
                </a:lnTo>
                <a:lnTo>
                  <a:pt x="1451432" y="129605"/>
                </a:lnTo>
                <a:lnTo>
                  <a:pt x="1452014" y="129579"/>
                </a:lnTo>
                <a:lnTo>
                  <a:pt x="1452591" y="129546"/>
                </a:lnTo>
                <a:close/>
                <a:moveTo>
                  <a:pt x="1448081" y="117975"/>
                </a:moveTo>
                <a:lnTo>
                  <a:pt x="1447471" y="117903"/>
                </a:lnTo>
                <a:lnTo>
                  <a:pt x="1446867" y="117818"/>
                </a:lnTo>
                <a:lnTo>
                  <a:pt x="1446269" y="117720"/>
                </a:lnTo>
                <a:lnTo>
                  <a:pt x="1445677" y="117608"/>
                </a:lnTo>
                <a:lnTo>
                  <a:pt x="1445091" y="117483"/>
                </a:lnTo>
                <a:lnTo>
                  <a:pt x="1444511" y="117346"/>
                </a:lnTo>
                <a:lnTo>
                  <a:pt x="1443937" y="117195"/>
                </a:lnTo>
                <a:lnTo>
                  <a:pt x="1443369" y="117031"/>
                </a:lnTo>
                <a:lnTo>
                  <a:pt x="1442807" y="116854"/>
                </a:lnTo>
                <a:lnTo>
                  <a:pt x="1442251" y="116663"/>
                </a:lnTo>
                <a:lnTo>
                  <a:pt x="1441701" y="116460"/>
                </a:lnTo>
                <a:lnTo>
                  <a:pt x="1441157" y="116244"/>
                </a:lnTo>
                <a:lnTo>
                  <a:pt x="1440619" y="116014"/>
                </a:lnTo>
                <a:lnTo>
                  <a:pt x="1440087" y="115771"/>
                </a:lnTo>
                <a:lnTo>
                  <a:pt x="1439561" y="115515"/>
                </a:lnTo>
                <a:lnTo>
                  <a:pt x="1439041" y="115247"/>
                </a:lnTo>
                <a:lnTo>
                  <a:pt x="1438527" y="114964"/>
                </a:lnTo>
                <a:lnTo>
                  <a:pt x="1438019" y="114669"/>
                </a:lnTo>
                <a:lnTo>
                  <a:pt x="1437517" y="114361"/>
                </a:lnTo>
                <a:lnTo>
                  <a:pt x="1437023" y="114041"/>
                </a:lnTo>
                <a:lnTo>
                  <a:pt x="1436538" y="113711"/>
                </a:lnTo>
                <a:lnTo>
                  <a:pt x="1436063" y="113370"/>
                </a:lnTo>
                <a:lnTo>
                  <a:pt x="1435596" y="113020"/>
                </a:lnTo>
                <a:lnTo>
                  <a:pt x="1435139" y="112659"/>
                </a:lnTo>
                <a:lnTo>
                  <a:pt x="1434692" y="112289"/>
                </a:lnTo>
                <a:lnTo>
                  <a:pt x="1434253" y="111908"/>
                </a:lnTo>
                <a:lnTo>
                  <a:pt x="1433824" y="111517"/>
                </a:lnTo>
                <a:lnTo>
                  <a:pt x="1433405" y="111116"/>
                </a:lnTo>
                <a:lnTo>
                  <a:pt x="1432994" y="110705"/>
                </a:lnTo>
                <a:lnTo>
                  <a:pt x="1432593" y="110283"/>
                </a:lnTo>
                <a:lnTo>
                  <a:pt x="1432201" y="109852"/>
                </a:lnTo>
                <a:lnTo>
                  <a:pt x="1431818" y="109410"/>
                </a:lnTo>
                <a:lnTo>
                  <a:pt x="1431445" y="108959"/>
                </a:lnTo>
                <a:lnTo>
                  <a:pt x="1431081" y="108497"/>
                </a:lnTo>
                <a:lnTo>
                  <a:pt x="1430726" y="108025"/>
                </a:lnTo>
                <a:lnTo>
                  <a:pt x="1430381" y="107543"/>
                </a:lnTo>
                <a:lnTo>
                  <a:pt x="1430045" y="107051"/>
                </a:lnTo>
                <a:lnTo>
                  <a:pt x="1429718" y="106549"/>
                </a:lnTo>
                <a:lnTo>
                  <a:pt x="1429400" y="106037"/>
                </a:lnTo>
                <a:lnTo>
                  <a:pt x="1429092" y="105514"/>
                </a:lnTo>
                <a:lnTo>
                  <a:pt x="1428793" y="104982"/>
                </a:lnTo>
                <a:lnTo>
                  <a:pt x="1428503" y="104439"/>
                </a:lnTo>
                <a:lnTo>
                  <a:pt x="1428223" y="103886"/>
                </a:lnTo>
                <a:lnTo>
                  <a:pt x="1427953" y="103324"/>
                </a:lnTo>
                <a:lnTo>
                  <a:pt x="1427694" y="102753"/>
                </a:lnTo>
                <a:lnTo>
                  <a:pt x="1427447" y="102174"/>
                </a:lnTo>
                <a:lnTo>
                  <a:pt x="1427212" y="101586"/>
                </a:lnTo>
                <a:lnTo>
                  <a:pt x="1426988" y="100990"/>
                </a:lnTo>
                <a:lnTo>
                  <a:pt x="1426776" y="100386"/>
                </a:lnTo>
                <a:lnTo>
                  <a:pt x="1426575" y="99773"/>
                </a:lnTo>
                <a:lnTo>
                  <a:pt x="1426385" y="99151"/>
                </a:lnTo>
                <a:lnTo>
                  <a:pt x="1426207" y="98521"/>
                </a:lnTo>
                <a:lnTo>
                  <a:pt x="1426041" y="97883"/>
                </a:lnTo>
                <a:lnTo>
                  <a:pt x="1425886" y="97236"/>
                </a:lnTo>
                <a:lnTo>
                  <a:pt x="1425742" y="96580"/>
                </a:lnTo>
                <a:lnTo>
                  <a:pt x="1425610" y="95916"/>
                </a:lnTo>
                <a:lnTo>
                  <a:pt x="1425489" y="95244"/>
                </a:lnTo>
                <a:lnTo>
                  <a:pt x="1425380" y="94563"/>
                </a:lnTo>
                <a:lnTo>
                  <a:pt x="1425283" y="93874"/>
                </a:lnTo>
                <a:lnTo>
                  <a:pt x="1425197" y="93176"/>
                </a:lnTo>
                <a:lnTo>
                  <a:pt x="1425122" y="92470"/>
                </a:lnTo>
                <a:lnTo>
                  <a:pt x="1425059" y="91755"/>
                </a:lnTo>
                <a:lnTo>
                  <a:pt x="1425007" y="91032"/>
                </a:lnTo>
                <a:lnTo>
                  <a:pt x="1424967" y="90300"/>
                </a:lnTo>
                <a:lnTo>
                  <a:pt x="1424938" y="89560"/>
                </a:lnTo>
                <a:lnTo>
                  <a:pt x="1424921" y="88811"/>
                </a:lnTo>
                <a:lnTo>
                  <a:pt x="1424915" y="88054"/>
                </a:lnTo>
                <a:lnTo>
                  <a:pt x="1424921" y="87310"/>
                </a:lnTo>
                <a:lnTo>
                  <a:pt x="1424938" y="86573"/>
                </a:lnTo>
                <a:lnTo>
                  <a:pt x="1424967" y="85844"/>
                </a:lnTo>
                <a:lnTo>
                  <a:pt x="1425007" y="85122"/>
                </a:lnTo>
                <a:lnTo>
                  <a:pt x="1425059" y="84408"/>
                </a:lnTo>
                <a:lnTo>
                  <a:pt x="1425122" y="83702"/>
                </a:lnTo>
                <a:lnTo>
                  <a:pt x="1425197" y="83004"/>
                </a:lnTo>
                <a:lnTo>
                  <a:pt x="1425283" y="82313"/>
                </a:lnTo>
                <a:lnTo>
                  <a:pt x="1425380" y="81630"/>
                </a:lnTo>
                <a:lnTo>
                  <a:pt x="1425489" y="80954"/>
                </a:lnTo>
                <a:lnTo>
                  <a:pt x="1425610" y="80286"/>
                </a:lnTo>
                <a:lnTo>
                  <a:pt x="1425742" y="79626"/>
                </a:lnTo>
                <a:lnTo>
                  <a:pt x="1425886" y="78974"/>
                </a:lnTo>
                <a:lnTo>
                  <a:pt x="1426041" y="78329"/>
                </a:lnTo>
                <a:lnTo>
                  <a:pt x="1426207" y="77691"/>
                </a:lnTo>
                <a:lnTo>
                  <a:pt x="1426385" y="77062"/>
                </a:lnTo>
                <a:lnTo>
                  <a:pt x="1426575" y="76440"/>
                </a:lnTo>
                <a:lnTo>
                  <a:pt x="1426776" y="75826"/>
                </a:lnTo>
                <a:lnTo>
                  <a:pt x="1426988" y="75219"/>
                </a:lnTo>
                <a:lnTo>
                  <a:pt x="1427212" y="74620"/>
                </a:lnTo>
                <a:lnTo>
                  <a:pt x="1427447" y="74029"/>
                </a:lnTo>
                <a:lnTo>
                  <a:pt x="1427694" y="73445"/>
                </a:lnTo>
                <a:lnTo>
                  <a:pt x="1427953" y="72869"/>
                </a:lnTo>
                <a:lnTo>
                  <a:pt x="1428223" y="72301"/>
                </a:lnTo>
                <a:lnTo>
                  <a:pt x="1428503" y="71742"/>
                </a:lnTo>
                <a:lnTo>
                  <a:pt x="1428793" y="71193"/>
                </a:lnTo>
                <a:lnTo>
                  <a:pt x="1429092" y="70655"/>
                </a:lnTo>
                <a:lnTo>
                  <a:pt x="1429400" y="70127"/>
                </a:lnTo>
                <a:lnTo>
                  <a:pt x="1429718" y="69609"/>
                </a:lnTo>
                <a:lnTo>
                  <a:pt x="1430045" y="69102"/>
                </a:lnTo>
                <a:lnTo>
                  <a:pt x="1430381" y="68605"/>
                </a:lnTo>
                <a:lnTo>
                  <a:pt x="1430726" y="68119"/>
                </a:lnTo>
                <a:lnTo>
                  <a:pt x="1431081" y="67642"/>
                </a:lnTo>
                <a:lnTo>
                  <a:pt x="1431445" y="67177"/>
                </a:lnTo>
                <a:lnTo>
                  <a:pt x="1431818" y="66722"/>
                </a:lnTo>
                <a:lnTo>
                  <a:pt x="1432201" y="66277"/>
                </a:lnTo>
                <a:lnTo>
                  <a:pt x="1432593" y="65842"/>
                </a:lnTo>
                <a:lnTo>
                  <a:pt x="1432994" y="65418"/>
                </a:lnTo>
                <a:lnTo>
                  <a:pt x="1433405" y="65005"/>
                </a:lnTo>
                <a:lnTo>
                  <a:pt x="1433824" y="64601"/>
                </a:lnTo>
                <a:lnTo>
                  <a:pt x="1434253" y="64208"/>
                </a:lnTo>
                <a:lnTo>
                  <a:pt x="1434692" y="63826"/>
                </a:lnTo>
                <a:lnTo>
                  <a:pt x="1435139" y="63454"/>
                </a:lnTo>
                <a:lnTo>
                  <a:pt x="1435596" y="63092"/>
                </a:lnTo>
                <a:lnTo>
                  <a:pt x="1436063" y="62741"/>
                </a:lnTo>
                <a:lnTo>
                  <a:pt x="1436538" y="62400"/>
                </a:lnTo>
                <a:lnTo>
                  <a:pt x="1437023" y="62070"/>
                </a:lnTo>
                <a:lnTo>
                  <a:pt x="1437517" y="61750"/>
                </a:lnTo>
                <a:lnTo>
                  <a:pt x="1438019" y="61441"/>
                </a:lnTo>
                <a:lnTo>
                  <a:pt x="1438527" y="61146"/>
                </a:lnTo>
                <a:lnTo>
                  <a:pt x="1439041" y="60864"/>
                </a:lnTo>
                <a:lnTo>
                  <a:pt x="1439561" y="60594"/>
                </a:lnTo>
                <a:lnTo>
                  <a:pt x="1440087" y="60338"/>
                </a:lnTo>
                <a:lnTo>
                  <a:pt x="1440619" y="60096"/>
                </a:lnTo>
                <a:lnTo>
                  <a:pt x="1441157" y="59866"/>
                </a:lnTo>
                <a:lnTo>
                  <a:pt x="1441701" y="59649"/>
                </a:lnTo>
                <a:lnTo>
                  <a:pt x="1442251" y="59446"/>
                </a:lnTo>
                <a:lnTo>
                  <a:pt x="1442807" y="59255"/>
                </a:lnTo>
                <a:lnTo>
                  <a:pt x="1443369" y="59078"/>
                </a:lnTo>
                <a:lnTo>
                  <a:pt x="1443937" y="58914"/>
                </a:lnTo>
                <a:lnTo>
                  <a:pt x="1444511" y="58763"/>
                </a:lnTo>
                <a:lnTo>
                  <a:pt x="1445091" y="58625"/>
                </a:lnTo>
                <a:lnTo>
                  <a:pt x="1445677" y="58501"/>
                </a:lnTo>
                <a:lnTo>
                  <a:pt x="1446269" y="58389"/>
                </a:lnTo>
                <a:lnTo>
                  <a:pt x="1446867" y="58290"/>
                </a:lnTo>
                <a:lnTo>
                  <a:pt x="1447471" y="58205"/>
                </a:lnTo>
                <a:lnTo>
                  <a:pt x="1448081" y="58133"/>
                </a:lnTo>
                <a:lnTo>
                  <a:pt x="1448698" y="58074"/>
                </a:lnTo>
                <a:lnTo>
                  <a:pt x="1449320" y="58028"/>
                </a:lnTo>
                <a:lnTo>
                  <a:pt x="1449948" y="57995"/>
                </a:lnTo>
                <a:lnTo>
                  <a:pt x="1450582" y="57975"/>
                </a:lnTo>
                <a:lnTo>
                  <a:pt x="1451222" y="57969"/>
                </a:lnTo>
                <a:lnTo>
                  <a:pt x="1451875" y="57975"/>
                </a:lnTo>
                <a:lnTo>
                  <a:pt x="1452522" y="57995"/>
                </a:lnTo>
                <a:lnTo>
                  <a:pt x="1453162" y="58028"/>
                </a:lnTo>
                <a:lnTo>
                  <a:pt x="1453795" y="58074"/>
                </a:lnTo>
                <a:lnTo>
                  <a:pt x="1454422" y="58133"/>
                </a:lnTo>
                <a:lnTo>
                  <a:pt x="1455042" y="58205"/>
                </a:lnTo>
                <a:lnTo>
                  <a:pt x="1455656" y="58290"/>
                </a:lnTo>
                <a:lnTo>
                  <a:pt x="1456263" y="58389"/>
                </a:lnTo>
                <a:lnTo>
                  <a:pt x="1456863" y="58501"/>
                </a:lnTo>
                <a:lnTo>
                  <a:pt x="1457457" y="58625"/>
                </a:lnTo>
                <a:lnTo>
                  <a:pt x="1458045" y="58763"/>
                </a:lnTo>
                <a:lnTo>
                  <a:pt x="1458626" y="58914"/>
                </a:lnTo>
                <a:lnTo>
                  <a:pt x="1459200" y="59078"/>
                </a:lnTo>
                <a:lnTo>
                  <a:pt x="1459768" y="59255"/>
                </a:lnTo>
                <a:lnTo>
                  <a:pt x="1460329" y="59446"/>
                </a:lnTo>
                <a:lnTo>
                  <a:pt x="1460883" y="59649"/>
                </a:lnTo>
                <a:lnTo>
                  <a:pt x="1461431" y="59866"/>
                </a:lnTo>
                <a:lnTo>
                  <a:pt x="1461973" y="60096"/>
                </a:lnTo>
                <a:lnTo>
                  <a:pt x="1462508" y="60338"/>
                </a:lnTo>
                <a:lnTo>
                  <a:pt x="1463036" y="60594"/>
                </a:lnTo>
                <a:lnTo>
                  <a:pt x="1463558" y="60864"/>
                </a:lnTo>
                <a:lnTo>
                  <a:pt x="1464073" y="61146"/>
                </a:lnTo>
                <a:lnTo>
                  <a:pt x="1464581" y="61441"/>
                </a:lnTo>
                <a:lnTo>
                  <a:pt x="1465083" y="61750"/>
                </a:lnTo>
                <a:lnTo>
                  <a:pt x="1465577" y="62070"/>
                </a:lnTo>
                <a:lnTo>
                  <a:pt x="1466062" y="62400"/>
                </a:lnTo>
                <a:lnTo>
                  <a:pt x="1466538" y="62741"/>
                </a:lnTo>
                <a:lnTo>
                  <a:pt x="1467004" y="63092"/>
                </a:lnTo>
                <a:lnTo>
                  <a:pt x="1467461" y="63454"/>
                </a:lnTo>
                <a:lnTo>
                  <a:pt x="1467908" y="63826"/>
                </a:lnTo>
                <a:lnTo>
                  <a:pt x="1468347" y="64208"/>
                </a:lnTo>
                <a:lnTo>
                  <a:pt x="1468776" y="64601"/>
                </a:lnTo>
                <a:lnTo>
                  <a:pt x="1469195" y="65005"/>
                </a:lnTo>
                <a:lnTo>
                  <a:pt x="1469606" y="65418"/>
                </a:lnTo>
                <a:lnTo>
                  <a:pt x="1470007" y="65842"/>
                </a:lnTo>
                <a:lnTo>
                  <a:pt x="1470399" y="66277"/>
                </a:lnTo>
                <a:lnTo>
                  <a:pt x="1470781" y="66722"/>
                </a:lnTo>
                <a:lnTo>
                  <a:pt x="1471155" y="67177"/>
                </a:lnTo>
                <a:lnTo>
                  <a:pt x="1471518" y="67642"/>
                </a:lnTo>
                <a:lnTo>
                  <a:pt x="1471873" y="68119"/>
                </a:lnTo>
                <a:lnTo>
                  <a:pt x="1472218" y="68605"/>
                </a:lnTo>
                <a:lnTo>
                  <a:pt x="1472555" y="69102"/>
                </a:lnTo>
                <a:lnTo>
                  <a:pt x="1472881" y="69609"/>
                </a:lnTo>
                <a:lnTo>
                  <a:pt x="1473199" y="70127"/>
                </a:lnTo>
                <a:lnTo>
                  <a:pt x="1473507" y="70655"/>
                </a:lnTo>
                <a:lnTo>
                  <a:pt x="1473806" y="71193"/>
                </a:lnTo>
                <a:lnTo>
                  <a:pt x="1474095" y="71742"/>
                </a:lnTo>
                <a:lnTo>
                  <a:pt x="1474375" y="72301"/>
                </a:lnTo>
                <a:lnTo>
                  <a:pt x="1474646" y="72869"/>
                </a:lnTo>
                <a:lnTo>
                  <a:pt x="1474904" y="73445"/>
                </a:lnTo>
                <a:lnTo>
                  <a:pt x="1475151" y="74029"/>
                </a:lnTo>
                <a:lnTo>
                  <a:pt x="1475387" y="74620"/>
                </a:lnTo>
                <a:lnTo>
                  <a:pt x="1475611" y="75219"/>
                </a:lnTo>
                <a:lnTo>
                  <a:pt x="1475823" y="75826"/>
                </a:lnTo>
                <a:lnTo>
                  <a:pt x="1476025" y="76440"/>
                </a:lnTo>
                <a:lnTo>
                  <a:pt x="1476214" y="77062"/>
                </a:lnTo>
                <a:lnTo>
                  <a:pt x="1476392" y="77691"/>
                </a:lnTo>
                <a:lnTo>
                  <a:pt x="1476559" y="78329"/>
                </a:lnTo>
                <a:lnTo>
                  <a:pt x="1476714" y="78974"/>
                </a:lnTo>
                <a:lnTo>
                  <a:pt x="1476858" y="79626"/>
                </a:lnTo>
                <a:lnTo>
                  <a:pt x="1476990" y="80286"/>
                </a:lnTo>
                <a:lnTo>
                  <a:pt x="1477111" y="80954"/>
                </a:lnTo>
                <a:lnTo>
                  <a:pt x="1477220" y="81630"/>
                </a:lnTo>
                <a:lnTo>
                  <a:pt x="1477317" y="82313"/>
                </a:lnTo>
                <a:lnTo>
                  <a:pt x="1477404" y="83004"/>
                </a:lnTo>
                <a:lnTo>
                  <a:pt x="1477478" y="83702"/>
                </a:lnTo>
                <a:lnTo>
                  <a:pt x="1477542" y="84408"/>
                </a:lnTo>
                <a:lnTo>
                  <a:pt x="1477593" y="85122"/>
                </a:lnTo>
                <a:lnTo>
                  <a:pt x="1477633" y="85844"/>
                </a:lnTo>
                <a:lnTo>
                  <a:pt x="1477662" y="86573"/>
                </a:lnTo>
                <a:lnTo>
                  <a:pt x="1477679" y="87310"/>
                </a:lnTo>
                <a:lnTo>
                  <a:pt x="1477685" y="88054"/>
                </a:lnTo>
                <a:lnTo>
                  <a:pt x="1477679" y="88811"/>
                </a:lnTo>
                <a:lnTo>
                  <a:pt x="1477662" y="89560"/>
                </a:lnTo>
                <a:lnTo>
                  <a:pt x="1477633" y="90300"/>
                </a:lnTo>
                <a:lnTo>
                  <a:pt x="1477593" y="91032"/>
                </a:lnTo>
                <a:lnTo>
                  <a:pt x="1477542" y="91755"/>
                </a:lnTo>
                <a:lnTo>
                  <a:pt x="1477478" y="92470"/>
                </a:lnTo>
                <a:lnTo>
                  <a:pt x="1477404" y="93176"/>
                </a:lnTo>
                <a:lnTo>
                  <a:pt x="1477317" y="93874"/>
                </a:lnTo>
                <a:lnTo>
                  <a:pt x="1477220" y="94563"/>
                </a:lnTo>
                <a:lnTo>
                  <a:pt x="1477111" y="95244"/>
                </a:lnTo>
                <a:lnTo>
                  <a:pt x="1476990" y="95916"/>
                </a:lnTo>
                <a:lnTo>
                  <a:pt x="1476858" y="96580"/>
                </a:lnTo>
                <a:lnTo>
                  <a:pt x="1476714" y="97236"/>
                </a:lnTo>
                <a:lnTo>
                  <a:pt x="1476559" y="97883"/>
                </a:lnTo>
                <a:lnTo>
                  <a:pt x="1476392" y="98521"/>
                </a:lnTo>
                <a:lnTo>
                  <a:pt x="1476214" y="99151"/>
                </a:lnTo>
                <a:lnTo>
                  <a:pt x="1476025" y="99773"/>
                </a:lnTo>
                <a:lnTo>
                  <a:pt x="1475823" y="100386"/>
                </a:lnTo>
                <a:lnTo>
                  <a:pt x="1475611" y="100990"/>
                </a:lnTo>
                <a:lnTo>
                  <a:pt x="1475387" y="101586"/>
                </a:lnTo>
                <a:lnTo>
                  <a:pt x="1475151" y="102174"/>
                </a:lnTo>
                <a:lnTo>
                  <a:pt x="1474904" y="102753"/>
                </a:lnTo>
                <a:lnTo>
                  <a:pt x="1474646" y="103324"/>
                </a:lnTo>
                <a:lnTo>
                  <a:pt x="1474375" y="103886"/>
                </a:lnTo>
                <a:lnTo>
                  <a:pt x="1474095" y="104439"/>
                </a:lnTo>
                <a:lnTo>
                  <a:pt x="1473806" y="104982"/>
                </a:lnTo>
                <a:lnTo>
                  <a:pt x="1473507" y="105514"/>
                </a:lnTo>
                <a:lnTo>
                  <a:pt x="1473199" y="106037"/>
                </a:lnTo>
                <a:lnTo>
                  <a:pt x="1472881" y="106549"/>
                </a:lnTo>
                <a:lnTo>
                  <a:pt x="1472555" y="107051"/>
                </a:lnTo>
                <a:lnTo>
                  <a:pt x="1472218" y="107543"/>
                </a:lnTo>
                <a:lnTo>
                  <a:pt x="1471873" y="108025"/>
                </a:lnTo>
                <a:lnTo>
                  <a:pt x="1471518" y="108497"/>
                </a:lnTo>
                <a:lnTo>
                  <a:pt x="1471155" y="108959"/>
                </a:lnTo>
                <a:lnTo>
                  <a:pt x="1470781" y="109410"/>
                </a:lnTo>
                <a:lnTo>
                  <a:pt x="1470399" y="109852"/>
                </a:lnTo>
                <a:lnTo>
                  <a:pt x="1470007" y="110283"/>
                </a:lnTo>
                <a:lnTo>
                  <a:pt x="1469606" y="110705"/>
                </a:lnTo>
                <a:lnTo>
                  <a:pt x="1469195" y="111116"/>
                </a:lnTo>
                <a:lnTo>
                  <a:pt x="1468776" y="111517"/>
                </a:lnTo>
                <a:lnTo>
                  <a:pt x="1468347" y="111908"/>
                </a:lnTo>
                <a:lnTo>
                  <a:pt x="1467908" y="112289"/>
                </a:lnTo>
                <a:lnTo>
                  <a:pt x="1467461" y="112659"/>
                </a:lnTo>
                <a:lnTo>
                  <a:pt x="1467004" y="113020"/>
                </a:lnTo>
                <a:lnTo>
                  <a:pt x="1466538" y="113370"/>
                </a:lnTo>
                <a:lnTo>
                  <a:pt x="1466062" y="113711"/>
                </a:lnTo>
                <a:lnTo>
                  <a:pt x="1465577" y="114041"/>
                </a:lnTo>
                <a:lnTo>
                  <a:pt x="1465083" y="114361"/>
                </a:lnTo>
                <a:lnTo>
                  <a:pt x="1464581" y="114669"/>
                </a:lnTo>
                <a:lnTo>
                  <a:pt x="1464073" y="114964"/>
                </a:lnTo>
                <a:lnTo>
                  <a:pt x="1463558" y="115247"/>
                </a:lnTo>
                <a:lnTo>
                  <a:pt x="1463036" y="115515"/>
                </a:lnTo>
                <a:lnTo>
                  <a:pt x="1462508" y="115771"/>
                </a:lnTo>
                <a:lnTo>
                  <a:pt x="1461973" y="116014"/>
                </a:lnTo>
                <a:lnTo>
                  <a:pt x="1461431" y="116244"/>
                </a:lnTo>
                <a:lnTo>
                  <a:pt x="1460883" y="116460"/>
                </a:lnTo>
                <a:lnTo>
                  <a:pt x="1460329" y="116663"/>
                </a:lnTo>
                <a:lnTo>
                  <a:pt x="1459768" y="116854"/>
                </a:lnTo>
                <a:lnTo>
                  <a:pt x="1459200" y="117031"/>
                </a:lnTo>
                <a:lnTo>
                  <a:pt x="1458626" y="117195"/>
                </a:lnTo>
                <a:lnTo>
                  <a:pt x="1458045" y="117346"/>
                </a:lnTo>
                <a:lnTo>
                  <a:pt x="1457457" y="117483"/>
                </a:lnTo>
                <a:lnTo>
                  <a:pt x="1456863" y="117608"/>
                </a:lnTo>
                <a:lnTo>
                  <a:pt x="1456263" y="117720"/>
                </a:lnTo>
                <a:lnTo>
                  <a:pt x="1455656" y="117818"/>
                </a:lnTo>
                <a:lnTo>
                  <a:pt x="1455042" y="117903"/>
                </a:lnTo>
                <a:lnTo>
                  <a:pt x="1454422" y="117975"/>
                </a:lnTo>
                <a:lnTo>
                  <a:pt x="1453795" y="118034"/>
                </a:lnTo>
                <a:lnTo>
                  <a:pt x="1453162" y="118080"/>
                </a:lnTo>
                <a:lnTo>
                  <a:pt x="1452522" y="118113"/>
                </a:lnTo>
                <a:lnTo>
                  <a:pt x="1451875" y="118133"/>
                </a:lnTo>
                <a:lnTo>
                  <a:pt x="1451222" y="118139"/>
                </a:lnTo>
                <a:lnTo>
                  <a:pt x="1450582" y="118133"/>
                </a:lnTo>
                <a:lnTo>
                  <a:pt x="1449948" y="118113"/>
                </a:lnTo>
                <a:lnTo>
                  <a:pt x="1449320" y="118080"/>
                </a:lnTo>
                <a:lnTo>
                  <a:pt x="1448698" y="118034"/>
                </a:lnTo>
                <a:lnTo>
                  <a:pt x="1448081" y="117975"/>
                </a:lnTo>
                <a:close/>
                <a:moveTo>
                  <a:pt x="1319692" y="129436"/>
                </a:moveTo>
                <a:lnTo>
                  <a:pt x="1320628" y="129348"/>
                </a:lnTo>
                <a:lnTo>
                  <a:pt x="1321550" y="129243"/>
                </a:lnTo>
                <a:lnTo>
                  <a:pt x="1322458" y="129122"/>
                </a:lnTo>
                <a:lnTo>
                  <a:pt x="1323352" y="128985"/>
                </a:lnTo>
                <a:lnTo>
                  <a:pt x="1324233" y="128831"/>
                </a:lnTo>
                <a:lnTo>
                  <a:pt x="1325100" y="128662"/>
                </a:lnTo>
                <a:lnTo>
                  <a:pt x="1325954" y="128476"/>
                </a:lnTo>
                <a:lnTo>
                  <a:pt x="1326794" y="128275"/>
                </a:lnTo>
                <a:lnTo>
                  <a:pt x="1327620" y="128057"/>
                </a:lnTo>
                <a:lnTo>
                  <a:pt x="1328432" y="127823"/>
                </a:lnTo>
                <a:lnTo>
                  <a:pt x="1329231" y="127573"/>
                </a:lnTo>
                <a:lnTo>
                  <a:pt x="1330016" y="127307"/>
                </a:lnTo>
                <a:lnTo>
                  <a:pt x="1330788" y="127025"/>
                </a:lnTo>
                <a:lnTo>
                  <a:pt x="1331545" y="126726"/>
                </a:lnTo>
                <a:lnTo>
                  <a:pt x="1332290" y="126412"/>
                </a:lnTo>
                <a:lnTo>
                  <a:pt x="1333020" y="126081"/>
                </a:lnTo>
                <a:lnTo>
                  <a:pt x="1333737" y="125734"/>
                </a:lnTo>
                <a:lnTo>
                  <a:pt x="1334440" y="125371"/>
                </a:lnTo>
                <a:lnTo>
                  <a:pt x="1335129" y="124992"/>
                </a:lnTo>
                <a:lnTo>
                  <a:pt x="1335805" y="124600"/>
                </a:lnTo>
                <a:lnTo>
                  <a:pt x="1336467" y="124197"/>
                </a:lnTo>
                <a:lnTo>
                  <a:pt x="1337114" y="123784"/>
                </a:lnTo>
                <a:lnTo>
                  <a:pt x="1337748" y="123360"/>
                </a:lnTo>
                <a:lnTo>
                  <a:pt x="1338368" y="122926"/>
                </a:lnTo>
                <a:lnTo>
                  <a:pt x="1338974" y="122482"/>
                </a:lnTo>
                <a:lnTo>
                  <a:pt x="1339566" y="122027"/>
                </a:lnTo>
                <a:lnTo>
                  <a:pt x="1340144" y="121562"/>
                </a:lnTo>
                <a:lnTo>
                  <a:pt x="1340708" y="121087"/>
                </a:lnTo>
                <a:lnTo>
                  <a:pt x="1341258" y="120601"/>
                </a:lnTo>
                <a:lnTo>
                  <a:pt x="1341794" y="120104"/>
                </a:lnTo>
                <a:lnTo>
                  <a:pt x="1342316" y="119598"/>
                </a:lnTo>
                <a:lnTo>
                  <a:pt x="1342824" y="119081"/>
                </a:lnTo>
                <a:lnTo>
                  <a:pt x="1343318" y="118553"/>
                </a:lnTo>
                <a:lnTo>
                  <a:pt x="1343799" y="118015"/>
                </a:lnTo>
                <a:lnTo>
                  <a:pt x="1344265" y="117467"/>
                </a:lnTo>
                <a:lnTo>
                  <a:pt x="1344717" y="116909"/>
                </a:lnTo>
                <a:lnTo>
                  <a:pt x="1345156" y="116340"/>
                </a:lnTo>
                <a:lnTo>
                  <a:pt x="1345580" y="115760"/>
                </a:lnTo>
                <a:lnTo>
                  <a:pt x="1345991" y="115170"/>
                </a:lnTo>
                <a:lnTo>
                  <a:pt x="1346387" y="114570"/>
                </a:lnTo>
                <a:lnTo>
                  <a:pt x="1346770" y="113960"/>
                </a:lnTo>
                <a:lnTo>
                  <a:pt x="1347138" y="113339"/>
                </a:lnTo>
                <a:lnTo>
                  <a:pt x="1347493" y="112707"/>
                </a:lnTo>
                <a:lnTo>
                  <a:pt x="1347834" y="112068"/>
                </a:lnTo>
                <a:lnTo>
                  <a:pt x="1348160" y="111425"/>
                </a:lnTo>
                <a:lnTo>
                  <a:pt x="1348472" y="110776"/>
                </a:lnTo>
                <a:lnTo>
                  <a:pt x="1348769" y="110123"/>
                </a:lnTo>
                <a:lnTo>
                  <a:pt x="1349052" y="109466"/>
                </a:lnTo>
                <a:lnTo>
                  <a:pt x="1349320" y="108803"/>
                </a:lnTo>
                <a:lnTo>
                  <a:pt x="1349573" y="108136"/>
                </a:lnTo>
                <a:lnTo>
                  <a:pt x="1349813" y="107465"/>
                </a:lnTo>
                <a:lnTo>
                  <a:pt x="1350037" y="106788"/>
                </a:lnTo>
                <a:lnTo>
                  <a:pt x="1350247" y="106107"/>
                </a:lnTo>
                <a:lnTo>
                  <a:pt x="1350443" y="105422"/>
                </a:lnTo>
                <a:lnTo>
                  <a:pt x="1350624" y="104732"/>
                </a:lnTo>
                <a:lnTo>
                  <a:pt x="1350791" y="104037"/>
                </a:lnTo>
                <a:lnTo>
                  <a:pt x="1350943" y="103337"/>
                </a:lnTo>
                <a:lnTo>
                  <a:pt x="1351081" y="102633"/>
                </a:lnTo>
                <a:lnTo>
                  <a:pt x="1351204" y="101924"/>
                </a:lnTo>
                <a:lnTo>
                  <a:pt x="1351313" y="101211"/>
                </a:lnTo>
                <a:lnTo>
                  <a:pt x="1351407" y="100493"/>
                </a:lnTo>
                <a:lnTo>
                  <a:pt x="1351487" y="99770"/>
                </a:lnTo>
                <a:lnTo>
                  <a:pt x="1351552" y="99043"/>
                </a:lnTo>
                <a:lnTo>
                  <a:pt x="1351603" y="98311"/>
                </a:lnTo>
                <a:lnTo>
                  <a:pt x="1351639" y="97574"/>
                </a:lnTo>
                <a:lnTo>
                  <a:pt x="1351661" y="96833"/>
                </a:lnTo>
                <a:lnTo>
                  <a:pt x="1351668" y="96087"/>
                </a:lnTo>
                <a:lnTo>
                  <a:pt x="1351663" y="95447"/>
                </a:lnTo>
                <a:lnTo>
                  <a:pt x="1351647" y="94813"/>
                </a:lnTo>
                <a:lnTo>
                  <a:pt x="1351621" y="94186"/>
                </a:lnTo>
                <a:lnTo>
                  <a:pt x="1351585" y="93565"/>
                </a:lnTo>
                <a:lnTo>
                  <a:pt x="1351538" y="92950"/>
                </a:lnTo>
                <a:lnTo>
                  <a:pt x="1351481" y="92341"/>
                </a:lnTo>
                <a:lnTo>
                  <a:pt x="1351414" y="91739"/>
                </a:lnTo>
                <a:lnTo>
                  <a:pt x="1351336" y="91143"/>
                </a:lnTo>
                <a:lnTo>
                  <a:pt x="1351247" y="90553"/>
                </a:lnTo>
                <a:lnTo>
                  <a:pt x="1351149" y="89970"/>
                </a:lnTo>
                <a:lnTo>
                  <a:pt x="1351040" y="89393"/>
                </a:lnTo>
                <a:lnTo>
                  <a:pt x="1350920" y="88822"/>
                </a:lnTo>
                <a:lnTo>
                  <a:pt x="1350790" y="88258"/>
                </a:lnTo>
                <a:lnTo>
                  <a:pt x="1350650" y="87699"/>
                </a:lnTo>
                <a:lnTo>
                  <a:pt x="1350499" y="87147"/>
                </a:lnTo>
                <a:lnTo>
                  <a:pt x="1350338" y="86602"/>
                </a:lnTo>
                <a:lnTo>
                  <a:pt x="1350167" y="86062"/>
                </a:lnTo>
                <a:lnTo>
                  <a:pt x="1349985" y="85529"/>
                </a:lnTo>
                <a:lnTo>
                  <a:pt x="1349793" y="85003"/>
                </a:lnTo>
                <a:lnTo>
                  <a:pt x="1349590" y="84482"/>
                </a:lnTo>
                <a:lnTo>
                  <a:pt x="1349377" y="83968"/>
                </a:lnTo>
                <a:lnTo>
                  <a:pt x="1349154" y="83460"/>
                </a:lnTo>
                <a:lnTo>
                  <a:pt x="1348920" y="82959"/>
                </a:lnTo>
                <a:lnTo>
                  <a:pt x="1348676" y="82463"/>
                </a:lnTo>
                <a:lnTo>
                  <a:pt x="1348423" y="81975"/>
                </a:lnTo>
                <a:lnTo>
                  <a:pt x="1348162" y="81495"/>
                </a:lnTo>
                <a:lnTo>
                  <a:pt x="1347894" y="81022"/>
                </a:lnTo>
                <a:lnTo>
                  <a:pt x="1347619" y="80558"/>
                </a:lnTo>
                <a:lnTo>
                  <a:pt x="1347337" y="80101"/>
                </a:lnTo>
                <a:lnTo>
                  <a:pt x="1347047" y="79652"/>
                </a:lnTo>
                <a:lnTo>
                  <a:pt x="1346749" y="79212"/>
                </a:lnTo>
                <a:lnTo>
                  <a:pt x="1346444" y="78779"/>
                </a:lnTo>
                <a:lnTo>
                  <a:pt x="1346132" y="78354"/>
                </a:lnTo>
                <a:lnTo>
                  <a:pt x="1345813" y="77937"/>
                </a:lnTo>
                <a:lnTo>
                  <a:pt x="1345486" y="77528"/>
                </a:lnTo>
                <a:lnTo>
                  <a:pt x="1345152" y="77127"/>
                </a:lnTo>
                <a:lnTo>
                  <a:pt x="1344810" y="76734"/>
                </a:lnTo>
                <a:lnTo>
                  <a:pt x="1344461" y="76349"/>
                </a:lnTo>
                <a:lnTo>
                  <a:pt x="1344104" y="75971"/>
                </a:lnTo>
                <a:lnTo>
                  <a:pt x="1343740" y="75602"/>
                </a:lnTo>
                <a:lnTo>
                  <a:pt x="1343369" y="75241"/>
                </a:lnTo>
                <a:lnTo>
                  <a:pt x="1342991" y="74887"/>
                </a:lnTo>
                <a:lnTo>
                  <a:pt x="1342605" y="74542"/>
                </a:lnTo>
                <a:lnTo>
                  <a:pt x="1342211" y="74204"/>
                </a:lnTo>
                <a:lnTo>
                  <a:pt x="1341810" y="73875"/>
                </a:lnTo>
                <a:lnTo>
                  <a:pt x="1341402" y="73553"/>
                </a:lnTo>
                <a:lnTo>
                  <a:pt x="1340987" y="73239"/>
                </a:lnTo>
                <a:lnTo>
                  <a:pt x="1340564" y="72933"/>
                </a:lnTo>
                <a:lnTo>
                  <a:pt x="1340135" y="72635"/>
                </a:lnTo>
                <a:lnTo>
                  <a:pt x="1339701" y="72346"/>
                </a:lnTo>
                <a:lnTo>
                  <a:pt x="1339263" y="72064"/>
                </a:lnTo>
                <a:lnTo>
                  <a:pt x="1338820" y="71791"/>
                </a:lnTo>
                <a:lnTo>
                  <a:pt x="1338372" y="71526"/>
                </a:lnTo>
                <a:lnTo>
                  <a:pt x="1337920" y="71269"/>
                </a:lnTo>
                <a:lnTo>
                  <a:pt x="1337463" y="71020"/>
                </a:lnTo>
                <a:lnTo>
                  <a:pt x="1337002" y="70780"/>
                </a:lnTo>
                <a:lnTo>
                  <a:pt x="1336536" y="70548"/>
                </a:lnTo>
                <a:lnTo>
                  <a:pt x="1336065" y="70324"/>
                </a:lnTo>
                <a:lnTo>
                  <a:pt x="1335590" y="70108"/>
                </a:lnTo>
                <a:lnTo>
                  <a:pt x="1335109" y="69900"/>
                </a:lnTo>
                <a:lnTo>
                  <a:pt x="1334625" y="69701"/>
                </a:lnTo>
                <a:lnTo>
                  <a:pt x="1334135" y="69509"/>
                </a:lnTo>
                <a:lnTo>
                  <a:pt x="1333641" y="69327"/>
                </a:lnTo>
                <a:lnTo>
                  <a:pt x="1333143" y="69152"/>
                </a:lnTo>
                <a:lnTo>
                  <a:pt x="1332639" y="68985"/>
                </a:lnTo>
                <a:lnTo>
                  <a:pt x="1332131" y="68827"/>
                </a:lnTo>
                <a:lnTo>
                  <a:pt x="1331619" y="68677"/>
                </a:lnTo>
                <a:lnTo>
                  <a:pt x="1331101" y="68535"/>
                </a:lnTo>
                <a:lnTo>
                  <a:pt x="1330579" y="68401"/>
                </a:lnTo>
                <a:lnTo>
                  <a:pt x="1330053" y="68276"/>
                </a:lnTo>
                <a:lnTo>
                  <a:pt x="1329522" y="68158"/>
                </a:lnTo>
                <a:lnTo>
                  <a:pt x="1328986" y="68049"/>
                </a:lnTo>
                <a:lnTo>
                  <a:pt x="1329507" y="67914"/>
                </a:lnTo>
                <a:lnTo>
                  <a:pt x="1330021" y="67771"/>
                </a:lnTo>
                <a:lnTo>
                  <a:pt x="1330527" y="67621"/>
                </a:lnTo>
                <a:lnTo>
                  <a:pt x="1331025" y="67463"/>
                </a:lnTo>
                <a:lnTo>
                  <a:pt x="1331516" y="67297"/>
                </a:lnTo>
                <a:lnTo>
                  <a:pt x="1331999" y="67123"/>
                </a:lnTo>
                <a:lnTo>
                  <a:pt x="1332474" y="66942"/>
                </a:lnTo>
                <a:lnTo>
                  <a:pt x="1332942" y="66754"/>
                </a:lnTo>
                <a:lnTo>
                  <a:pt x="1333402" y="66557"/>
                </a:lnTo>
                <a:lnTo>
                  <a:pt x="1333855" y="66353"/>
                </a:lnTo>
                <a:lnTo>
                  <a:pt x="1334299" y="66142"/>
                </a:lnTo>
                <a:lnTo>
                  <a:pt x="1334736" y="65922"/>
                </a:lnTo>
                <a:lnTo>
                  <a:pt x="1335166" y="65695"/>
                </a:lnTo>
                <a:lnTo>
                  <a:pt x="1335587" y="65461"/>
                </a:lnTo>
                <a:lnTo>
                  <a:pt x="1336002" y="65218"/>
                </a:lnTo>
                <a:lnTo>
                  <a:pt x="1336408" y="64969"/>
                </a:lnTo>
                <a:lnTo>
                  <a:pt x="1336807" y="64711"/>
                </a:lnTo>
                <a:lnTo>
                  <a:pt x="1337198" y="64446"/>
                </a:lnTo>
                <a:lnTo>
                  <a:pt x="1337581" y="64173"/>
                </a:lnTo>
                <a:lnTo>
                  <a:pt x="1337957" y="63893"/>
                </a:lnTo>
                <a:lnTo>
                  <a:pt x="1338325" y="63604"/>
                </a:lnTo>
                <a:lnTo>
                  <a:pt x="1338686" y="63309"/>
                </a:lnTo>
                <a:lnTo>
                  <a:pt x="1339038" y="63005"/>
                </a:lnTo>
                <a:lnTo>
                  <a:pt x="1339384" y="62694"/>
                </a:lnTo>
                <a:lnTo>
                  <a:pt x="1339721" y="62377"/>
                </a:lnTo>
                <a:lnTo>
                  <a:pt x="1340052" y="62056"/>
                </a:lnTo>
                <a:lnTo>
                  <a:pt x="1340376" y="61731"/>
                </a:lnTo>
                <a:lnTo>
                  <a:pt x="1340692" y="61401"/>
                </a:lnTo>
                <a:lnTo>
                  <a:pt x="1341001" y="61068"/>
                </a:lnTo>
                <a:lnTo>
                  <a:pt x="1341303" y="60730"/>
                </a:lnTo>
                <a:lnTo>
                  <a:pt x="1341599" y="60388"/>
                </a:lnTo>
                <a:lnTo>
                  <a:pt x="1341886" y="60043"/>
                </a:lnTo>
                <a:lnTo>
                  <a:pt x="1342167" y="59693"/>
                </a:lnTo>
                <a:lnTo>
                  <a:pt x="1342441" y="59339"/>
                </a:lnTo>
                <a:lnTo>
                  <a:pt x="1342708" y="58981"/>
                </a:lnTo>
                <a:lnTo>
                  <a:pt x="1342967" y="58618"/>
                </a:lnTo>
                <a:lnTo>
                  <a:pt x="1343220" y="58252"/>
                </a:lnTo>
                <a:lnTo>
                  <a:pt x="1343465" y="57882"/>
                </a:lnTo>
                <a:lnTo>
                  <a:pt x="1343703" y="57507"/>
                </a:lnTo>
                <a:lnTo>
                  <a:pt x="1343934" y="57129"/>
                </a:lnTo>
                <a:lnTo>
                  <a:pt x="1344158" y="56746"/>
                </a:lnTo>
                <a:lnTo>
                  <a:pt x="1344375" y="56359"/>
                </a:lnTo>
                <a:lnTo>
                  <a:pt x="1344585" y="55968"/>
                </a:lnTo>
                <a:lnTo>
                  <a:pt x="1344788" y="55573"/>
                </a:lnTo>
                <a:lnTo>
                  <a:pt x="1344983" y="55174"/>
                </a:lnTo>
                <a:lnTo>
                  <a:pt x="1345172" y="54771"/>
                </a:lnTo>
                <a:lnTo>
                  <a:pt x="1345353" y="54364"/>
                </a:lnTo>
                <a:lnTo>
                  <a:pt x="1345527" y="53953"/>
                </a:lnTo>
                <a:lnTo>
                  <a:pt x="1345694" y="53538"/>
                </a:lnTo>
                <a:lnTo>
                  <a:pt x="1345854" y="53120"/>
                </a:lnTo>
                <a:lnTo>
                  <a:pt x="1346007" y="52701"/>
                </a:lnTo>
                <a:lnTo>
                  <a:pt x="1346153" y="52278"/>
                </a:lnTo>
                <a:lnTo>
                  <a:pt x="1346291" y="51854"/>
                </a:lnTo>
                <a:lnTo>
                  <a:pt x="1346423" y="51427"/>
                </a:lnTo>
                <a:lnTo>
                  <a:pt x="1346547" y="50997"/>
                </a:lnTo>
                <a:lnTo>
                  <a:pt x="1346665" y="50565"/>
                </a:lnTo>
                <a:lnTo>
                  <a:pt x="1346775" y="50131"/>
                </a:lnTo>
                <a:lnTo>
                  <a:pt x="1346878" y="49694"/>
                </a:lnTo>
                <a:lnTo>
                  <a:pt x="1346974" y="49254"/>
                </a:lnTo>
                <a:lnTo>
                  <a:pt x="1347063" y="48813"/>
                </a:lnTo>
                <a:lnTo>
                  <a:pt x="1347145" y="48368"/>
                </a:lnTo>
                <a:lnTo>
                  <a:pt x="1347219" y="47922"/>
                </a:lnTo>
                <a:lnTo>
                  <a:pt x="1347287" y="47472"/>
                </a:lnTo>
                <a:lnTo>
                  <a:pt x="1347347" y="47021"/>
                </a:lnTo>
                <a:lnTo>
                  <a:pt x="1347401" y="46567"/>
                </a:lnTo>
                <a:lnTo>
                  <a:pt x="1347447" y="46110"/>
                </a:lnTo>
                <a:lnTo>
                  <a:pt x="1347486" y="45651"/>
                </a:lnTo>
                <a:lnTo>
                  <a:pt x="1347518" y="45190"/>
                </a:lnTo>
                <a:lnTo>
                  <a:pt x="1347543" y="44726"/>
                </a:lnTo>
                <a:lnTo>
                  <a:pt x="1347561" y="44259"/>
                </a:lnTo>
                <a:lnTo>
                  <a:pt x="1347571" y="43790"/>
                </a:lnTo>
                <a:lnTo>
                  <a:pt x="1347575" y="43319"/>
                </a:lnTo>
                <a:lnTo>
                  <a:pt x="1347568" y="42691"/>
                </a:lnTo>
                <a:lnTo>
                  <a:pt x="1347549" y="42068"/>
                </a:lnTo>
                <a:lnTo>
                  <a:pt x="1347517" y="41449"/>
                </a:lnTo>
                <a:lnTo>
                  <a:pt x="1347472" y="40834"/>
                </a:lnTo>
                <a:lnTo>
                  <a:pt x="1347414" y="40223"/>
                </a:lnTo>
                <a:lnTo>
                  <a:pt x="1347343" y="39617"/>
                </a:lnTo>
                <a:lnTo>
                  <a:pt x="1347260" y="39016"/>
                </a:lnTo>
                <a:lnTo>
                  <a:pt x="1347163" y="38418"/>
                </a:lnTo>
                <a:lnTo>
                  <a:pt x="1347054" y="37825"/>
                </a:lnTo>
                <a:lnTo>
                  <a:pt x="1346932" y="37237"/>
                </a:lnTo>
                <a:lnTo>
                  <a:pt x="1346797" y="36653"/>
                </a:lnTo>
                <a:lnTo>
                  <a:pt x="1346649" y="36073"/>
                </a:lnTo>
                <a:lnTo>
                  <a:pt x="1346488" y="35498"/>
                </a:lnTo>
                <a:lnTo>
                  <a:pt x="1346315" y="34927"/>
                </a:lnTo>
                <a:lnTo>
                  <a:pt x="1346128" y="34360"/>
                </a:lnTo>
                <a:lnTo>
                  <a:pt x="1345929" y="33798"/>
                </a:lnTo>
                <a:lnTo>
                  <a:pt x="1345717" y="33240"/>
                </a:lnTo>
                <a:lnTo>
                  <a:pt x="1345491" y="32687"/>
                </a:lnTo>
                <a:lnTo>
                  <a:pt x="1345254" y="32138"/>
                </a:lnTo>
                <a:lnTo>
                  <a:pt x="1345003" y="31593"/>
                </a:lnTo>
                <a:lnTo>
                  <a:pt x="1344739" y="31053"/>
                </a:lnTo>
                <a:lnTo>
                  <a:pt x="1344463" y="30517"/>
                </a:lnTo>
                <a:lnTo>
                  <a:pt x="1344173" y="29985"/>
                </a:lnTo>
                <a:lnTo>
                  <a:pt x="1343871" y="29458"/>
                </a:lnTo>
                <a:lnTo>
                  <a:pt x="1343556" y="28937"/>
                </a:lnTo>
                <a:lnTo>
                  <a:pt x="1343229" y="28425"/>
                </a:lnTo>
                <a:lnTo>
                  <a:pt x="1342890" y="27922"/>
                </a:lnTo>
                <a:lnTo>
                  <a:pt x="1342539" y="27427"/>
                </a:lnTo>
                <a:lnTo>
                  <a:pt x="1342175" y="26941"/>
                </a:lnTo>
                <a:lnTo>
                  <a:pt x="1341799" y="26464"/>
                </a:lnTo>
                <a:lnTo>
                  <a:pt x="1341410" y="25996"/>
                </a:lnTo>
                <a:lnTo>
                  <a:pt x="1341009" y="25537"/>
                </a:lnTo>
                <a:lnTo>
                  <a:pt x="1340596" y="25086"/>
                </a:lnTo>
                <a:lnTo>
                  <a:pt x="1340171" y="24644"/>
                </a:lnTo>
                <a:lnTo>
                  <a:pt x="1339733" y="24211"/>
                </a:lnTo>
                <a:lnTo>
                  <a:pt x="1339283" y="23786"/>
                </a:lnTo>
                <a:lnTo>
                  <a:pt x="1338821" y="23370"/>
                </a:lnTo>
                <a:lnTo>
                  <a:pt x="1338346" y="22963"/>
                </a:lnTo>
                <a:lnTo>
                  <a:pt x="1337859" y="22565"/>
                </a:lnTo>
                <a:lnTo>
                  <a:pt x="1337360" y="22176"/>
                </a:lnTo>
                <a:lnTo>
                  <a:pt x="1336849" y="21795"/>
                </a:lnTo>
                <a:lnTo>
                  <a:pt x="1336325" y="21423"/>
                </a:lnTo>
                <a:lnTo>
                  <a:pt x="1335788" y="21060"/>
                </a:lnTo>
                <a:lnTo>
                  <a:pt x="1335240" y="20705"/>
                </a:lnTo>
                <a:lnTo>
                  <a:pt x="1334679" y="20360"/>
                </a:lnTo>
                <a:lnTo>
                  <a:pt x="1334106" y="20023"/>
                </a:lnTo>
                <a:lnTo>
                  <a:pt x="1333521" y="19694"/>
                </a:lnTo>
                <a:lnTo>
                  <a:pt x="1332923" y="19375"/>
                </a:lnTo>
                <a:lnTo>
                  <a:pt x="1332313" y="19067"/>
                </a:lnTo>
                <a:lnTo>
                  <a:pt x="1331691" y="18771"/>
                </a:lnTo>
                <a:lnTo>
                  <a:pt x="1331058" y="18489"/>
                </a:lnTo>
                <a:lnTo>
                  <a:pt x="1330412" y="18220"/>
                </a:lnTo>
                <a:lnTo>
                  <a:pt x="1329754" y="17964"/>
                </a:lnTo>
                <a:lnTo>
                  <a:pt x="1329084" y="17721"/>
                </a:lnTo>
                <a:lnTo>
                  <a:pt x="1328402" y="17491"/>
                </a:lnTo>
                <a:lnTo>
                  <a:pt x="1327708" y="17275"/>
                </a:lnTo>
                <a:lnTo>
                  <a:pt x="1327002" y="17071"/>
                </a:lnTo>
                <a:lnTo>
                  <a:pt x="1326284" y="16881"/>
                </a:lnTo>
                <a:lnTo>
                  <a:pt x="1325554" y="16704"/>
                </a:lnTo>
                <a:lnTo>
                  <a:pt x="1324812" y="16539"/>
                </a:lnTo>
                <a:lnTo>
                  <a:pt x="1324058" y="16388"/>
                </a:lnTo>
                <a:lnTo>
                  <a:pt x="1323292" y="16251"/>
                </a:lnTo>
                <a:lnTo>
                  <a:pt x="1322514" y="16126"/>
                </a:lnTo>
                <a:lnTo>
                  <a:pt x="1321723" y="16014"/>
                </a:lnTo>
                <a:lnTo>
                  <a:pt x="1320921" y="15916"/>
                </a:lnTo>
                <a:lnTo>
                  <a:pt x="1320107" y="15831"/>
                </a:lnTo>
                <a:lnTo>
                  <a:pt x="1319280" y="15758"/>
                </a:lnTo>
                <a:lnTo>
                  <a:pt x="1318442" y="15699"/>
                </a:lnTo>
                <a:lnTo>
                  <a:pt x="1317592" y="15653"/>
                </a:lnTo>
                <a:lnTo>
                  <a:pt x="1316729" y="15621"/>
                </a:lnTo>
                <a:lnTo>
                  <a:pt x="1315855" y="15601"/>
                </a:lnTo>
                <a:lnTo>
                  <a:pt x="1314968" y="15594"/>
                </a:lnTo>
                <a:lnTo>
                  <a:pt x="1314120" y="15601"/>
                </a:lnTo>
                <a:lnTo>
                  <a:pt x="1313280" y="15621"/>
                </a:lnTo>
                <a:lnTo>
                  <a:pt x="1312450" y="15655"/>
                </a:lnTo>
                <a:lnTo>
                  <a:pt x="1311630" y="15701"/>
                </a:lnTo>
                <a:lnTo>
                  <a:pt x="1310818" y="15762"/>
                </a:lnTo>
                <a:lnTo>
                  <a:pt x="1310016" y="15836"/>
                </a:lnTo>
                <a:lnTo>
                  <a:pt x="1309223" y="15923"/>
                </a:lnTo>
                <a:lnTo>
                  <a:pt x="1308440" y="16023"/>
                </a:lnTo>
                <a:lnTo>
                  <a:pt x="1307666" y="16137"/>
                </a:lnTo>
                <a:lnTo>
                  <a:pt x="1306901" y="16264"/>
                </a:lnTo>
                <a:lnTo>
                  <a:pt x="1306145" y="16405"/>
                </a:lnTo>
                <a:lnTo>
                  <a:pt x="1305399" y="16559"/>
                </a:lnTo>
                <a:lnTo>
                  <a:pt x="1304662" y="16727"/>
                </a:lnTo>
                <a:lnTo>
                  <a:pt x="1303934" y="16908"/>
                </a:lnTo>
                <a:lnTo>
                  <a:pt x="1303215" y="17102"/>
                </a:lnTo>
                <a:lnTo>
                  <a:pt x="1302506" y="17310"/>
                </a:lnTo>
                <a:lnTo>
                  <a:pt x="1301806" y="17531"/>
                </a:lnTo>
                <a:lnTo>
                  <a:pt x="1301116" y="17766"/>
                </a:lnTo>
                <a:lnTo>
                  <a:pt x="1300434" y="18014"/>
                </a:lnTo>
                <a:lnTo>
                  <a:pt x="1299763" y="18275"/>
                </a:lnTo>
                <a:lnTo>
                  <a:pt x="1299100" y="18550"/>
                </a:lnTo>
                <a:lnTo>
                  <a:pt x="1298446" y="18838"/>
                </a:lnTo>
                <a:lnTo>
                  <a:pt x="1297802" y="19139"/>
                </a:lnTo>
                <a:lnTo>
                  <a:pt x="1297168" y="19454"/>
                </a:lnTo>
                <a:lnTo>
                  <a:pt x="1296543" y="19781"/>
                </a:lnTo>
                <a:lnTo>
                  <a:pt x="1295929" y="20119"/>
                </a:lnTo>
                <a:lnTo>
                  <a:pt x="1295326" y="20467"/>
                </a:lnTo>
                <a:lnTo>
                  <a:pt x="1294735" y="20826"/>
                </a:lnTo>
                <a:lnTo>
                  <a:pt x="1294154" y="21196"/>
                </a:lnTo>
                <a:lnTo>
                  <a:pt x="1293584" y="21576"/>
                </a:lnTo>
                <a:lnTo>
                  <a:pt x="1293025" y="21967"/>
                </a:lnTo>
                <a:lnTo>
                  <a:pt x="1292477" y="22369"/>
                </a:lnTo>
                <a:lnTo>
                  <a:pt x="1291940" y="22781"/>
                </a:lnTo>
                <a:lnTo>
                  <a:pt x="1291413" y="23204"/>
                </a:lnTo>
                <a:lnTo>
                  <a:pt x="1290898" y="23638"/>
                </a:lnTo>
                <a:lnTo>
                  <a:pt x="1290394" y="24082"/>
                </a:lnTo>
                <a:lnTo>
                  <a:pt x="1289900" y="24537"/>
                </a:lnTo>
                <a:lnTo>
                  <a:pt x="1289418" y="25003"/>
                </a:lnTo>
                <a:lnTo>
                  <a:pt x="1288947" y="25479"/>
                </a:lnTo>
                <a:lnTo>
                  <a:pt x="1288486" y="25966"/>
                </a:lnTo>
                <a:lnTo>
                  <a:pt x="1288036" y="26464"/>
                </a:lnTo>
                <a:lnTo>
                  <a:pt x="1287598" y="26972"/>
                </a:lnTo>
                <a:lnTo>
                  <a:pt x="1287170" y="27491"/>
                </a:lnTo>
                <a:lnTo>
                  <a:pt x="1286753" y="28021"/>
                </a:lnTo>
                <a:lnTo>
                  <a:pt x="1286347" y="28561"/>
                </a:lnTo>
                <a:lnTo>
                  <a:pt x="1285953" y="29112"/>
                </a:lnTo>
                <a:lnTo>
                  <a:pt x="1285569" y="29674"/>
                </a:lnTo>
                <a:lnTo>
                  <a:pt x="1285196" y="30246"/>
                </a:lnTo>
                <a:lnTo>
                  <a:pt x="1284835" y="30827"/>
                </a:lnTo>
                <a:lnTo>
                  <a:pt x="1284488" y="31415"/>
                </a:lnTo>
                <a:lnTo>
                  <a:pt x="1284154" y="32011"/>
                </a:lnTo>
                <a:lnTo>
                  <a:pt x="1283835" y="32613"/>
                </a:lnTo>
                <a:lnTo>
                  <a:pt x="1283529" y="33222"/>
                </a:lnTo>
                <a:lnTo>
                  <a:pt x="1283236" y="33839"/>
                </a:lnTo>
                <a:lnTo>
                  <a:pt x="1282958" y="34463"/>
                </a:lnTo>
                <a:lnTo>
                  <a:pt x="1282693" y="35093"/>
                </a:lnTo>
                <a:lnTo>
                  <a:pt x="1282442" y="35731"/>
                </a:lnTo>
                <a:lnTo>
                  <a:pt x="1282204" y="36376"/>
                </a:lnTo>
                <a:lnTo>
                  <a:pt x="1281980" y="37028"/>
                </a:lnTo>
                <a:lnTo>
                  <a:pt x="1281770" y="37688"/>
                </a:lnTo>
                <a:lnTo>
                  <a:pt x="1281573" y="38354"/>
                </a:lnTo>
                <a:lnTo>
                  <a:pt x="1281390" y="39027"/>
                </a:lnTo>
                <a:lnTo>
                  <a:pt x="1281221" y="39708"/>
                </a:lnTo>
                <a:lnTo>
                  <a:pt x="1281066" y="40396"/>
                </a:lnTo>
                <a:lnTo>
                  <a:pt x="1280924" y="41090"/>
                </a:lnTo>
                <a:lnTo>
                  <a:pt x="1280796" y="41792"/>
                </a:lnTo>
                <a:lnTo>
                  <a:pt x="1280681" y="42501"/>
                </a:lnTo>
                <a:lnTo>
                  <a:pt x="1280580" y="43217"/>
                </a:lnTo>
                <a:lnTo>
                  <a:pt x="1280493" y="43941"/>
                </a:lnTo>
                <a:lnTo>
                  <a:pt x="1280420" y="44671"/>
                </a:lnTo>
                <a:lnTo>
                  <a:pt x="1280360" y="45408"/>
                </a:lnTo>
                <a:lnTo>
                  <a:pt x="1280314" y="46153"/>
                </a:lnTo>
                <a:lnTo>
                  <a:pt x="1293702" y="46153"/>
                </a:lnTo>
                <a:lnTo>
                  <a:pt x="1293776" y="45463"/>
                </a:lnTo>
                <a:lnTo>
                  <a:pt x="1293866" y="44783"/>
                </a:lnTo>
                <a:lnTo>
                  <a:pt x="1293973" y="44113"/>
                </a:lnTo>
                <a:lnTo>
                  <a:pt x="1294096" y="43454"/>
                </a:lnTo>
                <a:lnTo>
                  <a:pt x="1294235" y="42805"/>
                </a:lnTo>
                <a:lnTo>
                  <a:pt x="1294391" y="42166"/>
                </a:lnTo>
                <a:lnTo>
                  <a:pt x="1294563" y="41538"/>
                </a:lnTo>
                <a:lnTo>
                  <a:pt x="1294752" y="40920"/>
                </a:lnTo>
                <a:lnTo>
                  <a:pt x="1294957" y="40313"/>
                </a:lnTo>
                <a:lnTo>
                  <a:pt x="1295179" y="39716"/>
                </a:lnTo>
                <a:lnTo>
                  <a:pt x="1295417" y="39130"/>
                </a:lnTo>
                <a:lnTo>
                  <a:pt x="1295671" y="38554"/>
                </a:lnTo>
                <a:lnTo>
                  <a:pt x="1295941" y="37988"/>
                </a:lnTo>
                <a:lnTo>
                  <a:pt x="1296229" y="37432"/>
                </a:lnTo>
                <a:lnTo>
                  <a:pt x="1296532" y="36887"/>
                </a:lnTo>
                <a:lnTo>
                  <a:pt x="1296852" y="36353"/>
                </a:lnTo>
                <a:lnTo>
                  <a:pt x="1297188" y="35829"/>
                </a:lnTo>
                <a:lnTo>
                  <a:pt x="1297541" y="35315"/>
                </a:lnTo>
                <a:lnTo>
                  <a:pt x="1297910" y="34812"/>
                </a:lnTo>
                <a:lnTo>
                  <a:pt x="1298295" y="34319"/>
                </a:lnTo>
                <a:lnTo>
                  <a:pt x="1298697" y="33836"/>
                </a:lnTo>
                <a:lnTo>
                  <a:pt x="1299116" y="33364"/>
                </a:lnTo>
                <a:lnTo>
                  <a:pt x="1299550" y="32902"/>
                </a:lnTo>
                <a:lnTo>
                  <a:pt x="1300001" y="32450"/>
                </a:lnTo>
                <a:lnTo>
                  <a:pt x="1300467" y="32013"/>
                </a:lnTo>
                <a:lnTo>
                  <a:pt x="1300947" y="31595"/>
                </a:lnTo>
                <a:lnTo>
                  <a:pt x="1301439" y="31195"/>
                </a:lnTo>
                <a:lnTo>
                  <a:pt x="1301944" y="30813"/>
                </a:lnTo>
                <a:lnTo>
                  <a:pt x="1302463" y="30451"/>
                </a:lnTo>
                <a:lnTo>
                  <a:pt x="1302995" y="30106"/>
                </a:lnTo>
                <a:lnTo>
                  <a:pt x="1303539" y="29781"/>
                </a:lnTo>
                <a:lnTo>
                  <a:pt x="1304097" y="29474"/>
                </a:lnTo>
                <a:lnTo>
                  <a:pt x="1304668" y="29186"/>
                </a:lnTo>
                <a:lnTo>
                  <a:pt x="1305253" y="28916"/>
                </a:lnTo>
                <a:lnTo>
                  <a:pt x="1305850" y="28665"/>
                </a:lnTo>
                <a:lnTo>
                  <a:pt x="1306460" y="28432"/>
                </a:lnTo>
                <a:lnTo>
                  <a:pt x="1307084" y="28218"/>
                </a:lnTo>
                <a:lnTo>
                  <a:pt x="1307721" y="28023"/>
                </a:lnTo>
                <a:lnTo>
                  <a:pt x="1308370" y="27846"/>
                </a:lnTo>
                <a:lnTo>
                  <a:pt x="1309033" y="27688"/>
                </a:lnTo>
                <a:lnTo>
                  <a:pt x="1309710" y="27549"/>
                </a:lnTo>
                <a:lnTo>
                  <a:pt x="1310399" y="27428"/>
                </a:lnTo>
                <a:lnTo>
                  <a:pt x="1311101" y="27325"/>
                </a:lnTo>
                <a:lnTo>
                  <a:pt x="1311817" y="27242"/>
                </a:lnTo>
                <a:lnTo>
                  <a:pt x="1312545" y="27177"/>
                </a:lnTo>
                <a:lnTo>
                  <a:pt x="1313287" y="27130"/>
                </a:lnTo>
                <a:lnTo>
                  <a:pt x="1314042" y="27102"/>
                </a:lnTo>
                <a:lnTo>
                  <a:pt x="1314810" y="27093"/>
                </a:lnTo>
                <a:lnTo>
                  <a:pt x="1315615" y="27101"/>
                </a:lnTo>
                <a:lnTo>
                  <a:pt x="1316403" y="27127"/>
                </a:lnTo>
                <a:lnTo>
                  <a:pt x="1317174" y="27169"/>
                </a:lnTo>
                <a:lnTo>
                  <a:pt x="1317927" y="27228"/>
                </a:lnTo>
                <a:lnTo>
                  <a:pt x="1318663" y="27305"/>
                </a:lnTo>
                <a:lnTo>
                  <a:pt x="1319382" y="27398"/>
                </a:lnTo>
                <a:lnTo>
                  <a:pt x="1320084" y="27508"/>
                </a:lnTo>
                <a:lnTo>
                  <a:pt x="1320769" y="27635"/>
                </a:lnTo>
                <a:lnTo>
                  <a:pt x="1321436" y="27780"/>
                </a:lnTo>
                <a:lnTo>
                  <a:pt x="1322086" y="27941"/>
                </a:lnTo>
                <a:lnTo>
                  <a:pt x="1322719" y="28119"/>
                </a:lnTo>
                <a:lnTo>
                  <a:pt x="1323335" y="28314"/>
                </a:lnTo>
                <a:lnTo>
                  <a:pt x="1323934" y="28526"/>
                </a:lnTo>
                <a:lnTo>
                  <a:pt x="1324515" y="28755"/>
                </a:lnTo>
                <a:lnTo>
                  <a:pt x="1325079" y="29001"/>
                </a:lnTo>
                <a:lnTo>
                  <a:pt x="1325626" y="29264"/>
                </a:lnTo>
                <a:lnTo>
                  <a:pt x="1326155" y="29543"/>
                </a:lnTo>
                <a:lnTo>
                  <a:pt x="1326668" y="29840"/>
                </a:lnTo>
                <a:lnTo>
                  <a:pt x="1327163" y="30154"/>
                </a:lnTo>
                <a:lnTo>
                  <a:pt x="1327641" y="30485"/>
                </a:lnTo>
                <a:lnTo>
                  <a:pt x="1328101" y="30832"/>
                </a:lnTo>
                <a:lnTo>
                  <a:pt x="1328545" y="31197"/>
                </a:lnTo>
                <a:lnTo>
                  <a:pt x="1328971" y="31578"/>
                </a:lnTo>
                <a:lnTo>
                  <a:pt x="1329380" y="31977"/>
                </a:lnTo>
                <a:lnTo>
                  <a:pt x="1329772" y="32388"/>
                </a:lnTo>
                <a:lnTo>
                  <a:pt x="1330147" y="32807"/>
                </a:lnTo>
                <a:lnTo>
                  <a:pt x="1330506" y="33235"/>
                </a:lnTo>
                <a:lnTo>
                  <a:pt x="1330848" y="33670"/>
                </a:lnTo>
                <a:lnTo>
                  <a:pt x="1331173" y="34114"/>
                </a:lnTo>
                <a:lnTo>
                  <a:pt x="1331482" y="34566"/>
                </a:lnTo>
                <a:lnTo>
                  <a:pt x="1331774" y="35027"/>
                </a:lnTo>
                <a:lnTo>
                  <a:pt x="1332049" y="35495"/>
                </a:lnTo>
                <a:lnTo>
                  <a:pt x="1332308" y="35972"/>
                </a:lnTo>
                <a:lnTo>
                  <a:pt x="1332550" y="36457"/>
                </a:lnTo>
                <a:lnTo>
                  <a:pt x="1332775" y="36950"/>
                </a:lnTo>
                <a:lnTo>
                  <a:pt x="1332984" y="37451"/>
                </a:lnTo>
                <a:lnTo>
                  <a:pt x="1333175" y="37960"/>
                </a:lnTo>
                <a:lnTo>
                  <a:pt x="1333351" y="38478"/>
                </a:lnTo>
                <a:lnTo>
                  <a:pt x="1333509" y="39004"/>
                </a:lnTo>
                <a:lnTo>
                  <a:pt x="1333651" y="39538"/>
                </a:lnTo>
                <a:lnTo>
                  <a:pt x="1333776" y="40080"/>
                </a:lnTo>
                <a:lnTo>
                  <a:pt x="1333884" y="40631"/>
                </a:lnTo>
                <a:lnTo>
                  <a:pt x="1333976" y="41189"/>
                </a:lnTo>
                <a:lnTo>
                  <a:pt x="1334051" y="41756"/>
                </a:lnTo>
                <a:lnTo>
                  <a:pt x="1334110" y="42331"/>
                </a:lnTo>
                <a:lnTo>
                  <a:pt x="1334151" y="42914"/>
                </a:lnTo>
                <a:lnTo>
                  <a:pt x="1334176" y="43506"/>
                </a:lnTo>
                <a:lnTo>
                  <a:pt x="1334185" y="44105"/>
                </a:lnTo>
                <a:lnTo>
                  <a:pt x="1334174" y="44834"/>
                </a:lnTo>
                <a:lnTo>
                  <a:pt x="1334142" y="45549"/>
                </a:lnTo>
                <a:lnTo>
                  <a:pt x="1334089" y="46251"/>
                </a:lnTo>
                <a:lnTo>
                  <a:pt x="1334014" y="46941"/>
                </a:lnTo>
                <a:lnTo>
                  <a:pt x="1333918" y="47617"/>
                </a:lnTo>
                <a:lnTo>
                  <a:pt x="1333801" y="48280"/>
                </a:lnTo>
                <a:lnTo>
                  <a:pt x="1333662" y="48929"/>
                </a:lnTo>
                <a:lnTo>
                  <a:pt x="1333502" y="49566"/>
                </a:lnTo>
                <a:lnTo>
                  <a:pt x="1333321" y="50190"/>
                </a:lnTo>
                <a:lnTo>
                  <a:pt x="1333118" y="50800"/>
                </a:lnTo>
                <a:lnTo>
                  <a:pt x="1332894" y="51397"/>
                </a:lnTo>
                <a:lnTo>
                  <a:pt x="1332649" y="51982"/>
                </a:lnTo>
                <a:lnTo>
                  <a:pt x="1332382" y="52553"/>
                </a:lnTo>
                <a:lnTo>
                  <a:pt x="1332094" y="53111"/>
                </a:lnTo>
                <a:lnTo>
                  <a:pt x="1331785" y="53656"/>
                </a:lnTo>
                <a:lnTo>
                  <a:pt x="1331454" y="54187"/>
                </a:lnTo>
                <a:lnTo>
                  <a:pt x="1331102" y="54706"/>
                </a:lnTo>
                <a:lnTo>
                  <a:pt x="1330729" y="55211"/>
                </a:lnTo>
                <a:lnTo>
                  <a:pt x="1330334" y="55704"/>
                </a:lnTo>
                <a:lnTo>
                  <a:pt x="1329918" y="56183"/>
                </a:lnTo>
                <a:lnTo>
                  <a:pt x="1329481" y="56649"/>
                </a:lnTo>
                <a:lnTo>
                  <a:pt x="1329022" y="57102"/>
                </a:lnTo>
                <a:lnTo>
                  <a:pt x="1328543" y="57542"/>
                </a:lnTo>
                <a:lnTo>
                  <a:pt x="1328041" y="57969"/>
                </a:lnTo>
                <a:lnTo>
                  <a:pt x="1327521" y="58380"/>
                </a:lnTo>
                <a:lnTo>
                  <a:pt x="1326985" y="58774"/>
                </a:lnTo>
                <a:lnTo>
                  <a:pt x="1326432" y="59150"/>
                </a:lnTo>
                <a:lnTo>
                  <a:pt x="1325862" y="59509"/>
                </a:lnTo>
                <a:lnTo>
                  <a:pt x="1325276" y="59850"/>
                </a:lnTo>
                <a:lnTo>
                  <a:pt x="1324674" y="60174"/>
                </a:lnTo>
                <a:lnTo>
                  <a:pt x="1324056" y="60480"/>
                </a:lnTo>
                <a:lnTo>
                  <a:pt x="1323421" y="60769"/>
                </a:lnTo>
                <a:lnTo>
                  <a:pt x="1322769" y="61040"/>
                </a:lnTo>
                <a:lnTo>
                  <a:pt x="1322101" y="61294"/>
                </a:lnTo>
                <a:lnTo>
                  <a:pt x="1321417" y="61530"/>
                </a:lnTo>
                <a:lnTo>
                  <a:pt x="1320716" y="61749"/>
                </a:lnTo>
                <a:lnTo>
                  <a:pt x="1319999" y="61950"/>
                </a:lnTo>
                <a:lnTo>
                  <a:pt x="1319266" y="62134"/>
                </a:lnTo>
                <a:lnTo>
                  <a:pt x="1318516" y="62300"/>
                </a:lnTo>
                <a:lnTo>
                  <a:pt x="1317750" y="62449"/>
                </a:lnTo>
                <a:lnTo>
                  <a:pt x="1316967" y="62580"/>
                </a:lnTo>
                <a:lnTo>
                  <a:pt x="1316168" y="62694"/>
                </a:lnTo>
                <a:lnTo>
                  <a:pt x="1315352" y="62790"/>
                </a:lnTo>
                <a:lnTo>
                  <a:pt x="1314521" y="62869"/>
                </a:lnTo>
                <a:lnTo>
                  <a:pt x="1313672" y="62930"/>
                </a:lnTo>
                <a:lnTo>
                  <a:pt x="1312808" y="62974"/>
                </a:lnTo>
                <a:lnTo>
                  <a:pt x="1311926" y="63000"/>
                </a:lnTo>
                <a:lnTo>
                  <a:pt x="1311029" y="63009"/>
                </a:lnTo>
                <a:lnTo>
                  <a:pt x="1302838" y="63009"/>
                </a:lnTo>
                <a:lnTo>
                  <a:pt x="1302838" y="74193"/>
                </a:lnTo>
                <a:lnTo>
                  <a:pt x="1311029" y="74193"/>
                </a:lnTo>
                <a:lnTo>
                  <a:pt x="1311644" y="74197"/>
                </a:lnTo>
                <a:lnTo>
                  <a:pt x="1312255" y="74209"/>
                </a:lnTo>
                <a:lnTo>
                  <a:pt x="1312861" y="74228"/>
                </a:lnTo>
                <a:lnTo>
                  <a:pt x="1313464" y="74256"/>
                </a:lnTo>
                <a:lnTo>
                  <a:pt x="1314062" y="74292"/>
                </a:lnTo>
                <a:lnTo>
                  <a:pt x="1314657" y="74336"/>
                </a:lnTo>
                <a:lnTo>
                  <a:pt x="1315247" y="74387"/>
                </a:lnTo>
                <a:lnTo>
                  <a:pt x="1315833" y="74447"/>
                </a:lnTo>
                <a:lnTo>
                  <a:pt x="1316415" y="74514"/>
                </a:lnTo>
                <a:lnTo>
                  <a:pt x="1316993" y="74589"/>
                </a:lnTo>
                <a:lnTo>
                  <a:pt x="1317567" y="74672"/>
                </a:lnTo>
                <a:lnTo>
                  <a:pt x="1318137" y="74764"/>
                </a:lnTo>
                <a:lnTo>
                  <a:pt x="1318702" y="74863"/>
                </a:lnTo>
                <a:lnTo>
                  <a:pt x="1319264" y="74970"/>
                </a:lnTo>
                <a:lnTo>
                  <a:pt x="1319822" y="75085"/>
                </a:lnTo>
                <a:lnTo>
                  <a:pt x="1320375" y="75208"/>
                </a:lnTo>
                <a:lnTo>
                  <a:pt x="1320924" y="75338"/>
                </a:lnTo>
                <a:lnTo>
                  <a:pt x="1321469" y="75477"/>
                </a:lnTo>
                <a:lnTo>
                  <a:pt x="1322011" y="75624"/>
                </a:lnTo>
                <a:lnTo>
                  <a:pt x="1322548" y="75778"/>
                </a:lnTo>
                <a:lnTo>
                  <a:pt x="1323080" y="75941"/>
                </a:lnTo>
                <a:lnTo>
                  <a:pt x="1323609" y="76111"/>
                </a:lnTo>
                <a:lnTo>
                  <a:pt x="1324134" y="76290"/>
                </a:lnTo>
                <a:lnTo>
                  <a:pt x="1324655" y="76476"/>
                </a:lnTo>
                <a:lnTo>
                  <a:pt x="1325169" y="76671"/>
                </a:lnTo>
                <a:lnTo>
                  <a:pt x="1325674" y="76874"/>
                </a:lnTo>
                <a:lnTo>
                  <a:pt x="1326171" y="77086"/>
                </a:lnTo>
                <a:lnTo>
                  <a:pt x="1326659" y="77307"/>
                </a:lnTo>
                <a:lnTo>
                  <a:pt x="1327138" y="77537"/>
                </a:lnTo>
                <a:lnTo>
                  <a:pt x="1327608" y="77775"/>
                </a:lnTo>
                <a:lnTo>
                  <a:pt x="1328070" y="78023"/>
                </a:lnTo>
                <a:lnTo>
                  <a:pt x="1328523" y="78279"/>
                </a:lnTo>
                <a:lnTo>
                  <a:pt x="1328967" y="78543"/>
                </a:lnTo>
                <a:lnTo>
                  <a:pt x="1329403" y="78817"/>
                </a:lnTo>
                <a:lnTo>
                  <a:pt x="1329829" y="79099"/>
                </a:lnTo>
                <a:lnTo>
                  <a:pt x="1330247" y="79390"/>
                </a:lnTo>
                <a:lnTo>
                  <a:pt x="1330656" y="79690"/>
                </a:lnTo>
                <a:lnTo>
                  <a:pt x="1331057" y="79998"/>
                </a:lnTo>
                <a:lnTo>
                  <a:pt x="1331448" y="80315"/>
                </a:lnTo>
                <a:lnTo>
                  <a:pt x="1331831" y="80641"/>
                </a:lnTo>
                <a:lnTo>
                  <a:pt x="1332205" y="80976"/>
                </a:lnTo>
                <a:lnTo>
                  <a:pt x="1332571" y="81319"/>
                </a:lnTo>
                <a:lnTo>
                  <a:pt x="1332927" y="81672"/>
                </a:lnTo>
                <a:lnTo>
                  <a:pt x="1333275" y="82033"/>
                </a:lnTo>
                <a:lnTo>
                  <a:pt x="1333614" y="82402"/>
                </a:lnTo>
                <a:lnTo>
                  <a:pt x="1333944" y="82781"/>
                </a:lnTo>
                <a:lnTo>
                  <a:pt x="1334266" y="83168"/>
                </a:lnTo>
                <a:lnTo>
                  <a:pt x="1334579" y="83564"/>
                </a:lnTo>
                <a:lnTo>
                  <a:pt x="1334881" y="83970"/>
                </a:lnTo>
                <a:lnTo>
                  <a:pt x="1335170" y="84385"/>
                </a:lnTo>
                <a:lnTo>
                  <a:pt x="1335446" y="84811"/>
                </a:lnTo>
                <a:lnTo>
                  <a:pt x="1335710" y="85247"/>
                </a:lnTo>
                <a:lnTo>
                  <a:pt x="1335961" y="85693"/>
                </a:lnTo>
                <a:lnTo>
                  <a:pt x="1336198" y="86149"/>
                </a:lnTo>
                <a:lnTo>
                  <a:pt x="1336423" y="86615"/>
                </a:lnTo>
                <a:lnTo>
                  <a:pt x="1336635" y="87091"/>
                </a:lnTo>
                <a:lnTo>
                  <a:pt x="1336834" y="87577"/>
                </a:lnTo>
                <a:lnTo>
                  <a:pt x="1337021" y="88074"/>
                </a:lnTo>
                <a:lnTo>
                  <a:pt x="1337194" y="88581"/>
                </a:lnTo>
                <a:lnTo>
                  <a:pt x="1337355" y="89097"/>
                </a:lnTo>
                <a:lnTo>
                  <a:pt x="1337503" y="89624"/>
                </a:lnTo>
                <a:lnTo>
                  <a:pt x="1337638" y="90161"/>
                </a:lnTo>
                <a:lnTo>
                  <a:pt x="1337760" y="90708"/>
                </a:lnTo>
                <a:lnTo>
                  <a:pt x="1337869" y="91265"/>
                </a:lnTo>
                <a:lnTo>
                  <a:pt x="1337965" y="91833"/>
                </a:lnTo>
                <a:lnTo>
                  <a:pt x="1338049" y="92410"/>
                </a:lnTo>
                <a:lnTo>
                  <a:pt x="1338120" y="92997"/>
                </a:lnTo>
                <a:lnTo>
                  <a:pt x="1338178" y="93595"/>
                </a:lnTo>
                <a:lnTo>
                  <a:pt x="1338223" y="94203"/>
                </a:lnTo>
                <a:lnTo>
                  <a:pt x="1338255" y="94821"/>
                </a:lnTo>
                <a:lnTo>
                  <a:pt x="1338274" y="95449"/>
                </a:lnTo>
                <a:lnTo>
                  <a:pt x="1338280" y="96087"/>
                </a:lnTo>
                <a:lnTo>
                  <a:pt x="1338276" y="96597"/>
                </a:lnTo>
                <a:lnTo>
                  <a:pt x="1338262" y="97102"/>
                </a:lnTo>
                <a:lnTo>
                  <a:pt x="1338239" y="97604"/>
                </a:lnTo>
                <a:lnTo>
                  <a:pt x="1338206" y="98102"/>
                </a:lnTo>
                <a:lnTo>
                  <a:pt x="1338164" y="98595"/>
                </a:lnTo>
                <a:lnTo>
                  <a:pt x="1338113" y="99085"/>
                </a:lnTo>
                <a:lnTo>
                  <a:pt x="1338053" y="99570"/>
                </a:lnTo>
                <a:lnTo>
                  <a:pt x="1337983" y="100051"/>
                </a:lnTo>
                <a:lnTo>
                  <a:pt x="1337904" y="100528"/>
                </a:lnTo>
                <a:lnTo>
                  <a:pt x="1337816" y="101001"/>
                </a:lnTo>
                <a:lnTo>
                  <a:pt x="1337718" y="101470"/>
                </a:lnTo>
                <a:lnTo>
                  <a:pt x="1337611" y="101935"/>
                </a:lnTo>
                <a:lnTo>
                  <a:pt x="1337495" y="102396"/>
                </a:lnTo>
                <a:lnTo>
                  <a:pt x="1337369" y="102853"/>
                </a:lnTo>
                <a:lnTo>
                  <a:pt x="1337234" y="103305"/>
                </a:lnTo>
                <a:lnTo>
                  <a:pt x="1337090" y="103754"/>
                </a:lnTo>
                <a:lnTo>
                  <a:pt x="1336937" y="104198"/>
                </a:lnTo>
                <a:lnTo>
                  <a:pt x="1336774" y="104638"/>
                </a:lnTo>
                <a:lnTo>
                  <a:pt x="1336602" y="105074"/>
                </a:lnTo>
                <a:lnTo>
                  <a:pt x="1336421" y="105506"/>
                </a:lnTo>
                <a:lnTo>
                  <a:pt x="1336230" y="105934"/>
                </a:lnTo>
                <a:lnTo>
                  <a:pt x="1336030" y="106358"/>
                </a:lnTo>
                <a:lnTo>
                  <a:pt x="1335821" y="106778"/>
                </a:lnTo>
                <a:lnTo>
                  <a:pt x="1335603" y="107194"/>
                </a:lnTo>
                <a:lnTo>
                  <a:pt x="1335375" y="107604"/>
                </a:lnTo>
                <a:lnTo>
                  <a:pt x="1335139" y="108007"/>
                </a:lnTo>
                <a:lnTo>
                  <a:pt x="1334894" y="108403"/>
                </a:lnTo>
                <a:lnTo>
                  <a:pt x="1334640" y="108793"/>
                </a:lnTo>
                <a:lnTo>
                  <a:pt x="1334378" y="109175"/>
                </a:lnTo>
                <a:lnTo>
                  <a:pt x="1334106" y="109551"/>
                </a:lnTo>
                <a:lnTo>
                  <a:pt x="1333826" y="109920"/>
                </a:lnTo>
                <a:lnTo>
                  <a:pt x="1333538" y="110282"/>
                </a:lnTo>
                <a:lnTo>
                  <a:pt x="1333240" y="110637"/>
                </a:lnTo>
                <a:lnTo>
                  <a:pt x="1332934" y="110986"/>
                </a:lnTo>
                <a:lnTo>
                  <a:pt x="1332619" y="111328"/>
                </a:lnTo>
                <a:lnTo>
                  <a:pt x="1332295" y="111662"/>
                </a:lnTo>
                <a:lnTo>
                  <a:pt x="1331962" y="111990"/>
                </a:lnTo>
                <a:lnTo>
                  <a:pt x="1331621" y="112311"/>
                </a:lnTo>
                <a:lnTo>
                  <a:pt x="1331271" y="112626"/>
                </a:lnTo>
                <a:lnTo>
                  <a:pt x="1330912" y="112933"/>
                </a:lnTo>
                <a:lnTo>
                  <a:pt x="1330545" y="113234"/>
                </a:lnTo>
                <a:lnTo>
                  <a:pt x="1330168" y="113528"/>
                </a:lnTo>
                <a:lnTo>
                  <a:pt x="1329783" y="113815"/>
                </a:lnTo>
                <a:lnTo>
                  <a:pt x="1329389" y="114095"/>
                </a:lnTo>
                <a:lnTo>
                  <a:pt x="1328987" y="114368"/>
                </a:lnTo>
                <a:lnTo>
                  <a:pt x="1328575" y="114635"/>
                </a:lnTo>
                <a:lnTo>
                  <a:pt x="1328155" y="114894"/>
                </a:lnTo>
                <a:lnTo>
                  <a:pt x="1327726" y="115147"/>
                </a:lnTo>
                <a:lnTo>
                  <a:pt x="1327289" y="115391"/>
                </a:lnTo>
                <a:lnTo>
                  <a:pt x="1326842" y="115625"/>
                </a:lnTo>
                <a:lnTo>
                  <a:pt x="1326387" y="115848"/>
                </a:lnTo>
                <a:lnTo>
                  <a:pt x="1325923" y="116061"/>
                </a:lnTo>
                <a:lnTo>
                  <a:pt x="1325451" y="116264"/>
                </a:lnTo>
                <a:lnTo>
                  <a:pt x="1324969" y="116456"/>
                </a:lnTo>
                <a:lnTo>
                  <a:pt x="1324479" y="116638"/>
                </a:lnTo>
                <a:lnTo>
                  <a:pt x="1323981" y="116809"/>
                </a:lnTo>
                <a:lnTo>
                  <a:pt x="1323473" y="116970"/>
                </a:lnTo>
                <a:lnTo>
                  <a:pt x="1322957" y="117121"/>
                </a:lnTo>
                <a:lnTo>
                  <a:pt x="1322432" y="117261"/>
                </a:lnTo>
                <a:lnTo>
                  <a:pt x="1321898" y="117391"/>
                </a:lnTo>
                <a:lnTo>
                  <a:pt x="1321355" y="117511"/>
                </a:lnTo>
                <a:lnTo>
                  <a:pt x="1320804" y="117620"/>
                </a:lnTo>
                <a:lnTo>
                  <a:pt x="1320244" y="117719"/>
                </a:lnTo>
                <a:lnTo>
                  <a:pt x="1319675" y="117807"/>
                </a:lnTo>
                <a:lnTo>
                  <a:pt x="1319097" y="117885"/>
                </a:lnTo>
                <a:lnTo>
                  <a:pt x="1318511" y="117952"/>
                </a:lnTo>
                <a:lnTo>
                  <a:pt x="1317916" y="118009"/>
                </a:lnTo>
                <a:lnTo>
                  <a:pt x="1317312" y="118056"/>
                </a:lnTo>
                <a:lnTo>
                  <a:pt x="1316700" y="118093"/>
                </a:lnTo>
                <a:lnTo>
                  <a:pt x="1316078" y="118119"/>
                </a:lnTo>
                <a:lnTo>
                  <a:pt x="1315448" y="118134"/>
                </a:lnTo>
                <a:lnTo>
                  <a:pt x="1314810" y="118139"/>
                </a:lnTo>
                <a:lnTo>
                  <a:pt x="1314170" y="118134"/>
                </a:lnTo>
                <a:lnTo>
                  <a:pt x="1313539" y="118117"/>
                </a:lnTo>
                <a:lnTo>
                  <a:pt x="1312915" y="118090"/>
                </a:lnTo>
                <a:lnTo>
                  <a:pt x="1312298" y="118052"/>
                </a:lnTo>
                <a:lnTo>
                  <a:pt x="1311690" y="118003"/>
                </a:lnTo>
                <a:lnTo>
                  <a:pt x="1311089" y="117943"/>
                </a:lnTo>
                <a:lnTo>
                  <a:pt x="1310495" y="117871"/>
                </a:lnTo>
                <a:lnTo>
                  <a:pt x="1309909" y="117789"/>
                </a:lnTo>
                <a:lnTo>
                  <a:pt x="1309331" y="117697"/>
                </a:lnTo>
                <a:lnTo>
                  <a:pt x="1308761" y="117593"/>
                </a:lnTo>
                <a:lnTo>
                  <a:pt x="1308198" y="117478"/>
                </a:lnTo>
                <a:lnTo>
                  <a:pt x="1307643" y="117352"/>
                </a:lnTo>
                <a:lnTo>
                  <a:pt x="1307095" y="117216"/>
                </a:lnTo>
                <a:lnTo>
                  <a:pt x="1306556" y="117068"/>
                </a:lnTo>
                <a:lnTo>
                  <a:pt x="1306023" y="116909"/>
                </a:lnTo>
                <a:lnTo>
                  <a:pt x="1305499" y="116740"/>
                </a:lnTo>
                <a:lnTo>
                  <a:pt x="1304982" y="116560"/>
                </a:lnTo>
                <a:lnTo>
                  <a:pt x="1304473" y="116368"/>
                </a:lnTo>
                <a:lnTo>
                  <a:pt x="1303971" y="116166"/>
                </a:lnTo>
                <a:lnTo>
                  <a:pt x="1303477" y="115953"/>
                </a:lnTo>
                <a:lnTo>
                  <a:pt x="1302991" y="115729"/>
                </a:lnTo>
                <a:lnTo>
                  <a:pt x="1302512" y="115494"/>
                </a:lnTo>
                <a:lnTo>
                  <a:pt x="1302041" y="115248"/>
                </a:lnTo>
                <a:lnTo>
                  <a:pt x="1301578" y="114991"/>
                </a:lnTo>
                <a:lnTo>
                  <a:pt x="1301123" y="114724"/>
                </a:lnTo>
                <a:lnTo>
                  <a:pt x="1300677" y="114451"/>
                </a:lnTo>
                <a:lnTo>
                  <a:pt x="1300240" y="114170"/>
                </a:lnTo>
                <a:lnTo>
                  <a:pt x="1299812" y="113881"/>
                </a:lnTo>
                <a:lnTo>
                  <a:pt x="1299394" y="113586"/>
                </a:lnTo>
                <a:lnTo>
                  <a:pt x="1298984" y="113282"/>
                </a:lnTo>
                <a:lnTo>
                  <a:pt x="1298583" y="112972"/>
                </a:lnTo>
                <a:lnTo>
                  <a:pt x="1298191" y="112654"/>
                </a:lnTo>
                <a:lnTo>
                  <a:pt x="1297808" y="112329"/>
                </a:lnTo>
                <a:lnTo>
                  <a:pt x="1297434" y="111996"/>
                </a:lnTo>
                <a:lnTo>
                  <a:pt x="1297070" y="111656"/>
                </a:lnTo>
                <a:lnTo>
                  <a:pt x="1296714" y="111308"/>
                </a:lnTo>
                <a:lnTo>
                  <a:pt x="1296367" y="110954"/>
                </a:lnTo>
                <a:lnTo>
                  <a:pt x="1296030" y="110591"/>
                </a:lnTo>
                <a:lnTo>
                  <a:pt x="1295701" y="110222"/>
                </a:lnTo>
                <a:lnTo>
                  <a:pt x="1295381" y="109845"/>
                </a:lnTo>
                <a:lnTo>
                  <a:pt x="1295071" y="109461"/>
                </a:lnTo>
                <a:lnTo>
                  <a:pt x="1294769" y="109069"/>
                </a:lnTo>
                <a:lnTo>
                  <a:pt x="1294476" y="108670"/>
                </a:lnTo>
                <a:lnTo>
                  <a:pt x="1294193" y="108263"/>
                </a:lnTo>
                <a:lnTo>
                  <a:pt x="1293918" y="107850"/>
                </a:lnTo>
                <a:lnTo>
                  <a:pt x="1293653" y="107428"/>
                </a:lnTo>
                <a:lnTo>
                  <a:pt x="1293396" y="107000"/>
                </a:lnTo>
                <a:lnTo>
                  <a:pt x="1293149" y="106564"/>
                </a:lnTo>
                <a:lnTo>
                  <a:pt x="1292911" y="106122"/>
                </a:lnTo>
                <a:lnTo>
                  <a:pt x="1292683" y="105677"/>
                </a:lnTo>
                <a:lnTo>
                  <a:pt x="1292464" y="105228"/>
                </a:lnTo>
                <a:lnTo>
                  <a:pt x="1292254" y="104776"/>
                </a:lnTo>
                <a:lnTo>
                  <a:pt x="1292055" y="104320"/>
                </a:lnTo>
                <a:lnTo>
                  <a:pt x="1291865" y="103861"/>
                </a:lnTo>
                <a:lnTo>
                  <a:pt x="1291684" y="103398"/>
                </a:lnTo>
                <a:lnTo>
                  <a:pt x="1291513" y="102932"/>
                </a:lnTo>
                <a:lnTo>
                  <a:pt x="1291352" y="102462"/>
                </a:lnTo>
                <a:lnTo>
                  <a:pt x="1291200" y="101988"/>
                </a:lnTo>
                <a:lnTo>
                  <a:pt x="1291058" y="101511"/>
                </a:lnTo>
                <a:lnTo>
                  <a:pt x="1290925" y="101030"/>
                </a:lnTo>
                <a:lnTo>
                  <a:pt x="1290802" y="100546"/>
                </a:lnTo>
                <a:lnTo>
                  <a:pt x="1290688" y="100058"/>
                </a:lnTo>
                <a:lnTo>
                  <a:pt x="1290584" y="99567"/>
                </a:lnTo>
                <a:lnTo>
                  <a:pt x="1290490" y="99072"/>
                </a:lnTo>
                <a:lnTo>
                  <a:pt x="1290405" y="98574"/>
                </a:lnTo>
                <a:lnTo>
                  <a:pt x="1290330" y="98072"/>
                </a:lnTo>
                <a:lnTo>
                  <a:pt x="1290264" y="97566"/>
                </a:lnTo>
                <a:lnTo>
                  <a:pt x="1290208" y="97057"/>
                </a:lnTo>
                <a:lnTo>
                  <a:pt x="1290162" y="96545"/>
                </a:lnTo>
                <a:lnTo>
                  <a:pt x="1290125" y="96029"/>
                </a:lnTo>
                <a:lnTo>
                  <a:pt x="1290097" y="95509"/>
                </a:lnTo>
                <a:lnTo>
                  <a:pt x="1290080" y="94986"/>
                </a:lnTo>
                <a:lnTo>
                  <a:pt x="1276689" y="94986"/>
                </a:lnTo>
                <a:lnTo>
                  <a:pt x="1276724" y="95938"/>
                </a:lnTo>
                <a:lnTo>
                  <a:pt x="1276775" y="96876"/>
                </a:lnTo>
                <a:lnTo>
                  <a:pt x="1276842" y="97802"/>
                </a:lnTo>
                <a:lnTo>
                  <a:pt x="1276926" y="98714"/>
                </a:lnTo>
                <a:lnTo>
                  <a:pt x="1277026" y="99613"/>
                </a:lnTo>
                <a:lnTo>
                  <a:pt x="1277142" y="100499"/>
                </a:lnTo>
                <a:lnTo>
                  <a:pt x="1277275" y="101372"/>
                </a:lnTo>
                <a:lnTo>
                  <a:pt x="1277424" y="102232"/>
                </a:lnTo>
                <a:lnTo>
                  <a:pt x="1277590" y="103078"/>
                </a:lnTo>
                <a:lnTo>
                  <a:pt x="1277772" y="103912"/>
                </a:lnTo>
                <a:lnTo>
                  <a:pt x="1277971" y="104732"/>
                </a:lnTo>
                <a:lnTo>
                  <a:pt x="1278186" y="105539"/>
                </a:lnTo>
                <a:lnTo>
                  <a:pt x="1278417" y="106333"/>
                </a:lnTo>
                <a:lnTo>
                  <a:pt x="1278665" y="107114"/>
                </a:lnTo>
                <a:lnTo>
                  <a:pt x="1278929" y="107882"/>
                </a:lnTo>
                <a:lnTo>
                  <a:pt x="1279209" y="108637"/>
                </a:lnTo>
                <a:lnTo>
                  <a:pt x="1279506" y="109379"/>
                </a:lnTo>
                <a:lnTo>
                  <a:pt x="1279820" y="110107"/>
                </a:lnTo>
                <a:lnTo>
                  <a:pt x="1280149" y="110822"/>
                </a:lnTo>
                <a:lnTo>
                  <a:pt x="1280496" y="111525"/>
                </a:lnTo>
                <a:lnTo>
                  <a:pt x="1280858" y="112214"/>
                </a:lnTo>
                <a:lnTo>
                  <a:pt x="1281237" y="112890"/>
                </a:lnTo>
                <a:lnTo>
                  <a:pt x="1281633" y="113553"/>
                </a:lnTo>
                <a:lnTo>
                  <a:pt x="1282044" y="114202"/>
                </a:lnTo>
                <a:lnTo>
                  <a:pt x="1282471" y="114839"/>
                </a:lnTo>
                <a:lnTo>
                  <a:pt x="1282910" y="115462"/>
                </a:lnTo>
                <a:lnTo>
                  <a:pt x="1283360" y="116072"/>
                </a:lnTo>
                <a:lnTo>
                  <a:pt x="1283824" y="116668"/>
                </a:lnTo>
                <a:lnTo>
                  <a:pt x="1284299" y="117251"/>
                </a:lnTo>
                <a:lnTo>
                  <a:pt x="1284787" y="117820"/>
                </a:lnTo>
                <a:lnTo>
                  <a:pt x="1285287" y="118376"/>
                </a:lnTo>
                <a:lnTo>
                  <a:pt x="1285800" y="118919"/>
                </a:lnTo>
                <a:lnTo>
                  <a:pt x="1286324" y="119448"/>
                </a:lnTo>
                <a:lnTo>
                  <a:pt x="1286861" y="119964"/>
                </a:lnTo>
                <a:lnTo>
                  <a:pt x="1287411" y="120467"/>
                </a:lnTo>
                <a:lnTo>
                  <a:pt x="1287972" y="120956"/>
                </a:lnTo>
                <a:lnTo>
                  <a:pt x="1288546" y="121431"/>
                </a:lnTo>
                <a:lnTo>
                  <a:pt x="1289132" y="121894"/>
                </a:lnTo>
                <a:lnTo>
                  <a:pt x="1289731" y="122343"/>
                </a:lnTo>
                <a:lnTo>
                  <a:pt x="1290342" y="122778"/>
                </a:lnTo>
                <a:lnTo>
                  <a:pt x="1290965" y="123200"/>
                </a:lnTo>
                <a:lnTo>
                  <a:pt x="1291600" y="123609"/>
                </a:lnTo>
                <a:lnTo>
                  <a:pt x="1292248" y="124004"/>
                </a:lnTo>
                <a:lnTo>
                  <a:pt x="1292908" y="124386"/>
                </a:lnTo>
                <a:lnTo>
                  <a:pt x="1293580" y="124755"/>
                </a:lnTo>
                <a:lnTo>
                  <a:pt x="1294264" y="125110"/>
                </a:lnTo>
                <a:lnTo>
                  <a:pt x="1294961" y="125452"/>
                </a:lnTo>
                <a:lnTo>
                  <a:pt x="1295670" y="125780"/>
                </a:lnTo>
                <a:lnTo>
                  <a:pt x="1296389" y="126095"/>
                </a:lnTo>
                <a:lnTo>
                  <a:pt x="1297115" y="126396"/>
                </a:lnTo>
                <a:lnTo>
                  <a:pt x="1297847" y="126684"/>
                </a:lnTo>
                <a:lnTo>
                  <a:pt x="1298587" y="126959"/>
                </a:lnTo>
                <a:lnTo>
                  <a:pt x="1299333" y="127220"/>
                </a:lnTo>
                <a:lnTo>
                  <a:pt x="1300086" y="127468"/>
                </a:lnTo>
                <a:lnTo>
                  <a:pt x="1300846" y="127702"/>
                </a:lnTo>
                <a:lnTo>
                  <a:pt x="1301613" y="127923"/>
                </a:lnTo>
                <a:lnTo>
                  <a:pt x="1302386" y="128131"/>
                </a:lnTo>
                <a:lnTo>
                  <a:pt x="1303167" y="128325"/>
                </a:lnTo>
                <a:lnTo>
                  <a:pt x="1303954" y="128506"/>
                </a:lnTo>
                <a:lnTo>
                  <a:pt x="1304748" y="128674"/>
                </a:lnTo>
                <a:lnTo>
                  <a:pt x="1305549" y="128828"/>
                </a:lnTo>
                <a:lnTo>
                  <a:pt x="1306356" y="128968"/>
                </a:lnTo>
                <a:lnTo>
                  <a:pt x="1307171" y="129095"/>
                </a:lnTo>
                <a:lnTo>
                  <a:pt x="1307992" y="129209"/>
                </a:lnTo>
                <a:lnTo>
                  <a:pt x="1308821" y="129310"/>
                </a:lnTo>
                <a:lnTo>
                  <a:pt x="1309656" y="129397"/>
                </a:lnTo>
                <a:lnTo>
                  <a:pt x="1310498" y="129471"/>
                </a:lnTo>
                <a:lnTo>
                  <a:pt x="1311346" y="129531"/>
                </a:lnTo>
                <a:lnTo>
                  <a:pt x="1312202" y="129578"/>
                </a:lnTo>
                <a:lnTo>
                  <a:pt x="1313064" y="129611"/>
                </a:lnTo>
                <a:lnTo>
                  <a:pt x="1313934" y="129631"/>
                </a:lnTo>
                <a:lnTo>
                  <a:pt x="1314810" y="129638"/>
                </a:lnTo>
                <a:lnTo>
                  <a:pt x="1315814" y="129630"/>
                </a:lnTo>
                <a:lnTo>
                  <a:pt x="1316804" y="129606"/>
                </a:lnTo>
                <a:lnTo>
                  <a:pt x="1317780" y="129565"/>
                </a:lnTo>
                <a:lnTo>
                  <a:pt x="1318743" y="129509"/>
                </a:lnTo>
                <a:lnTo>
                  <a:pt x="1319692" y="129436"/>
                </a:lnTo>
                <a:close/>
                <a:moveTo>
                  <a:pt x="1260343" y="146931"/>
                </a:moveTo>
                <a:lnTo>
                  <a:pt x="1259582" y="146116"/>
                </a:lnTo>
                <a:lnTo>
                  <a:pt x="1258829" y="145294"/>
                </a:lnTo>
                <a:lnTo>
                  <a:pt x="1258083" y="144465"/>
                </a:lnTo>
                <a:lnTo>
                  <a:pt x="1257346" y="143627"/>
                </a:lnTo>
                <a:lnTo>
                  <a:pt x="1256615" y="142782"/>
                </a:lnTo>
                <a:lnTo>
                  <a:pt x="1255893" y="141929"/>
                </a:lnTo>
                <a:lnTo>
                  <a:pt x="1255178" y="141069"/>
                </a:lnTo>
                <a:lnTo>
                  <a:pt x="1254470" y="140201"/>
                </a:lnTo>
                <a:lnTo>
                  <a:pt x="1253771" y="139325"/>
                </a:lnTo>
                <a:lnTo>
                  <a:pt x="1253079" y="138442"/>
                </a:lnTo>
                <a:lnTo>
                  <a:pt x="1252394" y="137551"/>
                </a:lnTo>
                <a:lnTo>
                  <a:pt x="1251718" y="136652"/>
                </a:lnTo>
                <a:lnTo>
                  <a:pt x="1251049" y="135746"/>
                </a:lnTo>
                <a:lnTo>
                  <a:pt x="1250387" y="134832"/>
                </a:lnTo>
                <a:lnTo>
                  <a:pt x="1249734" y="133911"/>
                </a:lnTo>
                <a:lnTo>
                  <a:pt x="1249088" y="132981"/>
                </a:lnTo>
                <a:lnTo>
                  <a:pt x="1248449" y="132044"/>
                </a:lnTo>
                <a:lnTo>
                  <a:pt x="1247818" y="131100"/>
                </a:lnTo>
                <a:lnTo>
                  <a:pt x="1247195" y="130147"/>
                </a:lnTo>
                <a:lnTo>
                  <a:pt x="1246580" y="129187"/>
                </a:lnTo>
                <a:lnTo>
                  <a:pt x="1245972" y="128220"/>
                </a:lnTo>
                <a:lnTo>
                  <a:pt x="1245374" y="127246"/>
                </a:lnTo>
                <a:lnTo>
                  <a:pt x="1244787" y="126266"/>
                </a:lnTo>
                <a:lnTo>
                  <a:pt x="1244212" y="125280"/>
                </a:lnTo>
                <a:lnTo>
                  <a:pt x="1243647" y="124289"/>
                </a:lnTo>
                <a:lnTo>
                  <a:pt x="1243094" y="123292"/>
                </a:lnTo>
                <a:lnTo>
                  <a:pt x="1242552" y="122289"/>
                </a:lnTo>
                <a:lnTo>
                  <a:pt x="1242021" y="121280"/>
                </a:lnTo>
                <a:lnTo>
                  <a:pt x="1241501" y="120266"/>
                </a:lnTo>
                <a:lnTo>
                  <a:pt x="1240993" y="119246"/>
                </a:lnTo>
                <a:lnTo>
                  <a:pt x="1240496" y="118220"/>
                </a:lnTo>
                <a:lnTo>
                  <a:pt x="1240010" y="117188"/>
                </a:lnTo>
                <a:lnTo>
                  <a:pt x="1239535" y="116151"/>
                </a:lnTo>
                <a:lnTo>
                  <a:pt x="1239071" y="115108"/>
                </a:lnTo>
                <a:lnTo>
                  <a:pt x="1238619" y="114059"/>
                </a:lnTo>
                <a:lnTo>
                  <a:pt x="1238178" y="113004"/>
                </a:lnTo>
                <a:lnTo>
                  <a:pt x="1237748" y="111944"/>
                </a:lnTo>
                <a:lnTo>
                  <a:pt x="1237329" y="110878"/>
                </a:lnTo>
                <a:lnTo>
                  <a:pt x="1236922" y="109806"/>
                </a:lnTo>
                <a:lnTo>
                  <a:pt x="1236525" y="108728"/>
                </a:lnTo>
                <a:lnTo>
                  <a:pt x="1236140" y="107645"/>
                </a:lnTo>
                <a:lnTo>
                  <a:pt x="1235766" y="106556"/>
                </a:lnTo>
                <a:lnTo>
                  <a:pt x="1235403" y="105461"/>
                </a:lnTo>
                <a:lnTo>
                  <a:pt x="1235052" y="104361"/>
                </a:lnTo>
                <a:lnTo>
                  <a:pt x="1234712" y="103254"/>
                </a:lnTo>
                <a:lnTo>
                  <a:pt x="1234384" y="102143"/>
                </a:lnTo>
                <a:lnTo>
                  <a:pt x="1234070" y="101026"/>
                </a:lnTo>
                <a:lnTo>
                  <a:pt x="1233770" y="99906"/>
                </a:lnTo>
                <a:lnTo>
                  <a:pt x="1233484" y="98780"/>
                </a:lnTo>
                <a:lnTo>
                  <a:pt x="1233213" y="97650"/>
                </a:lnTo>
                <a:lnTo>
                  <a:pt x="1232955" y="96515"/>
                </a:lnTo>
                <a:lnTo>
                  <a:pt x="1232710" y="95376"/>
                </a:lnTo>
                <a:lnTo>
                  <a:pt x="1232480" y="94232"/>
                </a:lnTo>
                <a:lnTo>
                  <a:pt x="1232264" y="93083"/>
                </a:lnTo>
                <a:lnTo>
                  <a:pt x="1232062" y="91930"/>
                </a:lnTo>
                <a:lnTo>
                  <a:pt x="1231874" y="90772"/>
                </a:lnTo>
                <a:lnTo>
                  <a:pt x="1231699" y="89609"/>
                </a:lnTo>
                <a:lnTo>
                  <a:pt x="1231539" y="88442"/>
                </a:lnTo>
                <a:lnTo>
                  <a:pt x="1231393" y="87270"/>
                </a:lnTo>
                <a:lnTo>
                  <a:pt x="1231260" y="86094"/>
                </a:lnTo>
                <a:lnTo>
                  <a:pt x="1231142" y="84912"/>
                </a:lnTo>
                <a:lnTo>
                  <a:pt x="1231037" y="83727"/>
                </a:lnTo>
                <a:lnTo>
                  <a:pt x="1230946" y="82536"/>
                </a:lnTo>
                <a:lnTo>
                  <a:pt x="1230870" y="81341"/>
                </a:lnTo>
                <a:lnTo>
                  <a:pt x="1230807" y="80141"/>
                </a:lnTo>
                <a:lnTo>
                  <a:pt x="1230758" y="78937"/>
                </a:lnTo>
                <a:lnTo>
                  <a:pt x="1230723" y="77728"/>
                </a:lnTo>
                <a:lnTo>
                  <a:pt x="1230702" y="76514"/>
                </a:lnTo>
                <a:lnTo>
                  <a:pt x="1230695" y="75296"/>
                </a:lnTo>
                <a:lnTo>
                  <a:pt x="1230702" y="74078"/>
                </a:lnTo>
                <a:lnTo>
                  <a:pt x="1230723" y="72864"/>
                </a:lnTo>
                <a:lnTo>
                  <a:pt x="1230758" y="71655"/>
                </a:lnTo>
                <a:lnTo>
                  <a:pt x="1230807" y="70450"/>
                </a:lnTo>
                <a:lnTo>
                  <a:pt x="1230870" y="69250"/>
                </a:lnTo>
                <a:lnTo>
                  <a:pt x="1230946" y="68055"/>
                </a:lnTo>
                <a:lnTo>
                  <a:pt x="1231037" y="66864"/>
                </a:lnTo>
                <a:lnTo>
                  <a:pt x="1231142" y="65678"/>
                </a:lnTo>
                <a:lnTo>
                  <a:pt x="1231260" y="64497"/>
                </a:lnTo>
                <a:lnTo>
                  <a:pt x="1231393" y="63320"/>
                </a:lnTo>
                <a:lnTo>
                  <a:pt x="1231539" y="62148"/>
                </a:lnTo>
                <a:lnTo>
                  <a:pt x="1231699" y="60981"/>
                </a:lnTo>
                <a:lnTo>
                  <a:pt x="1231874" y="59818"/>
                </a:lnTo>
                <a:lnTo>
                  <a:pt x="1232062" y="58660"/>
                </a:lnTo>
                <a:lnTo>
                  <a:pt x="1232264" y="57507"/>
                </a:lnTo>
                <a:lnTo>
                  <a:pt x="1232480" y="56358"/>
                </a:lnTo>
                <a:lnTo>
                  <a:pt x="1232710" y="55214"/>
                </a:lnTo>
                <a:lnTo>
                  <a:pt x="1232955" y="54075"/>
                </a:lnTo>
                <a:lnTo>
                  <a:pt x="1233213" y="52940"/>
                </a:lnTo>
                <a:lnTo>
                  <a:pt x="1233484" y="51810"/>
                </a:lnTo>
                <a:lnTo>
                  <a:pt x="1233770" y="50684"/>
                </a:lnTo>
                <a:lnTo>
                  <a:pt x="1234070" y="49563"/>
                </a:lnTo>
                <a:lnTo>
                  <a:pt x="1234384" y="48447"/>
                </a:lnTo>
                <a:lnTo>
                  <a:pt x="1234712" y="47336"/>
                </a:lnTo>
                <a:lnTo>
                  <a:pt x="1235052" y="46229"/>
                </a:lnTo>
                <a:lnTo>
                  <a:pt x="1235403" y="45129"/>
                </a:lnTo>
                <a:lnTo>
                  <a:pt x="1235765" y="44034"/>
                </a:lnTo>
                <a:lnTo>
                  <a:pt x="1236138" y="42945"/>
                </a:lnTo>
                <a:lnTo>
                  <a:pt x="1236522" y="41861"/>
                </a:lnTo>
                <a:lnTo>
                  <a:pt x="1236917" y="40784"/>
                </a:lnTo>
                <a:lnTo>
                  <a:pt x="1237323" y="39712"/>
                </a:lnTo>
                <a:lnTo>
                  <a:pt x="1237739" y="38646"/>
                </a:lnTo>
                <a:lnTo>
                  <a:pt x="1238167" y="37585"/>
                </a:lnTo>
                <a:lnTo>
                  <a:pt x="1238606" y="36531"/>
                </a:lnTo>
                <a:lnTo>
                  <a:pt x="1239055" y="35482"/>
                </a:lnTo>
                <a:lnTo>
                  <a:pt x="1239516" y="34439"/>
                </a:lnTo>
                <a:lnTo>
                  <a:pt x="1239987" y="33401"/>
                </a:lnTo>
                <a:lnTo>
                  <a:pt x="1240470" y="32370"/>
                </a:lnTo>
                <a:lnTo>
                  <a:pt x="1240963" y="31344"/>
                </a:lnTo>
                <a:lnTo>
                  <a:pt x="1241467" y="30324"/>
                </a:lnTo>
                <a:lnTo>
                  <a:pt x="1241982" y="29309"/>
                </a:lnTo>
                <a:lnTo>
                  <a:pt x="1242509" y="28301"/>
                </a:lnTo>
                <a:lnTo>
                  <a:pt x="1243046" y="27298"/>
                </a:lnTo>
                <a:lnTo>
                  <a:pt x="1243594" y="26301"/>
                </a:lnTo>
                <a:lnTo>
                  <a:pt x="1244153" y="25309"/>
                </a:lnTo>
                <a:lnTo>
                  <a:pt x="1244723" y="24324"/>
                </a:lnTo>
                <a:lnTo>
                  <a:pt x="1245304" y="23344"/>
                </a:lnTo>
                <a:lnTo>
                  <a:pt x="1245895" y="22370"/>
                </a:lnTo>
                <a:lnTo>
                  <a:pt x="1246497" y="21402"/>
                </a:lnTo>
                <a:lnTo>
                  <a:pt x="1247107" y="20442"/>
                </a:lnTo>
                <a:lnTo>
                  <a:pt x="1247725" y="19490"/>
                </a:lnTo>
                <a:lnTo>
                  <a:pt x="1248352" y="18545"/>
                </a:lnTo>
                <a:lnTo>
                  <a:pt x="1248988" y="17608"/>
                </a:lnTo>
                <a:lnTo>
                  <a:pt x="1249632" y="16679"/>
                </a:lnTo>
                <a:lnTo>
                  <a:pt x="1250284" y="15758"/>
                </a:lnTo>
                <a:lnTo>
                  <a:pt x="1250945" y="14844"/>
                </a:lnTo>
                <a:lnTo>
                  <a:pt x="1251614" y="13937"/>
                </a:lnTo>
                <a:lnTo>
                  <a:pt x="1252292" y="13039"/>
                </a:lnTo>
                <a:lnTo>
                  <a:pt x="1252978" y="12148"/>
                </a:lnTo>
                <a:lnTo>
                  <a:pt x="1253673" y="11264"/>
                </a:lnTo>
                <a:lnTo>
                  <a:pt x="1254377" y="10389"/>
                </a:lnTo>
                <a:lnTo>
                  <a:pt x="1255088" y="9521"/>
                </a:lnTo>
                <a:lnTo>
                  <a:pt x="1255809" y="8660"/>
                </a:lnTo>
                <a:lnTo>
                  <a:pt x="1256537" y="7808"/>
                </a:lnTo>
                <a:lnTo>
                  <a:pt x="1257274" y="6963"/>
                </a:lnTo>
                <a:lnTo>
                  <a:pt x="1258020" y="6125"/>
                </a:lnTo>
                <a:lnTo>
                  <a:pt x="1258774" y="5295"/>
                </a:lnTo>
                <a:lnTo>
                  <a:pt x="1259537" y="4473"/>
                </a:lnTo>
                <a:lnTo>
                  <a:pt x="1260308" y="3659"/>
                </a:lnTo>
                <a:lnTo>
                  <a:pt x="1261088" y="2852"/>
                </a:lnTo>
                <a:lnTo>
                  <a:pt x="1261876" y="2053"/>
                </a:lnTo>
                <a:lnTo>
                  <a:pt x="1262672" y="1262"/>
                </a:lnTo>
                <a:lnTo>
                  <a:pt x="1262672" y="0"/>
                </a:lnTo>
                <a:lnTo>
                  <a:pt x="1249123" y="0"/>
                </a:lnTo>
                <a:lnTo>
                  <a:pt x="1248417" y="675"/>
                </a:lnTo>
                <a:lnTo>
                  <a:pt x="1247715" y="1362"/>
                </a:lnTo>
                <a:lnTo>
                  <a:pt x="1247017" y="2060"/>
                </a:lnTo>
                <a:lnTo>
                  <a:pt x="1246324" y="2770"/>
                </a:lnTo>
                <a:lnTo>
                  <a:pt x="1245635" y="3491"/>
                </a:lnTo>
                <a:lnTo>
                  <a:pt x="1244950" y="4224"/>
                </a:lnTo>
                <a:lnTo>
                  <a:pt x="1244270" y="4968"/>
                </a:lnTo>
                <a:lnTo>
                  <a:pt x="1243594" y="5724"/>
                </a:lnTo>
                <a:lnTo>
                  <a:pt x="1242922" y="6491"/>
                </a:lnTo>
                <a:lnTo>
                  <a:pt x="1242255" y="7270"/>
                </a:lnTo>
                <a:lnTo>
                  <a:pt x="1241592" y="8060"/>
                </a:lnTo>
                <a:lnTo>
                  <a:pt x="1240934" y="8862"/>
                </a:lnTo>
                <a:lnTo>
                  <a:pt x="1240280" y="9675"/>
                </a:lnTo>
                <a:lnTo>
                  <a:pt x="1239630" y="10500"/>
                </a:lnTo>
                <a:lnTo>
                  <a:pt x="1238985" y="11336"/>
                </a:lnTo>
                <a:lnTo>
                  <a:pt x="1238344" y="12183"/>
                </a:lnTo>
                <a:lnTo>
                  <a:pt x="1237707" y="13042"/>
                </a:lnTo>
                <a:lnTo>
                  <a:pt x="1237075" y="13913"/>
                </a:lnTo>
                <a:lnTo>
                  <a:pt x="1236447" y="14795"/>
                </a:lnTo>
                <a:lnTo>
                  <a:pt x="1235823" y="15689"/>
                </a:lnTo>
                <a:lnTo>
                  <a:pt x="1235204" y="16594"/>
                </a:lnTo>
                <a:lnTo>
                  <a:pt x="1234589" y="17510"/>
                </a:lnTo>
                <a:lnTo>
                  <a:pt x="1233979" y="18438"/>
                </a:lnTo>
                <a:lnTo>
                  <a:pt x="1233373" y="19377"/>
                </a:lnTo>
                <a:lnTo>
                  <a:pt x="1232774" y="20327"/>
                </a:lnTo>
                <a:lnTo>
                  <a:pt x="1232185" y="21286"/>
                </a:lnTo>
                <a:lnTo>
                  <a:pt x="1231607" y="22254"/>
                </a:lnTo>
                <a:lnTo>
                  <a:pt x="1231038" y="23232"/>
                </a:lnTo>
                <a:lnTo>
                  <a:pt x="1230480" y="24219"/>
                </a:lnTo>
                <a:lnTo>
                  <a:pt x="1229932" y="25215"/>
                </a:lnTo>
                <a:lnTo>
                  <a:pt x="1229394" y="26220"/>
                </a:lnTo>
                <a:lnTo>
                  <a:pt x="1228866" y="27235"/>
                </a:lnTo>
                <a:lnTo>
                  <a:pt x="1228348" y="28259"/>
                </a:lnTo>
                <a:lnTo>
                  <a:pt x="1227840" y="29293"/>
                </a:lnTo>
                <a:lnTo>
                  <a:pt x="1227343" y="30335"/>
                </a:lnTo>
                <a:lnTo>
                  <a:pt x="1226855" y="31387"/>
                </a:lnTo>
                <a:lnTo>
                  <a:pt x="1226378" y="32449"/>
                </a:lnTo>
                <a:lnTo>
                  <a:pt x="1225910" y="33519"/>
                </a:lnTo>
                <a:lnTo>
                  <a:pt x="1225453" y="34599"/>
                </a:lnTo>
                <a:lnTo>
                  <a:pt x="1225006" y="35688"/>
                </a:lnTo>
                <a:lnTo>
                  <a:pt x="1224570" y="36787"/>
                </a:lnTo>
                <a:lnTo>
                  <a:pt x="1224143" y="37895"/>
                </a:lnTo>
                <a:lnTo>
                  <a:pt x="1223726" y="39012"/>
                </a:lnTo>
                <a:lnTo>
                  <a:pt x="1223320" y="40138"/>
                </a:lnTo>
                <a:lnTo>
                  <a:pt x="1222923" y="41274"/>
                </a:lnTo>
                <a:lnTo>
                  <a:pt x="1222537" y="42419"/>
                </a:lnTo>
                <a:lnTo>
                  <a:pt x="1222161" y="43574"/>
                </a:lnTo>
                <a:lnTo>
                  <a:pt x="1221795" y="44737"/>
                </a:lnTo>
                <a:lnTo>
                  <a:pt x="1221442" y="45910"/>
                </a:lnTo>
                <a:lnTo>
                  <a:pt x="1221103" y="47091"/>
                </a:lnTo>
                <a:lnTo>
                  <a:pt x="1220780" y="48281"/>
                </a:lnTo>
                <a:lnTo>
                  <a:pt x="1220472" y="49480"/>
                </a:lnTo>
                <a:lnTo>
                  <a:pt x="1220178" y="50687"/>
                </a:lnTo>
                <a:lnTo>
                  <a:pt x="1219900" y="51904"/>
                </a:lnTo>
                <a:lnTo>
                  <a:pt x="1219637" y="53129"/>
                </a:lnTo>
                <a:lnTo>
                  <a:pt x="1219389" y="54363"/>
                </a:lnTo>
                <a:lnTo>
                  <a:pt x="1219156" y="55605"/>
                </a:lnTo>
                <a:lnTo>
                  <a:pt x="1218938" y="56857"/>
                </a:lnTo>
                <a:lnTo>
                  <a:pt x="1218735" y="58117"/>
                </a:lnTo>
                <a:lnTo>
                  <a:pt x="1218547" y="59386"/>
                </a:lnTo>
                <a:lnTo>
                  <a:pt x="1218374" y="60663"/>
                </a:lnTo>
                <a:lnTo>
                  <a:pt x="1218216" y="61950"/>
                </a:lnTo>
                <a:lnTo>
                  <a:pt x="1218073" y="63245"/>
                </a:lnTo>
                <a:lnTo>
                  <a:pt x="1217945" y="64549"/>
                </a:lnTo>
                <a:lnTo>
                  <a:pt x="1217832" y="65862"/>
                </a:lnTo>
                <a:lnTo>
                  <a:pt x="1217734" y="67183"/>
                </a:lnTo>
                <a:lnTo>
                  <a:pt x="1217652" y="68513"/>
                </a:lnTo>
                <a:lnTo>
                  <a:pt x="1217584" y="69852"/>
                </a:lnTo>
                <a:lnTo>
                  <a:pt x="1217531" y="71200"/>
                </a:lnTo>
                <a:lnTo>
                  <a:pt x="1217494" y="72557"/>
                </a:lnTo>
                <a:lnTo>
                  <a:pt x="1217471" y="73922"/>
                </a:lnTo>
                <a:lnTo>
                  <a:pt x="1217464" y="75296"/>
                </a:lnTo>
                <a:lnTo>
                  <a:pt x="1217471" y="76670"/>
                </a:lnTo>
                <a:lnTo>
                  <a:pt x="1217494" y="78035"/>
                </a:lnTo>
                <a:lnTo>
                  <a:pt x="1217531" y="79391"/>
                </a:lnTo>
                <a:lnTo>
                  <a:pt x="1217584" y="80739"/>
                </a:lnTo>
                <a:lnTo>
                  <a:pt x="1217652" y="82078"/>
                </a:lnTo>
                <a:lnTo>
                  <a:pt x="1217734" y="83408"/>
                </a:lnTo>
                <a:lnTo>
                  <a:pt x="1217832" y="84729"/>
                </a:lnTo>
                <a:lnTo>
                  <a:pt x="1217945" y="86042"/>
                </a:lnTo>
                <a:lnTo>
                  <a:pt x="1218073" y="87346"/>
                </a:lnTo>
                <a:lnTo>
                  <a:pt x="1218216" y="88641"/>
                </a:lnTo>
                <a:lnTo>
                  <a:pt x="1218374" y="89928"/>
                </a:lnTo>
                <a:lnTo>
                  <a:pt x="1218547" y="91205"/>
                </a:lnTo>
                <a:lnTo>
                  <a:pt x="1218735" y="92474"/>
                </a:lnTo>
                <a:lnTo>
                  <a:pt x="1218938" y="93734"/>
                </a:lnTo>
                <a:lnTo>
                  <a:pt x="1219156" y="94986"/>
                </a:lnTo>
                <a:lnTo>
                  <a:pt x="1219389" y="96228"/>
                </a:lnTo>
                <a:lnTo>
                  <a:pt x="1219637" y="97462"/>
                </a:lnTo>
                <a:lnTo>
                  <a:pt x="1219900" y="98687"/>
                </a:lnTo>
                <a:lnTo>
                  <a:pt x="1220178" y="99904"/>
                </a:lnTo>
                <a:lnTo>
                  <a:pt x="1220472" y="101112"/>
                </a:lnTo>
                <a:lnTo>
                  <a:pt x="1220780" y="102310"/>
                </a:lnTo>
                <a:lnTo>
                  <a:pt x="1221103" y="103501"/>
                </a:lnTo>
                <a:lnTo>
                  <a:pt x="1221442" y="104682"/>
                </a:lnTo>
                <a:lnTo>
                  <a:pt x="1221795" y="105855"/>
                </a:lnTo>
                <a:lnTo>
                  <a:pt x="1222161" y="107018"/>
                </a:lnTo>
                <a:lnTo>
                  <a:pt x="1222537" y="108172"/>
                </a:lnTo>
                <a:lnTo>
                  <a:pt x="1222923" y="109316"/>
                </a:lnTo>
                <a:lnTo>
                  <a:pt x="1223320" y="110451"/>
                </a:lnTo>
                <a:lnTo>
                  <a:pt x="1223726" y="111576"/>
                </a:lnTo>
                <a:lnTo>
                  <a:pt x="1224143" y="112691"/>
                </a:lnTo>
                <a:lnTo>
                  <a:pt x="1224570" y="113797"/>
                </a:lnTo>
                <a:lnTo>
                  <a:pt x="1225006" y="114894"/>
                </a:lnTo>
                <a:lnTo>
                  <a:pt x="1225453" y="115981"/>
                </a:lnTo>
                <a:lnTo>
                  <a:pt x="1225910" y="117058"/>
                </a:lnTo>
                <a:lnTo>
                  <a:pt x="1226378" y="118126"/>
                </a:lnTo>
                <a:lnTo>
                  <a:pt x="1226855" y="119184"/>
                </a:lnTo>
                <a:lnTo>
                  <a:pt x="1227343" y="120232"/>
                </a:lnTo>
                <a:lnTo>
                  <a:pt x="1227840" y="121271"/>
                </a:lnTo>
                <a:lnTo>
                  <a:pt x="1228348" y="122301"/>
                </a:lnTo>
                <a:lnTo>
                  <a:pt x="1228866" y="123321"/>
                </a:lnTo>
                <a:lnTo>
                  <a:pt x="1229394" y="124331"/>
                </a:lnTo>
                <a:lnTo>
                  <a:pt x="1229932" y="125332"/>
                </a:lnTo>
                <a:lnTo>
                  <a:pt x="1230480" y="126323"/>
                </a:lnTo>
                <a:lnTo>
                  <a:pt x="1231038" y="127304"/>
                </a:lnTo>
                <a:lnTo>
                  <a:pt x="1231607" y="128277"/>
                </a:lnTo>
                <a:lnTo>
                  <a:pt x="1232185" y="129239"/>
                </a:lnTo>
                <a:lnTo>
                  <a:pt x="1232774" y="130192"/>
                </a:lnTo>
                <a:lnTo>
                  <a:pt x="1233373" y="131135"/>
                </a:lnTo>
                <a:lnTo>
                  <a:pt x="1233979" y="132069"/>
                </a:lnTo>
                <a:lnTo>
                  <a:pt x="1234589" y="132991"/>
                </a:lnTo>
                <a:lnTo>
                  <a:pt x="1235204" y="133903"/>
                </a:lnTo>
                <a:lnTo>
                  <a:pt x="1235823" y="134804"/>
                </a:lnTo>
                <a:lnTo>
                  <a:pt x="1236447" y="135695"/>
                </a:lnTo>
                <a:lnTo>
                  <a:pt x="1237075" y="136575"/>
                </a:lnTo>
                <a:lnTo>
                  <a:pt x="1237707" y="137444"/>
                </a:lnTo>
                <a:lnTo>
                  <a:pt x="1238344" y="138303"/>
                </a:lnTo>
                <a:lnTo>
                  <a:pt x="1238985" y="139151"/>
                </a:lnTo>
                <a:lnTo>
                  <a:pt x="1239630" y="139988"/>
                </a:lnTo>
                <a:lnTo>
                  <a:pt x="1240280" y="140815"/>
                </a:lnTo>
                <a:lnTo>
                  <a:pt x="1240934" y="141630"/>
                </a:lnTo>
                <a:lnTo>
                  <a:pt x="1241592" y="142436"/>
                </a:lnTo>
                <a:lnTo>
                  <a:pt x="1242255" y="143230"/>
                </a:lnTo>
                <a:lnTo>
                  <a:pt x="1242922" y="144014"/>
                </a:lnTo>
                <a:lnTo>
                  <a:pt x="1243594" y="144788"/>
                </a:lnTo>
                <a:lnTo>
                  <a:pt x="1244270" y="145550"/>
                </a:lnTo>
                <a:lnTo>
                  <a:pt x="1244950" y="146302"/>
                </a:lnTo>
                <a:lnTo>
                  <a:pt x="1245635" y="147043"/>
                </a:lnTo>
                <a:lnTo>
                  <a:pt x="1246324" y="147774"/>
                </a:lnTo>
                <a:lnTo>
                  <a:pt x="1247017" y="148494"/>
                </a:lnTo>
                <a:lnTo>
                  <a:pt x="1247715" y="149203"/>
                </a:lnTo>
                <a:lnTo>
                  <a:pt x="1248417" y="149902"/>
                </a:lnTo>
                <a:lnTo>
                  <a:pt x="1249123" y="150590"/>
                </a:lnTo>
                <a:lnTo>
                  <a:pt x="1262672" y="150590"/>
                </a:lnTo>
                <a:lnTo>
                  <a:pt x="1262672" y="149328"/>
                </a:lnTo>
                <a:lnTo>
                  <a:pt x="1261888" y="148536"/>
                </a:lnTo>
                <a:lnTo>
                  <a:pt x="1261112" y="147737"/>
                </a:lnTo>
                <a:lnTo>
                  <a:pt x="1260343" y="146931"/>
                </a:lnTo>
                <a:close/>
                <a:moveTo>
                  <a:pt x="1782406" y="147043"/>
                </a:moveTo>
                <a:lnTo>
                  <a:pt x="1783099" y="146302"/>
                </a:lnTo>
                <a:lnTo>
                  <a:pt x="1783788" y="145550"/>
                </a:lnTo>
                <a:lnTo>
                  <a:pt x="1784471" y="144788"/>
                </a:lnTo>
                <a:lnTo>
                  <a:pt x="1785148" y="144014"/>
                </a:lnTo>
                <a:lnTo>
                  <a:pt x="1785821" y="143230"/>
                </a:lnTo>
                <a:lnTo>
                  <a:pt x="1786489" y="142436"/>
                </a:lnTo>
                <a:lnTo>
                  <a:pt x="1787151" y="141630"/>
                </a:lnTo>
                <a:lnTo>
                  <a:pt x="1787808" y="140815"/>
                </a:lnTo>
                <a:lnTo>
                  <a:pt x="1788460" y="139988"/>
                </a:lnTo>
                <a:lnTo>
                  <a:pt x="1789106" y="139151"/>
                </a:lnTo>
                <a:lnTo>
                  <a:pt x="1789748" y="138303"/>
                </a:lnTo>
                <a:lnTo>
                  <a:pt x="1790384" y="137444"/>
                </a:lnTo>
                <a:lnTo>
                  <a:pt x="1791015" y="136575"/>
                </a:lnTo>
                <a:lnTo>
                  <a:pt x="1791641" y="135695"/>
                </a:lnTo>
                <a:lnTo>
                  <a:pt x="1792262" y="134804"/>
                </a:lnTo>
                <a:lnTo>
                  <a:pt x="1792877" y="133903"/>
                </a:lnTo>
                <a:lnTo>
                  <a:pt x="1793488" y="132991"/>
                </a:lnTo>
                <a:lnTo>
                  <a:pt x="1794093" y="132069"/>
                </a:lnTo>
                <a:lnTo>
                  <a:pt x="1794693" y="131135"/>
                </a:lnTo>
                <a:lnTo>
                  <a:pt x="1795285" y="130192"/>
                </a:lnTo>
                <a:lnTo>
                  <a:pt x="1795867" y="129239"/>
                </a:lnTo>
                <a:lnTo>
                  <a:pt x="1796440" y="128277"/>
                </a:lnTo>
                <a:lnTo>
                  <a:pt x="1797003" y="127304"/>
                </a:lnTo>
                <a:lnTo>
                  <a:pt x="1797556" y="126323"/>
                </a:lnTo>
                <a:lnTo>
                  <a:pt x="1798099" y="125332"/>
                </a:lnTo>
                <a:lnTo>
                  <a:pt x="1798632" y="124331"/>
                </a:lnTo>
                <a:lnTo>
                  <a:pt x="1799156" y="123321"/>
                </a:lnTo>
                <a:lnTo>
                  <a:pt x="1799669" y="122301"/>
                </a:lnTo>
                <a:lnTo>
                  <a:pt x="1800173" y="121271"/>
                </a:lnTo>
                <a:lnTo>
                  <a:pt x="1800667" y="120232"/>
                </a:lnTo>
                <a:lnTo>
                  <a:pt x="1801151" y="119184"/>
                </a:lnTo>
                <a:lnTo>
                  <a:pt x="1801625" y="118126"/>
                </a:lnTo>
                <a:lnTo>
                  <a:pt x="1802089" y="117058"/>
                </a:lnTo>
                <a:lnTo>
                  <a:pt x="1802544" y="115981"/>
                </a:lnTo>
                <a:lnTo>
                  <a:pt x="1802989" y="114894"/>
                </a:lnTo>
                <a:lnTo>
                  <a:pt x="1803423" y="113797"/>
                </a:lnTo>
                <a:lnTo>
                  <a:pt x="1803848" y="112691"/>
                </a:lnTo>
                <a:lnTo>
                  <a:pt x="1804263" y="111576"/>
                </a:lnTo>
                <a:lnTo>
                  <a:pt x="1804669" y="110451"/>
                </a:lnTo>
                <a:lnTo>
                  <a:pt x="1805064" y="109316"/>
                </a:lnTo>
                <a:lnTo>
                  <a:pt x="1805450" y="108172"/>
                </a:lnTo>
                <a:lnTo>
                  <a:pt x="1805825" y="107018"/>
                </a:lnTo>
                <a:lnTo>
                  <a:pt x="1806191" y="105855"/>
                </a:lnTo>
                <a:lnTo>
                  <a:pt x="1806545" y="104682"/>
                </a:lnTo>
                <a:lnTo>
                  <a:pt x="1806883" y="103501"/>
                </a:lnTo>
                <a:lnTo>
                  <a:pt x="1807206" y="102310"/>
                </a:lnTo>
                <a:lnTo>
                  <a:pt x="1807515" y="101112"/>
                </a:lnTo>
                <a:lnTo>
                  <a:pt x="1807808" y="99904"/>
                </a:lnTo>
                <a:lnTo>
                  <a:pt x="1808086" y="98687"/>
                </a:lnTo>
                <a:lnTo>
                  <a:pt x="1808349" y="97462"/>
                </a:lnTo>
                <a:lnTo>
                  <a:pt x="1808597" y="96228"/>
                </a:lnTo>
                <a:lnTo>
                  <a:pt x="1808831" y="94986"/>
                </a:lnTo>
                <a:lnTo>
                  <a:pt x="1809049" y="93734"/>
                </a:lnTo>
                <a:lnTo>
                  <a:pt x="1809252" y="92474"/>
                </a:lnTo>
                <a:lnTo>
                  <a:pt x="1809440" y="91205"/>
                </a:lnTo>
                <a:lnTo>
                  <a:pt x="1809613" y="89928"/>
                </a:lnTo>
                <a:lnTo>
                  <a:pt x="1809770" y="88641"/>
                </a:lnTo>
                <a:lnTo>
                  <a:pt x="1809913" y="87346"/>
                </a:lnTo>
                <a:lnTo>
                  <a:pt x="1810041" y="86042"/>
                </a:lnTo>
                <a:lnTo>
                  <a:pt x="1810154" y="84729"/>
                </a:lnTo>
                <a:lnTo>
                  <a:pt x="1810252" y="83408"/>
                </a:lnTo>
                <a:lnTo>
                  <a:pt x="1810334" y="82078"/>
                </a:lnTo>
                <a:lnTo>
                  <a:pt x="1810402" y="80739"/>
                </a:lnTo>
                <a:lnTo>
                  <a:pt x="1810455" y="79391"/>
                </a:lnTo>
                <a:lnTo>
                  <a:pt x="1810492" y="78035"/>
                </a:lnTo>
                <a:lnTo>
                  <a:pt x="1810515" y="76670"/>
                </a:lnTo>
                <a:lnTo>
                  <a:pt x="1810522" y="75296"/>
                </a:lnTo>
                <a:lnTo>
                  <a:pt x="1810515" y="73922"/>
                </a:lnTo>
                <a:lnTo>
                  <a:pt x="1810492" y="72557"/>
                </a:lnTo>
                <a:lnTo>
                  <a:pt x="1810455" y="71200"/>
                </a:lnTo>
                <a:lnTo>
                  <a:pt x="1810402" y="69852"/>
                </a:lnTo>
                <a:lnTo>
                  <a:pt x="1810334" y="68513"/>
                </a:lnTo>
                <a:lnTo>
                  <a:pt x="1810252" y="67183"/>
                </a:lnTo>
                <a:lnTo>
                  <a:pt x="1810154" y="65862"/>
                </a:lnTo>
                <a:lnTo>
                  <a:pt x="1810041" y="64549"/>
                </a:lnTo>
                <a:lnTo>
                  <a:pt x="1809913" y="63245"/>
                </a:lnTo>
                <a:lnTo>
                  <a:pt x="1809770" y="61950"/>
                </a:lnTo>
                <a:lnTo>
                  <a:pt x="1809613" y="60663"/>
                </a:lnTo>
                <a:lnTo>
                  <a:pt x="1809440" y="59386"/>
                </a:lnTo>
                <a:lnTo>
                  <a:pt x="1809252" y="58117"/>
                </a:lnTo>
                <a:lnTo>
                  <a:pt x="1809049" y="56857"/>
                </a:lnTo>
                <a:lnTo>
                  <a:pt x="1808831" y="55605"/>
                </a:lnTo>
                <a:lnTo>
                  <a:pt x="1808597" y="54363"/>
                </a:lnTo>
                <a:lnTo>
                  <a:pt x="1808349" y="53129"/>
                </a:lnTo>
                <a:lnTo>
                  <a:pt x="1808086" y="51904"/>
                </a:lnTo>
                <a:lnTo>
                  <a:pt x="1807808" y="50687"/>
                </a:lnTo>
                <a:lnTo>
                  <a:pt x="1807515" y="49480"/>
                </a:lnTo>
                <a:lnTo>
                  <a:pt x="1807206" y="48281"/>
                </a:lnTo>
                <a:lnTo>
                  <a:pt x="1806883" y="47091"/>
                </a:lnTo>
                <a:lnTo>
                  <a:pt x="1806545" y="45910"/>
                </a:lnTo>
                <a:lnTo>
                  <a:pt x="1806191" y="44737"/>
                </a:lnTo>
                <a:lnTo>
                  <a:pt x="1805825" y="43574"/>
                </a:lnTo>
                <a:lnTo>
                  <a:pt x="1805450" y="42419"/>
                </a:lnTo>
                <a:lnTo>
                  <a:pt x="1805064" y="41274"/>
                </a:lnTo>
                <a:lnTo>
                  <a:pt x="1804669" y="40138"/>
                </a:lnTo>
                <a:lnTo>
                  <a:pt x="1804263" y="39012"/>
                </a:lnTo>
                <a:lnTo>
                  <a:pt x="1803848" y="37895"/>
                </a:lnTo>
                <a:lnTo>
                  <a:pt x="1803423" y="36787"/>
                </a:lnTo>
                <a:lnTo>
                  <a:pt x="1802989" y="35688"/>
                </a:lnTo>
                <a:lnTo>
                  <a:pt x="1802544" y="34599"/>
                </a:lnTo>
                <a:lnTo>
                  <a:pt x="1802089" y="33519"/>
                </a:lnTo>
                <a:lnTo>
                  <a:pt x="1801625" y="32449"/>
                </a:lnTo>
                <a:lnTo>
                  <a:pt x="1801151" y="31387"/>
                </a:lnTo>
                <a:lnTo>
                  <a:pt x="1800667" y="30335"/>
                </a:lnTo>
                <a:lnTo>
                  <a:pt x="1800173" y="29293"/>
                </a:lnTo>
                <a:lnTo>
                  <a:pt x="1799669" y="28259"/>
                </a:lnTo>
                <a:lnTo>
                  <a:pt x="1799156" y="27235"/>
                </a:lnTo>
                <a:lnTo>
                  <a:pt x="1798632" y="26220"/>
                </a:lnTo>
                <a:lnTo>
                  <a:pt x="1798099" y="25215"/>
                </a:lnTo>
                <a:lnTo>
                  <a:pt x="1797556" y="24219"/>
                </a:lnTo>
                <a:lnTo>
                  <a:pt x="1797003" y="23232"/>
                </a:lnTo>
                <a:lnTo>
                  <a:pt x="1796440" y="22254"/>
                </a:lnTo>
                <a:lnTo>
                  <a:pt x="1795867" y="21286"/>
                </a:lnTo>
                <a:lnTo>
                  <a:pt x="1795285" y="20327"/>
                </a:lnTo>
                <a:lnTo>
                  <a:pt x="1794693" y="19377"/>
                </a:lnTo>
                <a:lnTo>
                  <a:pt x="1794093" y="18438"/>
                </a:lnTo>
                <a:lnTo>
                  <a:pt x="1793488" y="17510"/>
                </a:lnTo>
                <a:lnTo>
                  <a:pt x="1792877" y="16594"/>
                </a:lnTo>
                <a:lnTo>
                  <a:pt x="1792262" y="15689"/>
                </a:lnTo>
                <a:lnTo>
                  <a:pt x="1791641" y="14795"/>
                </a:lnTo>
                <a:lnTo>
                  <a:pt x="1791015" y="13913"/>
                </a:lnTo>
                <a:lnTo>
                  <a:pt x="1790384" y="13042"/>
                </a:lnTo>
                <a:lnTo>
                  <a:pt x="1789748" y="12183"/>
                </a:lnTo>
                <a:lnTo>
                  <a:pt x="1789106" y="11336"/>
                </a:lnTo>
                <a:lnTo>
                  <a:pt x="1788460" y="10500"/>
                </a:lnTo>
                <a:lnTo>
                  <a:pt x="1787808" y="9675"/>
                </a:lnTo>
                <a:lnTo>
                  <a:pt x="1787151" y="8862"/>
                </a:lnTo>
                <a:lnTo>
                  <a:pt x="1786489" y="8060"/>
                </a:lnTo>
                <a:lnTo>
                  <a:pt x="1785821" y="7270"/>
                </a:lnTo>
                <a:lnTo>
                  <a:pt x="1785148" y="6491"/>
                </a:lnTo>
                <a:lnTo>
                  <a:pt x="1784471" y="5724"/>
                </a:lnTo>
                <a:lnTo>
                  <a:pt x="1783788" y="4968"/>
                </a:lnTo>
                <a:lnTo>
                  <a:pt x="1783099" y="4224"/>
                </a:lnTo>
                <a:lnTo>
                  <a:pt x="1782406" y="3491"/>
                </a:lnTo>
                <a:lnTo>
                  <a:pt x="1781707" y="2770"/>
                </a:lnTo>
                <a:lnTo>
                  <a:pt x="1781003" y="2060"/>
                </a:lnTo>
                <a:lnTo>
                  <a:pt x="1780294" y="1362"/>
                </a:lnTo>
                <a:lnTo>
                  <a:pt x="1779580" y="675"/>
                </a:lnTo>
                <a:lnTo>
                  <a:pt x="1778860" y="0"/>
                </a:lnTo>
                <a:lnTo>
                  <a:pt x="1765314" y="0"/>
                </a:lnTo>
                <a:lnTo>
                  <a:pt x="1765314" y="1262"/>
                </a:lnTo>
                <a:lnTo>
                  <a:pt x="1766111" y="2053"/>
                </a:lnTo>
                <a:lnTo>
                  <a:pt x="1766899" y="2852"/>
                </a:lnTo>
                <a:lnTo>
                  <a:pt x="1767678" y="3659"/>
                </a:lnTo>
                <a:lnTo>
                  <a:pt x="1768449" y="4473"/>
                </a:lnTo>
                <a:lnTo>
                  <a:pt x="1769212" y="5295"/>
                </a:lnTo>
                <a:lnTo>
                  <a:pt x="1769966" y="6125"/>
                </a:lnTo>
                <a:lnTo>
                  <a:pt x="1770712" y="6963"/>
                </a:lnTo>
                <a:lnTo>
                  <a:pt x="1771449" y="7808"/>
                </a:lnTo>
                <a:lnTo>
                  <a:pt x="1772178" y="8660"/>
                </a:lnTo>
                <a:lnTo>
                  <a:pt x="1772898" y="9521"/>
                </a:lnTo>
                <a:lnTo>
                  <a:pt x="1773610" y="10389"/>
                </a:lnTo>
                <a:lnTo>
                  <a:pt x="1774313" y="11264"/>
                </a:lnTo>
                <a:lnTo>
                  <a:pt x="1775008" y="12148"/>
                </a:lnTo>
                <a:lnTo>
                  <a:pt x="1775694" y="13039"/>
                </a:lnTo>
                <a:lnTo>
                  <a:pt x="1776372" y="13937"/>
                </a:lnTo>
                <a:lnTo>
                  <a:pt x="1777041" y="14844"/>
                </a:lnTo>
                <a:lnTo>
                  <a:pt x="1777702" y="15758"/>
                </a:lnTo>
                <a:lnTo>
                  <a:pt x="1778354" y="16679"/>
                </a:lnTo>
                <a:lnTo>
                  <a:pt x="1778998" y="17608"/>
                </a:lnTo>
                <a:lnTo>
                  <a:pt x="1779634" y="18545"/>
                </a:lnTo>
                <a:lnTo>
                  <a:pt x="1780261" y="19490"/>
                </a:lnTo>
                <a:lnTo>
                  <a:pt x="1780879" y="20442"/>
                </a:lnTo>
                <a:lnTo>
                  <a:pt x="1781489" y="21402"/>
                </a:lnTo>
                <a:lnTo>
                  <a:pt x="1782091" y="22370"/>
                </a:lnTo>
                <a:lnTo>
                  <a:pt x="1782683" y="23344"/>
                </a:lnTo>
                <a:lnTo>
                  <a:pt x="1783263" y="24324"/>
                </a:lnTo>
                <a:lnTo>
                  <a:pt x="1783833" y="25309"/>
                </a:lnTo>
                <a:lnTo>
                  <a:pt x="1784392" y="26301"/>
                </a:lnTo>
                <a:lnTo>
                  <a:pt x="1784940" y="27298"/>
                </a:lnTo>
                <a:lnTo>
                  <a:pt x="1785478" y="28301"/>
                </a:lnTo>
                <a:lnTo>
                  <a:pt x="1786004" y="29309"/>
                </a:lnTo>
                <a:lnTo>
                  <a:pt x="1786519" y="30324"/>
                </a:lnTo>
                <a:lnTo>
                  <a:pt x="1787023" y="31344"/>
                </a:lnTo>
                <a:lnTo>
                  <a:pt x="1787517" y="32370"/>
                </a:lnTo>
                <a:lnTo>
                  <a:pt x="1787999" y="33401"/>
                </a:lnTo>
                <a:lnTo>
                  <a:pt x="1788470" y="34439"/>
                </a:lnTo>
                <a:lnTo>
                  <a:pt x="1788931" y="35482"/>
                </a:lnTo>
                <a:lnTo>
                  <a:pt x="1789381" y="36531"/>
                </a:lnTo>
                <a:lnTo>
                  <a:pt x="1789819" y="37585"/>
                </a:lnTo>
                <a:lnTo>
                  <a:pt x="1790247" y="38646"/>
                </a:lnTo>
                <a:lnTo>
                  <a:pt x="1790664" y="39712"/>
                </a:lnTo>
                <a:lnTo>
                  <a:pt x="1791069" y="40784"/>
                </a:lnTo>
                <a:lnTo>
                  <a:pt x="1791464" y="41861"/>
                </a:lnTo>
                <a:lnTo>
                  <a:pt x="1791848" y="42945"/>
                </a:lnTo>
                <a:lnTo>
                  <a:pt x="1792221" y="44034"/>
                </a:lnTo>
                <a:lnTo>
                  <a:pt x="1792583" y="45129"/>
                </a:lnTo>
                <a:lnTo>
                  <a:pt x="1792934" y="46229"/>
                </a:lnTo>
                <a:lnTo>
                  <a:pt x="1793275" y="47336"/>
                </a:lnTo>
                <a:lnTo>
                  <a:pt x="1793602" y="48447"/>
                </a:lnTo>
                <a:lnTo>
                  <a:pt x="1793916" y="49563"/>
                </a:lnTo>
                <a:lnTo>
                  <a:pt x="1794216" y="50684"/>
                </a:lnTo>
                <a:lnTo>
                  <a:pt x="1794502" y="51810"/>
                </a:lnTo>
                <a:lnTo>
                  <a:pt x="1794774" y="52940"/>
                </a:lnTo>
                <a:lnTo>
                  <a:pt x="1795032" y="54075"/>
                </a:lnTo>
                <a:lnTo>
                  <a:pt x="1795276" y="55214"/>
                </a:lnTo>
                <a:lnTo>
                  <a:pt x="1795506" y="56358"/>
                </a:lnTo>
                <a:lnTo>
                  <a:pt x="1795722" y="57507"/>
                </a:lnTo>
                <a:lnTo>
                  <a:pt x="1795924" y="58660"/>
                </a:lnTo>
                <a:lnTo>
                  <a:pt x="1796112" y="59818"/>
                </a:lnTo>
                <a:lnTo>
                  <a:pt x="1796287" y="60981"/>
                </a:lnTo>
                <a:lnTo>
                  <a:pt x="1796447" y="62148"/>
                </a:lnTo>
                <a:lnTo>
                  <a:pt x="1796594" y="63320"/>
                </a:lnTo>
                <a:lnTo>
                  <a:pt x="1796726" y="64497"/>
                </a:lnTo>
                <a:lnTo>
                  <a:pt x="1796845" y="65678"/>
                </a:lnTo>
                <a:lnTo>
                  <a:pt x="1796949" y="66864"/>
                </a:lnTo>
                <a:lnTo>
                  <a:pt x="1797040" y="68055"/>
                </a:lnTo>
                <a:lnTo>
                  <a:pt x="1797117" y="69250"/>
                </a:lnTo>
                <a:lnTo>
                  <a:pt x="1797179" y="70450"/>
                </a:lnTo>
                <a:lnTo>
                  <a:pt x="1797228" y="71655"/>
                </a:lnTo>
                <a:lnTo>
                  <a:pt x="1797263" y="72864"/>
                </a:lnTo>
                <a:lnTo>
                  <a:pt x="1797284" y="74078"/>
                </a:lnTo>
                <a:lnTo>
                  <a:pt x="1797291" y="75296"/>
                </a:lnTo>
                <a:lnTo>
                  <a:pt x="1797284" y="76514"/>
                </a:lnTo>
                <a:lnTo>
                  <a:pt x="1797263" y="77728"/>
                </a:lnTo>
                <a:lnTo>
                  <a:pt x="1797228" y="78937"/>
                </a:lnTo>
                <a:lnTo>
                  <a:pt x="1797179" y="80141"/>
                </a:lnTo>
                <a:lnTo>
                  <a:pt x="1797117" y="81341"/>
                </a:lnTo>
                <a:lnTo>
                  <a:pt x="1797040" y="82536"/>
                </a:lnTo>
                <a:lnTo>
                  <a:pt x="1796949" y="83727"/>
                </a:lnTo>
                <a:lnTo>
                  <a:pt x="1796845" y="84912"/>
                </a:lnTo>
                <a:lnTo>
                  <a:pt x="1796726" y="86094"/>
                </a:lnTo>
                <a:lnTo>
                  <a:pt x="1796594" y="87270"/>
                </a:lnTo>
                <a:lnTo>
                  <a:pt x="1796447" y="88442"/>
                </a:lnTo>
                <a:lnTo>
                  <a:pt x="1796287" y="89609"/>
                </a:lnTo>
                <a:lnTo>
                  <a:pt x="1796112" y="90772"/>
                </a:lnTo>
                <a:lnTo>
                  <a:pt x="1795924" y="91930"/>
                </a:lnTo>
                <a:lnTo>
                  <a:pt x="1795722" y="93083"/>
                </a:lnTo>
                <a:lnTo>
                  <a:pt x="1795506" y="94232"/>
                </a:lnTo>
                <a:lnTo>
                  <a:pt x="1795276" y="95376"/>
                </a:lnTo>
                <a:lnTo>
                  <a:pt x="1795032" y="96515"/>
                </a:lnTo>
                <a:lnTo>
                  <a:pt x="1794774" y="97650"/>
                </a:lnTo>
                <a:lnTo>
                  <a:pt x="1794502" y="98780"/>
                </a:lnTo>
                <a:lnTo>
                  <a:pt x="1794216" y="99906"/>
                </a:lnTo>
                <a:lnTo>
                  <a:pt x="1793916" y="101026"/>
                </a:lnTo>
                <a:lnTo>
                  <a:pt x="1793602" y="102143"/>
                </a:lnTo>
                <a:lnTo>
                  <a:pt x="1793275" y="103254"/>
                </a:lnTo>
                <a:lnTo>
                  <a:pt x="1792934" y="104361"/>
                </a:lnTo>
                <a:lnTo>
                  <a:pt x="1792583" y="105461"/>
                </a:lnTo>
                <a:lnTo>
                  <a:pt x="1792221" y="106556"/>
                </a:lnTo>
                <a:lnTo>
                  <a:pt x="1791848" y="107645"/>
                </a:lnTo>
                <a:lnTo>
                  <a:pt x="1791464" y="108728"/>
                </a:lnTo>
                <a:lnTo>
                  <a:pt x="1791069" y="109806"/>
                </a:lnTo>
                <a:lnTo>
                  <a:pt x="1790664" y="110878"/>
                </a:lnTo>
                <a:lnTo>
                  <a:pt x="1790247" y="111944"/>
                </a:lnTo>
                <a:lnTo>
                  <a:pt x="1789819" y="113004"/>
                </a:lnTo>
                <a:lnTo>
                  <a:pt x="1789381" y="114059"/>
                </a:lnTo>
                <a:lnTo>
                  <a:pt x="1788931" y="115108"/>
                </a:lnTo>
                <a:lnTo>
                  <a:pt x="1788470" y="116151"/>
                </a:lnTo>
                <a:lnTo>
                  <a:pt x="1787999" y="117188"/>
                </a:lnTo>
                <a:lnTo>
                  <a:pt x="1787517" y="118220"/>
                </a:lnTo>
                <a:lnTo>
                  <a:pt x="1787023" y="119246"/>
                </a:lnTo>
                <a:lnTo>
                  <a:pt x="1786519" y="120266"/>
                </a:lnTo>
                <a:lnTo>
                  <a:pt x="1786004" y="121280"/>
                </a:lnTo>
                <a:lnTo>
                  <a:pt x="1785478" y="122289"/>
                </a:lnTo>
                <a:lnTo>
                  <a:pt x="1784940" y="123292"/>
                </a:lnTo>
                <a:lnTo>
                  <a:pt x="1784392" y="124289"/>
                </a:lnTo>
                <a:lnTo>
                  <a:pt x="1783833" y="125280"/>
                </a:lnTo>
                <a:lnTo>
                  <a:pt x="1783263" y="126266"/>
                </a:lnTo>
                <a:lnTo>
                  <a:pt x="1782683" y="127246"/>
                </a:lnTo>
                <a:lnTo>
                  <a:pt x="1782091" y="128220"/>
                </a:lnTo>
                <a:lnTo>
                  <a:pt x="1781489" y="129187"/>
                </a:lnTo>
                <a:lnTo>
                  <a:pt x="1780879" y="130147"/>
                </a:lnTo>
                <a:lnTo>
                  <a:pt x="1780261" y="131100"/>
                </a:lnTo>
                <a:lnTo>
                  <a:pt x="1779634" y="132044"/>
                </a:lnTo>
                <a:lnTo>
                  <a:pt x="1778998" y="132981"/>
                </a:lnTo>
                <a:lnTo>
                  <a:pt x="1778354" y="133911"/>
                </a:lnTo>
                <a:lnTo>
                  <a:pt x="1777702" y="134832"/>
                </a:lnTo>
                <a:lnTo>
                  <a:pt x="1777041" y="135746"/>
                </a:lnTo>
                <a:lnTo>
                  <a:pt x="1776372" y="136652"/>
                </a:lnTo>
                <a:lnTo>
                  <a:pt x="1775694" y="137551"/>
                </a:lnTo>
                <a:lnTo>
                  <a:pt x="1775008" y="138442"/>
                </a:lnTo>
                <a:lnTo>
                  <a:pt x="1774313" y="139325"/>
                </a:lnTo>
                <a:lnTo>
                  <a:pt x="1773610" y="140201"/>
                </a:lnTo>
                <a:lnTo>
                  <a:pt x="1772898" y="141069"/>
                </a:lnTo>
                <a:lnTo>
                  <a:pt x="1772178" y="141929"/>
                </a:lnTo>
                <a:lnTo>
                  <a:pt x="1771449" y="142782"/>
                </a:lnTo>
                <a:lnTo>
                  <a:pt x="1770712" y="143627"/>
                </a:lnTo>
                <a:lnTo>
                  <a:pt x="1769966" y="144465"/>
                </a:lnTo>
                <a:lnTo>
                  <a:pt x="1769212" y="145294"/>
                </a:lnTo>
                <a:lnTo>
                  <a:pt x="1768449" y="146116"/>
                </a:lnTo>
                <a:lnTo>
                  <a:pt x="1767678" y="146931"/>
                </a:lnTo>
                <a:lnTo>
                  <a:pt x="1766899" y="147737"/>
                </a:lnTo>
                <a:lnTo>
                  <a:pt x="1766111" y="148536"/>
                </a:lnTo>
                <a:lnTo>
                  <a:pt x="1765314" y="149328"/>
                </a:lnTo>
                <a:lnTo>
                  <a:pt x="1765314" y="150590"/>
                </a:lnTo>
                <a:lnTo>
                  <a:pt x="1778860" y="150590"/>
                </a:lnTo>
                <a:lnTo>
                  <a:pt x="1779580" y="149902"/>
                </a:lnTo>
                <a:lnTo>
                  <a:pt x="1780294" y="149203"/>
                </a:lnTo>
                <a:lnTo>
                  <a:pt x="1781003" y="148494"/>
                </a:lnTo>
                <a:lnTo>
                  <a:pt x="1781707" y="147774"/>
                </a:lnTo>
                <a:lnTo>
                  <a:pt x="1782406" y="147043"/>
                </a:lnTo>
                <a:close/>
                <a:moveTo>
                  <a:pt x="689036" y="83177"/>
                </a:moveTo>
                <a:lnTo>
                  <a:pt x="689073" y="82464"/>
                </a:lnTo>
                <a:lnTo>
                  <a:pt x="689121" y="81762"/>
                </a:lnTo>
                <a:lnTo>
                  <a:pt x="689180" y="81069"/>
                </a:lnTo>
                <a:lnTo>
                  <a:pt x="689249" y="80386"/>
                </a:lnTo>
                <a:lnTo>
                  <a:pt x="689329" y="79714"/>
                </a:lnTo>
                <a:lnTo>
                  <a:pt x="689420" y="79052"/>
                </a:lnTo>
                <a:lnTo>
                  <a:pt x="689521" y="78400"/>
                </a:lnTo>
                <a:lnTo>
                  <a:pt x="689633" y="77758"/>
                </a:lnTo>
                <a:lnTo>
                  <a:pt x="689755" y="77126"/>
                </a:lnTo>
                <a:lnTo>
                  <a:pt x="689889" y="76504"/>
                </a:lnTo>
                <a:lnTo>
                  <a:pt x="690032" y="75892"/>
                </a:lnTo>
                <a:lnTo>
                  <a:pt x="690187" y="75291"/>
                </a:lnTo>
                <a:lnTo>
                  <a:pt x="690352" y="74699"/>
                </a:lnTo>
                <a:lnTo>
                  <a:pt x="690528" y="74118"/>
                </a:lnTo>
                <a:lnTo>
                  <a:pt x="690714" y="73547"/>
                </a:lnTo>
                <a:lnTo>
                  <a:pt x="690912" y="72986"/>
                </a:lnTo>
                <a:lnTo>
                  <a:pt x="691119" y="72435"/>
                </a:lnTo>
                <a:lnTo>
                  <a:pt x="691338" y="71894"/>
                </a:lnTo>
                <a:lnTo>
                  <a:pt x="691567" y="71364"/>
                </a:lnTo>
                <a:lnTo>
                  <a:pt x="691807" y="70843"/>
                </a:lnTo>
                <a:lnTo>
                  <a:pt x="692057" y="70333"/>
                </a:lnTo>
                <a:lnTo>
                  <a:pt x="692317" y="69832"/>
                </a:lnTo>
                <a:lnTo>
                  <a:pt x="692584" y="69342"/>
                </a:lnTo>
                <a:lnTo>
                  <a:pt x="692858" y="68861"/>
                </a:lnTo>
                <a:lnTo>
                  <a:pt x="693140" y="68390"/>
                </a:lnTo>
                <a:lnTo>
                  <a:pt x="693430" y="67929"/>
                </a:lnTo>
                <a:lnTo>
                  <a:pt x="693726" y="67478"/>
                </a:lnTo>
                <a:lnTo>
                  <a:pt x="694030" y="67037"/>
                </a:lnTo>
                <a:lnTo>
                  <a:pt x="694341" y="66605"/>
                </a:lnTo>
                <a:lnTo>
                  <a:pt x="694660" y="66183"/>
                </a:lnTo>
                <a:lnTo>
                  <a:pt x="694986" y="65772"/>
                </a:lnTo>
                <a:lnTo>
                  <a:pt x="695320" y="65370"/>
                </a:lnTo>
                <a:lnTo>
                  <a:pt x="695661" y="64978"/>
                </a:lnTo>
                <a:lnTo>
                  <a:pt x="696009" y="64595"/>
                </a:lnTo>
                <a:lnTo>
                  <a:pt x="696365" y="64223"/>
                </a:lnTo>
                <a:lnTo>
                  <a:pt x="696728" y="63860"/>
                </a:lnTo>
                <a:lnTo>
                  <a:pt x="697098" y="63508"/>
                </a:lnTo>
                <a:lnTo>
                  <a:pt x="697476" y="63165"/>
                </a:lnTo>
                <a:lnTo>
                  <a:pt x="697861" y="62832"/>
                </a:lnTo>
                <a:lnTo>
                  <a:pt x="698254" y="62509"/>
                </a:lnTo>
                <a:lnTo>
                  <a:pt x="698654" y="62195"/>
                </a:lnTo>
                <a:lnTo>
                  <a:pt x="699061" y="61892"/>
                </a:lnTo>
                <a:lnTo>
                  <a:pt x="699476" y="61598"/>
                </a:lnTo>
                <a:lnTo>
                  <a:pt x="699898" y="61315"/>
                </a:lnTo>
                <a:lnTo>
                  <a:pt x="700328" y="61041"/>
                </a:lnTo>
                <a:lnTo>
                  <a:pt x="700764" y="60777"/>
                </a:lnTo>
                <a:lnTo>
                  <a:pt x="701204" y="60525"/>
                </a:lnTo>
                <a:lnTo>
                  <a:pt x="701650" y="60283"/>
                </a:lnTo>
                <a:lnTo>
                  <a:pt x="702100" y="60054"/>
                </a:lnTo>
                <a:lnTo>
                  <a:pt x="702556" y="59835"/>
                </a:lnTo>
                <a:lnTo>
                  <a:pt x="703016" y="59627"/>
                </a:lnTo>
                <a:lnTo>
                  <a:pt x="703481" y="59431"/>
                </a:lnTo>
                <a:lnTo>
                  <a:pt x="703951" y="59246"/>
                </a:lnTo>
                <a:lnTo>
                  <a:pt x="704426" y="59072"/>
                </a:lnTo>
                <a:lnTo>
                  <a:pt x="704906" y="58909"/>
                </a:lnTo>
                <a:lnTo>
                  <a:pt x="705391" y="58758"/>
                </a:lnTo>
                <a:lnTo>
                  <a:pt x="705881" y="58618"/>
                </a:lnTo>
                <a:lnTo>
                  <a:pt x="706375" y="58489"/>
                </a:lnTo>
                <a:lnTo>
                  <a:pt x="706875" y="58371"/>
                </a:lnTo>
                <a:lnTo>
                  <a:pt x="707380" y="58264"/>
                </a:lnTo>
                <a:lnTo>
                  <a:pt x="707889" y="58169"/>
                </a:lnTo>
                <a:lnTo>
                  <a:pt x="708403" y="58085"/>
                </a:lnTo>
                <a:lnTo>
                  <a:pt x="708923" y="58012"/>
                </a:lnTo>
                <a:lnTo>
                  <a:pt x="709447" y="57950"/>
                </a:lnTo>
                <a:lnTo>
                  <a:pt x="709976" y="57900"/>
                </a:lnTo>
                <a:lnTo>
                  <a:pt x="710510" y="57861"/>
                </a:lnTo>
                <a:lnTo>
                  <a:pt x="711049" y="57833"/>
                </a:lnTo>
                <a:lnTo>
                  <a:pt x="711593" y="57816"/>
                </a:lnTo>
                <a:lnTo>
                  <a:pt x="712141" y="57810"/>
                </a:lnTo>
                <a:lnTo>
                  <a:pt x="712935" y="57821"/>
                </a:lnTo>
                <a:lnTo>
                  <a:pt x="713713" y="57852"/>
                </a:lnTo>
                <a:lnTo>
                  <a:pt x="714476" y="57904"/>
                </a:lnTo>
                <a:lnTo>
                  <a:pt x="715224" y="57977"/>
                </a:lnTo>
                <a:lnTo>
                  <a:pt x="715957" y="58070"/>
                </a:lnTo>
                <a:lnTo>
                  <a:pt x="716675" y="58184"/>
                </a:lnTo>
                <a:lnTo>
                  <a:pt x="717378" y="58320"/>
                </a:lnTo>
                <a:lnTo>
                  <a:pt x="718066" y="58475"/>
                </a:lnTo>
                <a:lnTo>
                  <a:pt x="718739" y="58652"/>
                </a:lnTo>
                <a:lnTo>
                  <a:pt x="719397" y="58850"/>
                </a:lnTo>
                <a:lnTo>
                  <a:pt x="720040" y="59068"/>
                </a:lnTo>
                <a:lnTo>
                  <a:pt x="720667" y="59307"/>
                </a:lnTo>
                <a:lnTo>
                  <a:pt x="721280" y="59567"/>
                </a:lnTo>
                <a:lnTo>
                  <a:pt x="721878" y="59848"/>
                </a:lnTo>
                <a:lnTo>
                  <a:pt x="722460" y="60149"/>
                </a:lnTo>
                <a:lnTo>
                  <a:pt x="723028" y="60471"/>
                </a:lnTo>
                <a:lnTo>
                  <a:pt x="723580" y="60814"/>
                </a:lnTo>
                <a:lnTo>
                  <a:pt x="724118" y="61178"/>
                </a:lnTo>
                <a:lnTo>
                  <a:pt x="724640" y="61563"/>
                </a:lnTo>
                <a:lnTo>
                  <a:pt x="725148" y="61968"/>
                </a:lnTo>
                <a:lnTo>
                  <a:pt x="725640" y="62394"/>
                </a:lnTo>
                <a:lnTo>
                  <a:pt x="726117" y="62841"/>
                </a:lnTo>
                <a:lnTo>
                  <a:pt x="726579" y="63309"/>
                </a:lnTo>
                <a:lnTo>
                  <a:pt x="727027" y="63797"/>
                </a:lnTo>
                <a:lnTo>
                  <a:pt x="727457" y="64307"/>
                </a:lnTo>
                <a:lnTo>
                  <a:pt x="727870" y="64836"/>
                </a:lnTo>
                <a:lnTo>
                  <a:pt x="728264" y="65387"/>
                </a:lnTo>
                <a:lnTo>
                  <a:pt x="728639" y="65959"/>
                </a:lnTo>
                <a:lnTo>
                  <a:pt x="728997" y="66551"/>
                </a:lnTo>
                <a:lnTo>
                  <a:pt x="729336" y="67164"/>
                </a:lnTo>
                <a:lnTo>
                  <a:pt x="729657" y="67798"/>
                </a:lnTo>
                <a:lnTo>
                  <a:pt x="729959" y="68452"/>
                </a:lnTo>
                <a:lnTo>
                  <a:pt x="730243" y="69128"/>
                </a:lnTo>
                <a:lnTo>
                  <a:pt x="730509" y="69824"/>
                </a:lnTo>
                <a:lnTo>
                  <a:pt x="730756" y="70541"/>
                </a:lnTo>
                <a:lnTo>
                  <a:pt x="730985" y="71279"/>
                </a:lnTo>
                <a:lnTo>
                  <a:pt x="731196" y="72037"/>
                </a:lnTo>
                <a:lnTo>
                  <a:pt x="731388" y="72816"/>
                </a:lnTo>
                <a:lnTo>
                  <a:pt x="731563" y="73616"/>
                </a:lnTo>
                <a:lnTo>
                  <a:pt x="731718" y="74437"/>
                </a:lnTo>
                <a:lnTo>
                  <a:pt x="731856" y="75279"/>
                </a:lnTo>
                <a:lnTo>
                  <a:pt x="731975" y="76141"/>
                </a:lnTo>
                <a:lnTo>
                  <a:pt x="732076" y="77024"/>
                </a:lnTo>
                <a:lnTo>
                  <a:pt x="732158" y="77928"/>
                </a:lnTo>
                <a:lnTo>
                  <a:pt x="732222" y="78853"/>
                </a:lnTo>
                <a:lnTo>
                  <a:pt x="732268" y="79799"/>
                </a:lnTo>
                <a:lnTo>
                  <a:pt x="732296" y="80765"/>
                </a:lnTo>
                <a:lnTo>
                  <a:pt x="732305" y="81752"/>
                </a:lnTo>
                <a:lnTo>
                  <a:pt x="732305" y="127749"/>
                </a:lnTo>
                <a:lnTo>
                  <a:pt x="745536" y="127749"/>
                </a:lnTo>
                <a:lnTo>
                  <a:pt x="745536" y="80336"/>
                </a:lnTo>
                <a:lnTo>
                  <a:pt x="745530" y="79385"/>
                </a:lnTo>
                <a:lnTo>
                  <a:pt x="745510" y="78448"/>
                </a:lnTo>
                <a:lnTo>
                  <a:pt x="745477" y="77524"/>
                </a:lnTo>
                <a:lnTo>
                  <a:pt x="745431" y="76615"/>
                </a:lnTo>
                <a:lnTo>
                  <a:pt x="745372" y="75720"/>
                </a:lnTo>
                <a:lnTo>
                  <a:pt x="745300" y="74838"/>
                </a:lnTo>
                <a:lnTo>
                  <a:pt x="745215" y="73970"/>
                </a:lnTo>
                <a:lnTo>
                  <a:pt x="745116" y="73117"/>
                </a:lnTo>
                <a:lnTo>
                  <a:pt x="745005" y="72277"/>
                </a:lnTo>
                <a:lnTo>
                  <a:pt x="744880" y="71451"/>
                </a:lnTo>
                <a:lnTo>
                  <a:pt x="744742" y="70640"/>
                </a:lnTo>
                <a:lnTo>
                  <a:pt x="744591" y="69842"/>
                </a:lnTo>
                <a:lnTo>
                  <a:pt x="744427" y="69058"/>
                </a:lnTo>
                <a:lnTo>
                  <a:pt x="744250" y="68288"/>
                </a:lnTo>
                <a:lnTo>
                  <a:pt x="744059" y="67532"/>
                </a:lnTo>
                <a:lnTo>
                  <a:pt x="743856" y="66790"/>
                </a:lnTo>
                <a:lnTo>
                  <a:pt x="743639" y="66062"/>
                </a:lnTo>
                <a:lnTo>
                  <a:pt x="743410" y="65348"/>
                </a:lnTo>
                <a:lnTo>
                  <a:pt x="743167" y="64647"/>
                </a:lnTo>
                <a:lnTo>
                  <a:pt x="742911" y="63961"/>
                </a:lnTo>
                <a:lnTo>
                  <a:pt x="742642" y="63289"/>
                </a:lnTo>
                <a:lnTo>
                  <a:pt x="742359" y="62630"/>
                </a:lnTo>
                <a:lnTo>
                  <a:pt x="742064" y="61986"/>
                </a:lnTo>
                <a:lnTo>
                  <a:pt x="741756" y="61355"/>
                </a:lnTo>
                <a:lnTo>
                  <a:pt x="741435" y="60738"/>
                </a:lnTo>
                <a:lnTo>
                  <a:pt x="741105" y="60135"/>
                </a:lnTo>
                <a:lnTo>
                  <a:pt x="740764" y="59544"/>
                </a:lnTo>
                <a:lnTo>
                  <a:pt x="740412" y="58966"/>
                </a:lnTo>
                <a:lnTo>
                  <a:pt x="740050" y="58402"/>
                </a:lnTo>
                <a:lnTo>
                  <a:pt x="739678" y="57851"/>
                </a:lnTo>
                <a:lnTo>
                  <a:pt x="739296" y="57312"/>
                </a:lnTo>
                <a:lnTo>
                  <a:pt x="738903" y="56787"/>
                </a:lnTo>
                <a:lnTo>
                  <a:pt x="738499" y="56275"/>
                </a:lnTo>
                <a:lnTo>
                  <a:pt x="738085" y="55777"/>
                </a:lnTo>
                <a:lnTo>
                  <a:pt x="737661" y="55291"/>
                </a:lnTo>
                <a:lnTo>
                  <a:pt x="737227" y="54818"/>
                </a:lnTo>
                <a:lnTo>
                  <a:pt x="736782" y="54359"/>
                </a:lnTo>
                <a:lnTo>
                  <a:pt x="736326" y="53913"/>
                </a:lnTo>
                <a:lnTo>
                  <a:pt x="735861" y="53480"/>
                </a:lnTo>
                <a:lnTo>
                  <a:pt x="735385" y="53059"/>
                </a:lnTo>
                <a:lnTo>
                  <a:pt x="734898" y="52653"/>
                </a:lnTo>
                <a:lnTo>
                  <a:pt x="734401" y="52259"/>
                </a:lnTo>
                <a:lnTo>
                  <a:pt x="733894" y="51878"/>
                </a:lnTo>
                <a:lnTo>
                  <a:pt x="733376" y="51511"/>
                </a:lnTo>
                <a:lnTo>
                  <a:pt x="732848" y="51156"/>
                </a:lnTo>
                <a:lnTo>
                  <a:pt x="732310" y="50815"/>
                </a:lnTo>
                <a:lnTo>
                  <a:pt x="731761" y="50487"/>
                </a:lnTo>
                <a:lnTo>
                  <a:pt x="731202" y="50172"/>
                </a:lnTo>
                <a:lnTo>
                  <a:pt x="730633" y="49870"/>
                </a:lnTo>
                <a:lnTo>
                  <a:pt x="730055" y="49580"/>
                </a:lnTo>
                <a:lnTo>
                  <a:pt x="729469" y="49304"/>
                </a:lnTo>
                <a:lnTo>
                  <a:pt x="728874" y="49040"/>
                </a:lnTo>
                <a:lnTo>
                  <a:pt x="728270" y="48789"/>
                </a:lnTo>
                <a:lnTo>
                  <a:pt x="727658" y="48551"/>
                </a:lnTo>
                <a:lnTo>
                  <a:pt x="727036" y="48326"/>
                </a:lnTo>
                <a:lnTo>
                  <a:pt x="726406" y="48114"/>
                </a:lnTo>
                <a:lnTo>
                  <a:pt x="725767" y="47915"/>
                </a:lnTo>
                <a:lnTo>
                  <a:pt x="725120" y="47728"/>
                </a:lnTo>
                <a:lnTo>
                  <a:pt x="724464" y="47555"/>
                </a:lnTo>
                <a:lnTo>
                  <a:pt x="723799" y="47394"/>
                </a:lnTo>
                <a:lnTo>
                  <a:pt x="723125" y="47246"/>
                </a:lnTo>
                <a:lnTo>
                  <a:pt x="722442" y="47111"/>
                </a:lnTo>
                <a:lnTo>
                  <a:pt x="721751" y="46989"/>
                </a:lnTo>
                <a:lnTo>
                  <a:pt x="721051" y="46879"/>
                </a:lnTo>
                <a:lnTo>
                  <a:pt x="720342" y="46783"/>
                </a:lnTo>
                <a:lnTo>
                  <a:pt x="719625" y="46699"/>
                </a:lnTo>
                <a:lnTo>
                  <a:pt x="718899" y="46629"/>
                </a:lnTo>
                <a:lnTo>
                  <a:pt x="718164" y="46571"/>
                </a:lnTo>
                <a:lnTo>
                  <a:pt x="717420" y="46526"/>
                </a:lnTo>
                <a:lnTo>
                  <a:pt x="716667" y="46494"/>
                </a:lnTo>
                <a:lnTo>
                  <a:pt x="715906" y="46474"/>
                </a:lnTo>
                <a:lnTo>
                  <a:pt x="715136" y="46468"/>
                </a:lnTo>
                <a:lnTo>
                  <a:pt x="714391" y="46475"/>
                </a:lnTo>
                <a:lnTo>
                  <a:pt x="713653" y="46497"/>
                </a:lnTo>
                <a:lnTo>
                  <a:pt x="712922" y="46533"/>
                </a:lnTo>
                <a:lnTo>
                  <a:pt x="712198" y="46584"/>
                </a:lnTo>
                <a:lnTo>
                  <a:pt x="711480" y="46649"/>
                </a:lnTo>
                <a:lnTo>
                  <a:pt x="710769" y="46729"/>
                </a:lnTo>
                <a:lnTo>
                  <a:pt x="710066" y="46823"/>
                </a:lnTo>
                <a:lnTo>
                  <a:pt x="709368" y="46932"/>
                </a:lnTo>
                <a:lnTo>
                  <a:pt x="708678" y="47055"/>
                </a:lnTo>
                <a:lnTo>
                  <a:pt x="707995" y="47193"/>
                </a:lnTo>
                <a:lnTo>
                  <a:pt x="707318" y="47345"/>
                </a:lnTo>
                <a:lnTo>
                  <a:pt x="706649" y="47512"/>
                </a:lnTo>
                <a:lnTo>
                  <a:pt x="705986" y="47693"/>
                </a:lnTo>
                <a:lnTo>
                  <a:pt x="705330" y="47889"/>
                </a:lnTo>
                <a:lnTo>
                  <a:pt x="704681" y="48099"/>
                </a:lnTo>
                <a:lnTo>
                  <a:pt x="704038" y="48323"/>
                </a:lnTo>
                <a:lnTo>
                  <a:pt x="703403" y="48563"/>
                </a:lnTo>
                <a:lnTo>
                  <a:pt x="702774" y="48816"/>
                </a:lnTo>
                <a:lnTo>
                  <a:pt x="702152" y="49084"/>
                </a:lnTo>
                <a:lnTo>
                  <a:pt x="701537" y="49367"/>
                </a:lnTo>
                <a:lnTo>
                  <a:pt x="700929" y="49664"/>
                </a:lnTo>
                <a:lnTo>
                  <a:pt x="700328" y="49976"/>
                </a:lnTo>
                <a:lnTo>
                  <a:pt x="699733" y="50302"/>
                </a:lnTo>
                <a:lnTo>
                  <a:pt x="699145" y="50643"/>
                </a:lnTo>
                <a:lnTo>
                  <a:pt x="698567" y="50996"/>
                </a:lnTo>
                <a:lnTo>
                  <a:pt x="698000" y="51361"/>
                </a:lnTo>
                <a:lnTo>
                  <a:pt x="697444" y="51737"/>
                </a:lnTo>
                <a:lnTo>
                  <a:pt x="696899" y="52124"/>
                </a:lnTo>
                <a:lnTo>
                  <a:pt x="696365" y="52522"/>
                </a:lnTo>
                <a:lnTo>
                  <a:pt x="695843" y="52932"/>
                </a:lnTo>
                <a:lnTo>
                  <a:pt x="695332" y="53353"/>
                </a:lnTo>
                <a:lnTo>
                  <a:pt x="694832" y="53785"/>
                </a:lnTo>
                <a:lnTo>
                  <a:pt x="694343" y="54228"/>
                </a:lnTo>
                <a:lnTo>
                  <a:pt x="693865" y="54682"/>
                </a:lnTo>
                <a:lnTo>
                  <a:pt x="693399" y="55148"/>
                </a:lnTo>
                <a:lnTo>
                  <a:pt x="692944" y="55625"/>
                </a:lnTo>
                <a:lnTo>
                  <a:pt x="692500" y="56113"/>
                </a:lnTo>
                <a:lnTo>
                  <a:pt x="692067" y="56612"/>
                </a:lnTo>
                <a:lnTo>
                  <a:pt x="691645" y="57122"/>
                </a:lnTo>
                <a:lnTo>
                  <a:pt x="691235" y="57644"/>
                </a:lnTo>
                <a:lnTo>
                  <a:pt x="690836" y="58177"/>
                </a:lnTo>
                <a:lnTo>
                  <a:pt x="690448" y="58721"/>
                </a:lnTo>
                <a:lnTo>
                  <a:pt x="690071" y="59276"/>
                </a:lnTo>
                <a:lnTo>
                  <a:pt x="689706" y="59843"/>
                </a:lnTo>
                <a:lnTo>
                  <a:pt x="689351" y="60420"/>
                </a:lnTo>
                <a:lnTo>
                  <a:pt x="689008" y="61009"/>
                </a:lnTo>
                <a:lnTo>
                  <a:pt x="688677" y="61609"/>
                </a:lnTo>
                <a:lnTo>
                  <a:pt x="688356" y="62221"/>
                </a:lnTo>
                <a:lnTo>
                  <a:pt x="687726" y="48359"/>
                </a:lnTo>
                <a:lnTo>
                  <a:pt x="675756" y="48359"/>
                </a:lnTo>
                <a:lnTo>
                  <a:pt x="675756" y="127749"/>
                </a:lnTo>
                <a:lnTo>
                  <a:pt x="688988" y="127749"/>
                </a:lnTo>
                <a:lnTo>
                  <a:pt x="688988" y="85377"/>
                </a:lnTo>
                <a:lnTo>
                  <a:pt x="688993" y="84633"/>
                </a:lnTo>
                <a:lnTo>
                  <a:pt x="689009" y="83900"/>
                </a:lnTo>
                <a:lnTo>
                  <a:pt x="689036" y="83177"/>
                </a:lnTo>
                <a:close/>
                <a:moveTo>
                  <a:pt x="872826" y="85551"/>
                </a:moveTo>
                <a:lnTo>
                  <a:pt x="872843" y="84942"/>
                </a:lnTo>
                <a:lnTo>
                  <a:pt x="872867" y="84342"/>
                </a:lnTo>
                <a:lnTo>
                  <a:pt x="872898" y="83750"/>
                </a:lnTo>
                <a:lnTo>
                  <a:pt x="872935" y="83166"/>
                </a:lnTo>
                <a:lnTo>
                  <a:pt x="872980" y="82591"/>
                </a:lnTo>
                <a:lnTo>
                  <a:pt x="873031" y="82025"/>
                </a:lnTo>
                <a:lnTo>
                  <a:pt x="873089" y="81467"/>
                </a:lnTo>
                <a:lnTo>
                  <a:pt x="873154" y="80917"/>
                </a:lnTo>
                <a:lnTo>
                  <a:pt x="873226" y="80376"/>
                </a:lnTo>
                <a:lnTo>
                  <a:pt x="873305" y="79844"/>
                </a:lnTo>
                <a:lnTo>
                  <a:pt x="873390" y="79319"/>
                </a:lnTo>
                <a:lnTo>
                  <a:pt x="873482" y="78804"/>
                </a:lnTo>
                <a:lnTo>
                  <a:pt x="873581" y="78297"/>
                </a:lnTo>
                <a:lnTo>
                  <a:pt x="873687" y="77798"/>
                </a:lnTo>
                <a:lnTo>
                  <a:pt x="873800" y="77308"/>
                </a:lnTo>
                <a:lnTo>
                  <a:pt x="873920" y="76826"/>
                </a:lnTo>
                <a:lnTo>
                  <a:pt x="874046" y="76353"/>
                </a:lnTo>
                <a:lnTo>
                  <a:pt x="874179" y="75888"/>
                </a:lnTo>
                <a:lnTo>
                  <a:pt x="874320" y="75432"/>
                </a:lnTo>
                <a:lnTo>
                  <a:pt x="874466" y="74984"/>
                </a:lnTo>
                <a:lnTo>
                  <a:pt x="874620" y="74544"/>
                </a:lnTo>
                <a:lnTo>
                  <a:pt x="874781" y="74114"/>
                </a:lnTo>
                <a:lnTo>
                  <a:pt x="874948" y="73691"/>
                </a:lnTo>
                <a:lnTo>
                  <a:pt x="875120" y="73275"/>
                </a:lnTo>
                <a:lnTo>
                  <a:pt x="875298" y="72867"/>
                </a:lnTo>
                <a:lnTo>
                  <a:pt x="875481" y="72466"/>
                </a:lnTo>
                <a:lnTo>
                  <a:pt x="875669" y="72073"/>
                </a:lnTo>
                <a:lnTo>
                  <a:pt x="875864" y="71687"/>
                </a:lnTo>
                <a:lnTo>
                  <a:pt x="876063" y="71308"/>
                </a:lnTo>
                <a:lnTo>
                  <a:pt x="876268" y="70937"/>
                </a:lnTo>
                <a:lnTo>
                  <a:pt x="876479" y="70573"/>
                </a:lnTo>
                <a:lnTo>
                  <a:pt x="876695" y="70216"/>
                </a:lnTo>
                <a:lnTo>
                  <a:pt x="876916" y="69867"/>
                </a:lnTo>
                <a:lnTo>
                  <a:pt x="877143" y="69526"/>
                </a:lnTo>
                <a:lnTo>
                  <a:pt x="877375" y="69191"/>
                </a:lnTo>
                <a:lnTo>
                  <a:pt x="877613" y="68864"/>
                </a:lnTo>
                <a:lnTo>
                  <a:pt x="877856" y="68545"/>
                </a:lnTo>
                <a:lnTo>
                  <a:pt x="878105" y="68233"/>
                </a:lnTo>
                <a:lnTo>
                  <a:pt x="878360" y="67928"/>
                </a:lnTo>
                <a:lnTo>
                  <a:pt x="878619" y="67631"/>
                </a:lnTo>
                <a:lnTo>
                  <a:pt x="878884" y="67341"/>
                </a:lnTo>
                <a:lnTo>
                  <a:pt x="879155" y="67058"/>
                </a:lnTo>
                <a:lnTo>
                  <a:pt x="879431" y="66783"/>
                </a:lnTo>
                <a:lnTo>
                  <a:pt x="879713" y="66515"/>
                </a:lnTo>
                <a:lnTo>
                  <a:pt x="880000" y="66255"/>
                </a:lnTo>
                <a:lnTo>
                  <a:pt x="880292" y="66002"/>
                </a:lnTo>
                <a:lnTo>
                  <a:pt x="880589" y="65755"/>
                </a:lnTo>
                <a:lnTo>
                  <a:pt x="880890" y="65514"/>
                </a:lnTo>
                <a:lnTo>
                  <a:pt x="881194" y="65279"/>
                </a:lnTo>
                <a:lnTo>
                  <a:pt x="881502" y="65050"/>
                </a:lnTo>
                <a:lnTo>
                  <a:pt x="881814" y="64826"/>
                </a:lnTo>
                <a:lnTo>
                  <a:pt x="882129" y="64609"/>
                </a:lnTo>
                <a:lnTo>
                  <a:pt x="882447" y="64397"/>
                </a:lnTo>
                <a:lnTo>
                  <a:pt x="882769" y="64190"/>
                </a:lnTo>
                <a:lnTo>
                  <a:pt x="883095" y="63990"/>
                </a:lnTo>
                <a:lnTo>
                  <a:pt x="883424" y="63795"/>
                </a:lnTo>
                <a:lnTo>
                  <a:pt x="883757" y="63606"/>
                </a:lnTo>
                <a:lnTo>
                  <a:pt x="884093" y="63423"/>
                </a:lnTo>
                <a:lnTo>
                  <a:pt x="884433" y="63245"/>
                </a:lnTo>
                <a:lnTo>
                  <a:pt x="884776" y="63073"/>
                </a:lnTo>
                <a:lnTo>
                  <a:pt x="885123" y="62907"/>
                </a:lnTo>
                <a:lnTo>
                  <a:pt x="885473" y="62747"/>
                </a:lnTo>
                <a:lnTo>
                  <a:pt x="885827" y="62592"/>
                </a:lnTo>
                <a:lnTo>
                  <a:pt x="886185" y="62443"/>
                </a:lnTo>
                <a:lnTo>
                  <a:pt x="886546" y="62300"/>
                </a:lnTo>
                <a:lnTo>
                  <a:pt x="886910" y="62163"/>
                </a:lnTo>
                <a:lnTo>
                  <a:pt x="887278" y="62031"/>
                </a:lnTo>
                <a:lnTo>
                  <a:pt x="887650" y="61905"/>
                </a:lnTo>
                <a:lnTo>
                  <a:pt x="888025" y="61785"/>
                </a:lnTo>
                <a:lnTo>
                  <a:pt x="888404" y="61670"/>
                </a:lnTo>
                <a:lnTo>
                  <a:pt x="888786" y="61561"/>
                </a:lnTo>
                <a:lnTo>
                  <a:pt x="889169" y="61456"/>
                </a:lnTo>
                <a:lnTo>
                  <a:pt x="889554" y="61357"/>
                </a:lnTo>
                <a:lnTo>
                  <a:pt x="889940" y="61261"/>
                </a:lnTo>
                <a:lnTo>
                  <a:pt x="890328" y="61171"/>
                </a:lnTo>
                <a:lnTo>
                  <a:pt x="890718" y="61085"/>
                </a:lnTo>
                <a:lnTo>
                  <a:pt x="891110" y="61003"/>
                </a:lnTo>
                <a:lnTo>
                  <a:pt x="891503" y="60927"/>
                </a:lnTo>
                <a:lnTo>
                  <a:pt x="891897" y="60854"/>
                </a:lnTo>
                <a:lnTo>
                  <a:pt x="892294" y="60787"/>
                </a:lnTo>
                <a:lnTo>
                  <a:pt x="892692" y="60724"/>
                </a:lnTo>
                <a:lnTo>
                  <a:pt x="893091" y="60666"/>
                </a:lnTo>
                <a:lnTo>
                  <a:pt x="893492" y="60613"/>
                </a:lnTo>
                <a:lnTo>
                  <a:pt x="893895" y="60564"/>
                </a:lnTo>
                <a:lnTo>
                  <a:pt x="894300" y="60520"/>
                </a:lnTo>
                <a:lnTo>
                  <a:pt x="894706" y="60480"/>
                </a:lnTo>
                <a:lnTo>
                  <a:pt x="895114" y="60445"/>
                </a:lnTo>
                <a:lnTo>
                  <a:pt x="895523" y="60415"/>
                </a:lnTo>
                <a:lnTo>
                  <a:pt x="895934" y="60390"/>
                </a:lnTo>
                <a:lnTo>
                  <a:pt x="896347" y="60369"/>
                </a:lnTo>
                <a:lnTo>
                  <a:pt x="896761" y="60352"/>
                </a:lnTo>
                <a:lnTo>
                  <a:pt x="897177" y="60341"/>
                </a:lnTo>
                <a:lnTo>
                  <a:pt x="897594" y="60334"/>
                </a:lnTo>
                <a:lnTo>
                  <a:pt x="898014" y="60332"/>
                </a:lnTo>
                <a:lnTo>
                  <a:pt x="902898" y="60332"/>
                </a:lnTo>
                <a:lnTo>
                  <a:pt x="902898" y="46468"/>
                </a:lnTo>
                <a:lnTo>
                  <a:pt x="902270" y="46471"/>
                </a:lnTo>
                <a:lnTo>
                  <a:pt x="901649" y="46482"/>
                </a:lnTo>
                <a:lnTo>
                  <a:pt x="901033" y="46500"/>
                </a:lnTo>
                <a:lnTo>
                  <a:pt x="900423" y="46525"/>
                </a:lnTo>
                <a:lnTo>
                  <a:pt x="899819" y="46557"/>
                </a:lnTo>
                <a:lnTo>
                  <a:pt x="899220" y="46596"/>
                </a:lnTo>
                <a:lnTo>
                  <a:pt x="898627" y="46642"/>
                </a:lnTo>
                <a:lnTo>
                  <a:pt x="898040" y="46695"/>
                </a:lnTo>
                <a:lnTo>
                  <a:pt x="897459" y="46756"/>
                </a:lnTo>
                <a:lnTo>
                  <a:pt x="896883" y="46823"/>
                </a:lnTo>
                <a:lnTo>
                  <a:pt x="896314" y="46898"/>
                </a:lnTo>
                <a:lnTo>
                  <a:pt x="895749" y="46980"/>
                </a:lnTo>
                <a:lnTo>
                  <a:pt x="895191" y="47069"/>
                </a:lnTo>
                <a:lnTo>
                  <a:pt x="894638" y="47165"/>
                </a:lnTo>
                <a:lnTo>
                  <a:pt x="894092" y="47268"/>
                </a:lnTo>
                <a:lnTo>
                  <a:pt x="893550" y="47378"/>
                </a:lnTo>
                <a:lnTo>
                  <a:pt x="893015" y="47495"/>
                </a:lnTo>
                <a:lnTo>
                  <a:pt x="892485" y="47620"/>
                </a:lnTo>
                <a:lnTo>
                  <a:pt x="891962" y="47751"/>
                </a:lnTo>
                <a:lnTo>
                  <a:pt x="891443" y="47890"/>
                </a:lnTo>
                <a:lnTo>
                  <a:pt x="890931" y="48036"/>
                </a:lnTo>
                <a:lnTo>
                  <a:pt x="890424" y="48189"/>
                </a:lnTo>
                <a:lnTo>
                  <a:pt x="889923" y="48349"/>
                </a:lnTo>
                <a:lnTo>
                  <a:pt x="889428" y="48516"/>
                </a:lnTo>
                <a:lnTo>
                  <a:pt x="888939" y="48689"/>
                </a:lnTo>
                <a:lnTo>
                  <a:pt x="888456" y="48869"/>
                </a:lnTo>
                <a:lnTo>
                  <a:pt x="887979" y="49055"/>
                </a:lnTo>
                <a:lnTo>
                  <a:pt x="887508" y="49246"/>
                </a:lnTo>
                <a:lnTo>
                  <a:pt x="887043" y="49444"/>
                </a:lnTo>
                <a:lnTo>
                  <a:pt x="886584" y="49648"/>
                </a:lnTo>
                <a:lnTo>
                  <a:pt x="886130" y="49858"/>
                </a:lnTo>
                <a:lnTo>
                  <a:pt x="885683" y="50073"/>
                </a:lnTo>
                <a:lnTo>
                  <a:pt x="885242" y="50295"/>
                </a:lnTo>
                <a:lnTo>
                  <a:pt x="884807" y="50523"/>
                </a:lnTo>
                <a:lnTo>
                  <a:pt x="884378" y="50757"/>
                </a:lnTo>
                <a:lnTo>
                  <a:pt x="883955" y="50997"/>
                </a:lnTo>
                <a:lnTo>
                  <a:pt x="883538" y="51243"/>
                </a:lnTo>
                <a:lnTo>
                  <a:pt x="883127" y="51494"/>
                </a:lnTo>
                <a:lnTo>
                  <a:pt x="882722" y="51752"/>
                </a:lnTo>
                <a:lnTo>
                  <a:pt x="882323" y="52016"/>
                </a:lnTo>
                <a:lnTo>
                  <a:pt x="881930" y="52286"/>
                </a:lnTo>
                <a:lnTo>
                  <a:pt x="881543" y="52562"/>
                </a:lnTo>
                <a:lnTo>
                  <a:pt x="881162" y="52844"/>
                </a:lnTo>
                <a:lnTo>
                  <a:pt x="880787" y="53132"/>
                </a:lnTo>
                <a:lnTo>
                  <a:pt x="880418" y="53426"/>
                </a:lnTo>
                <a:lnTo>
                  <a:pt x="880055" y="53726"/>
                </a:lnTo>
                <a:lnTo>
                  <a:pt x="879699" y="54032"/>
                </a:lnTo>
                <a:lnTo>
                  <a:pt x="879348" y="54344"/>
                </a:lnTo>
                <a:lnTo>
                  <a:pt x="879003" y="54662"/>
                </a:lnTo>
                <a:lnTo>
                  <a:pt x="878663" y="54985"/>
                </a:lnTo>
                <a:lnTo>
                  <a:pt x="878328" y="55314"/>
                </a:lnTo>
                <a:lnTo>
                  <a:pt x="877998" y="55648"/>
                </a:lnTo>
                <a:lnTo>
                  <a:pt x="877674" y="55988"/>
                </a:lnTo>
                <a:lnTo>
                  <a:pt x="877355" y="56333"/>
                </a:lnTo>
                <a:lnTo>
                  <a:pt x="877041" y="56684"/>
                </a:lnTo>
                <a:lnTo>
                  <a:pt x="876732" y="57040"/>
                </a:lnTo>
                <a:lnTo>
                  <a:pt x="876428" y="57401"/>
                </a:lnTo>
                <a:lnTo>
                  <a:pt x="876130" y="57768"/>
                </a:lnTo>
                <a:lnTo>
                  <a:pt x="875836" y="58141"/>
                </a:lnTo>
                <a:lnTo>
                  <a:pt x="875548" y="58519"/>
                </a:lnTo>
                <a:lnTo>
                  <a:pt x="875265" y="58902"/>
                </a:lnTo>
                <a:lnTo>
                  <a:pt x="874988" y="59291"/>
                </a:lnTo>
                <a:lnTo>
                  <a:pt x="874715" y="59685"/>
                </a:lnTo>
                <a:lnTo>
                  <a:pt x="874448" y="60085"/>
                </a:lnTo>
                <a:lnTo>
                  <a:pt x="874185" y="60490"/>
                </a:lnTo>
                <a:lnTo>
                  <a:pt x="873928" y="60901"/>
                </a:lnTo>
                <a:lnTo>
                  <a:pt x="873677" y="61317"/>
                </a:lnTo>
                <a:lnTo>
                  <a:pt x="873430" y="61739"/>
                </a:lnTo>
                <a:lnTo>
                  <a:pt x="873188" y="62166"/>
                </a:lnTo>
                <a:lnTo>
                  <a:pt x="872952" y="62599"/>
                </a:lnTo>
                <a:lnTo>
                  <a:pt x="872721" y="63037"/>
                </a:lnTo>
                <a:lnTo>
                  <a:pt x="872495" y="63480"/>
                </a:lnTo>
                <a:lnTo>
                  <a:pt x="871551" y="48359"/>
                </a:lnTo>
                <a:lnTo>
                  <a:pt x="859581" y="48359"/>
                </a:lnTo>
                <a:lnTo>
                  <a:pt x="859581" y="127749"/>
                </a:lnTo>
                <a:lnTo>
                  <a:pt x="872812" y="127749"/>
                </a:lnTo>
                <a:lnTo>
                  <a:pt x="872812" y="86795"/>
                </a:lnTo>
                <a:lnTo>
                  <a:pt x="872816" y="86169"/>
                </a:lnTo>
                <a:lnTo>
                  <a:pt x="872826" y="85551"/>
                </a:lnTo>
                <a:close/>
                <a:moveTo>
                  <a:pt x="931139" y="83333"/>
                </a:moveTo>
                <a:lnTo>
                  <a:pt x="931174" y="82619"/>
                </a:lnTo>
                <a:lnTo>
                  <a:pt x="931218" y="81915"/>
                </a:lnTo>
                <a:lnTo>
                  <a:pt x="931272" y="81221"/>
                </a:lnTo>
                <a:lnTo>
                  <a:pt x="931336" y="80537"/>
                </a:lnTo>
                <a:lnTo>
                  <a:pt x="931410" y="79863"/>
                </a:lnTo>
                <a:lnTo>
                  <a:pt x="931494" y="79198"/>
                </a:lnTo>
                <a:lnTo>
                  <a:pt x="931587" y="78544"/>
                </a:lnTo>
                <a:lnTo>
                  <a:pt x="931690" y="77899"/>
                </a:lnTo>
                <a:lnTo>
                  <a:pt x="931804" y="77264"/>
                </a:lnTo>
                <a:lnTo>
                  <a:pt x="931927" y="76639"/>
                </a:lnTo>
                <a:lnTo>
                  <a:pt x="932059" y="76024"/>
                </a:lnTo>
                <a:lnTo>
                  <a:pt x="932202" y="75418"/>
                </a:lnTo>
                <a:lnTo>
                  <a:pt x="932355" y="74823"/>
                </a:lnTo>
                <a:lnTo>
                  <a:pt x="932517" y="74237"/>
                </a:lnTo>
                <a:lnTo>
                  <a:pt x="932689" y="73661"/>
                </a:lnTo>
                <a:lnTo>
                  <a:pt x="932871" y="73095"/>
                </a:lnTo>
                <a:lnTo>
                  <a:pt x="933063" y="72539"/>
                </a:lnTo>
                <a:lnTo>
                  <a:pt x="933265" y="71992"/>
                </a:lnTo>
                <a:lnTo>
                  <a:pt x="933476" y="71456"/>
                </a:lnTo>
                <a:lnTo>
                  <a:pt x="933698" y="70929"/>
                </a:lnTo>
                <a:lnTo>
                  <a:pt x="933929" y="70412"/>
                </a:lnTo>
                <a:lnTo>
                  <a:pt x="934169" y="69905"/>
                </a:lnTo>
                <a:lnTo>
                  <a:pt x="934415" y="69408"/>
                </a:lnTo>
                <a:lnTo>
                  <a:pt x="934669" y="68922"/>
                </a:lnTo>
                <a:lnTo>
                  <a:pt x="934929" y="68445"/>
                </a:lnTo>
                <a:lnTo>
                  <a:pt x="935196" y="67979"/>
                </a:lnTo>
                <a:lnTo>
                  <a:pt x="935470" y="67523"/>
                </a:lnTo>
                <a:lnTo>
                  <a:pt x="935751" y="67076"/>
                </a:lnTo>
                <a:lnTo>
                  <a:pt x="936038" y="66640"/>
                </a:lnTo>
                <a:lnTo>
                  <a:pt x="936333" y="66214"/>
                </a:lnTo>
                <a:lnTo>
                  <a:pt x="936634" y="65799"/>
                </a:lnTo>
                <a:lnTo>
                  <a:pt x="936942" y="65393"/>
                </a:lnTo>
                <a:lnTo>
                  <a:pt x="937257" y="64997"/>
                </a:lnTo>
                <a:lnTo>
                  <a:pt x="937579" y="64612"/>
                </a:lnTo>
                <a:lnTo>
                  <a:pt x="937908" y="64237"/>
                </a:lnTo>
                <a:lnTo>
                  <a:pt x="938243" y="63872"/>
                </a:lnTo>
                <a:lnTo>
                  <a:pt x="938585" y="63517"/>
                </a:lnTo>
                <a:lnTo>
                  <a:pt x="938934" y="63172"/>
                </a:lnTo>
                <a:lnTo>
                  <a:pt x="939290" y="62837"/>
                </a:lnTo>
                <a:lnTo>
                  <a:pt x="939653" y="62512"/>
                </a:lnTo>
                <a:lnTo>
                  <a:pt x="940023" y="62198"/>
                </a:lnTo>
                <a:lnTo>
                  <a:pt x="940399" y="61893"/>
                </a:lnTo>
                <a:lnTo>
                  <a:pt x="940783" y="61599"/>
                </a:lnTo>
                <a:lnTo>
                  <a:pt x="941173" y="61315"/>
                </a:lnTo>
                <a:lnTo>
                  <a:pt x="941570" y="61041"/>
                </a:lnTo>
                <a:lnTo>
                  <a:pt x="941972" y="60777"/>
                </a:lnTo>
                <a:lnTo>
                  <a:pt x="942379" y="60525"/>
                </a:lnTo>
                <a:lnTo>
                  <a:pt x="942789" y="60283"/>
                </a:lnTo>
                <a:lnTo>
                  <a:pt x="943204" y="60054"/>
                </a:lnTo>
                <a:lnTo>
                  <a:pt x="943623" y="59835"/>
                </a:lnTo>
                <a:lnTo>
                  <a:pt x="944046" y="59627"/>
                </a:lnTo>
                <a:lnTo>
                  <a:pt x="944473" y="59431"/>
                </a:lnTo>
                <a:lnTo>
                  <a:pt x="944904" y="59246"/>
                </a:lnTo>
                <a:lnTo>
                  <a:pt x="945339" y="59072"/>
                </a:lnTo>
                <a:lnTo>
                  <a:pt x="945779" y="58909"/>
                </a:lnTo>
                <a:lnTo>
                  <a:pt x="946222" y="58758"/>
                </a:lnTo>
                <a:lnTo>
                  <a:pt x="946670" y="58618"/>
                </a:lnTo>
                <a:lnTo>
                  <a:pt x="947121" y="58489"/>
                </a:lnTo>
                <a:lnTo>
                  <a:pt x="947577" y="58371"/>
                </a:lnTo>
                <a:lnTo>
                  <a:pt x="948037" y="58264"/>
                </a:lnTo>
                <a:lnTo>
                  <a:pt x="948501" y="58169"/>
                </a:lnTo>
                <a:lnTo>
                  <a:pt x="948969" y="58085"/>
                </a:lnTo>
                <a:lnTo>
                  <a:pt x="949441" y="58012"/>
                </a:lnTo>
                <a:lnTo>
                  <a:pt x="949917" y="57950"/>
                </a:lnTo>
                <a:lnTo>
                  <a:pt x="950397" y="57900"/>
                </a:lnTo>
                <a:lnTo>
                  <a:pt x="950882" y="57861"/>
                </a:lnTo>
                <a:lnTo>
                  <a:pt x="951370" y="57833"/>
                </a:lnTo>
                <a:lnTo>
                  <a:pt x="951863" y="57816"/>
                </a:lnTo>
                <a:lnTo>
                  <a:pt x="952359" y="57810"/>
                </a:lnTo>
                <a:lnTo>
                  <a:pt x="953100" y="57821"/>
                </a:lnTo>
                <a:lnTo>
                  <a:pt x="953827" y="57852"/>
                </a:lnTo>
                <a:lnTo>
                  <a:pt x="954540" y="57904"/>
                </a:lnTo>
                <a:lnTo>
                  <a:pt x="955238" y="57977"/>
                </a:lnTo>
                <a:lnTo>
                  <a:pt x="955922" y="58070"/>
                </a:lnTo>
                <a:lnTo>
                  <a:pt x="956592" y="58184"/>
                </a:lnTo>
                <a:lnTo>
                  <a:pt x="957248" y="58320"/>
                </a:lnTo>
                <a:lnTo>
                  <a:pt x="957889" y="58475"/>
                </a:lnTo>
                <a:lnTo>
                  <a:pt x="958517" y="58652"/>
                </a:lnTo>
                <a:lnTo>
                  <a:pt x="959130" y="58850"/>
                </a:lnTo>
                <a:lnTo>
                  <a:pt x="959729" y="59068"/>
                </a:lnTo>
                <a:lnTo>
                  <a:pt x="960313" y="59307"/>
                </a:lnTo>
                <a:lnTo>
                  <a:pt x="960884" y="59567"/>
                </a:lnTo>
                <a:lnTo>
                  <a:pt x="961440" y="59848"/>
                </a:lnTo>
                <a:lnTo>
                  <a:pt x="961982" y="60149"/>
                </a:lnTo>
                <a:lnTo>
                  <a:pt x="962510" y="60471"/>
                </a:lnTo>
                <a:lnTo>
                  <a:pt x="963023" y="60814"/>
                </a:lnTo>
                <a:lnTo>
                  <a:pt x="963523" y="61178"/>
                </a:lnTo>
                <a:lnTo>
                  <a:pt x="964008" y="61563"/>
                </a:lnTo>
                <a:lnTo>
                  <a:pt x="964479" y="61968"/>
                </a:lnTo>
                <a:lnTo>
                  <a:pt x="964936" y="62394"/>
                </a:lnTo>
                <a:lnTo>
                  <a:pt x="965378" y="62841"/>
                </a:lnTo>
                <a:lnTo>
                  <a:pt x="965806" y="63309"/>
                </a:lnTo>
                <a:lnTo>
                  <a:pt x="966221" y="63797"/>
                </a:lnTo>
                <a:lnTo>
                  <a:pt x="966619" y="64307"/>
                </a:lnTo>
                <a:lnTo>
                  <a:pt x="967001" y="64836"/>
                </a:lnTo>
                <a:lnTo>
                  <a:pt x="967365" y="65387"/>
                </a:lnTo>
                <a:lnTo>
                  <a:pt x="967713" y="65959"/>
                </a:lnTo>
                <a:lnTo>
                  <a:pt x="968044" y="66551"/>
                </a:lnTo>
                <a:lnTo>
                  <a:pt x="968357" y="67164"/>
                </a:lnTo>
                <a:lnTo>
                  <a:pt x="968654" y="67798"/>
                </a:lnTo>
                <a:lnTo>
                  <a:pt x="968934" y="68452"/>
                </a:lnTo>
                <a:lnTo>
                  <a:pt x="969197" y="69128"/>
                </a:lnTo>
                <a:lnTo>
                  <a:pt x="969443" y="69824"/>
                </a:lnTo>
                <a:lnTo>
                  <a:pt x="969672" y="70541"/>
                </a:lnTo>
                <a:lnTo>
                  <a:pt x="969884" y="71279"/>
                </a:lnTo>
                <a:lnTo>
                  <a:pt x="970079" y="72037"/>
                </a:lnTo>
                <a:lnTo>
                  <a:pt x="970257" y="72816"/>
                </a:lnTo>
                <a:lnTo>
                  <a:pt x="970418" y="73616"/>
                </a:lnTo>
                <a:lnTo>
                  <a:pt x="970562" y="74437"/>
                </a:lnTo>
                <a:lnTo>
                  <a:pt x="970689" y="75279"/>
                </a:lnTo>
                <a:lnTo>
                  <a:pt x="970799" y="76141"/>
                </a:lnTo>
                <a:lnTo>
                  <a:pt x="970893" y="77024"/>
                </a:lnTo>
                <a:lnTo>
                  <a:pt x="970969" y="77928"/>
                </a:lnTo>
                <a:lnTo>
                  <a:pt x="971028" y="78853"/>
                </a:lnTo>
                <a:lnTo>
                  <a:pt x="971071" y="79799"/>
                </a:lnTo>
                <a:lnTo>
                  <a:pt x="971096" y="80765"/>
                </a:lnTo>
                <a:lnTo>
                  <a:pt x="971105" y="81752"/>
                </a:lnTo>
                <a:lnTo>
                  <a:pt x="971105" y="127749"/>
                </a:lnTo>
                <a:lnTo>
                  <a:pt x="984336" y="127749"/>
                </a:lnTo>
                <a:lnTo>
                  <a:pt x="984336" y="85533"/>
                </a:lnTo>
                <a:lnTo>
                  <a:pt x="984341" y="84790"/>
                </a:lnTo>
                <a:lnTo>
                  <a:pt x="984356" y="84056"/>
                </a:lnTo>
                <a:lnTo>
                  <a:pt x="984380" y="83333"/>
                </a:lnTo>
                <a:lnTo>
                  <a:pt x="984415" y="82619"/>
                </a:lnTo>
                <a:lnTo>
                  <a:pt x="984459" y="81915"/>
                </a:lnTo>
                <a:lnTo>
                  <a:pt x="984513" y="81221"/>
                </a:lnTo>
                <a:lnTo>
                  <a:pt x="984577" y="80537"/>
                </a:lnTo>
                <a:lnTo>
                  <a:pt x="984651" y="79863"/>
                </a:lnTo>
                <a:lnTo>
                  <a:pt x="984735" y="79198"/>
                </a:lnTo>
                <a:lnTo>
                  <a:pt x="984828" y="78544"/>
                </a:lnTo>
                <a:lnTo>
                  <a:pt x="984931" y="77899"/>
                </a:lnTo>
                <a:lnTo>
                  <a:pt x="985045" y="77264"/>
                </a:lnTo>
                <a:lnTo>
                  <a:pt x="985168" y="76639"/>
                </a:lnTo>
                <a:lnTo>
                  <a:pt x="985300" y="76024"/>
                </a:lnTo>
                <a:lnTo>
                  <a:pt x="985443" y="75418"/>
                </a:lnTo>
                <a:lnTo>
                  <a:pt x="985596" y="74823"/>
                </a:lnTo>
                <a:lnTo>
                  <a:pt x="985758" y="74237"/>
                </a:lnTo>
                <a:lnTo>
                  <a:pt x="985930" y="73661"/>
                </a:lnTo>
                <a:lnTo>
                  <a:pt x="986112" y="73095"/>
                </a:lnTo>
                <a:lnTo>
                  <a:pt x="986304" y="72539"/>
                </a:lnTo>
                <a:lnTo>
                  <a:pt x="986506" y="71992"/>
                </a:lnTo>
                <a:lnTo>
                  <a:pt x="986717" y="71456"/>
                </a:lnTo>
                <a:lnTo>
                  <a:pt x="986939" y="70929"/>
                </a:lnTo>
                <a:lnTo>
                  <a:pt x="987170" y="70412"/>
                </a:lnTo>
                <a:lnTo>
                  <a:pt x="987410" y="69905"/>
                </a:lnTo>
                <a:lnTo>
                  <a:pt x="987657" y="69408"/>
                </a:lnTo>
                <a:lnTo>
                  <a:pt x="987911" y="68922"/>
                </a:lnTo>
                <a:lnTo>
                  <a:pt x="988172" y="68445"/>
                </a:lnTo>
                <a:lnTo>
                  <a:pt x="988440" y="67979"/>
                </a:lnTo>
                <a:lnTo>
                  <a:pt x="988716" y="67523"/>
                </a:lnTo>
                <a:lnTo>
                  <a:pt x="988998" y="67076"/>
                </a:lnTo>
                <a:lnTo>
                  <a:pt x="989288" y="66640"/>
                </a:lnTo>
                <a:lnTo>
                  <a:pt x="989585" y="66214"/>
                </a:lnTo>
                <a:lnTo>
                  <a:pt x="989889" y="65799"/>
                </a:lnTo>
                <a:lnTo>
                  <a:pt x="990199" y="65393"/>
                </a:lnTo>
                <a:lnTo>
                  <a:pt x="990517" y="64997"/>
                </a:lnTo>
                <a:lnTo>
                  <a:pt x="990843" y="64612"/>
                </a:lnTo>
                <a:lnTo>
                  <a:pt x="991175" y="64237"/>
                </a:lnTo>
                <a:lnTo>
                  <a:pt x="991514" y="63872"/>
                </a:lnTo>
                <a:lnTo>
                  <a:pt x="991861" y="63517"/>
                </a:lnTo>
                <a:lnTo>
                  <a:pt x="992214" y="63172"/>
                </a:lnTo>
                <a:lnTo>
                  <a:pt x="992575" y="62837"/>
                </a:lnTo>
                <a:lnTo>
                  <a:pt x="992943" y="62512"/>
                </a:lnTo>
                <a:lnTo>
                  <a:pt x="993317" y="62198"/>
                </a:lnTo>
                <a:lnTo>
                  <a:pt x="993699" y="61893"/>
                </a:lnTo>
                <a:lnTo>
                  <a:pt x="994088" y="61599"/>
                </a:lnTo>
                <a:lnTo>
                  <a:pt x="994484" y="61315"/>
                </a:lnTo>
                <a:lnTo>
                  <a:pt x="994888" y="61041"/>
                </a:lnTo>
                <a:lnTo>
                  <a:pt x="995297" y="60777"/>
                </a:lnTo>
                <a:lnTo>
                  <a:pt x="995710" y="60525"/>
                </a:lnTo>
                <a:lnTo>
                  <a:pt x="996128" y="60283"/>
                </a:lnTo>
                <a:lnTo>
                  <a:pt x="996551" y="60054"/>
                </a:lnTo>
                <a:lnTo>
                  <a:pt x="996977" y="59835"/>
                </a:lnTo>
                <a:lnTo>
                  <a:pt x="997408" y="59627"/>
                </a:lnTo>
                <a:lnTo>
                  <a:pt x="997844" y="59431"/>
                </a:lnTo>
                <a:lnTo>
                  <a:pt x="998284" y="59246"/>
                </a:lnTo>
                <a:lnTo>
                  <a:pt x="998728" y="59072"/>
                </a:lnTo>
                <a:lnTo>
                  <a:pt x="999176" y="58909"/>
                </a:lnTo>
                <a:lnTo>
                  <a:pt x="999629" y="58758"/>
                </a:lnTo>
                <a:lnTo>
                  <a:pt x="1000087" y="58618"/>
                </a:lnTo>
                <a:lnTo>
                  <a:pt x="1000548" y="58489"/>
                </a:lnTo>
                <a:lnTo>
                  <a:pt x="1001014" y="58371"/>
                </a:lnTo>
                <a:lnTo>
                  <a:pt x="1001485" y="58264"/>
                </a:lnTo>
                <a:lnTo>
                  <a:pt x="1001960" y="58169"/>
                </a:lnTo>
                <a:lnTo>
                  <a:pt x="1002439" y="58085"/>
                </a:lnTo>
                <a:lnTo>
                  <a:pt x="1002922" y="58012"/>
                </a:lnTo>
                <a:lnTo>
                  <a:pt x="1003410" y="57950"/>
                </a:lnTo>
                <a:lnTo>
                  <a:pt x="1003902" y="57900"/>
                </a:lnTo>
                <a:lnTo>
                  <a:pt x="1004399" y="57861"/>
                </a:lnTo>
                <a:lnTo>
                  <a:pt x="1004900" y="57833"/>
                </a:lnTo>
                <a:lnTo>
                  <a:pt x="1005405" y="57816"/>
                </a:lnTo>
                <a:lnTo>
                  <a:pt x="1005915" y="57810"/>
                </a:lnTo>
                <a:lnTo>
                  <a:pt x="1006643" y="57821"/>
                </a:lnTo>
                <a:lnTo>
                  <a:pt x="1007358" y="57852"/>
                </a:lnTo>
                <a:lnTo>
                  <a:pt x="1008059" y="57904"/>
                </a:lnTo>
                <a:lnTo>
                  <a:pt x="1008746" y="57977"/>
                </a:lnTo>
                <a:lnTo>
                  <a:pt x="1009420" y="58070"/>
                </a:lnTo>
                <a:lnTo>
                  <a:pt x="1010080" y="58184"/>
                </a:lnTo>
                <a:lnTo>
                  <a:pt x="1010726" y="58320"/>
                </a:lnTo>
                <a:lnTo>
                  <a:pt x="1011358" y="58475"/>
                </a:lnTo>
                <a:lnTo>
                  <a:pt x="1011977" y="58652"/>
                </a:lnTo>
                <a:lnTo>
                  <a:pt x="1012582" y="58850"/>
                </a:lnTo>
                <a:lnTo>
                  <a:pt x="1013174" y="59068"/>
                </a:lnTo>
                <a:lnTo>
                  <a:pt x="1013751" y="59307"/>
                </a:lnTo>
                <a:lnTo>
                  <a:pt x="1014316" y="59567"/>
                </a:lnTo>
                <a:lnTo>
                  <a:pt x="1014866" y="59848"/>
                </a:lnTo>
                <a:lnTo>
                  <a:pt x="1015403" y="60149"/>
                </a:lnTo>
                <a:lnTo>
                  <a:pt x="1015926" y="60471"/>
                </a:lnTo>
                <a:lnTo>
                  <a:pt x="1016435" y="60814"/>
                </a:lnTo>
                <a:lnTo>
                  <a:pt x="1016931" y="61178"/>
                </a:lnTo>
                <a:lnTo>
                  <a:pt x="1017413" y="61563"/>
                </a:lnTo>
                <a:lnTo>
                  <a:pt x="1017881" y="61968"/>
                </a:lnTo>
                <a:lnTo>
                  <a:pt x="1018336" y="62394"/>
                </a:lnTo>
                <a:lnTo>
                  <a:pt x="1018777" y="62841"/>
                </a:lnTo>
                <a:lnTo>
                  <a:pt x="1019204" y="63309"/>
                </a:lnTo>
                <a:lnTo>
                  <a:pt x="1019618" y="63797"/>
                </a:lnTo>
                <a:lnTo>
                  <a:pt x="1020016" y="64307"/>
                </a:lnTo>
                <a:lnTo>
                  <a:pt x="1020398" y="64836"/>
                </a:lnTo>
                <a:lnTo>
                  <a:pt x="1020763" y="65387"/>
                </a:lnTo>
                <a:lnTo>
                  <a:pt x="1021110" y="65959"/>
                </a:lnTo>
                <a:lnTo>
                  <a:pt x="1021441" y="66551"/>
                </a:lnTo>
                <a:lnTo>
                  <a:pt x="1021755" y="67164"/>
                </a:lnTo>
                <a:lnTo>
                  <a:pt x="1022051" y="67798"/>
                </a:lnTo>
                <a:lnTo>
                  <a:pt x="1022331" y="68452"/>
                </a:lnTo>
                <a:lnTo>
                  <a:pt x="1022594" y="69128"/>
                </a:lnTo>
                <a:lnTo>
                  <a:pt x="1022840" y="69824"/>
                </a:lnTo>
                <a:lnTo>
                  <a:pt x="1023069" y="70541"/>
                </a:lnTo>
                <a:lnTo>
                  <a:pt x="1023281" y="71279"/>
                </a:lnTo>
                <a:lnTo>
                  <a:pt x="1023476" y="72037"/>
                </a:lnTo>
                <a:lnTo>
                  <a:pt x="1023654" y="72816"/>
                </a:lnTo>
                <a:lnTo>
                  <a:pt x="1023815" y="73616"/>
                </a:lnTo>
                <a:lnTo>
                  <a:pt x="1023959" y="74437"/>
                </a:lnTo>
                <a:lnTo>
                  <a:pt x="1024086" y="75279"/>
                </a:lnTo>
                <a:lnTo>
                  <a:pt x="1024197" y="76141"/>
                </a:lnTo>
                <a:lnTo>
                  <a:pt x="1024290" y="77024"/>
                </a:lnTo>
                <a:lnTo>
                  <a:pt x="1024366" y="77928"/>
                </a:lnTo>
                <a:lnTo>
                  <a:pt x="1024426" y="78853"/>
                </a:lnTo>
                <a:lnTo>
                  <a:pt x="1024468" y="79799"/>
                </a:lnTo>
                <a:lnTo>
                  <a:pt x="1024493" y="80765"/>
                </a:lnTo>
                <a:lnTo>
                  <a:pt x="1024502" y="81752"/>
                </a:lnTo>
                <a:lnTo>
                  <a:pt x="1024502" y="127749"/>
                </a:lnTo>
                <a:lnTo>
                  <a:pt x="1037577" y="127749"/>
                </a:lnTo>
                <a:lnTo>
                  <a:pt x="1037577" y="80336"/>
                </a:lnTo>
                <a:lnTo>
                  <a:pt x="1037571" y="79385"/>
                </a:lnTo>
                <a:lnTo>
                  <a:pt x="1037552" y="78448"/>
                </a:lnTo>
                <a:lnTo>
                  <a:pt x="1037519" y="77524"/>
                </a:lnTo>
                <a:lnTo>
                  <a:pt x="1037474" y="76615"/>
                </a:lnTo>
                <a:lnTo>
                  <a:pt x="1037417" y="75720"/>
                </a:lnTo>
                <a:lnTo>
                  <a:pt x="1037346" y="74838"/>
                </a:lnTo>
                <a:lnTo>
                  <a:pt x="1037262" y="73970"/>
                </a:lnTo>
                <a:lnTo>
                  <a:pt x="1037166" y="73117"/>
                </a:lnTo>
                <a:lnTo>
                  <a:pt x="1037057" y="72277"/>
                </a:lnTo>
                <a:lnTo>
                  <a:pt x="1036935" y="71451"/>
                </a:lnTo>
                <a:lnTo>
                  <a:pt x="1036800" y="70640"/>
                </a:lnTo>
                <a:lnTo>
                  <a:pt x="1036652" y="69842"/>
                </a:lnTo>
                <a:lnTo>
                  <a:pt x="1036491" y="69058"/>
                </a:lnTo>
                <a:lnTo>
                  <a:pt x="1036318" y="68288"/>
                </a:lnTo>
                <a:lnTo>
                  <a:pt x="1036131" y="67532"/>
                </a:lnTo>
                <a:lnTo>
                  <a:pt x="1035932" y="66790"/>
                </a:lnTo>
                <a:lnTo>
                  <a:pt x="1035720" y="66062"/>
                </a:lnTo>
                <a:lnTo>
                  <a:pt x="1035495" y="65348"/>
                </a:lnTo>
                <a:lnTo>
                  <a:pt x="1035257" y="64647"/>
                </a:lnTo>
                <a:lnTo>
                  <a:pt x="1035007" y="63961"/>
                </a:lnTo>
                <a:lnTo>
                  <a:pt x="1034743" y="63289"/>
                </a:lnTo>
                <a:lnTo>
                  <a:pt x="1034467" y="62630"/>
                </a:lnTo>
                <a:lnTo>
                  <a:pt x="1034178" y="61986"/>
                </a:lnTo>
                <a:lnTo>
                  <a:pt x="1033876" y="61355"/>
                </a:lnTo>
                <a:lnTo>
                  <a:pt x="1033562" y="60738"/>
                </a:lnTo>
                <a:lnTo>
                  <a:pt x="1033237" y="60135"/>
                </a:lnTo>
                <a:lnTo>
                  <a:pt x="1032901" y="59544"/>
                </a:lnTo>
                <a:lnTo>
                  <a:pt x="1032554" y="58966"/>
                </a:lnTo>
                <a:lnTo>
                  <a:pt x="1032197" y="58402"/>
                </a:lnTo>
                <a:lnTo>
                  <a:pt x="1031828" y="57851"/>
                </a:lnTo>
                <a:lnTo>
                  <a:pt x="1031448" y="57312"/>
                </a:lnTo>
                <a:lnTo>
                  <a:pt x="1031058" y="56787"/>
                </a:lnTo>
                <a:lnTo>
                  <a:pt x="1030657" y="56275"/>
                </a:lnTo>
                <a:lnTo>
                  <a:pt x="1030244" y="55777"/>
                </a:lnTo>
                <a:lnTo>
                  <a:pt x="1029821" y="55291"/>
                </a:lnTo>
                <a:lnTo>
                  <a:pt x="1029387" y="54818"/>
                </a:lnTo>
                <a:lnTo>
                  <a:pt x="1028941" y="54359"/>
                </a:lnTo>
                <a:lnTo>
                  <a:pt x="1028485" y="53913"/>
                </a:lnTo>
                <a:lnTo>
                  <a:pt x="1028018" y="53480"/>
                </a:lnTo>
                <a:lnTo>
                  <a:pt x="1027540" y="53059"/>
                </a:lnTo>
                <a:lnTo>
                  <a:pt x="1027051" y="52653"/>
                </a:lnTo>
                <a:lnTo>
                  <a:pt x="1026551" y="52259"/>
                </a:lnTo>
                <a:lnTo>
                  <a:pt x="1026040" y="51878"/>
                </a:lnTo>
                <a:lnTo>
                  <a:pt x="1025518" y="51511"/>
                </a:lnTo>
                <a:lnTo>
                  <a:pt x="1024986" y="51156"/>
                </a:lnTo>
                <a:lnTo>
                  <a:pt x="1024442" y="50815"/>
                </a:lnTo>
                <a:lnTo>
                  <a:pt x="1023887" y="50487"/>
                </a:lnTo>
                <a:lnTo>
                  <a:pt x="1023322" y="50172"/>
                </a:lnTo>
                <a:lnTo>
                  <a:pt x="1022747" y="49870"/>
                </a:lnTo>
                <a:lnTo>
                  <a:pt x="1022164" y="49580"/>
                </a:lnTo>
                <a:lnTo>
                  <a:pt x="1021573" y="49304"/>
                </a:lnTo>
                <a:lnTo>
                  <a:pt x="1020974" y="49040"/>
                </a:lnTo>
                <a:lnTo>
                  <a:pt x="1020367" y="48789"/>
                </a:lnTo>
                <a:lnTo>
                  <a:pt x="1019753" y="48551"/>
                </a:lnTo>
                <a:lnTo>
                  <a:pt x="1019130" y="48326"/>
                </a:lnTo>
                <a:lnTo>
                  <a:pt x="1018500" y="48114"/>
                </a:lnTo>
                <a:lnTo>
                  <a:pt x="1017861" y="47915"/>
                </a:lnTo>
                <a:lnTo>
                  <a:pt x="1017215" y="47728"/>
                </a:lnTo>
                <a:lnTo>
                  <a:pt x="1016561" y="47555"/>
                </a:lnTo>
                <a:lnTo>
                  <a:pt x="1015898" y="47394"/>
                </a:lnTo>
                <a:lnTo>
                  <a:pt x="1015228" y="47246"/>
                </a:lnTo>
                <a:lnTo>
                  <a:pt x="1014550" y="47111"/>
                </a:lnTo>
                <a:lnTo>
                  <a:pt x="1013864" y="46989"/>
                </a:lnTo>
                <a:lnTo>
                  <a:pt x="1013170" y="46879"/>
                </a:lnTo>
                <a:lnTo>
                  <a:pt x="1012468" y="46783"/>
                </a:lnTo>
                <a:lnTo>
                  <a:pt x="1011759" y="46699"/>
                </a:lnTo>
                <a:lnTo>
                  <a:pt x="1011041" y="46629"/>
                </a:lnTo>
                <a:lnTo>
                  <a:pt x="1010315" y="46571"/>
                </a:lnTo>
                <a:lnTo>
                  <a:pt x="1009582" y="46526"/>
                </a:lnTo>
                <a:lnTo>
                  <a:pt x="1008840" y="46494"/>
                </a:lnTo>
                <a:lnTo>
                  <a:pt x="1008091" y="46474"/>
                </a:lnTo>
                <a:lnTo>
                  <a:pt x="1007333" y="46468"/>
                </a:lnTo>
                <a:lnTo>
                  <a:pt x="1006652" y="46475"/>
                </a:lnTo>
                <a:lnTo>
                  <a:pt x="1005975" y="46496"/>
                </a:lnTo>
                <a:lnTo>
                  <a:pt x="1005302" y="46531"/>
                </a:lnTo>
                <a:lnTo>
                  <a:pt x="1004631" y="46579"/>
                </a:lnTo>
                <a:lnTo>
                  <a:pt x="1003965" y="46642"/>
                </a:lnTo>
                <a:lnTo>
                  <a:pt x="1003302" y="46719"/>
                </a:lnTo>
                <a:lnTo>
                  <a:pt x="1002642" y="46810"/>
                </a:lnTo>
                <a:lnTo>
                  <a:pt x="1001986" y="46914"/>
                </a:lnTo>
                <a:lnTo>
                  <a:pt x="1001334" y="47033"/>
                </a:lnTo>
                <a:lnTo>
                  <a:pt x="1000685" y="47166"/>
                </a:lnTo>
                <a:lnTo>
                  <a:pt x="1000040" y="47312"/>
                </a:lnTo>
                <a:lnTo>
                  <a:pt x="999398" y="47473"/>
                </a:lnTo>
                <a:lnTo>
                  <a:pt x="998760" y="47647"/>
                </a:lnTo>
                <a:lnTo>
                  <a:pt x="998125" y="47835"/>
                </a:lnTo>
                <a:lnTo>
                  <a:pt x="997494" y="48038"/>
                </a:lnTo>
                <a:lnTo>
                  <a:pt x="996867" y="48254"/>
                </a:lnTo>
                <a:lnTo>
                  <a:pt x="996243" y="48484"/>
                </a:lnTo>
                <a:lnTo>
                  <a:pt x="995622" y="48728"/>
                </a:lnTo>
                <a:lnTo>
                  <a:pt x="995005" y="48987"/>
                </a:lnTo>
                <a:lnTo>
                  <a:pt x="994392" y="49259"/>
                </a:lnTo>
                <a:lnTo>
                  <a:pt x="993782" y="49545"/>
                </a:lnTo>
                <a:lnTo>
                  <a:pt x="993176" y="49845"/>
                </a:lnTo>
                <a:lnTo>
                  <a:pt x="992574" y="50159"/>
                </a:lnTo>
                <a:lnTo>
                  <a:pt x="991975" y="50487"/>
                </a:lnTo>
                <a:lnTo>
                  <a:pt x="991383" y="50827"/>
                </a:lnTo>
                <a:lnTo>
                  <a:pt x="990801" y="51178"/>
                </a:lnTo>
                <a:lnTo>
                  <a:pt x="990231" y="51541"/>
                </a:lnTo>
                <a:lnTo>
                  <a:pt x="989671" y="51915"/>
                </a:lnTo>
                <a:lnTo>
                  <a:pt x="989122" y="52300"/>
                </a:lnTo>
                <a:lnTo>
                  <a:pt x="988583" y="52697"/>
                </a:lnTo>
                <a:lnTo>
                  <a:pt x="988055" y="53104"/>
                </a:lnTo>
                <a:lnTo>
                  <a:pt x="987538" y="53523"/>
                </a:lnTo>
                <a:lnTo>
                  <a:pt x="987031" y="53953"/>
                </a:lnTo>
                <a:lnTo>
                  <a:pt x="986535" y="54394"/>
                </a:lnTo>
                <a:lnTo>
                  <a:pt x="986050" y="54846"/>
                </a:lnTo>
                <a:lnTo>
                  <a:pt x="985575" y="55310"/>
                </a:lnTo>
                <a:lnTo>
                  <a:pt x="985111" y="55785"/>
                </a:lnTo>
                <a:lnTo>
                  <a:pt x="984658" y="56271"/>
                </a:lnTo>
                <a:lnTo>
                  <a:pt x="984215" y="56768"/>
                </a:lnTo>
                <a:lnTo>
                  <a:pt x="983783" y="57276"/>
                </a:lnTo>
                <a:lnTo>
                  <a:pt x="983362" y="57796"/>
                </a:lnTo>
                <a:lnTo>
                  <a:pt x="982951" y="58327"/>
                </a:lnTo>
                <a:lnTo>
                  <a:pt x="982551" y="58869"/>
                </a:lnTo>
                <a:lnTo>
                  <a:pt x="982162" y="59422"/>
                </a:lnTo>
                <a:lnTo>
                  <a:pt x="981784" y="59987"/>
                </a:lnTo>
                <a:lnTo>
                  <a:pt x="981416" y="60562"/>
                </a:lnTo>
                <a:lnTo>
                  <a:pt x="981058" y="61149"/>
                </a:lnTo>
                <a:lnTo>
                  <a:pt x="980712" y="61747"/>
                </a:lnTo>
                <a:lnTo>
                  <a:pt x="980512" y="61317"/>
                </a:lnTo>
                <a:lnTo>
                  <a:pt x="980308" y="60894"/>
                </a:lnTo>
                <a:lnTo>
                  <a:pt x="980099" y="60476"/>
                </a:lnTo>
                <a:lnTo>
                  <a:pt x="979885" y="60065"/>
                </a:lnTo>
                <a:lnTo>
                  <a:pt x="979666" y="59661"/>
                </a:lnTo>
                <a:lnTo>
                  <a:pt x="979442" y="59262"/>
                </a:lnTo>
                <a:lnTo>
                  <a:pt x="979213" y="58870"/>
                </a:lnTo>
                <a:lnTo>
                  <a:pt x="978979" y="58484"/>
                </a:lnTo>
                <a:lnTo>
                  <a:pt x="978740" y="58104"/>
                </a:lnTo>
                <a:lnTo>
                  <a:pt x="978496" y="57731"/>
                </a:lnTo>
                <a:lnTo>
                  <a:pt x="978248" y="57364"/>
                </a:lnTo>
                <a:lnTo>
                  <a:pt x="977994" y="57003"/>
                </a:lnTo>
                <a:lnTo>
                  <a:pt x="977736" y="56649"/>
                </a:lnTo>
                <a:lnTo>
                  <a:pt x="977473" y="56301"/>
                </a:lnTo>
                <a:lnTo>
                  <a:pt x="977204" y="55959"/>
                </a:lnTo>
                <a:lnTo>
                  <a:pt x="976931" y="55623"/>
                </a:lnTo>
                <a:lnTo>
                  <a:pt x="976653" y="55294"/>
                </a:lnTo>
                <a:lnTo>
                  <a:pt x="976370" y="54971"/>
                </a:lnTo>
                <a:lnTo>
                  <a:pt x="976082" y="54654"/>
                </a:lnTo>
                <a:lnTo>
                  <a:pt x="975789" y="54343"/>
                </a:lnTo>
                <a:lnTo>
                  <a:pt x="975491" y="54039"/>
                </a:lnTo>
                <a:lnTo>
                  <a:pt x="975188" y="53741"/>
                </a:lnTo>
                <a:lnTo>
                  <a:pt x="974881" y="53450"/>
                </a:lnTo>
                <a:lnTo>
                  <a:pt x="974568" y="53164"/>
                </a:lnTo>
                <a:lnTo>
                  <a:pt x="974251" y="52885"/>
                </a:lnTo>
                <a:lnTo>
                  <a:pt x="973930" y="52612"/>
                </a:lnTo>
                <a:lnTo>
                  <a:pt x="973605" y="52345"/>
                </a:lnTo>
                <a:lnTo>
                  <a:pt x="973276" y="52083"/>
                </a:lnTo>
                <a:lnTo>
                  <a:pt x="972942" y="51828"/>
                </a:lnTo>
                <a:lnTo>
                  <a:pt x="972605" y="51579"/>
                </a:lnTo>
                <a:lnTo>
                  <a:pt x="972263" y="51336"/>
                </a:lnTo>
                <a:lnTo>
                  <a:pt x="971918" y="51099"/>
                </a:lnTo>
                <a:lnTo>
                  <a:pt x="971568" y="50868"/>
                </a:lnTo>
                <a:lnTo>
                  <a:pt x="971214" y="50643"/>
                </a:lnTo>
                <a:lnTo>
                  <a:pt x="970856" y="50424"/>
                </a:lnTo>
                <a:lnTo>
                  <a:pt x="970493" y="50211"/>
                </a:lnTo>
                <a:lnTo>
                  <a:pt x="970127" y="50004"/>
                </a:lnTo>
                <a:lnTo>
                  <a:pt x="969757" y="49803"/>
                </a:lnTo>
                <a:lnTo>
                  <a:pt x="969382" y="49608"/>
                </a:lnTo>
                <a:lnTo>
                  <a:pt x="969004" y="49419"/>
                </a:lnTo>
                <a:lnTo>
                  <a:pt x="968621" y="49236"/>
                </a:lnTo>
                <a:lnTo>
                  <a:pt x="968234" y="49059"/>
                </a:lnTo>
                <a:lnTo>
                  <a:pt x="967843" y="48888"/>
                </a:lnTo>
                <a:lnTo>
                  <a:pt x="967448" y="48723"/>
                </a:lnTo>
                <a:lnTo>
                  <a:pt x="967049" y="48564"/>
                </a:lnTo>
                <a:lnTo>
                  <a:pt x="966645" y="48412"/>
                </a:lnTo>
                <a:lnTo>
                  <a:pt x="966238" y="48265"/>
                </a:lnTo>
                <a:lnTo>
                  <a:pt x="965826" y="48124"/>
                </a:lnTo>
                <a:lnTo>
                  <a:pt x="965411" y="47989"/>
                </a:lnTo>
                <a:lnTo>
                  <a:pt x="964991" y="47859"/>
                </a:lnTo>
                <a:lnTo>
                  <a:pt x="964568" y="47736"/>
                </a:lnTo>
                <a:lnTo>
                  <a:pt x="964140" y="47618"/>
                </a:lnTo>
                <a:lnTo>
                  <a:pt x="963708" y="47506"/>
                </a:lnTo>
                <a:lnTo>
                  <a:pt x="963272" y="47399"/>
                </a:lnTo>
                <a:lnTo>
                  <a:pt x="962832" y="47299"/>
                </a:lnTo>
                <a:lnTo>
                  <a:pt x="962388" y="47204"/>
                </a:lnTo>
                <a:lnTo>
                  <a:pt x="961939" y="47115"/>
                </a:lnTo>
                <a:lnTo>
                  <a:pt x="961487" y="47031"/>
                </a:lnTo>
                <a:lnTo>
                  <a:pt x="961030" y="46954"/>
                </a:lnTo>
                <a:lnTo>
                  <a:pt x="960570" y="46882"/>
                </a:lnTo>
                <a:lnTo>
                  <a:pt x="960105" y="46816"/>
                </a:lnTo>
                <a:lnTo>
                  <a:pt x="959636" y="46755"/>
                </a:lnTo>
                <a:lnTo>
                  <a:pt x="959163" y="46701"/>
                </a:lnTo>
                <a:lnTo>
                  <a:pt x="958686" y="46652"/>
                </a:lnTo>
                <a:lnTo>
                  <a:pt x="958205" y="46609"/>
                </a:lnTo>
                <a:lnTo>
                  <a:pt x="957720" y="46571"/>
                </a:lnTo>
                <a:lnTo>
                  <a:pt x="957230" y="46540"/>
                </a:lnTo>
                <a:lnTo>
                  <a:pt x="956737" y="46514"/>
                </a:lnTo>
                <a:lnTo>
                  <a:pt x="956239" y="46494"/>
                </a:lnTo>
                <a:lnTo>
                  <a:pt x="955738" y="46479"/>
                </a:lnTo>
                <a:lnTo>
                  <a:pt x="955232" y="46471"/>
                </a:lnTo>
                <a:lnTo>
                  <a:pt x="954722" y="46468"/>
                </a:lnTo>
                <a:lnTo>
                  <a:pt x="954094" y="46474"/>
                </a:lnTo>
                <a:lnTo>
                  <a:pt x="953470" y="46492"/>
                </a:lnTo>
                <a:lnTo>
                  <a:pt x="952850" y="46523"/>
                </a:lnTo>
                <a:lnTo>
                  <a:pt x="952234" y="46566"/>
                </a:lnTo>
                <a:lnTo>
                  <a:pt x="951623" y="46622"/>
                </a:lnTo>
                <a:lnTo>
                  <a:pt x="951015" y="46689"/>
                </a:lnTo>
                <a:lnTo>
                  <a:pt x="950412" y="46769"/>
                </a:lnTo>
                <a:lnTo>
                  <a:pt x="949812" y="46862"/>
                </a:lnTo>
                <a:lnTo>
                  <a:pt x="949217" y="46966"/>
                </a:lnTo>
                <a:lnTo>
                  <a:pt x="948626" y="47083"/>
                </a:lnTo>
                <a:lnTo>
                  <a:pt x="948039" y="47213"/>
                </a:lnTo>
                <a:lnTo>
                  <a:pt x="947456" y="47354"/>
                </a:lnTo>
                <a:lnTo>
                  <a:pt x="946877" y="47508"/>
                </a:lnTo>
                <a:lnTo>
                  <a:pt x="946303" y="47674"/>
                </a:lnTo>
                <a:lnTo>
                  <a:pt x="945732" y="47853"/>
                </a:lnTo>
                <a:lnTo>
                  <a:pt x="945165" y="48044"/>
                </a:lnTo>
                <a:lnTo>
                  <a:pt x="944603" y="48247"/>
                </a:lnTo>
                <a:lnTo>
                  <a:pt x="944045" y="48462"/>
                </a:lnTo>
                <a:lnTo>
                  <a:pt x="943491" y="48690"/>
                </a:lnTo>
                <a:lnTo>
                  <a:pt x="942941" y="48930"/>
                </a:lnTo>
                <a:lnTo>
                  <a:pt x="942395" y="49182"/>
                </a:lnTo>
                <a:lnTo>
                  <a:pt x="941853" y="49447"/>
                </a:lnTo>
                <a:lnTo>
                  <a:pt x="941315" y="49724"/>
                </a:lnTo>
                <a:lnTo>
                  <a:pt x="940781" y="50013"/>
                </a:lnTo>
                <a:lnTo>
                  <a:pt x="940254" y="50313"/>
                </a:lnTo>
                <a:lnTo>
                  <a:pt x="939736" y="50622"/>
                </a:lnTo>
                <a:lnTo>
                  <a:pt x="939227" y="50940"/>
                </a:lnTo>
                <a:lnTo>
                  <a:pt x="938727" y="51267"/>
                </a:lnTo>
                <a:lnTo>
                  <a:pt x="938236" y="51603"/>
                </a:lnTo>
                <a:lnTo>
                  <a:pt x="937754" y="51948"/>
                </a:lnTo>
                <a:lnTo>
                  <a:pt x="937281" y="52302"/>
                </a:lnTo>
                <a:lnTo>
                  <a:pt x="936817" y="52665"/>
                </a:lnTo>
                <a:lnTo>
                  <a:pt x="936363" y="53037"/>
                </a:lnTo>
                <a:lnTo>
                  <a:pt x="935917" y="53418"/>
                </a:lnTo>
                <a:lnTo>
                  <a:pt x="935480" y="53808"/>
                </a:lnTo>
                <a:lnTo>
                  <a:pt x="935052" y="54207"/>
                </a:lnTo>
                <a:lnTo>
                  <a:pt x="934633" y="54615"/>
                </a:lnTo>
                <a:lnTo>
                  <a:pt x="934223" y="55033"/>
                </a:lnTo>
                <a:lnTo>
                  <a:pt x="933823" y="55459"/>
                </a:lnTo>
                <a:lnTo>
                  <a:pt x="933431" y="55894"/>
                </a:lnTo>
                <a:lnTo>
                  <a:pt x="933048" y="56338"/>
                </a:lnTo>
                <a:lnTo>
                  <a:pt x="932674" y="56791"/>
                </a:lnTo>
                <a:lnTo>
                  <a:pt x="932310" y="57253"/>
                </a:lnTo>
                <a:lnTo>
                  <a:pt x="931954" y="57724"/>
                </a:lnTo>
                <a:lnTo>
                  <a:pt x="931607" y="58205"/>
                </a:lnTo>
                <a:lnTo>
                  <a:pt x="931270" y="58694"/>
                </a:lnTo>
                <a:lnTo>
                  <a:pt x="930941" y="59192"/>
                </a:lnTo>
                <a:lnTo>
                  <a:pt x="930622" y="59699"/>
                </a:lnTo>
                <a:lnTo>
                  <a:pt x="929833" y="48359"/>
                </a:lnTo>
                <a:lnTo>
                  <a:pt x="917864" y="48359"/>
                </a:lnTo>
                <a:lnTo>
                  <a:pt x="917864" y="127749"/>
                </a:lnTo>
                <a:lnTo>
                  <a:pt x="931095" y="127749"/>
                </a:lnTo>
                <a:lnTo>
                  <a:pt x="931095" y="85533"/>
                </a:lnTo>
                <a:lnTo>
                  <a:pt x="931100" y="84790"/>
                </a:lnTo>
                <a:lnTo>
                  <a:pt x="931115" y="84056"/>
                </a:lnTo>
                <a:lnTo>
                  <a:pt x="931139" y="83333"/>
                </a:lnTo>
                <a:close/>
                <a:moveTo>
                  <a:pt x="1564523" y="83333"/>
                </a:moveTo>
                <a:lnTo>
                  <a:pt x="1564557" y="82619"/>
                </a:lnTo>
                <a:lnTo>
                  <a:pt x="1564602" y="81915"/>
                </a:lnTo>
                <a:lnTo>
                  <a:pt x="1564656" y="81221"/>
                </a:lnTo>
                <a:lnTo>
                  <a:pt x="1564720" y="80537"/>
                </a:lnTo>
                <a:lnTo>
                  <a:pt x="1564793" y="79863"/>
                </a:lnTo>
                <a:lnTo>
                  <a:pt x="1564877" y="79198"/>
                </a:lnTo>
                <a:lnTo>
                  <a:pt x="1564971" y="78544"/>
                </a:lnTo>
                <a:lnTo>
                  <a:pt x="1565074" y="77899"/>
                </a:lnTo>
                <a:lnTo>
                  <a:pt x="1565187" y="77264"/>
                </a:lnTo>
                <a:lnTo>
                  <a:pt x="1565310" y="76639"/>
                </a:lnTo>
                <a:lnTo>
                  <a:pt x="1565443" y="76024"/>
                </a:lnTo>
                <a:lnTo>
                  <a:pt x="1565585" y="75418"/>
                </a:lnTo>
                <a:lnTo>
                  <a:pt x="1565738" y="74823"/>
                </a:lnTo>
                <a:lnTo>
                  <a:pt x="1565900" y="74237"/>
                </a:lnTo>
                <a:lnTo>
                  <a:pt x="1566073" y="73661"/>
                </a:lnTo>
                <a:lnTo>
                  <a:pt x="1566255" y="73095"/>
                </a:lnTo>
                <a:lnTo>
                  <a:pt x="1566446" y="72539"/>
                </a:lnTo>
                <a:lnTo>
                  <a:pt x="1566648" y="71992"/>
                </a:lnTo>
                <a:lnTo>
                  <a:pt x="1566860" y="71456"/>
                </a:lnTo>
                <a:lnTo>
                  <a:pt x="1567081" y="70929"/>
                </a:lnTo>
                <a:lnTo>
                  <a:pt x="1567312" y="70412"/>
                </a:lnTo>
                <a:lnTo>
                  <a:pt x="1567552" y="69905"/>
                </a:lnTo>
                <a:lnTo>
                  <a:pt x="1567799" y="69408"/>
                </a:lnTo>
                <a:lnTo>
                  <a:pt x="1568052" y="68922"/>
                </a:lnTo>
                <a:lnTo>
                  <a:pt x="1568312" y="68445"/>
                </a:lnTo>
                <a:lnTo>
                  <a:pt x="1568580" y="67979"/>
                </a:lnTo>
                <a:lnTo>
                  <a:pt x="1568853" y="67523"/>
                </a:lnTo>
                <a:lnTo>
                  <a:pt x="1569134" y="67076"/>
                </a:lnTo>
                <a:lnTo>
                  <a:pt x="1569422" y="66640"/>
                </a:lnTo>
                <a:lnTo>
                  <a:pt x="1569716" y="66214"/>
                </a:lnTo>
                <a:lnTo>
                  <a:pt x="1570018" y="65799"/>
                </a:lnTo>
                <a:lnTo>
                  <a:pt x="1570326" y="65393"/>
                </a:lnTo>
                <a:lnTo>
                  <a:pt x="1570641" y="64997"/>
                </a:lnTo>
                <a:lnTo>
                  <a:pt x="1570962" y="64612"/>
                </a:lnTo>
                <a:lnTo>
                  <a:pt x="1571291" y="64237"/>
                </a:lnTo>
                <a:lnTo>
                  <a:pt x="1571627" y="63872"/>
                </a:lnTo>
                <a:lnTo>
                  <a:pt x="1571969" y="63517"/>
                </a:lnTo>
                <a:lnTo>
                  <a:pt x="1572318" y="63172"/>
                </a:lnTo>
                <a:lnTo>
                  <a:pt x="1572674" y="62837"/>
                </a:lnTo>
                <a:lnTo>
                  <a:pt x="1573037" y="62512"/>
                </a:lnTo>
                <a:lnTo>
                  <a:pt x="1573406" y="62198"/>
                </a:lnTo>
                <a:lnTo>
                  <a:pt x="1573783" y="61893"/>
                </a:lnTo>
                <a:lnTo>
                  <a:pt x="1574166" y="61599"/>
                </a:lnTo>
                <a:lnTo>
                  <a:pt x="1574556" y="61315"/>
                </a:lnTo>
                <a:lnTo>
                  <a:pt x="1574953" y="61041"/>
                </a:lnTo>
                <a:lnTo>
                  <a:pt x="1575356" y="60777"/>
                </a:lnTo>
                <a:lnTo>
                  <a:pt x="1575762" y="60525"/>
                </a:lnTo>
                <a:lnTo>
                  <a:pt x="1576173" y="60283"/>
                </a:lnTo>
                <a:lnTo>
                  <a:pt x="1576588" y="60054"/>
                </a:lnTo>
                <a:lnTo>
                  <a:pt x="1577006" y="59835"/>
                </a:lnTo>
                <a:lnTo>
                  <a:pt x="1577429" y="59627"/>
                </a:lnTo>
                <a:lnTo>
                  <a:pt x="1577856" y="59431"/>
                </a:lnTo>
                <a:lnTo>
                  <a:pt x="1578287" y="59246"/>
                </a:lnTo>
                <a:lnTo>
                  <a:pt x="1578723" y="59072"/>
                </a:lnTo>
                <a:lnTo>
                  <a:pt x="1579162" y="58909"/>
                </a:lnTo>
                <a:lnTo>
                  <a:pt x="1579605" y="58758"/>
                </a:lnTo>
                <a:lnTo>
                  <a:pt x="1580053" y="58618"/>
                </a:lnTo>
                <a:lnTo>
                  <a:pt x="1580505" y="58489"/>
                </a:lnTo>
                <a:lnTo>
                  <a:pt x="1580960" y="58371"/>
                </a:lnTo>
                <a:lnTo>
                  <a:pt x="1581420" y="58264"/>
                </a:lnTo>
                <a:lnTo>
                  <a:pt x="1581884" y="58169"/>
                </a:lnTo>
                <a:lnTo>
                  <a:pt x="1582352" y="58085"/>
                </a:lnTo>
                <a:lnTo>
                  <a:pt x="1582824" y="58012"/>
                </a:lnTo>
                <a:lnTo>
                  <a:pt x="1583300" y="57950"/>
                </a:lnTo>
                <a:lnTo>
                  <a:pt x="1583781" y="57900"/>
                </a:lnTo>
                <a:lnTo>
                  <a:pt x="1584265" y="57861"/>
                </a:lnTo>
                <a:lnTo>
                  <a:pt x="1584753" y="57833"/>
                </a:lnTo>
                <a:lnTo>
                  <a:pt x="1585246" y="57816"/>
                </a:lnTo>
                <a:lnTo>
                  <a:pt x="1585743" y="57810"/>
                </a:lnTo>
                <a:lnTo>
                  <a:pt x="1586484" y="57821"/>
                </a:lnTo>
                <a:lnTo>
                  <a:pt x="1587211" y="57852"/>
                </a:lnTo>
                <a:lnTo>
                  <a:pt x="1587923" y="57904"/>
                </a:lnTo>
                <a:lnTo>
                  <a:pt x="1588621" y="57977"/>
                </a:lnTo>
                <a:lnTo>
                  <a:pt x="1589306" y="58070"/>
                </a:lnTo>
                <a:lnTo>
                  <a:pt x="1589976" y="58184"/>
                </a:lnTo>
                <a:lnTo>
                  <a:pt x="1590631" y="58320"/>
                </a:lnTo>
                <a:lnTo>
                  <a:pt x="1591273" y="58475"/>
                </a:lnTo>
                <a:lnTo>
                  <a:pt x="1591900" y="58652"/>
                </a:lnTo>
                <a:lnTo>
                  <a:pt x="1592513" y="58850"/>
                </a:lnTo>
                <a:lnTo>
                  <a:pt x="1593112" y="59068"/>
                </a:lnTo>
                <a:lnTo>
                  <a:pt x="1593697" y="59307"/>
                </a:lnTo>
                <a:lnTo>
                  <a:pt x="1594267" y="59567"/>
                </a:lnTo>
                <a:lnTo>
                  <a:pt x="1594823" y="59848"/>
                </a:lnTo>
                <a:lnTo>
                  <a:pt x="1595365" y="60149"/>
                </a:lnTo>
                <a:lnTo>
                  <a:pt x="1595893" y="60471"/>
                </a:lnTo>
                <a:lnTo>
                  <a:pt x="1596407" y="60814"/>
                </a:lnTo>
                <a:lnTo>
                  <a:pt x="1596906" y="61178"/>
                </a:lnTo>
                <a:lnTo>
                  <a:pt x="1597391" y="61563"/>
                </a:lnTo>
                <a:lnTo>
                  <a:pt x="1597862" y="61968"/>
                </a:lnTo>
                <a:lnTo>
                  <a:pt x="1598319" y="62394"/>
                </a:lnTo>
                <a:lnTo>
                  <a:pt x="1598762" y="62841"/>
                </a:lnTo>
                <a:lnTo>
                  <a:pt x="1599190" y="63309"/>
                </a:lnTo>
                <a:lnTo>
                  <a:pt x="1599604" y="63797"/>
                </a:lnTo>
                <a:lnTo>
                  <a:pt x="1600003" y="64307"/>
                </a:lnTo>
                <a:lnTo>
                  <a:pt x="1600384" y="64836"/>
                </a:lnTo>
                <a:lnTo>
                  <a:pt x="1600749" y="65387"/>
                </a:lnTo>
                <a:lnTo>
                  <a:pt x="1601096" y="65959"/>
                </a:lnTo>
                <a:lnTo>
                  <a:pt x="1601427" y="66551"/>
                </a:lnTo>
                <a:lnTo>
                  <a:pt x="1601741" y="67164"/>
                </a:lnTo>
                <a:lnTo>
                  <a:pt x="1602038" y="67798"/>
                </a:lnTo>
                <a:lnTo>
                  <a:pt x="1602317" y="68452"/>
                </a:lnTo>
                <a:lnTo>
                  <a:pt x="1602580" y="69128"/>
                </a:lnTo>
                <a:lnTo>
                  <a:pt x="1602826" y="69824"/>
                </a:lnTo>
                <a:lnTo>
                  <a:pt x="1603055" y="70541"/>
                </a:lnTo>
                <a:lnTo>
                  <a:pt x="1603267" y="71279"/>
                </a:lnTo>
                <a:lnTo>
                  <a:pt x="1603462" y="72037"/>
                </a:lnTo>
                <a:lnTo>
                  <a:pt x="1603640" y="72816"/>
                </a:lnTo>
                <a:lnTo>
                  <a:pt x="1603801" y="73616"/>
                </a:lnTo>
                <a:lnTo>
                  <a:pt x="1603945" y="74437"/>
                </a:lnTo>
                <a:lnTo>
                  <a:pt x="1604073" y="75279"/>
                </a:lnTo>
                <a:lnTo>
                  <a:pt x="1604183" y="76141"/>
                </a:lnTo>
                <a:lnTo>
                  <a:pt x="1604276" y="77024"/>
                </a:lnTo>
                <a:lnTo>
                  <a:pt x="1604352" y="77928"/>
                </a:lnTo>
                <a:lnTo>
                  <a:pt x="1604412" y="78853"/>
                </a:lnTo>
                <a:lnTo>
                  <a:pt x="1604454" y="79799"/>
                </a:lnTo>
                <a:lnTo>
                  <a:pt x="1604480" y="80765"/>
                </a:lnTo>
                <a:lnTo>
                  <a:pt x="1604488" y="81752"/>
                </a:lnTo>
                <a:lnTo>
                  <a:pt x="1604488" y="127749"/>
                </a:lnTo>
                <a:lnTo>
                  <a:pt x="1617720" y="127749"/>
                </a:lnTo>
                <a:lnTo>
                  <a:pt x="1617720" y="85533"/>
                </a:lnTo>
                <a:lnTo>
                  <a:pt x="1617725" y="84790"/>
                </a:lnTo>
                <a:lnTo>
                  <a:pt x="1617739" y="84056"/>
                </a:lnTo>
                <a:lnTo>
                  <a:pt x="1617764" y="83333"/>
                </a:lnTo>
                <a:lnTo>
                  <a:pt x="1617798" y="82619"/>
                </a:lnTo>
                <a:lnTo>
                  <a:pt x="1617843" y="81915"/>
                </a:lnTo>
                <a:lnTo>
                  <a:pt x="1617897" y="81221"/>
                </a:lnTo>
                <a:lnTo>
                  <a:pt x="1617961" y="80537"/>
                </a:lnTo>
                <a:lnTo>
                  <a:pt x="1618034" y="79863"/>
                </a:lnTo>
                <a:lnTo>
                  <a:pt x="1618118" y="79198"/>
                </a:lnTo>
                <a:lnTo>
                  <a:pt x="1618212" y="78544"/>
                </a:lnTo>
                <a:lnTo>
                  <a:pt x="1618315" y="77899"/>
                </a:lnTo>
                <a:lnTo>
                  <a:pt x="1618428" y="77264"/>
                </a:lnTo>
                <a:lnTo>
                  <a:pt x="1618551" y="76639"/>
                </a:lnTo>
                <a:lnTo>
                  <a:pt x="1618684" y="76024"/>
                </a:lnTo>
                <a:lnTo>
                  <a:pt x="1618827" y="75418"/>
                </a:lnTo>
                <a:lnTo>
                  <a:pt x="1618979" y="74823"/>
                </a:lnTo>
                <a:lnTo>
                  <a:pt x="1619141" y="74237"/>
                </a:lnTo>
                <a:lnTo>
                  <a:pt x="1619314" y="73661"/>
                </a:lnTo>
                <a:lnTo>
                  <a:pt x="1619496" y="73095"/>
                </a:lnTo>
                <a:lnTo>
                  <a:pt x="1619688" y="72539"/>
                </a:lnTo>
                <a:lnTo>
                  <a:pt x="1619889" y="71992"/>
                </a:lnTo>
                <a:lnTo>
                  <a:pt x="1620101" y="71456"/>
                </a:lnTo>
                <a:lnTo>
                  <a:pt x="1620322" y="70929"/>
                </a:lnTo>
                <a:lnTo>
                  <a:pt x="1620553" y="70412"/>
                </a:lnTo>
                <a:lnTo>
                  <a:pt x="1620793" y="69905"/>
                </a:lnTo>
                <a:lnTo>
                  <a:pt x="1621040" y="69408"/>
                </a:lnTo>
                <a:lnTo>
                  <a:pt x="1621294" y="68922"/>
                </a:lnTo>
                <a:lnTo>
                  <a:pt x="1621556" y="68445"/>
                </a:lnTo>
                <a:lnTo>
                  <a:pt x="1621824" y="67979"/>
                </a:lnTo>
                <a:lnTo>
                  <a:pt x="1622099" y="67523"/>
                </a:lnTo>
                <a:lnTo>
                  <a:pt x="1622382" y="67076"/>
                </a:lnTo>
                <a:lnTo>
                  <a:pt x="1622671" y="66640"/>
                </a:lnTo>
                <a:lnTo>
                  <a:pt x="1622968" y="66214"/>
                </a:lnTo>
                <a:lnTo>
                  <a:pt x="1623272" y="65799"/>
                </a:lnTo>
                <a:lnTo>
                  <a:pt x="1623583" y="65393"/>
                </a:lnTo>
                <a:lnTo>
                  <a:pt x="1623901" y="64997"/>
                </a:lnTo>
                <a:lnTo>
                  <a:pt x="1624226" y="64612"/>
                </a:lnTo>
                <a:lnTo>
                  <a:pt x="1624558" y="64237"/>
                </a:lnTo>
                <a:lnTo>
                  <a:pt x="1624898" y="63872"/>
                </a:lnTo>
                <a:lnTo>
                  <a:pt x="1625244" y="63517"/>
                </a:lnTo>
                <a:lnTo>
                  <a:pt x="1625598" y="63172"/>
                </a:lnTo>
                <a:lnTo>
                  <a:pt x="1625958" y="62837"/>
                </a:lnTo>
                <a:lnTo>
                  <a:pt x="1626326" y="62512"/>
                </a:lnTo>
                <a:lnTo>
                  <a:pt x="1626701" y="62198"/>
                </a:lnTo>
                <a:lnTo>
                  <a:pt x="1627083" y="61893"/>
                </a:lnTo>
                <a:lnTo>
                  <a:pt x="1627472" y="61599"/>
                </a:lnTo>
                <a:lnTo>
                  <a:pt x="1627868" y="61315"/>
                </a:lnTo>
                <a:lnTo>
                  <a:pt x="1628271" y="61041"/>
                </a:lnTo>
                <a:lnTo>
                  <a:pt x="1628680" y="60777"/>
                </a:lnTo>
                <a:lnTo>
                  <a:pt x="1629094" y="60525"/>
                </a:lnTo>
                <a:lnTo>
                  <a:pt x="1629512" y="60283"/>
                </a:lnTo>
                <a:lnTo>
                  <a:pt x="1629934" y="60054"/>
                </a:lnTo>
                <a:lnTo>
                  <a:pt x="1630361" y="59835"/>
                </a:lnTo>
                <a:lnTo>
                  <a:pt x="1630792" y="59627"/>
                </a:lnTo>
                <a:lnTo>
                  <a:pt x="1631227" y="59431"/>
                </a:lnTo>
                <a:lnTo>
                  <a:pt x="1631667" y="59246"/>
                </a:lnTo>
                <a:lnTo>
                  <a:pt x="1632111" y="59072"/>
                </a:lnTo>
                <a:lnTo>
                  <a:pt x="1632560" y="58909"/>
                </a:lnTo>
                <a:lnTo>
                  <a:pt x="1633013" y="58758"/>
                </a:lnTo>
                <a:lnTo>
                  <a:pt x="1633470" y="58618"/>
                </a:lnTo>
                <a:lnTo>
                  <a:pt x="1633932" y="58489"/>
                </a:lnTo>
                <a:lnTo>
                  <a:pt x="1634398" y="58371"/>
                </a:lnTo>
                <a:lnTo>
                  <a:pt x="1634868" y="58264"/>
                </a:lnTo>
                <a:lnTo>
                  <a:pt x="1635343" y="58169"/>
                </a:lnTo>
                <a:lnTo>
                  <a:pt x="1635822" y="58085"/>
                </a:lnTo>
                <a:lnTo>
                  <a:pt x="1636306" y="58012"/>
                </a:lnTo>
                <a:lnTo>
                  <a:pt x="1636794" y="57950"/>
                </a:lnTo>
                <a:lnTo>
                  <a:pt x="1637286" y="57900"/>
                </a:lnTo>
                <a:lnTo>
                  <a:pt x="1637782" y="57861"/>
                </a:lnTo>
                <a:lnTo>
                  <a:pt x="1638284" y="57833"/>
                </a:lnTo>
                <a:lnTo>
                  <a:pt x="1638789" y="57816"/>
                </a:lnTo>
                <a:lnTo>
                  <a:pt x="1639299" y="57810"/>
                </a:lnTo>
                <a:lnTo>
                  <a:pt x="1640027" y="57821"/>
                </a:lnTo>
                <a:lnTo>
                  <a:pt x="1640741" y="57852"/>
                </a:lnTo>
                <a:lnTo>
                  <a:pt x="1641442" y="57904"/>
                </a:lnTo>
                <a:lnTo>
                  <a:pt x="1642130" y="57977"/>
                </a:lnTo>
                <a:lnTo>
                  <a:pt x="1642803" y="58070"/>
                </a:lnTo>
                <a:lnTo>
                  <a:pt x="1643463" y="58184"/>
                </a:lnTo>
                <a:lnTo>
                  <a:pt x="1644109" y="58320"/>
                </a:lnTo>
                <a:lnTo>
                  <a:pt x="1644742" y="58475"/>
                </a:lnTo>
                <a:lnTo>
                  <a:pt x="1645360" y="58652"/>
                </a:lnTo>
                <a:lnTo>
                  <a:pt x="1645966" y="58850"/>
                </a:lnTo>
                <a:lnTo>
                  <a:pt x="1646557" y="59068"/>
                </a:lnTo>
                <a:lnTo>
                  <a:pt x="1647135" y="59307"/>
                </a:lnTo>
                <a:lnTo>
                  <a:pt x="1647699" y="59567"/>
                </a:lnTo>
                <a:lnTo>
                  <a:pt x="1648249" y="59848"/>
                </a:lnTo>
                <a:lnTo>
                  <a:pt x="1648786" y="60149"/>
                </a:lnTo>
                <a:lnTo>
                  <a:pt x="1649309" y="60471"/>
                </a:lnTo>
                <a:lnTo>
                  <a:pt x="1649819" y="60814"/>
                </a:lnTo>
                <a:lnTo>
                  <a:pt x="1650314" y="61178"/>
                </a:lnTo>
                <a:lnTo>
                  <a:pt x="1650796" y="61563"/>
                </a:lnTo>
                <a:lnTo>
                  <a:pt x="1651265" y="61968"/>
                </a:lnTo>
                <a:lnTo>
                  <a:pt x="1651719" y="62394"/>
                </a:lnTo>
                <a:lnTo>
                  <a:pt x="1652160" y="62841"/>
                </a:lnTo>
                <a:lnTo>
                  <a:pt x="1652588" y="63309"/>
                </a:lnTo>
                <a:lnTo>
                  <a:pt x="1653001" y="63797"/>
                </a:lnTo>
                <a:lnTo>
                  <a:pt x="1653400" y="64307"/>
                </a:lnTo>
                <a:lnTo>
                  <a:pt x="1653781" y="64836"/>
                </a:lnTo>
                <a:lnTo>
                  <a:pt x="1654146" y="65387"/>
                </a:lnTo>
                <a:lnTo>
                  <a:pt x="1654494" y="65959"/>
                </a:lnTo>
                <a:lnTo>
                  <a:pt x="1654824" y="66551"/>
                </a:lnTo>
                <a:lnTo>
                  <a:pt x="1655138" y="67164"/>
                </a:lnTo>
                <a:lnTo>
                  <a:pt x="1655435" y="67798"/>
                </a:lnTo>
                <a:lnTo>
                  <a:pt x="1655715" y="68452"/>
                </a:lnTo>
                <a:lnTo>
                  <a:pt x="1655978" y="69128"/>
                </a:lnTo>
                <a:lnTo>
                  <a:pt x="1656223" y="69824"/>
                </a:lnTo>
                <a:lnTo>
                  <a:pt x="1656452" y="70541"/>
                </a:lnTo>
                <a:lnTo>
                  <a:pt x="1656664" y="71279"/>
                </a:lnTo>
                <a:lnTo>
                  <a:pt x="1656859" y="72037"/>
                </a:lnTo>
                <a:lnTo>
                  <a:pt x="1657037" y="72816"/>
                </a:lnTo>
                <a:lnTo>
                  <a:pt x="1657199" y="73616"/>
                </a:lnTo>
                <a:lnTo>
                  <a:pt x="1657343" y="74437"/>
                </a:lnTo>
                <a:lnTo>
                  <a:pt x="1657470" y="75279"/>
                </a:lnTo>
                <a:lnTo>
                  <a:pt x="1657580" y="76141"/>
                </a:lnTo>
                <a:lnTo>
                  <a:pt x="1657673" y="77024"/>
                </a:lnTo>
                <a:lnTo>
                  <a:pt x="1657750" y="77928"/>
                </a:lnTo>
                <a:lnTo>
                  <a:pt x="1657809" y="78853"/>
                </a:lnTo>
                <a:lnTo>
                  <a:pt x="1657851" y="79799"/>
                </a:lnTo>
                <a:lnTo>
                  <a:pt x="1657877" y="80765"/>
                </a:lnTo>
                <a:lnTo>
                  <a:pt x="1657885" y="81752"/>
                </a:lnTo>
                <a:lnTo>
                  <a:pt x="1657885" y="127749"/>
                </a:lnTo>
                <a:lnTo>
                  <a:pt x="1670961" y="127749"/>
                </a:lnTo>
                <a:lnTo>
                  <a:pt x="1670961" y="80336"/>
                </a:lnTo>
                <a:lnTo>
                  <a:pt x="1670954" y="79385"/>
                </a:lnTo>
                <a:lnTo>
                  <a:pt x="1670935" y="78448"/>
                </a:lnTo>
                <a:lnTo>
                  <a:pt x="1670903" y="77524"/>
                </a:lnTo>
                <a:lnTo>
                  <a:pt x="1670858" y="76615"/>
                </a:lnTo>
                <a:lnTo>
                  <a:pt x="1670800" y="75720"/>
                </a:lnTo>
                <a:lnTo>
                  <a:pt x="1670729" y="74838"/>
                </a:lnTo>
                <a:lnTo>
                  <a:pt x="1670646" y="73970"/>
                </a:lnTo>
                <a:lnTo>
                  <a:pt x="1670549" y="73117"/>
                </a:lnTo>
                <a:lnTo>
                  <a:pt x="1670440" y="72277"/>
                </a:lnTo>
                <a:lnTo>
                  <a:pt x="1670318" y="71451"/>
                </a:lnTo>
                <a:lnTo>
                  <a:pt x="1670183" y="70640"/>
                </a:lnTo>
                <a:lnTo>
                  <a:pt x="1670035" y="69842"/>
                </a:lnTo>
                <a:lnTo>
                  <a:pt x="1669875" y="69058"/>
                </a:lnTo>
                <a:lnTo>
                  <a:pt x="1669701" y="68288"/>
                </a:lnTo>
                <a:lnTo>
                  <a:pt x="1669515" y="67532"/>
                </a:lnTo>
                <a:lnTo>
                  <a:pt x="1669316" y="66790"/>
                </a:lnTo>
                <a:lnTo>
                  <a:pt x="1669104" y="66062"/>
                </a:lnTo>
                <a:lnTo>
                  <a:pt x="1668879" y="65348"/>
                </a:lnTo>
                <a:lnTo>
                  <a:pt x="1668641" y="64647"/>
                </a:lnTo>
                <a:lnTo>
                  <a:pt x="1668390" y="63961"/>
                </a:lnTo>
                <a:lnTo>
                  <a:pt x="1668127" y="63289"/>
                </a:lnTo>
                <a:lnTo>
                  <a:pt x="1667850" y="62630"/>
                </a:lnTo>
                <a:lnTo>
                  <a:pt x="1667561" y="61986"/>
                </a:lnTo>
                <a:lnTo>
                  <a:pt x="1667259" y="61355"/>
                </a:lnTo>
                <a:lnTo>
                  <a:pt x="1666945" y="60738"/>
                </a:lnTo>
                <a:lnTo>
                  <a:pt x="1666620" y="60135"/>
                </a:lnTo>
                <a:lnTo>
                  <a:pt x="1666285" y="59544"/>
                </a:lnTo>
                <a:lnTo>
                  <a:pt x="1665938" y="58966"/>
                </a:lnTo>
                <a:lnTo>
                  <a:pt x="1665580" y="58402"/>
                </a:lnTo>
                <a:lnTo>
                  <a:pt x="1665212" y="57851"/>
                </a:lnTo>
                <a:lnTo>
                  <a:pt x="1664832" y="57312"/>
                </a:lnTo>
                <a:lnTo>
                  <a:pt x="1664441" y="56787"/>
                </a:lnTo>
                <a:lnTo>
                  <a:pt x="1664040" y="56275"/>
                </a:lnTo>
                <a:lnTo>
                  <a:pt x="1663628" y="55777"/>
                </a:lnTo>
                <a:lnTo>
                  <a:pt x="1663204" y="55291"/>
                </a:lnTo>
                <a:lnTo>
                  <a:pt x="1662770" y="54818"/>
                </a:lnTo>
                <a:lnTo>
                  <a:pt x="1662325" y="54359"/>
                </a:lnTo>
                <a:lnTo>
                  <a:pt x="1661869" y="53913"/>
                </a:lnTo>
                <a:lnTo>
                  <a:pt x="1661401" y="53480"/>
                </a:lnTo>
                <a:lnTo>
                  <a:pt x="1660923" y="53059"/>
                </a:lnTo>
                <a:lnTo>
                  <a:pt x="1660434" y="52653"/>
                </a:lnTo>
                <a:lnTo>
                  <a:pt x="1659935" y="52259"/>
                </a:lnTo>
                <a:lnTo>
                  <a:pt x="1659424" y="51878"/>
                </a:lnTo>
                <a:lnTo>
                  <a:pt x="1658902" y="51511"/>
                </a:lnTo>
                <a:lnTo>
                  <a:pt x="1658369" y="51156"/>
                </a:lnTo>
                <a:lnTo>
                  <a:pt x="1657825" y="50815"/>
                </a:lnTo>
                <a:lnTo>
                  <a:pt x="1657271" y="50487"/>
                </a:lnTo>
                <a:lnTo>
                  <a:pt x="1656705" y="50172"/>
                </a:lnTo>
                <a:lnTo>
                  <a:pt x="1656130" y="49870"/>
                </a:lnTo>
                <a:lnTo>
                  <a:pt x="1655547" y="49580"/>
                </a:lnTo>
                <a:lnTo>
                  <a:pt x="1654956" y="49304"/>
                </a:lnTo>
                <a:lnTo>
                  <a:pt x="1654358" y="49040"/>
                </a:lnTo>
                <a:lnTo>
                  <a:pt x="1653751" y="48789"/>
                </a:lnTo>
                <a:lnTo>
                  <a:pt x="1653136" y="48551"/>
                </a:lnTo>
                <a:lnTo>
                  <a:pt x="1652514" y="48326"/>
                </a:lnTo>
                <a:lnTo>
                  <a:pt x="1651883" y="48114"/>
                </a:lnTo>
                <a:lnTo>
                  <a:pt x="1651245" y="47915"/>
                </a:lnTo>
                <a:lnTo>
                  <a:pt x="1650598" y="47728"/>
                </a:lnTo>
                <a:lnTo>
                  <a:pt x="1649944" y="47555"/>
                </a:lnTo>
                <a:lnTo>
                  <a:pt x="1649282" y="47394"/>
                </a:lnTo>
                <a:lnTo>
                  <a:pt x="1648612" y="47246"/>
                </a:lnTo>
                <a:lnTo>
                  <a:pt x="1647934" y="47111"/>
                </a:lnTo>
                <a:lnTo>
                  <a:pt x="1647248" y="46989"/>
                </a:lnTo>
                <a:lnTo>
                  <a:pt x="1646554" y="46879"/>
                </a:lnTo>
                <a:lnTo>
                  <a:pt x="1645852" y="46783"/>
                </a:lnTo>
                <a:lnTo>
                  <a:pt x="1645142" y="46699"/>
                </a:lnTo>
                <a:lnTo>
                  <a:pt x="1644424" y="46629"/>
                </a:lnTo>
                <a:lnTo>
                  <a:pt x="1643699" y="46571"/>
                </a:lnTo>
                <a:lnTo>
                  <a:pt x="1642965" y="46526"/>
                </a:lnTo>
                <a:lnTo>
                  <a:pt x="1642224" y="46494"/>
                </a:lnTo>
                <a:lnTo>
                  <a:pt x="1641474" y="46474"/>
                </a:lnTo>
                <a:lnTo>
                  <a:pt x="1640717" y="46468"/>
                </a:lnTo>
                <a:lnTo>
                  <a:pt x="1640036" y="46475"/>
                </a:lnTo>
                <a:lnTo>
                  <a:pt x="1639359" y="46496"/>
                </a:lnTo>
                <a:lnTo>
                  <a:pt x="1638685" y="46531"/>
                </a:lnTo>
                <a:lnTo>
                  <a:pt x="1638015" y="46579"/>
                </a:lnTo>
                <a:lnTo>
                  <a:pt x="1637348" y="46642"/>
                </a:lnTo>
                <a:lnTo>
                  <a:pt x="1636685" y="46719"/>
                </a:lnTo>
                <a:lnTo>
                  <a:pt x="1636026" y="46810"/>
                </a:lnTo>
                <a:lnTo>
                  <a:pt x="1635370" y="46914"/>
                </a:lnTo>
                <a:lnTo>
                  <a:pt x="1634717" y="47033"/>
                </a:lnTo>
                <a:lnTo>
                  <a:pt x="1634068" y="47166"/>
                </a:lnTo>
                <a:lnTo>
                  <a:pt x="1633423" y="47312"/>
                </a:lnTo>
                <a:lnTo>
                  <a:pt x="1632781" y="47473"/>
                </a:lnTo>
                <a:lnTo>
                  <a:pt x="1632143" y="47647"/>
                </a:lnTo>
                <a:lnTo>
                  <a:pt x="1631509" y="47835"/>
                </a:lnTo>
                <a:lnTo>
                  <a:pt x="1630878" y="48038"/>
                </a:lnTo>
                <a:lnTo>
                  <a:pt x="1630250" y="48254"/>
                </a:lnTo>
                <a:lnTo>
                  <a:pt x="1629626" y="48484"/>
                </a:lnTo>
                <a:lnTo>
                  <a:pt x="1629006" y="48728"/>
                </a:lnTo>
                <a:lnTo>
                  <a:pt x="1628389" y="48987"/>
                </a:lnTo>
                <a:lnTo>
                  <a:pt x="1627776" y="49259"/>
                </a:lnTo>
                <a:lnTo>
                  <a:pt x="1627166" y="49545"/>
                </a:lnTo>
                <a:lnTo>
                  <a:pt x="1626560" y="49845"/>
                </a:lnTo>
                <a:lnTo>
                  <a:pt x="1625957" y="50159"/>
                </a:lnTo>
                <a:lnTo>
                  <a:pt x="1625358" y="50487"/>
                </a:lnTo>
                <a:lnTo>
                  <a:pt x="1624766" y="50827"/>
                </a:lnTo>
                <a:lnTo>
                  <a:pt x="1624185" y="51178"/>
                </a:lnTo>
                <a:lnTo>
                  <a:pt x="1623614" y="51541"/>
                </a:lnTo>
                <a:lnTo>
                  <a:pt x="1623054" y="51915"/>
                </a:lnTo>
                <a:lnTo>
                  <a:pt x="1622505" y="52300"/>
                </a:lnTo>
                <a:lnTo>
                  <a:pt x="1621966" y="52697"/>
                </a:lnTo>
                <a:lnTo>
                  <a:pt x="1621438" y="53104"/>
                </a:lnTo>
                <a:lnTo>
                  <a:pt x="1620921" y="53523"/>
                </a:lnTo>
                <a:lnTo>
                  <a:pt x="1620415" y="53953"/>
                </a:lnTo>
                <a:lnTo>
                  <a:pt x="1619919" y="54394"/>
                </a:lnTo>
                <a:lnTo>
                  <a:pt x="1619433" y="54846"/>
                </a:lnTo>
                <a:lnTo>
                  <a:pt x="1618959" y="55310"/>
                </a:lnTo>
                <a:lnTo>
                  <a:pt x="1618495" y="55785"/>
                </a:lnTo>
                <a:lnTo>
                  <a:pt x="1618041" y="56271"/>
                </a:lnTo>
                <a:lnTo>
                  <a:pt x="1617599" y="56768"/>
                </a:lnTo>
                <a:lnTo>
                  <a:pt x="1617167" y="57276"/>
                </a:lnTo>
                <a:lnTo>
                  <a:pt x="1616745" y="57796"/>
                </a:lnTo>
                <a:lnTo>
                  <a:pt x="1616335" y="58327"/>
                </a:lnTo>
                <a:lnTo>
                  <a:pt x="1615935" y="58869"/>
                </a:lnTo>
                <a:lnTo>
                  <a:pt x="1615546" y="59422"/>
                </a:lnTo>
                <a:lnTo>
                  <a:pt x="1615167" y="59987"/>
                </a:lnTo>
                <a:lnTo>
                  <a:pt x="1614799" y="60562"/>
                </a:lnTo>
                <a:lnTo>
                  <a:pt x="1614442" y="61149"/>
                </a:lnTo>
                <a:lnTo>
                  <a:pt x="1614095" y="61747"/>
                </a:lnTo>
                <a:lnTo>
                  <a:pt x="1613896" y="61317"/>
                </a:lnTo>
                <a:lnTo>
                  <a:pt x="1613691" y="60894"/>
                </a:lnTo>
                <a:lnTo>
                  <a:pt x="1613482" y="60476"/>
                </a:lnTo>
                <a:lnTo>
                  <a:pt x="1613268" y="60065"/>
                </a:lnTo>
                <a:lnTo>
                  <a:pt x="1613049" y="59661"/>
                </a:lnTo>
                <a:lnTo>
                  <a:pt x="1612825" y="59262"/>
                </a:lnTo>
                <a:lnTo>
                  <a:pt x="1612596" y="58870"/>
                </a:lnTo>
                <a:lnTo>
                  <a:pt x="1612362" y="58484"/>
                </a:lnTo>
                <a:lnTo>
                  <a:pt x="1612124" y="58104"/>
                </a:lnTo>
                <a:lnTo>
                  <a:pt x="1611880" y="57731"/>
                </a:lnTo>
                <a:lnTo>
                  <a:pt x="1611631" y="57364"/>
                </a:lnTo>
                <a:lnTo>
                  <a:pt x="1611378" y="57003"/>
                </a:lnTo>
                <a:lnTo>
                  <a:pt x="1611119" y="56649"/>
                </a:lnTo>
                <a:lnTo>
                  <a:pt x="1610856" y="56301"/>
                </a:lnTo>
                <a:lnTo>
                  <a:pt x="1610588" y="55959"/>
                </a:lnTo>
                <a:lnTo>
                  <a:pt x="1610315" y="55623"/>
                </a:lnTo>
                <a:lnTo>
                  <a:pt x="1610036" y="55294"/>
                </a:lnTo>
                <a:lnTo>
                  <a:pt x="1609753" y="54971"/>
                </a:lnTo>
                <a:lnTo>
                  <a:pt x="1609465" y="54654"/>
                </a:lnTo>
                <a:lnTo>
                  <a:pt x="1609172" y="54343"/>
                </a:lnTo>
                <a:lnTo>
                  <a:pt x="1608875" y="54039"/>
                </a:lnTo>
                <a:lnTo>
                  <a:pt x="1608572" y="53741"/>
                </a:lnTo>
                <a:lnTo>
                  <a:pt x="1608264" y="53450"/>
                </a:lnTo>
                <a:lnTo>
                  <a:pt x="1607952" y="53164"/>
                </a:lnTo>
                <a:lnTo>
                  <a:pt x="1607635" y="52885"/>
                </a:lnTo>
                <a:lnTo>
                  <a:pt x="1607314" y="52612"/>
                </a:lnTo>
                <a:lnTo>
                  <a:pt x="1606988" y="52345"/>
                </a:lnTo>
                <a:lnTo>
                  <a:pt x="1606659" y="52083"/>
                </a:lnTo>
                <a:lnTo>
                  <a:pt x="1606326" y="51828"/>
                </a:lnTo>
                <a:lnTo>
                  <a:pt x="1605988" y="51579"/>
                </a:lnTo>
                <a:lnTo>
                  <a:pt x="1605647" y="51336"/>
                </a:lnTo>
                <a:lnTo>
                  <a:pt x="1605301" y="51099"/>
                </a:lnTo>
                <a:lnTo>
                  <a:pt x="1604951" y="50868"/>
                </a:lnTo>
                <a:lnTo>
                  <a:pt x="1604597" y="50643"/>
                </a:lnTo>
                <a:lnTo>
                  <a:pt x="1604239" y="50424"/>
                </a:lnTo>
                <a:lnTo>
                  <a:pt x="1603877" y="50211"/>
                </a:lnTo>
                <a:lnTo>
                  <a:pt x="1603511" y="50004"/>
                </a:lnTo>
                <a:lnTo>
                  <a:pt x="1603140" y="49803"/>
                </a:lnTo>
                <a:lnTo>
                  <a:pt x="1602766" y="49608"/>
                </a:lnTo>
                <a:lnTo>
                  <a:pt x="1602387" y="49419"/>
                </a:lnTo>
                <a:lnTo>
                  <a:pt x="1602004" y="49236"/>
                </a:lnTo>
                <a:lnTo>
                  <a:pt x="1601617" y="49059"/>
                </a:lnTo>
                <a:lnTo>
                  <a:pt x="1601226" y="48888"/>
                </a:lnTo>
                <a:lnTo>
                  <a:pt x="1600831" y="48723"/>
                </a:lnTo>
                <a:lnTo>
                  <a:pt x="1600432" y="48564"/>
                </a:lnTo>
                <a:lnTo>
                  <a:pt x="1600029" y="48412"/>
                </a:lnTo>
                <a:lnTo>
                  <a:pt x="1599621" y="48265"/>
                </a:lnTo>
                <a:lnTo>
                  <a:pt x="1599210" y="48124"/>
                </a:lnTo>
                <a:lnTo>
                  <a:pt x="1598794" y="47989"/>
                </a:lnTo>
                <a:lnTo>
                  <a:pt x="1598375" y="47859"/>
                </a:lnTo>
                <a:lnTo>
                  <a:pt x="1597951" y="47736"/>
                </a:lnTo>
                <a:lnTo>
                  <a:pt x="1597523" y="47618"/>
                </a:lnTo>
                <a:lnTo>
                  <a:pt x="1597091" y="47506"/>
                </a:lnTo>
                <a:lnTo>
                  <a:pt x="1596655" y="47399"/>
                </a:lnTo>
                <a:lnTo>
                  <a:pt x="1596215" y="47299"/>
                </a:lnTo>
                <a:lnTo>
                  <a:pt x="1595771" y="47204"/>
                </a:lnTo>
                <a:lnTo>
                  <a:pt x="1595323" y="47115"/>
                </a:lnTo>
                <a:lnTo>
                  <a:pt x="1594870" y="47031"/>
                </a:lnTo>
                <a:lnTo>
                  <a:pt x="1594414" y="46954"/>
                </a:lnTo>
                <a:lnTo>
                  <a:pt x="1593953" y="46882"/>
                </a:lnTo>
                <a:lnTo>
                  <a:pt x="1593489" y="46816"/>
                </a:lnTo>
                <a:lnTo>
                  <a:pt x="1593020" y="46755"/>
                </a:lnTo>
                <a:lnTo>
                  <a:pt x="1592547" y="46701"/>
                </a:lnTo>
                <a:lnTo>
                  <a:pt x="1592070" y="46652"/>
                </a:lnTo>
                <a:lnTo>
                  <a:pt x="1591589" y="46609"/>
                </a:lnTo>
                <a:lnTo>
                  <a:pt x="1591103" y="46571"/>
                </a:lnTo>
                <a:lnTo>
                  <a:pt x="1590614" y="46540"/>
                </a:lnTo>
                <a:lnTo>
                  <a:pt x="1590120" y="46514"/>
                </a:lnTo>
                <a:lnTo>
                  <a:pt x="1589623" y="46494"/>
                </a:lnTo>
                <a:lnTo>
                  <a:pt x="1589121" y="46479"/>
                </a:lnTo>
                <a:lnTo>
                  <a:pt x="1588615" y="46471"/>
                </a:lnTo>
                <a:lnTo>
                  <a:pt x="1588105" y="46468"/>
                </a:lnTo>
                <a:lnTo>
                  <a:pt x="1587477" y="46474"/>
                </a:lnTo>
                <a:lnTo>
                  <a:pt x="1586853" y="46492"/>
                </a:lnTo>
                <a:lnTo>
                  <a:pt x="1586234" y="46523"/>
                </a:lnTo>
                <a:lnTo>
                  <a:pt x="1585618" y="46566"/>
                </a:lnTo>
                <a:lnTo>
                  <a:pt x="1585006" y="46622"/>
                </a:lnTo>
                <a:lnTo>
                  <a:pt x="1584399" y="46689"/>
                </a:lnTo>
                <a:lnTo>
                  <a:pt x="1583795" y="46769"/>
                </a:lnTo>
                <a:lnTo>
                  <a:pt x="1583196" y="46862"/>
                </a:lnTo>
                <a:lnTo>
                  <a:pt x="1582601" y="46966"/>
                </a:lnTo>
                <a:lnTo>
                  <a:pt x="1582009" y="47083"/>
                </a:lnTo>
                <a:lnTo>
                  <a:pt x="1581422" y="47213"/>
                </a:lnTo>
                <a:lnTo>
                  <a:pt x="1580840" y="47354"/>
                </a:lnTo>
                <a:lnTo>
                  <a:pt x="1580261" y="47508"/>
                </a:lnTo>
                <a:lnTo>
                  <a:pt x="1579686" y="47674"/>
                </a:lnTo>
                <a:lnTo>
                  <a:pt x="1579115" y="47853"/>
                </a:lnTo>
                <a:lnTo>
                  <a:pt x="1578549" y="48044"/>
                </a:lnTo>
                <a:lnTo>
                  <a:pt x="1577987" y="48247"/>
                </a:lnTo>
                <a:lnTo>
                  <a:pt x="1577428" y="48462"/>
                </a:lnTo>
                <a:lnTo>
                  <a:pt x="1576874" y="48690"/>
                </a:lnTo>
                <a:lnTo>
                  <a:pt x="1576324" y="48930"/>
                </a:lnTo>
                <a:lnTo>
                  <a:pt x="1575778" y="49182"/>
                </a:lnTo>
                <a:lnTo>
                  <a:pt x="1575236" y="49447"/>
                </a:lnTo>
                <a:lnTo>
                  <a:pt x="1574698" y="49724"/>
                </a:lnTo>
                <a:lnTo>
                  <a:pt x="1574165" y="50013"/>
                </a:lnTo>
                <a:lnTo>
                  <a:pt x="1573638" y="50313"/>
                </a:lnTo>
                <a:lnTo>
                  <a:pt x="1573120" y="50622"/>
                </a:lnTo>
                <a:lnTo>
                  <a:pt x="1572611" y="50940"/>
                </a:lnTo>
                <a:lnTo>
                  <a:pt x="1572111" y="51267"/>
                </a:lnTo>
                <a:lnTo>
                  <a:pt x="1571620" y="51603"/>
                </a:lnTo>
                <a:lnTo>
                  <a:pt x="1571138" y="51948"/>
                </a:lnTo>
                <a:lnTo>
                  <a:pt x="1570665" y="52302"/>
                </a:lnTo>
                <a:lnTo>
                  <a:pt x="1570201" y="52665"/>
                </a:lnTo>
                <a:lnTo>
                  <a:pt x="1569746" y="53037"/>
                </a:lnTo>
                <a:lnTo>
                  <a:pt x="1569300" y="53418"/>
                </a:lnTo>
                <a:lnTo>
                  <a:pt x="1568863" y="53808"/>
                </a:lnTo>
                <a:lnTo>
                  <a:pt x="1568435" y="54207"/>
                </a:lnTo>
                <a:lnTo>
                  <a:pt x="1568017" y="54615"/>
                </a:lnTo>
                <a:lnTo>
                  <a:pt x="1567607" y="55033"/>
                </a:lnTo>
                <a:lnTo>
                  <a:pt x="1567206" y="55459"/>
                </a:lnTo>
                <a:lnTo>
                  <a:pt x="1566814" y="55894"/>
                </a:lnTo>
                <a:lnTo>
                  <a:pt x="1566432" y="56338"/>
                </a:lnTo>
                <a:lnTo>
                  <a:pt x="1566058" y="56791"/>
                </a:lnTo>
                <a:lnTo>
                  <a:pt x="1565693" y="57253"/>
                </a:lnTo>
                <a:lnTo>
                  <a:pt x="1565337" y="57724"/>
                </a:lnTo>
                <a:lnTo>
                  <a:pt x="1564991" y="58205"/>
                </a:lnTo>
                <a:lnTo>
                  <a:pt x="1564653" y="58694"/>
                </a:lnTo>
                <a:lnTo>
                  <a:pt x="1564325" y="59192"/>
                </a:lnTo>
                <a:lnTo>
                  <a:pt x="1564005" y="59699"/>
                </a:lnTo>
                <a:lnTo>
                  <a:pt x="1563217" y="48359"/>
                </a:lnTo>
                <a:lnTo>
                  <a:pt x="1551247" y="48359"/>
                </a:lnTo>
                <a:lnTo>
                  <a:pt x="1551247" y="127749"/>
                </a:lnTo>
                <a:lnTo>
                  <a:pt x="1564479" y="127749"/>
                </a:lnTo>
                <a:lnTo>
                  <a:pt x="1564479" y="85533"/>
                </a:lnTo>
                <a:lnTo>
                  <a:pt x="1564483" y="84790"/>
                </a:lnTo>
                <a:lnTo>
                  <a:pt x="1564498" y="84056"/>
                </a:lnTo>
                <a:lnTo>
                  <a:pt x="1564523" y="83333"/>
                </a:lnTo>
                <a:close/>
                <a:moveTo>
                  <a:pt x="806229" y="129416"/>
                </a:moveTo>
                <a:lnTo>
                  <a:pt x="807126" y="129318"/>
                </a:lnTo>
                <a:lnTo>
                  <a:pt x="808014" y="129203"/>
                </a:lnTo>
                <a:lnTo>
                  <a:pt x="808894" y="129069"/>
                </a:lnTo>
                <a:lnTo>
                  <a:pt x="809765" y="128918"/>
                </a:lnTo>
                <a:lnTo>
                  <a:pt x="810627" y="128750"/>
                </a:lnTo>
                <a:lnTo>
                  <a:pt x="811480" y="128563"/>
                </a:lnTo>
                <a:lnTo>
                  <a:pt x="812324" y="128359"/>
                </a:lnTo>
                <a:lnTo>
                  <a:pt x="813160" y="128137"/>
                </a:lnTo>
                <a:lnTo>
                  <a:pt x="813987" y="127897"/>
                </a:lnTo>
                <a:lnTo>
                  <a:pt x="814805" y="127639"/>
                </a:lnTo>
                <a:lnTo>
                  <a:pt x="815615" y="127364"/>
                </a:lnTo>
                <a:lnTo>
                  <a:pt x="816416" y="127070"/>
                </a:lnTo>
                <a:lnTo>
                  <a:pt x="817208" y="126760"/>
                </a:lnTo>
                <a:lnTo>
                  <a:pt x="817991" y="126431"/>
                </a:lnTo>
                <a:lnTo>
                  <a:pt x="818765" y="126084"/>
                </a:lnTo>
                <a:lnTo>
                  <a:pt x="819531" y="125720"/>
                </a:lnTo>
                <a:lnTo>
                  <a:pt x="820288" y="125338"/>
                </a:lnTo>
                <a:lnTo>
                  <a:pt x="821036" y="124938"/>
                </a:lnTo>
                <a:lnTo>
                  <a:pt x="821776" y="124521"/>
                </a:lnTo>
                <a:lnTo>
                  <a:pt x="822505" y="124087"/>
                </a:lnTo>
                <a:lnTo>
                  <a:pt x="823221" y="123638"/>
                </a:lnTo>
                <a:lnTo>
                  <a:pt x="823924" y="123174"/>
                </a:lnTo>
                <a:lnTo>
                  <a:pt x="824615" y="122696"/>
                </a:lnTo>
                <a:lnTo>
                  <a:pt x="825294" y="122203"/>
                </a:lnTo>
                <a:lnTo>
                  <a:pt x="825960" y="121695"/>
                </a:lnTo>
                <a:lnTo>
                  <a:pt x="826613" y="121173"/>
                </a:lnTo>
                <a:lnTo>
                  <a:pt x="827254" y="120635"/>
                </a:lnTo>
                <a:lnTo>
                  <a:pt x="827882" y="120083"/>
                </a:lnTo>
                <a:lnTo>
                  <a:pt x="828497" y="119516"/>
                </a:lnTo>
                <a:lnTo>
                  <a:pt x="829100" y="118935"/>
                </a:lnTo>
                <a:lnTo>
                  <a:pt x="829691" y="118338"/>
                </a:lnTo>
                <a:lnTo>
                  <a:pt x="830268" y="117727"/>
                </a:lnTo>
                <a:lnTo>
                  <a:pt x="830834" y="117101"/>
                </a:lnTo>
                <a:lnTo>
                  <a:pt x="831386" y="116460"/>
                </a:lnTo>
                <a:lnTo>
                  <a:pt x="831926" y="115805"/>
                </a:lnTo>
                <a:lnTo>
                  <a:pt x="832454" y="115135"/>
                </a:lnTo>
                <a:lnTo>
                  <a:pt x="832968" y="114450"/>
                </a:lnTo>
                <a:lnTo>
                  <a:pt x="833471" y="113750"/>
                </a:lnTo>
                <a:lnTo>
                  <a:pt x="833960" y="113035"/>
                </a:lnTo>
                <a:lnTo>
                  <a:pt x="834438" y="112306"/>
                </a:lnTo>
                <a:lnTo>
                  <a:pt x="834902" y="111562"/>
                </a:lnTo>
                <a:lnTo>
                  <a:pt x="835354" y="110803"/>
                </a:lnTo>
                <a:lnTo>
                  <a:pt x="835793" y="110030"/>
                </a:lnTo>
                <a:lnTo>
                  <a:pt x="836217" y="109243"/>
                </a:lnTo>
                <a:lnTo>
                  <a:pt x="836624" y="108445"/>
                </a:lnTo>
                <a:lnTo>
                  <a:pt x="837012" y="107636"/>
                </a:lnTo>
                <a:lnTo>
                  <a:pt x="837382" y="106815"/>
                </a:lnTo>
                <a:lnTo>
                  <a:pt x="837734" y="105984"/>
                </a:lnTo>
                <a:lnTo>
                  <a:pt x="838068" y="105141"/>
                </a:lnTo>
                <a:lnTo>
                  <a:pt x="838384" y="104287"/>
                </a:lnTo>
                <a:lnTo>
                  <a:pt x="838682" y="103422"/>
                </a:lnTo>
                <a:lnTo>
                  <a:pt x="838961" y="102545"/>
                </a:lnTo>
                <a:lnTo>
                  <a:pt x="839223" y="101658"/>
                </a:lnTo>
                <a:lnTo>
                  <a:pt x="839467" y="100759"/>
                </a:lnTo>
                <a:lnTo>
                  <a:pt x="839692" y="99849"/>
                </a:lnTo>
                <a:lnTo>
                  <a:pt x="839900" y="98928"/>
                </a:lnTo>
                <a:lnTo>
                  <a:pt x="840090" y="97995"/>
                </a:lnTo>
                <a:lnTo>
                  <a:pt x="840261" y="97052"/>
                </a:lnTo>
                <a:lnTo>
                  <a:pt x="840415" y="96097"/>
                </a:lnTo>
                <a:lnTo>
                  <a:pt x="840550" y="95131"/>
                </a:lnTo>
                <a:lnTo>
                  <a:pt x="840667" y="94153"/>
                </a:lnTo>
                <a:lnTo>
                  <a:pt x="840767" y="93165"/>
                </a:lnTo>
                <a:lnTo>
                  <a:pt x="840848" y="92165"/>
                </a:lnTo>
                <a:lnTo>
                  <a:pt x="840911" y="91154"/>
                </a:lnTo>
                <a:lnTo>
                  <a:pt x="840956" y="90132"/>
                </a:lnTo>
                <a:lnTo>
                  <a:pt x="840983" y="89099"/>
                </a:lnTo>
                <a:lnTo>
                  <a:pt x="840992" y="88054"/>
                </a:lnTo>
                <a:lnTo>
                  <a:pt x="840983" y="87010"/>
                </a:lnTo>
                <a:lnTo>
                  <a:pt x="840957" y="85976"/>
                </a:lnTo>
                <a:lnTo>
                  <a:pt x="840912" y="84954"/>
                </a:lnTo>
                <a:lnTo>
                  <a:pt x="840850" y="83943"/>
                </a:lnTo>
                <a:lnTo>
                  <a:pt x="840770" y="82944"/>
                </a:lnTo>
                <a:lnTo>
                  <a:pt x="840672" y="81955"/>
                </a:lnTo>
                <a:lnTo>
                  <a:pt x="840557" y="80978"/>
                </a:lnTo>
                <a:lnTo>
                  <a:pt x="840423" y="80012"/>
                </a:lnTo>
                <a:lnTo>
                  <a:pt x="840272" y="79057"/>
                </a:lnTo>
                <a:lnTo>
                  <a:pt x="840103" y="78113"/>
                </a:lnTo>
                <a:lnTo>
                  <a:pt x="839917" y="77181"/>
                </a:lnTo>
                <a:lnTo>
                  <a:pt x="839712" y="76260"/>
                </a:lnTo>
                <a:lnTo>
                  <a:pt x="839490" y="75350"/>
                </a:lnTo>
                <a:lnTo>
                  <a:pt x="839250" y="74451"/>
                </a:lnTo>
                <a:lnTo>
                  <a:pt x="838992" y="73564"/>
                </a:lnTo>
                <a:lnTo>
                  <a:pt x="838717" y="72687"/>
                </a:lnTo>
                <a:lnTo>
                  <a:pt x="838423" y="71822"/>
                </a:lnTo>
                <a:lnTo>
                  <a:pt x="838112" y="70968"/>
                </a:lnTo>
                <a:lnTo>
                  <a:pt x="837784" y="70126"/>
                </a:lnTo>
                <a:lnTo>
                  <a:pt x="837437" y="69294"/>
                </a:lnTo>
                <a:lnTo>
                  <a:pt x="837072" y="68474"/>
                </a:lnTo>
                <a:lnTo>
                  <a:pt x="836690" y="67665"/>
                </a:lnTo>
                <a:lnTo>
                  <a:pt x="836290" y="66867"/>
                </a:lnTo>
                <a:lnTo>
                  <a:pt x="835873" y="66081"/>
                </a:lnTo>
                <a:lnTo>
                  <a:pt x="835440" y="65307"/>
                </a:lnTo>
                <a:lnTo>
                  <a:pt x="834994" y="64548"/>
                </a:lnTo>
                <a:lnTo>
                  <a:pt x="834536" y="63804"/>
                </a:lnTo>
                <a:lnTo>
                  <a:pt x="834065" y="63074"/>
                </a:lnTo>
                <a:lnTo>
                  <a:pt x="833582" y="62360"/>
                </a:lnTo>
                <a:lnTo>
                  <a:pt x="833086" y="61660"/>
                </a:lnTo>
                <a:lnTo>
                  <a:pt x="832578" y="60975"/>
                </a:lnTo>
                <a:lnTo>
                  <a:pt x="832057" y="60304"/>
                </a:lnTo>
                <a:lnTo>
                  <a:pt x="831524" y="59649"/>
                </a:lnTo>
                <a:lnTo>
                  <a:pt x="830977" y="59008"/>
                </a:lnTo>
                <a:lnTo>
                  <a:pt x="830419" y="58382"/>
                </a:lnTo>
                <a:lnTo>
                  <a:pt x="829847" y="57771"/>
                </a:lnTo>
                <a:lnTo>
                  <a:pt x="829264" y="57174"/>
                </a:lnTo>
                <a:lnTo>
                  <a:pt x="828667" y="56592"/>
                </a:lnTo>
                <a:lnTo>
                  <a:pt x="828058" y="56025"/>
                </a:lnTo>
                <a:lnTo>
                  <a:pt x="827437" y="55473"/>
                </a:lnTo>
                <a:lnTo>
                  <a:pt x="826803" y="54936"/>
                </a:lnTo>
                <a:lnTo>
                  <a:pt x="826156" y="54413"/>
                </a:lnTo>
                <a:lnTo>
                  <a:pt x="825496" y="53905"/>
                </a:lnTo>
                <a:lnTo>
                  <a:pt x="824825" y="53412"/>
                </a:lnTo>
                <a:lnTo>
                  <a:pt x="824140" y="52934"/>
                </a:lnTo>
                <a:lnTo>
                  <a:pt x="823443" y="52470"/>
                </a:lnTo>
                <a:lnTo>
                  <a:pt x="822733" y="52021"/>
                </a:lnTo>
                <a:lnTo>
                  <a:pt x="822011" y="51587"/>
                </a:lnTo>
                <a:lnTo>
                  <a:pt x="821278" y="51170"/>
                </a:lnTo>
                <a:lnTo>
                  <a:pt x="820536" y="50770"/>
                </a:lnTo>
                <a:lnTo>
                  <a:pt x="819785" y="50388"/>
                </a:lnTo>
                <a:lnTo>
                  <a:pt x="819025" y="50023"/>
                </a:lnTo>
                <a:lnTo>
                  <a:pt x="818256" y="49676"/>
                </a:lnTo>
                <a:lnTo>
                  <a:pt x="817478" y="49348"/>
                </a:lnTo>
                <a:lnTo>
                  <a:pt x="816691" y="49037"/>
                </a:lnTo>
                <a:lnTo>
                  <a:pt x="815895" y="48743"/>
                </a:lnTo>
                <a:lnTo>
                  <a:pt x="815089" y="48468"/>
                </a:lnTo>
                <a:lnTo>
                  <a:pt x="814275" y="48210"/>
                </a:lnTo>
                <a:lnTo>
                  <a:pt x="813452" y="47970"/>
                </a:lnTo>
                <a:lnTo>
                  <a:pt x="812619" y="47748"/>
                </a:lnTo>
                <a:lnTo>
                  <a:pt x="811778" y="47543"/>
                </a:lnTo>
                <a:lnTo>
                  <a:pt x="810928" y="47357"/>
                </a:lnTo>
                <a:lnTo>
                  <a:pt x="810068" y="47188"/>
                </a:lnTo>
                <a:lnTo>
                  <a:pt x="809200" y="47037"/>
                </a:lnTo>
                <a:lnTo>
                  <a:pt x="808322" y="46903"/>
                </a:lnTo>
                <a:lnTo>
                  <a:pt x="807436" y="46788"/>
                </a:lnTo>
                <a:lnTo>
                  <a:pt x="806540" y="46690"/>
                </a:lnTo>
                <a:lnTo>
                  <a:pt x="805636" y="46610"/>
                </a:lnTo>
                <a:lnTo>
                  <a:pt x="804722" y="46548"/>
                </a:lnTo>
                <a:lnTo>
                  <a:pt x="803800" y="46503"/>
                </a:lnTo>
                <a:lnTo>
                  <a:pt x="802868" y="46477"/>
                </a:lnTo>
                <a:lnTo>
                  <a:pt x="801927" y="46468"/>
                </a:lnTo>
                <a:lnTo>
                  <a:pt x="801012" y="46477"/>
                </a:lnTo>
                <a:lnTo>
                  <a:pt x="800104" y="46503"/>
                </a:lnTo>
                <a:lnTo>
                  <a:pt x="799204" y="46548"/>
                </a:lnTo>
                <a:lnTo>
                  <a:pt x="798311" y="46610"/>
                </a:lnTo>
                <a:lnTo>
                  <a:pt x="797426" y="46690"/>
                </a:lnTo>
                <a:lnTo>
                  <a:pt x="796547" y="46788"/>
                </a:lnTo>
                <a:lnTo>
                  <a:pt x="795677" y="46903"/>
                </a:lnTo>
                <a:lnTo>
                  <a:pt x="794813" y="47037"/>
                </a:lnTo>
                <a:lnTo>
                  <a:pt x="793957" y="47188"/>
                </a:lnTo>
                <a:lnTo>
                  <a:pt x="793109" y="47357"/>
                </a:lnTo>
                <a:lnTo>
                  <a:pt x="792267" y="47543"/>
                </a:lnTo>
                <a:lnTo>
                  <a:pt x="791433" y="47748"/>
                </a:lnTo>
                <a:lnTo>
                  <a:pt x="790607" y="47970"/>
                </a:lnTo>
                <a:lnTo>
                  <a:pt x="789788" y="48210"/>
                </a:lnTo>
                <a:lnTo>
                  <a:pt x="788976" y="48468"/>
                </a:lnTo>
                <a:lnTo>
                  <a:pt x="788171" y="48743"/>
                </a:lnTo>
                <a:lnTo>
                  <a:pt x="787374" y="49037"/>
                </a:lnTo>
                <a:lnTo>
                  <a:pt x="786585" y="49348"/>
                </a:lnTo>
                <a:lnTo>
                  <a:pt x="785802" y="49676"/>
                </a:lnTo>
                <a:lnTo>
                  <a:pt x="785028" y="50023"/>
                </a:lnTo>
                <a:lnTo>
                  <a:pt x="784260" y="50388"/>
                </a:lnTo>
                <a:lnTo>
                  <a:pt x="783500" y="50770"/>
                </a:lnTo>
                <a:lnTo>
                  <a:pt x="782747" y="51170"/>
                </a:lnTo>
                <a:lnTo>
                  <a:pt x="782002" y="51587"/>
                </a:lnTo>
                <a:lnTo>
                  <a:pt x="781267" y="52021"/>
                </a:lnTo>
                <a:lnTo>
                  <a:pt x="780545" y="52470"/>
                </a:lnTo>
                <a:lnTo>
                  <a:pt x="779836" y="52934"/>
                </a:lnTo>
                <a:lnTo>
                  <a:pt x="779140" y="53412"/>
                </a:lnTo>
                <a:lnTo>
                  <a:pt x="778457" y="53905"/>
                </a:lnTo>
                <a:lnTo>
                  <a:pt x="777788" y="54413"/>
                </a:lnTo>
                <a:lnTo>
                  <a:pt x="777132" y="54936"/>
                </a:lnTo>
                <a:lnTo>
                  <a:pt x="776488" y="55473"/>
                </a:lnTo>
                <a:lnTo>
                  <a:pt x="775858" y="56025"/>
                </a:lnTo>
                <a:lnTo>
                  <a:pt x="775241" y="56592"/>
                </a:lnTo>
                <a:lnTo>
                  <a:pt x="774637" y="57174"/>
                </a:lnTo>
                <a:lnTo>
                  <a:pt x="774047" y="57771"/>
                </a:lnTo>
                <a:lnTo>
                  <a:pt x="773469" y="58382"/>
                </a:lnTo>
                <a:lnTo>
                  <a:pt x="772905" y="59008"/>
                </a:lnTo>
                <a:lnTo>
                  <a:pt x="772353" y="59649"/>
                </a:lnTo>
                <a:lnTo>
                  <a:pt x="771815" y="60304"/>
                </a:lnTo>
                <a:lnTo>
                  <a:pt x="771290" y="60975"/>
                </a:lnTo>
                <a:lnTo>
                  <a:pt x="770778" y="61660"/>
                </a:lnTo>
                <a:lnTo>
                  <a:pt x="770279" y="62360"/>
                </a:lnTo>
                <a:lnTo>
                  <a:pt x="769793" y="63074"/>
                </a:lnTo>
                <a:lnTo>
                  <a:pt x="769321" y="63804"/>
                </a:lnTo>
                <a:lnTo>
                  <a:pt x="768861" y="64548"/>
                </a:lnTo>
                <a:lnTo>
                  <a:pt x="768415" y="65307"/>
                </a:lnTo>
                <a:lnTo>
                  <a:pt x="767982" y="66081"/>
                </a:lnTo>
                <a:lnTo>
                  <a:pt x="767564" y="66868"/>
                </a:lnTo>
                <a:lnTo>
                  <a:pt x="767164" y="67666"/>
                </a:lnTo>
                <a:lnTo>
                  <a:pt x="766782" y="68477"/>
                </a:lnTo>
                <a:lnTo>
                  <a:pt x="766418" y="69299"/>
                </a:lnTo>
                <a:lnTo>
                  <a:pt x="766071" y="70133"/>
                </a:lnTo>
                <a:lnTo>
                  <a:pt x="765742" y="70978"/>
                </a:lnTo>
                <a:lnTo>
                  <a:pt x="765431" y="71836"/>
                </a:lnTo>
                <a:lnTo>
                  <a:pt x="765138" y="72705"/>
                </a:lnTo>
                <a:lnTo>
                  <a:pt x="764862" y="73586"/>
                </a:lnTo>
                <a:lnTo>
                  <a:pt x="764604" y="74478"/>
                </a:lnTo>
                <a:lnTo>
                  <a:pt x="764364" y="75383"/>
                </a:lnTo>
                <a:lnTo>
                  <a:pt x="764142" y="76299"/>
                </a:lnTo>
                <a:lnTo>
                  <a:pt x="763938" y="77227"/>
                </a:lnTo>
                <a:lnTo>
                  <a:pt x="763751" y="78167"/>
                </a:lnTo>
                <a:lnTo>
                  <a:pt x="763582" y="79118"/>
                </a:lnTo>
                <a:lnTo>
                  <a:pt x="763431" y="80081"/>
                </a:lnTo>
                <a:lnTo>
                  <a:pt x="763298" y="81056"/>
                </a:lnTo>
                <a:lnTo>
                  <a:pt x="763182" y="82043"/>
                </a:lnTo>
                <a:lnTo>
                  <a:pt x="763085" y="83041"/>
                </a:lnTo>
                <a:lnTo>
                  <a:pt x="763005" y="84052"/>
                </a:lnTo>
                <a:lnTo>
                  <a:pt x="762942" y="85074"/>
                </a:lnTo>
                <a:lnTo>
                  <a:pt x="762898" y="86108"/>
                </a:lnTo>
                <a:lnTo>
                  <a:pt x="762871" y="87153"/>
                </a:lnTo>
                <a:lnTo>
                  <a:pt x="762862" y="88210"/>
                </a:lnTo>
                <a:lnTo>
                  <a:pt x="762871" y="89242"/>
                </a:lnTo>
                <a:lnTo>
                  <a:pt x="762897" y="90263"/>
                </a:lnTo>
                <a:lnTo>
                  <a:pt x="762941" y="91274"/>
                </a:lnTo>
                <a:lnTo>
                  <a:pt x="763002" y="92274"/>
                </a:lnTo>
                <a:lnTo>
                  <a:pt x="763081" y="93263"/>
                </a:lnTo>
                <a:lnTo>
                  <a:pt x="763177" y="94241"/>
                </a:lnTo>
                <a:lnTo>
                  <a:pt x="763291" y="95209"/>
                </a:lnTo>
                <a:lnTo>
                  <a:pt x="763422" y="96166"/>
                </a:lnTo>
                <a:lnTo>
                  <a:pt x="763571" y="97113"/>
                </a:lnTo>
                <a:lnTo>
                  <a:pt x="763737" y="98048"/>
                </a:lnTo>
                <a:lnTo>
                  <a:pt x="763921" y="98974"/>
                </a:lnTo>
                <a:lnTo>
                  <a:pt x="764122" y="99888"/>
                </a:lnTo>
                <a:lnTo>
                  <a:pt x="764341" y="100792"/>
                </a:lnTo>
                <a:lnTo>
                  <a:pt x="764577" y="101685"/>
                </a:lnTo>
                <a:lnTo>
                  <a:pt x="764831" y="102567"/>
                </a:lnTo>
                <a:lnTo>
                  <a:pt x="765102" y="103439"/>
                </a:lnTo>
                <a:lnTo>
                  <a:pt x="765391" y="104300"/>
                </a:lnTo>
                <a:lnTo>
                  <a:pt x="765697" y="105151"/>
                </a:lnTo>
                <a:lnTo>
                  <a:pt x="766021" y="105991"/>
                </a:lnTo>
                <a:lnTo>
                  <a:pt x="766362" y="106820"/>
                </a:lnTo>
                <a:lnTo>
                  <a:pt x="766721" y="107638"/>
                </a:lnTo>
                <a:lnTo>
                  <a:pt x="767098" y="108446"/>
                </a:lnTo>
                <a:lnTo>
                  <a:pt x="767491" y="109243"/>
                </a:lnTo>
                <a:lnTo>
                  <a:pt x="767903" y="110030"/>
                </a:lnTo>
                <a:lnTo>
                  <a:pt x="768329" y="110803"/>
                </a:lnTo>
                <a:lnTo>
                  <a:pt x="768769" y="111562"/>
                </a:lnTo>
                <a:lnTo>
                  <a:pt x="769222" y="112306"/>
                </a:lnTo>
                <a:lnTo>
                  <a:pt x="769688" y="113035"/>
                </a:lnTo>
                <a:lnTo>
                  <a:pt x="770168" y="113750"/>
                </a:lnTo>
                <a:lnTo>
                  <a:pt x="770660" y="114450"/>
                </a:lnTo>
                <a:lnTo>
                  <a:pt x="771166" y="115135"/>
                </a:lnTo>
                <a:lnTo>
                  <a:pt x="771684" y="115805"/>
                </a:lnTo>
                <a:lnTo>
                  <a:pt x="772216" y="116460"/>
                </a:lnTo>
                <a:lnTo>
                  <a:pt x="772761" y="117101"/>
                </a:lnTo>
                <a:lnTo>
                  <a:pt x="773319" y="117727"/>
                </a:lnTo>
                <a:lnTo>
                  <a:pt x="773890" y="118338"/>
                </a:lnTo>
                <a:lnTo>
                  <a:pt x="774474" y="118935"/>
                </a:lnTo>
                <a:lnTo>
                  <a:pt x="775071" y="119516"/>
                </a:lnTo>
                <a:lnTo>
                  <a:pt x="775682" y="120083"/>
                </a:lnTo>
                <a:lnTo>
                  <a:pt x="776305" y="120635"/>
                </a:lnTo>
                <a:lnTo>
                  <a:pt x="776942" y="121173"/>
                </a:lnTo>
                <a:lnTo>
                  <a:pt x="777592" y="121695"/>
                </a:lnTo>
                <a:lnTo>
                  <a:pt x="778255" y="122203"/>
                </a:lnTo>
                <a:lnTo>
                  <a:pt x="778931" y="122696"/>
                </a:lnTo>
                <a:lnTo>
                  <a:pt x="779620" y="123174"/>
                </a:lnTo>
                <a:lnTo>
                  <a:pt x="780322" y="123638"/>
                </a:lnTo>
                <a:lnTo>
                  <a:pt x="781038" y="124087"/>
                </a:lnTo>
                <a:lnTo>
                  <a:pt x="781766" y="124521"/>
                </a:lnTo>
                <a:lnTo>
                  <a:pt x="782505" y="124938"/>
                </a:lnTo>
                <a:lnTo>
                  <a:pt x="783252" y="125338"/>
                </a:lnTo>
                <a:lnTo>
                  <a:pt x="784006" y="125720"/>
                </a:lnTo>
                <a:lnTo>
                  <a:pt x="784768" y="126084"/>
                </a:lnTo>
                <a:lnTo>
                  <a:pt x="785537" y="126431"/>
                </a:lnTo>
                <a:lnTo>
                  <a:pt x="786315" y="126760"/>
                </a:lnTo>
                <a:lnTo>
                  <a:pt x="787099" y="127070"/>
                </a:lnTo>
                <a:lnTo>
                  <a:pt x="787892" y="127364"/>
                </a:lnTo>
                <a:lnTo>
                  <a:pt x="788692" y="127639"/>
                </a:lnTo>
                <a:lnTo>
                  <a:pt x="789500" y="127897"/>
                </a:lnTo>
                <a:lnTo>
                  <a:pt x="790315" y="128137"/>
                </a:lnTo>
                <a:lnTo>
                  <a:pt x="791138" y="128359"/>
                </a:lnTo>
                <a:lnTo>
                  <a:pt x="791969" y="128563"/>
                </a:lnTo>
                <a:lnTo>
                  <a:pt x="792807" y="128750"/>
                </a:lnTo>
                <a:lnTo>
                  <a:pt x="793654" y="128918"/>
                </a:lnTo>
                <a:lnTo>
                  <a:pt x="794507" y="129069"/>
                </a:lnTo>
                <a:lnTo>
                  <a:pt x="795369" y="129203"/>
                </a:lnTo>
                <a:lnTo>
                  <a:pt x="796238" y="129318"/>
                </a:lnTo>
                <a:lnTo>
                  <a:pt x="797114" y="129416"/>
                </a:lnTo>
                <a:lnTo>
                  <a:pt x="797999" y="129496"/>
                </a:lnTo>
                <a:lnTo>
                  <a:pt x="798891" y="129558"/>
                </a:lnTo>
                <a:lnTo>
                  <a:pt x="799790" y="129602"/>
                </a:lnTo>
                <a:lnTo>
                  <a:pt x="800697" y="129629"/>
                </a:lnTo>
                <a:lnTo>
                  <a:pt x="801612" y="129638"/>
                </a:lnTo>
                <a:lnTo>
                  <a:pt x="802553" y="129629"/>
                </a:lnTo>
                <a:lnTo>
                  <a:pt x="803485" y="129602"/>
                </a:lnTo>
                <a:lnTo>
                  <a:pt x="804409" y="129558"/>
                </a:lnTo>
                <a:lnTo>
                  <a:pt x="805323" y="129496"/>
                </a:lnTo>
                <a:lnTo>
                  <a:pt x="806229" y="129416"/>
                </a:lnTo>
                <a:close/>
                <a:moveTo>
                  <a:pt x="798993" y="118151"/>
                </a:moveTo>
                <a:lnTo>
                  <a:pt x="798448" y="118086"/>
                </a:lnTo>
                <a:lnTo>
                  <a:pt x="797907" y="118010"/>
                </a:lnTo>
                <a:lnTo>
                  <a:pt x="797369" y="117922"/>
                </a:lnTo>
                <a:lnTo>
                  <a:pt x="796835" y="117822"/>
                </a:lnTo>
                <a:lnTo>
                  <a:pt x="796304" y="117710"/>
                </a:lnTo>
                <a:lnTo>
                  <a:pt x="795777" y="117587"/>
                </a:lnTo>
                <a:lnTo>
                  <a:pt x="795253" y="117451"/>
                </a:lnTo>
                <a:lnTo>
                  <a:pt x="794733" y="117304"/>
                </a:lnTo>
                <a:lnTo>
                  <a:pt x="794217" y="117146"/>
                </a:lnTo>
                <a:lnTo>
                  <a:pt x="793704" y="116975"/>
                </a:lnTo>
                <a:lnTo>
                  <a:pt x="793194" y="116793"/>
                </a:lnTo>
                <a:lnTo>
                  <a:pt x="792688" y="116599"/>
                </a:lnTo>
                <a:lnTo>
                  <a:pt x="792186" y="116393"/>
                </a:lnTo>
                <a:lnTo>
                  <a:pt x="791687" y="116175"/>
                </a:lnTo>
                <a:lnTo>
                  <a:pt x="791192" y="115946"/>
                </a:lnTo>
                <a:lnTo>
                  <a:pt x="790700" y="115705"/>
                </a:lnTo>
                <a:lnTo>
                  <a:pt x="790212" y="115452"/>
                </a:lnTo>
                <a:lnTo>
                  <a:pt x="789727" y="115188"/>
                </a:lnTo>
                <a:lnTo>
                  <a:pt x="789246" y="114911"/>
                </a:lnTo>
                <a:lnTo>
                  <a:pt x="788771" y="114623"/>
                </a:lnTo>
                <a:lnTo>
                  <a:pt x="788303" y="114323"/>
                </a:lnTo>
                <a:lnTo>
                  <a:pt x="787843" y="114012"/>
                </a:lnTo>
                <a:lnTo>
                  <a:pt x="787391" y="113688"/>
                </a:lnTo>
                <a:lnTo>
                  <a:pt x="786946" y="113353"/>
                </a:lnTo>
                <a:lnTo>
                  <a:pt x="786509" y="113006"/>
                </a:lnTo>
                <a:lnTo>
                  <a:pt x="786080" y="112648"/>
                </a:lnTo>
                <a:lnTo>
                  <a:pt x="785658" y="112277"/>
                </a:lnTo>
                <a:lnTo>
                  <a:pt x="785244" y="111895"/>
                </a:lnTo>
                <a:lnTo>
                  <a:pt x="784838" y="111501"/>
                </a:lnTo>
                <a:lnTo>
                  <a:pt x="784439" y="111096"/>
                </a:lnTo>
                <a:lnTo>
                  <a:pt x="784048" y="110678"/>
                </a:lnTo>
                <a:lnTo>
                  <a:pt x="783664" y="110249"/>
                </a:lnTo>
                <a:lnTo>
                  <a:pt x="783289" y="109808"/>
                </a:lnTo>
                <a:lnTo>
                  <a:pt x="782920" y="109355"/>
                </a:lnTo>
                <a:lnTo>
                  <a:pt x="782560" y="108891"/>
                </a:lnTo>
                <a:lnTo>
                  <a:pt x="782207" y="108415"/>
                </a:lnTo>
                <a:lnTo>
                  <a:pt x="781862" y="107927"/>
                </a:lnTo>
                <a:lnTo>
                  <a:pt x="781524" y="107427"/>
                </a:lnTo>
                <a:lnTo>
                  <a:pt x="781195" y="106915"/>
                </a:lnTo>
                <a:lnTo>
                  <a:pt x="780872" y="106392"/>
                </a:lnTo>
                <a:lnTo>
                  <a:pt x="780558" y="105857"/>
                </a:lnTo>
                <a:lnTo>
                  <a:pt x="780251" y="105310"/>
                </a:lnTo>
                <a:lnTo>
                  <a:pt x="779952" y="104752"/>
                </a:lnTo>
                <a:lnTo>
                  <a:pt x="779662" y="104182"/>
                </a:lnTo>
                <a:lnTo>
                  <a:pt x="779386" y="103601"/>
                </a:lnTo>
                <a:lnTo>
                  <a:pt x="779121" y="103009"/>
                </a:lnTo>
                <a:lnTo>
                  <a:pt x="778869" y="102406"/>
                </a:lnTo>
                <a:lnTo>
                  <a:pt x="778629" y="101793"/>
                </a:lnTo>
                <a:lnTo>
                  <a:pt x="778402" y="101168"/>
                </a:lnTo>
                <a:lnTo>
                  <a:pt x="778186" y="100532"/>
                </a:lnTo>
                <a:lnTo>
                  <a:pt x="777983" y="99886"/>
                </a:lnTo>
                <a:lnTo>
                  <a:pt x="777793" y="99229"/>
                </a:lnTo>
                <a:lnTo>
                  <a:pt x="777614" y="98560"/>
                </a:lnTo>
                <a:lnTo>
                  <a:pt x="777448" y="97881"/>
                </a:lnTo>
                <a:lnTo>
                  <a:pt x="777294" y="97191"/>
                </a:lnTo>
                <a:lnTo>
                  <a:pt x="777153" y="96489"/>
                </a:lnTo>
                <a:lnTo>
                  <a:pt x="777024" y="95777"/>
                </a:lnTo>
                <a:lnTo>
                  <a:pt x="776907" y="95054"/>
                </a:lnTo>
                <a:lnTo>
                  <a:pt x="776802" y="94320"/>
                </a:lnTo>
                <a:lnTo>
                  <a:pt x="776710" y="93575"/>
                </a:lnTo>
                <a:lnTo>
                  <a:pt x="776630" y="92819"/>
                </a:lnTo>
                <a:lnTo>
                  <a:pt x="776563" y="92052"/>
                </a:lnTo>
                <a:lnTo>
                  <a:pt x="776507" y="91275"/>
                </a:lnTo>
                <a:lnTo>
                  <a:pt x="776464" y="90486"/>
                </a:lnTo>
                <a:lnTo>
                  <a:pt x="776433" y="89686"/>
                </a:lnTo>
                <a:lnTo>
                  <a:pt x="776415" y="88876"/>
                </a:lnTo>
                <a:lnTo>
                  <a:pt x="776409" y="88054"/>
                </a:lnTo>
                <a:lnTo>
                  <a:pt x="776415" y="87220"/>
                </a:lnTo>
                <a:lnTo>
                  <a:pt x="776433" y="86398"/>
                </a:lnTo>
                <a:lnTo>
                  <a:pt x="776464" y="85587"/>
                </a:lnTo>
                <a:lnTo>
                  <a:pt x="776507" y="84788"/>
                </a:lnTo>
                <a:lnTo>
                  <a:pt x="776563" y="84001"/>
                </a:lnTo>
                <a:lnTo>
                  <a:pt x="776630" y="83226"/>
                </a:lnTo>
                <a:lnTo>
                  <a:pt x="776710" y="82462"/>
                </a:lnTo>
                <a:lnTo>
                  <a:pt x="776802" y="81710"/>
                </a:lnTo>
                <a:lnTo>
                  <a:pt x="776907" y="80970"/>
                </a:lnTo>
                <a:lnTo>
                  <a:pt x="777024" y="80242"/>
                </a:lnTo>
                <a:lnTo>
                  <a:pt x="777153" y="79525"/>
                </a:lnTo>
                <a:lnTo>
                  <a:pt x="777294" y="78820"/>
                </a:lnTo>
                <a:lnTo>
                  <a:pt x="777448" y="78127"/>
                </a:lnTo>
                <a:lnTo>
                  <a:pt x="777614" y="77446"/>
                </a:lnTo>
                <a:lnTo>
                  <a:pt x="777793" y="76776"/>
                </a:lnTo>
                <a:lnTo>
                  <a:pt x="777983" y="76119"/>
                </a:lnTo>
                <a:lnTo>
                  <a:pt x="778186" y="75473"/>
                </a:lnTo>
                <a:lnTo>
                  <a:pt x="778402" y="74838"/>
                </a:lnTo>
                <a:lnTo>
                  <a:pt x="778629" y="74216"/>
                </a:lnTo>
                <a:lnTo>
                  <a:pt x="778869" y="73605"/>
                </a:lnTo>
                <a:lnTo>
                  <a:pt x="779121" y="73006"/>
                </a:lnTo>
                <a:lnTo>
                  <a:pt x="779386" y="72419"/>
                </a:lnTo>
                <a:lnTo>
                  <a:pt x="779662" y="71843"/>
                </a:lnTo>
                <a:lnTo>
                  <a:pt x="779952" y="71280"/>
                </a:lnTo>
                <a:lnTo>
                  <a:pt x="780251" y="70727"/>
                </a:lnTo>
                <a:lnTo>
                  <a:pt x="780559" y="70187"/>
                </a:lnTo>
                <a:lnTo>
                  <a:pt x="780875" y="69657"/>
                </a:lnTo>
                <a:lnTo>
                  <a:pt x="781199" y="69140"/>
                </a:lnTo>
                <a:lnTo>
                  <a:pt x="781531" y="68633"/>
                </a:lnTo>
                <a:lnTo>
                  <a:pt x="781872" y="68138"/>
                </a:lnTo>
                <a:lnTo>
                  <a:pt x="782221" y="67655"/>
                </a:lnTo>
                <a:lnTo>
                  <a:pt x="782578" y="67183"/>
                </a:lnTo>
                <a:lnTo>
                  <a:pt x="782943" y="66723"/>
                </a:lnTo>
                <a:lnTo>
                  <a:pt x="783316" y="66274"/>
                </a:lnTo>
                <a:lnTo>
                  <a:pt x="783698" y="65837"/>
                </a:lnTo>
                <a:lnTo>
                  <a:pt x="784087" y="65411"/>
                </a:lnTo>
                <a:lnTo>
                  <a:pt x="784485" y="64996"/>
                </a:lnTo>
                <a:lnTo>
                  <a:pt x="784892" y="64594"/>
                </a:lnTo>
                <a:lnTo>
                  <a:pt x="785306" y="64202"/>
                </a:lnTo>
                <a:lnTo>
                  <a:pt x="785729" y="63822"/>
                </a:lnTo>
                <a:lnTo>
                  <a:pt x="786159" y="63454"/>
                </a:lnTo>
                <a:lnTo>
                  <a:pt x="786598" y="63097"/>
                </a:lnTo>
                <a:lnTo>
                  <a:pt x="787046" y="62752"/>
                </a:lnTo>
                <a:lnTo>
                  <a:pt x="787501" y="62418"/>
                </a:lnTo>
                <a:lnTo>
                  <a:pt x="787965" y="62095"/>
                </a:lnTo>
                <a:lnTo>
                  <a:pt x="788436" y="61784"/>
                </a:lnTo>
                <a:lnTo>
                  <a:pt x="788917" y="61485"/>
                </a:lnTo>
                <a:lnTo>
                  <a:pt x="789405" y="61197"/>
                </a:lnTo>
                <a:lnTo>
                  <a:pt x="789898" y="60920"/>
                </a:lnTo>
                <a:lnTo>
                  <a:pt x="790394" y="60656"/>
                </a:lnTo>
                <a:lnTo>
                  <a:pt x="790893" y="60403"/>
                </a:lnTo>
                <a:lnTo>
                  <a:pt x="791394" y="60162"/>
                </a:lnTo>
                <a:lnTo>
                  <a:pt x="791897" y="59933"/>
                </a:lnTo>
                <a:lnTo>
                  <a:pt x="792403" y="59715"/>
                </a:lnTo>
                <a:lnTo>
                  <a:pt x="792911" y="59509"/>
                </a:lnTo>
                <a:lnTo>
                  <a:pt x="793422" y="59315"/>
                </a:lnTo>
                <a:lnTo>
                  <a:pt x="793935" y="59133"/>
                </a:lnTo>
                <a:lnTo>
                  <a:pt x="794451" y="58963"/>
                </a:lnTo>
                <a:lnTo>
                  <a:pt x="794969" y="58804"/>
                </a:lnTo>
                <a:lnTo>
                  <a:pt x="795489" y="58657"/>
                </a:lnTo>
                <a:lnTo>
                  <a:pt x="796012" y="58522"/>
                </a:lnTo>
                <a:lnTo>
                  <a:pt x="796538" y="58398"/>
                </a:lnTo>
                <a:lnTo>
                  <a:pt x="797066" y="58286"/>
                </a:lnTo>
                <a:lnTo>
                  <a:pt x="797596" y="58187"/>
                </a:lnTo>
                <a:lnTo>
                  <a:pt x="798129" y="58098"/>
                </a:lnTo>
                <a:lnTo>
                  <a:pt x="798664" y="58022"/>
                </a:lnTo>
                <a:lnTo>
                  <a:pt x="799202" y="57957"/>
                </a:lnTo>
                <a:lnTo>
                  <a:pt x="799742" y="57904"/>
                </a:lnTo>
                <a:lnTo>
                  <a:pt x="800285" y="57863"/>
                </a:lnTo>
                <a:lnTo>
                  <a:pt x="800830" y="57834"/>
                </a:lnTo>
                <a:lnTo>
                  <a:pt x="801377" y="57816"/>
                </a:lnTo>
                <a:lnTo>
                  <a:pt x="801927" y="57810"/>
                </a:lnTo>
                <a:lnTo>
                  <a:pt x="802503" y="57816"/>
                </a:lnTo>
                <a:lnTo>
                  <a:pt x="803074" y="57834"/>
                </a:lnTo>
                <a:lnTo>
                  <a:pt x="803642" y="57863"/>
                </a:lnTo>
                <a:lnTo>
                  <a:pt x="804205" y="57904"/>
                </a:lnTo>
                <a:lnTo>
                  <a:pt x="804764" y="57957"/>
                </a:lnTo>
                <a:lnTo>
                  <a:pt x="805319" y="58022"/>
                </a:lnTo>
                <a:lnTo>
                  <a:pt x="805870" y="58098"/>
                </a:lnTo>
                <a:lnTo>
                  <a:pt x="806417" y="58187"/>
                </a:lnTo>
                <a:lnTo>
                  <a:pt x="806960" y="58286"/>
                </a:lnTo>
                <a:lnTo>
                  <a:pt x="807498" y="58398"/>
                </a:lnTo>
                <a:lnTo>
                  <a:pt x="808033" y="58522"/>
                </a:lnTo>
                <a:lnTo>
                  <a:pt x="808563" y="58657"/>
                </a:lnTo>
                <a:lnTo>
                  <a:pt x="809090" y="58804"/>
                </a:lnTo>
                <a:lnTo>
                  <a:pt x="809612" y="58963"/>
                </a:lnTo>
                <a:lnTo>
                  <a:pt x="810130" y="59133"/>
                </a:lnTo>
                <a:lnTo>
                  <a:pt x="810644" y="59315"/>
                </a:lnTo>
                <a:lnTo>
                  <a:pt x="811154" y="59509"/>
                </a:lnTo>
                <a:lnTo>
                  <a:pt x="811660" y="59715"/>
                </a:lnTo>
                <a:lnTo>
                  <a:pt x="812162" y="59933"/>
                </a:lnTo>
                <a:lnTo>
                  <a:pt x="812659" y="60162"/>
                </a:lnTo>
                <a:lnTo>
                  <a:pt x="813153" y="60403"/>
                </a:lnTo>
                <a:lnTo>
                  <a:pt x="813642" y="60656"/>
                </a:lnTo>
                <a:lnTo>
                  <a:pt x="814127" y="60920"/>
                </a:lnTo>
                <a:lnTo>
                  <a:pt x="814608" y="61197"/>
                </a:lnTo>
                <a:lnTo>
                  <a:pt x="815084" y="61485"/>
                </a:lnTo>
                <a:lnTo>
                  <a:pt x="815551" y="61784"/>
                </a:lnTo>
                <a:lnTo>
                  <a:pt x="816011" y="62095"/>
                </a:lnTo>
                <a:lnTo>
                  <a:pt x="816464" y="62418"/>
                </a:lnTo>
                <a:lnTo>
                  <a:pt x="816908" y="62752"/>
                </a:lnTo>
                <a:lnTo>
                  <a:pt x="817345" y="63097"/>
                </a:lnTo>
                <a:lnTo>
                  <a:pt x="817774" y="63454"/>
                </a:lnTo>
                <a:lnTo>
                  <a:pt x="818196" y="63822"/>
                </a:lnTo>
                <a:lnTo>
                  <a:pt x="818610" y="64202"/>
                </a:lnTo>
                <a:lnTo>
                  <a:pt x="819016" y="64594"/>
                </a:lnTo>
                <a:lnTo>
                  <a:pt x="819415" y="64996"/>
                </a:lnTo>
                <a:lnTo>
                  <a:pt x="819806" y="65411"/>
                </a:lnTo>
                <a:lnTo>
                  <a:pt x="820189" y="65837"/>
                </a:lnTo>
                <a:lnTo>
                  <a:pt x="820565" y="66274"/>
                </a:lnTo>
                <a:lnTo>
                  <a:pt x="820933" y="66723"/>
                </a:lnTo>
                <a:lnTo>
                  <a:pt x="821293" y="67183"/>
                </a:lnTo>
                <a:lnTo>
                  <a:pt x="821646" y="67655"/>
                </a:lnTo>
                <a:lnTo>
                  <a:pt x="821991" y="68138"/>
                </a:lnTo>
                <a:lnTo>
                  <a:pt x="822329" y="68633"/>
                </a:lnTo>
                <a:lnTo>
                  <a:pt x="822658" y="69140"/>
                </a:lnTo>
                <a:lnTo>
                  <a:pt x="822980" y="69657"/>
                </a:lnTo>
                <a:lnTo>
                  <a:pt x="823295" y="70187"/>
                </a:lnTo>
                <a:lnTo>
                  <a:pt x="823601" y="70727"/>
                </a:lnTo>
                <a:lnTo>
                  <a:pt x="823901" y="71280"/>
                </a:lnTo>
                <a:lnTo>
                  <a:pt x="824190" y="71843"/>
                </a:lnTo>
                <a:lnTo>
                  <a:pt x="824467" y="72419"/>
                </a:lnTo>
                <a:lnTo>
                  <a:pt x="824731" y="73006"/>
                </a:lnTo>
                <a:lnTo>
                  <a:pt x="824984" y="73605"/>
                </a:lnTo>
                <a:lnTo>
                  <a:pt x="825224" y="74216"/>
                </a:lnTo>
                <a:lnTo>
                  <a:pt x="825452" y="74838"/>
                </a:lnTo>
                <a:lnTo>
                  <a:pt x="825667" y="75473"/>
                </a:lnTo>
                <a:lnTo>
                  <a:pt x="825870" y="76119"/>
                </a:lnTo>
                <a:lnTo>
                  <a:pt x="826061" y="76776"/>
                </a:lnTo>
                <a:lnTo>
                  <a:pt x="826239" y="77446"/>
                </a:lnTo>
                <a:lnTo>
                  <a:pt x="826406" y="78127"/>
                </a:lnTo>
                <a:lnTo>
                  <a:pt x="826559" y="78820"/>
                </a:lnTo>
                <a:lnTo>
                  <a:pt x="826701" y="79525"/>
                </a:lnTo>
                <a:lnTo>
                  <a:pt x="826830" y="80242"/>
                </a:lnTo>
                <a:lnTo>
                  <a:pt x="826947" y="80970"/>
                </a:lnTo>
                <a:lnTo>
                  <a:pt x="827052" y="81710"/>
                </a:lnTo>
                <a:lnTo>
                  <a:pt x="827144" y="82462"/>
                </a:lnTo>
                <a:lnTo>
                  <a:pt x="827224" y="83226"/>
                </a:lnTo>
                <a:lnTo>
                  <a:pt x="827292" y="84001"/>
                </a:lnTo>
                <a:lnTo>
                  <a:pt x="827347" y="84788"/>
                </a:lnTo>
                <a:lnTo>
                  <a:pt x="827390" y="85587"/>
                </a:lnTo>
                <a:lnTo>
                  <a:pt x="827421" y="86398"/>
                </a:lnTo>
                <a:lnTo>
                  <a:pt x="827440" y="87220"/>
                </a:lnTo>
                <a:lnTo>
                  <a:pt x="827446" y="88054"/>
                </a:lnTo>
                <a:lnTo>
                  <a:pt x="827439" y="88876"/>
                </a:lnTo>
                <a:lnTo>
                  <a:pt x="827421" y="89686"/>
                </a:lnTo>
                <a:lnTo>
                  <a:pt x="827389" y="90486"/>
                </a:lnTo>
                <a:lnTo>
                  <a:pt x="827345" y="91275"/>
                </a:lnTo>
                <a:lnTo>
                  <a:pt x="827288" y="92052"/>
                </a:lnTo>
                <a:lnTo>
                  <a:pt x="827219" y="92819"/>
                </a:lnTo>
                <a:lnTo>
                  <a:pt x="827137" y="93575"/>
                </a:lnTo>
                <a:lnTo>
                  <a:pt x="827043" y="94320"/>
                </a:lnTo>
                <a:lnTo>
                  <a:pt x="826936" y="95054"/>
                </a:lnTo>
                <a:lnTo>
                  <a:pt x="826816" y="95777"/>
                </a:lnTo>
                <a:lnTo>
                  <a:pt x="826684" y="96489"/>
                </a:lnTo>
                <a:lnTo>
                  <a:pt x="826540" y="97191"/>
                </a:lnTo>
                <a:lnTo>
                  <a:pt x="826382" y="97881"/>
                </a:lnTo>
                <a:lnTo>
                  <a:pt x="826212" y="98560"/>
                </a:lnTo>
                <a:lnTo>
                  <a:pt x="826030" y="99229"/>
                </a:lnTo>
                <a:lnTo>
                  <a:pt x="825835" y="99886"/>
                </a:lnTo>
                <a:lnTo>
                  <a:pt x="825627" y="100532"/>
                </a:lnTo>
                <a:lnTo>
                  <a:pt x="825407" y="101168"/>
                </a:lnTo>
                <a:lnTo>
                  <a:pt x="825174" y="101793"/>
                </a:lnTo>
                <a:lnTo>
                  <a:pt x="824929" y="102406"/>
                </a:lnTo>
                <a:lnTo>
                  <a:pt x="824671" y="103009"/>
                </a:lnTo>
                <a:lnTo>
                  <a:pt x="824400" y="103601"/>
                </a:lnTo>
                <a:lnTo>
                  <a:pt x="824117" y="104182"/>
                </a:lnTo>
                <a:lnTo>
                  <a:pt x="823821" y="104752"/>
                </a:lnTo>
                <a:lnTo>
                  <a:pt x="823516" y="105310"/>
                </a:lnTo>
                <a:lnTo>
                  <a:pt x="823202" y="105857"/>
                </a:lnTo>
                <a:lnTo>
                  <a:pt x="822881" y="106392"/>
                </a:lnTo>
                <a:lnTo>
                  <a:pt x="822553" y="106915"/>
                </a:lnTo>
                <a:lnTo>
                  <a:pt x="822216" y="107427"/>
                </a:lnTo>
                <a:lnTo>
                  <a:pt x="821872" y="107927"/>
                </a:lnTo>
                <a:lnTo>
                  <a:pt x="821521" y="108415"/>
                </a:lnTo>
                <a:lnTo>
                  <a:pt x="821161" y="108891"/>
                </a:lnTo>
                <a:lnTo>
                  <a:pt x="820794" y="109355"/>
                </a:lnTo>
                <a:lnTo>
                  <a:pt x="820420" y="109808"/>
                </a:lnTo>
                <a:lnTo>
                  <a:pt x="820037" y="110249"/>
                </a:lnTo>
                <a:lnTo>
                  <a:pt x="819647" y="110678"/>
                </a:lnTo>
                <a:lnTo>
                  <a:pt x="819250" y="111096"/>
                </a:lnTo>
                <a:lnTo>
                  <a:pt x="818845" y="111501"/>
                </a:lnTo>
                <a:lnTo>
                  <a:pt x="818432" y="111895"/>
                </a:lnTo>
                <a:lnTo>
                  <a:pt x="818011" y="112277"/>
                </a:lnTo>
                <a:lnTo>
                  <a:pt x="817583" y="112648"/>
                </a:lnTo>
                <a:lnTo>
                  <a:pt x="817147" y="113006"/>
                </a:lnTo>
                <a:lnTo>
                  <a:pt x="816703" y="113353"/>
                </a:lnTo>
                <a:lnTo>
                  <a:pt x="816252" y="113688"/>
                </a:lnTo>
                <a:lnTo>
                  <a:pt x="815793" y="114012"/>
                </a:lnTo>
                <a:lnTo>
                  <a:pt x="815327" y="114323"/>
                </a:lnTo>
                <a:lnTo>
                  <a:pt x="814852" y="114623"/>
                </a:lnTo>
                <a:lnTo>
                  <a:pt x="814370" y="114911"/>
                </a:lnTo>
                <a:lnTo>
                  <a:pt x="813883" y="115188"/>
                </a:lnTo>
                <a:lnTo>
                  <a:pt x="813393" y="115452"/>
                </a:lnTo>
                <a:lnTo>
                  <a:pt x="812899" y="115705"/>
                </a:lnTo>
                <a:lnTo>
                  <a:pt x="812402" y="115946"/>
                </a:lnTo>
                <a:lnTo>
                  <a:pt x="811902" y="116175"/>
                </a:lnTo>
                <a:lnTo>
                  <a:pt x="811398" y="116393"/>
                </a:lnTo>
                <a:lnTo>
                  <a:pt x="810891" y="116599"/>
                </a:lnTo>
                <a:lnTo>
                  <a:pt x="810381" y="116793"/>
                </a:lnTo>
                <a:lnTo>
                  <a:pt x="809868" y="116975"/>
                </a:lnTo>
                <a:lnTo>
                  <a:pt x="809351" y="117146"/>
                </a:lnTo>
                <a:lnTo>
                  <a:pt x="808831" y="117304"/>
                </a:lnTo>
                <a:lnTo>
                  <a:pt x="808307" y="117451"/>
                </a:lnTo>
                <a:lnTo>
                  <a:pt x="807781" y="117587"/>
                </a:lnTo>
                <a:lnTo>
                  <a:pt x="807251" y="117710"/>
                </a:lnTo>
                <a:lnTo>
                  <a:pt x="806718" y="117822"/>
                </a:lnTo>
                <a:lnTo>
                  <a:pt x="806181" y="117922"/>
                </a:lnTo>
                <a:lnTo>
                  <a:pt x="805641" y="118010"/>
                </a:lnTo>
                <a:lnTo>
                  <a:pt x="805098" y="118086"/>
                </a:lnTo>
                <a:lnTo>
                  <a:pt x="804552" y="118151"/>
                </a:lnTo>
                <a:lnTo>
                  <a:pt x="804002" y="118204"/>
                </a:lnTo>
                <a:lnTo>
                  <a:pt x="803450" y="118245"/>
                </a:lnTo>
                <a:lnTo>
                  <a:pt x="802893" y="118274"/>
                </a:lnTo>
                <a:lnTo>
                  <a:pt x="802334" y="118292"/>
                </a:lnTo>
                <a:lnTo>
                  <a:pt x="801771" y="118298"/>
                </a:lnTo>
                <a:lnTo>
                  <a:pt x="801208" y="118292"/>
                </a:lnTo>
                <a:lnTo>
                  <a:pt x="800649" y="118274"/>
                </a:lnTo>
                <a:lnTo>
                  <a:pt x="800094" y="118245"/>
                </a:lnTo>
                <a:lnTo>
                  <a:pt x="799542" y="118204"/>
                </a:lnTo>
                <a:lnTo>
                  <a:pt x="798993" y="118151"/>
                </a:lnTo>
                <a:close/>
                <a:moveTo>
                  <a:pt x="1086225" y="129583"/>
                </a:moveTo>
                <a:lnTo>
                  <a:pt x="1086649" y="129559"/>
                </a:lnTo>
                <a:lnTo>
                  <a:pt x="1087068" y="129531"/>
                </a:lnTo>
                <a:lnTo>
                  <a:pt x="1087484" y="129498"/>
                </a:lnTo>
                <a:lnTo>
                  <a:pt x="1087896" y="129461"/>
                </a:lnTo>
                <a:lnTo>
                  <a:pt x="1088303" y="129419"/>
                </a:lnTo>
                <a:lnTo>
                  <a:pt x="1088706" y="129373"/>
                </a:lnTo>
                <a:lnTo>
                  <a:pt x="1089105" y="129323"/>
                </a:lnTo>
                <a:lnTo>
                  <a:pt x="1089500" y="129268"/>
                </a:lnTo>
                <a:lnTo>
                  <a:pt x="1089891" y="129209"/>
                </a:lnTo>
                <a:lnTo>
                  <a:pt x="1090278" y="129146"/>
                </a:lnTo>
                <a:lnTo>
                  <a:pt x="1090661" y="129078"/>
                </a:lnTo>
                <a:lnTo>
                  <a:pt x="1091039" y="129006"/>
                </a:lnTo>
                <a:lnTo>
                  <a:pt x="1091414" y="128929"/>
                </a:lnTo>
                <a:lnTo>
                  <a:pt x="1091784" y="128849"/>
                </a:lnTo>
                <a:lnTo>
                  <a:pt x="1092150" y="128763"/>
                </a:lnTo>
                <a:lnTo>
                  <a:pt x="1092512" y="128674"/>
                </a:lnTo>
                <a:lnTo>
                  <a:pt x="1092870" y="128580"/>
                </a:lnTo>
                <a:lnTo>
                  <a:pt x="1093224" y="128481"/>
                </a:lnTo>
                <a:lnTo>
                  <a:pt x="1093574" y="128378"/>
                </a:lnTo>
                <a:lnTo>
                  <a:pt x="1093921" y="128272"/>
                </a:lnTo>
                <a:lnTo>
                  <a:pt x="1094264" y="128163"/>
                </a:lnTo>
                <a:lnTo>
                  <a:pt x="1094604" y="128050"/>
                </a:lnTo>
                <a:lnTo>
                  <a:pt x="1094942" y="127935"/>
                </a:lnTo>
                <a:lnTo>
                  <a:pt x="1095276" y="127816"/>
                </a:lnTo>
                <a:lnTo>
                  <a:pt x="1095607" y="127695"/>
                </a:lnTo>
                <a:lnTo>
                  <a:pt x="1095936" y="127570"/>
                </a:lnTo>
                <a:lnTo>
                  <a:pt x="1096261" y="127442"/>
                </a:lnTo>
                <a:lnTo>
                  <a:pt x="1096583" y="127312"/>
                </a:lnTo>
                <a:lnTo>
                  <a:pt x="1096903" y="127178"/>
                </a:lnTo>
                <a:lnTo>
                  <a:pt x="1097219" y="127042"/>
                </a:lnTo>
                <a:lnTo>
                  <a:pt x="1097532" y="126902"/>
                </a:lnTo>
                <a:lnTo>
                  <a:pt x="1097842" y="126759"/>
                </a:lnTo>
                <a:lnTo>
                  <a:pt x="1098150" y="126614"/>
                </a:lnTo>
                <a:lnTo>
                  <a:pt x="1098454" y="126465"/>
                </a:lnTo>
                <a:lnTo>
                  <a:pt x="1098755" y="126314"/>
                </a:lnTo>
                <a:lnTo>
                  <a:pt x="1099053" y="126159"/>
                </a:lnTo>
                <a:lnTo>
                  <a:pt x="1099349" y="126001"/>
                </a:lnTo>
                <a:lnTo>
                  <a:pt x="1099641" y="125841"/>
                </a:lnTo>
                <a:lnTo>
                  <a:pt x="1099930" y="125677"/>
                </a:lnTo>
                <a:lnTo>
                  <a:pt x="1100216" y="125510"/>
                </a:lnTo>
                <a:lnTo>
                  <a:pt x="1100499" y="125340"/>
                </a:lnTo>
                <a:lnTo>
                  <a:pt x="1100779" y="125168"/>
                </a:lnTo>
                <a:lnTo>
                  <a:pt x="1101056" y="124992"/>
                </a:lnTo>
                <a:lnTo>
                  <a:pt x="1101331" y="124813"/>
                </a:lnTo>
                <a:lnTo>
                  <a:pt x="1101602" y="124632"/>
                </a:lnTo>
                <a:lnTo>
                  <a:pt x="1101870" y="124448"/>
                </a:lnTo>
                <a:lnTo>
                  <a:pt x="1102135" y="124261"/>
                </a:lnTo>
                <a:lnTo>
                  <a:pt x="1102398" y="124071"/>
                </a:lnTo>
                <a:lnTo>
                  <a:pt x="1102657" y="123879"/>
                </a:lnTo>
                <a:lnTo>
                  <a:pt x="1102913" y="123684"/>
                </a:lnTo>
                <a:lnTo>
                  <a:pt x="1103166" y="123486"/>
                </a:lnTo>
                <a:lnTo>
                  <a:pt x="1103416" y="123286"/>
                </a:lnTo>
                <a:lnTo>
                  <a:pt x="1103663" y="123083"/>
                </a:lnTo>
                <a:lnTo>
                  <a:pt x="1103907" y="122877"/>
                </a:lnTo>
                <a:lnTo>
                  <a:pt x="1104149" y="122668"/>
                </a:lnTo>
                <a:lnTo>
                  <a:pt x="1104387" y="122457"/>
                </a:lnTo>
                <a:lnTo>
                  <a:pt x="1104622" y="122243"/>
                </a:lnTo>
                <a:lnTo>
                  <a:pt x="1104854" y="122026"/>
                </a:lnTo>
                <a:lnTo>
                  <a:pt x="1105083" y="121806"/>
                </a:lnTo>
                <a:lnTo>
                  <a:pt x="1105309" y="121584"/>
                </a:lnTo>
                <a:lnTo>
                  <a:pt x="1105531" y="121359"/>
                </a:lnTo>
                <a:lnTo>
                  <a:pt x="1105751" y="121131"/>
                </a:lnTo>
                <a:lnTo>
                  <a:pt x="1105968" y="120901"/>
                </a:lnTo>
                <a:lnTo>
                  <a:pt x="1106182" y="120668"/>
                </a:lnTo>
                <a:lnTo>
                  <a:pt x="1106393" y="120432"/>
                </a:lnTo>
                <a:lnTo>
                  <a:pt x="1106601" y="120193"/>
                </a:lnTo>
                <a:lnTo>
                  <a:pt x="1106806" y="119952"/>
                </a:lnTo>
                <a:lnTo>
                  <a:pt x="1107008" y="119708"/>
                </a:lnTo>
                <a:lnTo>
                  <a:pt x="1107207" y="119463"/>
                </a:lnTo>
                <a:lnTo>
                  <a:pt x="1107403" y="119217"/>
                </a:lnTo>
                <a:lnTo>
                  <a:pt x="1107596" y="118970"/>
                </a:lnTo>
                <a:lnTo>
                  <a:pt x="1107786" y="118721"/>
                </a:lnTo>
                <a:lnTo>
                  <a:pt x="1107973" y="118470"/>
                </a:lnTo>
                <a:lnTo>
                  <a:pt x="1108157" y="118219"/>
                </a:lnTo>
                <a:lnTo>
                  <a:pt x="1108338" y="117965"/>
                </a:lnTo>
                <a:lnTo>
                  <a:pt x="1108516" y="117711"/>
                </a:lnTo>
                <a:lnTo>
                  <a:pt x="1108690" y="117455"/>
                </a:lnTo>
                <a:lnTo>
                  <a:pt x="1108862" y="117198"/>
                </a:lnTo>
                <a:lnTo>
                  <a:pt x="1109031" y="116939"/>
                </a:lnTo>
                <a:lnTo>
                  <a:pt x="1109197" y="116679"/>
                </a:lnTo>
                <a:lnTo>
                  <a:pt x="1109360" y="116418"/>
                </a:lnTo>
                <a:lnTo>
                  <a:pt x="1109520" y="116155"/>
                </a:lnTo>
                <a:lnTo>
                  <a:pt x="1109677" y="115891"/>
                </a:lnTo>
                <a:lnTo>
                  <a:pt x="1109831" y="115626"/>
                </a:lnTo>
                <a:lnTo>
                  <a:pt x="1109982" y="115359"/>
                </a:lnTo>
                <a:lnTo>
                  <a:pt x="1110130" y="115091"/>
                </a:lnTo>
                <a:lnTo>
                  <a:pt x="1110275" y="114821"/>
                </a:lnTo>
                <a:lnTo>
                  <a:pt x="1110417" y="114550"/>
                </a:lnTo>
                <a:lnTo>
                  <a:pt x="1110556" y="114278"/>
                </a:lnTo>
                <a:lnTo>
                  <a:pt x="1110692" y="114004"/>
                </a:lnTo>
                <a:lnTo>
                  <a:pt x="1110824" y="113729"/>
                </a:lnTo>
                <a:lnTo>
                  <a:pt x="1111610" y="127749"/>
                </a:lnTo>
                <a:lnTo>
                  <a:pt x="1123424" y="127749"/>
                </a:lnTo>
                <a:lnTo>
                  <a:pt x="1123424" y="78603"/>
                </a:lnTo>
                <a:lnTo>
                  <a:pt x="1123418" y="77794"/>
                </a:lnTo>
                <a:lnTo>
                  <a:pt x="1123399" y="76994"/>
                </a:lnTo>
                <a:lnTo>
                  <a:pt x="1123367" y="76203"/>
                </a:lnTo>
                <a:lnTo>
                  <a:pt x="1123323" y="75420"/>
                </a:lnTo>
                <a:lnTo>
                  <a:pt x="1123267" y="74647"/>
                </a:lnTo>
                <a:lnTo>
                  <a:pt x="1123197" y="73883"/>
                </a:lnTo>
                <a:lnTo>
                  <a:pt x="1123116" y="73128"/>
                </a:lnTo>
                <a:lnTo>
                  <a:pt x="1123021" y="72382"/>
                </a:lnTo>
                <a:lnTo>
                  <a:pt x="1122914" y="71644"/>
                </a:lnTo>
                <a:lnTo>
                  <a:pt x="1122795" y="70916"/>
                </a:lnTo>
                <a:lnTo>
                  <a:pt x="1122663" y="70197"/>
                </a:lnTo>
                <a:lnTo>
                  <a:pt x="1122518" y="69487"/>
                </a:lnTo>
                <a:lnTo>
                  <a:pt x="1122361" y="68786"/>
                </a:lnTo>
                <a:lnTo>
                  <a:pt x="1122191" y="68094"/>
                </a:lnTo>
                <a:lnTo>
                  <a:pt x="1122009" y="67411"/>
                </a:lnTo>
                <a:lnTo>
                  <a:pt x="1121814" y="66737"/>
                </a:lnTo>
                <a:lnTo>
                  <a:pt x="1121606" y="66072"/>
                </a:lnTo>
                <a:lnTo>
                  <a:pt x="1121386" y="65416"/>
                </a:lnTo>
                <a:lnTo>
                  <a:pt x="1121154" y="64769"/>
                </a:lnTo>
                <a:lnTo>
                  <a:pt x="1120908" y="64132"/>
                </a:lnTo>
                <a:lnTo>
                  <a:pt x="1120651" y="63503"/>
                </a:lnTo>
                <a:lnTo>
                  <a:pt x="1120380" y="62883"/>
                </a:lnTo>
                <a:lnTo>
                  <a:pt x="1120097" y="62272"/>
                </a:lnTo>
                <a:lnTo>
                  <a:pt x="1119802" y="61670"/>
                </a:lnTo>
                <a:lnTo>
                  <a:pt x="1119493" y="61079"/>
                </a:lnTo>
                <a:lnTo>
                  <a:pt x="1119172" y="60498"/>
                </a:lnTo>
                <a:lnTo>
                  <a:pt x="1118838" y="59928"/>
                </a:lnTo>
                <a:lnTo>
                  <a:pt x="1118491" y="59369"/>
                </a:lnTo>
                <a:lnTo>
                  <a:pt x="1118132" y="58821"/>
                </a:lnTo>
                <a:lnTo>
                  <a:pt x="1117759" y="58284"/>
                </a:lnTo>
                <a:lnTo>
                  <a:pt x="1117374" y="57757"/>
                </a:lnTo>
                <a:lnTo>
                  <a:pt x="1116975" y="57242"/>
                </a:lnTo>
                <a:lnTo>
                  <a:pt x="1116564" y="56738"/>
                </a:lnTo>
                <a:lnTo>
                  <a:pt x="1116140" y="56245"/>
                </a:lnTo>
                <a:lnTo>
                  <a:pt x="1115703" y="55762"/>
                </a:lnTo>
                <a:lnTo>
                  <a:pt x="1115254" y="55291"/>
                </a:lnTo>
                <a:lnTo>
                  <a:pt x="1114791" y="54830"/>
                </a:lnTo>
                <a:lnTo>
                  <a:pt x="1114315" y="54381"/>
                </a:lnTo>
                <a:lnTo>
                  <a:pt x="1113827" y="53942"/>
                </a:lnTo>
                <a:lnTo>
                  <a:pt x="1113326" y="53514"/>
                </a:lnTo>
                <a:lnTo>
                  <a:pt x="1112812" y="53098"/>
                </a:lnTo>
                <a:lnTo>
                  <a:pt x="1112285" y="52692"/>
                </a:lnTo>
                <a:lnTo>
                  <a:pt x="1111745" y="52297"/>
                </a:lnTo>
                <a:lnTo>
                  <a:pt x="1111193" y="51913"/>
                </a:lnTo>
                <a:lnTo>
                  <a:pt x="1110627" y="51540"/>
                </a:lnTo>
                <a:lnTo>
                  <a:pt x="1110049" y="51178"/>
                </a:lnTo>
                <a:lnTo>
                  <a:pt x="1109458" y="50827"/>
                </a:lnTo>
                <a:lnTo>
                  <a:pt x="1108854" y="50487"/>
                </a:lnTo>
                <a:lnTo>
                  <a:pt x="1108237" y="50159"/>
                </a:lnTo>
                <a:lnTo>
                  <a:pt x="1107607" y="49845"/>
                </a:lnTo>
                <a:lnTo>
                  <a:pt x="1106965" y="49545"/>
                </a:lnTo>
                <a:lnTo>
                  <a:pt x="1106309" y="49259"/>
                </a:lnTo>
                <a:lnTo>
                  <a:pt x="1105641" y="48987"/>
                </a:lnTo>
                <a:lnTo>
                  <a:pt x="1104960" y="48728"/>
                </a:lnTo>
                <a:lnTo>
                  <a:pt x="1104266" y="48484"/>
                </a:lnTo>
                <a:lnTo>
                  <a:pt x="1103560" y="48254"/>
                </a:lnTo>
                <a:lnTo>
                  <a:pt x="1102840" y="48038"/>
                </a:lnTo>
                <a:lnTo>
                  <a:pt x="1102107" y="47835"/>
                </a:lnTo>
                <a:lnTo>
                  <a:pt x="1101362" y="47647"/>
                </a:lnTo>
                <a:lnTo>
                  <a:pt x="1100604" y="47473"/>
                </a:lnTo>
                <a:lnTo>
                  <a:pt x="1099833" y="47312"/>
                </a:lnTo>
                <a:lnTo>
                  <a:pt x="1099049" y="47166"/>
                </a:lnTo>
                <a:lnTo>
                  <a:pt x="1098252" y="47033"/>
                </a:lnTo>
                <a:lnTo>
                  <a:pt x="1097443" y="46914"/>
                </a:lnTo>
                <a:lnTo>
                  <a:pt x="1096620" y="46810"/>
                </a:lnTo>
                <a:lnTo>
                  <a:pt x="1095785" y="46719"/>
                </a:lnTo>
                <a:lnTo>
                  <a:pt x="1094936" y="46642"/>
                </a:lnTo>
                <a:lnTo>
                  <a:pt x="1094075" y="46579"/>
                </a:lnTo>
                <a:lnTo>
                  <a:pt x="1093201" y="46531"/>
                </a:lnTo>
                <a:lnTo>
                  <a:pt x="1092315" y="46496"/>
                </a:lnTo>
                <a:lnTo>
                  <a:pt x="1091415" y="46475"/>
                </a:lnTo>
                <a:lnTo>
                  <a:pt x="1090502" y="46468"/>
                </a:lnTo>
                <a:lnTo>
                  <a:pt x="1089834" y="46473"/>
                </a:lnTo>
                <a:lnTo>
                  <a:pt x="1089168" y="46489"/>
                </a:lnTo>
                <a:lnTo>
                  <a:pt x="1088504" y="46516"/>
                </a:lnTo>
                <a:lnTo>
                  <a:pt x="1087842" y="46553"/>
                </a:lnTo>
                <a:lnTo>
                  <a:pt x="1087183" y="46601"/>
                </a:lnTo>
                <a:lnTo>
                  <a:pt x="1086525" y="46660"/>
                </a:lnTo>
                <a:lnTo>
                  <a:pt x="1085870" y="46729"/>
                </a:lnTo>
                <a:lnTo>
                  <a:pt x="1085217" y="46809"/>
                </a:lnTo>
                <a:lnTo>
                  <a:pt x="1084566" y="46900"/>
                </a:lnTo>
                <a:lnTo>
                  <a:pt x="1083918" y="47001"/>
                </a:lnTo>
                <a:lnTo>
                  <a:pt x="1083271" y="47113"/>
                </a:lnTo>
                <a:lnTo>
                  <a:pt x="1082627" y="47236"/>
                </a:lnTo>
                <a:lnTo>
                  <a:pt x="1081985" y="47369"/>
                </a:lnTo>
                <a:lnTo>
                  <a:pt x="1081345" y="47513"/>
                </a:lnTo>
                <a:lnTo>
                  <a:pt x="1080708" y="47668"/>
                </a:lnTo>
                <a:lnTo>
                  <a:pt x="1080072" y="47833"/>
                </a:lnTo>
                <a:lnTo>
                  <a:pt x="1079439" y="48009"/>
                </a:lnTo>
                <a:lnTo>
                  <a:pt x="1078808" y="48196"/>
                </a:lnTo>
                <a:lnTo>
                  <a:pt x="1078179" y="48393"/>
                </a:lnTo>
                <a:lnTo>
                  <a:pt x="1077552" y="48601"/>
                </a:lnTo>
                <a:lnTo>
                  <a:pt x="1076927" y="48820"/>
                </a:lnTo>
                <a:lnTo>
                  <a:pt x="1076305" y="49049"/>
                </a:lnTo>
                <a:lnTo>
                  <a:pt x="1075685" y="49289"/>
                </a:lnTo>
                <a:lnTo>
                  <a:pt x="1075067" y="49540"/>
                </a:lnTo>
                <a:lnTo>
                  <a:pt x="1074454" y="49800"/>
                </a:lnTo>
                <a:lnTo>
                  <a:pt x="1073851" y="50070"/>
                </a:lnTo>
                <a:lnTo>
                  <a:pt x="1073257" y="50349"/>
                </a:lnTo>
                <a:lnTo>
                  <a:pt x="1072671" y="50638"/>
                </a:lnTo>
                <a:lnTo>
                  <a:pt x="1072095" y="50936"/>
                </a:lnTo>
                <a:lnTo>
                  <a:pt x="1071528" y="51243"/>
                </a:lnTo>
                <a:lnTo>
                  <a:pt x="1070969" y="51559"/>
                </a:lnTo>
                <a:lnTo>
                  <a:pt x="1070420" y="51885"/>
                </a:lnTo>
                <a:lnTo>
                  <a:pt x="1069880" y="52220"/>
                </a:lnTo>
                <a:lnTo>
                  <a:pt x="1069349" y="52564"/>
                </a:lnTo>
                <a:lnTo>
                  <a:pt x="1068827" y="52918"/>
                </a:lnTo>
                <a:lnTo>
                  <a:pt x="1068313" y="53281"/>
                </a:lnTo>
                <a:lnTo>
                  <a:pt x="1067809" y="53653"/>
                </a:lnTo>
                <a:lnTo>
                  <a:pt x="1067314" y="54034"/>
                </a:lnTo>
                <a:lnTo>
                  <a:pt x="1066828" y="54425"/>
                </a:lnTo>
                <a:lnTo>
                  <a:pt x="1066351" y="54825"/>
                </a:lnTo>
                <a:lnTo>
                  <a:pt x="1065883" y="55235"/>
                </a:lnTo>
                <a:lnTo>
                  <a:pt x="1065424" y="55653"/>
                </a:lnTo>
                <a:lnTo>
                  <a:pt x="1064974" y="56081"/>
                </a:lnTo>
                <a:lnTo>
                  <a:pt x="1064533" y="56519"/>
                </a:lnTo>
                <a:lnTo>
                  <a:pt x="1064101" y="56965"/>
                </a:lnTo>
                <a:lnTo>
                  <a:pt x="1063678" y="57421"/>
                </a:lnTo>
                <a:lnTo>
                  <a:pt x="1063264" y="57886"/>
                </a:lnTo>
                <a:lnTo>
                  <a:pt x="1062859" y="58361"/>
                </a:lnTo>
                <a:lnTo>
                  <a:pt x="1062465" y="58845"/>
                </a:lnTo>
                <a:lnTo>
                  <a:pt x="1062085" y="59338"/>
                </a:lnTo>
                <a:lnTo>
                  <a:pt x="1061718" y="59841"/>
                </a:lnTo>
                <a:lnTo>
                  <a:pt x="1061365" y="60354"/>
                </a:lnTo>
                <a:lnTo>
                  <a:pt x="1061025" y="60876"/>
                </a:lnTo>
                <a:lnTo>
                  <a:pt x="1060698" y="61408"/>
                </a:lnTo>
                <a:lnTo>
                  <a:pt x="1060385" y="61949"/>
                </a:lnTo>
                <a:lnTo>
                  <a:pt x="1060085" y="62500"/>
                </a:lnTo>
                <a:lnTo>
                  <a:pt x="1059798" y="63060"/>
                </a:lnTo>
                <a:lnTo>
                  <a:pt x="1059525" y="63630"/>
                </a:lnTo>
                <a:lnTo>
                  <a:pt x="1059266" y="64210"/>
                </a:lnTo>
                <a:lnTo>
                  <a:pt x="1059019" y="64799"/>
                </a:lnTo>
                <a:lnTo>
                  <a:pt x="1058787" y="65398"/>
                </a:lnTo>
                <a:lnTo>
                  <a:pt x="1058567" y="66006"/>
                </a:lnTo>
                <a:lnTo>
                  <a:pt x="1058361" y="66624"/>
                </a:lnTo>
                <a:lnTo>
                  <a:pt x="1058168" y="67252"/>
                </a:lnTo>
                <a:lnTo>
                  <a:pt x="1057989" y="67889"/>
                </a:lnTo>
                <a:lnTo>
                  <a:pt x="1057823" y="68535"/>
                </a:lnTo>
                <a:lnTo>
                  <a:pt x="1057671" y="69192"/>
                </a:lnTo>
                <a:lnTo>
                  <a:pt x="1057532" y="69857"/>
                </a:lnTo>
                <a:lnTo>
                  <a:pt x="1057406" y="70533"/>
                </a:lnTo>
                <a:lnTo>
                  <a:pt x="1057294" y="71218"/>
                </a:lnTo>
                <a:lnTo>
                  <a:pt x="1057195" y="71912"/>
                </a:lnTo>
                <a:lnTo>
                  <a:pt x="1057110" y="72616"/>
                </a:lnTo>
                <a:lnTo>
                  <a:pt x="1070656" y="72616"/>
                </a:lnTo>
                <a:lnTo>
                  <a:pt x="1070769" y="72005"/>
                </a:lnTo>
                <a:lnTo>
                  <a:pt x="1070896" y="71407"/>
                </a:lnTo>
                <a:lnTo>
                  <a:pt x="1071038" y="70822"/>
                </a:lnTo>
                <a:lnTo>
                  <a:pt x="1071194" y="70249"/>
                </a:lnTo>
                <a:lnTo>
                  <a:pt x="1071366" y="69689"/>
                </a:lnTo>
                <a:lnTo>
                  <a:pt x="1071552" y="69141"/>
                </a:lnTo>
                <a:lnTo>
                  <a:pt x="1071753" y="68606"/>
                </a:lnTo>
                <a:lnTo>
                  <a:pt x="1071969" y="68083"/>
                </a:lnTo>
                <a:lnTo>
                  <a:pt x="1072199" y="67573"/>
                </a:lnTo>
                <a:lnTo>
                  <a:pt x="1072444" y="67076"/>
                </a:lnTo>
                <a:lnTo>
                  <a:pt x="1072704" y="66591"/>
                </a:lnTo>
                <a:lnTo>
                  <a:pt x="1072979" y="66119"/>
                </a:lnTo>
                <a:lnTo>
                  <a:pt x="1073269" y="65659"/>
                </a:lnTo>
                <a:lnTo>
                  <a:pt x="1073573" y="65212"/>
                </a:lnTo>
                <a:lnTo>
                  <a:pt x="1073892" y="64777"/>
                </a:lnTo>
                <a:lnTo>
                  <a:pt x="1074226" y="64355"/>
                </a:lnTo>
                <a:lnTo>
                  <a:pt x="1074575" y="63946"/>
                </a:lnTo>
                <a:lnTo>
                  <a:pt x="1074938" y="63549"/>
                </a:lnTo>
                <a:lnTo>
                  <a:pt x="1075317" y="63165"/>
                </a:lnTo>
                <a:lnTo>
                  <a:pt x="1075710" y="62793"/>
                </a:lnTo>
                <a:lnTo>
                  <a:pt x="1076118" y="62434"/>
                </a:lnTo>
                <a:lnTo>
                  <a:pt x="1076540" y="62088"/>
                </a:lnTo>
                <a:lnTo>
                  <a:pt x="1076977" y="61754"/>
                </a:lnTo>
                <a:lnTo>
                  <a:pt x="1077429" y="61432"/>
                </a:lnTo>
                <a:lnTo>
                  <a:pt x="1077893" y="61124"/>
                </a:lnTo>
                <a:lnTo>
                  <a:pt x="1078363" y="60828"/>
                </a:lnTo>
                <a:lnTo>
                  <a:pt x="1078840" y="60546"/>
                </a:lnTo>
                <a:lnTo>
                  <a:pt x="1079324" y="60277"/>
                </a:lnTo>
                <a:lnTo>
                  <a:pt x="1079816" y="60021"/>
                </a:lnTo>
                <a:lnTo>
                  <a:pt x="1080314" y="59778"/>
                </a:lnTo>
                <a:lnTo>
                  <a:pt x="1080820" y="59549"/>
                </a:lnTo>
                <a:lnTo>
                  <a:pt x="1081333" y="59332"/>
                </a:lnTo>
                <a:lnTo>
                  <a:pt x="1081852" y="59128"/>
                </a:lnTo>
                <a:lnTo>
                  <a:pt x="1082379" y="58938"/>
                </a:lnTo>
                <a:lnTo>
                  <a:pt x="1082913" y="58761"/>
                </a:lnTo>
                <a:lnTo>
                  <a:pt x="1083455" y="58597"/>
                </a:lnTo>
                <a:lnTo>
                  <a:pt x="1084003" y="58446"/>
                </a:lnTo>
                <a:lnTo>
                  <a:pt x="1084558" y="58308"/>
                </a:lnTo>
                <a:lnTo>
                  <a:pt x="1085121" y="58183"/>
                </a:lnTo>
                <a:lnTo>
                  <a:pt x="1085690" y="58072"/>
                </a:lnTo>
                <a:lnTo>
                  <a:pt x="1086267" y="57973"/>
                </a:lnTo>
                <a:lnTo>
                  <a:pt x="1086851" y="57888"/>
                </a:lnTo>
                <a:lnTo>
                  <a:pt x="1087442" y="57816"/>
                </a:lnTo>
                <a:lnTo>
                  <a:pt x="1088039" y="57757"/>
                </a:lnTo>
                <a:lnTo>
                  <a:pt x="1088645" y="57711"/>
                </a:lnTo>
                <a:lnTo>
                  <a:pt x="1089257" y="57678"/>
                </a:lnTo>
                <a:lnTo>
                  <a:pt x="1089876" y="57658"/>
                </a:lnTo>
                <a:lnTo>
                  <a:pt x="1090502" y="57652"/>
                </a:lnTo>
                <a:lnTo>
                  <a:pt x="1091037" y="57656"/>
                </a:lnTo>
                <a:lnTo>
                  <a:pt x="1091564" y="57669"/>
                </a:lnTo>
                <a:lnTo>
                  <a:pt x="1092084" y="57691"/>
                </a:lnTo>
                <a:lnTo>
                  <a:pt x="1092596" y="57722"/>
                </a:lnTo>
                <a:lnTo>
                  <a:pt x="1093101" y="57761"/>
                </a:lnTo>
                <a:lnTo>
                  <a:pt x="1093599" y="57809"/>
                </a:lnTo>
                <a:lnTo>
                  <a:pt x="1094089" y="57866"/>
                </a:lnTo>
                <a:lnTo>
                  <a:pt x="1094572" y="57932"/>
                </a:lnTo>
                <a:lnTo>
                  <a:pt x="1095047" y="58006"/>
                </a:lnTo>
                <a:lnTo>
                  <a:pt x="1095515" y="58089"/>
                </a:lnTo>
                <a:lnTo>
                  <a:pt x="1095976" y="58181"/>
                </a:lnTo>
                <a:lnTo>
                  <a:pt x="1096429" y="58282"/>
                </a:lnTo>
                <a:lnTo>
                  <a:pt x="1096875" y="58391"/>
                </a:lnTo>
                <a:lnTo>
                  <a:pt x="1097313" y="58510"/>
                </a:lnTo>
                <a:lnTo>
                  <a:pt x="1097744" y="58636"/>
                </a:lnTo>
                <a:lnTo>
                  <a:pt x="1098168" y="58772"/>
                </a:lnTo>
                <a:lnTo>
                  <a:pt x="1098584" y="58917"/>
                </a:lnTo>
                <a:lnTo>
                  <a:pt x="1098993" y="59070"/>
                </a:lnTo>
                <a:lnTo>
                  <a:pt x="1099395" y="59232"/>
                </a:lnTo>
                <a:lnTo>
                  <a:pt x="1099789" y="59402"/>
                </a:lnTo>
                <a:lnTo>
                  <a:pt x="1100176" y="59582"/>
                </a:lnTo>
                <a:lnTo>
                  <a:pt x="1100555" y="59770"/>
                </a:lnTo>
                <a:lnTo>
                  <a:pt x="1100927" y="59967"/>
                </a:lnTo>
                <a:lnTo>
                  <a:pt x="1101292" y="60173"/>
                </a:lnTo>
                <a:lnTo>
                  <a:pt x="1101650" y="60387"/>
                </a:lnTo>
                <a:lnTo>
                  <a:pt x="1102000" y="60610"/>
                </a:lnTo>
                <a:lnTo>
                  <a:pt x="1102343" y="60841"/>
                </a:lnTo>
                <a:lnTo>
                  <a:pt x="1102680" y="61081"/>
                </a:lnTo>
                <a:lnTo>
                  <a:pt x="1103009" y="61329"/>
                </a:lnTo>
                <a:lnTo>
                  <a:pt x="1103331" y="61586"/>
                </a:lnTo>
                <a:lnTo>
                  <a:pt x="1103645" y="61851"/>
                </a:lnTo>
                <a:lnTo>
                  <a:pt x="1103953" y="62125"/>
                </a:lnTo>
                <a:lnTo>
                  <a:pt x="1104254" y="62407"/>
                </a:lnTo>
                <a:lnTo>
                  <a:pt x="1104547" y="62698"/>
                </a:lnTo>
                <a:lnTo>
                  <a:pt x="1104834" y="62997"/>
                </a:lnTo>
                <a:lnTo>
                  <a:pt x="1105113" y="63304"/>
                </a:lnTo>
                <a:lnTo>
                  <a:pt x="1105385" y="63620"/>
                </a:lnTo>
                <a:lnTo>
                  <a:pt x="1105650" y="63945"/>
                </a:lnTo>
                <a:lnTo>
                  <a:pt x="1105908" y="64278"/>
                </a:lnTo>
                <a:lnTo>
                  <a:pt x="1106159" y="64619"/>
                </a:lnTo>
                <a:lnTo>
                  <a:pt x="1106403" y="64969"/>
                </a:lnTo>
                <a:lnTo>
                  <a:pt x="1106639" y="65327"/>
                </a:lnTo>
                <a:lnTo>
                  <a:pt x="1106869" y="65694"/>
                </a:lnTo>
                <a:lnTo>
                  <a:pt x="1107091" y="66069"/>
                </a:lnTo>
                <a:lnTo>
                  <a:pt x="1107306" y="66453"/>
                </a:lnTo>
                <a:lnTo>
                  <a:pt x="1107514" y="66845"/>
                </a:lnTo>
                <a:lnTo>
                  <a:pt x="1107715" y="67246"/>
                </a:lnTo>
                <a:lnTo>
                  <a:pt x="1107909" y="67655"/>
                </a:lnTo>
                <a:lnTo>
                  <a:pt x="1108095" y="68073"/>
                </a:lnTo>
                <a:lnTo>
                  <a:pt x="1108274" y="68499"/>
                </a:lnTo>
                <a:lnTo>
                  <a:pt x="1108444" y="68934"/>
                </a:lnTo>
                <a:lnTo>
                  <a:pt x="1108607" y="69377"/>
                </a:lnTo>
                <a:lnTo>
                  <a:pt x="1108761" y="69828"/>
                </a:lnTo>
                <a:lnTo>
                  <a:pt x="1108908" y="70288"/>
                </a:lnTo>
                <a:lnTo>
                  <a:pt x="1109047" y="70757"/>
                </a:lnTo>
                <a:lnTo>
                  <a:pt x="1109177" y="71234"/>
                </a:lnTo>
                <a:lnTo>
                  <a:pt x="1109300" y="71720"/>
                </a:lnTo>
                <a:lnTo>
                  <a:pt x="1109415" y="72214"/>
                </a:lnTo>
                <a:lnTo>
                  <a:pt x="1109522" y="72716"/>
                </a:lnTo>
                <a:lnTo>
                  <a:pt x="1109621" y="73227"/>
                </a:lnTo>
                <a:lnTo>
                  <a:pt x="1109713" y="73747"/>
                </a:lnTo>
                <a:lnTo>
                  <a:pt x="1109796" y="74275"/>
                </a:lnTo>
                <a:lnTo>
                  <a:pt x="1109871" y="74811"/>
                </a:lnTo>
                <a:lnTo>
                  <a:pt x="1109939" y="75356"/>
                </a:lnTo>
                <a:lnTo>
                  <a:pt x="1109998" y="75910"/>
                </a:lnTo>
                <a:lnTo>
                  <a:pt x="1110050" y="76472"/>
                </a:lnTo>
                <a:lnTo>
                  <a:pt x="1110093" y="77042"/>
                </a:lnTo>
                <a:lnTo>
                  <a:pt x="1110129" y="77621"/>
                </a:lnTo>
                <a:lnTo>
                  <a:pt x="1110157" y="78208"/>
                </a:lnTo>
                <a:lnTo>
                  <a:pt x="1110176" y="78804"/>
                </a:lnTo>
                <a:lnTo>
                  <a:pt x="1110188" y="79409"/>
                </a:lnTo>
                <a:lnTo>
                  <a:pt x="1110192" y="80021"/>
                </a:lnTo>
                <a:lnTo>
                  <a:pt x="1089243" y="80021"/>
                </a:lnTo>
                <a:lnTo>
                  <a:pt x="1088381" y="80026"/>
                </a:lnTo>
                <a:lnTo>
                  <a:pt x="1087529" y="80042"/>
                </a:lnTo>
                <a:lnTo>
                  <a:pt x="1086687" y="80067"/>
                </a:lnTo>
                <a:lnTo>
                  <a:pt x="1085854" y="80102"/>
                </a:lnTo>
                <a:lnTo>
                  <a:pt x="1085031" y="80148"/>
                </a:lnTo>
                <a:lnTo>
                  <a:pt x="1084217" y="80203"/>
                </a:lnTo>
                <a:lnTo>
                  <a:pt x="1083413" y="80269"/>
                </a:lnTo>
                <a:lnTo>
                  <a:pt x="1082619" y="80345"/>
                </a:lnTo>
                <a:lnTo>
                  <a:pt x="1081834" y="80431"/>
                </a:lnTo>
                <a:lnTo>
                  <a:pt x="1081058" y="80527"/>
                </a:lnTo>
                <a:lnTo>
                  <a:pt x="1080292" y="80633"/>
                </a:lnTo>
                <a:lnTo>
                  <a:pt x="1079536" y="80750"/>
                </a:lnTo>
                <a:lnTo>
                  <a:pt x="1078789" y="80876"/>
                </a:lnTo>
                <a:lnTo>
                  <a:pt x="1078052" y="81013"/>
                </a:lnTo>
                <a:lnTo>
                  <a:pt x="1077325" y="81159"/>
                </a:lnTo>
                <a:lnTo>
                  <a:pt x="1076607" y="81316"/>
                </a:lnTo>
                <a:lnTo>
                  <a:pt x="1075898" y="81483"/>
                </a:lnTo>
                <a:lnTo>
                  <a:pt x="1075199" y="81660"/>
                </a:lnTo>
                <a:lnTo>
                  <a:pt x="1074510" y="81847"/>
                </a:lnTo>
                <a:lnTo>
                  <a:pt x="1073830" y="82044"/>
                </a:lnTo>
                <a:lnTo>
                  <a:pt x="1073160" y="82252"/>
                </a:lnTo>
                <a:lnTo>
                  <a:pt x="1072499" y="82469"/>
                </a:lnTo>
                <a:lnTo>
                  <a:pt x="1071848" y="82697"/>
                </a:lnTo>
                <a:lnTo>
                  <a:pt x="1071207" y="82935"/>
                </a:lnTo>
                <a:lnTo>
                  <a:pt x="1070576" y="83182"/>
                </a:lnTo>
                <a:lnTo>
                  <a:pt x="1069958" y="83439"/>
                </a:lnTo>
                <a:lnTo>
                  <a:pt x="1069351" y="83705"/>
                </a:lnTo>
                <a:lnTo>
                  <a:pt x="1068757" y="83980"/>
                </a:lnTo>
                <a:lnTo>
                  <a:pt x="1068174" y="84265"/>
                </a:lnTo>
                <a:lnTo>
                  <a:pt x="1067604" y="84559"/>
                </a:lnTo>
                <a:lnTo>
                  <a:pt x="1067046" y="84862"/>
                </a:lnTo>
                <a:lnTo>
                  <a:pt x="1066499" y="85174"/>
                </a:lnTo>
                <a:lnTo>
                  <a:pt x="1065965" y="85496"/>
                </a:lnTo>
                <a:lnTo>
                  <a:pt x="1065443" y="85827"/>
                </a:lnTo>
                <a:lnTo>
                  <a:pt x="1064932" y="86168"/>
                </a:lnTo>
                <a:lnTo>
                  <a:pt x="1064434" y="86518"/>
                </a:lnTo>
                <a:lnTo>
                  <a:pt x="1063948" y="86877"/>
                </a:lnTo>
                <a:lnTo>
                  <a:pt x="1063474" y="87245"/>
                </a:lnTo>
                <a:lnTo>
                  <a:pt x="1063012" y="87623"/>
                </a:lnTo>
                <a:lnTo>
                  <a:pt x="1062561" y="88010"/>
                </a:lnTo>
                <a:lnTo>
                  <a:pt x="1062123" y="88406"/>
                </a:lnTo>
                <a:lnTo>
                  <a:pt x="1061697" y="88812"/>
                </a:lnTo>
                <a:lnTo>
                  <a:pt x="1061283" y="89227"/>
                </a:lnTo>
                <a:lnTo>
                  <a:pt x="1060881" y="89651"/>
                </a:lnTo>
                <a:lnTo>
                  <a:pt x="1060491" y="90084"/>
                </a:lnTo>
                <a:lnTo>
                  <a:pt x="1060113" y="90527"/>
                </a:lnTo>
                <a:lnTo>
                  <a:pt x="1059747" y="90979"/>
                </a:lnTo>
                <a:lnTo>
                  <a:pt x="1059393" y="91441"/>
                </a:lnTo>
                <a:lnTo>
                  <a:pt x="1059053" y="91911"/>
                </a:lnTo>
                <a:lnTo>
                  <a:pt x="1058726" y="92389"/>
                </a:lnTo>
                <a:lnTo>
                  <a:pt x="1058415" y="92877"/>
                </a:lnTo>
                <a:lnTo>
                  <a:pt x="1058118" y="93372"/>
                </a:lnTo>
                <a:lnTo>
                  <a:pt x="1057835" y="93876"/>
                </a:lnTo>
                <a:lnTo>
                  <a:pt x="1057567" y="94389"/>
                </a:lnTo>
                <a:lnTo>
                  <a:pt x="1057313" y="94910"/>
                </a:lnTo>
                <a:lnTo>
                  <a:pt x="1057074" y="95439"/>
                </a:lnTo>
                <a:lnTo>
                  <a:pt x="1056849" y="95977"/>
                </a:lnTo>
                <a:lnTo>
                  <a:pt x="1056639" y="96524"/>
                </a:lnTo>
                <a:lnTo>
                  <a:pt x="1056443" y="97079"/>
                </a:lnTo>
                <a:lnTo>
                  <a:pt x="1056262" y="97642"/>
                </a:lnTo>
                <a:lnTo>
                  <a:pt x="1056095" y="98214"/>
                </a:lnTo>
                <a:lnTo>
                  <a:pt x="1055943" y="98795"/>
                </a:lnTo>
                <a:lnTo>
                  <a:pt x="1055805" y="99384"/>
                </a:lnTo>
                <a:lnTo>
                  <a:pt x="1055682" y="99981"/>
                </a:lnTo>
                <a:lnTo>
                  <a:pt x="1055573" y="100587"/>
                </a:lnTo>
                <a:lnTo>
                  <a:pt x="1055479" y="101202"/>
                </a:lnTo>
                <a:lnTo>
                  <a:pt x="1055399" y="101825"/>
                </a:lnTo>
                <a:lnTo>
                  <a:pt x="1055334" y="102456"/>
                </a:lnTo>
                <a:lnTo>
                  <a:pt x="1055283" y="103096"/>
                </a:lnTo>
                <a:lnTo>
                  <a:pt x="1055247" y="103744"/>
                </a:lnTo>
                <a:lnTo>
                  <a:pt x="1055226" y="104401"/>
                </a:lnTo>
                <a:lnTo>
                  <a:pt x="1055218" y="105066"/>
                </a:lnTo>
                <a:lnTo>
                  <a:pt x="1055224" y="105616"/>
                </a:lnTo>
                <a:lnTo>
                  <a:pt x="1055240" y="106162"/>
                </a:lnTo>
                <a:lnTo>
                  <a:pt x="1055267" y="106704"/>
                </a:lnTo>
                <a:lnTo>
                  <a:pt x="1055306" y="107243"/>
                </a:lnTo>
                <a:lnTo>
                  <a:pt x="1055355" y="107778"/>
                </a:lnTo>
                <a:lnTo>
                  <a:pt x="1055415" y="108310"/>
                </a:lnTo>
                <a:lnTo>
                  <a:pt x="1055486" y="108838"/>
                </a:lnTo>
                <a:lnTo>
                  <a:pt x="1055568" y="109363"/>
                </a:lnTo>
                <a:lnTo>
                  <a:pt x="1055661" y="109884"/>
                </a:lnTo>
                <a:lnTo>
                  <a:pt x="1055765" y="110401"/>
                </a:lnTo>
                <a:lnTo>
                  <a:pt x="1055880" y="110915"/>
                </a:lnTo>
                <a:lnTo>
                  <a:pt x="1056006" y="111426"/>
                </a:lnTo>
                <a:lnTo>
                  <a:pt x="1056143" y="111933"/>
                </a:lnTo>
                <a:lnTo>
                  <a:pt x="1056290" y="112436"/>
                </a:lnTo>
                <a:lnTo>
                  <a:pt x="1056449" y="112936"/>
                </a:lnTo>
                <a:lnTo>
                  <a:pt x="1056619" y="113432"/>
                </a:lnTo>
                <a:lnTo>
                  <a:pt x="1056799" y="113925"/>
                </a:lnTo>
                <a:lnTo>
                  <a:pt x="1056991" y="114414"/>
                </a:lnTo>
                <a:lnTo>
                  <a:pt x="1057193" y="114899"/>
                </a:lnTo>
                <a:lnTo>
                  <a:pt x="1057406" y="115381"/>
                </a:lnTo>
                <a:lnTo>
                  <a:pt x="1057631" y="115860"/>
                </a:lnTo>
                <a:lnTo>
                  <a:pt x="1057866" y="116335"/>
                </a:lnTo>
                <a:lnTo>
                  <a:pt x="1058112" y="116806"/>
                </a:lnTo>
                <a:lnTo>
                  <a:pt x="1058369" y="117274"/>
                </a:lnTo>
                <a:lnTo>
                  <a:pt x="1058638" y="117736"/>
                </a:lnTo>
                <a:lnTo>
                  <a:pt x="1058917" y="118191"/>
                </a:lnTo>
                <a:lnTo>
                  <a:pt x="1059209" y="118637"/>
                </a:lnTo>
                <a:lnTo>
                  <a:pt x="1059512" y="119076"/>
                </a:lnTo>
                <a:lnTo>
                  <a:pt x="1059826" y="119508"/>
                </a:lnTo>
                <a:lnTo>
                  <a:pt x="1060152" y="119932"/>
                </a:lnTo>
                <a:lnTo>
                  <a:pt x="1060489" y="120348"/>
                </a:lnTo>
                <a:lnTo>
                  <a:pt x="1060837" y="120756"/>
                </a:lnTo>
                <a:lnTo>
                  <a:pt x="1061198" y="121157"/>
                </a:lnTo>
                <a:lnTo>
                  <a:pt x="1061569" y="121550"/>
                </a:lnTo>
                <a:lnTo>
                  <a:pt x="1061953" y="121936"/>
                </a:lnTo>
                <a:lnTo>
                  <a:pt x="1062347" y="122314"/>
                </a:lnTo>
                <a:lnTo>
                  <a:pt x="1062753" y="122684"/>
                </a:lnTo>
                <a:lnTo>
                  <a:pt x="1063171" y="123047"/>
                </a:lnTo>
                <a:lnTo>
                  <a:pt x="1063600" y="123401"/>
                </a:lnTo>
                <a:lnTo>
                  <a:pt x="1064041" y="123749"/>
                </a:lnTo>
                <a:lnTo>
                  <a:pt x="1064493" y="124088"/>
                </a:lnTo>
                <a:lnTo>
                  <a:pt x="1064956" y="124420"/>
                </a:lnTo>
                <a:lnTo>
                  <a:pt x="1065431" y="124745"/>
                </a:lnTo>
                <a:lnTo>
                  <a:pt x="1065918" y="125061"/>
                </a:lnTo>
                <a:lnTo>
                  <a:pt x="1066416" y="125370"/>
                </a:lnTo>
                <a:lnTo>
                  <a:pt x="1066925" y="125672"/>
                </a:lnTo>
                <a:lnTo>
                  <a:pt x="1067446" y="125965"/>
                </a:lnTo>
                <a:lnTo>
                  <a:pt x="1067979" y="126251"/>
                </a:lnTo>
                <a:lnTo>
                  <a:pt x="1068522" y="126528"/>
                </a:lnTo>
                <a:lnTo>
                  <a:pt x="1069077" y="126792"/>
                </a:lnTo>
                <a:lnTo>
                  <a:pt x="1069642" y="127045"/>
                </a:lnTo>
                <a:lnTo>
                  <a:pt x="1070219" y="127286"/>
                </a:lnTo>
                <a:lnTo>
                  <a:pt x="1070806" y="127515"/>
                </a:lnTo>
                <a:lnTo>
                  <a:pt x="1071405" y="127733"/>
                </a:lnTo>
                <a:lnTo>
                  <a:pt x="1072014" y="127939"/>
                </a:lnTo>
                <a:lnTo>
                  <a:pt x="1072634" y="128133"/>
                </a:lnTo>
                <a:lnTo>
                  <a:pt x="1073265" y="128315"/>
                </a:lnTo>
                <a:lnTo>
                  <a:pt x="1073907" y="128486"/>
                </a:lnTo>
                <a:lnTo>
                  <a:pt x="1074560" y="128644"/>
                </a:lnTo>
                <a:lnTo>
                  <a:pt x="1075224" y="128791"/>
                </a:lnTo>
                <a:lnTo>
                  <a:pt x="1075899" y="128927"/>
                </a:lnTo>
                <a:lnTo>
                  <a:pt x="1076585" y="129050"/>
                </a:lnTo>
                <a:lnTo>
                  <a:pt x="1077282" y="129162"/>
                </a:lnTo>
                <a:lnTo>
                  <a:pt x="1077989" y="129262"/>
                </a:lnTo>
                <a:lnTo>
                  <a:pt x="1078708" y="129350"/>
                </a:lnTo>
                <a:lnTo>
                  <a:pt x="1079437" y="129426"/>
                </a:lnTo>
                <a:lnTo>
                  <a:pt x="1080178" y="129491"/>
                </a:lnTo>
                <a:lnTo>
                  <a:pt x="1080929" y="129544"/>
                </a:lnTo>
                <a:lnTo>
                  <a:pt x="1081691" y="129585"/>
                </a:lnTo>
                <a:lnTo>
                  <a:pt x="1082465" y="129614"/>
                </a:lnTo>
                <a:lnTo>
                  <a:pt x="1083249" y="129632"/>
                </a:lnTo>
                <a:lnTo>
                  <a:pt x="1084044" y="129638"/>
                </a:lnTo>
                <a:lnTo>
                  <a:pt x="1084488" y="129636"/>
                </a:lnTo>
                <a:lnTo>
                  <a:pt x="1084929" y="129629"/>
                </a:lnTo>
                <a:lnTo>
                  <a:pt x="1085365" y="129618"/>
                </a:lnTo>
                <a:lnTo>
                  <a:pt x="1085797" y="129603"/>
                </a:lnTo>
                <a:lnTo>
                  <a:pt x="1086225" y="129583"/>
                </a:lnTo>
                <a:close/>
                <a:moveTo>
                  <a:pt x="1083925" y="118379"/>
                </a:moveTo>
                <a:lnTo>
                  <a:pt x="1083508" y="118346"/>
                </a:lnTo>
                <a:lnTo>
                  <a:pt x="1083095" y="118307"/>
                </a:lnTo>
                <a:lnTo>
                  <a:pt x="1082688" y="118262"/>
                </a:lnTo>
                <a:lnTo>
                  <a:pt x="1082286" y="118211"/>
                </a:lnTo>
                <a:lnTo>
                  <a:pt x="1081889" y="118154"/>
                </a:lnTo>
                <a:lnTo>
                  <a:pt x="1081497" y="118091"/>
                </a:lnTo>
                <a:lnTo>
                  <a:pt x="1081111" y="118022"/>
                </a:lnTo>
                <a:lnTo>
                  <a:pt x="1080729" y="117946"/>
                </a:lnTo>
                <a:lnTo>
                  <a:pt x="1080353" y="117865"/>
                </a:lnTo>
                <a:lnTo>
                  <a:pt x="1079982" y="117778"/>
                </a:lnTo>
                <a:lnTo>
                  <a:pt x="1079616" y="117685"/>
                </a:lnTo>
                <a:lnTo>
                  <a:pt x="1079256" y="117586"/>
                </a:lnTo>
                <a:lnTo>
                  <a:pt x="1078900" y="117481"/>
                </a:lnTo>
                <a:lnTo>
                  <a:pt x="1078550" y="117370"/>
                </a:lnTo>
                <a:lnTo>
                  <a:pt x="1078205" y="117252"/>
                </a:lnTo>
                <a:lnTo>
                  <a:pt x="1077865" y="117129"/>
                </a:lnTo>
                <a:lnTo>
                  <a:pt x="1077530" y="117000"/>
                </a:lnTo>
                <a:lnTo>
                  <a:pt x="1077201" y="116865"/>
                </a:lnTo>
                <a:lnTo>
                  <a:pt x="1076877" y="116724"/>
                </a:lnTo>
                <a:lnTo>
                  <a:pt x="1076558" y="116577"/>
                </a:lnTo>
                <a:lnTo>
                  <a:pt x="1076247" y="116425"/>
                </a:lnTo>
                <a:lnTo>
                  <a:pt x="1075942" y="116268"/>
                </a:lnTo>
                <a:lnTo>
                  <a:pt x="1075643" y="116107"/>
                </a:lnTo>
                <a:lnTo>
                  <a:pt x="1075351" y="115940"/>
                </a:lnTo>
                <a:lnTo>
                  <a:pt x="1075066" y="115769"/>
                </a:lnTo>
                <a:lnTo>
                  <a:pt x="1074787" y="115592"/>
                </a:lnTo>
                <a:lnTo>
                  <a:pt x="1074515" y="115411"/>
                </a:lnTo>
                <a:lnTo>
                  <a:pt x="1074249" y="115225"/>
                </a:lnTo>
                <a:lnTo>
                  <a:pt x="1073990" y="115033"/>
                </a:lnTo>
                <a:lnTo>
                  <a:pt x="1073737" y="114837"/>
                </a:lnTo>
                <a:lnTo>
                  <a:pt x="1073491" y="114636"/>
                </a:lnTo>
                <a:lnTo>
                  <a:pt x="1073252" y="114430"/>
                </a:lnTo>
                <a:lnTo>
                  <a:pt x="1073019" y="114219"/>
                </a:lnTo>
                <a:lnTo>
                  <a:pt x="1072792" y="114004"/>
                </a:lnTo>
                <a:lnTo>
                  <a:pt x="1072573" y="113783"/>
                </a:lnTo>
                <a:lnTo>
                  <a:pt x="1072359" y="113557"/>
                </a:lnTo>
                <a:lnTo>
                  <a:pt x="1072153" y="113327"/>
                </a:lnTo>
                <a:lnTo>
                  <a:pt x="1071953" y="113091"/>
                </a:lnTo>
                <a:lnTo>
                  <a:pt x="1071759" y="112851"/>
                </a:lnTo>
                <a:lnTo>
                  <a:pt x="1071572" y="112605"/>
                </a:lnTo>
                <a:lnTo>
                  <a:pt x="1071392" y="112355"/>
                </a:lnTo>
                <a:lnTo>
                  <a:pt x="1071218" y="112100"/>
                </a:lnTo>
                <a:lnTo>
                  <a:pt x="1071050" y="111840"/>
                </a:lnTo>
                <a:lnTo>
                  <a:pt x="1070890" y="111575"/>
                </a:lnTo>
                <a:lnTo>
                  <a:pt x="1070736" y="111307"/>
                </a:lnTo>
                <a:lnTo>
                  <a:pt x="1070589" y="111035"/>
                </a:lnTo>
                <a:lnTo>
                  <a:pt x="1070449" y="110759"/>
                </a:lnTo>
                <a:lnTo>
                  <a:pt x="1070316" y="110479"/>
                </a:lnTo>
                <a:lnTo>
                  <a:pt x="1070189" y="110195"/>
                </a:lnTo>
                <a:lnTo>
                  <a:pt x="1070070" y="109908"/>
                </a:lnTo>
                <a:lnTo>
                  <a:pt x="1069957" y="109617"/>
                </a:lnTo>
                <a:lnTo>
                  <a:pt x="1069851" y="109322"/>
                </a:lnTo>
                <a:lnTo>
                  <a:pt x="1069752" y="109023"/>
                </a:lnTo>
                <a:lnTo>
                  <a:pt x="1069660" y="108720"/>
                </a:lnTo>
                <a:lnTo>
                  <a:pt x="1069574" y="108413"/>
                </a:lnTo>
                <a:lnTo>
                  <a:pt x="1069495" y="108103"/>
                </a:lnTo>
                <a:lnTo>
                  <a:pt x="1069424" y="107789"/>
                </a:lnTo>
                <a:lnTo>
                  <a:pt x="1069359" y="107471"/>
                </a:lnTo>
                <a:lnTo>
                  <a:pt x="1069301" y="107149"/>
                </a:lnTo>
                <a:lnTo>
                  <a:pt x="1069249" y="106823"/>
                </a:lnTo>
                <a:lnTo>
                  <a:pt x="1069205" y="106494"/>
                </a:lnTo>
                <a:lnTo>
                  <a:pt x="1069167" y="106161"/>
                </a:lnTo>
                <a:lnTo>
                  <a:pt x="1069137" y="105823"/>
                </a:lnTo>
                <a:lnTo>
                  <a:pt x="1069113" y="105482"/>
                </a:lnTo>
                <a:lnTo>
                  <a:pt x="1069096" y="105138"/>
                </a:lnTo>
                <a:lnTo>
                  <a:pt x="1069085" y="104789"/>
                </a:lnTo>
                <a:lnTo>
                  <a:pt x="1069082" y="104437"/>
                </a:lnTo>
                <a:lnTo>
                  <a:pt x="1069085" y="104097"/>
                </a:lnTo>
                <a:lnTo>
                  <a:pt x="1069096" y="103760"/>
                </a:lnTo>
                <a:lnTo>
                  <a:pt x="1069114" y="103426"/>
                </a:lnTo>
                <a:lnTo>
                  <a:pt x="1069139" y="103096"/>
                </a:lnTo>
                <a:lnTo>
                  <a:pt x="1069171" y="102768"/>
                </a:lnTo>
                <a:lnTo>
                  <a:pt x="1069210" y="102443"/>
                </a:lnTo>
                <a:lnTo>
                  <a:pt x="1069256" y="102121"/>
                </a:lnTo>
                <a:lnTo>
                  <a:pt x="1069309" y="101803"/>
                </a:lnTo>
                <a:lnTo>
                  <a:pt x="1069370" y="101487"/>
                </a:lnTo>
                <a:lnTo>
                  <a:pt x="1069437" y="101174"/>
                </a:lnTo>
                <a:lnTo>
                  <a:pt x="1069512" y="100865"/>
                </a:lnTo>
                <a:lnTo>
                  <a:pt x="1069593" y="100558"/>
                </a:lnTo>
                <a:lnTo>
                  <a:pt x="1069682" y="100254"/>
                </a:lnTo>
                <a:lnTo>
                  <a:pt x="1069778" y="99954"/>
                </a:lnTo>
                <a:lnTo>
                  <a:pt x="1069881" y="99656"/>
                </a:lnTo>
                <a:lnTo>
                  <a:pt x="1069991" y="99361"/>
                </a:lnTo>
                <a:lnTo>
                  <a:pt x="1070108" y="99070"/>
                </a:lnTo>
                <a:lnTo>
                  <a:pt x="1070232" y="98781"/>
                </a:lnTo>
                <a:lnTo>
                  <a:pt x="1070364" y="98496"/>
                </a:lnTo>
                <a:lnTo>
                  <a:pt x="1070502" y="98213"/>
                </a:lnTo>
                <a:lnTo>
                  <a:pt x="1070648" y="97934"/>
                </a:lnTo>
                <a:lnTo>
                  <a:pt x="1070801" y="97657"/>
                </a:lnTo>
                <a:lnTo>
                  <a:pt x="1070960" y="97384"/>
                </a:lnTo>
                <a:lnTo>
                  <a:pt x="1071127" y="97113"/>
                </a:lnTo>
                <a:lnTo>
                  <a:pt x="1071303" y="96846"/>
                </a:lnTo>
                <a:lnTo>
                  <a:pt x="1071487" y="96585"/>
                </a:lnTo>
                <a:lnTo>
                  <a:pt x="1071681" y="96328"/>
                </a:lnTo>
                <a:lnTo>
                  <a:pt x="1071884" y="96076"/>
                </a:lnTo>
                <a:lnTo>
                  <a:pt x="1072097" y="95829"/>
                </a:lnTo>
                <a:lnTo>
                  <a:pt x="1072319" y="95587"/>
                </a:lnTo>
                <a:lnTo>
                  <a:pt x="1072550" y="95349"/>
                </a:lnTo>
                <a:lnTo>
                  <a:pt x="1072790" y="95117"/>
                </a:lnTo>
                <a:lnTo>
                  <a:pt x="1073040" y="94890"/>
                </a:lnTo>
                <a:lnTo>
                  <a:pt x="1073299" y="94667"/>
                </a:lnTo>
                <a:lnTo>
                  <a:pt x="1073567" y="94450"/>
                </a:lnTo>
                <a:lnTo>
                  <a:pt x="1073845" y="94237"/>
                </a:lnTo>
                <a:lnTo>
                  <a:pt x="1074131" y="94030"/>
                </a:lnTo>
                <a:lnTo>
                  <a:pt x="1074428" y="93827"/>
                </a:lnTo>
                <a:lnTo>
                  <a:pt x="1074733" y="93629"/>
                </a:lnTo>
                <a:lnTo>
                  <a:pt x="1075048" y="93436"/>
                </a:lnTo>
                <a:lnTo>
                  <a:pt x="1075372" y="93248"/>
                </a:lnTo>
                <a:lnTo>
                  <a:pt x="1075705" y="93065"/>
                </a:lnTo>
                <a:lnTo>
                  <a:pt x="1076048" y="92887"/>
                </a:lnTo>
                <a:lnTo>
                  <a:pt x="1076400" y="92714"/>
                </a:lnTo>
                <a:lnTo>
                  <a:pt x="1076761" y="92546"/>
                </a:lnTo>
                <a:lnTo>
                  <a:pt x="1077132" y="92382"/>
                </a:lnTo>
                <a:lnTo>
                  <a:pt x="1077511" y="92224"/>
                </a:lnTo>
                <a:lnTo>
                  <a:pt x="1077901" y="92070"/>
                </a:lnTo>
                <a:lnTo>
                  <a:pt x="1078300" y="91923"/>
                </a:lnTo>
                <a:lnTo>
                  <a:pt x="1078709" y="91781"/>
                </a:lnTo>
                <a:lnTo>
                  <a:pt x="1079129" y="91646"/>
                </a:lnTo>
                <a:lnTo>
                  <a:pt x="1079560" y="91517"/>
                </a:lnTo>
                <a:lnTo>
                  <a:pt x="1080000" y="91394"/>
                </a:lnTo>
                <a:lnTo>
                  <a:pt x="1080451" y="91278"/>
                </a:lnTo>
                <a:lnTo>
                  <a:pt x="1080913" y="91167"/>
                </a:lnTo>
                <a:lnTo>
                  <a:pt x="1081385" y="91064"/>
                </a:lnTo>
                <a:lnTo>
                  <a:pt x="1081867" y="90966"/>
                </a:lnTo>
                <a:lnTo>
                  <a:pt x="1082359" y="90875"/>
                </a:lnTo>
                <a:lnTo>
                  <a:pt x="1082862" y="90790"/>
                </a:lnTo>
                <a:lnTo>
                  <a:pt x="1083376" y="90711"/>
                </a:lnTo>
                <a:lnTo>
                  <a:pt x="1083900" y="90639"/>
                </a:lnTo>
                <a:lnTo>
                  <a:pt x="1084434" y="90573"/>
                </a:lnTo>
                <a:lnTo>
                  <a:pt x="1084978" y="90513"/>
                </a:lnTo>
                <a:lnTo>
                  <a:pt x="1085533" y="90460"/>
                </a:lnTo>
                <a:lnTo>
                  <a:pt x="1086098" y="90412"/>
                </a:lnTo>
                <a:lnTo>
                  <a:pt x="1086674" y="90371"/>
                </a:lnTo>
                <a:lnTo>
                  <a:pt x="1087260" y="90337"/>
                </a:lnTo>
                <a:lnTo>
                  <a:pt x="1087857" y="90308"/>
                </a:lnTo>
                <a:lnTo>
                  <a:pt x="1088463" y="90286"/>
                </a:lnTo>
                <a:lnTo>
                  <a:pt x="1089081" y="90271"/>
                </a:lnTo>
                <a:lnTo>
                  <a:pt x="1089708" y="90261"/>
                </a:lnTo>
                <a:lnTo>
                  <a:pt x="1090346" y="90258"/>
                </a:lnTo>
                <a:lnTo>
                  <a:pt x="1110192" y="90258"/>
                </a:lnTo>
                <a:lnTo>
                  <a:pt x="1110192" y="90732"/>
                </a:lnTo>
                <a:lnTo>
                  <a:pt x="1110189" y="91177"/>
                </a:lnTo>
                <a:lnTo>
                  <a:pt x="1110181" y="91621"/>
                </a:lnTo>
                <a:lnTo>
                  <a:pt x="1110166" y="92063"/>
                </a:lnTo>
                <a:lnTo>
                  <a:pt x="1110146" y="92504"/>
                </a:lnTo>
                <a:lnTo>
                  <a:pt x="1110121" y="92943"/>
                </a:lnTo>
                <a:lnTo>
                  <a:pt x="1110089" y="93380"/>
                </a:lnTo>
                <a:lnTo>
                  <a:pt x="1110052" y="93815"/>
                </a:lnTo>
                <a:lnTo>
                  <a:pt x="1110009" y="94249"/>
                </a:lnTo>
                <a:lnTo>
                  <a:pt x="1109960" y="94682"/>
                </a:lnTo>
                <a:lnTo>
                  <a:pt x="1109905" y="95112"/>
                </a:lnTo>
                <a:lnTo>
                  <a:pt x="1109845" y="95542"/>
                </a:lnTo>
                <a:lnTo>
                  <a:pt x="1109779" y="95969"/>
                </a:lnTo>
                <a:lnTo>
                  <a:pt x="1109707" y="96395"/>
                </a:lnTo>
                <a:lnTo>
                  <a:pt x="1109630" y="96819"/>
                </a:lnTo>
                <a:lnTo>
                  <a:pt x="1109546" y="97242"/>
                </a:lnTo>
                <a:lnTo>
                  <a:pt x="1109457" y="97662"/>
                </a:lnTo>
                <a:lnTo>
                  <a:pt x="1109363" y="98082"/>
                </a:lnTo>
                <a:lnTo>
                  <a:pt x="1109262" y="98499"/>
                </a:lnTo>
                <a:lnTo>
                  <a:pt x="1109156" y="98915"/>
                </a:lnTo>
                <a:lnTo>
                  <a:pt x="1109044" y="99330"/>
                </a:lnTo>
                <a:lnTo>
                  <a:pt x="1108926" y="99742"/>
                </a:lnTo>
                <a:lnTo>
                  <a:pt x="1108803" y="100154"/>
                </a:lnTo>
                <a:lnTo>
                  <a:pt x="1108674" y="100563"/>
                </a:lnTo>
                <a:lnTo>
                  <a:pt x="1108539" y="100971"/>
                </a:lnTo>
                <a:lnTo>
                  <a:pt x="1108398" y="101376"/>
                </a:lnTo>
                <a:lnTo>
                  <a:pt x="1108253" y="101778"/>
                </a:lnTo>
                <a:lnTo>
                  <a:pt x="1108102" y="102178"/>
                </a:lnTo>
                <a:lnTo>
                  <a:pt x="1107946" y="102574"/>
                </a:lnTo>
                <a:lnTo>
                  <a:pt x="1107785" y="102967"/>
                </a:lnTo>
                <a:lnTo>
                  <a:pt x="1107618" y="103358"/>
                </a:lnTo>
                <a:lnTo>
                  <a:pt x="1107447" y="103745"/>
                </a:lnTo>
                <a:lnTo>
                  <a:pt x="1107270" y="104129"/>
                </a:lnTo>
                <a:lnTo>
                  <a:pt x="1107088" y="104511"/>
                </a:lnTo>
                <a:lnTo>
                  <a:pt x="1106901" y="104889"/>
                </a:lnTo>
                <a:lnTo>
                  <a:pt x="1106708" y="105264"/>
                </a:lnTo>
                <a:lnTo>
                  <a:pt x="1106511" y="105637"/>
                </a:lnTo>
                <a:lnTo>
                  <a:pt x="1106308" y="106006"/>
                </a:lnTo>
                <a:lnTo>
                  <a:pt x="1106100" y="106372"/>
                </a:lnTo>
                <a:lnTo>
                  <a:pt x="1105887" y="106736"/>
                </a:lnTo>
                <a:lnTo>
                  <a:pt x="1105668" y="107096"/>
                </a:lnTo>
                <a:lnTo>
                  <a:pt x="1105445" y="107453"/>
                </a:lnTo>
                <a:lnTo>
                  <a:pt x="1105216" y="107808"/>
                </a:lnTo>
                <a:lnTo>
                  <a:pt x="1104982" y="108159"/>
                </a:lnTo>
                <a:lnTo>
                  <a:pt x="1104743" y="108508"/>
                </a:lnTo>
                <a:lnTo>
                  <a:pt x="1104498" y="108853"/>
                </a:lnTo>
                <a:lnTo>
                  <a:pt x="1104249" y="109195"/>
                </a:lnTo>
                <a:lnTo>
                  <a:pt x="1103994" y="109535"/>
                </a:lnTo>
                <a:lnTo>
                  <a:pt x="1103734" y="109871"/>
                </a:lnTo>
                <a:lnTo>
                  <a:pt x="1103469" y="110203"/>
                </a:lnTo>
                <a:lnTo>
                  <a:pt x="1103200" y="110528"/>
                </a:lnTo>
                <a:lnTo>
                  <a:pt x="1102926" y="110848"/>
                </a:lnTo>
                <a:lnTo>
                  <a:pt x="1102647" y="111162"/>
                </a:lnTo>
                <a:lnTo>
                  <a:pt x="1102364" y="111469"/>
                </a:lnTo>
                <a:lnTo>
                  <a:pt x="1102076" y="111771"/>
                </a:lnTo>
                <a:lnTo>
                  <a:pt x="1101783" y="112067"/>
                </a:lnTo>
                <a:lnTo>
                  <a:pt x="1101486" y="112356"/>
                </a:lnTo>
                <a:lnTo>
                  <a:pt x="1101184" y="112640"/>
                </a:lnTo>
                <a:lnTo>
                  <a:pt x="1100877" y="112917"/>
                </a:lnTo>
                <a:lnTo>
                  <a:pt x="1100566" y="113189"/>
                </a:lnTo>
                <a:lnTo>
                  <a:pt x="1100250" y="113454"/>
                </a:lnTo>
                <a:lnTo>
                  <a:pt x="1099929" y="113714"/>
                </a:lnTo>
                <a:lnTo>
                  <a:pt x="1099604" y="113967"/>
                </a:lnTo>
                <a:lnTo>
                  <a:pt x="1099274" y="114215"/>
                </a:lnTo>
                <a:lnTo>
                  <a:pt x="1098940" y="114456"/>
                </a:lnTo>
                <a:lnTo>
                  <a:pt x="1098600" y="114691"/>
                </a:lnTo>
                <a:lnTo>
                  <a:pt x="1098257" y="114921"/>
                </a:lnTo>
                <a:lnTo>
                  <a:pt x="1097908" y="115144"/>
                </a:lnTo>
                <a:lnTo>
                  <a:pt x="1097555" y="115362"/>
                </a:lnTo>
                <a:lnTo>
                  <a:pt x="1097197" y="115573"/>
                </a:lnTo>
                <a:lnTo>
                  <a:pt x="1096834" y="115778"/>
                </a:lnTo>
                <a:lnTo>
                  <a:pt x="1096467" y="115978"/>
                </a:lnTo>
                <a:lnTo>
                  <a:pt x="1096095" y="116171"/>
                </a:lnTo>
                <a:lnTo>
                  <a:pt x="1095720" y="116357"/>
                </a:lnTo>
                <a:lnTo>
                  <a:pt x="1095340" y="116536"/>
                </a:lnTo>
                <a:lnTo>
                  <a:pt x="1094957" y="116706"/>
                </a:lnTo>
                <a:lnTo>
                  <a:pt x="1094570" y="116869"/>
                </a:lnTo>
                <a:lnTo>
                  <a:pt x="1094180" y="117023"/>
                </a:lnTo>
                <a:lnTo>
                  <a:pt x="1093787" y="117170"/>
                </a:lnTo>
                <a:lnTo>
                  <a:pt x="1093389" y="117309"/>
                </a:lnTo>
                <a:lnTo>
                  <a:pt x="1092988" y="117439"/>
                </a:lnTo>
                <a:lnTo>
                  <a:pt x="1092584" y="117562"/>
                </a:lnTo>
                <a:lnTo>
                  <a:pt x="1092176" y="117677"/>
                </a:lnTo>
                <a:lnTo>
                  <a:pt x="1091765" y="117784"/>
                </a:lnTo>
                <a:lnTo>
                  <a:pt x="1091350" y="117883"/>
                </a:lnTo>
                <a:lnTo>
                  <a:pt x="1090931" y="117975"/>
                </a:lnTo>
                <a:lnTo>
                  <a:pt x="1090509" y="118058"/>
                </a:lnTo>
                <a:lnTo>
                  <a:pt x="1090083" y="118133"/>
                </a:lnTo>
                <a:lnTo>
                  <a:pt x="1089654" y="118201"/>
                </a:lnTo>
                <a:lnTo>
                  <a:pt x="1089221" y="118260"/>
                </a:lnTo>
                <a:lnTo>
                  <a:pt x="1088785" y="118312"/>
                </a:lnTo>
                <a:lnTo>
                  <a:pt x="1088345" y="118355"/>
                </a:lnTo>
                <a:lnTo>
                  <a:pt x="1087901" y="118391"/>
                </a:lnTo>
                <a:lnTo>
                  <a:pt x="1087454" y="118419"/>
                </a:lnTo>
                <a:lnTo>
                  <a:pt x="1087004" y="118438"/>
                </a:lnTo>
                <a:lnTo>
                  <a:pt x="1086550" y="118450"/>
                </a:lnTo>
                <a:lnTo>
                  <a:pt x="1086092" y="118454"/>
                </a:lnTo>
                <a:lnTo>
                  <a:pt x="1085648" y="118451"/>
                </a:lnTo>
                <a:lnTo>
                  <a:pt x="1085210" y="118442"/>
                </a:lnTo>
                <a:lnTo>
                  <a:pt x="1084776" y="118427"/>
                </a:lnTo>
                <a:lnTo>
                  <a:pt x="1084348" y="118406"/>
                </a:lnTo>
                <a:lnTo>
                  <a:pt x="1083925" y="118379"/>
                </a:lnTo>
                <a:close/>
                <a:moveTo>
                  <a:pt x="1725227" y="129505"/>
                </a:moveTo>
                <a:lnTo>
                  <a:pt x="1725943" y="129446"/>
                </a:lnTo>
                <a:lnTo>
                  <a:pt x="1726651" y="129377"/>
                </a:lnTo>
                <a:lnTo>
                  <a:pt x="1727351" y="129297"/>
                </a:lnTo>
                <a:lnTo>
                  <a:pt x="1728043" y="129206"/>
                </a:lnTo>
                <a:lnTo>
                  <a:pt x="1728726" y="129105"/>
                </a:lnTo>
                <a:lnTo>
                  <a:pt x="1729401" y="128993"/>
                </a:lnTo>
                <a:lnTo>
                  <a:pt x="1730068" y="128871"/>
                </a:lnTo>
                <a:lnTo>
                  <a:pt x="1730727" y="128737"/>
                </a:lnTo>
                <a:lnTo>
                  <a:pt x="1731377" y="128594"/>
                </a:lnTo>
                <a:lnTo>
                  <a:pt x="1732020" y="128439"/>
                </a:lnTo>
                <a:lnTo>
                  <a:pt x="1732654" y="128274"/>
                </a:lnTo>
                <a:lnTo>
                  <a:pt x="1733280" y="128098"/>
                </a:lnTo>
                <a:lnTo>
                  <a:pt x="1733898" y="127911"/>
                </a:lnTo>
                <a:lnTo>
                  <a:pt x="1734507" y="127714"/>
                </a:lnTo>
                <a:lnTo>
                  <a:pt x="1735109" y="127506"/>
                </a:lnTo>
                <a:lnTo>
                  <a:pt x="1735702" y="127288"/>
                </a:lnTo>
                <a:lnTo>
                  <a:pt x="1736287" y="127059"/>
                </a:lnTo>
                <a:lnTo>
                  <a:pt x="1736863" y="126819"/>
                </a:lnTo>
                <a:lnTo>
                  <a:pt x="1737432" y="126569"/>
                </a:lnTo>
                <a:lnTo>
                  <a:pt x="1737991" y="126308"/>
                </a:lnTo>
                <a:lnTo>
                  <a:pt x="1738540" y="126040"/>
                </a:lnTo>
                <a:lnTo>
                  <a:pt x="1739078" y="125763"/>
                </a:lnTo>
                <a:lnTo>
                  <a:pt x="1739605" y="125477"/>
                </a:lnTo>
                <a:lnTo>
                  <a:pt x="1740122" y="125183"/>
                </a:lnTo>
                <a:lnTo>
                  <a:pt x="1740628" y="124880"/>
                </a:lnTo>
                <a:lnTo>
                  <a:pt x="1741123" y="124569"/>
                </a:lnTo>
                <a:lnTo>
                  <a:pt x="1741607" y="124249"/>
                </a:lnTo>
                <a:lnTo>
                  <a:pt x="1742081" y="123921"/>
                </a:lnTo>
                <a:lnTo>
                  <a:pt x="1742545" y="123585"/>
                </a:lnTo>
                <a:lnTo>
                  <a:pt x="1742997" y="123240"/>
                </a:lnTo>
                <a:lnTo>
                  <a:pt x="1743439" y="122886"/>
                </a:lnTo>
                <a:lnTo>
                  <a:pt x="1743870" y="122524"/>
                </a:lnTo>
                <a:lnTo>
                  <a:pt x="1744291" y="122154"/>
                </a:lnTo>
                <a:lnTo>
                  <a:pt x="1744701" y="121775"/>
                </a:lnTo>
                <a:lnTo>
                  <a:pt x="1745100" y="121388"/>
                </a:lnTo>
                <a:lnTo>
                  <a:pt x="1745488" y="120992"/>
                </a:lnTo>
                <a:lnTo>
                  <a:pt x="1745866" y="120587"/>
                </a:lnTo>
                <a:lnTo>
                  <a:pt x="1746233" y="120175"/>
                </a:lnTo>
                <a:lnTo>
                  <a:pt x="1746590" y="119753"/>
                </a:lnTo>
                <a:lnTo>
                  <a:pt x="1746936" y="119323"/>
                </a:lnTo>
                <a:lnTo>
                  <a:pt x="1747271" y="118885"/>
                </a:lnTo>
                <a:lnTo>
                  <a:pt x="1747595" y="118438"/>
                </a:lnTo>
                <a:lnTo>
                  <a:pt x="1747909" y="117983"/>
                </a:lnTo>
                <a:lnTo>
                  <a:pt x="1748211" y="117520"/>
                </a:lnTo>
                <a:lnTo>
                  <a:pt x="1748500" y="117051"/>
                </a:lnTo>
                <a:lnTo>
                  <a:pt x="1748777" y="116575"/>
                </a:lnTo>
                <a:lnTo>
                  <a:pt x="1749040" y="116093"/>
                </a:lnTo>
                <a:lnTo>
                  <a:pt x="1749291" y="115604"/>
                </a:lnTo>
                <a:lnTo>
                  <a:pt x="1749528" y="115108"/>
                </a:lnTo>
                <a:lnTo>
                  <a:pt x="1749753" y="114606"/>
                </a:lnTo>
                <a:lnTo>
                  <a:pt x="1749965" y="114097"/>
                </a:lnTo>
                <a:lnTo>
                  <a:pt x="1750165" y="113582"/>
                </a:lnTo>
                <a:lnTo>
                  <a:pt x="1750351" y="113060"/>
                </a:lnTo>
                <a:lnTo>
                  <a:pt x="1750524" y="112532"/>
                </a:lnTo>
                <a:lnTo>
                  <a:pt x="1750685" y="111997"/>
                </a:lnTo>
                <a:lnTo>
                  <a:pt x="1750833" y="111456"/>
                </a:lnTo>
                <a:lnTo>
                  <a:pt x="1750968" y="110908"/>
                </a:lnTo>
                <a:lnTo>
                  <a:pt x="1751090" y="110353"/>
                </a:lnTo>
                <a:lnTo>
                  <a:pt x="1751199" y="109792"/>
                </a:lnTo>
                <a:lnTo>
                  <a:pt x="1751296" y="109224"/>
                </a:lnTo>
                <a:lnTo>
                  <a:pt x="1751379" y="108650"/>
                </a:lnTo>
                <a:lnTo>
                  <a:pt x="1751450" y="108069"/>
                </a:lnTo>
                <a:lnTo>
                  <a:pt x="1751508" y="107482"/>
                </a:lnTo>
                <a:lnTo>
                  <a:pt x="1751553" y="106888"/>
                </a:lnTo>
                <a:lnTo>
                  <a:pt x="1751585" y="106287"/>
                </a:lnTo>
                <a:lnTo>
                  <a:pt x="1751604" y="105680"/>
                </a:lnTo>
                <a:lnTo>
                  <a:pt x="1751611" y="105066"/>
                </a:lnTo>
                <a:lnTo>
                  <a:pt x="1751604" y="104364"/>
                </a:lnTo>
                <a:lnTo>
                  <a:pt x="1751583" y="103676"/>
                </a:lnTo>
                <a:lnTo>
                  <a:pt x="1751548" y="103000"/>
                </a:lnTo>
                <a:lnTo>
                  <a:pt x="1751499" y="102338"/>
                </a:lnTo>
                <a:lnTo>
                  <a:pt x="1751436" y="101690"/>
                </a:lnTo>
                <a:lnTo>
                  <a:pt x="1751359" y="101055"/>
                </a:lnTo>
                <a:lnTo>
                  <a:pt x="1751269" y="100433"/>
                </a:lnTo>
                <a:lnTo>
                  <a:pt x="1751164" y="99825"/>
                </a:lnTo>
                <a:lnTo>
                  <a:pt x="1751045" y="99230"/>
                </a:lnTo>
                <a:lnTo>
                  <a:pt x="1750913" y="98648"/>
                </a:lnTo>
                <a:lnTo>
                  <a:pt x="1750766" y="98080"/>
                </a:lnTo>
                <a:lnTo>
                  <a:pt x="1750606" y="97525"/>
                </a:lnTo>
                <a:lnTo>
                  <a:pt x="1750431" y="96984"/>
                </a:lnTo>
                <a:lnTo>
                  <a:pt x="1750243" y="96456"/>
                </a:lnTo>
                <a:lnTo>
                  <a:pt x="1750041" y="95942"/>
                </a:lnTo>
                <a:lnTo>
                  <a:pt x="1749824" y="95440"/>
                </a:lnTo>
                <a:lnTo>
                  <a:pt x="1749594" y="94953"/>
                </a:lnTo>
                <a:lnTo>
                  <a:pt x="1749350" y="94478"/>
                </a:lnTo>
                <a:lnTo>
                  <a:pt x="1749092" y="94018"/>
                </a:lnTo>
                <a:lnTo>
                  <a:pt x="1748820" y="93570"/>
                </a:lnTo>
                <a:lnTo>
                  <a:pt x="1748534" y="93136"/>
                </a:lnTo>
                <a:lnTo>
                  <a:pt x="1748234" y="92715"/>
                </a:lnTo>
                <a:lnTo>
                  <a:pt x="1747920" y="92308"/>
                </a:lnTo>
                <a:lnTo>
                  <a:pt x="1747592" y="91914"/>
                </a:lnTo>
                <a:lnTo>
                  <a:pt x="1747253" y="91531"/>
                </a:lnTo>
                <a:lnTo>
                  <a:pt x="1746905" y="91155"/>
                </a:lnTo>
                <a:lnTo>
                  <a:pt x="1746550" y="90788"/>
                </a:lnTo>
                <a:lnTo>
                  <a:pt x="1746185" y="90428"/>
                </a:lnTo>
                <a:lnTo>
                  <a:pt x="1745812" y="90077"/>
                </a:lnTo>
                <a:lnTo>
                  <a:pt x="1745431" y="89733"/>
                </a:lnTo>
                <a:lnTo>
                  <a:pt x="1745041" y="89397"/>
                </a:lnTo>
                <a:lnTo>
                  <a:pt x="1744643" y="89069"/>
                </a:lnTo>
                <a:lnTo>
                  <a:pt x="1744236" y="88749"/>
                </a:lnTo>
                <a:lnTo>
                  <a:pt x="1743821" y="88437"/>
                </a:lnTo>
                <a:lnTo>
                  <a:pt x="1743397" y="88133"/>
                </a:lnTo>
                <a:lnTo>
                  <a:pt x="1742965" y="87837"/>
                </a:lnTo>
                <a:lnTo>
                  <a:pt x="1742524" y="87549"/>
                </a:lnTo>
                <a:lnTo>
                  <a:pt x="1742075" y="87269"/>
                </a:lnTo>
                <a:lnTo>
                  <a:pt x="1741617" y="86996"/>
                </a:lnTo>
                <a:lnTo>
                  <a:pt x="1741151" y="86732"/>
                </a:lnTo>
                <a:lnTo>
                  <a:pt x="1740677" y="86476"/>
                </a:lnTo>
                <a:lnTo>
                  <a:pt x="1740194" y="86227"/>
                </a:lnTo>
                <a:lnTo>
                  <a:pt x="1739702" y="85987"/>
                </a:lnTo>
                <a:lnTo>
                  <a:pt x="1739202" y="85754"/>
                </a:lnTo>
                <a:lnTo>
                  <a:pt x="1738694" y="85529"/>
                </a:lnTo>
                <a:lnTo>
                  <a:pt x="1738177" y="85313"/>
                </a:lnTo>
                <a:lnTo>
                  <a:pt x="1737651" y="85104"/>
                </a:lnTo>
                <a:lnTo>
                  <a:pt x="1737117" y="84903"/>
                </a:lnTo>
                <a:lnTo>
                  <a:pt x="1736576" y="84708"/>
                </a:lnTo>
                <a:lnTo>
                  <a:pt x="1736031" y="84516"/>
                </a:lnTo>
                <a:lnTo>
                  <a:pt x="1735480" y="84327"/>
                </a:lnTo>
                <a:lnTo>
                  <a:pt x="1734925" y="84142"/>
                </a:lnTo>
                <a:lnTo>
                  <a:pt x="1734365" y="83960"/>
                </a:lnTo>
                <a:lnTo>
                  <a:pt x="1733799" y="83781"/>
                </a:lnTo>
                <a:lnTo>
                  <a:pt x="1733229" y="83605"/>
                </a:lnTo>
                <a:lnTo>
                  <a:pt x="1732654" y="83433"/>
                </a:lnTo>
                <a:lnTo>
                  <a:pt x="1732074" y="83264"/>
                </a:lnTo>
                <a:lnTo>
                  <a:pt x="1731489" y="83098"/>
                </a:lnTo>
                <a:lnTo>
                  <a:pt x="1730900" y="82936"/>
                </a:lnTo>
                <a:lnTo>
                  <a:pt x="1730305" y="82777"/>
                </a:lnTo>
                <a:lnTo>
                  <a:pt x="1729705" y="82621"/>
                </a:lnTo>
                <a:lnTo>
                  <a:pt x="1729101" y="82468"/>
                </a:lnTo>
                <a:lnTo>
                  <a:pt x="1728491" y="82319"/>
                </a:lnTo>
                <a:lnTo>
                  <a:pt x="1727877" y="82173"/>
                </a:lnTo>
                <a:lnTo>
                  <a:pt x="1727257" y="82030"/>
                </a:lnTo>
                <a:lnTo>
                  <a:pt x="1726633" y="81890"/>
                </a:lnTo>
                <a:lnTo>
                  <a:pt x="1726004" y="81754"/>
                </a:lnTo>
                <a:lnTo>
                  <a:pt x="1725370" y="81621"/>
                </a:lnTo>
                <a:lnTo>
                  <a:pt x="1724731" y="81492"/>
                </a:lnTo>
                <a:lnTo>
                  <a:pt x="1724087" y="81365"/>
                </a:lnTo>
                <a:lnTo>
                  <a:pt x="1723438" y="81242"/>
                </a:lnTo>
                <a:lnTo>
                  <a:pt x="1722785" y="81122"/>
                </a:lnTo>
                <a:lnTo>
                  <a:pt x="1722276" y="81029"/>
                </a:lnTo>
                <a:lnTo>
                  <a:pt x="1721774" y="80934"/>
                </a:lnTo>
                <a:lnTo>
                  <a:pt x="1721280" y="80837"/>
                </a:lnTo>
                <a:lnTo>
                  <a:pt x="1720792" y="80738"/>
                </a:lnTo>
                <a:lnTo>
                  <a:pt x="1720310" y="80636"/>
                </a:lnTo>
                <a:lnTo>
                  <a:pt x="1719836" y="80532"/>
                </a:lnTo>
                <a:lnTo>
                  <a:pt x="1719368" y="80426"/>
                </a:lnTo>
                <a:lnTo>
                  <a:pt x="1718908" y="80318"/>
                </a:lnTo>
                <a:lnTo>
                  <a:pt x="1718454" y="80208"/>
                </a:lnTo>
                <a:lnTo>
                  <a:pt x="1718007" y="80095"/>
                </a:lnTo>
                <a:lnTo>
                  <a:pt x="1717567" y="79980"/>
                </a:lnTo>
                <a:lnTo>
                  <a:pt x="1717133" y="79863"/>
                </a:lnTo>
                <a:lnTo>
                  <a:pt x="1716707" y="79744"/>
                </a:lnTo>
                <a:lnTo>
                  <a:pt x="1716287" y="79623"/>
                </a:lnTo>
                <a:lnTo>
                  <a:pt x="1715874" y="79499"/>
                </a:lnTo>
                <a:lnTo>
                  <a:pt x="1715468" y="79374"/>
                </a:lnTo>
                <a:lnTo>
                  <a:pt x="1715069" y="79246"/>
                </a:lnTo>
                <a:lnTo>
                  <a:pt x="1714677" y="79115"/>
                </a:lnTo>
                <a:lnTo>
                  <a:pt x="1714291" y="78983"/>
                </a:lnTo>
                <a:lnTo>
                  <a:pt x="1713913" y="78849"/>
                </a:lnTo>
                <a:lnTo>
                  <a:pt x="1713541" y="78712"/>
                </a:lnTo>
                <a:lnTo>
                  <a:pt x="1713176" y="78573"/>
                </a:lnTo>
                <a:lnTo>
                  <a:pt x="1712818" y="78432"/>
                </a:lnTo>
                <a:lnTo>
                  <a:pt x="1712466" y="78288"/>
                </a:lnTo>
                <a:lnTo>
                  <a:pt x="1712122" y="78143"/>
                </a:lnTo>
                <a:lnTo>
                  <a:pt x="1711785" y="77995"/>
                </a:lnTo>
                <a:lnTo>
                  <a:pt x="1711455" y="77844"/>
                </a:lnTo>
                <a:lnTo>
                  <a:pt x="1711132" y="77691"/>
                </a:lnTo>
                <a:lnTo>
                  <a:pt x="1710816" y="77536"/>
                </a:lnTo>
                <a:lnTo>
                  <a:pt x="1710507" y="77378"/>
                </a:lnTo>
                <a:lnTo>
                  <a:pt x="1710205" y="77217"/>
                </a:lnTo>
                <a:lnTo>
                  <a:pt x="1709911" y="77054"/>
                </a:lnTo>
                <a:lnTo>
                  <a:pt x="1709623" y="76889"/>
                </a:lnTo>
                <a:lnTo>
                  <a:pt x="1709343" y="76721"/>
                </a:lnTo>
                <a:lnTo>
                  <a:pt x="1709069" y="76551"/>
                </a:lnTo>
                <a:lnTo>
                  <a:pt x="1708803" y="76378"/>
                </a:lnTo>
                <a:lnTo>
                  <a:pt x="1708544" y="76203"/>
                </a:lnTo>
                <a:lnTo>
                  <a:pt x="1708292" y="76025"/>
                </a:lnTo>
                <a:lnTo>
                  <a:pt x="1708048" y="75845"/>
                </a:lnTo>
                <a:lnTo>
                  <a:pt x="1707810" y="75663"/>
                </a:lnTo>
                <a:lnTo>
                  <a:pt x="1707579" y="75478"/>
                </a:lnTo>
                <a:lnTo>
                  <a:pt x="1707356" y="75290"/>
                </a:lnTo>
                <a:lnTo>
                  <a:pt x="1707139" y="75100"/>
                </a:lnTo>
                <a:lnTo>
                  <a:pt x="1706930" y="74908"/>
                </a:lnTo>
                <a:lnTo>
                  <a:pt x="1706728" y="74713"/>
                </a:lnTo>
                <a:lnTo>
                  <a:pt x="1706533" y="74516"/>
                </a:lnTo>
                <a:lnTo>
                  <a:pt x="1706345" y="74316"/>
                </a:lnTo>
                <a:lnTo>
                  <a:pt x="1706164" y="74114"/>
                </a:lnTo>
                <a:lnTo>
                  <a:pt x="1705991" y="73909"/>
                </a:lnTo>
                <a:lnTo>
                  <a:pt x="1705825" y="73702"/>
                </a:lnTo>
                <a:lnTo>
                  <a:pt x="1705666" y="73492"/>
                </a:lnTo>
                <a:lnTo>
                  <a:pt x="1705515" y="73280"/>
                </a:lnTo>
                <a:lnTo>
                  <a:pt x="1705371" y="73065"/>
                </a:lnTo>
                <a:lnTo>
                  <a:pt x="1705235" y="72848"/>
                </a:lnTo>
                <a:lnTo>
                  <a:pt x="1705105" y="72629"/>
                </a:lnTo>
                <a:lnTo>
                  <a:pt x="1704984" y="72407"/>
                </a:lnTo>
                <a:lnTo>
                  <a:pt x="1704869" y="72182"/>
                </a:lnTo>
                <a:lnTo>
                  <a:pt x="1704762" y="71955"/>
                </a:lnTo>
                <a:lnTo>
                  <a:pt x="1704663" y="71726"/>
                </a:lnTo>
                <a:lnTo>
                  <a:pt x="1704571" y="71494"/>
                </a:lnTo>
                <a:lnTo>
                  <a:pt x="1704486" y="71260"/>
                </a:lnTo>
                <a:lnTo>
                  <a:pt x="1704408" y="71023"/>
                </a:lnTo>
                <a:lnTo>
                  <a:pt x="1704338" y="70784"/>
                </a:lnTo>
                <a:lnTo>
                  <a:pt x="1704276" y="70542"/>
                </a:lnTo>
                <a:lnTo>
                  <a:pt x="1704220" y="70298"/>
                </a:lnTo>
                <a:lnTo>
                  <a:pt x="1704172" y="70052"/>
                </a:lnTo>
                <a:lnTo>
                  <a:pt x="1704132" y="69803"/>
                </a:lnTo>
                <a:lnTo>
                  <a:pt x="1704098" y="69551"/>
                </a:lnTo>
                <a:lnTo>
                  <a:pt x="1704073" y="69297"/>
                </a:lnTo>
                <a:lnTo>
                  <a:pt x="1704054" y="69041"/>
                </a:lnTo>
                <a:lnTo>
                  <a:pt x="1704043" y="68782"/>
                </a:lnTo>
                <a:lnTo>
                  <a:pt x="1704039" y="68520"/>
                </a:lnTo>
                <a:lnTo>
                  <a:pt x="1704046" y="68117"/>
                </a:lnTo>
                <a:lnTo>
                  <a:pt x="1704066" y="67720"/>
                </a:lnTo>
                <a:lnTo>
                  <a:pt x="1704100" y="67330"/>
                </a:lnTo>
                <a:lnTo>
                  <a:pt x="1704147" y="66946"/>
                </a:lnTo>
                <a:lnTo>
                  <a:pt x="1704207" y="66568"/>
                </a:lnTo>
                <a:lnTo>
                  <a:pt x="1704281" y="66198"/>
                </a:lnTo>
                <a:lnTo>
                  <a:pt x="1704368" y="65834"/>
                </a:lnTo>
                <a:lnTo>
                  <a:pt x="1704468" y="65476"/>
                </a:lnTo>
                <a:lnTo>
                  <a:pt x="1704582" y="65125"/>
                </a:lnTo>
                <a:lnTo>
                  <a:pt x="1704709" y="64780"/>
                </a:lnTo>
                <a:lnTo>
                  <a:pt x="1704850" y="64442"/>
                </a:lnTo>
                <a:lnTo>
                  <a:pt x="1705004" y="64111"/>
                </a:lnTo>
                <a:lnTo>
                  <a:pt x="1705171" y="63786"/>
                </a:lnTo>
                <a:lnTo>
                  <a:pt x="1705352" y="63468"/>
                </a:lnTo>
                <a:lnTo>
                  <a:pt x="1705546" y="63156"/>
                </a:lnTo>
                <a:lnTo>
                  <a:pt x="1705754" y="62851"/>
                </a:lnTo>
                <a:lnTo>
                  <a:pt x="1705975" y="62553"/>
                </a:lnTo>
                <a:lnTo>
                  <a:pt x="1706209" y="62261"/>
                </a:lnTo>
                <a:lnTo>
                  <a:pt x="1706457" y="61975"/>
                </a:lnTo>
                <a:lnTo>
                  <a:pt x="1706718" y="61696"/>
                </a:lnTo>
                <a:lnTo>
                  <a:pt x="1706993" y="61424"/>
                </a:lnTo>
                <a:lnTo>
                  <a:pt x="1707281" y="61158"/>
                </a:lnTo>
                <a:lnTo>
                  <a:pt x="1707582" y="60899"/>
                </a:lnTo>
                <a:lnTo>
                  <a:pt x="1707897" y="60646"/>
                </a:lnTo>
                <a:lnTo>
                  <a:pt x="1708225" y="60402"/>
                </a:lnTo>
                <a:lnTo>
                  <a:pt x="1708565" y="60168"/>
                </a:lnTo>
                <a:lnTo>
                  <a:pt x="1708918" y="59944"/>
                </a:lnTo>
                <a:lnTo>
                  <a:pt x="1709282" y="59731"/>
                </a:lnTo>
                <a:lnTo>
                  <a:pt x="1709659" y="59529"/>
                </a:lnTo>
                <a:lnTo>
                  <a:pt x="1710049" y="59336"/>
                </a:lnTo>
                <a:lnTo>
                  <a:pt x="1710450" y="59154"/>
                </a:lnTo>
                <a:lnTo>
                  <a:pt x="1710864" y="58983"/>
                </a:lnTo>
                <a:lnTo>
                  <a:pt x="1711290" y="58821"/>
                </a:lnTo>
                <a:lnTo>
                  <a:pt x="1711729" y="58671"/>
                </a:lnTo>
                <a:lnTo>
                  <a:pt x="1712180" y="58530"/>
                </a:lnTo>
                <a:lnTo>
                  <a:pt x="1712643" y="58400"/>
                </a:lnTo>
                <a:lnTo>
                  <a:pt x="1713118" y="58281"/>
                </a:lnTo>
                <a:lnTo>
                  <a:pt x="1713606" y="58172"/>
                </a:lnTo>
                <a:lnTo>
                  <a:pt x="1714106" y="58073"/>
                </a:lnTo>
                <a:lnTo>
                  <a:pt x="1714619" y="57984"/>
                </a:lnTo>
                <a:lnTo>
                  <a:pt x="1715143" y="57906"/>
                </a:lnTo>
                <a:lnTo>
                  <a:pt x="1715680" y="57839"/>
                </a:lnTo>
                <a:lnTo>
                  <a:pt x="1716229" y="57782"/>
                </a:lnTo>
                <a:lnTo>
                  <a:pt x="1716791" y="57735"/>
                </a:lnTo>
                <a:lnTo>
                  <a:pt x="1717365" y="57698"/>
                </a:lnTo>
                <a:lnTo>
                  <a:pt x="1717951" y="57672"/>
                </a:lnTo>
                <a:lnTo>
                  <a:pt x="1718549" y="57657"/>
                </a:lnTo>
                <a:lnTo>
                  <a:pt x="1719160" y="57652"/>
                </a:lnTo>
                <a:lnTo>
                  <a:pt x="1719785" y="57657"/>
                </a:lnTo>
                <a:lnTo>
                  <a:pt x="1720398" y="57675"/>
                </a:lnTo>
                <a:lnTo>
                  <a:pt x="1721000" y="57705"/>
                </a:lnTo>
                <a:lnTo>
                  <a:pt x="1721591" y="57746"/>
                </a:lnTo>
                <a:lnTo>
                  <a:pt x="1722171" y="57799"/>
                </a:lnTo>
                <a:lnTo>
                  <a:pt x="1722739" y="57863"/>
                </a:lnTo>
                <a:lnTo>
                  <a:pt x="1723296" y="57940"/>
                </a:lnTo>
                <a:lnTo>
                  <a:pt x="1723842" y="58028"/>
                </a:lnTo>
                <a:lnTo>
                  <a:pt x="1724377" y="58128"/>
                </a:lnTo>
                <a:lnTo>
                  <a:pt x="1724901" y="58240"/>
                </a:lnTo>
                <a:lnTo>
                  <a:pt x="1725413" y="58364"/>
                </a:lnTo>
                <a:lnTo>
                  <a:pt x="1725914" y="58499"/>
                </a:lnTo>
                <a:lnTo>
                  <a:pt x="1726404" y="58646"/>
                </a:lnTo>
                <a:lnTo>
                  <a:pt x="1726883" y="58805"/>
                </a:lnTo>
                <a:lnTo>
                  <a:pt x="1727350" y="58975"/>
                </a:lnTo>
                <a:lnTo>
                  <a:pt x="1727807" y="59158"/>
                </a:lnTo>
                <a:lnTo>
                  <a:pt x="1728252" y="59352"/>
                </a:lnTo>
                <a:lnTo>
                  <a:pt x="1728685" y="59558"/>
                </a:lnTo>
                <a:lnTo>
                  <a:pt x="1729108" y="59776"/>
                </a:lnTo>
                <a:lnTo>
                  <a:pt x="1729519" y="60005"/>
                </a:lnTo>
                <a:lnTo>
                  <a:pt x="1729920" y="60246"/>
                </a:lnTo>
                <a:lnTo>
                  <a:pt x="1730309" y="60499"/>
                </a:lnTo>
                <a:lnTo>
                  <a:pt x="1730686" y="60764"/>
                </a:lnTo>
                <a:lnTo>
                  <a:pt x="1731053" y="61041"/>
                </a:lnTo>
                <a:lnTo>
                  <a:pt x="1731408" y="61327"/>
                </a:lnTo>
                <a:lnTo>
                  <a:pt x="1731751" y="61623"/>
                </a:lnTo>
                <a:lnTo>
                  <a:pt x="1732081" y="61928"/>
                </a:lnTo>
                <a:lnTo>
                  <a:pt x="1732399" y="62242"/>
                </a:lnTo>
                <a:lnTo>
                  <a:pt x="1732705" y="62564"/>
                </a:lnTo>
                <a:lnTo>
                  <a:pt x="1732998" y="62896"/>
                </a:lnTo>
                <a:lnTo>
                  <a:pt x="1733279" y="63237"/>
                </a:lnTo>
                <a:lnTo>
                  <a:pt x="1733548" y="63587"/>
                </a:lnTo>
                <a:lnTo>
                  <a:pt x="1733804" y="63946"/>
                </a:lnTo>
                <a:lnTo>
                  <a:pt x="1734048" y="64314"/>
                </a:lnTo>
                <a:lnTo>
                  <a:pt x="1734280" y="64691"/>
                </a:lnTo>
                <a:lnTo>
                  <a:pt x="1734500" y="65077"/>
                </a:lnTo>
                <a:lnTo>
                  <a:pt x="1734707" y="65472"/>
                </a:lnTo>
                <a:lnTo>
                  <a:pt x="1734902" y="65876"/>
                </a:lnTo>
                <a:lnTo>
                  <a:pt x="1735084" y="66289"/>
                </a:lnTo>
                <a:lnTo>
                  <a:pt x="1735254" y="66711"/>
                </a:lnTo>
                <a:lnTo>
                  <a:pt x="1735412" y="67142"/>
                </a:lnTo>
                <a:lnTo>
                  <a:pt x="1735558" y="67582"/>
                </a:lnTo>
                <a:lnTo>
                  <a:pt x="1735691" y="68031"/>
                </a:lnTo>
                <a:lnTo>
                  <a:pt x="1735812" y="68489"/>
                </a:lnTo>
                <a:lnTo>
                  <a:pt x="1735921" y="68956"/>
                </a:lnTo>
                <a:lnTo>
                  <a:pt x="1736017" y="69433"/>
                </a:lnTo>
                <a:lnTo>
                  <a:pt x="1736101" y="69918"/>
                </a:lnTo>
                <a:lnTo>
                  <a:pt x="1736173" y="70412"/>
                </a:lnTo>
                <a:lnTo>
                  <a:pt x="1749248" y="70412"/>
                </a:lnTo>
                <a:lnTo>
                  <a:pt x="1749118" y="69450"/>
                </a:lnTo>
                <a:lnTo>
                  <a:pt x="1748967" y="68507"/>
                </a:lnTo>
                <a:lnTo>
                  <a:pt x="1748792" y="67584"/>
                </a:lnTo>
                <a:lnTo>
                  <a:pt x="1748596" y="66679"/>
                </a:lnTo>
                <a:lnTo>
                  <a:pt x="1748377" y="65794"/>
                </a:lnTo>
                <a:lnTo>
                  <a:pt x="1748135" y="64928"/>
                </a:lnTo>
                <a:lnTo>
                  <a:pt x="1747871" y="64081"/>
                </a:lnTo>
                <a:lnTo>
                  <a:pt x="1747585" y="63253"/>
                </a:lnTo>
                <a:lnTo>
                  <a:pt x="1747276" y="62444"/>
                </a:lnTo>
                <a:lnTo>
                  <a:pt x="1746945" y="61655"/>
                </a:lnTo>
                <a:lnTo>
                  <a:pt x="1746591" y="60885"/>
                </a:lnTo>
                <a:lnTo>
                  <a:pt x="1746215" y="60133"/>
                </a:lnTo>
                <a:lnTo>
                  <a:pt x="1745817" y="59401"/>
                </a:lnTo>
                <a:lnTo>
                  <a:pt x="1745396" y="58688"/>
                </a:lnTo>
                <a:lnTo>
                  <a:pt x="1744952" y="57994"/>
                </a:lnTo>
                <a:lnTo>
                  <a:pt x="1744487" y="57320"/>
                </a:lnTo>
                <a:lnTo>
                  <a:pt x="1743998" y="56664"/>
                </a:lnTo>
                <a:lnTo>
                  <a:pt x="1743488" y="56028"/>
                </a:lnTo>
                <a:lnTo>
                  <a:pt x="1742955" y="55410"/>
                </a:lnTo>
                <a:lnTo>
                  <a:pt x="1742399" y="54812"/>
                </a:lnTo>
                <a:lnTo>
                  <a:pt x="1741821" y="54233"/>
                </a:lnTo>
                <a:lnTo>
                  <a:pt x="1741221" y="53674"/>
                </a:lnTo>
                <a:lnTo>
                  <a:pt x="1740598" y="53133"/>
                </a:lnTo>
                <a:lnTo>
                  <a:pt x="1739953" y="52611"/>
                </a:lnTo>
                <a:lnTo>
                  <a:pt x="1739288" y="52110"/>
                </a:lnTo>
                <a:lnTo>
                  <a:pt x="1738607" y="51630"/>
                </a:lnTo>
                <a:lnTo>
                  <a:pt x="1737908" y="51171"/>
                </a:lnTo>
                <a:lnTo>
                  <a:pt x="1737192" y="50734"/>
                </a:lnTo>
                <a:lnTo>
                  <a:pt x="1736460" y="50318"/>
                </a:lnTo>
                <a:lnTo>
                  <a:pt x="1735710" y="49924"/>
                </a:lnTo>
                <a:lnTo>
                  <a:pt x="1734943" y="49550"/>
                </a:lnTo>
                <a:lnTo>
                  <a:pt x="1734160" y="49198"/>
                </a:lnTo>
                <a:lnTo>
                  <a:pt x="1733359" y="48868"/>
                </a:lnTo>
                <a:lnTo>
                  <a:pt x="1732542" y="48558"/>
                </a:lnTo>
                <a:lnTo>
                  <a:pt x="1731708" y="48270"/>
                </a:lnTo>
                <a:lnTo>
                  <a:pt x="1730856" y="48004"/>
                </a:lnTo>
                <a:lnTo>
                  <a:pt x="1729988" y="47758"/>
                </a:lnTo>
                <a:lnTo>
                  <a:pt x="1729103" y="47534"/>
                </a:lnTo>
                <a:lnTo>
                  <a:pt x="1728201" y="47332"/>
                </a:lnTo>
                <a:lnTo>
                  <a:pt x="1727282" y="47150"/>
                </a:lnTo>
                <a:lnTo>
                  <a:pt x="1726346" y="46990"/>
                </a:lnTo>
                <a:lnTo>
                  <a:pt x="1725393" y="46852"/>
                </a:lnTo>
                <a:lnTo>
                  <a:pt x="1724423" y="46734"/>
                </a:lnTo>
                <a:lnTo>
                  <a:pt x="1723436" y="46639"/>
                </a:lnTo>
                <a:lnTo>
                  <a:pt x="1722432" y="46564"/>
                </a:lnTo>
                <a:lnTo>
                  <a:pt x="1721411" y="46511"/>
                </a:lnTo>
                <a:lnTo>
                  <a:pt x="1720374" y="46479"/>
                </a:lnTo>
                <a:lnTo>
                  <a:pt x="1719319" y="46468"/>
                </a:lnTo>
                <a:lnTo>
                  <a:pt x="1718600" y="46473"/>
                </a:lnTo>
                <a:lnTo>
                  <a:pt x="1717889" y="46489"/>
                </a:lnTo>
                <a:lnTo>
                  <a:pt x="1717186" y="46515"/>
                </a:lnTo>
                <a:lnTo>
                  <a:pt x="1716490" y="46551"/>
                </a:lnTo>
                <a:lnTo>
                  <a:pt x="1715801" y="46598"/>
                </a:lnTo>
                <a:lnTo>
                  <a:pt x="1715119" y="46655"/>
                </a:lnTo>
                <a:lnTo>
                  <a:pt x="1714445" y="46723"/>
                </a:lnTo>
                <a:lnTo>
                  <a:pt x="1713779" y="46801"/>
                </a:lnTo>
                <a:lnTo>
                  <a:pt x="1713119" y="46889"/>
                </a:lnTo>
                <a:lnTo>
                  <a:pt x="1712467" y="46988"/>
                </a:lnTo>
                <a:lnTo>
                  <a:pt x="1711823" y="47097"/>
                </a:lnTo>
                <a:lnTo>
                  <a:pt x="1711186" y="47217"/>
                </a:lnTo>
                <a:lnTo>
                  <a:pt x="1710556" y="47347"/>
                </a:lnTo>
                <a:lnTo>
                  <a:pt x="1709934" y="47487"/>
                </a:lnTo>
                <a:lnTo>
                  <a:pt x="1709319" y="47638"/>
                </a:lnTo>
                <a:lnTo>
                  <a:pt x="1708711" y="47799"/>
                </a:lnTo>
                <a:lnTo>
                  <a:pt x="1708111" y="47970"/>
                </a:lnTo>
                <a:lnTo>
                  <a:pt x="1707518" y="48152"/>
                </a:lnTo>
                <a:lnTo>
                  <a:pt x="1706933" y="48345"/>
                </a:lnTo>
                <a:lnTo>
                  <a:pt x="1706355" y="48548"/>
                </a:lnTo>
                <a:lnTo>
                  <a:pt x="1705784" y="48761"/>
                </a:lnTo>
                <a:lnTo>
                  <a:pt x="1705221" y="48984"/>
                </a:lnTo>
                <a:lnTo>
                  <a:pt x="1704665" y="49218"/>
                </a:lnTo>
                <a:lnTo>
                  <a:pt x="1704116" y="49463"/>
                </a:lnTo>
                <a:lnTo>
                  <a:pt x="1703577" y="49716"/>
                </a:lnTo>
                <a:lnTo>
                  <a:pt x="1703048" y="49977"/>
                </a:lnTo>
                <a:lnTo>
                  <a:pt x="1702530" y="50247"/>
                </a:lnTo>
                <a:lnTo>
                  <a:pt x="1702023" y="50524"/>
                </a:lnTo>
                <a:lnTo>
                  <a:pt x="1701527" y="50809"/>
                </a:lnTo>
                <a:lnTo>
                  <a:pt x="1701041" y="51102"/>
                </a:lnTo>
                <a:lnTo>
                  <a:pt x="1700565" y="51403"/>
                </a:lnTo>
                <a:lnTo>
                  <a:pt x="1700101" y="51712"/>
                </a:lnTo>
                <a:lnTo>
                  <a:pt x="1699647" y="52028"/>
                </a:lnTo>
                <a:lnTo>
                  <a:pt x="1699203" y="52353"/>
                </a:lnTo>
                <a:lnTo>
                  <a:pt x="1698770" y="52686"/>
                </a:lnTo>
                <a:lnTo>
                  <a:pt x="1698348" y="53027"/>
                </a:lnTo>
                <a:lnTo>
                  <a:pt x="1697937" y="53375"/>
                </a:lnTo>
                <a:lnTo>
                  <a:pt x="1697536" y="53732"/>
                </a:lnTo>
                <a:lnTo>
                  <a:pt x="1697146" y="54096"/>
                </a:lnTo>
                <a:lnTo>
                  <a:pt x="1696767" y="54468"/>
                </a:lnTo>
                <a:lnTo>
                  <a:pt x="1696398" y="54849"/>
                </a:lnTo>
                <a:lnTo>
                  <a:pt x="1696040" y="55237"/>
                </a:lnTo>
                <a:lnTo>
                  <a:pt x="1695693" y="55633"/>
                </a:lnTo>
                <a:lnTo>
                  <a:pt x="1695356" y="56037"/>
                </a:lnTo>
                <a:lnTo>
                  <a:pt x="1695030" y="56449"/>
                </a:lnTo>
                <a:lnTo>
                  <a:pt x="1694714" y="56869"/>
                </a:lnTo>
                <a:lnTo>
                  <a:pt x="1694409" y="57297"/>
                </a:lnTo>
                <a:lnTo>
                  <a:pt x="1694115" y="57733"/>
                </a:lnTo>
                <a:lnTo>
                  <a:pt x="1693832" y="58176"/>
                </a:lnTo>
                <a:lnTo>
                  <a:pt x="1693562" y="58623"/>
                </a:lnTo>
                <a:lnTo>
                  <a:pt x="1693303" y="59076"/>
                </a:lnTo>
                <a:lnTo>
                  <a:pt x="1693056" y="59533"/>
                </a:lnTo>
                <a:lnTo>
                  <a:pt x="1692821" y="59997"/>
                </a:lnTo>
                <a:lnTo>
                  <a:pt x="1692599" y="60465"/>
                </a:lnTo>
                <a:lnTo>
                  <a:pt x="1692388" y="60938"/>
                </a:lnTo>
                <a:lnTo>
                  <a:pt x="1692190" y="61417"/>
                </a:lnTo>
                <a:lnTo>
                  <a:pt x="1692003" y="61901"/>
                </a:lnTo>
                <a:lnTo>
                  <a:pt x="1691829" y="62390"/>
                </a:lnTo>
                <a:lnTo>
                  <a:pt x="1691666" y="62884"/>
                </a:lnTo>
                <a:lnTo>
                  <a:pt x="1691516" y="63383"/>
                </a:lnTo>
                <a:lnTo>
                  <a:pt x="1691377" y="63888"/>
                </a:lnTo>
                <a:lnTo>
                  <a:pt x="1691251" y="64398"/>
                </a:lnTo>
                <a:lnTo>
                  <a:pt x="1691137" y="64913"/>
                </a:lnTo>
                <a:lnTo>
                  <a:pt x="1691034" y="65433"/>
                </a:lnTo>
                <a:lnTo>
                  <a:pt x="1690944" y="65959"/>
                </a:lnTo>
                <a:lnTo>
                  <a:pt x="1690866" y="66489"/>
                </a:lnTo>
                <a:lnTo>
                  <a:pt x="1690800" y="67025"/>
                </a:lnTo>
                <a:lnTo>
                  <a:pt x="1690746" y="67566"/>
                </a:lnTo>
                <a:lnTo>
                  <a:pt x="1690703" y="68112"/>
                </a:lnTo>
                <a:lnTo>
                  <a:pt x="1690673" y="68664"/>
                </a:lnTo>
                <a:lnTo>
                  <a:pt x="1690655" y="69220"/>
                </a:lnTo>
                <a:lnTo>
                  <a:pt x="1690649" y="69782"/>
                </a:lnTo>
                <a:lnTo>
                  <a:pt x="1690653" y="70239"/>
                </a:lnTo>
                <a:lnTo>
                  <a:pt x="1690665" y="70689"/>
                </a:lnTo>
                <a:lnTo>
                  <a:pt x="1690685" y="71134"/>
                </a:lnTo>
                <a:lnTo>
                  <a:pt x="1690713" y="71572"/>
                </a:lnTo>
                <a:lnTo>
                  <a:pt x="1690748" y="72004"/>
                </a:lnTo>
                <a:lnTo>
                  <a:pt x="1690792" y="72431"/>
                </a:lnTo>
                <a:lnTo>
                  <a:pt x="1690843" y="72851"/>
                </a:lnTo>
                <a:lnTo>
                  <a:pt x="1690903" y="73266"/>
                </a:lnTo>
                <a:lnTo>
                  <a:pt x="1690970" y="73674"/>
                </a:lnTo>
                <a:lnTo>
                  <a:pt x="1691046" y="74076"/>
                </a:lnTo>
                <a:lnTo>
                  <a:pt x="1691129" y="74473"/>
                </a:lnTo>
                <a:lnTo>
                  <a:pt x="1691220" y="74863"/>
                </a:lnTo>
                <a:lnTo>
                  <a:pt x="1691319" y="75247"/>
                </a:lnTo>
                <a:lnTo>
                  <a:pt x="1691426" y="75625"/>
                </a:lnTo>
                <a:lnTo>
                  <a:pt x="1691541" y="75998"/>
                </a:lnTo>
                <a:lnTo>
                  <a:pt x="1691664" y="76364"/>
                </a:lnTo>
                <a:lnTo>
                  <a:pt x="1691795" y="76724"/>
                </a:lnTo>
                <a:lnTo>
                  <a:pt x="1691934" y="77078"/>
                </a:lnTo>
                <a:lnTo>
                  <a:pt x="1692080" y="77426"/>
                </a:lnTo>
                <a:lnTo>
                  <a:pt x="1692235" y="77768"/>
                </a:lnTo>
                <a:lnTo>
                  <a:pt x="1692397" y="78105"/>
                </a:lnTo>
                <a:lnTo>
                  <a:pt x="1692568" y="78435"/>
                </a:lnTo>
                <a:lnTo>
                  <a:pt x="1692746" y="78759"/>
                </a:lnTo>
                <a:lnTo>
                  <a:pt x="1692933" y="79077"/>
                </a:lnTo>
                <a:lnTo>
                  <a:pt x="1693126" y="79390"/>
                </a:lnTo>
                <a:lnTo>
                  <a:pt x="1693325" y="79698"/>
                </a:lnTo>
                <a:lnTo>
                  <a:pt x="1693530" y="80003"/>
                </a:lnTo>
                <a:lnTo>
                  <a:pt x="1693740" y="80304"/>
                </a:lnTo>
                <a:lnTo>
                  <a:pt x="1693957" y="80600"/>
                </a:lnTo>
                <a:lnTo>
                  <a:pt x="1694179" y="80892"/>
                </a:lnTo>
                <a:lnTo>
                  <a:pt x="1694406" y="81181"/>
                </a:lnTo>
                <a:lnTo>
                  <a:pt x="1694640" y="81465"/>
                </a:lnTo>
                <a:lnTo>
                  <a:pt x="1694879" y="81745"/>
                </a:lnTo>
                <a:lnTo>
                  <a:pt x="1695124" y="82021"/>
                </a:lnTo>
                <a:lnTo>
                  <a:pt x="1695375" y="82293"/>
                </a:lnTo>
                <a:lnTo>
                  <a:pt x="1695631" y="82561"/>
                </a:lnTo>
                <a:lnTo>
                  <a:pt x="1695893" y="82825"/>
                </a:lnTo>
                <a:lnTo>
                  <a:pt x="1696161" y="83084"/>
                </a:lnTo>
                <a:lnTo>
                  <a:pt x="1696435" y="83340"/>
                </a:lnTo>
                <a:lnTo>
                  <a:pt x="1696714" y="83591"/>
                </a:lnTo>
                <a:lnTo>
                  <a:pt x="1696999" y="83839"/>
                </a:lnTo>
                <a:lnTo>
                  <a:pt x="1697290" y="84082"/>
                </a:lnTo>
                <a:lnTo>
                  <a:pt x="1697587" y="84321"/>
                </a:lnTo>
                <a:lnTo>
                  <a:pt x="1697889" y="84556"/>
                </a:lnTo>
                <a:lnTo>
                  <a:pt x="1698197" y="84787"/>
                </a:lnTo>
                <a:lnTo>
                  <a:pt x="1698511" y="85014"/>
                </a:lnTo>
                <a:lnTo>
                  <a:pt x="1698830" y="85237"/>
                </a:lnTo>
                <a:lnTo>
                  <a:pt x="1699155" y="85456"/>
                </a:lnTo>
                <a:lnTo>
                  <a:pt x="1699486" y="85671"/>
                </a:lnTo>
                <a:lnTo>
                  <a:pt x="1699820" y="85882"/>
                </a:lnTo>
                <a:lnTo>
                  <a:pt x="1700157" y="86089"/>
                </a:lnTo>
                <a:lnTo>
                  <a:pt x="1700499" y="86294"/>
                </a:lnTo>
                <a:lnTo>
                  <a:pt x="1700845" y="86494"/>
                </a:lnTo>
                <a:lnTo>
                  <a:pt x="1701194" y="86691"/>
                </a:lnTo>
                <a:lnTo>
                  <a:pt x="1701547" y="86885"/>
                </a:lnTo>
                <a:lnTo>
                  <a:pt x="1701904" y="87075"/>
                </a:lnTo>
                <a:lnTo>
                  <a:pt x="1702265" y="87261"/>
                </a:lnTo>
                <a:lnTo>
                  <a:pt x="1702629" y="87444"/>
                </a:lnTo>
                <a:lnTo>
                  <a:pt x="1702998" y="87623"/>
                </a:lnTo>
                <a:lnTo>
                  <a:pt x="1703370" y="87799"/>
                </a:lnTo>
                <a:lnTo>
                  <a:pt x="1703746" y="87971"/>
                </a:lnTo>
                <a:lnTo>
                  <a:pt x="1704126" y="88140"/>
                </a:lnTo>
                <a:lnTo>
                  <a:pt x="1704510" y="88305"/>
                </a:lnTo>
                <a:lnTo>
                  <a:pt x="1704897" y="88466"/>
                </a:lnTo>
                <a:lnTo>
                  <a:pt x="1705289" y="88624"/>
                </a:lnTo>
                <a:lnTo>
                  <a:pt x="1705684" y="88779"/>
                </a:lnTo>
                <a:lnTo>
                  <a:pt x="1706083" y="88930"/>
                </a:lnTo>
                <a:lnTo>
                  <a:pt x="1706486" y="89077"/>
                </a:lnTo>
                <a:lnTo>
                  <a:pt x="1706892" y="89221"/>
                </a:lnTo>
                <a:lnTo>
                  <a:pt x="1707303" y="89361"/>
                </a:lnTo>
                <a:lnTo>
                  <a:pt x="1707717" y="89498"/>
                </a:lnTo>
                <a:lnTo>
                  <a:pt x="1708135" y="89631"/>
                </a:lnTo>
                <a:lnTo>
                  <a:pt x="1708555" y="89761"/>
                </a:lnTo>
                <a:lnTo>
                  <a:pt x="1708976" y="89889"/>
                </a:lnTo>
                <a:lnTo>
                  <a:pt x="1709398" y="90015"/>
                </a:lnTo>
                <a:lnTo>
                  <a:pt x="1709820" y="90138"/>
                </a:lnTo>
                <a:lnTo>
                  <a:pt x="1710242" y="90259"/>
                </a:lnTo>
                <a:lnTo>
                  <a:pt x="1710665" y="90379"/>
                </a:lnTo>
                <a:lnTo>
                  <a:pt x="1711089" y="90496"/>
                </a:lnTo>
                <a:lnTo>
                  <a:pt x="1711513" y="90610"/>
                </a:lnTo>
                <a:lnTo>
                  <a:pt x="1711938" y="90723"/>
                </a:lnTo>
                <a:lnTo>
                  <a:pt x="1712363" y="90833"/>
                </a:lnTo>
                <a:lnTo>
                  <a:pt x="1712789" y="90942"/>
                </a:lnTo>
                <a:lnTo>
                  <a:pt x="1713215" y="91048"/>
                </a:lnTo>
                <a:lnTo>
                  <a:pt x="1713642" y="91152"/>
                </a:lnTo>
                <a:lnTo>
                  <a:pt x="1714069" y="91253"/>
                </a:lnTo>
                <a:lnTo>
                  <a:pt x="1714497" y="91353"/>
                </a:lnTo>
                <a:lnTo>
                  <a:pt x="1714926" y="91450"/>
                </a:lnTo>
                <a:lnTo>
                  <a:pt x="1715355" y="91545"/>
                </a:lnTo>
                <a:lnTo>
                  <a:pt x="1715785" y="91638"/>
                </a:lnTo>
                <a:lnTo>
                  <a:pt x="1716215" y="91729"/>
                </a:lnTo>
                <a:lnTo>
                  <a:pt x="1716646" y="91817"/>
                </a:lnTo>
                <a:lnTo>
                  <a:pt x="1717077" y="91904"/>
                </a:lnTo>
                <a:lnTo>
                  <a:pt x="1717509" y="91988"/>
                </a:lnTo>
                <a:lnTo>
                  <a:pt x="1717941" y="92070"/>
                </a:lnTo>
                <a:lnTo>
                  <a:pt x="1718374" y="92150"/>
                </a:lnTo>
                <a:lnTo>
                  <a:pt x="1718896" y="92242"/>
                </a:lnTo>
                <a:lnTo>
                  <a:pt x="1719411" y="92336"/>
                </a:lnTo>
                <a:lnTo>
                  <a:pt x="1719920" y="92432"/>
                </a:lnTo>
                <a:lnTo>
                  <a:pt x="1720422" y="92528"/>
                </a:lnTo>
                <a:lnTo>
                  <a:pt x="1720917" y="92627"/>
                </a:lnTo>
                <a:lnTo>
                  <a:pt x="1721406" y="92726"/>
                </a:lnTo>
                <a:lnTo>
                  <a:pt x="1721888" y="92827"/>
                </a:lnTo>
                <a:lnTo>
                  <a:pt x="1722364" y="92929"/>
                </a:lnTo>
                <a:lnTo>
                  <a:pt x="1722833" y="93033"/>
                </a:lnTo>
                <a:lnTo>
                  <a:pt x="1723296" y="93138"/>
                </a:lnTo>
                <a:lnTo>
                  <a:pt x="1723752" y="93244"/>
                </a:lnTo>
                <a:lnTo>
                  <a:pt x="1724202" y="93352"/>
                </a:lnTo>
                <a:lnTo>
                  <a:pt x="1724645" y="93461"/>
                </a:lnTo>
                <a:lnTo>
                  <a:pt x="1725081" y="93571"/>
                </a:lnTo>
                <a:lnTo>
                  <a:pt x="1725511" y="93683"/>
                </a:lnTo>
                <a:lnTo>
                  <a:pt x="1725934" y="93796"/>
                </a:lnTo>
                <a:lnTo>
                  <a:pt x="1726351" y="93910"/>
                </a:lnTo>
                <a:lnTo>
                  <a:pt x="1726761" y="94026"/>
                </a:lnTo>
                <a:lnTo>
                  <a:pt x="1727165" y="94144"/>
                </a:lnTo>
                <a:lnTo>
                  <a:pt x="1727562" y="94262"/>
                </a:lnTo>
                <a:lnTo>
                  <a:pt x="1727952" y="94382"/>
                </a:lnTo>
                <a:lnTo>
                  <a:pt x="1728336" y="94504"/>
                </a:lnTo>
                <a:lnTo>
                  <a:pt x="1728714" y="94626"/>
                </a:lnTo>
                <a:lnTo>
                  <a:pt x="1729084" y="94750"/>
                </a:lnTo>
                <a:lnTo>
                  <a:pt x="1729448" y="94877"/>
                </a:lnTo>
                <a:lnTo>
                  <a:pt x="1729805" y="95007"/>
                </a:lnTo>
                <a:lnTo>
                  <a:pt x="1730154" y="95140"/>
                </a:lnTo>
                <a:lnTo>
                  <a:pt x="1730496" y="95277"/>
                </a:lnTo>
                <a:lnTo>
                  <a:pt x="1730830" y="95418"/>
                </a:lnTo>
                <a:lnTo>
                  <a:pt x="1731157" y="95562"/>
                </a:lnTo>
                <a:lnTo>
                  <a:pt x="1731476" y="95710"/>
                </a:lnTo>
                <a:lnTo>
                  <a:pt x="1731788" y="95861"/>
                </a:lnTo>
                <a:lnTo>
                  <a:pt x="1732093" y="96016"/>
                </a:lnTo>
                <a:lnTo>
                  <a:pt x="1732391" y="96174"/>
                </a:lnTo>
                <a:lnTo>
                  <a:pt x="1732681" y="96336"/>
                </a:lnTo>
                <a:lnTo>
                  <a:pt x="1732963" y="96502"/>
                </a:lnTo>
                <a:lnTo>
                  <a:pt x="1733238" y="96671"/>
                </a:lnTo>
                <a:lnTo>
                  <a:pt x="1733506" y="96844"/>
                </a:lnTo>
                <a:lnTo>
                  <a:pt x="1733767" y="97020"/>
                </a:lnTo>
                <a:lnTo>
                  <a:pt x="1734020" y="97200"/>
                </a:lnTo>
                <a:lnTo>
                  <a:pt x="1734265" y="97383"/>
                </a:lnTo>
                <a:lnTo>
                  <a:pt x="1734504" y="97570"/>
                </a:lnTo>
                <a:lnTo>
                  <a:pt x="1734735" y="97761"/>
                </a:lnTo>
                <a:lnTo>
                  <a:pt x="1734958" y="97955"/>
                </a:lnTo>
                <a:lnTo>
                  <a:pt x="1735174" y="98152"/>
                </a:lnTo>
                <a:lnTo>
                  <a:pt x="1735383" y="98354"/>
                </a:lnTo>
                <a:lnTo>
                  <a:pt x="1735584" y="98558"/>
                </a:lnTo>
                <a:lnTo>
                  <a:pt x="1735778" y="98767"/>
                </a:lnTo>
                <a:lnTo>
                  <a:pt x="1735965" y="98981"/>
                </a:lnTo>
                <a:lnTo>
                  <a:pt x="1736143" y="99203"/>
                </a:lnTo>
                <a:lnTo>
                  <a:pt x="1736314" y="99433"/>
                </a:lnTo>
                <a:lnTo>
                  <a:pt x="1736477" y="99672"/>
                </a:lnTo>
                <a:lnTo>
                  <a:pt x="1736632" y="99919"/>
                </a:lnTo>
                <a:lnTo>
                  <a:pt x="1736778" y="100174"/>
                </a:lnTo>
                <a:lnTo>
                  <a:pt x="1736917" y="100437"/>
                </a:lnTo>
                <a:lnTo>
                  <a:pt x="1737048" y="100709"/>
                </a:lnTo>
                <a:lnTo>
                  <a:pt x="1737171" y="100989"/>
                </a:lnTo>
                <a:lnTo>
                  <a:pt x="1737286" y="101276"/>
                </a:lnTo>
                <a:lnTo>
                  <a:pt x="1737393" y="101573"/>
                </a:lnTo>
                <a:lnTo>
                  <a:pt x="1737493" y="101877"/>
                </a:lnTo>
                <a:lnTo>
                  <a:pt x="1737584" y="102189"/>
                </a:lnTo>
                <a:lnTo>
                  <a:pt x="1737667" y="102510"/>
                </a:lnTo>
                <a:lnTo>
                  <a:pt x="1737743" y="102839"/>
                </a:lnTo>
                <a:lnTo>
                  <a:pt x="1737810" y="103176"/>
                </a:lnTo>
                <a:lnTo>
                  <a:pt x="1737870" y="103522"/>
                </a:lnTo>
                <a:lnTo>
                  <a:pt x="1737921" y="103875"/>
                </a:lnTo>
                <a:lnTo>
                  <a:pt x="1737965" y="104237"/>
                </a:lnTo>
                <a:lnTo>
                  <a:pt x="1738001" y="104607"/>
                </a:lnTo>
                <a:lnTo>
                  <a:pt x="1738028" y="104986"/>
                </a:lnTo>
                <a:lnTo>
                  <a:pt x="1738048" y="105372"/>
                </a:lnTo>
                <a:lnTo>
                  <a:pt x="1738060" y="105767"/>
                </a:lnTo>
                <a:lnTo>
                  <a:pt x="1738064" y="106170"/>
                </a:lnTo>
                <a:lnTo>
                  <a:pt x="1738061" y="106444"/>
                </a:lnTo>
                <a:lnTo>
                  <a:pt x="1738052" y="106718"/>
                </a:lnTo>
                <a:lnTo>
                  <a:pt x="1738036" y="106989"/>
                </a:lnTo>
                <a:lnTo>
                  <a:pt x="1738014" y="107259"/>
                </a:lnTo>
                <a:lnTo>
                  <a:pt x="1737985" y="107527"/>
                </a:lnTo>
                <a:lnTo>
                  <a:pt x="1737951" y="107794"/>
                </a:lnTo>
                <a:lnTo>
                  <a:pt x="1737910" y="108059"/>
                </a:lnTo>
                <a:lnTo>
                  <a:pt x="1737863" y="108322"/>
                </a:lnTo>
                <a:lnTo>
                  <a:pt x="1737809" y="108584"/>
                </a:lnTo>
                <a:lnTo>
                  <a:pt x="1737749" y="108844"/>
                </a:lnTo>
                <a:lnTo>
                  <a:pt x="1737683" y="109102"/>
                </a:lnTo>
                <a:lnTo>
                  <a:pt x="1737611" y="109359"/>
                </a:lnTo>
                <a:lnTo>
                  <a:pt x="1737532" y="109614"/>
                </a:lnTo>
                <a:lnTo>
                  <a:pt x="1737447" y="109868"/>
                </a:lnTo>
                <a:lnTo>
                  <a:pt x="1737356" y="110120"/>
                </a:lnTo>
                <a:lnTo>
                  <a:pt x="1737259" y="110370"/>
                </a:lnTo>
                <a:lnTo>
                  <a:pt x="1737155" y="110619"/>
                </a:lnTo>
                <a:lnTo>
                  <a:pt x="1737045" y="110866"/>
                </a:lnTo>
                <a:lnTo>
                  <a:pt x="1736928" y="111111"/>
                </a:lnTo>
                <a:lnTo>
                  <a:pt x="1736806" y="111355"/>
                </a:lnTo>
                <a:lnTo>
                  <a:pt x="1736677" y="111597"/>
                </a:lnTo>
                <a:lnTo>
                  <a:pt x="1736541" y="111837"/>
                </a:lnTo>
                <a:lnTo>
                  <a:pt x="1736400" y="112076"/>
                </a:lnTo>
                <a:lnTo>
                  <a:pt x="1736252" y="112313"/>
                </a:lnTo>
                <a:lnTo>
                  <a:pt x="1736098" y="112547"/>
                </a:lnTo>
                <a:lnTo>
                  <a:pt x="1735937" y="112777"/>
                </a:lnTo>
                <a:lnTo>
                  <a:pt x="1735770" y="113003"/>
                </a:lnTo>
                <a:lnTo>
                  <a:pt x="1735597" y="113225"/>
                </a:lnTo>
                <a:lnTo>
                  <a:pt x="1735418" y="113443"/>
                </a:lnTo>
                <a:lnTo>
                  <a:pt x="1735233" y="113656"/>
                </a:lnTo>
                <a:lnTo>
                  <a:pt x="1735041" y="113866"/>
                </a:lnTo>
                <a:lnTo>
                  <a:pt x="1734843" y="114071"/>
                </a:lnTo>
                <a:lnTo>
                  <a:pt x="1734638" y="114273"/>
                </a:lnTo>
                <a:lnTo>
                  <a:pt x="1734427" y="114470"/>
                </a:lnTo>
                <a:lnTo>
                  <a:pt x="1734210" y="114663"/>
                </a:lnTo>
                <a:lnTo>
                  <a:pt x="1733987" y="114852"/>
                </a:lnTo>
                <a:lnTo>
                  <a:pt x="1733758" y="115037"/>
                </a:lnTo>
                <a:lnTo>
                  <a:pt x="1733522" y="115218"/>
                </a:lnTo>
                <a:lnTo>
                  <a:pt x="1733279" y="115394"/>
                </a:lnTo>
                <a:lnTo>
                  <a:pt x="1733031" y="115567"/>
                </a:lnTo>
                <a:lnTo>
                  <a:pt x="1732776" y="115736"/>
                </a:lnTo>
                <a:lnTo>
                  <a:pt x="1732515" y="115900"/>
                </a:lnTo>
                <a:lnTo>
                  <a:pt x="1732248" y="116060"/>
                </a:lnTo>
                <a:lnTo>
                  <a:pt x="1731975" y="116217"/>
                </a:lnTo>
                <a:lnTo>
                  <a:pt x="1731695" y="116369"/>
                </a:lnTo>
                <a:lnTo>
                  <a:pt x="1731409" y="116517"/>
                </a:lnTo>
                <a:lnTo>
                  <a:pt x="1731116" y="116661"/>
                </a:lnTo>
                <a:lnTo>
                  <a:pt x="1730817" y="116801"/>
                </a:lnTo>
                <a:lnTo>
                  <a:pt x="1730512" y="116936"/>
                </a:lnTo>
                <a:lnTo>
                  <a:pt x="1730201" y="117065"/>
                </a:lnTo>
                <a:lnTo>
                  <a:pt x="1729882" y="117188"/>
                </a:lnTo>
                <a:lnTo>
                  <a:pt x="1729557" y="117306"/>
                </a:lnTo>
                <a:lnTo>
                  <a:pt x="1729226" y="117418"/>
                </a:lnTo>
                <a:lnTo>
                  <a:pt x="1728888" y="117524"/>
                </a:lnTo>
                <a:lnTo>
                  <a:pt x="1728544" y="117625"/>
                </a:lnTo>
                <a:lnTo>
                  <a:pt x="1728192" y="117719"/>
                </a:lnTo>
                <a:lnTo>
                  <a:pt x="1727835" y="117808"/>
                </a:lnTo>
                <a:lnTo>
                  <a:pt x="1727471" y="117892"/>
                </a:lnTo>
                <a:lnTo>
                  <a:pt x="1727100" y="117969"/>
                </a:lnTo>
                <a:lnTo>
                  <a:pt x="1726722" y="118041"/>
                </a:lnTo>
                <a:lnTo>
                  <a:pt x="1726338" y="118107"/>
                </a:lnTo>
                <a:lnTo>
                  <a:pt x="1725948" y="118167"/>
                </a:lnTo>
                <a:lnTo>
                  <a:pt x="1725551" y="118222"/>
                </a:lnTo>
                <a:lnTo>
                  <a:pt x="1725147" y="118270"/>
                </a:lnTo>
                <a:lnTo>
                  <a:pt x="1724737" y="118314"/>
                </a:lnTo>
                <a:lnTo>
                  <a:pt x="1724320" y="118351"/>
                </a:lnTo>
                <a:lnTo>
                  <a:pt x="1723897" y="118382"/>
                </a:lnTo>
                <a:lnTo>
                  <a:pt x="1723467" y="118408"/>
                </a:lnTo>
                <a:lnTo>
                  <a:pt x="1723030" y="118428"/>
                </a:lnTo>
                <a:lnTo>
                  <a:pt x="1722587" y="118443"/>
                </a:lnTo>
                <a:lnTo>
                  <a:pt x="1722138" y="118451"/>
                </a:lnTo>
                <a:lnTo>
                  <a:pt x="1721681" y="118454"/>
                </a:lnTo>
                <a:lnTo>
                  <a:pt x="1721160" y="118451"/>
                </a:lnTo>
                <a:lnTo>
                  <a:pt x="1720645" y="118439"/>
                </a:lnTo>
                <a:lnTo>
                  <a:pt x="1720137" y="118421"/>
                </a:lnTo>
                <a:lnTo>
                  <a:pt x="1719636" y="118395"/>
                </a:lnTo>
                <a:lnTo>
                  <a:pt x="1719141" y="118362"/>
                </a:lnTo>
                <a:lnTo>
                  <a:pt x="1718654" y="118321"/>
                </a:lnTo>
                <a:lnTo>
                  <a:pt x="1718173" y="118273"/>
                </a:lnTo>
                <a:lnTo>
                  <a:pt x="1717699" y="118218"/>
                </a:lnTo>
                <a:lnTo>
                  <a:pt x="1717232" y="118155"/>
                </a:lnTo>
                <a:lnTo>
                  <a:pt x="1716772" y="118085"/>
                </a:lnTo>
                <a:lnTo>
                  <a:pt x="1716319" y="118008"/>
                </a:lnTo>
                <a:lnTo>
                  <a:pt x="1715872" y="117923"/>
                </a:lnTo>
                <a:lnTo>
                  <a:pt x="1715432" y="117831"/>
                </a:lnTo>
                <a:lnTo>
                  <a:pt x="1715000" y="117731"/>
                </a:lnTo>
                <a:lnTo>
                  <a:pt x="1714574" y="117624"/>
                </a:lnTo>
                <a:lnTo>
                  <a:pt x="1714155" y="117510"/>
                </a:lnTo>
                <a:lnTo>
                  <a:pt x="1713742" y="117388"/>
                </a:lnTo>
                <a:lnTo>
                  <a:pt x="1713337" y="117259"/>
                </a:lnTo>
                <a:lnTo>
                  <a:pt x="1712938" y="117123"/>
                </a:lnTo>
                <a:lnTo>
                  <a:pt x="1712547" y="116979"/>
                </a:lnTo>
                <a:lnTo>
                  <a:pt x="1712162" y="116827"/>
                </a:lnTo>
                <a:lnTo>
                  <a:pt x="1711784" y="116669"/>
                </a:lnTo>
                <a:lnTo>
                  <a:pt x="1711413" y="116503"/>
                </a:lnTo>
                <a:lnTo>
                  <a:pt x="1711048" y="116329"/>
                </a:lnTo>
                <a:lnTo>
                  <a:pt x="1710690" y="116150"/>
                </a:lnTo>
                <a:lnTo>
                  <a:pt x="1710339" y="115966"/>
                </a:lnTo>
                <a:lnTo>
                  <a:pt x="1709994" y="115777"/>
                </a:lnTo>
                <a:lnTo>
                  <a:pt x="1709655" y="115583"/>
                </a:lnTo>
                <a:lnTo>
                  <a:pt x="1709322" y="115385"/>
                </a:lnTo>
                <a:lnTo>
                  <a:pt x="1708996" y="115182"/>
                </a:lnTo>
                <a:lnTo>
                  <a:pt x="1708676" y="114975"/>
                </a:lnTo>
                <a:lnTo>
                  <a:pt x="1708362" y="114763"/>
                </a:lnTo>
                <a:lnTo>
                  <a:pt x="1708054" y="114546"/>
                </a:lnTo>
                <a:lnTo>
                  <a:pt x="1707753" y="114324"/>
                </a:lnTo>
                <a:lnTo>
                  <a:pt x="1707458" y="114098"/>
                </a:lnTo>
                <a:lnTo>
                  <a:pt x="1707169" y="113868"/>
                </a:lnTo>
                <a:lnTo>
                  <a:pt x="1706887" y="113632"/>
                </a:lnTo>
                <a:lnTo>
                  <a:pt x="1706611" y="113392"/>
                </a:lnTo>
                <a:lnTo>
                  <a:pt x="1706341" y="113148"/>
                </a:lnTo>
                <a:lnTo>
                  <a:pt x="1706078" y="112898"/>
                </a:lnTo>
                <a:lnTo>
                  <a:pt x="1705820" y="112644"/>
                </a:lnTo>
                <a:lnTo>
                  <a:pt x="1705569" y="112386"/>
                </a:lnTo>
                <a:lnTo>
                  <a:pt x="1705325" y="112122"/>
                </a:lnTo>
                <a:lnTo>
                  <a:pt x="1705086" y="111855"/>
                </a:lnTo>
                <a:lnTo>
                  <a:pt x="1704854" y="111582"/>
                </a:lnTo>
                <a:lnTo>
                  <a:pt x="1704628" y="111305"/>
                </a:lnTo>
                <a:lnTo>
                  <a:pt x="1704409" y="111023"/>
                </a:lnTo>
                <a:lnTo>
                  <a:pt x="1704196" y="110736"/>
                </a:lnTo>
                <a:lnTo>
                  <a:pt x="1703989" y="110446"/>
                </a:lnTo>
                <a:lnTo>
                  <a:pt x="1703788" y="110154"/>
                </a:lnTo>
                <a:lnTo>
                  <a:pt x="1703593" y="109860"/>
                </a:lnTo>
                <a:lnTo>
                  <a:pt x="1703404" y="109564"/>
                </a:lnTo>
                <a:lnTo>
                  <a:pt x="1703221" y="109265"/>
                </a:lnTo>
                <a:lnTo>
                  <a:pt x="1703044" y="108964"/>
                </a:lnTo>
                <a:lnTo>
                  <a:pt x="1702874" y="108661"/>
                </a:lnTo>
                <a:lnTo>
                  <a:pt x="1702709" y="108356"/>
                </a:lnTo>
                <a:lnTo>
                  <a:pt x="1702550" y="108048"/>
                </a:lnTo>
                <a:lnTo>
                  <a:pt x="1702397" y="107739"/>
                </a:lnTo>
                <a:lnTo>
                  <a:pt x="1702250" y="107427"/>
                </a:lnTo>
                <a:lnTo>
                  <a:pt x="1702109" y="107113"/>
                </a:lnTo>
                <a:lnTo>
                  <a:pt x="1701975" y="106797"/>
                </a:lnTo>
                <a:lnTo>
                  <a:pt x="1701846" y="106479"/>
                </a:lnTo>
                <a:lnTo>
                  <a:pt x="1701723" y="106158"/>
                </a:lnTo>
                <a:lnTo>
                  <a:pt x="1701606" y="105835"/>
                </a:lnTo>
                <a:lnTo>
                  <a:pt x="1701495" y="105510"/>
                </a:lnTo>
                <a:lnTo>
                  <a:pt x="1701391" y="105183"/>
                </a:lnTo>
                <a:lnTo>
                  <a:pt x="1701292" y="104854"/>
                </a:lnTo>
                <a:lnTo>
                  <a:pt x="1701199" y="104523"/>
                </a:lnTo>
                <a:lnTo>
                  <a:pt x="1701113" y="104189"/>
                </a:lnTo>
                <a:lnTo>
                  <a:pt x="1701032" y="103853"/>
                </a:lnTo>
                <a:lnTo>
                  <a:pt x="1700957" y="103515"/>
                </a:lnTo>
                <a:lnTo>
                  <a:pt x="1700888" y="103175"/>
                </a:lnTo>
                <a:lnTo>
                  <a:pt x="1687342" y="103175"/>
                </a:lnTo>
                <a:lnTo>
                  <a:pt x="1687427" y="103841"/>
                </a:lnTo>
                <a:lnTo>
                  <a:pt x="1687523" y="104499"/>
                </a:lnTo>
                <a:lnTo>
                  <a:pt x="1687631" y="105150"/>
                </a:lnTo>
                <a:lnTo>
                  <a:pt x="1687751" y="105794"/>
                </a:lnTo>
                <a:lnTo>
                  <a:pt x="1687883" y="106430"/>
                </a:lnTo>
                <a:lnTo>
                  <a:pt x="1688026" y="107059"/>
                </a:lnTo>
                <a:lnTo>
                  <a:pt x="1688181" y="107681"/>
                </a:lnTo>
                <a:lnTo>
                  <a:pt x="1688348" y="108295"/>
                </a:lnTo>
                <a:lnTo>
                  <a:pt x="1688527" y="108902"/>
                </a:lnTo>
                <a:lnTo>
                  <a:pt x="1688717" y="109501"/>
                </a:lnTo>
                <a:lnTo>
                  <a:pt x="1688919" y="110093"/>
                </a:lnTo>
                <a:lnTo>
                  <a:pt x="1689133" y="110678"/>
                </a:lnTo>
                <a:lnTo>
                  <a:pt x="1689359" y="111255"/>
                </a:lnTo>
                <a:lnTo>
                  <a:pt x="1689596" y="111825"/>
                </a:lnTo>
                <a:lnTo>
                  <a:pt x="1689846" y="112388"/>
                </a:lnTo>
                <a:lnTo>
                  <a:pt x="1690107" y="112943"/>
                </a:lnTo>
                <a:lnTo>
                  <a:pt x="1690379" y="113491"/>
                </a:lnTo>
                <a:lnTo>
                  <a:pt x="1690664" y="114031"/>
                </a:lnTo>
                <a:lnTo>
                  <a:pt x="1690960" y="114564"/>
                </a:lnTo>
                <a:lnTo>
                  <a:pt x="1691268" y="115089"/>
                </a:lnTo>
                <a:lnTo>
                  <a:pt x="1691588" y="115608"/>
                </a:lnTo>
                <a:lnTo>
                  <a:pt x="1691919" y="116118"/>
                </a:lnTo>
                <a:lnTo>
                  <a:pt x="1692263" y="116622"/>
                </a:lnTo>
                <a:lnTo>
                  <a:pt x="1692618" y="117118"/>
                </a:lnTo>
                <a:lnTo>
                  <a:pt x="1692984" y="117605"/>
                </a:lnTo>
                <a:lnTo>
                  <a:pt x="1693361" y="118084"/>
                </a:lnTo>
                <a:lnTo>
                  <a:pt x="1693748" y="118554"/>
                </a:lnTo>
                <a:lnTo>
                  <a:pt x="1694145" y="119014"/>
                </a:lnTo>
                <a:lnTo>
                  <a:pt x="1694553" y="119466"/>
                </a:lnTo>
                <a:lnTo>
                  <a:pt x="1694971" y="119908"/>
                </a:lnTo>
                <a:lnTo>
                  <a:pt x="1695400" y="120342"/>
                </a:lnTo>
                <a:lnTo>
                  <a:pt x="1695839" y="120766"/>
                </a:lnTo>
                <a:lnTo>
                  <a:pt x="1696288" y="121182"/>
                </a:lnTo>
                <a:lnTo>
                  <a:pt x="1696748" y="121588"/>
                </a:lnTo>
                <a:lnTo>
                  <a:pt x="1697218" y="121985"/>
                </a:lnTo>
                <a:lnTo>
                  <a:pt x="1697699" y="122374"/>
                </a:lnTo>
                <a:lnTo>
                  <a:pt x="1698190" y="122753"/>
                </a:lnTo>
                <a:lnTo>
                  <a:pt x="1698691" y="123123"/>
                </a:lnTo>
                <a:lnTo>
                  <a:pt x="1699203" y="123485"/>
                </a:lnTo>
                <a:lnTo>
                  <a:pt x="1699725" y="123837"/>
                </a:lnTo>
                <a:lnTo>
                  <a:pt x="1700257" y="124180"/>
                </a:lnTo>
                <a:lnTo>
                  <a:pt x="1700800" y="124515"/>
                </a:lnTo>
                <a:lnTo>
                  <a:pt x="1701353" y="124840"/>
                </a:lnTo>
                <a:lnTo>
                  <a:pt x="1701917" y="125156"/>
                </a:lnTo>
                <a:lnTo>
                  <a:pt x="1702491" y="125463"/>
                </a:lnTo>
                <a:lnTo>
                  <a:pt x="1703075" y="125761"/>
                </a:lnTo>
                <a:lnTo>
                  <a:pt x="1703670" y="126051"/>
                </a:lnTo>
                <a:lnTo>
                  <a:pt x="1704275" y="126331"/>
                </a:lnTo>
                <a:lnTo>
                  <a:pt x="1704890" y="126601"/>
                </a:lnTo>
                <a:lnTo>
                  <a:pt x="1705514" y="126859"/>
                </a:lnTo>
                <a:lnTo>
                  <a:pt x="1706147" y="127106"/>
                </a:lnTo>
                <a:lnTo>
                  <a:pt x="1706789" y="127341"/>
                </a:lnTo>
                <a:lnTo>
                  <a:pt x="1707440" y="127565"/>
                </a:lnTo>
                <a:lnTo>
                  <a:pt x="1708100" y="127778"/>
                </a:lnTo>
                <a:lnTo>
                  <a:pt x="1708769" y="127979"/>
                </a:lnTo>
                <a:lnTo>
                  <a:pt x="1709447" y="128168"/>
                </a:lnTo>
                <a:lnTo>
                  <a:pt x="1710135" y="128346"/>
                </a:lnTo>
                <a:lnTo>
                  <a:pt x="1710831" y="128513"/>
                </a:lnTo>
                <a:lnTo>
                  <a:pt x="1711536" y="128668"/>
                </a:lnTo>
                <a:lnTo>
                  <a:pt x="1712250" y="128811"/>
                </a:lnTo>
                <a:lnTo>
                  <a:pt x="1712973" y="128943"/>
                </a:lnTo>
                <a:lnTo>
                  <a:pt x="1713705" y="129064"/>
                </a:lnTo>
                <a:lnTo>
                  <a:pt x="1714447" y="129173"/>
                </a:lnTo>
                <a:lnTo>
                  <a:pt x="1715197" y="129270"/>
                </a:lnTo>
                <a:lnTo>
                  <a:pt x="1715956" y="129357"/>
                </a:lnTo>
                <a:lnTo>
                  <a:pt x="1716724" y="129431"/>
                </a:lnTo>
                <a:lnTo>
                  <a:pt x="1717501" y="129494"/>
                </a:lnTo>
                <a:lnTo>
                  <a:pt x="1718288" y="129546"/>
                </a:lnTo>
                <a:lnTo>
                  <a:pt x="1719083" y="129586"/>
                </a:lnTo>
                <a:lnTo>
                  <a:pt x="1719887" y="129615"/>
                </a:lnTo>
                <a:lnTo>
                  <a:pt x="1720701" y="129632"/>
                </a:lnTo>
                <a:lnTo>
                  <a:pt x="1721523" y="129638"/>
                </a:lnTo>
                <a:lnTo>
                  <a:pt x="1722280" y="129633"/>
                </a:lnTo>
                <a:lnTo>
                  <a:pt x="1723029" y="129617"/>
                </a:lnTo>
                <a:lnTo>
                  <a:pt x="1723770" y="129590"/>
                </a:lnTo>
                <a:lnTo>
                  <a:pt x="1724503" y="129553"/>
                </a:lnTo>
                <a:lnTo>
                  <a:pt x="1725227" y="129505"/>
                </a:lnTo>
                <a:close/>
                <a:moveTo>
                  <a:pt x="1527934" y="127749"/>
                </a:moveTo>
                <a:lnTo>
                  <a:pt x="1527934" y="48359"/>
                </a:lnTo>
                <a:lnTo>
                  <a:pt x="1514702" y="48359"/>
                </a:lnTo>
                <a:lnTo>
                  <a:pt x="1514702" y="127749"/>
                </a:lnTo>
                <a:lnTo>
                  <a:pt x="1527934" y="127749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conf">
            <a:extLst xmlns:a="http://schemas.openxmlformats.org/drawingml/2006/main">
              <a:ext uri="{FF2B5EF4-FFF2-40B4-BE49-F238E27FC236}">
                <a16:creationId xmlns:a16="http://schemas.microsoft.com/office/drawing/2014/main" id="{40FD88E7-034E-4C2D-8B6A-0B796351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594" y="3025499"/>
            <a:ext cx="294270" cy="108756"/>
          </a:xfrm>
          <a:custGeom xmlns:a="http://schemas.openxmlformats.org/drawingml/2006/main">
            <a:pathLst>
              <a:path w="294270" h="108756">
                <a:moveTo>
                  <a:pt x="57993" y="88006"/>
                </a:moveTo>
                <a:lnTo>
                  <a:pt x="60377" y="89850"/>
                </a:lnTo>
                <a:cubicBezTo>
                  <a:pt x="56993" y="96229"/>
                  <a:pt x="52776" y="100975"/>
                  <a:pt x="47725" y="104088"/>
                </a:cubicBezTo>
                <a:cubicBezTo>
                  <a:pt x="42674" y="107200"/>
                  <a:pt x="37303" y="108756"/>
                  <a:pt x="31612" y="108756"/>
                </a:cubicBezTo>
                <a:cubicBezTo>
                  <a:pt x="22023" y="108756"/>
                  <a:pt x="14357" y="105138"/>
                  <a:pt x="8614" y="97901"/>
                </a:cubicBezTo>
                <a:cubicBezTo>
                  <a:pt x="2871" y="90664"/>
                  <a:pt x="0" y="81963"/>
                  <a:pt x="0" y="71801"/>
                </a:cubicBezTo>
                <a:cubicBezTo>
                  <a:pt x="0" y="61996"/>
                  <a:pt x="2615" y="53373"/>
                  <a:pt x="7845" y="45932"/>
                </a:cubicBezTo>
                <a:cubicBezTo>
                  <a:pt x="14152" y="36949"/>
                  <a:pt x="22843" y="32458"/>
                  <a:pt x="33919" y="32458"/>
                </a:cubicBezTo>
                <a:cubicBezTo>
                  <a:pt x="41354" y="32458"/>
                  <a:pt x="47263" y="34335"/>
                  <a:pt x="51648" y="38089"/>
                </a:cubicBezTo>
                <a:cubicBezTo>
                  <a:pt x="56032" y="41842"/>
                  <a:pt x="58224" y="46032"/>
                  <a:pt x="58224" y="50660"/>
                </a:cubicBezTo>
                <a:cubicBezTo>
                  <a:pt x="58224" y="53590"/>
                  <a:pt x="57339" y="55930"/>
                  <a:pt x="55570" y="57678"/>
                </a:cubicBezTo>
                <a:cubicBezTo>
                  <a:pt x="53801" y="59426"/>
                  <a:pt x="51481" y="60300"/>
                  <a:pt x="48609" y="60300"/>
                </a:cubicBezTo>
                <a:cubicBezTo>
                  <a:pt x="45584" y="60300"/>
                  <a:pt x="43084" y="59297"/>
                  <a:pt x="41110" y="57291"/>
                </a:cubicBezTo>
                <a:cubicBezTo>
                  <a:pt x="39136" y="55283"/>
                  <a:pt x="37918" y="51707"/>
                  <a:pt x="37457" y="46562"/>
                </a:cubicBezTo>
                <a:cubicBezTo>
                  <a:pt x="37149" y="43320"/>
                  <a:pt x="36406" y="41056"/>
                  <a:pt x="35226" y="39769"/>
                </a:cubicBezTo>
                <a:cubicBezTo>
                  <a:pt x="34047" y="38484"/>
                  <a:pt x="32663" y="37842"/>
                  <a:pt x="31073" y="37842"/>
                </a:cubicBezTo>
                <a:cubicBezTo>
                  <a:pt x="28612" y="37842"/>
                  <a:pt x="26510" y="39149"/>
                  <a:pt x="24766" y="41764"/>
                </a:cubicBezTo>
                <a:cubicBezTo>
                  <a:pt x="22100" y="45712"/>
                  <a:pt x="20767" y="51763"/>
                  <a:pt x="20767" y="59916"/>
                </a:cubicBezTo>
                <a:cubicBezTo>
                  <a:pt x="20767" y="66684"/>
                  <a:pt x="21843" y="73158"/>
                  <a:pt x="23997" y="79336"/>
                </a:cubicBezTo>
                <a:cubicBezTo>
                  <a:pt x="26151" y="85515"/>
                  <a:pt x="29099" y="90117"/>
                  <a:pt x="32842" y="93142"/>
                </a:cubicBezTo>
                <a:cubicBezTo>
                  <a:pt x="35662" y="95347"/>
                  <a:pt x="38995" y="96450"/>
                  <a:pt x="42841" y="96450"/>
                </a:cubicBezTo>
                <a:cubicBezTo>
                  <a:pt x="45353" y="96450"/>
                  <a:pt x="47738" y="95862"/>
                  <a:pt x="49994" y="94685"/>
                </a:cubicBezTo>
                <a:cubicBezTo>
                  <a:pt x="52250" y="93508"/>
                  <a:pt x="54916" y="91281"/>
                  <a:pt x="57993" y="88006"/>
                </a:cubicBezTo>
                <a:close/>
                <a:moveTo>
                  <a:pt x="103010" y="32458"/>
                </a:moveTo>
                <a:cubicBezTo>
                  <a:pt x="109266" y="32458"/>
                  <a:pt x="115085" y="34074"/>
                  <a:pt x="120469" y="37308"/>
                </a:cubicBezTo>
                <a:cubicBezTo>
                  <a:pt x="125853" y="40541"/>
                  <a:pt x="129943" y="45135"/>
                  <a:pt x="132737" y="51090"/>
                </a:cubicBezTo>
                <a:cubicBezTo>
                  <a:pt x="135532" y="57044"/>
                  <a:pt x="136929" y="63563"/>
                  <a:pt x="136929" y="70645"/>
                </a:cubicBezTo>
                <a:cubicBezTo>
                  <a:pt x="136929" y="80859"/>
                  <a:pt x="134339" y="89405"/>
                  <a:pt x="129161" y="96284"/>
                </a:cubicBezTo>
                <a:cubicBezTo>
                  <a:pt x="122905" y="104599"/>
                  <a:pt x="114265" y="108756"/>
                  <a:pt x="103241" y="108756"/>
                </a:cubicBezTo>
                <a:cubicBezTo>
                  <a:pt x="92422" y="108756"/>
                  <a:pt x="84089" y="104957"/>
                  <a:pt x="78244" y="97361"/>
                </a:cubicBezTo>
                <a:cubicBezTo>
                  <a:pt x="72398" y="89764"/>
                  <a:pt x="69476" y="80961"/>
                  <a:pt x="69476" y="70953"/>
                </a:cubicBezTo>
                <a:cubicBezTo>
                  <a:pt x="69476" y="60637"/>
                  <a:pt x="72462" y="51642"/>
                  <a:pt x="78436" y="43968"/>
                </a:cubicBezTo>
                <a:cubicBezTo>
                  <a:pt x="84410" y="36294"/>
                  <a:pt x="92601" y="32458"/>
                  <a:pt x="103010" y="32458"/>
                </a:cubicBezTo>
                <a:moveTo>
                  <a:pt x="103318" y="37842"/>
                </a:moveTo>
                <a:cubicBezTo>
                  <a:pt x="100703" y="37842"/>
                  <a:pt x="98459" y="38830"/>
                  <a:pt x="96588" y="40807"/>
                </a:cubicBezTo>
                <a:cubicBezTo>
                  <a:pt x="94716" y="42783"/>
                  <a:pt x="93486" y="46684"/>
                  <a:pt x="92896" y="52510"/>
                </a:cubicBezTo>
                <a:cubicBezTo>
                  <a:pt x="92306" y="58337"/>
                  <a:pt x="92011" y="66435"/>
                  <a:pt x="92011" y="76805"/>
                </a:cubicBezTo>
                <a:cubicBezTo>
                  <a:pt x="92011" y="82298"/>
                  <a:pt x="92370" y="87432"/>
                  <a:pt x="93088" y="92207"/>
                </a:cubicBezTo>
                <a:cubicBezTo>
                  <a:pt x="93652" y="95851"/>
                  <a:pt x="94857" y="98623"/>
                  <a:pt x="96703" y="100524"/>
                </a:cubicBezTo>
                <a:cubicBezTo>
                  <a:pt x="98549" y="102423"/>
                  <a:pt x="100651" y="103372"/>
                  <a:pt x="103010" y="103372"/>
                </a:cubicBezTo>
                <a:cubicBezTo>
                  <a:pt x="105317" y="103372"/>
                  <a:pt x="107240" y="102730"/>
                  <a:pt x="108779" y="101447"/>
                </a:cubicBezTo>
                <a:cubicBezTo>
                  <a:pt x="110778" y="99702"/>
                  <a:pt x="112111" y="97263"/>
                  <a:pt x="112778" y="94130"/>
                </a:cubicBezTo>
                <a:cubicBezTo>
                  <a:pt x="113804" y="89254"/>
                  <a:pt x="114316" y="79398"/>
                  <a:pt x="114316" y="64562"/>
                </a:cubicBezTo>
                <a:cubicBezTo>
                  <a:pt x="114316" y="55835"/>
                  <a:pt x="113829" y="49842"/>
                  <a:pt x="112855" y="46583"/>
                </a:cubicBezTo>
                <a:cubicBezTo>
                  <a:pt x="111881" y="43322"/>
                  <a:pt x="110445" y="40948"/>
                  <a:pt x="108548" y="39459"/>
                </a:cubicBezTo>
                <a:cubicBezTo>
                  <a:pt x="107215" y="38381"/>
                  <a:pt x="105471" y="37842"/>
                  <a:pt x="103318" y="37842"/>
                </a:cubicBezTo>
                <a:close/>
                <a:moveTo>
                  <a:pt x="177231" y="34611"/>
                </a:moveTo>
                <a:lnTo>
                  <a:pt x="177231" y="43995"/>
                </a:lnTo>
                <a:cubicBezTo>
                  <a:pt x="180923" y="39968"/>
                  <a:pt x="184461" y="37039"/>
                  <a:pt x="187845" y="35207"/>
                </a:cubicBezTo>
                <a:cubicBezTo>
                  <a:pt x="191230" y="33374"/>
                  <a:pt x="194870" y="32458"/>
                  <a:pt x="198767" y="32458"/>
                </a:cubicBezTo>
                <a:cubicBezTo>
                  <a:pt x="203433" y="32458"/>
                  <a:pt x="207305" y="33754"/>
                  <a:pt x="210381" y="36346"/>
                </a:cubicBezTo>
                <a:cubicBezTo>
                  <a:pt x="213458" y="38939"/>
                  <a:pt x="215509" y="42161"/>
                  <a:pt x="216534" y="46011"/>
                </a:cubicBezTo>
                <a:cubicBezTo>
                  <a:pt x="217355" y="48939"/>
                  <a:pt x="217765" y="54561"/>
                  <a:pt x="217765" y="62879"/>
                </a:cubicBezTo>
                <a:lnTo>
                  <a:pt x="217765" y="90912"/>
                </a:lnTo>
                <a:cubicBezTo>
                  <a:pt x="217765" y="96450"/>
                  <a:pt x="218265" y="99898"/>
                  <a:pt x="219265" y="101257"/>
                </a:cubicBezTo>
                <a:cubicBezTo>
                  <a:pt x="220265" y="102616"/>
                  <a:pt x="222354" y="103474"/>
                  <a:pt x="225533" y="103833"/>
                </a:cubicBezTo>
                <a:lnTo>
                  <a:pt x="225533" y="106602"/>
                </a:lnTo>
                <a:lnTo>
                  <a:pt x="189153" y="106602"/>
                </a:lnTo>
                <a:lnTo>
                  <a:pt x="189153" y="103833"/>
                </a:lnTo>
                <a:cubicBezTo>
                  <a:pt x="191871" y="103474"/>
                  <a:pt x="193819" y="102346"/>
                  <a:pt x="194998" y="100449"/>
                </a:cubicBezTo>
                <a:cubicBezTo>
                  <a:pt x="195819" y="99167"/>
                  <a:pt x="196229" y="95988"/>
                  <a:pt x="196229" y="90912"/>
                </a:cubicBezTo>
                <a:lnTo>
                  <a:pt x="196229" y="58916"/>
                </a:lnTo>
                <a:cubicBezTo>
                  <a:pt x="196229" y="53019"/>
                  <a:pt x="195998" y="49302"/>
                  <a:pt x="195537" y="47763"/>
                </a:cubicBezTo>
                <a:cubicBezTo>
                  <a:pt x="195075" y="46225"/>
                  <a:pt x="194293" y="45033"/>
                  <a:pt x="193191" y="44187"/>
                </a:cubicBezTo>
                <a:cubicBezTo>
                  <a:pt x="192089" y="43341"/>
                  <a:pt x="190871" y="42918"/>
                  <a:pt x="189538" y="42918"/>
                </a:cubicBezTo>
                <a:cubicBezTo>
                  <a:pt x="185128" y="42918"/>
                  <a:pt x="181026" y="46097"/>
                  <a:pt x="177231" y="52455"/>
                </a:cubicBezTo>
                <a:lnTo>
                  <a:pt x="177231" y="90912"/>
                </a:lnTo>
                <a:cubicBezTo>
                  <a:pt x="177231" y="96296"/>
                  <a:pt x="177731" y="99706"/>
                  <a:pt x="178731" y="101141"/>
                </a:cubicBezTo>
                <a:cubicBezTo>
                  <a:pt x="179731" y="102577"/>
                  <a:pt x="181590" y="103474"/>
                  <a:pt x="184307" y="103833"/>
                </a:cubicBezTo>
                <a:lnTo>
                  <a:pt x="184307" y="106602"/>
                </a:lnTo>
                <a:lnTo>
                  <a:pt x="147927" y="106602"/>
                </a:lnTo>
                <a:lnTo>
                  <a:pt x="147927" y="103833"/>
                </a:lnTo>
                <a:cubicBezTo>
                  <a:pt x="150953" y="103526"/>
                  <a:pt x="153106" y="102552"/>
                  <a:pt x="154388" y="100911"/>
                </a:cubicBezTo>
                <a:cubicBezTo>
                  <a:pt x="155260" y="99783"/>
                  <a:pt x="155696" y="96450"/>
                  <a:pt x="155696" y="90912"/>
                </a:cubicBezTo>
                <a:lnTo>
                  <a:pt x="155696" y="50302"/>
                </a:lnTo>
                <a:cubicBezTo>
                  <a:pt x="155696" y="44801"/>
                  <a:pt x="155196" y="41376"/>
                  <a:pt x="154196" y="40026"/>
                </a:cubicBezTo>
                <a:cubicBezTo>
                  <a:pt x="153196" y="38677"/>
                  <a:pt x="151106" y="37795"/>
                  <a:pt x="147927" y="37380"/>
                </a:cubicBezTo>
                <a:lnTo>
                  <a:pt x="147927" y="34611"/>
                </a:lnTo>
                <a:lnTo>
                  <a:pt x="177231" y="34611"/>
                </a:lnTo>
                <a:close/>
                <a:moveTo>
                  <a:pt x="266966" y="42149"/>
                </a:moveTo>
                <a:lnTo>
                  <a:pt x="266966" y="92143"/>
                </a:lnTo>
                <a:cubicBezTo>
                  <a:pt x="266966" y="96962"/>
                  <a:pt x="267478" y="99988"/>
                  <a:pt x="268504" y="101218"/>
                </a:cubicBezTo>
                <a:cubicBezTo>
                  <a:pt x="270145" y="103116"/>
                  <a:pt x="273170" y="103987"/>
                  <a:pt x="277580" y="103833"/>
                </a:cubicBezTo>
                <a:lnTo>
                  <a:pt x="277580" y="106602"/>
                </a:lnTo>
                <a:lnTo>
                  <a:pt x="235200" y="106602"/>
                </a:lnTo>
                <a:lnTo>
                  <a:pt x="235200" y="103833"/>
                </a:lnTo>
                <a:cubicBezTo>
                  <a:pt x="238431" y="103782"/>
                  <a:pt x="240725" y="103410"/>
                  <a:pt x="242084" y="102718"/>
                </a:cubicBezTo>
                <a:cubicBezTo>
                  <a:pt x="243443" y="102026"/>
                  <a:pt x="244379" y="101065"/>
                  <a:pt x="244891" y="99834"/>
                </a:cubicBezTo>
                <a:cubicBezTo>
                  <a:pt x="245404" y="98603"/>
                  <a:pt x="245661" y="96039"/>
                  <a:pt x="245661" y="92143"/>
                </a:cubicBezTo>
                <a:lnTo>
                  <a:pt x="245661" y="42149"/>
                </a:lnTo>
                <a:lnTo>
                  <a:pt x="235200" y="42149"/>
                </a:lnTo>
                <a:lnTo>
                  <a:pt x="235200" y="34611"/>
                </a:lnTo>
                <a:lnTo>
                  <a:pt x="245661" y="34611"/>
                </a:lnTo>
                <a:lnTo>
                  <a:pt x="245661" y="29328"/>
                </a:lnTo>
                <a:lnTo>
                  <a:pt x="245584" y="25728"/>
                </a:lnTo>
                <a:cubicBezTo>
                  <a:pt x="245584" y="18378"/>
                  <a:pt x="248288" y="12252"/>
                  <a:pt x="253698" y="7352"/>
                </a:cubicBezTo>
                <a:cubicBezTo>
                  <a:pt x="259108" y="2451"/>
                  <a:pt x="266427" y="0"/>
                  <a:pt x="275657" y="0"/>
                </a:cubicBezTo>
                <a:cubicBezTo>
                  <a:pt x="281964" y="0"/>
                  <a:pt x="286643" y="1184"/>
                  <a:pt x="289694" y="3552"/>
                </a:cubicBezTo>
                <a:cubicBezTo>
                  <a:pt x="292744" y="5919"/>
                  <a:pt x="294270" y="8544"/>
                  <a:pt x="294270" y="11426"/>
                </a:cubicBezTo>
                <a:cubicBezTo>
                  <a:pt x="294270" y="13743"/>
                  <a:pt x="293321" y="15751"/>
                  <a:pt x="291424" y="17450"/>
                </a:cubicBezTo>
                <a:cubicBezTo>
                  <a:pt x="289527" y="19148"/>
                  <a:pt x="287014" y="19998"/>
                  <a:pt x="283887" y="19998"/>
                </a:cubicBezTo>
                <a:cubicBezTo>
                  <a:pt x="281220" y="19998"/>
                  <a:pt x="279105" y="19305"/>
                  <a:pt x="277541" y="17921"/>
                </a:cubicBezTo>
                <a:cubicBezTo>
                  <a:pt x="275977" y="16536"/>
                  <a:pt x="275195" y="14998"/>
                  <a:pt x="275195" y="13306"/>
                </a:cubicBezTo>
                <a:cubicBezTo>
                  <a:pt x="275195" y="12845"/>
                  <a:pt x="275349" y="11896"/>
                  <a:pt x="275657" y="10460"/>
                </a:cubicBezTo>
                <a:cubicBezTo>
                  <a:pt x="275862" y="9589"/>
                  <a:pt x="275964" y="8768"/>
                  <a:pt x="275964" y="7999"/>
                </a:cubicBezTo>
                <a:cubicBezTo>
                  <a:pt x="275964" y="6922"/>
                  <a:pt x="275657" y="6127"/>
                  <a:pt x="275042" y="5615"/>
                </a:cubicBezTo>
                <a:cubicBezTo>
                  <a:pt x="274221" y="4846"/>
                  <a:pt x="273221" y="4461"/>
                  <a:pt x="272042" y="4461"/>
                </a:cubicBezTo>
                <a:cubicBezTo>
                  <a:pt x="270555" y="4461"/>
                  <a:pt x="269311" y="5071"/>
                  <a:pt x="268312" y="6292"/>
                </a:cubicBezTo>
                <a:cubicBezTo>
                  <a:pt x="267312" y="7513"/>
                  <a:pt x="266812" y="9472"/>
                  <a:pt x="266812" y="12169"/>
                </a:cubicBezTo>
                <a:lnTo>
                  <a:pt x="266966" y="25528"/>
                </a:lnTo>
                <a:lnTo>
                  <a:pt x="266966" y="34611"/>
                </a:lnTo>
                <a:lnTo>
                  <a:pt x="277580" y="34611"/>
                </a:lnTo>
                <a:lnTo>
                  <a:pt x="277580" y="42149"/>
                </a:lnTo>
                <a:lnTo>
                  <a:pt x="266966" y="42149"/>
                </a:lnTo>
                <a:close/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:Conﬁdence(1dim)">
            <a:extLst xmlns:a="http://schemas.openxmlformats.org/drawingml/2006/main">
              <a:ext uri="{FF2B5EF4-FFF2-40B4-BE49-F238E27FC236}">
                <a16:creationId xmlns:a16="http://schemas.microsoft.com/office/drawing/2014/main" id="{BD175F66-E592-495F-9A92-28C8AF60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1568" y="3004353"/>
            <a:ext cx="1430587" cy="150590"/>
          </a:xfrm>
          <a:custGeom xmlns:a="http://schemas.openxmlformats.org/drawingml/2006/main">
            <a:pathLst>
              <a:path w="1430587" h="150590">
                <a:moveTo>
                  <a:pt x="434925" y="33164"/>
                </a:moveTo>
                <a:lnTo>
                  <a:pt x="435232" y="33124"/>
                </a:lnTo>
                <a:lnTo>
                  <a:pt x="435535" y="33074"/>
                </a:lnTo>
                <a:lnTo>
                  <a:pt x="435833" y="33015"/>
                </a:lnTo>
                <a:lnTo>
                  <a:pt x="436126" y="32948"/>
                </a:lnTo>
                <a:lnTo>
                  <a:pt x="436415" y="32871"/>
                </a:lnTo>
                <a:lnTo>
                  <a:pt x="436699" y="32785"/>
                </a:lnTo>
                <a:lnTo>
                  <a:pt x="436978" y="32690"/>
                </a:lnTo>
                <a:lnTo>
                  <a:pt x="437253" y="32587"/>
                </a:lnTo>
                <a:lnTo>
                  <a:pt x="437523" y="32474"/>
                </a:lnTo>
                <a:lnTo>
                  <a:pt x="437789" y="32352"/>
                </a:lnTo>
                <a:lnTo>
                  <a:pt x="438049" y="32221"/>
                </a:lnTo>
                <a:lnTo>
                  <a:pt x="438305" y="32082"/>
                </a:lnTo>
                <a:lnTo>
                  <a:pt x="438557" y="31933"/>
                </a:lnTo>
                <a:lnTo>
                  <a:pt x="438804" y="31775"/>
                </a:lnTo>
                <a:lnTo>
                  <a:pt x="439046" y="31608"/>
                </a:lnTo>
                <a:lnTo>
                  <a:pt x="439283" y="31432"/>
                </a:lnTo>
                <a:lnTo>
                  <a:pt x="439516" y="31247"/>
                </a:lnTo>
                <a:lnTo>
                  <a:pt x="439744" y="31053"/>
                </a:lnTo>
                <a:lnTo>
                  <a:pt x="439968" y="30850"/>
                </a:lnTo>
                <a:lnTo>
                  <a:pt x="440187" y="30638"/>
                </a:lnTo>
                <a:lnTo>
                  <a:pt x="440399" y="30419"/>
                </a:lnTo>
                <a:lnTo>
                  <a:pt x="440602" y="30196"/>
                </a:lnTo>
                <a:lnTo>
                  <a:pt x="440796" y="29968"/>
                </a:lnTo>
                <a:lnTo>
                  <a:pt x="440981" y="29735"/>
                </a:lnTo>
                <a:lnTo>
                  <a:pt x="441157" y="29497"/>
                </a:lnTo>
                <a:lnTo>
                  <a:pt x="441324" y="29255"/>
                </a:lnTo>
                <a:lnTo>
                  <a:pt x="441482" y="29008"/>
                </a:lnTo>
                <a:lnTo>
                  <a:pt x="441631" y="28757"/>
                </a:lnTo>
                <a:lnTo>
                  <a:pt x="441771" y="28501"/>
                </a:lnTo>
                <a:lnTo>
                  <a:pt x="441902" y="28240"/>
                </a:lnTo>
                <a:lnTo>
                  <a:pt x="442024" y="27975"/>
                </a:lnTo>
                <a:lnTo>
                  <a:pt x="442137" y="27705"/>
                </a:lnTo>
                <a:lnTo>
                  <a:pt x="442241" y="27430"/>
                </a:lnTo>
                <a:lnTo>
                  <a:pt x="442336" y="27150"/>
                </a:lnTo>
                <a:lnTo>
                  <a:pt x="442422" y="26866"/>
                </a:lnTo>
                <a:lnTo>
                  <a:pt x="442498" y="26578"/>
                </a:lnTo>
                <a:lnTo>
                  <a:pt x="442566" y="26284"/>
                </a:lnTo>
                <a:lnTo>
                  <a:pt x="442625" y="25986"/>
                </a:lnTo>
                <a:lnTo>
                  <a:pt x="442674" y="25684"/>
                </a:lnTo>
                <a:lnTo>
                  <a:pt x="442715" y="25376"/>
                </a:lnTo>
                <a:lnTo>
                  <a:pt x="442747" y="25064"/>
                </a:lnTo>
                <a:lnTo>
                  <a:pt x="442769" y="24748"/>
                </a:lnTo>
                <a:lnTo>
                  <a:pt x="442783" y="24426"/>
                </a:lnTo>
                <a:lnTo>
                  <a:pt x="442787" y="24100"/>
                </a:lnTo>
                <a:lnTo>
                  <a:pt x="442783" y="23775"/>
                </a:lnTo>
                <a:lnTo>
                  <a:pt x="442769" y="23455"/>
                </a:lnTo>
                <a:lnTo>
                  <a:pt x="442747" y="23140"/>
                </a:lnTo>
                <a:lnTo>
                  <a:pt x="442715" y="22830"/>
                </a:lnTo>
                <a:lnTo>
                  <a:pt x="442674" y="22525"/>
                </a:lnTo>
                <a:lnTo>
                  <a:pt x="442625" y="22225"/>
                </a:lnTo>
                <a:lnTo>
                  <a:pt x="442566" y="21931"/>
                </a:lnTo>
                <a:lnTo>
                  <a:pt x="442498" y="21642"/>
                </a:lnTo>
                <a:lnTo>
                  <a:pt x="442422" y="21358"/>
                </a:lnTo>
                <a:lnTo>
                  <a:pt x="442336" y="21079"/>
                </a:lnTo>
                <a:lnTo>
                  <a:pt x="442241" y="20806"/>
                </a:lnTo>
                <a:lnTo>
                  <a:pt x="442137" y="20537"/>
                </a:lnTo>
                <a:lnTo>
                  <a:pt x="442024" y="20274"/>
                </a:lnTo>
                <a:lnTo>
                  <a:pt x="441902" y="20016"/>
                </a:lnTo>
                <a:lnTo>
                  <a:pt x="441771" y="19763"/>
                </a:lnTo>
                <a:lnTo>
                  <a:pt x="441631" y="19516"/>
                </a:lnTo>
                <a:lnTo>
                  <a:pt x="441482" y="19273"/>
                </a:lnTo>
                <a:lnTo>
                  <a:pt x="441324" y="19036"/>
                </a:lnTo>
                <a:lnTo>
                  <a:pt x="441157" y="18804"/>
                </a:lnTo>
                <a:lnTo>
                  <a:pt x="440981" y="18577"/>
                </a:lnTo>
                <a:lnTo>
                  <a:pt x="440796" y="18355"/>
                </a:lnTo>
                <a:lnTo>
                  <a:pt x="440602" y="18139"/>
                </a:lnTo>
                <a:lnTo>
                  <a:pt x="440399" y="17927"/>
                </a:lnTo>
                <a:lnTo>
                  <a:pt x="440187" y="17721"/>
                </a:lnTo>
                <a:lnTo>
                  <a:pt x="439968" y="17522"/>
                </a:lnTo>
                <a:lnTo>
                  <a:pt x="439744" y="17331"/>
                </a:lnTo>
                <a:lnTo>
                  <a:pt x="439516" y="17149"/>
                </a:lnTo>
                <a:lnTo>
                  <a:pt x="439283" y="16975"/>
                </a:lnTo>
                <a:lnTo>
                  <a:pt x="439046" y="16810"/>
                </a:lnTo>
                <a:lnTo>
                  <a:pt x="438804" y="16653"/>
                </a:lnTo>
                <a:lnTo>
                  <a:pt x="438557" y="16505"/>
                </a:lnTo>
                <a:lnTo>
                  <a:pt x="438305" y="16365"/>
                </a:lnTo>
                <a:lnTo>
                  <a:pt x="438049" y="16233"/>
                </a:lnTo>
                <a:lnTo>
                  <a:pt x="437789" y="16110"/>
                </a:lnTo>
                <a:lnTo>
                  <a:pt x="437523" y="15996"/>
                </a:lnTo>
                <a:lnTo>
                  <a:pt x="437253" y="15890"/>
                </a:lnTo>
                <a:lnTo>
                  <a:pt x="436978" y="15792"/>
                </a:lnTo>
                <a:lnTo>
                  <a:pt x="436699" y="15703"/>
                </a:lnTo>
                <a:lnTo>
                  <a:pt x="436415" y="15623"/>
                </a:lnTo>
                <a:lnTo>
                  <a:pt x="436126" y="15551"/>
                </a:lnTo>
                <a:lnTo>
                  <a:pt x="435833" y="15487"/>
                </a:lnTo>
                <a:lnTo>
                  <a:pt x="435535" y="15432"/>
                </a:lnTo>
                <a:lnTo>
                  <a:pt x="435232" y="15385"/>
                </a:lnTo>
                <a:lnTo>
                  <a:pt x="434925" y="15347"/>
                </a:lnTo>
                <a:lnTo>
                  <a:pt x="434613" y="15318"/>
                </a:lnTo>
                <a:lnTo>
                  <a:pt x="434296" y="15296"/>
                </a:lnTo>
                <a:lnTo>
                  <a:pt x="433975" y="15284"/>
                </a:lnTo>
                <a:lnTo>
                  <a:pt x="433649" y="15279"/>
                </a:lnTo>
                <a:lnTo>
                  <a:pt x="433336" y="15284"/>
                </a:lnTo>
                <a:lnTo>
                  <a:pt x="433027" y="15296"/>
                </a:lnTo>
                <a:lnTo>
                  <a:pt x="432722" y="15318"/>
                </a:lnTo>
                <a:lnTo>
                  <a:pt x="432420" y="15347"/>
                </a:lnTo>
                <a:lnTo>
                  <a:pt x="432122" y="15385"/>
                </a:lnTo>
                <a:lnTo>
                  <a:pt x="431828" y="15432"/>
                </a:lnTo>
                <a:lnTo>
                  <a:pt x="431538" y="15487"/>
                </a:lnTo>
                <a:lnTo>
                  <a:pt x="431252" y="15551"/>
                </a:lnTo>
                <a:lnTo>
                  <a:pt x="430970" y="15623"/>
                </a:lnTo>
                <a:lnTo>
                  <a:pt x="430691" y="15703"/>
                </a:lnTo>
                <a:lnTo>
                  <a:pt x="430416" y="15792"/>
                </a:lnTo>
                <a:lnTo>
                  <a:pt x="430145" y="15890"/>
                </a:lnTo>
                <a:lnTo>
                  <a:pt x="429878" y="15996"/>
                </a:lnTo>
                <a:lnTo>
                  <a:pt x="429615" y="16110"/>
                </a:lnTo>
                <a:lnTo>
                  <a:pt x="429355" y="16233"/>
                </a:lnTo>
                <a:lnTo>
                  <a:pt x="429099" y="16365"/>
                </a:lnTo>
                <a:lnTo>
                  <a:pt x="428847" y="16505"/>
                </a:lnTo>
                <a:lnTo>
                  <a:pt x="428599" y="16653"/>
                </a:lnTo>
                <a:lnTo>
                  <a:pt x="428355" y="16810"/>
                </a:lnTo>
                <a:lnTo>
                  <a:pt x="428114" y="16975"/>
                </a:lnTo>
                <a:lnTo>
                  <a:pt x="427878" y="17149"/>
                </a:lnTo>
                <a:lnTo>
                  <a:pt x="427645" y="17331"/>
                </a:lnTo>
                <a:lnTo>
                  <a:pt x="427416" y="17522"/>
                </a:lnTo>
                <a:lnTo>
                  <a:pt x="427191" y="17721"/>
                </a:lnTo>
                <a:lnTo>
                  <a:pt x="426972" y="17927"/>
                </a:lnTo>
                <a:lnTo>
                  <a:pt x="426763" y="18139"/>
                </a:lnTo>
                <a:lnTo>
                  <a:pt x="426563" y="18355"/>
                </a:lnTo>
                <a:lnTo>
                  <a:pt x="426372" y="18577"/>
                </a:lnTo>
                <a:lnTo>
                  <a:pt x="426191" y="18804"/>
                </a:lnTo>
                <a:lnTo>
                  <a:pt x="426019" y="19036"/>
                </a:lnTo>
                <a:lnTo>
                  <a:pt x="425856" y="19273"/>
                </a:lnTo>
                <a:lnTo>
                  <a:pt x="425703" y="19516"/>
                </a:lnTo>
                <a:lnTo>
                  <a:pt x="425559" y="19763"/>
                </a:lnTo>
                <a:lnTo>
                  <a:pt x="425424" y="20016"/>
                </a:lnTo>
                <a:lnTo>
                  <a:pt x="425299" y="20274"/>
                </a:lnTo>
                <a:lnTo>
                  <a:pt x="425182" y="20537"/>
                </a:lnTo>
                <a:lnTo>
                  <a:pt x="425076" y="20806"/>
                </a:lnTo>
                <a:lnTo>
                  <a:pt x="424978" y="21079"/>
                </a:lnTo>
                <a:lnTo>
                  <a:pt x="424890" y="21358"/>
                </a:lnTo>
                <a:lnTo>
                  <a:pt x="424811" y="21642"/>
                </a:lnTo>
                <a:lnTo>
                  <a:pt x="424741" y="21931"/>
                </a:lnTo>
                <a:lnTo>
                  <a:pt x="424680" y="22225"/>
                </a:lnTo>
                <a:lnTo>
                  <a:pt x="424629" y="22525"/>
                </a:lnTo>
                <a:lnTo>
                  <a:pt x="424587" y="22830"/>
                </a:lnTo>
                <a:lnTo>
                  <a:pt x="424555" y="23140"/>
                </a:lnTo>
                <a:lnTo>
                  <a:pt x="424532" y="23455"/>
                </a:lnTo>
                <a:lnTo>
                  <a:pt x="424518" y="23775"/>
                </a:lnTo>
                <a:lnTo>
                  <a:pt x="424513" y="24100"/>
                </a:lnTo>
                <a:lnTo>
                  <a:pt x="424518" y="24426"/>
                </a:lnTo>
                <a:lnTo>
                  <a:pt x="424532" y="24748"/>
                </a:lnTo>
                <a:lnTo>
                  <a:pt x="424555" y="25064"/>
                </a:lnTo>
                <a:lnTo>
                  <a:pt x="424587" y="25376"/>
                </a:lnTo>
                <a:lnTo>
                  <a:pt x="424629" y="25684"/>
                </a:lnTo>
                <a:lnTo>
                  <a:pt x="424680" y="25986"/>
                </a:lnTo>
                <a:lnTo>
                  <a:pt x="424741" y="26284"/>
                </a:lnTo>
                <a:lnTo>
                  <a:pt x="424811" y="26578"/>
                </a:lnTo>
                <a:lnTo>
                  <a:pt x="424890" y="26866"/>
                </a:lnTo>
                <a:lnTo>
                  <a:pt x="424978" y="27150"/>
                </a:lnTo>
                <a:lnTo>
                  <a:pt x="425076" y="27430"/>
                </a:lnTo>
                <a:lnTo>
                  <a:pt x="425182" y="27705"/>
                </a:lnTo>
                <a:lnTo>
                  <a:pt x="425299" y="27975"/>
                </a:lnTo>
                <a:lnTo>
                  <a:pt x="425424" y="28240"/>
                </a:lnTo>
                <a:lnTo>
                  <a:pt x="425559" y="28501"/>
                </a:lnTo>
                <a:lnTo>
                  <a:pt x="425703" y="28757"/>
                </a:lnTo>
                <a:lnTo>
                  <a:pt x="425856" y="29008"/>
                </a:lnTo>
                <a:lnTo>
                  <a:pt x="426019" y="29255"/>
                </a:lnTo>
                <a:lnTo>
                  <a:pt x="426191" y="29497"/>
                </a:lnTo>
                <a:lnTo>
                  <a:pt x="426372" y="29735"/>
                </a:lnTo>
                <a:lnTo>
                  <a:pt x="426563" y="29968"/>
                </a:lnTo>
                <a:lnTo>
                  <a:pt x="426763" y="30196"/>
                </a:lnTo>
                <a:lnTo>
                  <a:pt x="426972" y="30419"/>
                </a:lnTo>
                <a:lnTo>
                  <a:pt x="427191" y="30638"/>
                </a:lnTo>
                <a:lnTo>
                  <a:pt x="427416" y="30850"/>
                </a:lnTo>
                <a:lnTo>
                  <a:pt x="427645" y="31053"/>
                </a:lnTo>
                <a:lnTo>
                  <a:pt x="427878" y="31247"/>
                </a:lnTo>
                <a:lnTo>
                  <a:pt x="428114" y="31432"/>
                </a:lnTo>
                <a:lnTo>
                  <a:pt x="428355" y="31608"/>
                </a:lnTo>
                <a:lnTo>
                  <a:pt x="428599" y="31775"/>
                </a:lnTo>
                <a:lnTo>
                  <a:pt x="428847" y="31933"/>
                </a:lnTo>
                <a:lnTo>
                  <a:pt x="429099" y="32082"/>
                </a:lnTo>
                <a:lnTo>
                  <a:pt x="429355" y="32221"/>
                </a:lnTo>
                <a:lnTo>
                  <a:pt x="429615" y="32352"/>
                </a:lnTo>
                <a:lnTo>
                  <a:pt x="429878" y="32474"/>
                </a:lnTo>
                <a:lnTo>
                  <a:pt x="430145" y="32587"/>
                </a:lnTo>
                <a:lnTo>
                  <a:pt x="430416" y="32690"/>
                </a:lnTo>
                <a:lnTo>
                  <a:pt x="430691" y="32785"/>
                </a:lnTo>
                <a:lnTo>
                  <a:pt x="430970" y="32871"/>
                </a:lnTo>
                <a:lnTo>
                  <a:pt x="431252" y="32948"/>
                </a:lnTo>
                <a:lnTo>
                  <a:pt x="431538" y="33015"/>
                </a:lnTo>
                <a:lnTo>
                  <a:pt x="431828" y="33074"/>
                </a:lnTo>
                <a:lnTo>
                  <a:pt x="432122" y="33124"/>
                </a:lnTo>
                <a:lnTo>
                  <a:pt x="432420" y="33164"/>
                </a:lnTo>
                <a:lnTo>
                  <a:pt x="432722" y="33196"/>
                </a:lnTo>
                <a:lnTo>
                  <a:pt x="433027" y="33218"/>
                </a:lnTo>
                <a:lnTo>
                  <a:pt x="433336" y="33232"/>
                </a:lnTo>
                <a:lnTo>
                  <a:pt x="433649" y="33236"/>
                </a:lnTo>
                <a:lnTo>
                  <a:pt x="433975" y="33232"/>
                </a:lnTo>
                <a:lnTo>
                  <a:pt x="434296" y="33218"/>
                </a:lnTo>
                <a:lnTo>
                  <a:pt x="434613" y="33196"/>
                </a:lnTo>
                <a:lnTo>
                  <a:pt x="434925" y="33164"/>
                </a:lnTo>
                <a:close/>
                <a:moveTo>
                  <a:pt x="10409" y="64319"/>
                </a:moveTo>
                <a:lnTo>
                  <a:pt x="10715" y="64278"/>
                </a:lnTo>
                <a:lnTo>
                  <a:pt x="11016" y="64229"/>
                </a:lnTo>
                <a:lnTo>
                  <a:pt x="11312" y="64170"/>
                </a:lnTo>
                <a:lnTo>
                  <a:pt x="11603" y="64102"/>
                </a:lnTo>
                <a:lnTo>
                  <a:pt x="11889" y="64026"/>
                </a:lnTo>
                <a:lnTo>
                  <a:pt x="12171" y="63940"/>
                </a:lnTo>
                <a:lnTo>
                  <a:pt x="12447" y="63845"/>
                </a:lnTo>
                <a:lnTo>
                  <a:pt x="12718" y="63742"/>
                </a:lnTo>
                <a:lnTo>
                  <a:pt x="12985" y="63629"/>
                </a:lnTo>
                <a:lnTo>
                  <a:pt x="13247" y="63507"/>
                </a:lnTo>
                <a:lnTo>
                  <a:pt x="13503" y="63376"/>
                </a:lnTo>
                <a:lnTo>
                  <a:pt x="13755" y="63236"/>
                </a:lnTo>
                <a:lnTo>
                  <a:pt x="14002" y="63088"/>
                </a:lnTo>
                <a:lnTo>
                  <a:pt x="14244" y="62930"/>
                </a:lnTo>
                <a:lnTo>
                  <a:pt x="14481" y="62763"/>
                </a:lnTo>
                <a:lnTo>
                  <a:pt x="14713" y="62587"/>
                </a:lnTo>
                <a:lnTo>
                  <a:pt x="14940" y="62402"/>
                </a:lnTo>
                <a:lnTo>
                  <a:pt x="15162" y="62208"/>
                </a:lnTo>
                <a:lnTo>
                  <a:pt x="15379" y="62005"/>
                </a:lnTo>
                <a:lnTo>
                  <a:pt x="15592" y="61793"/>
                </a:lnTo>
                <a:lnTo>
                  <a:pt x="15798" y="61574"/>
                </a:lnTo>
                <a:lnTo>
                  <a:pt x="15995" y="61351"/>
                </a:lnTo>
                <a:lnTo>
                  <a:pt x="16183" y="61124"/>
                </a:lnTo>
                <a:lnTo>
                  <a:pt x="16362" y="60893"/>
                </a:lnTo>
                <a:lnTo>
                  <a:pt x="16533" y="60658"/>
                </a:lnTo>
                <a:lnTo>
                  <a:pt x="16695" y="60419"/>
                </a:lnTo>
                <a:lnTo>
                  <a:pt x="16848" y="60175"/>
                </a:lnTo>
                <a:lnTo>
                  <a:pt x="16993" y="59928"/>
                </a:lnTo>
                <a:lnTo>
                  <a:pt x="17128" y="59676"/>
                </a:lnTo>
                <a:lnTo>
                  <a:pt x="17255" y="59421"/>
                </a:lnTo>
                <a:lnTo>
                  <a:pt x="17373" y="59161"/>
                </a:lnTo>
                <a:lnTo>
                  <a:pt x="17483" y="58897"/>
                </a:lnTo>
                <a:lnTo>
                  <a:pt x="17584" y="58629"/>
                </a:lnTo>
                <a:lnTo>
                  <a:pt x="17675" y="58357"/>
                </a:lnTo>
                <a:lnTo>
                  <a:pt x="17759" y="58081"/>
                </a:lnTo>
                <a:lnTo>
                  <a:pt x="17833" y="57801"/>
                </a:lnTo>
                <a:lnTo>
                  <a:pt x="17899" y="57517"/>
                </a:lnTo>
                <a:lnTo>
                  <a:pt x="17956" y="57228"/>
                </a:lnTo>
                <a:lnTo>
                  <a:pt x="18004" y="56936"/>
                </a:lnTo>
                <a:lnTo>
                  <a:pt x="18043" y="56639"/>
                </a:lnTo>
                <a:lnTo>
                  <a:pt x="18074" y="56338"/>
                </a:lnTo>
                <a:lnTo>
                  <a:pt x="18096" y="56033"/>
                </a:lnTo>
                <a:lnTo>
                  <a:pt x="18109" y="55724"/>
                </a:lnTo>
                <a:lnTo>
                  <a:pt x="18113" y="55411"/>
                </a:lnTo>
                <a:lnTo>
                  <a:pt x="18109" y="55098"/>
                </a:lnTo>
                <a:lnTo>
                  <a:pt x="18096" y="54790"/>
                </a:lnTo>
                <a:lnTo>
                  <a:pt x="18074" y="54485"/>
                </a:lnTo>
                <a:lnTo>
                  <a:pt x="18043" y="54184"/>
                </a:lnTo>
                <a:lnTo>
                  <a:pt x="18004" y="53887"/>
                </a:lnTo>
                <a:lnTo>
                  <a:pt x="17956" y="53595"/>
                </a:lnTo>
                <a:lnTo>
                  <a:pt x="17899" y="53307"/>
                </a:lnTo>
                <a:lnTo>
                  <a:pt x="17833" y="53022"/>
                </a:lnTo>
                <a:lnTo>
                  <a:pt x="17759" y="52742"/>
                </a:lnTo>
                <a:lnTo>
                  <a:pt x="17675" y="52466"/>
                </a:lnTo>
                <a:lnTo>
                  <a:pt x="17584" y="52194"/>
                </a:lnTo>
                <a:lnTo>
                  <a:pt x="17483" y="51926"/>
                </a:lnTo>
                <a:lnTo>
                  <a:pt x="17373" y="51663"/>
                </a:lnTo>
                <a:lnTo>
                  <a:pt x="17255" y="51403"/>
                </a:lnTo>
                <a:lnTo>
                  <a:pt x="17128" y="51147"/>
                </a:lnTo>
                <a:lnTo>
                  <a:pt x="16993" y="50896"/>
                </a:lnTo>
                <a:lnTo>
                  <a:pt x="16848" y="50649"/>
                </a:lnTo>
                <a:lnTo>
                  <a:pt x="16695" y="50405"/>
                </a:lnTo>
                <a:lnTo>
                  <a:pt x="16533" y="50166"/>
                </a:lnTo>
                <a:lnTo>
                  <a:pt x="16362" y="49931"/>
                </a:lnTo>
                <a:lnTo>
                  <a:pt x="16183" y="49700"/>
                </a:lnTo>
                <a:lnTo>
                  <a:pt x="15995" y="49474"/>
                </a:lnTo>
                <a:lnTo>
                  <a:pt x="15798" y="49251"/>
                </a:lnTo>
                <a:lnTo>
                  <a:pt x="15592" y="49032"/>
                </a:lnTo>
                <a:lnTo>
                  <a:pt x="15379" y="48820"/>
                </a:lnTo>
                <a:lnTo>
                  <a:pt x="15162" y="48617"/>
                </a:lnTo>
                <a:lnTo>
                  <a:pt x="14940" y="48423"/>
                </a:lnTo>
                <a:lnTo>
                  <a:pt x="14713" y="48239"/>
                </a:lnTo>
                <a:lnTo>
                  <a:pt x="14481" y="48063"/>
                </a:lnTo>
                <a:lnTo>
                  <a:pt x="14244" y="47896"/>
                </a:lnTo>
                <a:lnTo>
                  <a:pt x="14002" y="47738"/>
                </a:lnTo>
                <a:lnTo>
                  <a:pt x="13755" y="47589"/>
                </a:lnTo>
                <a:lnTo>
                  <a:pt x="13503" y="47449"/>
                </a:lnTo>
                <a:lnTo>
                  <a:pt x="13247" y="47318"/>
                </a:lnTo>
                <a:lnTo>
                  <a:pt x="12985" y="47197"/>
                </a:lnTo>
                <a:lnTo>
                  <a:pt x="12718" y="47084"/>
                </a:lnTo>
                <a:lnTo>
                  <a:pt x="12447" y="46980"/>
                </a:lnTo>
                <a:lnTo>
                  <a:pt x="12171" y="46885"/>
                </a:lnTo>
                <a:lnTo>
                  <a:pt x="11889" y="46800"/>
                </a:lnTo>
                <a:lnTo>
                  <a:pt x="11603" y="46723"/>
                </a:lnTo>
                <a:lnTo>
                  <a:pt x="11312" y="46655"/>
                </a:lnTo>
                <a:lnTo>
                  <a:pt x="11016" y="46597"/>
                </a:lnTo>
                <a:lnTo>
                  <a:pt x="10715" y="46547"/>
                </a:lnTo>
                <a:lnTo>
                  <a:pt x="10409" y="46506"/>
                </a:lnTo>
                <a:lnTo>
                  <a:pt x="10098" y="46475"/>
                </a:lnTo>
                <a:lnTo>
                  <a:pt x="9782" y="46452"/>
                </a:lnTo>
                <a:lnTo>
                  <a:pt x="9462" y="46439"/>
                </a:lnTo>
                <a:lnTo>
                  <a:pt x="9136" y="46434"/>
                </a:lnTo>
                <a:lnTo>
                  <a:pt x="8810" y="46439"/>
                </a:lnTo>
                <a:lnTo>
                  <a:pt x="8489" y="46452"/>
                </a:lnTo>
                <a:lnTo>
                  <a:pt x="8172" y="46475"/>
                </a:lnTo>
                <a:lnTo>
                  <a:pt x="7860" y="46506"/>
                </a:lnTo>
                <a:lnTo>
                  <a:pt x="7553" y="46547"/>
                </a:lnTo>
                <a:lnTo>
                  <a:pt x="7250" y="46597"/>
                </a:lnTo>
                <a:lnTo>
                  <a:pt x="6952" y="46655"/>
                </a:lnTo>
                <a:lnTo>
                  <a:pt x="6659" y="46723"/>
                </a:lnTo>
                <a:lnTo>
                  <a:pt x="6370" y="46800"/>
                </a:lnTo>
                <a:lnTo>
                  <a:pt x="6086" y="46885"/>
                </a:lnTo>
                <a:lnTo>
                  <a:pt x="5807" y="46980"/>
                </a:lnTo>
                <a:lnTo>
                  <a:pt x="5532" y="47084"/>
                </a:lnTo>
                <a:lnTo>
                  <a:pt x="5262" y="47197"/>
                </a:lnTo>
                <a:lnTo>
                  <a:pt x="4996" y="47318"/>
                </a:lnTo>
                <a:lnTo>
                  <a:pt x="4736" y="47449"/>
                </a:lnTo>
                <a:lnTo>
                  <a:pt x="4479" y="47589"/>
                </a:lnTo>
                <a:lnTo>
                  <a:pt x="4228" y="47738"/>
                </a:lnTo>
                <a:lnTo>
                  <a:pt x="3981" y="47896"/>
                </a:lnTo>
                <a:lnTo>
                  <a:pt x="3739" y="48063"/>
                </a:lnTo>
                <a:lnTo>
                  <a:pt x="3502" y="48239"/>
                </a:lnTo>
                <a:lnTo>
                  <a:pt x="3269" y="48423"/>
                </a:lnTo>
                <a:lnTo>
                  <a:pt x="3041" y="48617"/>
                </a:lnTo>
                <a:lnTo>
                  <a:pt x="2817" y="48820"/>
                </a:lnTo>
                <a:lnTo>
                  <a:pt x="2598" y="49032"/>
                </a:lnTo>
                <a:lnTo>
                  <a:pt x="2386" y="49251"/>
                </a:lnTo>
                <a:lnTo>
                  <a:pt x="2183" y="49474"/>
                </a:lnTo>
                <a:lnTo>
                  <a:pt x="1989" y="49700"/>
                </a:lnTo>
                <a:lnTo>
                  <a:pt x="1804" y="49931"/>
                </a:lnTo>
                <a:lnTo>
                  <a:pt x="1628" y="50166"/>
                </a:lnTo>
                <a:lnTo>
                  <a:pt x="1462" y="50405"/>
                </a:lnTo>
                <a:lnTo>
                  <a:pt x="1304" y="50649"/>
                </a:lnTo>
                <a:lnTo>
                  <a:pt x="1155" y="50896"/>
                </a:lnTo>
                <a:lnTo>
                  <a:pt x="1015" y="51147"/>
                </a:lnTo>
                <a:lnTo>
                  <a:pt x="884" y="51403"/>
                </a:lnTo>
                <a:lnTo>
                  <a:pt x="762" y="51663"/>
                </a:lnTo>
                <a:lnTo>
                  <a:pt x="650" y="51926"/>
                </a:lnTo>
                <a:lnTo>
                  <a:pt x="546" y="52194"/>
                </a:lnTo>
                <a:lnTo>
                  <a:pt x="451" y="52466"/>
                </a:lnTo>
                <a:lnTo>
                  <a:pt x="365" y="52742"/>
                </a:lnTo>
                <a:lnTo>
                  <a:pt x="289" y="53022"/>
                </a:lnTo>
                <a:lnTo>
                  <a:pt x="221" y="53307"/>
                </a:lnTo>
                <a:lnTo>
                  <a:pt x="162" y="53595"/>
                </a:lnTo>
                <a:lnTo>
                  <a:pt x="113" y="53887"/>
                </a:lnTo>
                <a:lnTo>
                  <a:pt x="72" y="54184"/>
                </a:lnTo>
                <a:lnTo>
                  <a:pt x="41" y="54485"/>
                </a:lnTo>
                <a:lnTo>
                  <a:pt x="18" y="54790"/>
                </a:lnTo>
                <a:lnTo>
                  <a:pt x="5" y="55098"/>
                </a:lnTo>
                <a:lnTo>
                  <a:pt x="0" y="55411"/>
                </a:lnTo>
                <a:lnTo>
                  <a:pt x="5" y="55724"/>
                </a:lnTo>
                <a:lnTo>
                  <a:pt x="18" y="56033"/>
                </a:lnTo>
                <a:lnTo>
                  <a:pt x="41" y="56338"/>
                </a:lnTo>
                <a:lnTo>
                  <a:pt x="72" y="56639"/>
                </a:lnTo>
                <a:lnTo>
                  <a:pt x="113" y="56936"/>
                </a:lnTo>
                <a:lnTo>
                  <a:pt x="162" y="57228"/>
                </a:lnTo>
                <a:lnTo>
                  <a:pt x="221" y="57517"/>
                </a:lnTo>
                <a:lnTo>
                  <a:pt x="289" y="57801"/>
                </a:lnTo>
                <a:lnTo>
                  <a:pt x="365" y="58081"/>
                </a:lnTo>
                <a:lnTo>
                  <a:pt x="451" y="58357"/>
                </a:lnTo>
                <a:lnTo>
                  <a:pt x="546" y="58629"/>
                </a:lnTo>
                <a:lnTo>
                  <a:pt x="650" y="58897"/>
                </a:lnTo>
                <a:lnTo>
                  <a:pt x="762" y="59161"/>
                </a:lnTo>
                <a:lnTo>
                  <a:pt x="884" y="59421"/>
                </a:lnTo>
                <a:lnTo>
                  <a:pt x="1015" y="59676"/>
                </a:lnTo>
                <a:lnTo>
                  <a:pt x="1155" y="59928"/>
                </a:lnTo>
                <a:lnTo>
                  <a:pt x="1304" y="60175"/>
                </a:lnTo>
                <a:lnTo>
                  <a:pt x="1462" y="60419"/>
                </a:lnTo>
                <a:lnTo>
                  <a:pt x="1628" y="60658"/>
                </a:lnTo>
                <a:lnTo>
                  <a:pt x="1804" y="60893"/>
                </a:lnTo>
                <a:lnTo>
                  <a:pt x="1989" y="61124"/>
                </a:lnTo>
                <a:lnTo>
                  <a:pt x="2183" y="61351"/>
                </a:lnTo>
                <a:lnTo>
                  <a:pt x="2386" y="61574"/>
                </a:lnTo>
                <a:lnTo>
                  <a:pt x="2598" y="61793"/>
                </a:lnTo>
                <a:lnTo>
                  <a:pt x="2817" y="62005"/>
                </a:lnTo>
                <a:lnTo>
                  <a:pt x="3041" y="62208"/>
                </a:lnTo>
                <a:lnTo>
                  <a:pt x="3269" y="62402"/>
                </a:lnTo>
                <a:lnTo>
                  <a:pt x="3502" y="62587"/>
                </a:lnTo>
                <a:lnTo>
                  <a:pt x="3739" y="62763"/>
                </a:lnTo>
                <a:lnTo>
                  <a:pt x="3981" y="62930"/>
                </a:lnTo>
                <a:lnTo>
                  <a:pt x="4228" y="63088"/>
                </a:lnTo>
                <a:lnTo>
                  <a:pt x="4479" y="63236"/>
                </a:lnTo>
                <a:lnTo>
                  <a:pt x="4736" y="63376"/>
                </a:lnTo>
                <a:lnTo>
                  <a:pt x="4996" y="63507"/>
                </a:lnTo>
                <a:lnTo>
                  <a:pt x="5262" y="63629"/>
                </a:lnTo>
                <a:lnTo>
                  <a:pt x="5532" y="63742"/>
                </a:lnTo>
                <a:lnTo>
                  <a:pt x="5807" y="63845"/>
                </a:lnTo>
                <a:lnTo>
                  <a:pt x="6086" y="63940"/>
                </a:lnTo>
                <a:lnTo>
                  <a:pt x="6370" y="64026"/>
                </a:lnTo>
                <a:lnTo>
                  <a:pt x="6659" y="64102"/>
                </a:lnTo>
                <a:lnTo>
                  <a:pt x="6952" y="64170"/>
                </a:lnTo>
                <a:lnTo>
                  <a:pt x="7250" y="64229"/>
                </a:lnTo>
                <a:lnTo>
                  <a:pt x="7553" y="64278"/>
                </a:lnTo>
                <a:lnTo>
                  <a:pt x="7860" y="64319"/>
                </a:lnTo>
                <a:lnTo>
                  <a:pt x="8172" y="64351"/>
                </a:lnTo>
                <a:lnTo>
                  <a:pt x="8489" y="64373"/>
                </a:lnTo>
                <a:lnTo>
                  <a:pt x="8810" y="64387"/>
                </a:lnTo>
                <a:lnTo>
                  <a:pt x="9136" y="64391"/>
                </a:lnTo>
                <a:lnTo>
                  <a:pt x="9462" y="64387"/>
                </a:lnTo>
                <a:lnTo>
                  <a:pt x="9782" y="64373"/>
                </a:lnTo>
                <a:lnTo>
                  <a:pt x="10098" y="64351"/>
                </a:lnTo>
                <a:lnTo>
                  <a:pt x="10409" y="64319"/>
                </a:lnTo>
                <a:close/>
                <a:moveTo>
                  <a:pt x="426876" y="127749"/>
                </a:moveTo>
                <a:lnTo>
                  <a:pt x="440107" y="127749"/>
                </a:lnTo>
                <a:lnTo>
                  <a:pt x="440107" y="48359"/>
                </a:lnTo>
                <a:lnTo>
                  <a:pt x="392539" y="48359"/>
                </a:lnTo>
                <a:lnTo>
                  <a:pt x="392539" y="36387"/>
                </a:lnTo>
                <a:lnTo>
                  <a:pt x="392543" y="35895"/>
                </a:lnTo>
                <a:lnTo>
                  <a:pt x="392557" y="35415"/>
                </a:lnTo>
                <a:lnTo>
                  <a:pt x="392579" y="34948"/>
                </a:lnTo>
                <a:lnTo>
                  <a:pt x="392611" y="34493"/>
                </a:lnTo>
                <a:lnTo>
                  <a:pt x="392651" y="34051"/>
                </a:lnTo>
                <a:lnTo>
                  <a:pt x="392701" y="33621"/>
                </a:lnTo>
                <a:lnTo>
                  <a:pt x="392760" y="33204"/>
                </a:lnTo>
                <a:lnTo>
                  <a:pt x="392827" y="32800"/>
                </a:lnTo>
                <a:lnTo>
                  <a:pt x="392904" y="32408"/>
                </a:lnTo>
                <a:lnTo>
                  <a:pt x="392990" y="32029"/>
                </a:lnTo>
                <a:lnTo>
                  <a:pt x="393084" y="31662"/>
                </a:lnTo>
                <a:lnTo>
                  <a:pt x="393188" y="31308"/>
                </a:lnTo>
                <a:lnTo>
                  <a:pt x="393301" y="30967"/>
                </a:lnTo>
                <a:lnTo>
                  <a:pt x="393423" y="30638"/>
                </a:lnTo>
                <a:lnTo>
                  <a:pt x="393554" y="30321"/>
                </a:lnTo>
                <a:lnTo>
                  <a:pt x="393693" y="30017"/>
                </a:lnTo>
                <a:lnTo>
                  <a:pt x="393842" y="29726"/>
                </a:lnTo>
                <a:lnTo>
                  <a:pt x="394000" y="29448"/>
                </a:lnTo>
                <a:lnTo>
                  <a:pt x="394167" y="29181"/>
                </a:lnTo>
                <a:lnTo>
                  <a:pt x="394343" y="28928"/>
                </a:lnTo>
                <a:lnTo>
                  <a:pt x="394528" y="28687"/>
                </a:lnTo>
                <a:lnTo>
                  <a:pt x="394722" y="28459"/>
                </a:lnTo>
                <a:lnTo>
                  <a:pt x="394925" y="28243"/>
                </a:lnTo>
                <a:lnTo>
                  <a:pt x="395137" y="28040"/>
                </a:lnTo>
                <a:lnTo>
                  <a:pt x="395359" y="27847"/>
                </a:lnTo>
                <a:lnTo>
                  <a:pt x="395592" y="27662"/>
                </a:lnTo>
                <a:lnTo>
                  <a:pt x="395837" y="27486"/>
                </a:lnTo>
                <a:lnTo>
                  <a:pt x="396093" y="27318"/>
                </a:lnTo>
                <a:lnTo>
                  <a:pt x="396360" y="27158"/>
                </a:lnTo>
                <a:lnTo>
                  <a:pt x="396638" y="27006"/>
                </a:lnTo>
                <a:lnTo>
                  <a:pt x="396927" y="26863"/>
                </a:lnTo>
                <a:lnTo>
                  <a:pt x="397228" y="26727"/>
                </a:lnTo>
                <a:lnTo>
                  <a:pt x="397540" y="26600"/>
                </a:lnTo>
                <a:lnTo>
                  <a:pt x="397863" y="26481"/>
                </a:lnTo>
                <a:lnTo>
                  <a:pt x="398197" y="26370"/>
                </a:lnTo>
                <a:lnTo>
                  <a:pt x="398543" y="26268"/>
                </a:lnTo>
                <a:lnTo>
                  <a:pt x="398899" y="26173"/>
                </a:lnTo>
                <a:lnTo>
                  <a:pt x="399267" y="26087"/>
                </a:lnTo>
                <a:lnTo>
                  <a:pt x="399647" y="26009"/>
                </a:lnTo>
                <a:lnTo>
                  <a:pt x="400037" y="25940"/>
                </a:lnTo>
                <a:lnTo>
                  <a:pt x="400438" y="25878"/>
                </a:lnTo>
                <a:lnTo>
                  <a:pt x="400851" y="25825"/>
                </a:lnTo>
                <a:lnTo>
                  <a:pt x="401275" y="25780"/>
                </a:lnTo>
                <a:lnTo>
                  <a:pt x="401711" y="25743"/>
                </a:lnTo>
                <a:lnTo>
                  <a:pt x="402157" y="25714"/>
                </a:lnTo>
                <a:lnTo>
                  <a:pt x="402615" y="25694"/>
                </a:lnTo>
                <a:lnTo>
                  <a:pt x="403084" y="25681"/>
                </a:lnTo>
                <a:lnTo>
                  <a:pt x="403564" y="25677"/>
                </a:lnTo>
                <a:lnTo>
                  <a:pt x="409392" y="25677"/>
                </a:lnTo>
                <a:lnTo>
                  <a:pt x="409392" y="14335"/>
                </a:lnTo>
                <a:lnTo>
                  <a:pt x="401516" y="14335"/>
                </a:lnTo>
                <a:lnTo>
                  <a:pt x="400916" y="14339"/>
                </a:lnTo>
                <a:lnTo>
                  <a:pt x="400324" y="14351"/>
                </a:lnTo>
                <a:lnTo>
                  <a:pt x="399740" y="14371"/>
                </a:lnTo>
                <a:lnTo>
                  <a:pt x="399164" y="14398"/>
                </a:lnTo>
                <a:lnTo>
                  <a:pt x="398596" y="14434"/>
                </a:lnTo>
                <a:lnTo>
                  <a:pt x="398035" y="14478"/>
                </a:lnTo>
                <a:lnTo>
                  <a:pt x="397483" y="14529"/>
                </a:lnTo>
                <a:lnTo>
                  <a:pt x="396939" y="14589"/>
                </a:lnTo>
                <a:lnTo>
                  <a:pt x="396402" y="14656"/>
                </a:lnTo>
                <a:lnTo>
                  <a:pt x="395874" y="14732"/>
                </a:lnTo>
                <a:lnTo>
                  <a:pt x="395353" y="14815"/>
                </a:lnTo>
                <a:lnTo>
                  <a:pt x="394841" y="14906"/>
                </a:lnTo>
                <a:lnTo>
                  <a:pt x="394336" y="15005"/>
                </a:lnTo>
                <a:lnTo>
                  <a:pt x="393839" y="15113"/>
                </a:lnTo>
                <a:lnTo>
                  <a:pt x="393350" y="15228"/>
                </a:lnTo>
                <a:lnTo>
                  <a:pt x="392869" y="15351"/>
                </a:lnTo>
                <a:lnTo>
                  <a:pt x="392397" y="15482"/>
                </a:lnTo>
                <a:lnTo>
                  <a:pt x="391932" y="15621"/>
                </a:lnTo>
                <a:lnTo>
                  <a:pt x="391474" y="15767"/>
                </a:lnTo>
                <a:lnTo>
                  <a:pt x="391025" y="15922"/>
                </a:lnTo>
                <a:lnTo>
                  <a:pt x="390584" y="16085"/>
                </a:lnTo>
                <a:lnTo>
                  <a:pt x="390151" y="16255"/>
                </a:lnTo>
                <a:lnTo>
                  <a:pt x="389726" y="16434"/>
                </a:lnTo>
                <a:lnTo>
                  <a:pt x="389308" y="16621"/>
                </a:lnTo>
                <a:lnTo>
                  <a:pt x="388899" y="16815"/>
                </a:lnTo>
                <a:lnTo>
                  <a:pt x="388498" y="17019"/>
                </a:lnTo>
                <a:lnTo>
                  <a:pt x="388106" y="17231"/>
                </a:lnTo>
                <a:lnTo>
                  <a:pt x="387722" y="17452"/>
                </a:lnTo>
                <a:lnTo>
                  <a:pt x="387347" y="17681"/>
                </a:lnTo>
                <a:lnTo>
                  <a:pt x="386980" y="17920"/>
                </a:lnTo>
                <a:lnTo>
                  <a:pt x="386622" y="18167"/>
                </a:lnTo>
                <a:lnTo>
                  <a:pt x="386272" y="18423"/>
                </a:lnTo>
                <a:lnTo>
                  <a:pt x="385931" y="18688"/>
                </a:lnTo>
                <a:lnTo>
                  <a:pt x="385598" y="18961"/>
                </a:lnTo>
                <a:lnTo>
                  <a:pt x="385273" y="19243"/>
                </a:lnTo>
                <a:lnTo>
                  <a:pt x="384957" y="19534"/>
                </a:lnTo>
                <a:lnTo>
                  <a:pt x="384650" y="19834"/>
                </a:lnTo>
                <a:lnTo>
                  <a:pt x="384351" y="20142"/>
                </a:lnTo>
                <a:lnTo>
                  <a:pt x="384060" y="20460"/>
                </a:lnTo>
                <a:lnTo>
                  <a:pt x="383778" y="20786"/>
                </a:lnTo>
                <a:lnTo>
                  <a:pt x="383504" y="21120"/>
                </a:lnTo>
                <a:lnTo>
                  <a:pt x="383239" y="21464"/>
                </a:lnTo>
                <a:lnTo>
                  <a:pt x="382982" y="21816"/>
                </a:lnTo>
                <a:lnTo>
                  <a:pt x="382734" y="22177"/>
                </a:lnTo>
                <a:lnTo>
                  <a:pt x="382494" y="22547"/>
                </a:lnTo>
                <a:lnTo>
                  <a:pt x="382263" y="22925"/>
                </a:lnTo>
                <a:lnTo>
                  <a:pt x="382040" y="23313"/>
                </a:lnTo>
                <a:lnTo>
                  <a:pt x="381826" y="23709"/>
                </a:lnTo>
                <a:lnTo>
                  <a:pt x="381620" y="24114"/>
                </a:lnTo>
                <a:lnTo>
                  <a:pt x="381424" y="24528"/>
                </a:lnTo>
                <a:lnTo>
                  <a:pt x="381236" y="24952"/>
                </a:lnTo>
                <a:lnTo>
                  <a:pt x="381056" y="25386"/>
                </a:lnTo>
                <a:lnTo>
                  <a:pt x="380886" y="25829"/>
                </a:lnTo>
                <a:lnTo>
                  <a:pt x="380724" y="26282"/>
                </a:lnTo>
                <a:lnTo>
                  <a:pt x="380571" y="26745"/>
                </a:lnTo>
                <a:lnTo>
                  <a:pt x="380427" y="27217"/>
                </a:lnTo>
                <a:lnTo>
                  <a:pt x="380291" y="27698"/>
                </a:lnTo>
                <a:lnTo>
                  <a:pt x="380164" y="28190"/>
                </a:lnTo>
                <a:lnTo>
                  <a:pt x="380046" y="28690"/>
                </a:lnTo>
                <a:lnTo>
                  <a:pt x="379937" y="29201"/>
                </a:lnTo>
                <a:lnTo>
                  <a:pt x="379836" y="29721"/>
                </a:lnTo>
                <a:lnTo>
                  <a:pt x="379744" y="30250"/>
                </a:lnTo>
                <a:lnTo>
                  <a:pt x="379661" y="30789"/>
                </a:lnTo>
                <a:lnTo>
                  <a:pt x="379587" y="31338"/>
                </a:lnTo>
                <a:lnTo>
                  <a:pt x="379521" y="31896"/>
                </a:lnTo>
                <a:lnTo>
                  <a:pt x="379464" y="32464"/>
                </a:lnTo>
                <a:lnTo>
                  <a:pt x="379416" y="33042"/>
                </a:lnTo>
                <a:lnTo>
                  <a:pt x="379377" y="33629"/>
                </a:lnTo>
                <a:lnTo>
                  <a:pt x="379346" y="34225"/>
                </a:lnTo>
                <a:lnTo>
                  <a:pt x="379325" y="34831"/>
                </a:lnTo>
                <a:lnTo>
                  <a:pt x="379311" y="35447"/>
                </a:lnTo>
                <a:lnTo>
                  <a:pt x="379307" y="36072"/>
                </a:lnTo>
                <a:lnTo>
                  <a:pt x="379307" y="48359"/>
                </a:lnTo>
                <a:lnTo>
                  <a:pt x="367176" y="48359"/>
                </a:lnTo>
                <a:lnTo>
                  <a:pt x="367176" y="59543"/>
                </a:lnTo>
                <a:lnTo>
                  <a:pt x="379307" y="59543"/>
                </a:lnTo>
                <a:lnTo>
                  <a:pt x="379307" y="127749"/>
                </a:lnTo>
                <a:lnTo>
                  <a:pt x="392539" y="127749"/>
                </a:lnTo>
                <a:lnTo>
                  <a:pt x="392539" y="59543"/>
                </a:lnTo>
                <a:lnTo>
                  <a:pt x="426876" y="59543"/>
                </a:lnTo>
                <a:lnTo>
                  <a:pt x="426876" y="127749"/>
                </a:lnTo>
                <a:close/>
                <a:moveTo>
                  <a:pt x="501493" y="129546"/>
                </a:moveTo>
                <a:lnTo>
                  <a:pt x="502064" y="129505"/>
                </a:lnTo>
                <a:lnTo>
                  <a:pt x="502628" y="129457"/>
                </a:lnTo>
                <a:lnTo>
                  <a:pt x="503187" y="129402"/>
                </a:lnTo>
                <a:lnTo>
                  <a:pt x="503740" y="129339"/>
                </a:lnTo>
                <a:lnTo>
                  <a:pt x="504286" y="129269"/>
                </a:lnTo>
                <a:lnTo>
                  <a:pt x="504827" y="129192"/>
                </a:lnTo>
                <a:lnTo>
                  <a:pt x="505361" y="129107"/>
                </a:lnTo>
                <a:lnTo>
                  <a:pt x="505890" y="129015"/>
                </a:lnTo>
                <a:lnTo>
                  <a:pt x="506413" y="128915"/>
                </a:lnTo>
                <a:lnTo>
                  <a:pt x="506929" y="128808"/>
                </a:lnTo>
                <a:lnTo>
                  <a:pt x="507440" y="128694"/>
                </a:lnTo>
                <a:lnTo>
                  <a:pt x="507944" y="128572"/>
                </a:lnTo>
                <a:lnTo>
                  <a:pt x="508443" y="128443"/>
                </a:lnTo>
                <a:lnTo>
                  <a:pt x="508935" y="128306"/>
                </a:lnTo>
                <a:lnTo>
                  <a:pt x="509422" y="128162"/>
                </a:lnTo>
                <a:lnTo>
                  <a:pt x="509902" y="128011"/>
                </a:lnTo>
                <a:lnTo>
                  <a:pt x="510377" y="127853"/>
                </a:lnTo>
                <a:lnTo>
                  <a:pt x="510845" y="127687"/>
                </a:lnTo>
                <a:lnTo>
                  <a:pt x="511308" y="127513"/>
                </a:lnTo>
                <a:lnTo>
                  <a:pt x="511765" y="127334"/>
                </a:lnTo>
                <a:lnTo>
                  <a:pt x="512216" y="127150"/>
                </a:lnTo>
                <a:lnTo>
                  <a:pt x="512662" y="126962"/>
                </a:lnTo>
                <a:lnTo>
                  <a:pt x="513102" y="126769"/>
                </a:lnTo>
                <a:lnTo>
                  <a:pt x="513537" y="126572"/>
                </a:lnTo>
                <a:lnTo>
                  <a:pt x="513966" y="126371"/>
                </a:lnTo>
                <a:lnTo>
                  <a:pt x="514390" y="126165"/>
                </a:lnTo>
                <a:lnTo>
                  <a:pt x="514808" y="125955"/>
                </a:lnTo>
                <a:lnTo>
                  <a:pt x="515221" y="125741"/>
                </a:lnTo>
                <a:lnTo>
                  <a:pt x="515629" y="125522"/>
                </a:lnTo>
                <a:lnTo>
                  <a:pt x="516031" y="125299"/>
                </a:lnTo>
                <a:lnTo>
                  <a:pt x="516427" y="125071"/>
                </a:lnTo>
                <a:lnTo>
                  <a:pt x="516818" y="124839"/>
                </a:lnTo>
                <a:lnTo>
                  <a:pt x="517204" y="124603"/>
                </a:lnTo>
                <a:lnTo>
                  <a:pt x="517584" y="124362"/>
                </a:lnTo>
                <a:lnTo>
                  <a:pt x="517959" y="124117"/>
                </a:lnTo>
                <a:lnTo>
                  <a:pt x="518328" y="123868"/>
                </a:lnTo>
                <a:lnTo>
                  <a:pt x="518692" y="123614"/>
                </a:lnTo>
                <a:lnTo>
                  <a:pt x="519050" y="123356"/>
                </a:lnTo>
                <a:lnTo>
                  <a:pt x="519402" y="123093"/>
                </a:lnTo>
                <a:lnTo>
                  <a:pt x="519750" y="122826"/>
                </a:lnTo>
                <a:lnTo>
                  <a:pt x="520091" y="122555"/>
                </a:lnTo>
                <a:lnTo>
                  <a:pt x="520428" y="122279"/>
                </a:lnTo>
                <a:lnTo>
                  <a:pt x="520759" y="121999"/>
                </a:lnTo>
                <a:lnTo>
                  <a:pt x="521084" y="121716"/>
                </a:lnTo>
                <a:lnTo>
                  <a:pt x="521405" y="121431"/>
                </a:lnTo>
                <a:lnTo>
                  <a:pt x="521721" y="121144"/>
                </a:lnTo>
                <a:lnTo>
                  <a:pt x="522032" y="120855"/>
                </a:lnTo>
                <a:lnTo>
                  <a:pt x="522338" y="120564"/>
                </a:lnTo>
                <a:lnTo>
                  <a:pt x="522639" y="120272"/>
                </a:lnTo>
                <a:lnTo>
                  <a:pt x="522935" y="119977"/>
                </a:lnTo>
                <a:lnTo>
                  <a:pt x="523226" y="119681"/>
                </a:lnTo>
                <a:lnTo>
                  <a:pt x="523512" y="119382"/>
                </a:lnTo>
                <a:lnTo>
                  <a:pt x="523794" y="119082"/>
                </a:lnTo>
                <a:lnTo>
                  <a:pt x="524070" y="118779"/>
                </a:lnTo>
                <a:lnTo>
                  <a:pt x="524342" y="118475"/>
                </a:lnTo>
                <a:lnTo>
                  <a:pt x="524608" y="118169"/>
                </a:lnTo>
                <a:lnTo>
                  <a:pt x="524870" y="117861"/>
                </a:lnTo>
                <a:lnTo>
                  <a:pt x="525127" y="117551"/>
                </a:lnTo>
                <a:lnTo>
                  <a:pt x="525379" y="117239"/>
                </a:lnTo>
                <a:lnTo>
                  <a:pt x="525626" y="116926"/>
                </a:lnTo>
                <a:lnTo>
                  <a:pt x="525868" y="116610"/>
                </a:lnTo>
                <a:lnTo>
                  <a:pt x="526105" y="116292"/>
                </a:lnTo>
                <a:lnTo>
                  <a:pt x="526337" y="115973"/>
                </a:lnTo>
                <a:lnTo>
                  <a:pt x="526564" y="115651"/>
                </a:lnTo>
                <a:lnTo>
                  <a:pt x="526787" y="115328"/>
                </a:lnTo>
                <a:lnTo>
                  <a:pt x="527004" y="115003"/>
                </a:lnTo>
                <a:lnTo>
                  <a:pt x="527217" y="114676"/>
                </a:lnTo>
                <a:lnTo>
                  <a:pt x="528320" y="127749"/>
                </a:lnTo>
                <a:lnTo>
                  <a:pt x="540292" y="127749"/>
                </a:lnTo>
                <a:lnTo>
                  <a:pt x="540292" y="14335"/>
                </a:lnTo>
                <a:lnTo>
                  <a:pt x="527061" y="14335"/>
                </a:lnTo>
                <a:lnTo>
                  <a:pt x="527061" y="61432"/>
                </a:lnTo>
                <a:lnTo>
                  <a:pt x="526727" y="60847"/>
                </a:lnTo>
                <a:lnTo>
                  <a:pt x="526381" y="60273"/>
                </a:lnTo>
                <a:lnTo>
                  <a:pt x="526023" y="59710"/>
                </a:lnTo>
                <a:lnTo>
                  <a:pt x="525653" y="59157"/>
                </a:lnTo>
                <a:lnTo>
                  <a:pt x="525272" y="58616"/>
                </a:lnTo>
                <a:lnTo>
                  <a:pt x="524879" y="58085"/>
                </a:lnTo>
                <a:lnTo>
                  <a:pt x="524475" y="57566"/>
                </a:lnTo>
                <a:lnTo>
                  <a:pt x="524058" y="57057"/>
                </a:lnTo>
                <a:lnTo>
                  <a:pt x="523630" y="56559"/>
                </a:lnTo>
                <a:lnTo>
                  <a:pt x="523190" y="56073"/>
                </a:lnTo>
                <a:lnTo>
                  <a:pt x="522738" y="55597"/>
                </a:lnTo>
                <a:lnTo>
                  <a:pt x="522275" y="55132"/>
                </a:lnTo>
                <a:lnTo>
                  <a:pt x="521799" y="54678"/>
                </a:lnTo>
                <a:lnTo>
                  <a:pt x="521312" y="54235"/>
                </a:lnTo>
                <a:lnTo>
                  <a:pt x="520814" y="53803"/>
                </a:lnTo>
                <a:lnTo>
                  <a:pt x="520303" y="53382"/>
                </a:lnTo>
                <a:lnTo>
                  <a:pt x="519781" y="52972"/>
                </a:lnTo>
                <a:lnTo>
                  <a:pt x="519247" y="52573"/>
                </a:lnTo>
                <a:lnTo>
                  <a:pt x="518701" y="52184"/>
                </a:lnTo>
                <a:lnTo>
                  <a:pt x="518143" y="51807"/>
                </a:lnTo>
                <a:lnTo>
                  <a:pt x="517574" y="51441"/>
                </a:lnTo>
                <a:lnTo>
                  <a:pt x="516993" y="51085"/>
                </a:lnTo>
                <a:lnTo>
                  <a:pt x="516400" y="50741"/>
                </a:lnTo>
                <a:lnTo>
                  <a:pt x="515795" y="50407"/>
                </a:lnTo>
                <a:lnTo>
                  <a:pt x="515181" y="50086"/>
                </a:lnTo>
                <a:lnTo>
                  <a:pt x="514558" y="49778"/>
                </a:lnTo>
                <a:lnTo>
                  <a:pt x="513926" y="49484"/>
                </a:lnTo>
                <a:lnTo>
                  <a:pt x="513286" y="49204"/>
                </a:lnTo>
                <a:lnTo>
                  <a:pt x="512638" y="48937"/>
                </a:lnTo>
                <a:lnTo>
                  <a:pt x="511981" y="48684"/>
                </a:lnTo>
                <a:lnTo>
                  <a:pt x="511315" y="48444"/>
                </a:lnTo>
                <a:lnTo>
                  <a:pt x="510641" y="48219"/>
                </a:lnTo>
                <a:lnTo>
                  <a:pt x="509959" y="48007"/>
                </a:lnTo>
                <a:lnTo>
                  <a:pt x="509268" y="47808"/>
                </a:lnTo>
                <a:lnTo>
                  <a:pt x="508569" y="47624"/>
                </a:lnTo>
                <a:lnTo>
                  <a:pt x="507861" y="47453"/>
                </a:lnTo>
                <a:lnTo>
                  <a:pt x="507145" y="47295"/>
                </a:lnTo>
                <a:lnTo>
                  <a:pt x="506420" y="47152"/>
                </a:lnTo>
                <a:lnTo>
                  <a:pt x="505687" y="47022"/>
                </a:lnTo>
                <a:lnTo>
                  <a:pt x="504945" y="46906"/>
                </a:lnTo>
                <a:lnTo>
                  <a:pt x="504195" y="46803"/>
                </a:lnTo>
                <a:lnTo>
                  <a:pt x="503436" y="46714"/>
                </a:lnTo>
                <a:lnTo>
                  <a:pt x="502669" y="46639"/>
                </a:lnTo>
                <a:lnTo>
                  <a:pt x="501893" y="46577"/>
                </a:lnTo>
                <a:lnTo>
                  <a:pt x="501109" y="46529"/>
                </a:lnTo>
                <a:lnTo>
                  <a:pt x="500317" y="46495"/>
                </a:lnTo>
                <a:lnTo>
                  <a:pt x="499516" y="46475"/>
                </a:lnTo>
                <a:lnTo>
                  <a:pt x="498706" y="46468"/>
                </a:lnTo>
                <a:lnTo>
                  <a:pt x="497753" y="46477"/>
                </a:lnTo>
                <a:lnTo>
                  <a:pt x="496809" y="46505"/>
                </a:lnTo>
                <a:lnTo>
                  <a:pt x="495874" y="46552"/>
                </a:lnTo>
                <a:lnTo>
                  <a:pt x="494950" y="46617"/>
                </a:lnTo>
                <a:lnTo>
                  <a:pt x="494034" y="46700"/>
                </a:lnTo>
                <a:lnTo>
                  <a:pt x="493129" y="46803"/>
                </a:lnTo>
                <a:lnTo>
                  <a:pt x="492233" y="46924"/>
                </a:lnTo>
                <a:lnTo>
                  <a:pt x="491346" y="47063"/>
                </a:lnTo>
                <a:lnTo>
                  <a:pt x="490469" y="47221"/>
                </a:lnTo>
                <a:lnTo>
                  <a:pt x="489602" y="47398"/>
                </a:lnTo>
                <a:lnTo>
                  <a:pt x="488744" y="47593"/>
                </a:lnTo>
                <a:lnTo>
                  <a:pt x="487896" y="47807"/>
                </a:lnTo>
                <a:lnTo>
                  <a:pt x="487057" y="48040"/>
                </a:lnTo>
                <a:lnTo>
                  <a:pt x="486228" y="48291"/>
                </a:lnTo>
                <a:lnTo>
                  <a:pt x="485409" y="48561"/>
                </a:lnTo>
                <a:lnTo>
                  <a:pt x="484599" y="48849"/>
                </a:lnTo>
                <a:lnTo>
                  <a:pt x="483798" y="49156"/>
                </a:lnTo>
                <a:lnTo>
                  <a:pt x="483007" y="49481"/>
                </a:lnTo>
                <a:lnTo>
                  <a:pt x="482226" y="49826"/>
                </a:lnTo>
                <a:lnTo>
                  <a:pt x="481454" y="50188"/>
                </a:lnTo>
                <a:lnTo>
                  <a:pt x="480692" y="50570"/>
                </a:lnTo>
                <a:lnTo>
                  <a:pt x="479940" y="50970"/>
                </a:lnTo>
                <a:lnTo>
                  <a:pt x="479197" y="51388"/>
                </a:lnTo>
                <a:lnTo>
                  <a:pt x="478463" y="51825"/>
                </a:lnTo>
                <a:lnTo>
                  <a:pt x="477742" y="52279"/>
                </a:lnTo>
                <a:lnTo>
                  <a:pt x="477034" y="52746"/>
                </a:lnTo>
                <a:lnTo>
                  <a:pt x="476341" y="53227"/>
                </a:lnTo>
                <a:lnTo>
                  <a:pt x="475661" y="53722"/>
                </a:lnTo>
                <a:lnTo>
                  <a:pt x="474995" y="54231"/>
                </a:lnTo>
                <a:lnTo>
                  <a:pt x="474343" y="54754"/>
                </a:lnTo>
                <a:lnTo>
                  <a:pt x="473706" y="55291"/>
                </a:lnTo>
                <a:lnTo>
                  <a:pt x="473082" y="55842"/>
                </a:lnTo>
                <a:lnTo>
                  <a:pt x="472472" y="56407"/>
                </a:lnTo>
                <a:lnTo>
                  <a:pt x="471876" y="56986"/>
                </a:lnTo>
                <a:lnTo>
                  <a:pt x="471294" y="57578"/>
                </a:lnTo>
                <a:lnTo>
                  <a:pt x="470726" y="58185"/>
                </a:lnTo>
                <a:lnTo>
                  <a:pt x="470171" y="58806"/>
                </a:lnTo>
                <a:lnTo>
                  <a:pt x="469631" y="59440"/>
                </a:lnTo>
                <a:lnTo>
                  <a:pt x="469105" y="60089"/>
                </a:lnTo>
                <a:lnTo>
                  <a:pt x="468593" y="60752"/>
                </a:lnTo>
                <a:lnTo>
                  <a:pt x="468094" y="61428"/>
                </a:lnTo>
                <a:lnTo>
                  <a:pt x="467610" y="62119"/>
                </a:lnTo>
                <a:lnTo>
                  <a:pt x="467139" y="62823"/>
                </a:lnTo>
                <a:lnTo>
                  <a:pt x="466683" y="63541"/>
                </a:lnTo>
                <a:lnTo>
                  <a:pt x="466240" y="64274"/>
                </a:lnTo>
                <a:lnTo>
                  <a:pt x="465812" y="65020"/>
                </a:lnTo>
                <a:lnTo>
                  <a:pt x="465397" y="65780"/>
                </a:lnTo>
                <a:lnTo>
                  <a:pt x="464996" y="66554"/>
                </a:lnTo>
                <a:lnTo>
                  <a:pt x="464611" y="67340"/>
                </a:lnTo>
                <a:lnTo>
                  <a:pt x="464241" y="68134"/>
                </a:lnTo>
                <a:lnTo>
                  <a:pt x="463889" y="68938"/>
                </a:lnTo>
                <a:lnTo>
                  <a:pt x="463552" y="69750"/>
                </a:lnTo>
                <a:lnTo>
                  <a:pt x="463232" y="70572"/>
                </a:lnTo>
                <a:lnTo>
                  <a:pt x="462929" y="71402"/>
                </a:lnTo>
                <a:lnTo>
                  <a:pt x="462642" y="72242"/>
                </a:lnTo>
                <a:lnTo>
                  <a:pt x="462371" y="73091"/>
                </a:lnTo>
                <a:lnTo>
                  <a:pt x="462117" y="73948"/>
                </a:lnTo>
                <a:lnTo>
                  <a:pt x="461879" y="74815"/>
                </a:lnTo>
                <a:lnTo>
                  <a:pt x="461657" y="75691"/>
                </a:lnTo>
                <a:lnTo>
                  <a:pt x="461452" y="76575"/>
                </a:lnTo>
                <a:lnTo>
                  <a:pt x="461263" y="77469"/>
                </a:lnTo>
                <a:lnTo>
                  <a:pt x="461091" y="78372"/>
                </a:lnTo>
                <a:lnTo>
                  <a:pt x="460935" y="79284"/>
                </a:lnTo>
                <a:lnTo>
                  <a:pt x="460796" y="80204"/>
                </a:lnTo>
                <a:lnTo>
                  <a:pt x="460673" y="81134"/>
                </a:lnTo>
                <a:lnTo>
                  <a:pt x="460566" y="82073"/>
                </a:lnTo>
                <a:lnTo>
                  <a:pt x="460476" y="83021"/>
                </a:lnTo>
                <a:lnTo>
                  <a:pt x="460402" y="83978"/>
                </a:lnTo>
                <a:lnTo>
                  <a:pt x="460345" y="84944"/>
                </a:lnTo>
                <a:lnTo>
                  <a:pt x="460304" y="85919"/>
                </a:lnTo>
                <a:lnTo>
                  <a:pt x="460279" y="86903"/>
                </a:lnTo>
                <a:lnTo>
                  <a:pt x="460271" y="87895"/>
                </a:lnTo>
                <a:lnTo>
                  <a:pt x="460279" y="88889"/>
                </a:lnTo>
                <a:lnTo>
                  <a:pt x="460304" y="89873"/>
                </a:lnTo>
                <a:lnTo>
                  <a:pt x="460345" y="90849"/>
                </a:lnTo>
                <a:lnTo>
                  <a:pt x="460402" y="91816"/>
                </a:lnTo>
                <a:lnTo>
                  <a:pt x="460476" y="92774"/>
                </a:lnTo>
                <a:lnTo>
                  <a:pt x="460566" y="93724"/>
                </a:lnTo>
                <a:lnTo>
                  <a:pt x="460673" y="94665"/>
                </a:lnTo>
                <a:lnTo>
                  <a:pt x="460796" y="95597"/>
                </a:lnTo>
                <a:lnTo>
                  <a:pt x="460935" y="96520"/>
                </a:lnTo>
                <a:lnTo>
                  <a:pt x="461091" y="97434"/>
                </a:lnTo>
                <a:lnTo>
                  <a:pt x="461263" y="98340"/>
                </a:lnTo>
                <a:lnTo>
                  <a:pt x="461452" y="99237"/>
                </a:lnTo>
                <a:lnTo>
                  <a:pt x="461657" y="100125"/>
                </a:lnTo>
                <a:lnTo>
                  <a:pt x="461879" y="101005"/>
                </a:lnTo>
                <a:lnTo>
                  <a:pt x="462117" y="101876"/>
                </a:lnTo>
                <a:lnTo>
                  <a:pt x="462371" y="102738"/>
                </a:lnTo>
                <a:lnTo>
                  <a:pt x="462642" y="103591"/>
                </a:lnTo>
                <a:lnTo>
                  <a:pt x="462929" y="104435"/>
                </a:lnTo>
                <a:lnTo>
                  <a:pt x="463232" y="105271"/>
                </a:lnTo>
                <a:lnTo>
                  <a:pt x="463552" y="106098"/>
                </a:lnTo>
                <a:lnTo>
                  <a:pt x="463889" y="106916"/>
                </a:lnTo>
                <a:lnTo>
                  <a:pt x="464241" y="107726"/>
                </a:lnTo>
                <a:lnTo>
                  <a:pt x="464611" y="108526"/>
                </a:lnTo>
                <a:lnTo>
                  <a:pt x="464996" y="109318"/>
                </a:lnTo>
                <a:lnTo>
                  <a:pt x="465397" y="110099"/>
                </a:lnTo>
                <a:lnTo>
                  <a:pt x="465811" y="110866"/>
                </a:lnTo>
                <a:lnTo>
                  <a:pt x="466239" y="111618"/>
                </a:lnTo>
                <a:lnTo>
                  <a:pt x="466681" y="112357"/>
                </a:lnTo>
                <a:lnTo>
                  <a:pt x="467136" y="113082"/>
                </a:lnTo>
                <a:lnTo>
                  <a:pt x="467605" y="113793"/>
                </a:lnTo>
                <a:lnTo>
                  <a:pt x="468088" y="114490"/>
                </a:lnTo>
                <a:lnTo>
                  <a:pt x="468584" y="115173"/>
                </a:lnTo>
                <a:lnTo>
                  <a:pt x="469094" y="115842"/>
                </a:lnTo>
                <a:lnTo>
                  <a:pt x="469617" y="116497"/>
                </a:lnTo>
                <a:lnTo>
                  <a:pt x="470155" y="117138"/>
                </a:lnTo>
                <a:lnTo>
                  <a:pt x="470706" y="117765"/>
                </a:lnTo>
                <a:lnTo>
                  <a:pt x="471270" y="118378"/>
                </a:lnTo>
                <a:lnTo>
                  <a:pt x="471849" y="118978"/>
                </a:lnTo>
                <a:lnTo>
                  <a:pt x="472441" y="119563"/>
                </a:lnTo>
                <a:lnTo>
                  <a:pt x="473046" y="120134"/>
                </a:lnTo>
                <a:lnTo>
                  <a:pt x="473666" y="120692"/>
                </a:lnTo>
                <a:lnTo>
                  <a:pt x="474299" y="121235"/>
                </a:lnTo>
                <a:lnTo>
                  <a:pt x="474945" y="121765"/>
                </a:lnTo>
                <a:lnTo>
                  <a:pt x="475606" y="122280"/>
                </a:lnTo>
                <a:lnTo>
                  <a:pt x="476280" y="122782"/>
                </a:lnTo>
                <a:lnTo>
                  <a:pt x="476968" y="123270"/>
                </a:lnTo>
                <a:lnTo>
                  <a:pt x="477669" y="123744"/>
                </a:lnTo>
                <a:lnTo>
                  <a:pt x="478384" y="124204"/>
                </a:lnTo>
                <a:lnTo>
                  <a:pt x="479111" y="124647"/>
                </a:lnTo>
                <a:lnTo>
                  <a:pt x="479848" y="125072"/>
                </a:lnTo>
                <a:lnTo>
                  <a:pt x="480594" y="125477"/>
                </a:lnTo>
                <a:lnTo>
                  <a:pt x="481351" y="125864"/>
                </a:lnTo>
                <a:lnTo>
                  <a:pt x="482117" y="126232"/>
                </a:lnTo>
                <a:lnTo>
                  <a:pt x="482894" y="126581"/>
                </a:lnTo>
                <a:lnTo>
                  <a:pt x="483680" y="126911"/>
                </a:lnTo>
                <a:lnTo>
                  <a:pt x="484476" y="127223"/>
                </a:lnTo>
                <a:lnTo>
                  <a:pt x="485281" y="127515"/>
                </a:lnTo>
                <a:lnTo>
                  <a:pt x="486097" y="127789"/>
                </a:lnTo>
                <a:lnTo>
                  <a:pt x="486922" y="128043"/>
                </a:lnTo>
                <a:lnTo>
                  <a:pt x="487758" y="128279"/>
                </a:lnTo>
                <a:lnTo>
                  <a:pt x="488603" y="128496"/>
                </a:lnTo>
                <a:lnTo>
                  <a:pt x="489458" y="128694"/>
                </a:lnTo>
                <a:lnTo>
                  <a:pt x="490323" y="128874"/>
                </a:lnTo>
                <a:lnTo>
                  <a:pt x="491198" y="129034"/>
                </a:lnTo>
                <a:lnTo>
                  <a:pt x="492082" y="129176"/>
                </a:lnTo>
                <a:lnTo>
                  <a:pt x="492977" y="129298"/>
                </a:lnTo>
                <a:lnTo>
                  <a:pt x="493881" y="129402"/>
                </a:lnTo>
                <a:lnTo>
                  <a:pt x="494795" y="129487"/>
                </a:lnTo>
                <a:lnTo>
                  <a:pt x="495719" y="129553"/>
                </a:lnTo>
                <a:lnTo>
                  <a:pt x="496653" y="129600"/>
                </a:lnTo>
                <a:lnTo>
                  <a:pt x="497596" y="129629"/>
                </a:lnTo>
                <a:lnTo>
                  <a:pt x="498550" y="129638"/>
                </a:lnTo>
                <a:lnTo>
                  <a:pt x="499150" y="129634"/>
                </a:lnTo>
                <a:lnTo>
                  <a:pt x="499745" y="129623"/>
                </a:lnTo>
                <a:lnTo>
                  <a:pt x="500334" y="129605"/>
                </a:lnTo>
                <a:lnTo>
                  <a:pt x="500916" y="129579"/>
                </a:lnTo>
                <a:lnTo>
                  <a:pt x="501493" y="129546"/>
                </a:lnTo>
                <a:close/>
                <a:moveTo>
                  <a:pt x="496983" y="117975"/>
                </a:moveTo>
                <a:lnTo>
                  <a:pt x="496373" y="117903"/>
                </a:lnTo>
                <a:lnTo>
                  <a:pt x="495769" y="117818"/>
                </a:lnTo>
                <a:lnTo>
                  <a:pt x="495171" y="117720"/>
                </a:lnTo>
                <a:lnTo>
                  <a:pt x="494579" y="117608"/>
                </a:lnTo>
                <a:lnTo>
                  <a:pt x="493993" y="117483"/>
                </a:lnTo>
                <a:lnTo>
                  <a:pt x="493413" y="117346"/>
                </a:lnTo>
                <a:lnTo>
                  <a:pt x="492839" y="117195"/>
                </a:lnTo>
                <a:lnTo>
                  <a:pt x="492271" y="117031"/>
                </a:lnTo>
                <a:lnTo>
                  <a:pt x="491709" y="116854"/>
                </a:lnTo>
                <a:lnTo>
                  <a:pt x="491153" y="116663"/>
                </a:lnTo>
                <a:lnTo>
                  <a:pt x="490603" y="116460"/>
                </a:lnTo>
                <a:lnTo>
                  <a:pt x="490059" y="116244"/>
                </a:lnTo>
                <a:lnTo>
                  <a:pt x="489521" y="116014"/>
                </a:lnTo>
                <a:lnTo>
                  <a:pt x="488989" y="115771"/>
                </a:lnTo>
                <a:lnTo>
                  <a:pt x="488463" y="115515"/>
                </a:lnTo>
                <a:lnTo>
                  <a:pt x="487943" y="115247"/>
                </a:lnTo>
                <a:lnTo>
                  <a:pt x="487429" y="114964"/>
                </a:lnTo>
                <a:lnTo>
                  <a:pt x="486921" y="114669"/>
                </a:lnTo>
                <a:lnTo>
                  <a:pt x="486419" y="114361"/>
                </a:lnTo>
                <a:lnTo>
                  <a:pt x="485925" y="114041"/>
                </a:lnTo>
                <a:lnTo>
                  <a:pt x="485440" y="113711"/>
                </a:lnTo>
                <a:lnTo>
                  <a:pt x="484965" y="113370"/>
                </a:lnTo>
                <a:lnTo>
                  <a:pt x="484498" y="113020"/>
                </a:lnTo>
                <a:lnTo>
                  <a:pt x="484041" y="112659"/>
                </a:lnTo>
                <a:lnTo>
                  <a:pt x="483594" y="112289"/>
                </a:lnTo>
                <a:lnTo>
                  <a:pt x="483155" y="111908"/>
                </a:lnTo>
                <a:lnTo>
                  <a:pt x="482726" y="111517"/>
                </a:lnTo>
                <a:lnTo>
                  <a:pt x="482307" y="111116"/>
                </a:lnTo>
                <a:lnTo>
                  <a:pt x="481896" y="110705"/>
                </a:lnTo>
                <a:lnTo>
                  <a:pt x="481495" y="110283"/>
                </a:lnTo>
                <a:lnTo>
                  <a:pt x="481103" y="109852"/>
                </a:lnTo>
                <a:lnTo>
                  <a:pt x="480720" y="109410"/>
                </a:lnTo>
                <a:lnTo>
                  <a:pt x="480347" y="108959"/>
                </a:lnTo>
                <a:lnTo>
                  <a:pt x="479983" y="108497"/>
                </a:lnTo>
                <a:lnTo>
                  <a:pt x="479628" y="108025"/>
                </a:lnTo>
                <a:lnTo>
                  <a:pt x="479283" y="107543"/>
                </a:lnTo>
                <a:lnTo>
                  <a:pt x="478947" y="107051"/>
                </a:lnTo>
                <a:lnTo>
                  <a:pt x="478620" y="106549"/>
                </a:lnTo>
                <a:lnTo>
                  <a:pt x="478302" y="106037"/>
                </a:lnTo>
                <a:lnTo>
                  <a:pt x="477994" y="105514"/>
                </a:lnTo>
                <a:lnTo>
                  <a:pt x="477695" y="104982"/>
                </a:lnTo>
                <a:lnTo>
                  <a:pt x="477405" y="104439"/>
                </a:lnTo>
                <a:lnTo>
                  <a:pt x="477124" y="103886"/>
                </a:lnTo>
                <a:lnTo>
                  <a:pt x="476855" y="103324"/>
                </a:lnTo>
                <a:lnTo>
                  <a:pt x="476596" y="102753"/>
                </a:lnTo>
                <a:lnTo>
                  <a:pt x="476349" y="102174"/>
                </a:lnTo>
                <a:lnTo>
                  <a:pt x="476114" y="101586"/>
                </a:lnTo>
                <a:lnTo>
                  <a:pt x="475890" y="100990"/>
                </a:lnTo>
                <a:lnTo>
                  <a:pt x="475678" y="100386"/>
                </a:lnTo>
                <a:lnTo>
                  <a:pt x="475477" y="99773"/>
                </a:lnTo>
                <a:lnTo>
                  <a:pt x="475287" y="99151"/>
                </a:lnTo>
                <a:lnTo>
                  <a:pt x="475109" y="98521"/>
                </a:lnTo>
                <a:lnTo>
                  <a:pt x="474943" y="97883"/>
                </a:lnTo>
                <a:lnTo>
                  <a:pt x="474788" y="97236"/>
                </a:lnTo>
                <a:lnTo>
                  <a:pt x="474644" y="96580"/>
                </a:lnTo>
                <a:lnTo>
                  <a:pt x="474512" y="95916"/>
                </a:lnTo>
                <a:lnTo>
                  <a:pt x="474391" y="95244"/>
                </a:lnTo>
                <a:lnTo>
                  <a:pt x="474282" y="94563"/>
                </a:lnTo>
                <a:lnTo>
                  <a:pt x="474185" y="93874"/>
                </a:lnTo>
                <a:lnTo>
                  <a:pt x="474099" y="93176"/>
                </a:lnTo>
                <a:lnTo>
                  <a:pt x="474024" y="92470"/>
                </a:lnTo>
                <a:lnTo>
                  <a:pt x="473961" y="91755"/>
                </a:lnTo>
                <a:lnTo>
                  <a:pt x="473909" y="91032"/>
                </a:lnTo>
                <a:lnTo>
                  <a:pt x="473869" y="90300"/>
                </a:lnTo>
                <a:lnTo>
                  <a:pt x="473840" y="89560"/>
                </a:lnTo>
                <a:lnTo>
                  <a:pt x="473823" y="88811"/>
                </a:lnTo>
                <a:lnTo>
                  <a:pt x="473817" y="88054"/>
                </a:lnTo>
                <a:lnTo>
                  <a:pt x="473823" y="87310"/>
                </a:lnTo>
                <a:lnTo>
                  <a:pt x="473840" y="86573"/>
                </a:lnTo>
                <a:lnTo>
                  <a:pt x="473869" y="85844"/>
                </a:lnTo>
                <a:lnTo>
                  <a:pt x="473909" y="85122"/>
                </a:lnTo>
                <a:lnTo>
                  <a:pt x="473961" y="84408"/>
                </a:lnTo>
                <a:lnTo>
                  <a:pt x="474024" y="83702"/>
                </a:lnTo>
                <a:lnTo>
                  <a:pt x="474099" y="83004"/>
                </a:lnTo>
                <a:lnTo>
                  <a:pt x="474185" y="82313"/>
                </a:lnTo>
                <a:lnTo>
                  <a:pt x="474282" y="81630"/>
                </a:lnTo>
                <a:lnTo>
                  <a:pt x="474391" y="80954"/>
                </a:lnTo>
                <a:lnTo>
                  <a:pt x="474512" y="80286"/>
                </a:lnTo>
                <a:lnTo>
                  <a:pt x="474644" y="79626"/>
                </a:lnTo>
                <a:lnTo>
                  <a:pt x="474788" y="78974"/>
                </a:lnTo>
                <a:lnTo>
                  <a:pt x="474943" y="78329"/>
                </a:lnTo>
                <a:lnTo>
                  <a:pt x="475109" y="77691"/>
                </a:lnTo>
                <a:lnTo>
                  <a:pt x="475287" y="77062"/>
                </a:lnTo>
                <a:lnTo>
                  <a:pt x="475477" y="76440"/>
                </a:lnTo>
                <a:lnTo>
                  <a:pt x="475678" y="75826"/>
                </a:lnTo>
                <a:lnTo>
                  <a:pt x="475890" y="75219"/>
                </a:lnTo>
                <a:lnTo>
                  <a:pt x="476114" y="74620"/>
                </a:lnTo>
                <a:lnTo>
                  <a:pt x="476349" y="74029"/>
                </a:lnTo>
                <a:lnTo>
                  <a:pt x="476596" y="73445"/>
                </a:lnTo>
                <a:lnTo>
                  <a:pt x="476855" y="72869"/>
                </a:lnTo>
                <a:lnTo>
                  <a:pt x="477124" y="72301"/>
                </a:lnTo>
                <a:lnTo>
                  <a:pt x="477405" y="71742"/>
                </a:lnTo>
                <a:lnTo>
                  <a:pt x="477695" y="71193"/>
                </a:lnTo>
                <a:lnTo>
                  <a:pt x="477994" y="70655"/>
                </a:lnTo>
                <a:lnTo>
                  <a:pt x="478302" y="70127"/>
                </a:lnTo>
                <a:lnTo>
                  <a:pt x="478620" y="69609"/>
                </a:lnTo>
                <a:lnTo>
                  <a:pt x="478947" y="69102"/>
                </a:lnTo>
                <a:lnTo>
                  <a:pt x="479283" y="68605"/>
                </a:lnTo>
                <a:lnTo>
                  <a:pt x="479628" y="68119"/>
                </a:lnTo>
                <a:lnTo>
                  <a:pt x="479983" y="67642"/>
                </a:lnTo>
                <a:lnTo>
                  <a:pt x="480347" y="67177"/>
                </a:lnTo>
                <a:lnTo>
                  <a:pt x="480720" y="66722"/>
                </a:lnTo>
                <a:lnTo>
                  <a:pt x="481103" y="66277"/>
                </a:lnTo>
                <a:lnTo>
                  <a:pt x="481495" y="65842"/>
                </a:lnTo>
                <a:lnTo>
                  <a:pt x="481896" y="65418"/>
                </a:lnTo>
                <a:lnTo>
                  <a:pt x="482307" y="65005"/>
                </a:lnTo>
                <a:lnTo>
                  <a:pt x="482726" y="64601"/>
                </a:lnTo>
                <a:lnTo>
                  <a:pt x="483155" y="64208"/>
                </a:lnTo>
                <a:lnTo>
                  <a:pt x="483594" y="63826"/>
                </a:lnTo>
                <a:lnTo>
                  <a:pt x="484041" y="63454"/>
                </a:lnTo>
                <a:lnTo>
                  <a:pt x="484498" y="63092"/>
                </a:lnTo>
                <a:lnTo>
                  <a:pt x="484965" y="62741"/>
                </a:lnTo>
                <a:lnTo>
                  <a:pt x="485440" y="62400"/>
                </a:lnTo>
                <a:lnTo>
                  <a:pt x="485925" y="62070"/>
                </a:lnTo>
                <a:lnTo>
                  <a:pt x="486419" y="61750"/>
                </a:lnTo>
                <a:lnTo>
                  <a:pt x="486921" y="61441"/>
                </a:lnTo>
                <a:lnTo>
                  <a:pt x="487429" y="61146"/>
                </a:lnTo>
                <a:lnTo>
                  <a:pt x="487943" y="60864"/>
                </a:lnTo>
                <a:lnTo>
                  <a:pt x="488463" y="60594"/>
                </a:lnTo>
                <a:lnTo>
                  <a:pt x="488989" y="60338"/>
                </a:lnTo>
                <a:lnTo>
                  <a:pt x="489521" y="60096"/>
                </a:lnTo>
                <a:lnTo>
                  <a:pt x="490059" y="59866"/>
                </a:lnTo>
                <a:lnTo>
                  <a:pt x="490603" y="59649"/>
                </a:lnTo>
                <a:lnTo>
                  <a:pt x="491153" y="59446"/>
                </a:lnTo>
                <a:lnTo>
                  <a:pt x="491709" y="59255"/>
                </a:lnTo>
                <a:lnTo>
                  <a:pt x="492271" y="59078"/>
                </a:lnTo>
                <a:lnTo>
                  <a:pt x="492839" y="58914"/>
                </a:lnTo>
                <a:lnTo>
                  <a:pt x="493413" y="58763"/>
                </a:lnTo>
                <a:lnTo>
                  <a:pt x="493993" y="58625"/>
                </a:lnTo>
                <a:lnTo>
                  <a:pt x="494579" y="58501"/>
                </a:lnTo>
                <a:lnTo>
                  <a:pt x="495171" y="58389"/>
                </a:lnTo>
                <a:lnTo>
                  <a:pt x="495769" y="58290"/>
                </a:lnTo>
                <a:lnTo>
                  <a:pt x="496373" y="58205"/>
                </a:lnTo>
                <a:lnTo>
                  <a:pt x="496983" y="58133"/>
                </a:lnTo>
                <a:lnTo>
                  <a:pt x="497600" y="58074"/>
                </a:lnTo>
                <a:lnTo>
                  <a:pt x="498222" y="58028"/>
                </a:lnTo>
                <a:lnTo>
                  <a:pt x="498850" y="57995"/>
                </a:lnTo>
                <a:lnTo>
                  <a:pt x="499484" y="57975"/>
                </a:lnTo>
                <a:lnTo>
                  <a:pt x="500124" y="57969"/>
                </a:lnTo>
                <a:lnTo>
                  <a:pt x="500777" y="57975"/>
                </a:lnTo>
                <a:lnTo>
                  <a:pt x="501424" y="57995"/>
                </a:lnTo>
                <a:lnTo>
                  <a:pt x="502064" y="58028"/>
                </a:lnTo>
                <a:lnTo>
                  <a:pt x="502697" y="58074"/>
                </a:lnTo>
                <a:lnTo>
                  <a:pt x="503324" y="58133"/>
                </a:lnTo>
                <a:lnTo>
                  <a:pt x="503944" y="58205"/>
                </a:lnTo>
                <a:lnTo>
                  <a:pt x="504558" y="58290"/>
                </a:lnTo>
                <a:lnTo>
                  <a:pt x="505165" y="58389"/>
                </a:lnTo>
                <a:lnTo>
                  <a:pt x="505765" y="58501"/>
                </a:lnTo>
                <a:lnTo>
                  <a:pt x="506359" y="58625"/>
                </a:lnTo>
                <a:lnTo>
                  <a:pt x="506947" y="58763"/>
                </a:lnTo>
                <a:lnTo>
                  <a:pt x="507528" y="58914"/>
                </a:lnTo>
                <a:lnTo>
                  <a:pt x="508102" y="59078"/>
                </a:lnTo>
                <a:lnTo>
                  <a:pt x="508670" y="59255"/>
                </a:lnTo>
                <a:lnTo>
                  <a:pt x="509231" y="59446"/>
                </a:lnTo>
                <a:lnTo>
                  <a:pt x="509785" y="59649"/>
                </a:lnTo>
                <a:lnTo>
                  <a:pt x="510333" y="59866"/>
                </a:lnTo>
                <a:lnTo>
                  <a:pt x="510875" y="60096"/>
                </a:lnTo>
                <a:lnTo>
                  <a:pt x="511410" y="60338"/>
                </a:lnTo>
                <a:lnTo>
                  <a:pt x="511938" y="60594"/>
                </a:lnTo>
                <a:lnTo>
                  <a:pt x="512460" y="60864"/>
                </a:lnTo>
                <a:lnTo>
                  <a:pt x="512975" y="61146"/>
                </a:lnTo>
                <a:lnTo>
                  <a:pt x="513483" y="61441"/>
                </a:lnTo>
                <a:lnTo>
                  <a:pt x="513985" y="61750"/>
                </a:lnTo>
                <a:lnTo>
                  <a:pt x="514479" y="62070"/>
                </a:lnTo>
                <a:lnTo>
                  <a:pt x="514964" y="62400"/>
                </a:lnTo>
                <a:lnTo>
                  <a:pt x="515440" y="62741"/>
                </a:lnTo>
                <a:lnTo>
                  <a:pt x="515906" y="63092"/>
                </a:lnTo>
                <a:lnTo>
                  <a:pt x="516363" y="63454"/>
                </a:lnTo>
                <a:lnTo>
                  <a:pt x="516810" y="63826"/>
                </a:lnTo>
                <a:lnTo>
                  <a:pt x="517249" y="64208"/>
                </a:lnTo>
                <a:lnTo>
                  <a:pt x="517678" y="64601"/>
                </a:lnTo>
                <a:lnTo>
                  <a:pt x="518097" y="65005"/>
                </a:lnTo>
                <a:lnTo>
                  <a:pt x="518508" y="65418"/>
                </a:lnTo>
                <a:lnTo>
                  <a:pt x="518909" y="65842"/>
                </a:lnTo>
                <a:lnTo>
                  <a:pt x="519301" y="66277"/>
                </a:lnTo>
                <a:lnTo>
                  <a:pt x="519683" y="66722"/>
                </a:lnTo>
                <a:lnTo>
                  <a:pt x="520057" y="67177"/>
                </a:lnTo>
                <a:lnTo>
                  <a:pt x="520420" y="67642"/>
                </a:lnTo>
                <a:lnTo>
                  <a:pt x="520775" y="68119"/>
                </a:lnTo>
                <a:lnTo>
                  <a:pt x="521120" y="68605"/>
                </a:lnTo>
                <a:lnTo>
                  <a:pt x="521456" y="69102"/>
                </a:lnTo>
                <a:lnTo>
                  <a:pt x="521783" y="69609"/>
                </a:lnTo>
                <a:lnTo>
                  <a:pt x="522101" y="70127"/>
                </a:lnTo>
                <a:lnTo>
                  <a:pt x="522409" y="70655"/>
                </a:lnTo>
                <a:lnTo>
                  <a:pt x="522708" y="71193"/>
                </a:lnTo>
                <a:lnTo>
                  <a:pt x="522997" y="71742"/>
                </a:lnTo>
                <a:lnTo>
                  <a:pt x="523277" y="72301"/>
                </a:lnTo>
                <a:lnTo>
                  <a:pt x="523548" y="72869"/>
                </a:lnTo>
                <a:lnTo>
                  <a:pt x="523806" y="73445"/>
                </a:lnTo>
                <a:lnTo>
                  <a:pt x="524053" y="74029"/>
                </a:lnTo>
                <a:lnTo>
                  <a:pt x="524289" y="74620"/>
                </a:lnTo>
                <a:lnTo>
                  <a:pt x="524513" y="75219"/>
                </a:lnTo>
                <a:lnTo>
                  <a:pt x="524725" y="75826"/>
                </a:lnTo>
                <a:lnTo>
                  <a:pt x="524927" y="76440"/>
                </a:lnTo>
                <a:lnTo>
                  <a:pt x="525116" y="77062"/>
                </a:lnTo>
                <a:lnTo>
                  <a:pt x="525294" y="77691"/>
                </a:lnTo>
                <a:lnTo>
                  <a:pt x="525461" y="78329"/>
                </a:lnTo>
                <a:lnTo>
                  <a:pt x="525616" y="78974"/>
                </a:lnTo>
                <a:lnTo>
                  <a:pt x="525760" y="79626"/>
                </a:lnTo>
                <a:lnTo>
                  <a:pt x="525892" y="80286"/>
                </a:lnTo>
                <a:lnTo>
                  <a:pt x="526013" y="80954"/>
                </a:lnTo>
                <a:lnTo>
                  <a:pt x="526122" y="81630"/>
                </a:lnTo>
                <a:lnTo>
                  <a:pt x="526219" y="82313"/>
                </a:lnTo>
                <a:lnTo>
                  <a:pt x="526306" y="83004"/>
                </a:lnTo>
                <a:lnTo>
                  <a:pt x="526380" y="83702"/>
                </a:lnTo>
                <a:lnTo>
                  <a:pt x="526444" y="84408"/>
                </a:lnTo>
                <a:lnTo>
                  <a:pt x="526495" y="85122"/>
                </a:lnTo>
                <a:lnTo>
                  <a:pt x="526535" y="85844"/>
                </a:lnTo>
                <a:lnTo>
                  <a:pt x="526564" y="86573"/>
                </a:lnTo>
                <a:lnTo>
                  <a:pt x="526581" y="87310"/>
                </a:lnTo>
                <a:lnTo>
                  <a:pt x="526587" y="88054"/>
                </a:lnTo>
                <a:lnTo>
                  <a:pt x="526581" y="88811"/>
                </a:lnTo>
                <a:lnTo>
                  <a:pt x="526564" y="89560"/>
                </a:lnTo>
                <a:lnTo>
                  <a:pt x="526535" y="90300"/>
                </a:lnTo>
                <a:lnTo>
                  <a:pt x="526495" y="91032"/>
                </a:lnTo>
                <a:lnTo>
                  <a:pt x="526444" y="91755"/>
                </a:lnTo>
                <a:lnTo>
                  <a:pt x="526380" y="92470"/>
                </a:lnTo>
                <a:lnTo>
                  <a:pt x="526306" y="93176"/>
                </a:lnTo>
                <a:lnTo>
                  <a:pt x="526219" y="93874"/>
                </a:lnTo>
                <a:lnTo>
                  <a:pt x="526122" y="94563"/>
                </a:lnTo>
                <a:lnTo>
                  <a:pt x="526013" y="95244"/>
                </a:lnTo>
                <a:lnTo>
                  <a:pt x="525892" y="95916"/>
                </a:lnTo>
                <a:lnTo>
                  <a:pt x="525760" y="96580"/>
                </a:lnTo>
                <a:lnTo>
                  <a:pt x="525616" y="97236"/>
                </a:lnTo>
                <a:lnTo>
                  <a:pt x="525461" y="97883"/>
                </a:lnTo>
                <a:lnTo>
                  <a:pt x="525294" y="98521"/>
                </a:lnTo>
                <a:lnTo>
                  <a:pt x="525116" y="99151"/>
                </a:lnTo>
                <a:lnTo>
                  <a:pt x="524927" y="99773"/>
                </a:lnTo>
                <a:lnTo>
                  <a:pt x="524725" y="100386"/>
                </a:lnTo>
                <a:lnTo>
                  <a:pt x="524513" y="100990"/>
                </a:lnTo>
                <a:lnTo>
                  <a:pt x="524289" y="101586"/>
                </a:lnTo>
                <a:lnTo>
                  <a:pt x="524053" y="102174"/>
                </a:lnTo>
                <a:lnTo>
                  <a:pt x="523806" y="102753"/>
                </a:lnTo>
                <a:lnTo>
                  <a:pt x="523548" y="103324"/>
                </a:lnTo>
                <a:lnTo>
                  <a:pt x="523277" y="103886"/>
                </a:lnTo>
                <a:lnTo>
                  <a:pt x="522997" y="104439"/>
                </a:lnTo>
                <a:lnTo>
                  <a:pt x="522708" y="104982"/>
                </a:lnTo>
                <a:lnTo>
                  <a:pt x="522409" y="105514"/>
                </a:lnTo>
                <a:lnTo>
                  <a:pt x="522101" y="106037"/>
                </a:lnTo>
                <a:lnTo>
                  <a:pt x="521783" y="106549"/>
                </a:lnTo>
                <a:lnTo>
                  <a:pt x="521456" y="107051"/>
                </a:lnTo>
                <a:lnTo>
                  <a:pt x="521120" y="107543"/>
                </a:lnTo>
                <a:lnTo>
                  <a:pt x="520775" y="108025"/>
                </a:lnTo>
                <a:lnTo>
                  <a:pt x="520420" y="108497"/>
                </a:lnTo>
                <a:lnTo>
                  <a:pt x="520057" y="108959"/>
                </a:lnTo>
                <a:lnTo>
                  <a:pt x="519683" y="109410"/>
                </a:lnTo>
                <a:lnTo>
                  <a:pt x="519301" y="109852"/>
                </a:lnTo>
                <a:lnTo>
                  <a:pt x="518909" y="110283"/>
                </a:lnTo>
                <a:lnTo>
                  <a:pt x="518508" y="110705"/>
                </a:lnTo>
                <a:lnTo>
                  <a:pt x="518097" y="111116"/>
                </a:lnTo>
                <a:lnTo>
                  <a:pt x="517678" y="111517"/>
                </a:lnTo>
                <a:lnTo>
                  <a:pt x="517249" y="111908"/>
                </a:lnTo>
                <a:lnTo>
                  <a:pt x="516810" y="112289"/>
                </a:lnTo>
                <a:lnTo>
                  <a:pt x="516363" y="112659"/>
                </a:lnTo>
                <a:lnTo>
                  <a:pt x="515906" y="113020"/>
                </a:lnTo>
                <a:lnTo>
                  <a:pt x="515440" y="113370"/>
                </a:lnTo>
                <a:lnTo>
                  <a:pt x="514964" y="113711"/>
                </a:lnTo>
                <a:lnTo>
                  <a:pt x="514479" y="114041"/>
                </a:lnTo>
                <a:lnTo>
                  <a:pt x="513985" y="114361"/>
                </a:lnTo>
                <a:lnTo>
                  <a:pt x="513483" y="114669"/>
                </a:lnTo>
                <a:lnTo>
                  <a:pt x="512975" y="114964"/>
                </a:lnTo>
                <a:lnTo>
                  <a:pt x="512460" y="115247"/>
                </a:lnTo>
                <a:lnTo>
                  <a:pt x="511938" y="115515"/>
                </a:lnTo>
                <a:lnTo>
                  <a:pt x="511410" y="115771"/>
                </a:lnTo>
                <a:lnTo>
                  <a:pt x="510875" y="116014"/>
                </a:lnTo>
                <a:lnTo>
                  <a:pt x="510333" y="116244"/>
                </a:lnTo>
                <a:lnTo>
                  <a:pt x="509785" y="116460"/>
                </a:lnTo>
                <a:lnTo>
                  <a:pt x="509231" y="116663"/>
                </a:lnTo>
                <a:lnTo>
                  <a:pt x="508670" y="116854"/>
                </a:lnTo>
                <a:lnTo>
                  <a:pt x="508102" y="117031"/>
                </a:lnTo>
                <a:lnTo>
                  <a:pt x="507528" y="117195"/>
                </a:lnTo>
                <a:lnTo>
                  <a:pt x="506947" y="117346"/>
                </a:lnTo>
                <a:lnTo>
                  <a:pt x="506359" y="117483"/>
                </a:lnTo>
                <a:lnTo>
                  <a:pt x="505765" y="117608"/>
                </a:lnTo>
                <a:lnTo>
                  <a:pt x="505165" y="117720"/>
                </a:lnTo>
                <a:lnTo>
                  <a:pt x="504558" y="117818"/>
                </a:lnTo>
                <a:lnTo>
                  <a:pt x="503944" y="117903"/>
                </a:lnTo>
                <a:lnTo>
                  <a:pt x="503324" y="117975"/>
                </a:lnTo>
                <a:lnTo>
                  <a:pt x="502697" y="118034"/>
                </a:lnTo>
                <a:lnTo>
                  <a:pt x="502064" y="118080"/>
                </a:lnTo>
                <a:lnTo>
                  <a:pt x="501424" y="118113"/>
                </a:lnTo>
                <a:lnTo>
                  <a:pt x="500777" y="118133"/>
                </a:lnTo>
                <a:lnTo>
                  <a:pt x="500124" y="118139"/>
                </a:lnTo>
                <a:lnTo>
                  <a:pt x="499484" y="118133"/>
                </a:lnTo>
                <a:lnTo>
                  <a:pt x="498850" y="118113"/>
                </a:lnTo>
                <a:lnTo>
                  <a:pt x="498222" y="118080"/>
                </a:lnTo>
                <a:lnTo>
                  <a:pt x="497600" y="118034"/>
                </a:lnTo>
                <a:lnTo>
                  <a:pt x="496983" y="117975"/>
                </a:lnTo>
                <a:close/>
                <a:moveTo>
                  <a:pt x="134370" y="129248"/>
                </a:moveTo>
                <a:lnTo>
                  <a:pt x="135810" y="129077"/>
                </a:lnTo>
                <a:lnTo>
                  <a:pt x="137225" y="128874"/>
                </a:lnTo>
                <a:lnTo>
                  <a:pt x="138615" y="128640"/>
                </a:lnTo>
                <a:lnTo>
                  <a:pt x="139981" y="128376"/>
                </a:lnTo>
                <a:lnTo>
                  <a:pt x="141323" y="128079"/>
                </a:lnTo>
                <a:lnTo>
                  <a:pt x="142639" y="127752"/>
                </a:lnTo>
                <a:lnTo>
                  <a:pt x="143931" y="127394"/>
                </a:lnTo>
                <a:lnTo>
                  <a:pt x="145199" y="127004"/>
                </a:lnTo>
                <a:lnTo>
                  <a:pt x="146442" y="126583"/>
                </a:lnTo>
                <a:lnTo>
                  <a:pt x="147660" y="126131"/>
                </a:lnTo>
                <a:lnTo>
                  <a:pt x="148854" y="125648"/>
                </a:lnTo>
                <a:lnTo>
                  <a:pt x="150023" y="125134"/>
                </a:lnTo>
                <a:lnTo>
                  <a:pt x="151167" y="124588"/>
                </a:lnTo>
                <a:lnTo>
                  <a:pt x="152287" y="124012"/>
                </a:lnTo>
                <a:lnTo>
                  <a:pt x="153382" y="123404"/>
                </a:lnTo>
                <a:lnTo>
                  <a:pt x="154453" y="122765"/>
                </a:lnTo>
                <a:lnTo>
                  <a:pt x="155499" y="122095"/>
                </a:lnTo>
                <a:lnTo>
                  <a:pt x="156520" y="121393"/>
                </a:lnTo>
                <a:lnTo>
                  <a:pt x="157517" y="120661"/>
                </a:lnTo>
                <a:lnTo>
                  <a:pt x="158487" y="119900"/>
                </a:lnTo>
                <a:lnTo>
                  <a:pt x="159427" y="119116"/>
                </a:lnTo>
                <a:lnTo>
                  <a:pt x="160338" y="118307"/>
                </a:lnTo>
                <a:lnTo>
                  <a:pt x="161219" y="117475"/>
                </a:lnTo>
                <a:lnTo>
                  <a:pt x="162071" y="116618"/>
                </a:lnTo>
                <a:lnTo>
                  <a:pt x="162893" y="115738"/>
                </a:lnTo>
                <a:lnTo>
                  <a:pt x="163686" y="114833"/>
                </a:lnTo>
                <a:lnTo>
                  <a:pt x="164449" y="113904"/>
                </a:lnTo>
                <a:lnTo>
                  <a:pt x="165182" y="112951"/>
                </a:lnTo>
                <a:lnTo>
                  <a:pt x="165886" y="111975"/>
                </a:lnTo>
                <a:lnTo>
                  <a:pt x="166561" y="110974"/>
                </a:lnTo>
                <a:lnTo>
                  <a:pt x="167206" y="109949"/>
                </a:lnTo>
                <a:lnTo>
                  <a:pt x="167821" y="108900"/>
                </a:lnTo>
                <a:lnTo>
                  <a:pt x="168407" y="107826"/>
                </a:lnTo>
                <a:lnTo>
                  <a:pt x="168963" y="106729"/>
                </a:lnTo>
                <a:lnTo>
                  <a:pt x="169490" y="105608"/>
                </a:lnTo>
                <a:lnTo>
                  <a:pt x="169987" y="104463"/>
                </a:lnTo>
                <a:lnTo>
                  <a:pt x="170455" y="103293"/>
                </a:lnTo>
                <a:lnTo>
                  <a:pt x="170893" y="102100"/>
                </a:lnTo>
                <a:lnTo>
                  <a:pt x="171301" y="100882"/>
                </a:lnTo>
                <a:lnTo>
                  <a:pt x="171680" y="99641"/>
                </a:lnTo>
                <a:lnTo>
                  <a:pt x="172030" y="98375"/>
                </a:lnTo>
                <a:lnTo>
                  <a:pt x="172350" y="97086"/>
                </a:lnTo>
                <a:lnTo>
                  <a:pt x="172640" y="95772"/>
                </a:lnTo>
                <a:lnTo>
                  <a:pt x="157990" y="95772"/>
                </a:lnTo>
                <a:lnTo>
                  <a:pt x="157771" y="96605"/>
                </a:lnTo>
                <a:lnTo>
                  <a:pt x="157534" y="97424"/>
                </a:lnTo>
                <a:lnTo>
                  <a:pt x="157279" y="98229"/>
                </a:lnTo>
                <a:lnTo>
                  <a:pt x="157006" y="99021"/>
                </a:lnTo>
                <a:lnTo>
                  <a:pt x="156715" y="99798"/>
                </a:lnTo>
                <a:lnTo>
                  <a:pt x="156406" y="100561"/>
                </a:lnTo>
                <a:lnTo>
                  <a:pt x="156079" y="101311"/>
                </a:lnTo>
                <a:lnTo>
                  <a:pt x="155733" y="102046"/>
                </a:lnTo>
                <a:lnTo>
                  <a:pt x="155370" y="102768"/>
                </a:lnTo>
                <a:lnTo>
                  <a:pt x="154988" y="103475"/>
                </a:lnTo>
                <a:lnTo>
                  <a:pt x="154589" y="104169"/>
                </a:lnTo>
                <a:lnTo>
                  <a:pt x="154171" y="104849"/>
                </a:lnTo>
                <a:lnTo>
                  <a:pt x="153736" y="105515"/>
                </a:lnTo>
                <a:lnTo>
                  <a:pt x="153282" y="106167"/>
                </a:lnTo>
                <a:lnTo>
                  <a:pt x="152810" y="106805"/>
                </a:lnTo>
                <a:lnTo>
                  <a:pt x="152320" y="107429"/>
                </a:lnTo>
                <a:lnTo>
                  <a:pt x="151812" y="108039"/>
                </a:lnTo>
                <a:lnTo>
                  <a:pt x="151286" y="108635"/>
                </a:lnTo>
                <a:lnTo>
                  <a:pt x="150742" y="109217"/>
                </a:lnTo>
                <a:lnTo>
                  <a:pt x="150180" y="109785"/>
                </a:lnTo>
                <a:lnTo>
                  <a:pt x="149600" y="110340"/>
                </a:lnTo>
                <a:lnTo>
                  <a:pt x="149002" y="110880"/>
                </a:lnTo>
                <a:lnTo>
                  <a:pt x="148386" y="111406"/>
                </a:lnTo>
                <a:lnTo>
                  <a:pt x="147751" y="111919"/>
                </a:lnTo>
                <a:lnTo>
                  <a:pt x="147099" y="112414"/>
                </a:lnTo>
                <a:lnTo>
                  <a:pt x="146427" y="112888"/>
                </a:lnTo>
                <a:lnTo>
                  <a:pt x="145736" y="113340"/>
                </a:lnTo>
                <a:lnTo>
                  <a:pt x="145026" y="113772"/>
                </a:lnTo>
                <a:lnTo>
                  <a:pt x="144296" y="114182"/>
                </a:lnTo>
                <a:lnTo>
                  <a:pt x="143548" y="114572"/>
                </a:lnTo>
                <a:lnTo>
                  <a:pt x="142780" y="114941"/>
                </a:lnTo>
                <a:lnTo>
                  <a:pt x="141993" y="115288"/>
                </a:lnTo>
                <a:lnTo>
                  <a:pt x="141188" y="115614"/>
                </a:lnTo>
                <a:lnTo>
                  <a:pt x="140363" y="115920"/>
                </a:lnTo>
                <a:lnTo>
                  <a:pt x="139518" y="116204"/>
                </a:lnTo>
                <a:lnTo>
                  <a:pt x="138655" y="116467"/>
                </a:lnTo>
                <a:lnTo>
                  <a:pt x="137773" y="116709"/>
                </a:lnTo>
                <a:lnTo>
                  <a:pt x="136871" y="116930"/>
                </a:lnTo>
                <a:lnTo>
                  <a:pt x="135950" y="117130"/>
                </a:lnTo>
                <a:lnTo>
                  <a:pt x="135010" y="117309"/>
                </a:lnTo>
                <a:lnTo>
                  <a:pt x="134051" y="117467"/>
                </a:lnTo>
                <a:lnTo>
                  <a:pt x="133073" y="117604"/>
                </a:lnTo>
                <a:lnTo>
                  <a:pt x="132076" y="117720"/>
                </a:lnTo>
                <a:lnTo>
                  <a:pt x="131059" y="117815"/>
                </a:lnTo>
                <a:lnTo>
                  <a:pt x="130024" y="117888"/>
                </a:lnTo>
                <a:lnTo>
                  <a:pt x="128969" y="117941"/>
                </a:lnTo>
                <a:lnTo>
                  <a:pt x="127895" y="117973"/>
                </a:lnTo>
                <a:lnTo>
                  <a:pt x="126802" y="117983"/>
                </a:lnTo>
                <a:lnTo>
                  <a:pt x="125823" y="117974"/>
                </a:lnTo>
                <a:lnTo>
                  <a:pt x="124855" y="117945"/>
                </a:lnTo>
                <a:lnTo>
                  <a:pt x="123898" y="117898"/>
                </a:lnTo>
                <a:lnTo>
                  <a:pt x="122952" y="117832"/>
                </a:lnTo>
                <a:lnTo>
                  <a:pt x="122016" y="117747"/>
                </a:lnTo>
                <a:lnTo>
                  <a:pt x="121092" y="117643"/>
                </a:lnTo>
                <a:lnTo>
                  <a:pt x="120179" y="117521"/>
                </a:lnTo>
                <a:lnTo>
                  <a:pt x="119276" y="117379"/>
                </a:lnTo>
                <a:lnTo>
                  <a:pt x="118385" y="117219"/>
                </a:lnTo>
                <a:lnTo>
                  <a:pt x="117504" y="117040"/>
                </a:lnTo>
                <a:lnTo>
                  <a:pt x="116634" y="116842"/>
                </a:lnTo>
                <a:lnTo>
                  <a:pt x="115776" y="116625"/>
                </a:lnTo>
                <a:lnTo>
                  <a:pt x="114928" y="116389"/>
                </a:lnTo>
                <a:lnTo>
                  <a:pt x="114091" y="116134"/>
                </a:lnTo>
                <a:lnTo>
                  <a:pt x="113265" y="115860"/>
                </a:lnTo>
                <a:lnTo>
                  <a:pt x="112450" y="115568"/>
                </a:lnTo>
                <a:lnTo>
                  <a:pt x="111646" y="115256"/>
                </a:lnTo>
                <a:lnTo>
                  <a:pt x="110853" y="114926"/>
                </a:lnTo>
                <a:lnTo>
                  <a:pt x="110071" y="114577"/>
                </a:lnTo>
                <a:lnTo>
                  <a:pt x="109299" y="114209"/>
                </a:lnTo>
                <a:lnTo>
                  <a:pt x="108539" y="113822"/>
                </a:lnTo>
                <a:lnTo>
                  <a:pt x="107790" y="113417"/>
                </a:lnTo>
                <a:lnTo>
                  <a:pt x="107051" y="112992"/>
                </a:lnTo>
                <a:lnTo>
                  <a:pt x="106324" y="112549"/>
                </a:lnTo>
                <a:lnTo>
                  <a:pt x="105609" y="112088"/>
                </a:lnTo>
                <a:lnTo>
                  <a:pt x="104907" y="111610"/>
                </a:lnTo>
                <a:lnTo>
                  <a:pt x="104220" y="111116"/>
                </a:lnTo>
                <a:lnTo>
                  <a:pt x="103546" y="110606"/>
                </a:lnTo>
                <a:lnTo>
                  <a:pt x="102885" y="110079"/>
                </a:lnTo>
                <a:lnTo>
                  <a:pt x="102239" y="109536"/>
                </a:lnTo>
                <a:lnTo>
                  <a:pt x="101606" y="108977"/>
                </a:lnTo>
                <a:lnTo>
                  <a:pt x="100986" y="108401"/>
                </a:lnTo>
                <a:lnTo>
                  <a:pt x="100381" y="107808"/>
                </a:lnTo>
                <a:lnTo>
                  <a:pt x="99789" y="107200"/>
                </a:lnTo>
                <a:lnTo>
                  <a:pt x="99210" y="106574"/>
                </a:lnTo>
                <a:lnTo>
                  <a:pt x="98646" y="105933"/>
                </a:lnTo>
                <a:lnTo>
                  <a:pt x="98095" y="105275"/>
                </a:lnTo>
                <a:lnTo>
                  <a:pt x="97557" y="104601"/>
                </a:lnTo>
                <a:lnTo>
                  <a:pt x="97034" y="103910"/>
                </a:lnTo>
                <a:lnTo>
                  <a:pt x="96524" y="103203"/>
                </a:lnTo>
                <a:lnTo>
                  <a:pt x="96027" y="102479"/>
                </a:lnTo>
                <a:lnTo>
                  <a:pt x="95545" y="101739"/>
                </a:lnTo>
                <a:lnTo>
                  <a:pt x="95076" y="100983"/>
                </a:lnTo>
                <a:lnTo>
                  <a:pt x="94620" y="100210"/>
                </a:lnTo>
                <a:lnTo>
                  <a:pt x="94179" y="99421"/>
                </a:lnTo>
                <a:lnTo>
                  <a:pt x="93751" y="98615"/>
                </a:lnTo>
                <a:lnTo>
                  <a:pt x="93337" y="97793"/>
                </a:lnTo>
                <a:lnTo>
                  <a:pt x="92936" y="96954"/>
                </a:lnTo>
                <a:lnTo>
                  <a:pt x="92550" y="96101"/>
                </a:lnTo>
                <a:lnTo>
                  <a:pt x="92181" y="95233"/>
                </a:lnTo>
                <a:lnTo>
                  <a:pt x="91828" y="94352"/>
                </a:lnTo>
                <a:lnTo>
                  <a:pt x="91492" y="93456"/>
                </a:lnTo>
                <a:lnTo>
                  <a:pt x="91172" y="92547"/>
                </a:lnTo>
                <a:lnTo>
                  <a:pt x="90869" y="91623"/>
                </a:lnTo>
                <a:lnTo>
                  <a:pt x="90581" y="90686"/>
                </a:lnTo>
                <a:lnTo>
                  <a:pt x="90311" y="89735"/>
                </a:lnTo>
                <a:lnTo>
                  <a:pt x="90056" y="88769"/>
                </a:lnTo>
                <a:lnTo>
                  <a:pt x="89818" y="87790"/>
                </a:lnTo>
                <a:lnTo>
                  <a:pt x="89597" y="86797"/>
                </a:lnTo>
                <a:lnTo>
                  <a:pt x="89392" y="85790"/>
                </a:lnTo>
                <a:lnTo>
                  <a:pt x="89203" y="84769"/>
                </a:lnTo>
                <a:lnTo>
                  <a:pt x="89031" y="83734"/>
                </a:lnTo>
                <a:lnTo>
                  <a:pt x="88875" y="82685"/>
                </a:lnTo>
                <a:lnTo>
                  <a:pt x="88736" y="81622"/>
                </a:lnTo>
                <a:lnTo>
                  <a:pt x="88612" y="80545"/>
                </a:lnTo>
                <a:lnTo>
                  <a:pt x="88506" y="79454"/>
                </a:lnTo>
                <a:lnTo>
                  <a:pt x="88416" y="78349"/>
                </a:lnTo>
                <a:lnTo>
                  <a:pt x="88342" y="77231"/>
                </a:lnTo>
                <a:lnTo>
                  <a:pt x="88284" y="76098"/>
                </a:lnTo>
                <a:lnTo>
                  <a:pt x="88243" y="74951"/>
                </a:lnTo>
                <a:lnTo>
                  <a:pt x="88219" y="73791"/>
                </a:lnTo>
                <a:lnTo>
                  <a:pt x="88211" y="72616"/>
                </a:lnTo>
                <a:lnTo>
                  <a:pt x="88219" y="71442"/>
                </a:lnTo>
                <a:lnTo>
                  <a:pt x="88243" y="70281"/>
                </a:lnTo>
                <a:lnTo>
                  <a:pt x="88284" y="69135"/>
                </a:lnTo>
                <a:lnTo>
                  <a:pt x="88342" y="68002"/>
                </a:lnTo>
                <a:lnTo>
                  <a:pt x="88416" y="66884"/>
                </a:lnTo>
                <a:lnTo>
                  <a:pt x="88506" y="65779"/>
                </a:lnTo>
                <a:lnTo>
                  <a:pt x="88612" y="64688"/>
                </a:lnTo>
                <a:lnTo>
                  <a:pt x="88736" y="63612"/>
                </a:lnTo>
                <a:lnTo>
                  <a:pt x="88875" y="62549"/>
                </a:lnTo>
                <a:lnTo>
                  <a:pt x="89031" y="61500"/>
                </a:lnTo>
                <a:lnTo>
                  <a:pt x="89203" y="60465"/>
                </a:lnTo>
                <a:lnTo>
                  <a:pt x="89392" y="59444"/>
                </a:lnTo>
                <a:lnTo>
                  <a:pt x="89597" y="58437"/>
                </a:lnTo>
                <a:lnTo>
                  <a:pt x="89818" y="57444"/>
                </a:lnTo>
                <a:lnTo>
                  <a:pt x="90056" y="56465"/>
                </a:lnTo>
                <a:lnTo>
                  <a:pt x="90311" y="55500"/>
                </a:lnTo>
                <a:lnTo>
                  <a:pt x="90581" y="54548"/>
                </a:lnTo>
                <a:lnTo>
                  <a:pt x="90869" y="53611"/>
                </a:lnTo>
                <a:lnTo>
                  <a:pt x="91172" y="52688"/>
                </a:lnTo>
                <a:lnTo>
                  <a:pt x="91492" y="51778"/>
                </a:lnTo>
                <a:lnTo>
                  <a:pt x="91828" y="50883"/>
                </a:lnTo>
                <a:lnTo>
                  <a:pt x="92181" y="50001"/>
                </a:lnTo>
                <a:lnTo>
                  <a:pt x="92550" y="49134"/>
                </a:lnTo>
                <a:lnTo>
                  <a:pt x="92936" y="48280"/>
                </a:lnTo>
                <a:lnTo>
                  <a:pt x="93337" y="47442"/>
                </a:lnTo>
                <a:lnTo>
                  <a:pt x="93751" y="46620"/>
                </a:lnTo>
                <a:lnTo>
                  <a:pt x="94179" y="45814"/>
                </a:lnTo>
                <a:lnTo>
                  <a:pt x="94620" y="45025"/>
                </a:lnTo>
                <a:lnTo>
                  <a:pt x="95076" y="44252"/>
                </a:lnTo>
                <a:lnTo>
                  <a:pt x="95545" y="43496"/>
                </a:lnTo>
                <a:lnTo>
                  <a:pt x="96027" y="42756"/>
                </a:lnTo>
                <a:lnTo>
                  <a:pt x="96524" y="42032"/>
                </a:lnTo>
                <a:lnTo>
                  <a:pt x="97034" y="41325"/>
                </a:lnTo>
                <a:lnTo>
                  <a:pt x="97557" y="40634"/>
                </a:lnTo>
                <a:lnTo>
                  <a:pt x="98095" y="39960"/>
                </a:lnTo>
                <a:lnTo>
                  <a:pt x="98646" y="39302"/>
                </a:lnTo>
                <a:lnTo>
                  <a:pt x="99210" y="38660"/>
                </a:lnTo>
                <a:lnTo>
                  <a:pt x="99789" y="38035"/>
                </a:lnTo>
                <a:lnTo>
                  <a:pt x="100381" y="37426"/>
                </a:lnTo>
                <a:lnTo>
                  <a:pt x="100986" y="36834"/>
                </a:lnTo>
                <a:lnTo>
                  <a:pt x="101606" y="36258"/>
                </a:lnTo>
                <a:lnTo>
                  <a:pt x="102239" y="35698"/>
                </a:lnTo>
                <a:lnTo>
                  <a:pt x="102885" y="35155"/>
                </a:lnTo>
                <a:lnTo>
                  <a:pt x="103546" y="34629"/>
                </a:lnTo>
                <a:lnTo>
                  <a:pt x="104220" y="34118"/>
                </a:lnTo>
                <a:lnTo>
                  <a:pt x="104907" y="33624"/>
                </a:lnTo>
                <a:lnTo>
                  <a:pt x="105609" y="33147"/>
                </a:lnTo>
                <a:lnTo>
                  <a:pt x="106324" y="32686"/>
                </a:lnTo>
                <a:lnTo>
                  <a:pt x="107051" y="32242"/>
                </a:lnTo>
                <a:lnTo>
                  <a:pt x="107790" y="31818"/>
                </a:lnTo>
                <a:lnTo>
                  <a:pt x="108539" y="31412"/>
                </a:lnTo>
                <a:lnTo>
                  <a:pt x="109299" y="31025"/>
                </a:lnTo>
                <a:lnTo>
                  <a:pt x="110071" y="30657"/>
                </a:lnTo>
                <a:lnTo>
                  <a:pt x="110853" y="30308"/>
                </a:lnTo>
                <a:lnTo>
                  <a:pt x="111646" y="29978"/>
                </a:lnTo>
                <a:lnTo>
                  <a:pt x="112450" y="29667"/>
                </a:lnTo>
                <a:lnTo>
                  <a:pt x="113265" y="29374"/>
                </a:lnTo>
                <a:lnTo>
                  <a:pt x="114091" y="29101"/>
                </a:lnTo>
                <a:lnTo>
                  <a:pt x="114928" y="28846"/>
                </a:lnTo>
                <a:lnTo>
                  <a:pt x="115776" y="28610"/>
                </a:lnTo>
                <a:lnTo>
                  <a:pt x="116634" y="28393"/>
                </a:lnTo>
                <a:lnTo>
                  <a:pt x="117504" y="28195"/>
                </a:lnTo>
                <a:lnTo>
                  <a:pt x="118385" y="28016"/>
                </a:lnTo>
                <a:lnTo>
                  <a:pt x="119276" y="27855"/>
                </a:lnTo>
                <a:lnTo>
                  <a:pt x="120179" y="27714"/>
                </a:lnTo>
                <a:lnTo>
                  <a:pt x="121092" y="27591"/>
                </a:lnTo>
                <a:lnTo>
                  <a:pt x="122016" y="27487"/>
                </a:lnTo>
                <a:lnTo>
                  <a:pt x="122952" y="27402"/>
                </a:lnTo>
                <a:lnTo>
                  <a:pt x="123898" y="27336"/>
                </a:lnTo>
                <a:lnTo>
                  <a:pt x="124855" y="27289"/>
                </a:lnTo>
                <a:lnTo>
                  <a:pt x="125823" y="27261"/>
                </a:lnTo>
                <a:lnTo>
                  <a:pt x="126802" y="27251"/>
                </a:lnTo>
                <a:lnTo>
                  <a:pt x="127895" y="27262"/>
                </a:lnTo>
                <a:lnTo>
                  <a:pt x="128969" y="27295"/>
                </a:lnTo>
                <a:lnTo>
                  <a:pt x="130024" y="27349"/>
                </a:lnTo>
                <a:lnTo>
                  <a:pt x="131059" y="27424"/>
                </a:lnTo>
                <a:lnTo>
                  <a:pt x="132076" y="27522"/>
                </a:lnTo>
                <a:lnTo>
                  <a:pt x="133073" y="27640"/>
                </a:lnTo>
                <a:lnTo>
                  <a:pt x="134051" y="27781"/>
                </a:lnTo>
                <a:lnTo>
                  <a:pt x="135010" y="27943"/>
                </a:lnTo>
                <a:lnTo>
                  <a:pt x="135950" y="28127"/>
                </a:lnTo>
                <a:lnTo>
                  <a:pt x="136871" y="28332"/>
                </a:lnTo>
                <a:lnTo>
                  <a:pt x="137773" y="28559"/>
                </a:lnTo>
                <a:lnTo>
                  <a:pt x="138655" y="28807"/>
                </a:lnTo>
                <a:lnTo>
                  <a:pt x="139518" y="29077"/>
                </a:lnTo>
                <a:lnTo>
                  <a:pt x="140363" y="29369"/>
                </a:lnTo>
                <a:lnTo>
                  <a:pt x="141188" y="29682"/>
                </a:lnTo>
                <a:lnTo>
                  <a:pt x="141993" y="30017"/>
                </a:lnTo>
                <a:lnTo>
                  <a:pt x="142780" y="30374"/>
                </a:lnTo>
                <a:lnTo>
                  <a:pt x="143548" y="30752"/>
                </a:lnTo>
                <a:lnTo>
                  <a:pt x="144296" y="31152"/>
                </a:lnTo>
                <a:lnTo>
                  <a:pt x="145026" y="31573"/>
                </a:lnTo>
                <a:lnTo>
                  <a:pt x="145736" y="32016"/>
                </a:lnTo>
                <a:lnTo>
                  <a:pt x="146427" y="32480"/>
                </a:lnTo>
                <a:lnTo>
                  <a:pt x="147099" y="32966"/>
                </a:lnTo>
                <a:lnTo>
                  <a:pt x="147751" y="33474"/>
                </a:lnTo>
                <a:lnTo>
                  <a:pt x="148386" y="34000"/>
                </a:lnTo>
                <a:lnTo>
                  <a:pt x="149002" y="34539"/>
                </a:lnTo>
                <a:lnTo>
                  <a:pt x="149600" y="35092"/>
                </a:lnTo>
                <a:lnTo>
                  <a:pt x="150180" y="35659"/>
                </a:lnTo>
                <a:lnTo>
                  <a:pt x="150742" y="36241"/>
                </a:lnTo>
                <a:lnTo>
                  <a:pt x="151286" y="36836"/>
                </a:lnTo>
                <a:lnTo>
                  <a:pt x="151812" y="37445"/>
                </a:lnTo>
                <a:lnTo>
                  <a:pt x="152320" y="38068"/>
                </a:lnTo>
                <a:lnTo>
                  <a:pt x="152810" y="38705"/>
                </a:lnTo>
                <a:lnTo>
                  <a:pt x="153282" y="39356"/>
                </a:lnTo>
                <a:lnTo>
                  <a:pt x="153736" y="40020"/>
                </a:lnTo>
                <a:lnTo>
                  <a:pt x="154171" y="40699"/>
                </a:lnTo>
                <a:lnTo>
                  <a:pt x="154589" y="41392"/>
                </a:lnTo>
                <a:lnTo>
                  <a:pt x="154988" y="42099"/>
                </a:lnTo>
                <a:lnTo>
                  <a:pt x="155370" y="42820"/>
                </a:lnTo>
                <a:lnTo>
                  <a:pt x="155733" y="43554"/>
                </a:lnTo>
                <a:lnTo>
                  <a:pt x="156079" y="44303"/>
                </a:lnTo>
                <a:lnTo>
                  <a:pt x="156406" y="45065"/>
                </a:lnTo>
                <a:lnTo>
                  <a:pt x="156715" y="45842"/>
                </a:lnTo>
                <a:lnTo>
                  <a:pt x="157006" y="46632"/>
                </a:lnTo>
                <a:lnTo>
                  <a:pt x="157279" y="47437"/>
                </a:lnTo>
                <a:lnTo>
                  <a:pt x="157534" y="48255"/>
                </a:lnTo>
                <a:lnTo>
                  <a:pt x="157771" y="49087"/>
                </a:lnTo>
                <a:lnTo>
                  <a:pt x="157990" y="49934"/>
                </a:lnTo>
                <a:lnTo>
                  <a:pt x="172640" y="49934"/>
                </a:lnTo>
                <a:lnTo>
                  <a:pt x="172350" y="48581"/>
                </a:lnTo>
                <a:lnTo>
                  <a:pt x="172030" y="47255"/>
                </a:lnTo>
                <a:lnTo>
                  <a:pt x="171680" y="45954"/>
                </a:lnTo>
                <a:lnTo>
                  <a:pt x="171301" y="44679"/>
                </a:lnTo>
                <a:lnTo>
                  <a:pt x="170893" y="43429"/>
                </a:lnTo>
                <a:lnTo>
                  <a:pt x="170455" y="42205"/>
                </a:lnTo>
                <a:lnTo>
                  <a:pt x="169987" y="41007"/>
                </a:lnTo>
                <a:lnTo>
                  <a:pt x="169490" y="39835"/>
                </a:lnTo>
                <a:lnTo>
                  <a:pt x="168963" y="38688"/>
                </a:lnTo>
                <a:lnTo>
                  <a:pt x="168407" y="37567"/>
                </a:lnTo>
                <a:lnTo>
                  <a:pt x="167821" y="36472"/>
                </a:lnTo>
                <a:lnTo>
                  <a:pt x="167206" y="35403"/>
                </a:lnTo>
                <a:lnTo>
                  <a:pt x="166561" y="34359"/>
                </a:lnTo>
                <a:lnTo>
                  <a:pt x="165886" y="33341"/>
                </a:lnTo>
                <a:lnTo>
                  <a:pt x="165182" y="32348"/>
                </a:lnTo>
                <a:lnTo>
                  <a:pt x="164449" y="31382"/>
                </a:lnTo>
                <a:lnTo>
                  <a:pt x="163686" y="30441"/>
                </a:lnTo>
                <a:lnTo>
                  <a:pt x="162893" y="29525"/>
                </a:lnTo>
                <a:lnTo>
                  <a:pt x="162071" y="28636"/>
                </a:lnTo>
                <a:lnTo>
                  <a:pt x="161219" y="27772"/>
                </a:lnTo>
                <a:lnTo>
                  <a:pt x="160338" y="26934"/>
                </a:lnTo>
                <a:lnTo>
                  <a:pt x="159427" y="26122"/>
                </a:lnTo>
                <a:lnTo>
                  <a:pt x="158487" y="25335"/>
                </a:lnTo>
                <a:lnTo>
                  <a:pt x="157517" y="24574"/>
                </a:lnTo>
                <a:lnTo>
                  <a:pt x="156520" y="23841"/>
                </a:lnTo>
                <a:lnTo>
                  <a:pt x="155499" y="23140"/>
                </a:lnTo>
                <a:lnTo>
                  <a:pt x="154453" y="22469"/>
                </a:lnTo>
                <a:lnTo>
                  <a:pt x="153382" y="21830"/>
                </a:lnTo>
                <a:lnTo>
                  <a:pt x="152287" y="21222"/>
                </a:lnTo>
                <a:lnTo>
                  <a:pt x="151167" y="20645"/>
                </a:lnTo>
                <a:lnTo>
                  <a:pt x="150023" y="20100"/>
                </a:lnTo>
                <a:lnTo>
                  <a:pt x="148854" y="19585"/>
                </a:lnTo>
                <a:lnTo>
                  <a:pt x="147660" y="19102"/>
                </a:lnTo>
                <a:lnTo>
                  <a:pt x="146442" y="18650"/>
                </a:lnTo>
                <a:lnTo>
                  <a:pt x="145199" y="18229"/>
                </a:lnTo>
                <a:lnTo>
                  <a:pt x="143931" y="17839"/>
                </a:lnTo>
                <a:lnTo>
                  <a:pt x="142639" y="17481"/>
                </a:lnTo>
                <a:lnTo>
                  <a:pt x="141323" y="17153"/>
                </a:lnTo>
                <a:lnTo>
                  <a:pt x="139981" y="16857"/>
                </a:lnTo>
                <a:lnTo>
                  <a:pt x="138615" y="16592"/>
                </a:lnTo>
                <a:lnTo>
                  <a:pt x="137225" y="16358"/>
                </a:lnTo>
                <a:lnTo>
                  <a:pt x="135810" y="16155"/>
                </a:lnTo>
                <a:lnTo>
                  <a:pt x="134370" y="15984"/>
                </a:lnTo>
                <a:lnTo>
                  <a:pt x="132906" y="15844"/>
                </a:lnTo>
                <a:lnTo>
                  <a:pt x="131417" y="15735"/>
                </a:lnTo>
                <a:lnTo>
                  <a:pt x="129903" y="15657"/>
                </a:lnTo>
                <a:lnTo>
                  <a:pt x="128365" y="15610"/>
                </a:lnTo>
                <a:lnTo>
                  <a:pt x="126802" y="15594"/>
                </a:lnTo>
                <a:lnTo>
                  <a:pt x="125470" y="15607"/>
                </a:lnTo>
                <a:lnTo>
                  <a:pt x="124154" y="15644"/>
                </a:lnTo>
                <a:lnTo>
                  <a:pt x="122853" y="15706"/>
                </a:lnTo>
                <a:lnTo>
                  <a:pt x="121566" y="15793"/>
                </a:lnTo>
                <a:lnTo>
                  <a:pt x="120295" y="15905"/>
                </a:lnTo>
                <a:lnTo>
                  <a:pt x="119039" y="16042"/>
                </a:lnTo>
                <a:lnTo>
                  <a:pt x="117798" y="16204"/>
                </a:lnTo>
                <a:lnTo>
                  <a:pt x="116572" y="16391"/>
                </a:lnTo>
                <a:lnTo>
                  <a:pt x="115361" y="16602"/>
                </a:lnTo>
                <a:lnTo>
                  <a:pt x="114165" y="16839"/>
                </a:lnTo>
                <a:lnTo>
                  <a:pt x="112984" y="17100"/>
                </a:lnTo>
                <a:lnTo>
                  <a:pt x="111818" y="17386"/>
                </a:lnTo>
                <a:lnTo>
                  <a:pt x="110667" y="17697"/>
                </a:lnTo>
                <a:lnTo>
                  <a:pt x="109531" y="18033"/>
                </a:lnTo>
                <a:lnTo>
                  <a:pt x="108410" y="18394"/>
                </a:lnTo>
                <a:lnTo>
                  <a:pt x="107304" y="18780"/>
                </a:lnTo>
                <a:lnTo>
                  <a:pt x="106214" y="19190"/>
                </a:lnTo>
                <a:lnTo>
                  <a:pt x="105138" y="19626"/>
                </a:lnTo>
                <a:lnTo>
                  <a:pt x="104077" y="20086"/>
                </a:lnTo>
                <a:lnTo>
                  <a:pt x="103032" y="20572"/>
                </a:lnTo>
                <a:lnTo>
                  <a:pt x="102001" y="21082"/>
                </a:lnTo>
                <a:lnTo>
                  <a:pt x="100986" y="21617"/>
                </a:lnTo>
                <a:lnTo>
                  <a:pt x="99985" y="22177"/>
                </a:lnTo>
                <a:lnTo>
                  <a:pt x="99000" y="22762"/>
                </a:lnTo>
                <a:lnTo>
                  <a:pt x="98032" y="23369"/>
                </a:lnTo>
                <a:lnTo>
                  <a:pt x="97082" y="23996"/>
                </a:lnTo>
                <a:lnTo>
                  <a:pt x="96151" y="24642"/>
                </a:lnTo>
                <a:lnTo>
                  <a:pt x="95240" y="25308"/>
                </a:lnTo>
                <a:lnTo>
                  <a:pt x="94347" y="25994"/>
                </a:lnTo>
                <a:lnTo>
                  <a:pt x="93472" y="26700"/>
                </a:lnTo>
                <a:lnTo>
                  <a:pt x="92617" y="27425"/>
                </a:lnTo>
                <a:lnTo>
                  <a:pt x="91781" y="28170"/>
                </a:lnTo>
                <a:lnTo>
                  <a:pt x="90963" y="28935"/>
                </a:lnTo>
                <a:lnTo>
                  <a:pt x="90165" y="29719"/>
                </a:lnTo>
                <a:lnTo>
                  <a:pt x="89385" y="30523"/>
                </a:lnTo>
                <a:lnTo>
                  <a:pt x="88624" y="31347"/>
                </a:lnTo>
                <a:lnTo>
                  <a:pt x="87882" y="32191"/>
                </a:lnTo>
                <a:lnTo>
                  <a:pt x="87159" y="33054"/>
                </a:lnTo>
                <a:lnTo>
                  <a:pt x="86454" y="33937"/>
                </a:lnTo>
                <a:lnTo>
                  <a:pt x="85769" y="34839"/>
                </a:lnTo>
                <a:lnTo>
                  <a:pt x="85102" y="35761"/>
                </a:lnTo>
                <a:lnTo>
                  <a:pt x="84454" y="36703"/>
                </a:lnTo>
                <a:lnTo>
                  <a:pt x="83825" y="37665"/>
                </a:lnTo>
                <a:lnTo>
                  <a:pt x="83215" y="38646"/>
                </a:lnTo>
                <a:lnTo>
                  <a:pt x="82624" y="39647"/>
                </a:lnTo>
                <a:lnTo>
                  <a:pt x="82052" y="40668"/>
                </a:lnTo>
                <a:lnTo>
                  <a:pt x="81498" y="41709"/>
                </a:lnTo>
                <a:lnTo>
                  <a:pt x="80964" y="42769"/>
                </a:lnTo>
                <a:lnTo>
                  <a:pt x="80450" y="43846"/>
                </a:lnTo>
                <a:lnTo>
                  <a:pt x="79958" y="44937"/>
                </a:lnTo>
                <a:lnTo>
                  <a:pt x="79487" y="46043"/>
                </a:lnTo>
                <a:lnTo>
                  <a:pt x="79039" y="47164"/>
                </a:lnTo>
                <a:lnTo>
                  <a:pt x="78612" y="48299"/>
                </a:lnTo>
                <a:lnTo>
                  <a:pt x="78208" y="49448"/>
                </a:lnTo>
                <a:lnTo>
                  <a:pt x="77825" y="50612"/>
                </a:lnTo>
                <a:lnTo>
                  <a:pt x="77464" y="51791"/>
                </a:lnTo>
                <a:lnTo>
                  <a:pt x="77125" y="52984"/>
                </a:lnTo>
                <a:lnTo>
                  <a:pt x="76808" y="54191"/>
                </a:lnTo>
                <a:lnTo>
                  <a:pt x="76512" y="55413"/>
                </a:lnTo>
                <a:lnTo>
                  <a:pt x="76239" y="56649"/>
                </a:lnTo>
                <a:lnTo>
                  <a:pt x="75987" y="57900"/>
                </a:lnTo>
                <a:lnTo>
                  <a:pt x="75758" y="59166"/>
                </a:lnTo>
                <a:lnTo>
                  <a:pt x="75550" y="60445"/>
                </a:lnTo>
                <a:lnTo>
                  <a:pt x="75364" y="61740"/>
                </a:lnTo>
                <a:lnTo>
                  <a:pt x="75200" y="63049"/>
                </a:lnTo>
                <a:lnTo>
                  <a:pt x="75058" y="64372"/>
                </a:lnTo>
                <a:lnTo>
                  <a:pt x="74938" y="65710"/>
                </a:lnTo>
                <a:lnTo>
                  <a:pt x="74839" y="67062"/>
                </a:lnTo>
                <a:lnTo>
                  <a:pt x="74763" y="68429"/>
                </a:lnTo>
                <a:lnTo>
                  <a:pt x="74708" y="69810"/>
                </a:lnTo>
                <a:lnTo>
                  <a:pt x="74675" y="71206"/>
                </a:lnTo>
                <a:lnTo>
                  <a:pt x="74664" y="72616"/>
                </a:lnTo>
                <a:lnTo>
                  <a:pt x="74675" y="74027"/>
                </a:lnTo>
                <a:lnTo>
                  <a:pt x="74708" y="75423"/>
                </a:lnTo>
                <a:lnTo>
                  <a:pt x="74763" y="76804"/>
                </a:lnTo>
                <a:lnTo>
                  <a:pt x="74839" y="78171"/>
                </a:lnTo>
                <a:lnTo>
                  <a:pt x="74938" y="79523"/>
                </a:lnTo>
                <a:lnTo>
                  <a:pt x="75058" y="80861"/>
                </a:lnTo>
                <a:lnTo>
                  <a:pt x="75200" y="82185"/>
                </a:lnTo>
                <a:lnTo>
                  <a:pt x="75364" y="83494"/>
                </a:lnTo>
                <a:lnTo>
                  <a:pt x="75550" y="84789"/>
                </a:lnTo>
                <a:lnTo>
                  <a:pt x="75758" y="86069"/>
                </a:lnTo>
                <a:lnTo>
                  <a:pt x="75987" y="87334"/>
                </a:lnTo>
                <a:lnTo>
                  <a:pt x="76239" y="88585"/>
                </a:lnTo>
                <a:lnTo>
                  <a:pt x="76512" y="89822"/>
                </a:lnTo>
                <a:lnTo>
                  <a:pt x="76808" y="91044"/>
                </a:lnTo>
                <a:lnTo>
                  <a:pt x="77125" y="92252"/>
                </a:lnTo>
                <a:lnTo>
                  <a:pt x="77464" y="93445"/>
                </a:lnTo>
                <a:lnTo>
                  <a:pt x="77825" y="94623"/>
                </a:lnTo>
                <a:lnTo>
                  <a:pt x="78208" y="95788"/>
                </a:lnTo>
                <a:lnTo>
                  <a:pt x="78612" y="96937"/>
                </a:lnTo>
                <a:lnTo>
                  <a:pt x="79039" y="98072"/>
                </a:lnTo>
                <a:lnTo>
                  <a:pt x="79487" y="99193"/>
                </a:lnTo>
                <a:lnTo>
                  <a:pt x="79958" y="100299"/>
                </a:lnTo>
                <a:lnTo>
                  <a:pt x="80450" y="101391"/>
                </a:lnTo>
                <a:lnTo>
                  <a:pt x="80964" y="102468"/>
                </a:lnTo>
                <a:lnTo>
                  <a:pt x="81498" y="103528"/>
                </a:lnTo>
                <a:lnTo>
                  <a:pt x="82052" y="104568"/>
                </a:lnTo>
                <a:lnTo>
                  <a:pt x="82624" y="105589"/>
                </a:lnTo>
                <a:lnTo>
                  <a:pt x="83215" y="106590"/>
                </a:lnTo>
                <a:lnTo>
                  <a:pt x="83825" y="107571"/>
                </a:lnTo>
                <a:lnTo>
                  <a:pt x="84454" y="108533"/>
                </a:lnTo>
                <a:lnTo>
                  <a:pt x="85102" y="109474"/>
                </a:lnTo>
                <a:lnTo>
                  <a:pt x="85769" y="110396"/>
                </a:lnTo>
                <a:lnTo>
                  <a:pt x="86454" y="111299"/>
                </a:lnTo>
                <a:lnTo>
                  <a:pt x="87159" y="112182"/>
                </a:lnTo>
                <a:lnTo>
                  <a:pt x="87882" y="113045"/>
                </a:lnTo>
                <a:lnTo>
                  <a:pt x="88624" y="113888"/>
                </a:lnTo>
                <a:lnTo>
                  <a:pt x="89385" y="114712"/>
                </a:lnTo>
                <a:lnTo>
                  <a:pt x="90165" y="115516"/>
                </a:lnTo>
                <a:lnTo>
                  <a:pt x="90963" y="116300"/>
                </a:lnTo>
                <a:lnTo>
                  <a:pt x="91781" y="117065"/>
                </a:lnTo>
                <a:lnTo>
                  <a:pt x="92617" y="117810"/>
                </a:lnTo>
                <a:lnTo>
                  <a:pt x="93472" y="118535"/>
                </a:lnTo>
                <a:lnTo>
                  <a:pt x="94347" y="119240"/>
                </a:lnTo>
                <a:lnTo>
                  <a:pt x="95240" y="119926"/>
                </a:lnTo>
                <a:lnTo>
                  <a:pt x="96151" y="120593"/>
                </a:lnTo>
                <a:lnTo>
                  <a:pt x="97082" y="121239"/>
                </a:lnTo>
                <a:lnTo>
                  <a:pt x="98032" y="121866"/>
                </a:lnTo>
                <a:lnTo>
                  <a:pt x="99000" y="122473"/>
                </a:lnTo>
                <a:lnTo>
                  <a:pt x="99985" y="123058"/>
                </a:lnTo>
                <a:lnTo>
                  <a:pt x="100986" y="123617"/>
                </a:lnTo>
                <a:lnTo>
                  <a:pt x="102001" y="124152"/>
                </a:lnTo>
                <a:lnTo>
                  <a:pt x="103032" y="124662"/>
                </a:lnTo>
                <a:lnTo>
                  <a:pt x="104077" y="125147"/>
                </a:lnTo>
                <a:lnTo>
                  <a:pt x="105138" y="125608"/>
                </a:lnTo>
                <a:lnTo>
                  <a:pt x="106214" y="126043"/>
                </a:lnTo>
                <a:lnTo>
                  <a:pt x="107304" y="126453"/>
                </a:lnTo>
                <a:lnTo>
                  <a:pt x="108410" y="126839"/>
                </a:lnTo>
                <a:lnTo>
                  <a:pt x="109531" y="127200"/>
                </a:lnTo>
                <a:lnTo>
                  <a:pt x="110667" y="127536"/>
                </a:lnTo>
                <a:lnTo>
                  <a:pt x="111818" y="127847"/>
                </a:lnTo>
                <a:lnTo>
                  <a:pt x="112984" y="128133"/>
                </a:lnTo>
                <a:lnTo>
                  <a:pt x="114165" y="128394"/>
                </a:lnTo>
                <a:lnTo>
                  <a:pt x="115361" y="128630"/>
                </a:lnTo>
                <a:lnTo>
                  <a:pt x="116572" y="128842"/>
                </a:lnTo>
                <a:lnTo>
                  <a:pt x="117798" y="129028"/>
                </a:lnTo>
                <a:lnTo>
                  <a:pt x="119039" y="129190"/>
                </a:lnTo>
                <a:lnTo>
                  <a:pt x="120295" y="129327"/>
                </a:lnTo>
                <a:lnTo>
                  <a:pt x="121566" y="129439"/>
                </a:lnTo>
                <a:lnTo>
                  <a:pt x="122853" y="129526"/>
                </a:lnTo>
                <a:lnTo>
                  <a:pt x="124154" y="129588"/>
                </a:lnTo>
                <a:lnTo>
                  <a:pt x="125470" y="129625"/>
                </a:lnTo>
                <a:lnTo>
                  <a:pt x="126802" y="129638"/>
                </a:lnTo>
                <a:lnTo>
                  <a:pt x="128365" y="129622"/>
                </a:lnTo>
                <a:lnTo>
                  <a:pt x="129903" y="129576"/>
                </a:lnTo>
                <a:lnTo>
                  <a:pt x="131417" y="129498"/>
                </a:lnTo>
                <a:lnTo>
                  <a:pt x="132906" y="129389"/>
                </a:lnTo>
                <a:lnTo>
                  <a:pt x="134370" y="129248"/>
                </a:lnTo>
                <a:close/>
                <a:moveTo>
                  <a:pt x="297734" y="83900"/>
                </a:moveTo>
                <a:lnTo>
                  <a:pt x="297760" y="83177"/>
                </a:lnTo>
                <a:lnTo>
                  <a:pt x="297798" y="82464"/>
                </a:lnTo>
                <a:lnTo>
                  <a:pt x="297846" y="81762"/>
                </a:lnTo>
                <a:lnTo>
                  <a:pt x="297904" y="81069"/>
                </a:lnTo>
                <a:lnTo>
                  <a:pt x="297974" y="80386"/>
                </a:lnTo>
                <a:lnTo>
                  <a:pt x="298054" y="79714"/>
                </a:lnTo>
                <a:lnTo>
                  <a:pt x="298144" y="79052"/>
                </a:lnTo>
                <a:lnTo>
                  <a:pt x="298245" y="78400"/>
                </a:lnTo>
                <a:lnTo>
                  <a:pt x="298357" y="77758"/>
                </a:lnTo>
                <a:lnTo>
                  <a:pt x="298480" y="77126"/>
                </a:lnTo>
                <a:lnTo>
                  <a:pt x="298613" y="76504"/>
                </a:lnTo>
                <a:lnTo>
                  <a:pt x="298757" y="75892"/>
                </a:lnTo>
                <a:lnTo>
                  <a:pt x="298911" y="75291"/>
                </a:lnTo>
                <a:lnTo>
                  <a:pt x="299077" y="74699"/>
                </a:lnTo>
                <a:lnTo>
                  <a:pt x="299252" y="74118"/>
                </a:lnTo>
                <a:lnTo>
                  <a:pt x="299439" y="73547"/>
                </a:lnTo>
                <a:lnTo>
                  <a:pt x="299636" y="72986"/>
                </a:lnTo>
                <a:lnTo>
                  <a:pt x="299844" y="72435"/>
                </a:lnTo>
                <a:lnTo>
                  <a:pt x="300062" y="71894"/>
                </a:lnTo>
                <a:lnTo>
                  <a:pt x="300292" y="71364"/>
                </a:lnTo>
                <a:lnTo>
                  <a:pt x="300531" y="70843"/>
                </a:lnTo>
                <a:lnTo>
                  <a:pt x="300782" y="70333"/>
                </a:lnTo>
                <a:lnTo>
                  <a:pt x="301042" y="69832"/>
                </a:lnTo>
                <a:lnTo>
                  <a:pt x="301309" y="69342"/>
                </a:lnTo>
                <a:lnTo>
                  <a:pt x="301583" y="68861"/>
                </a:lnTo>
                <a:lnTo>
                  <a:pt x="301865" y="68390"/>
                </a:lnTo>
                <a:lnTo>
                  <a:pt x="302154" y="67929"/>
                </a:lnTo>
                <a:lnTo>
                  <a:pt x="302451" y="67478"/>
                </a:lnTo>
                <a:lnTo>
                  <a:pt x="302755" y="67037"/>
                </a:lnTo>
                <a:lnTo>
                  <a:pt x="303066" y="66605"/>
                </a:lnTo>
                <a:lnTo>
                  <a:pt x="303385" y="66183"/>
                </a:lnTo>
                <a:lnTo>
                  <a:pt x="303711" y="65772"/>
                </a:lnTo>
                <a:lnTo>
                  <a:pt x="304044" y="65370"/>
                </a:lnTo>
                <a:lnTo>
                  <a:pt x="304385" y="64978"/>
                </a:lnTo>
                <a:lnTo>
                  <a:pt x="304734" y="64595"/>
                </a:lnTo>
                <a:lnTo>
                  <a:pt x="305089" y="64223"/>
                </a:lnTo>
                <a:lnTo>
                  <a:pt x="305452" y="63860"/>
                </a:lnTo>
                <a:lnTo>
                  <a:pt x="305823" y="63508"/>
                </a:lnTo>
                <a:lnTo>
                  <a:pt x="306201" y="63165"/>
                </a:lnTo>
                <a:lnTo>
                  <a:pt x="306586" y="62832"/>
                </a:lnTo>
                <a:lnTo>
                  <a:pt x="306979" y="62509"/>
                </a:lnTo>
                <a:lnTo>
                  <a:pt x="307379" y="62195"/>
                </a:lnTo>
                <a:lnTo>
                  <a:pt x="307786" y="61892"/>
                </a:lnTo>
                <a:lnTo>
                  <a:pt x="308201" y="61598"/>
                </a:lnTo>
                <a:lnTo>
                  <a:pt x="308623" y="61315"/>
                </a:lnTo>
                <a:lnTo>
                  <a:pt x="309052" y="61041"/>
                </a:lnTo>
                <a:lnTo>
                  <a:pt x="309488" y="60777"/>
                </a:lnTo>
                <a:lnTo>
                  <a:pt x="309929" y="60525"/>
                </a:lnTo>
                <a:lnTo>
                  <a:pt x="310374" y="60283"/>
                </a:lnTo>
                <a:lnTo>
                  <a:pt x="310825" y="60054"/>
                </a:lnTo>
                <a:lnTo>
                  <a:pt x="311280" y="59835"/>
                </a:lnTo>
                <a:lnTo>
                  <a:pt x="311740" y="59627"/>
                </a:lnTo>
                <a:lnTo>
                  <a:pt x="312206" y="59431"/>
                </a:lnTo>
                <a:lnTo>
                  <a:pt x="312676" y="59246"/>
                </a:lnTo>
                <a:lnTo>
                  <a:pt x="313151" y="59072"/>
                </a:lnTo>
                <a:lnTo>
                  <a:pt x="313631" y="58909"/>
                </a:lnTo>
                <a:lnTo>
                  <a:pt x="314115" y="58758"/>
                </a:lnTo>
                <a:lnTo>
                  <a:pt x="314605" y="58618"/>
                </a:lnTo>
                <a:lnTo>
                  <a:pt x="315100" y="58489"/>
                </a:lnTo>
                <a:lnTo>
                  <a:pt x="315600" y="58371"/>
                </a:lnTo>
                <a:lnTo>
                  <a:pt x="316104" y="58264"/>
                </a:lnTo>
                <a:lnTo>
                  <a:pt x="316613" y="58169"/>
                </a:lnTo>
                <a:lnTo>
                  <a:pt x="317128" y="58085"/>
                </a:lnTo>
                <a:lnTo>
                  <a:pt x="317647" y="58012"/>
                </a:lnTo>
                <a:lnTo>
                  <a:pt x="318171" y="57950"/>
                </a:lnTo>
                <a:lnTo>
                  <a:pt x="318700" y="57900"/>
                </a:lnTo>
                <a:lnTo>
                  <a:pt x="319234" y="57861"/>
                </a:lnTo>
                <a:lnTo>
                  <a:pt x="319773" y="57833"/>
                </a:lnTo>
                <a:lnTo>
                  <a:pt x="320317" y="57816"/>
                </a:lnTo>
                <a:lnTo>
                  <a:pt x="320866" y="57810"/>
                </a:lnTo>
                <a:lnTo>
                  <a:pt x="321659" y="57821"/>
                </a:lnTo>
                <a:lnTo>
                  <a:pt x="322437" y="57852"/>
                </a:lnTo>
                <a:lnTo>
                  <a:pt x="323201" y="57904"/>
                </a:lnTo>
                <a:lnTo>
                  <a:pt x="323949" y="57977"/>
                </a:lnTo>
                <a:lnTo>
                  <a:pt x="324682" y="58070"/>
                </a:lnTo>
                <a:lnTo>
                  <a:pt x="325400" y="58184"/>
                </a:lnTo>
                <a:lnTo>
                  <a:pt x="326103" y="58320"/>
                </a:lnTo>
                <a:lnTo>
                  <a:pt x="326791" y="58475"/>
                </a:lnTo>
                <a:lnTo>
                  <a:pt x="327464" y="58652"/>
                </a:lnTo>
                <a:lnTo>
                  <a:pt x="328121" y="58850"/>
                </a:lnTo>
                <a:lnTo>
                  <a:pt x="328764" y="59068"/>
                </a:lnTo>
                <a:lnTo>
                  <a:pt x="329392" y="59307"/>
                </a:lnTo>
                <a:lnTo>
                  <a:pt x="330005" y="59567"/>
                </a:lnTo>
                <a:lnTo>
                  <a:pt x="330602" y="59848"/>
                </a:lnTo>
                <a:lnTo>
                  <a:pt x="331185" y="60149"/>
                </a:lnTo>
                <a:lnTo>
                  <a:pt x="331752" y="60471"/>
                </a:lnTo>
                <a:lnTo>
                  <a:pt x="332305" y="60814"/>
                </a:lnTo>
                <a:lnTo>
                  <a:pt x="332842" y="61178"/>
                </a:lnTo>
                <a:lnTo>
                  <a:pt x="333365" y="61563"/>
                </a:lnTo>
                <a:lnTo>
                  <a:pt x="333872" y="61968"/>
                </a:lnTo>
                <a:lnTo>
                  <a:pt x="334364" y="62394"/>
                </a:lnTo>
                <a:lnTo>
                  <a:pt x="334842" y="62841"/>
                </a:lnTo>
                <a:lnTo>
                  <a:pt x="335304" y="63309"/>
                </a:lnTo>
                <a:lnTo>
                  <a:pt x="335751" y="63797"/>
                </a:lnTo>
                <a:lnTo>
                  <a:pt x="336182" y="64307"/>
                </a:lnTo>
                <a:lnTo>
                  <a:pt x="336594" y="64836"/>
                </a:lnTo>
                <a:lnTo>
                  <a:pt x="336988" y="65387"/>
                </a:lnTo>
                <a:lnTo>
                  <a:pt x="337364" y="65959"/>
                </a:lnTo>
                <a:lnTo>
                  <a:pt x="337721" y="66551"/>
                </a:lnTo>
                <a:lnTo>
                  <a:pt x="338060" y="67164"/>
                </a:lnTo>
                <a:lnTo>
                  <a:pt x="338381" y="67798"/>
                </a:lnTo>
                <a:lnTo>
                  <a:pt x="338683" y="68452"/>
                </a:lnTo>
                <a:lnTo>
                  <a:pt x="338968" y="69128"/>
                </a:lnTo>
                <a:lnTo>
                  <a:pt x="339233" y="69824"/>
                </a:lnTo>
                <a:lnTo>
                  <a:pt x="339481" y="70541"/>
                </a:lnTo>
                <a:lnTo>
                  <a:pt x="339710" y="71279"/>
                </a:lnTo>
                <a:lnTo>
                  <a:pt x="339921" y="72037"/>
                </a:lnTo>
                <a:lnTo>
                  <a:pt x="340113" y="72816"/>
                </a:lnTo>
                <a:lnTo>
                  <a:pt x="340287" y="73616"/>
                </a:lnTo>
                <a:lnTo>
                  <a:pt x="340443" y="74437"/>
                </a:lnTo>
                <a:lnTo>
                  <a:pt x="340580" y="75279"/>
                </a:lnTo>
                <a:lnTo>
                  <a:pt x="340699" y="76141"/>
                </a:lnTo>
                <a:lnTo>
                  <a:pt x="340800" y="77024"/>
                </a:lnTo>
                <a:lnTo>
                  <a:pt x="340883" y="77928"/>
                </a:lnTo>
                <a:lnTo>
                  <a:pt x="340947" y="78853"/>
                </a:lnTo>
                <a:lnTo>
                  <a:pt x="340993" y="79799"/>
                </a:lnTo>
                <a:lnTo>
                  <a:pt x="341020" y="80765"/>
                </a:lnTo>
                <a:lnTo>
                  <a:pt x="341029" y="81752"/>
                </a:lnTo>
                <a:lnTo>
                  <a:pt x="341029" y="127749"/>
                </a:lnTo>
                <a:lnTo>
                  <a:pt x="354261" y="127749"/>
                </a:lnTo>
                <a:lnTo>
                  <a:pt x="354261" y="80336"/>
                </a:lnTo>
                <a:lnTo>
                  <a:pt x="354254" y="79385"/>
                </a:lnTo>
                <a:lnTo>
                  <a:pt x="354235" y="78448"/>
                </a:lnTo>
                <a:lnTo>
                  <a:pt x="354202" y="77524"/>
                </a:lnTo>
                <a:lnTo>
                  <a:pt x="354156" y="76615"/>
                </a:lnTo>
                <a:lnTo>
                  <a:pt x="354097" y="75720"/>
                </a:lnTo>
                <a:lnTo>
                  <a:pt x="354025" y="74838"/>
                </a:lnTo>
                <a:lnTo>
                  <a:pt x="353939" y="73970"/>
                </a:lnTo>
                <a:lnTo>
                  <a:pt x="353841" y="73117"/>
                </a:lnTo>
                <a:lnTo>
                  <a:pt x="353729" y="72277"/>
                </a:lnTo>
                <a:lnTo>
                  <a:pt x="353604" y="71451"/>
                </a:lnTo>
                <a:lnTo>
                  <a:pt x="353467" y="70640"/>
                </a:lnTo>
                <a:lnTo>
                  <a:pt x="353316" y="69842"/>
                </a:lnTo>
                <a:lnTo>
                  <a:pt x="353152" y="69058"/>
                </a:lnTo>
                <a:lnTo>
                  <a:pt x="352974" y="68288"/>
                </a:lnTo>
                <a:lnTo>
                  <a:pt x="352784" y="67532"/>
                </a:lnTo>
                <a:lnTo>
                  <a:pt x="352580" y="66790"/>
                </a:lnTo>
                <a:lnTo>
                  <a:pt x="352364" y="66062"/>
                </a:lnTo>
                <a:lnTo>
                  <a:pt x="352134" y="65348"/>
                </a:lnTo>
                <a:lnTo>
                  <a:pt x="351891" y="64647"/>
                </a:lnTo>
                <a:lnTo>
                  <a:pt x="351635" y="63961"/>
                </a:lnTo>
                <a:lnTo>
                  <a:pt x="351366" y="63289"/>
                </a:lnTo>
                <a:lnTo>
                  <a:pt x="351084" y="62630"/>
                </a:lnTo>
                <a:lnTo>
                  <a:pt x="350789" y="61986"/>
                </a:lnTo>
                <a:lnTo>
                  <a:pt x="350480" y="61355"/>
                </a:lnTo>
                <a:lnTo>
                  <a:pt x="350160" y="60738"/>
                </a:lnTo>
                <a:lnTo>
                  <a:pt x="349829" y="60135"/>
                </a:lnTo>
                <a:lnTo>
                  <a:pt x="349488" y="59544"/>
                </a:lnTo>
                <a:lnTo>
                  <a:pt x="349137" y="58966"/>
                </a:lnTo>
                <a:lnTo>
                  <a:pt x="348775" y="58402"/>
                </a:lnTo>
                <a:lnTo>
                  <a:pt x="348403" y="57851"/>
                </a:lnTo>
                <a:lnTo>
                  <a:pt x="348020" y="57312"/>
                </a:lnTo>
                <a:lnTo>
                  <a:pt x="347627" y="56787"/>
                </a:lnTo>
                <a:lnTo>
                  <a:pt x="347224" y="56275"/>
                </a:lnTo>
                <a:lnTo>
                  <a:pt x="346810" y="55777"/>
                </a:lnTo>
                <a:lnTo>
                  <a:pt x="346386" y="55291"/>
                </a:lnTo>
                <a:lnTo>
                  <a:pt x="345951" y="54818"/>
                </a:lnTo>
                <a:lnTo>
                  <a:pt x="345506" y="54359"/>
                </a:lnTo>
                <a:lnTo>
                  <a:pt x="345051" y="53913"/>
                </a:lnTo>
                <a:lnTo>
                  <a:pt x="344585" y="53480"/>
                </a:lnTo>
                <a:lnTo>
                  <a:pt x="344109" y="53059"/>
                </a:lnTo>
                <a:lnTo>
                  <a:pt x="343623" y="52653"/>
                </a:lnTo>
                <a:lnTo>
                  <a:pt x="343126" y="52259"/>
                </a:lnTo>
                <a:lnTo>
                  <a:pt x="342618" y="51878"/>
                </a:lnTo>
                <a:lnTo>
                  <a:pt x="342101" y="51511"/>
                </a:lnTo>
                <a:lnTo>
                  <a:pt x="341573" y="51156"/>
                </a:lnTo>
                <a:lnTo>
                  <a:pt x="341034" y="50815"/>
                </a:lnTo>
                <a:lnTo>
                  <a:pt x="340485" y="50487"/>
                </a:lnTo>
                <a:lnTo>
                  <a:pt x="339926" y="50172"/>
                </a:lnTo>
                <a:lnTo>
                  <a:pt x="339357" y="49870"/>
                </a:lnTo>
                <a:lnTo>
                  <a:pt x="338780" y="49580"/>
                </a:lnTo>
                <a:lnTo>
                  <a:pt x="338193" y="49304"/>
                </a:lnTo>
                <a:lnTo>
                  <a:pt x="337598" y="49040"/>
                </a:lnTo>
                <a:lnTo>
                  <a:pt x="336995" y="48789"/>
                </a:lnTo>
                <a:lnTo>
                  <a:pt x="336382" y="48551"/>
                </a:lnTo>
                <a:lnTo>
                  <a:pt x="335761" y="48326"/>
                </a:lnTo>
                <a:lnTo>
                  <a:pt x="335131" y="48114"/>
                </a:lnTo>
                <a:lnTo>
                  <a:pt x="334492" y="47915"/>
                </a:lnTo>
                <a:lnTo>
                  <a:pt x="333844" y="47728"/>
                </a:lnTo>
                <a:lnTo>
                  <a:pt x="333188" y="47555"/>
                </a:lnTo>
                <a:lnTo>
                  <a:pt x="332523" y="47394"/>
                </a:lnTo>
                <a:lnTo>
                  <a:pt x="331849" y="47246"/>
                </a:lnTo>
                <a:lnTo>
                  <a:pt x="331167" y="47111"/>
                </a:lnTo>
                <a:lnTo>
                  <a:pt x="330476" y="46989"/>
                </a:lnTo>
                <a:lnTo>
                  <a:pt x="329776" y="46879"/>
                </a:lnTo>
                <a:lnTo>
                  <a:pt x="329067" y="46783"/>
                </a:lnTo>
                <a:lnTo>
                  <a:pt x="328349" y="46699"/>
                </a:lnTo>
                <a:lnTo>
                  <a:pt x="327623" y="46629"/>
                </a:lnTo>
                <a:lnTo>
                  <a:pt x="326888" y="46571"/>
                </a:lnTo>
                <a:lnTo>
                  <a:pt x="326144" y="46526"/>
                </a:lnTo>
                <a:lnTo>
                  <a:pt x="325392" y="46494"/>
                </a:lnTo>
                <a:lnTo>
                  <a:pt x="324631" y="46474"/>
                </a:lnTo>
                <a:lnTo>
                  <a:pt x="323861" y="46468"/>
                </a:lnTo>
                <a:lnTo>
                  <a:pt x="323116" y="46475"/>
                </a:lnTo>
                <a:lnTo>
                  <a:pt x="322378" y="46497"/>
                </a:lnTo>
                <a:lnTo>
                  <a:pt x="321647" y="46533"/>
                </a:lnTo>
                <a:lnTo>
                  <a:pt x="320922" y="46584"/>
                </a:lnTo>
                <a:lnTo>
                  <a:pt x="320205" y="46649"/>
                </a:lnTo>
                <a:lnTo>
                  <a:pt x="319494" y="46729"/>
                </a:lnTo>
                <a:lnTo>
                  <a:pt x="318790" y="46823"/>
                </a:lnTo>
                <a:lnTo>
                  <a:pt x="318093" y="46932"/>
                </a:lnTo>
                <a:lnTo>
                  <a:pt x="317403" y="47055"/>
                </a:lnTo>
                <a:lnTo>
                  <a:pt x="316719" y="47193"/>
                </a:lnTo>
                <a:lnTo>
                  <a:pt x="316043" y="47345"/>
                </a:lnTo>
                <a:lnTo>
                  <a:pt x="315373" y="47512"/>
                </a:lnTo>
                <a:lnTo>
                  <a:pt x="314710" y="47693"/>
                </a:lnTo>
                <a:lnTo>
                  <a:pt x="314054" y="47889"/>
                </a:lnTo>
                <a:lnTo>
                  <a:pt x="313405" y="48099"/>
                </a:lnTo>
                <a:lnTo>
                  <a:pt x="312763" y="48323"/>
                </a:lnTo>
                <a:lnTo>
                  <a:pt x="312127" y="48563"/>
                </a:lnTo>
                <a:lnTo>
                  <a:pt x="311499" y="48816"/>
                </a:lnTo>
                <a:lnTo>
                  <a:pt x="310877" y="49084"/>
                </a:lnTo>
                <a:lnTo>
                  <a:pt x="310262" y="49367"/>
                </a:lnTo>
                <a:lnTo>
                  <a:pt x="309653" y="49664"/>
                </a:lnTo>
                <a:lnTo>
                  <a:pt x="309052" y="49976"/>
                </a:lnTo>
                <a:lnTo>
                  <a:pt x="308458" y="50302"/>
                </a:lnTo>
                <a:lnTo>
                  <a:pt x="307870" y="50643"/>
                </a:lnTo>
                <a:lnTo>
                  <a:pt x="307291" y="50996"/>
                </a:lnTo>
                <a:lnTo>
                  <a:pt x="306724" y="51361"/>
                </a:lnTo>
                <a:lnTo>
                  <a:pt x="306168" y="51737"/>
                </a:lnTo>
                <a:lnTo>
                  <a:pt x="305623" y="52124"/>
                </a:lnTo>
                <a:lnTo>
                  <a:pt x="305090" y="52522"/>
                </a:lnTo>
                <a:lnTo>
                  <a:pt x="304567" y="52932"/>
                </a:lnTo>
                <a:lnTo>
                  <a:pt x="304056" y="53353"/>
                </a:lnTo>
                <a:lnTo>
                  <a:pt x="303556" y="53785"/>
                </a:lnTo>
                <a:lnTo>
                  <a:pt x="303067" y="54228"/>
                </a:lnTo>
                <a:lnTo>
                  <a:pt x="302590" y="54682"/>
                </a:lnTo>
                <a:lnTo>
                  <a:pt x="302123" y="55148"/>
                </a:lnTo>
                <a:lnTo>
                  <a:pt x="301668" y="55625"/>
                </a:lnTo>
                <a:lnTo>
                  <a:pt x="301224" y="56113"/>
                </a:lnTo>
                <a:lnTo>
                  <a:pt x="300791" y="56612"/>
                </a:lnTo>
                <a:lnTo>
                  <a:pt x="300370" y="57122"/>
                </a:lnTo>
                <a:lnTo>
                  <a:pt x="299960" y="57644"/>
                </a:lnTo>
                <a:lnTo>
                  <a:pt x="299560" y="58177"/>
                </a:lnTo>
                <a:lnTo>
                  <a:pt x="299173" y="58721"/>
                </a:lnTo>
                <a:lnTo>
                  <a:pt x="298796" y="59276"/>
                </a:lnTo>
                <a:lnTo>
                  <a:pt x="298430" y="59843"/>
                </a:lnTo>
                <a:lnTo>
                  <a:pt x="298076" y="60420"/>
                </a:lnTo>
                <a:lnTo>
                  <a:pt x="297733" y="61009"/>
                </a:lnTo>
                <a:lnTo>
                  <a:pt x="297401" y="61609"/>
                </a:lnTo>
                <a:lnTo>
                  <a:pt x="297080" y="62221"/>
                </a:lnTo>
                <a:lnTo>
                  <a:pt x="296451" y="48359"/>
                </a:lnTo>
                <a:lnTo>
                  <a:pt x="284481" y="48359"/>
                </a:lnTo>
                <a:lnTo>
                  <a:pt x="284481" y="127749"/>
                </a:lnTo>
                <a:lnTo>
                  <a:pt x="297712" y="127749"/>
                </a:lnTo>
                <a:lnTo>
                  <a:pt x="297712" y="85377"/>
                </a:lnTo>
                <a:lnTo>
                  <a:pt x="297718" y="84633"/>
                </a:lnTo>
                <a:lnTo>
                  <a:pt x="297734" y="83900"/>
                </a:lnTo>
                <a:close/>
                <a:moveTo>
                  <a:pt x="665068" y="83900"/>
                </a:moveTo>
                <a:lnTo>
                  <a:pt x="665095" y="83177"/>
                </a:lnTo>
                <a:lnTo>
                  <a:pt x="665132" y="82464"/>
                </a:lnTo>
                <a:lnTo>
                  <a:pt x="665180" y="81762"/>
                </a:lnTo>
                <a:lnTo>
                  <a:pt x="665239" y="81069"/>
                </a:lnTo>
                <a:lnTo>
                  <a:pt x="665308" y="80386"/>
                </a:lnTo>
                <a:lnTo>
                  <a:pt x="665388" y="79714"/>
                </a:lnTo>
                <a:lnTo>
                  <a:pt x="665479" y="79052"/>
                </a:lnTo>
                <a:lnTo>
                  <a:pt x="665580" y="78400"/>
                </a:lnTo>
                <a:lnTo>
                  <a:pt x="665692" y="77758"/>
                </a:lnTo>
                <a:lnTo>
                  <a:pt x="665814" y="77126"/>
                </a:lnTo>
                <a:lnTo>
                  <a:pt x="665948" y="76504"/>
                </a:lnTo>
                <a:lnTo>
                  <a:pt x="666091" y="75892"/>
                </a:lnTo>
                <a:lnTo>
                  <a:pt x="666246" y="75291"/>
                </a:lnTo>
                <a:lnTo>
                  <a:pt x="666411" y="74699"/>
                </a:lnTo>
                <a:lnTo>
                  <a:pt x="666587" y="74118"/>
                </a:lnTo>
                <a:lnTo>
                  <a:pt x="666773" y="73547"/>
                </a:lnTo>
                <a:lnTo>
                  <a:pt x="666971" y="72986"/>
                </a:lnTo>
                <a:lnTo>
                  <a:pt x="667178" y="72435"/>
                </a:lnTo>
                <a:lnTo>
                  <a:pt x="667397" y="71894"/>
                </a:lnTo>
                <a:lnTo>
                  <a:pt x="667626" y="71364"/>
                </a:lnTo>
                <a:lnTo>
                  <a:pt x="667866" y="70843"/>
                </a:lnTo>
                <a:lnTo>
                  <a:pt x="668116" y="70333"/>
                </a:lnTo>
                <a:lnTo>
                  <a:pt x="668376" y="69832"/>
                </a:lnTo>
                <a:lnTo>
                  <a:pt x="668643" y="69342"/>
                </a:lnTo>
                <a:lnTo>
                  <a:pt x="668917" y="68861"/>
                </a:lnTo>
                <a:lnTo>
                  <a:pt x="669199" y="68390"/>
                </a:lnTo>
                <a:lnTo>
                  <a:pt x="669489" y="67929"/>
                </a:lnTo>
                <a:lnTo>
                  <a:pt x="669785" y="67478"/>
                </a:lnTo>
                <a:lnTo>
                  <a:pt x="670089" y="67037"/>
                </a:lnTo>
                <a:lnTo>
                  <a:pt x="670400" y="66605"/>
                </a:lnTo>
                <a:lnTo>
                  <a:pt x="670719" y="66183"/>
                </a:lnTo>
                <a:lnTo>
                  <a:pt x="671045" y="65772"/>
                </a:lnTo>
                <a:lnTo>
                  <a:pt x="671379" y="65370"/>
                </a:lnTo>
                <a:lnTo>
                  <a:pt x="671720" y="64978"/>
                </a:lnTo>
                <a:lnTo>
                  <a:pt x="672068" y="64595"/>
                </a:lnTo>
                <a:lnTo>
                  <a:pt x="672424" y="64223"/>
                </a:lnTo>
                <a:lnTo>
                  <a:pt x="672787" y="63860"/>
                </a:lnTo>
                <a:lnTo>
                  <a:pt x="673157" y="63508"/>
                </a:lnTo>
                <a:lnTo>
                  <a:pt x="673535" y="63165"/>
                </a:lnTo>
                <a:lnTo>
                  <a:pt x="673920" y="62832"/>
                </a:lnTo>
                <a:lnTo>
                  <a:pt x="674313" y="62509"/>
                </a:lnTo>
                <a:lnTo>
                  <a:pt x="674713" y="62195"/>
                </a:lnTo>
                <a:lnTo>
                  <a:pt x="675120" y="61892"/>
                </a:lnTo>
                <a:lnTo>
                  <a:pt x="675535" y="61598"/>
                </a:lnTo>
                <a:lnTo>
                  <a:pt x="675957" y="61315"/>
                </a:lnTo>
                <a:lnTo>
                  <a:pt x="676387" y="61041"/>
                </a:lnTo>
                <a:lnTo>
                  <a:pt x="676823" y="60777"/>
                </a:lnTo>
                <a:lnTo>
                  <a:pt x="677263" y="60525"/>
                </a:lnTo>
                <a:lnTo>
                  <a:pt x="677709" y="60283"/>
                </a:lnTo>
                <a:lnTo>
                  <a:pt x="678159" y="60054"/>
                </a:lnTo>
                <a:lnTo>
                  <a:pt x="678615" y="59835"/>
                </a:lnTo>
                <a:lnTo>
                  <a:pt x="679075" y="59627"/>
                </a:lnTo>
                <a:lnTo>
                  <a:pt x="679540" y="59431"/>
                </a:lnTo>
                <a:lnTo>
                  <a:pt x="680010" y="59246"/>
                </a:lnTo>
                <a:lnTo>
                  <a:pt x="680485" y="59072"/>
                </a:lnTo>
                <a:lnTo>
                  <a:pt x="680965" y="58909"/>
                </a:lnTo>
                <a:lnTo>
                  <a:pt x="681450" y="58758"/>
                </a:lnTo>
                <a:lnTo>
                  <a:pt x="681940" y="58618"/>
                </a:lnTo>
                <a:lnTo>
                  <a:pt x="682434" y="58489"/>
                </a:lnTo>
                <a:lnTo>
                  <a:pt x="682934" y="58371"/>
                </a:lnTo>
                <a:lnTo>
                  <a:pt x="683439" y="58264"/>
                </a:lnTo>
                <a:lnTo>
                  <a:pt x="683948" y="58169"/>
                </a:lnTo>
                <a:lnTo>
                  <a:pt x="684462" y="58085"/>
                </a:lnTo>
                <a:lnTo>
                  <a:pt x="684982" y="58012"/>
                </a:lnTo>
                <a:lnTo>
                  <a:pt x="685506" y="57950"/>
                </a:lnTo>
                <a:lnTo>
                  <a:pt x="686035" y="57900"/>
                </a:lnTo>
                <a:lnTo>
                  <a:pt x="686569" y="57861"/>
                </a:lnTo>
                <a:lnTo>
                  <a:pt x="687108" y="57833"/>
                </a:lnTo>
                <a:lnTo>
                  <a:pt x="687652" y="57816"/>
                </a:lnTo>
                <a:lnTo>
                  <a:pt x="688200" y="57810"/>
                </a:lnTo>
                <a:lnTo>
                  <a:pt x="688994" y="57821"/>
                </a:lnTo>
                <a:lnTo>
                  <a:pt x="689772" y="57852"/>
                </a:lnTo>
                <a:lnTo>
                  <a:pt x="690535" y="57904"/>
                </a:lnTo>
                <a:lnTo>
                  <a:pt x="691283" y="57977"/>
                </a:lnTo>
                <a:lnTo>
                  <a:pt x="692016" y="58070"/>
                </a:lnTo>
                <a:lnTo>
                  <a:pt x="692734" y="58184"/>
                </a:lnTo>
                <a:lnTo>
                  <a:pt x="693437" y="58320"/>
                </a:lnTo>
                <a:lnTo>
                  <a:pt x="694125" y="58475"/>
                </a:lnTo>
                <a:lnTo>
                  <a:pt x="694798" y="58652"/>
                </a:lnTo>
                <a:lnTo>
                  <a:pt x="695456" y="58850"/>
                </a:lnTo>
                <a:lnTo>
                  <a:pt x="696099" y="59068"/>
                </a:lnTo>
                <a:lnTo>
                  <a:pt x="696726" y="59307"/>
                </a:lnTo>
                <a:lnTo>
                  <a:pt x="697339" y="59567"/>
                </a:lnTo>
                <a:lnTo>
                  <a:pt x="697937" y="59848"/>
                </a:lnTo>
                <a:lnTo>
                  <a:pt x="698519" y="60149"/>
                </a:lnTo>
                <a:lnTo>
                  <a:pt x="699087" y="60471"/>
                </a:lnTo>
                <a:lnTo>
                  <a:pt x="699639" y="60814"/>
                </a:lnTo>
                <a:lnTo>
                  <a:pt x="700177" y="61178"/>
                </a:lnTo>
                <a:lnTo>
                  <a:pt x="700699" y="61563"/>
                </a:lnTo>
                <a:lnTo>
                  <a:pt x="701207" y="61968"/>
                </a:lnTo>
                <a:lnTo>
                  <a:pt x="701699" y="62394"/>
                </a:lnTo>
                <a:lnTo>
                  <a:pt x="702176" y="62841"/>
                </a:lnTo>
                <a:lnTo>
                  <a:pt x="702638" y="63309"/>
                </a:lnTo>
                <a:lnTo>
                  <a:pt x="703086" y="63797"/>
                </a:lnTo>
                <a:lnTo>
                  <a:pt x="703516" y="64307"/>
                </a:lnTo>
                <a:lnTo>
                  <a:pt x="703929" y="64836"/>
                </a:lnTo>
                <a:lnTo>
                  <a:pt x="704323" y="65387"/>
                </a:lnTo>
                <a:lnTo>
                  <a:pt x="704698" y="65959"/>
                </a:lnTo>
                <a:lnTo>
                  <a:pt x="705056" y="66551"/>
                </a:lnTo>
                <a:lnTo>
                  <a:pt x="705395" y="67164"/>
                </a:lnTo>
                <a:lnTo>
                  <a:pt x="705716" y="67798"/>
                </a:lnTo>
                <a:lnTo>
                  <a:pt x="706018" y="68452"/>
                </a:lnTo>
                <a:lnTo>
                  <a:pt x="706302" y="69128"/>
                </a:lnTo>
                <a:lnTo>
                  <a:pt x="706568" y="69824"/>
                </a:lnTo>
                <a:lnTo>
                  <a:pt x="706815" y="70541"/>
                </a:lnTo>
                <a:lnTo>
                  <a:pt x="707044" y="71279"/>
                </a:lnTo>
                <a:lnTo>
                  <a:pt x="707255" y="72037"/>
                </a:lnTo>
                <a:lnTo>
                  <a:pt x="707447" y="72816"/>
                </a:lnTo>
                <a:lnTo>
                  <a:pt x="707622" y="73616"/>
                </a:lnTo>
                <a:lnTo>
                  <a:pt x="707777" y="74437"/>
                </a:lnTo>
                <a:lnTo>
                  <a:pt x="707915" y="75279"/>
                </a:lnTo>
                <a:lnTo>
                  <a:pt x="708034" y="76141"/>
                </a:lnTo>
                <a:lnTo>
                  <a:pt x="708135" y="77024"/>
                </a:lnTo>
                <a:lnTo>
                  <a:pt x="708217" y="77928"/>
                </a:lnTo>
                <a:lnTo>
                  <a:pt x="708281" y="78853"/>
                </a:lnTo>
                <a:lnTo>
                  <a:pt x="708327" y="79799"/>
                </a:lnTo>
                <a:lnTo>
                  <a:pt x="708355" y="80765"/>
                </a:lnTo>
                <a:lnTo>
                  <a:pt x="708364" y="81752"/>
                </a:lnTo>
                <a:lnTo>
                  <a:pt x="708364" y="127749"/>
                </a:lnTo>
                <a:lnTo>
                  <a:pt x="721595" y="127749"/>
                </a:lnTo>
                <a:lnTo>
                  <a:pt x="721595" y="80336"/>
                </a:lnTo>
                <a:lnTo>
                  <a:pt x="721589" y="79385"/>
                </a:lnTo>
                <a:lnTo>
                  <a:pt x="721569" y="78448"/>
                </a:lnTo>
                <a:lnTo>
                  <a:pt x="721536" y="77524"/>
                </a:lnTo>
                <a:lnTo>
                  <a:pt x="721490" y="76615"/>
                </a:lnTo>
                <a:lnTo>
                  <a:pt x="721431" y="75720"/>
                </a:lnTo>
                <a:lnTo>
                  <a:pt x="721359" y="74838"/>
                </a:lnTo>
                <a:lnTo>
                  <a:pt x="721274" y="73970"/>
                </a:lnTo>
                <a:lnTo>
                  <a:pt x="721175" y="73117"/>
                </a:lnTo>
                <a:lnTo>
                  <a:pt x="721064" y="72277"/>
                </a:lnTo>
                <a:lnTo>
                  <a:pt x="720939" y="71451"/>
                </a:lnTo>
                <a:lnTo>
                  <a:pt x="720801" y="70640"/>
                </a:lnTo>
                <a:lnTo>
                  <a:pt x="720650" y="69842"/>
                </a:lnTo>
                <a:lnTo>
                  <a:pt x="720486" y="69058"/>
                </a:lnTo>
                <a:lnTo>
                  <a:pt x="720309" y="68288"/>
                </a:lnTo>
                <a:lnTo>
                  <a:pt x="720118" y="67532"/>
                </a:lnTo>
                <a:lnTo>
                  <a:pt x="719915" y="66790"/>
                </a:lnTo>
                <a:lnTo>
                  <a:pt x="719698" y="66062"/>
                </a:lnTo>
                <a:lnTo>
                  <a:pt x="719469" y="65348"/>
                </a:lnTo>
                <a:lnTo>
                  <a:pt x="719226" y="64647"/>
                </a:lnTo>
                <a:lnTo>
                  <a:pt x="718970" y="63961"/>
                </a:lnTo>
                <a:lnTo>
                  <a:pt x="718701" y="63289"/>
                </a:lnTo>
                <a:lnTo>
                  <a:pt x="718418" y="62630"/>
                </a:lnTo>
                <a:lnTo>
                  <a:pt x="718123" y="61986"/>
                </a:lnTo>
                <a:lnTo>
                  <a:pt x="717815" y="61355"/>
                </a:lnTo>
                <a:lnTo>
                  <a:pt x="717494" y="60738"/>
                </a:lnTo>
                <a:lnTo>
                  <a:pt x="717164" y="60135"/>
                </a:lnTo>
                <a:lnTo>
                  <a:pt x="716823" y="59544"/>
                </a:lnTo>
                <a:lnTo>
                  <a:pt x="716471" y="58966"/>
                </a:lnTo>
                <a:lnTo>
                  <a:pt x="716109" y="58402"/>
                </a:lnTo>
                <a:lnTo>
                  <a:pt x="715737" y="57851"/>
                </a:lnTo>
                <a:lnTo>
                  <a:pt x="715355" y="57312"/>
                </a:lnTo>
                <a:lnTo>
                  <a:pt x="714962" y="56787"/>
                </a:lnTo>
                <a:lnTo>
                  <a:pt x="714558" y="56275"/>
                </a:lnTo>
                <a:lnTo>
                  <a:pt x="714144" y="55777"/>
                </a:lnTo>
                <a:lnTo>
                  <a:pt x="713720" y="55291"/>
                </a:lnTo>
                <a:lnTo>
                  <a:pt x="713286" y="54818"/>
                </a:lnTo>
                <a:lnTo>
                  <a:pt x="712841" y="54359"/>
                </a:lnTo>
                <a:lnTo>
                  <a:pt x="712385" y="53913"/>
                </a:lnTo>
                <a:lnTo>
                  <a:pt x="711920" y="53480"/>
                </a:lnTo>
                <a:lnTo>
                  <a:pt x="711444" y="53059"/>
                </a:lnTo>
                <a:lnTo>
                  <a:pt x="710957" y="52653"/>
                </a:lnTo>
                <a:lnTo>
                  <a:pt x="710460" y="52259"/>
                </a:lnTo>
                <a:lnTo>
                  <a:pt x="709953" y="51878"/>
                </a:lnTo>
                <a:lnTo>
                  <a:pt x="709435" y="51511"/>
                </a:lnTo>
                <a:lnTo>
                  <a:pt x="708907" y="51156"/>
                </a:lnTo>
                <a:lnTo>
                  <a:pt x="708369" y="50815"/>
                </a:lnTo>
                <a:lnTo>
                  <a:pt x="707820" y="50487"/>
                </a:lnTo>
                <a:lnTo>
                  <a:pt x="707261" y="50172"/>
                </a:lnTo>
                <a:lnTo>
                  <a:pt x="706692" y="49870"/>
                </a:lnTo>
                <a:lnTo>
                  <a:pt x="706114" y="49580"/>
                </a:lnTo>
                <a:lnTo>
                  <a:pt x="705528" y="49304"/>
                </a:lnTo>
                <a:lnTo>
                  <a:pt x="704933" y="49040"/>
                </a:lnTo>
                <a:lnTo>
                  <a:pt x="704329" y="48789"/>
                </a:lnTo>
                <a:lnTo>
                  <a:pt x="703717" y="48551"/>
                </a:lnTo>
                <a:lnTo>
                  <a:pt x="703095" y="48326"/>
                </a:lnTo>
                <a:lnTo>
                  <a:pt x="702465" y="48114"/>
                </a:lnTo>
                <a:lnTo>
                  <a:pt x="701826" y="47915"/>
                </a:lnTo>
                <a:lnTo>
                  <a:pt x="701179" y="47728"/>
                </a:lnTo>
                <a:lnTo>
                  <a:pt x="700523" y="47555"/>
                </a:lnTo>
                <a:lnTo>
                  <a:pt x="699858" y="47394"/>
                </a:lnTo>
                <a:lnTo>
                  <a:pt x="699184" y="47246"/>
                </a:lnTo>
                <a:lnTo>
                  <a:pt x="698501" y="47111"/>
                </a:lnTo>
                <a:lnTo>
                  <a:pt x="697810" y="46989"/>
                </a:lnTo>
                <a:lnTo>
                  <a:pt x="697110" y="46879"/>
                </a:lnTo>
                <a:lnTo>
                  <a:pt x="696401" y="46783"/>
                </a:lnTo>
                <a:lnTo>
                  <a:pt x="695684" y="46699"/>
                </a:lnTo>
                <a:lnTo>
                  <a:pt x="694958" y="46629"/>
                </a:lnTo>
                <a:lnTo>
                  <a:pt x="694223" y="46571"/>
                </a:lnTo>
                <a:lnTo>
                  <a:pt x="693479" y="46526"/>
                </a:lnTo>
                <a:lnTo>
                  <a:pt x="692726" y="46494"/>
                </a:lnTo>
                <a:lnTo>
                  <a:pt x="691965" y="46474"/>
                </a:lnTo>
                <a:lnTo>
                  <a:pt x="691195" y="46468"/>
                </a:lnTo>
                <a:lnTo>
                  <a:pt x="690450" y="46475"/>
                </a:lnTo>
                <a:lnTo>
                  <a:pt x="689712" y="46497"/>
                </a:lnTo>
                <a:lnTo>
                  <a:pt x="688981" y="46533"/>
                </a:lnTo>
                <a:lnTo>
                  <a:pt x="688257" y="46584"/>
                </a:lnTo>
                <a:lnTo>
                  <a:pt x="687539" y="46649"/>
                </a:lnTo>
                <a:lnTo>
                  <a:pt x="686828" y="46729"/>
                </a:lnTo>
                <a:lnTo>
                  <a:pt x="686125" y="46823"/>
                </a:lnTo>
                <a:lnTo>
                  <a:pt x="685427" y="46932"/>
                </a:lnTo>
                <a:lnTo>
                  <a:pt x="684737" y="47055"/>
                </a:lnTo>
                <a:lnTo>
                  <a:pt x="684054" y="47193"/>
                </a:lnTo>
                <a:lnTo>
                  <a:pt x="683377" y="47345"/>
                </a:lnTo>
                <a:lnTo>
                  <a:pt x="682708" y="47512"/>
                </a:lnTo>
                <a:lnTo>
                  <a:pt x="682045" y="47693"/>
                </a:lnTo>
                <a:lnTo>
                  <a:pt x="681389" y="47889"/>
                </a:lnTo>
                <a:lnTo>
                  <a:pt x="680740" y="48099"/>
                </a:lnTo>
                <a:lnTo>
                  <a:pt x="680097" y="48323"/>
                </a:lnTo>
                <a:lnTo>
                  <a:pt x="679462" y="48563"/>
                </a:lnTo>
                <a:lnTo>
                  <a:pt x="678833" y="48816"/>
                </a:lnTo>
                <a:lnTo>
                  <a:pt x="678211" y="49084"/>
                </a:lnTo>
                <a:lnTo>
                  <a:pt x="677596" y="49367"/>
                </a:lnTo>
                <a:lnTo>
                  <a:pt x="676988" y="49664"/>
                </a:lnTo>
                <a:lnTo>
                  <a:pt x="676387" y="49976"/>
                </a:lnTo>
                <a:lnTo>
                  <a:pt x="675792" y="50302"/>
                </a:lnTo>
                <a:lnTo>
                  <a:pt x="675204" y="50643"/>
                </a:lnTo>
                <a:lnTo>
                  <a:pt x="674626" y="50996"/>
                </a:lnTo>
                <a:lnTo>
                  <a:pt x="674059" y="51361"/>
                </a:lnTo>
                <a:lnTo>
                  <a:pt x="673503" y="51737"/>
                </a:lnTo>
                <a:lnTo>
                  <a:pt x="672958" y="52124"/>
                </a:lnTo>
                <a:lnTo>
                  <a:pt x="672424" y="52522"/>
                </a:lnTo>
                <a:lnTo>
                  <a:pt x="671902" y="52932"/>
                </a:lnTo>
                <a:lnTo>
                  <a:pt x="671391" y="53353"/>
                </a:lnTo>
                <a:lnTo>
                  <a:pt x="670891" y="53785"/>
                </a:lnTo>
                <a:lnTo>
                  <a:pt x="670402" y="54228"/>
                </a:lnTo>
                <a:lnTo>
                  <a:pt x="669924" y="54682"/>
                </a:lnTo>
                <a:lnTo>
                  <a:pt x="669458" y="55148"/>
                </a:lnTo>
                <a:lnTo>
                  <a:pt x="669003" y="55625"/>
                </a:lnTo>
                <a:lnTo>
                  <a:pt x="668559" y="56113"/>
                </a:lnTo>
                <a:lnTo>
                  <a:pt x="668126" y="56612"/>
                </a:lnTo>
                <a:lnTo>
                  <a:pt x="667704" y="57122"/>
                </a:lnTo>
                <a:lnTo>
                  <a:pt x="667294" y="57644"/>
                </a:lnTo>
                <a:lnTo>
                  <a:pt x="666895" y="58177"/>
                </a:lnTo>
                <a:lnTo>
                  <a:pt x="666507" y="58721"/>
                </a:lnTo>
                <a:lnTo>
                  <a:pt x="666130" y="59276"/>
                </a:lnTo>
                <a:lnTo>
                  <a:pt x="665765" y="59843"/>
                </a:lnTo>
                <a:lnTo>
                  <a:pt x="665410" y="60420"/>
                </a:lnTo>
                <a:lnTo>
                  <a:pt x="665067" y="61009"/>
                </a:lnTo>
                <a:lnTo>
                  <a:pt x="664736" y="61609"/>
                </a:lnTo>
                <a:lnTo>
                  <a:pt x="664415" y="62221"/>
                </a:lnTo>
                <a:lnTo>
                  <a:pt x="663785" y="48359"/>
                </a:lnTo>
                <a:lnTo>
                  <a:pt x="651815" y="48359"/>
                </a:lnTo>
                <a:lnTo>
                  <a:pt x="651815" y="127749"/>
                </a:lnTo>
                <a:lnTo>
                  <a:pt x="665047" y="127749"/>
                </a:lnTo>
                <a:lnTo>
                  <a:pt x="665047" y="85377"/>
                </a:lnTo>
                <a:lnTo>
                  <a:pt x="665052" y="84633"/>
                </a:lnTo>
                <a:lnTo>
                  <a:pt x="665068" y="83900"/>
                </a:lnTo>
                <a:close/>
                <a:moveTo>
                  <a:pt x="231128" y="129416"/>
                </a:moveTo>
                <a:lnTo>
                  <a:pt x="232025" y="129318"/>
                </a:lnTo>
                <a:lnTo>
                  <a:pt x="232913" y="129203"/>
                </a:lnTo>
                <a:lnTo>
                  <a:pt x="233793" y="129069"/>
                </a:lnTo>
                <a:lnTo>
                  <a:pt x="234664" y="128918"/>
                </a:lnTo>
                <a:lnTo>
                  <a:pt x="235526" y="128750"/>
                </a:lnTo>
                <a:lnTo>
                  <a:pt x="236379" y="128563"/>
                </a:lnTo>
                <a:lnTo>
                  <a:pt x="237223" y="128359"/>
                </a:lnTo>
                <a:lnTo>
                  <a:pt x="238059" y="128137"/>
                </a:lnTo>
                <a:lnTo>
                  <a:pt x="238886" y="127897"/>
                </a:lnTo>
                <a:lnTo>
                  <a:pt x="239704" y="127639"/>
                </a:lnTo>
                <a:lnTo>
                  <a:pt x="240514" y="127364"/>
                </a:lnTo>
                <a:lnTo>
                  <a:pt x="241315" y="127070"/>
                </a:lnTo>
                <a:lnTo>
                  <a:pt x="242107" y="126760"/>
                </a:lnTo>
                <a:lnTo>
                  <a:pt x="242890" y="126431"/>
                </a:lnTo>
                <a:lnTo>
                  <a:pt x="243664" y="126084"/>
                </a:lnTo>
                <a:lnTo>
                  <a:pt x="244430" y="125720"/>
                </a:lnTo>
                <a:lnTo>
                  <a:pt x="245187" y="125338"/>
                </a:lnTo>
                <a:lnTo>
                  <a:pt x="245935" y="124938"/>
                </a:lnTo>
                <a:lnTo>
                  <a:pt x="246675" y="124521"/>
                </a:lnTo>
                <a:lnTo>
                  <a:pt x="247404" y="124087"/>
                </a:lnTo>
                <a:lnTo>
                  <a:pt x="248120" y="123638"/>
                </a:lnTo>
                <a:lnTo>
                  <a:pt x="248823" y="123174"/>
                </a:lnTo>
                <a:lnTo>
                  <a:pt x="249514" y="122696"/>
                </a:lnTo>
                <a:lnTo>
                  <a:pt x="250193" y="122203"/>
                </a:lnTo>
                <a:lnTo>
                  <a:pt x="250859" y="121695"/>
                </a:lnTo>
                <a:lnTo>
                  <a:pt x="251512" y="121173"/>
                </a:lnTo>
                <a:lnTo>
                  <a:pt x="252153" y="120635"/>
                </a:lnTo>
                <a:lnTo>
                  <a:pt x="252781" y="120083"/>
                </a:lnTo>
                <a:lnTo>
                  <a:pt x="253396" y="119516"/>
                </a:lnTo>
                <a:lnTo>
                  <a:pt x="253999" y="118935"/>
                </a:lnTo>
                <a:lnTo>
                  <a:pt x="254590" y="118338"/>
                </a:lnTo>
                <a:lnTo>
                  <a:pt x="255167" y="117727"/>
                </a:lnTo>
                <a:lnTo>
                  <a:pt x="255733" y="117101"/>
                </a:lnTo>
                <a:lnTo>
                  <a:pt x="256285" y="116460"/>
                </a:lnTo>
                <a:lnTo>
                  <a:pt x="256825" y="115805"/>
                </a:lnTo>
                <a:lnTo>
                  <a:pt x="257353" y="115135"/>
                </a:lnTo>
                <a:lnTo>
                  <a:pt x="257867" y="114450"/>
                </a:lnTo>
                <a:lnTo>
                  <a:pt x="258370" y="113750"/>
                </a:lnTo>
                <a:lnTo>
                  <a:pt x="258859" y="113035"/>
                </a:lnTo>
                <a:lnTo>
                  <a:pt x="259336" y="112306"/>
                </a:lnTo>
                <a:lnTo>
                  <a:pt x="259801" y="111562"/>
                </a:lnTo>
                <a:lnTo>
                  <a:pt x="260253" y="110803"/>
                </a:lnTo>
                <a:lnTo>
                  <a:pt x="260692" y="110030"/>
                </a:lnTo>
                <a:lnTo>
                  <a:pt x="261116" y="109243"/>
                </a:lnTo>
                <a:lnTo>
                  <a:pt x="261523" y="108445"/>
                </a:lnTo>
                <a:lnTo>
                  <a:pt x="261911" y="107636"/>
                </a:lnTo>
                <a:lnTo>
                  <a:pt x="262281" y="106815"/>
                </a:lnTo>
                <a:lnTo>
                  <a:pt x="262633" y="105984"/>
                </a:lnTo>
                <a:lnTo>
                  <a:pt x="262967" y="105141"/>
                </a:lnTo>
                <a:lnTo>
                  <a:pt x="263283" y="104287"/>
                </a:lnTo>
                <a:lnTo>
                  <a:pt x="263581" y="103422"/>
                </a:lnTo>
                <a:lnTo>
                  <a:pt x="263860" y="102545"/>
                </a:lnTo>
                <a:lnTo>
                  <a:pt x="264122" y="101658"/>
                </a:lnTo>
                <a:lnTo>
                  <a:pt x="264366" y="100759"/>
                </a:lnTo>
                <a:lnTo>
                  <a:pt x="264591" y="99849"/>
                </a:lnTo>
                <a:lnTo>
                  <a:pt x="264799" y="98928"/>
                </a:lnTo>
                <a:lnTo>
                  <a:pt x="264989" y="97995"/>
                </a:lnTo>
                <a:lnTo>
                  <a:pt x="265160" y="97052"/>
                </a:lnTo>
                <a:lnTo>
                  <a:pt x="265313" y="96097"/>
                </a:lnTo>
                <a:lnTo>
                  <a:pt x="265449" y="95131"/>
                </a:lnTo>
                <a:lnTo>
                  <a:pt x="265566" y="94153"/>
                </a:lnTo>
                <a:lnTo>
                  <a:pt x="265665" y="93165"/>
                </a:lnTo>
                <a:lnTo>
                  <a:pt x="265747" y="92165"/>
                </a:lnTo>
                <a:lnTo>
                  <a:pt x="265810" y="91154"/>
                </a:lnTo>
                <a:lnTo>
                  <a:pt x="265855" y="90132"/>
                </a:lnTo>
                <a:lnTo>
                  <a:pt x="265882" y="89099"/>
                </a:lnTo>
                <a:lnTo>
                  <a:pt x="265891" y="88054"/>
                </a:lnTo>
                <a:lnTo>
                  <a:pt x="265882" y="87010"/>
                </a:lnTo>
                <a:lnTo>
                  <a:pt x="265856" y="85976"/>
                </a:lnTo>
                <a:lnTo>
                  <a:pt x="265811" y="84954"/>
                </a:lnTo>
                <a:lnTo>
                  <a:pt x="265749" y="83943"/>
                </a:lnTo>
                <a:lnTo>
                  <a:pt x="265669" y="82944"/>
                </a:lnTo>
                <a:lnTo>
                  <a:pt x="265571" y="81955"/>
                </a:lnTo>
                <a:lnTo>
                  <a:pt x="265456" y="80978"/>
                </a:lnTo>
                <a:lnTo>
                  <a:pt x="265322" y="80012"/>
                </a:lnTo>
                <a:lnTo>
                  <a:pt x="265171" y="79057"/>
                </a:lnTo>
                <a:lnTo>
                  <a:pt x="265002" y="78113"/>
                </a:lnTo>
                <a:lnTo>
                  <a:pt x="264816" y="77181"/>
                </a:lnTo>
                <a:lnTo>
                  <a:pt x="264611" y="76260"/>
                </a:lnTo>
                <a:lnTo>
                  <a:pt x="264389" y="75350"/>
                </a:lnTo>
                <a:lnTo>
                  <a:pt x="264149" y="74451"/>
                </a:lnTo>
                <a:lnTo>
                  <a:pt x="263891" y="73564"/>
                </a:lnTo>
                <a:lnTo>
                  <a:pt x="263616" y="72687"/>
                </a:lnTo>
                <a:lnTo>
                  <a:pt x="263322" y="71822"/>
                </a:lnTo>
                <a:lnTo>
                  <a:pt x="263011" y="70968"/>
                </a:lnTo>
                <a:lnTo>
                  <a:pt x="262683" y="70126"/>
                </a:lnTo>
                <a:lnTo>
                  <a:pt x="262336" y="69294"/>
                </a:lnTo>
                <a:lnTo>
                  <a:pt x="261971" y="68474"/>
                </a:lnTo>
                <a:lnTo>
                  <a:pt x="261589" y="67665"/>
                </a:lnTo>
                <a:lnTo>
                  <a:pt x="261189" y="66867"/>
                </a:lnTo>
                <a:lnTo>
                  <a:pt x="260772" y="66081"/>
                </a:lnTo>
                <a:lnTo>
                  <a:pt x="260339" y="65307"/>
                </a:lnTo>
                <a:lnTo>
                  <a:pt x="259893" y="64548"/>
                </a:lnTo>
                <a:lnTo>
                  <a:pt x="259435" y="63804"/>
                </a:lnTo>
                <a:lnTo>
                  <a:pt x="258964" y="63074"/>
                </a:lnTo>
                <a:lnTo>
                  <a:pt x="258481" y="62360"/>
                </a:lnTo>
                <a:lnTo>
                  <a:pt x="257985" y="61660"/>
                </a:lnTo>
                <a:lnTo>
                  <a:pt x="257477" y="60975"/>
                </a:lnTo>
                <a:lnTo>
                  <a:pt x="256956" y="60304"/>
                </a:lnTo>
                <a:lnTo>
                  <a:pt x="256423" y="59649"/>
                </a:lnTo>
                <a:lnTo>
                  <a:pt x="255876" y="59008"/>
                </a:lnTo>
                <a:lnTo>
                  <a:pt x="255318" y="58382"/>
                </a:lnTo>
                <a:lnTo>
                  <a:pt x="254746" y="57771"/>
                </a:lnTo>
                <a:lnTo>
                  <a:pt x="254163" y="57174"/>
                </a:lnTo>
                <a:lnTo>
                  <a:pt x="253566" y="56592"/>
                </a:lnTo>
                <a:lnTo>
                  <a:pt x="252957" y="56025"/>
                </a:lnTo>
                <a:lnTo>
                  <a:pt x="252336" y="55473"/>
                </a:lnTo>
                <a:lnTo>
                  <a:pt x="251701" y="54936"/>
                </a:lnTo>
                <a:lnTo>
                  <a:pt x="251055" y="54413"/>
                </a:lnTo>
                <a:lnTo>
                  <a:pt x="250395" y="53905"/>
                </a:lnTo>
                <a:lnTo>
                  <a:pt x="249724" y="53412"/>
                </a:lnTo>
                <a:lnTo>
                  <a:pt x="249039" y="52934"/>
                </a:lnTo>
                <a:lnTo>
                  <a:pt x="248342" y="52470"/>
                </a:lnTo>
                <a:lnTo>
                  <a:pt x="247632" y="52021"/>
                </a:lnTo>
                <a:lnTo>
                  <a:pt x="246910" y="51587"/>
                </a:lnTo>
                <a:lnTo>
                  <a:pt x="246177" y="51170"/>
                </a:lnTo>
                <a:lnTo>
                  <a:pt x="245435" y="50770"/>
                </a:lnTo>
                <a:lnTo>
                  <a:pt x="244684" y="50388"/>
                </a:lnTo>
                <a:lnTo>
                  <a:pt x="243924" y="50023"/>
                </a:lnTo>
                <a:lnTo>
                  <a:pt x="243155" y="49676"/>
                </a:lnTo>
                <a:lnTo>
                  <a:pt x="242377" y="49348"/>
                </a:lnTo>
                <a:lnTo>
                  <a:pt x="241590" y="49037"/>
                </a:lnTo>
                <a:lnTo>
                  <a:pt x="240794" y="48743"/>
                </a:lnTo>
                <a:lnTo>
                  <a:pt x="239988" y="48468"/>
                </a:lnTo>
                <a:lnTo>
                  <a:pt x="239174" y="48210"/>
                </a:lnTo>
                <a:lnTo>
                  <a:pt x="238351" y="47970"/>
                </a:lnTo>
                <a:lnTo>
                  <a:pt x="237518" y="47748"/>
                </a:lnTo>
                <a:lnTo>
                  <a:pt x="236677" y="47543"/>
                </a:lnTo>
                <a:lnTo>
                  <a:pt x="235827" y="47357"/>
                </a:lnTo>
                <a:lnTo>
                  <a:pt x="234967" y="47188"/>
                </a:lnTo>
                <a:lnTo>
                  <a:pt x="234099" y="47037"/>
                </a:lnTo>
                <a:lnTo>
                  <a:pt x="233221" y="46903"/>
                </a:lnTo>
                <a:lnTo>
                  <a:pt x="232335" y="46788"/>
                </a:lnTo>
                <a:lnTo>
                  <a:pt x="231439" y="46690"/>
                </a:lnTo>
                <a:lnTo>
                  <a:pt x="230535" y="46610"/>
                </a:lnTo>
                <a:lnTo>
                  <a:pt x="229621" y="46548"/>
                </a:lnTo>
                <a:lnTo>
                  <a:pt x="228699" y="46503"/>
                </a:lnTo>
                <a:lnTo>
                  <a:pt x="227767" y="46477"/>
                </a:lnTo>
                <a:lnTo>
                  <a:pt x="226826" y="46468"/>
                </a:lnTo>
                <a:lnTo>
                  <a:pt x="225911" y="46477"/>
                </a:lnTo>
                <a:lnTo>
                  <a:pt x="225003" y="46503"/>
                </a:lnTo>
                <a:lnTo>
                  <a:pt x="224103" y="46548"/>
                </a:lnTo>
                <a:lnTo>
                  <a:pt x="223210" y="46610"/>
                </a:lnTo>
                <a:lnTo>
                  <a:pt x="222325" y="46690"/>
                </a:lnTo>
                <a:lnTo>
                  <a:pt x="221446" y="46788"/>
                </a:lnTo>
                <a:lnTo>
                  <a:pt x="220576" y="46903"/>
                </a:lnTo>
                <a:lnTo>
                  <a:pt x="219712" y="47037"/>
                </a:lnTo>
                <a:lnTo>
                  <a:pt x="218856" y="47188"/>
                </a:lnTo>
                <a:lnTo>
                  <a:pt x="218008" y="47357"/>
                </a:lnTo>
                <a:lnTo>
                  <a:pt x="217166" y="47543"/>
                </a:lnTo>
                <a:lnTo>
                  <a:pt x="216332" y="47748"/>
                </a:lnTo>
                <a:lnTo>
                  <a:pt x="215506" y="47970"/>
                </a:lnTo>
                <a:lnTo>
                  <a:pt x="214687" y="48210"/>
                </a:lnTo>
                <a:lnTo>
                  <a:pt x="213875" y="48468"/>
                </a:lnTo>
                <a:lnTo>
                  <a:pt x="213070" y="48743"/>
                </a:lnTo>
                <a:lnTo>
                  <a:pt x="212273" y="49037"/>
                </a:lnTo>
                <a:lnTo>
                  <a:pt x="211484" y="49348"/>
                </a:lnTo>
                <a:lnTo>
                  <a:pt x="210701" y="49676"/>
                </a:lnTo>
                <a:lnTo>
                  <a:pt x="209927" y="50023"/>
                </a:lnTo>
                <a:lnTo>
                  <a:pt x="209159" y="50388"/>
                </a:lnTo>
                <a:lnTo>
                  <a:pt x="208399" y="50770"/>
                </a:lnTo>
                <a:lnTo>
                  <a:pt x="207646" y="51170"/>
                </a:lnTo>
                <a:lnTo>
                  <a:pt x="206901" y="51587"/>
                </a:lnTo>
                <a:lnTo>
                  <a:pt x="206166" y="52021"/>
                </a:lnTo>
                <a:lnTo>
                  <a:pt x="205444" y="52470"/>
                </a:lnTo>
                <a:lnTo>
                  <a:pt x="204735" y="52934"/>
                </a:lnTo>
                <a:lnTo>
                  <a:pt x="204039" y="53412"/>
                </a:lnTo>
                <a:lnTo>
                  <a:pt x="203356" y="53905"/>
                </a:lnTo>
                <a:lnTo>
                  <a:pt x="202687" y="54413"/>
                </a:lnTo>
                <a:lnTo>
                  <a:pt x="202031" y="54936"/>
                </a:lnTo>
                <a:lnTo>
                  <a:pt x="201387" y="55473"/>
                </a:lnTo>
                <a:lnTo>
                  <a:pt x="200757" y="56025"/>
                </a:lnTo>
                <a:lnTo>
                  <a:pt x="200140" y="56592"/>
                </a:lnTo>
                <a:lnTo>
                  <a:pt x="199536" y="57174"/>
                </a:lnTo>
                <a:lnTo>
                  <a:pt x="198946" y="57771"/>
                </a:lnTo>
                <a:lnTo>
                  <a:pt x="198368" y="58382"/>
                </a:lnTo>
                <a:lnTo>
                  <a:pt x="197804" y="59008"/>
                </a:lnTo>
                <a:lnTo>
                  <a:pt x="197252" y="59649"/>
                </a:lnTo>
                <a:lnTo>
                  <a:pt x="196714" y="60304"/>
                </a:lnTo>
                <a:lnTo>
                  <a:pt x="196189" y="60975"/>
                </a:lnTo>
                <a:lnTo>
                  <a:pt x="195677" y="61660"/>
                </a:lnTo>
                <a:lnTo>
                  <a:pt x="195178" y="62360"/>
                </a:lnTo>
                <a:lnTo>
                  <a:pt x="194692" y="63074"/>
                </a:lnTo>
                <a:lnTo>
                  <a:pt x="194220" y="63804"/>
                </a:lnTo>
                <a:lnTo>
                  <a:pt x="193760" y="64548"/>
                </a:lnTo>
                <a:lnTo>
                  <a:pt x="193314" y="65307"/>
                </a:lnTo>
                <a:lnTo>
                  <a:pt x="192881" y="66081"/>
                </a:lnTo>
                <a:lnTo>
                  <a:pt x="192463" y="66868"/>
                </a:lnTo>
                <a:lnTo>
                  <a:pt x="192063" y="67666"/>
                </a:lnTo>
                <a:lnTo>
                  <a:pt x="191681" y="68477"/>
                </a:lnTo>
                <a:lnTo>
                  <a:pt x="191317" y="69299"/>
                </a:lnTo>
                <a:lnTo>
                  <a:pt x="190970" y="70133"/>
                </a:lnTo>
                <a:lnTo>
                  <a:pt x="190641" y="70978"/>
                </a:lnTo>
                <a:lnTo>
                  <a:pt x="190330" y="71836"/>
                </a:lnTo>
                <a:lnTo>
                  <a:pt x="190037" y="72705"/>
                </a:lnTo>
                <a:lnTo>
                  <a:pt x="189761" y="73586"/>
                </a:lnTo>
                <a:lnTo>
                  <a:pt x="189503" y="74478"/>
                </a:lnTo>
                <a:lnTo>
                  <a:pt x="189263" y="75383"/>
                </a:lnTo>
                <a:lnTo>
                  <a:pt x="189041" y="76299"/>
                </a:lnTo>
                <a:lnTo>
                  <a:pt x="188837" y="77227"/>
                </a:lnTo>
                <a:lnTo>
                  <a:pt x="188650" y="78167"/>
                </a:lnTo>
                <a:lnTo>
                  <a:pt x="188481" y="79118"/>
                </a:lnTo>
                <a:lnTo>
                  <a:pt x="188330" y="80081"/>
                </a:lnTo>
                <a:lnTo>
                  <a:pt x="188197" y="81056"/>
                </a:lnTo>
                <a:lnTo>
                  <a:pt x="188081" y="82043"/>
                </a:lnTo>
                <a:lnTo>
                  <a:pt x="187984" y="83041"/>
                </a:lnTo>
                <a:lnTo>
                  <a:pt x="187904" y="84052"/>
                </a:lnTo>
                <a:lnTo>
                  <a:pt x="187841" y="85074"/>
                </a:lnTo>
                <a:lnTo>
                  <a:pt x="187797" y="86108"/>
                </a:lnTo>
                <a:lnTo>
                  <a:pt x="187770" y="87153"/>
                </a:lnTo>
                <a:lnTo>
                  <a:pt x="187761" y="88210"/>
                </a:lnTo>
                <a:lnTo>
                  <a:pt x="187770" y="89242"/>
                </a:lnTo>
                <a:lnTo>
                  <a:pt x="187796" y="90263"/>
                </a:lnTo>
                <a:lnTo>
                  <a:pt x="187840" y="91274"/>
                </a:lnTo>
                <a:lnTo>
                  <a:pt x="187901" y="92274"/>
                </a:lnTo>
                <a:lnTo>
                  <a:pt x="187980" y="93263"/>
                </a:lnTo>
                <a:lnTo>
                  <a:pt x="188076" y="94241"/>
                </a:lnTo>
                <a:lnTo>
                  <a:pt x="188190" y="95209"/>
                </a:lnTo>
                <a:lnTo>
                  <a:pt x="188321" y="96166"/>
                </a:lnTo>
                <a:lnTo>
                  <a:pt x="188470" y="97113"/>
                </a:lnTo>
                <a:lnTo>
                  <a:pt x="188636" y="98048"/>
                </a:lnTo>
                <a:lnTo>
                  <a:pt x="188820" y="98974"/>
                </a:lnTo>
                <a:lnTo>
                  <a:pt x="189021" y="99888"/>
                </a:lnTo>
                <a:lnTo>
                  <a:pt x="189240" y="100792"/>
                </a:lnTo>
                <a:lnTo>
                  <a:pt x="189476" y="101685"/>
                </a:lnTo>
                <a:lnTo>
                  <a:pt x="189730" y="102567"/>
                </a:lnTo>
                <a:lnTo>
                  <a:pt x="190001" y="103439"/>
                </a:lnTo>
                <a:lnTo>
                  <a:pt x="190290" y="104300"/>
                </a:lnTo>
                <a:lnTo>
                  <a:pt x="190596" y="105151"/>
                </a:lnTo>
                <a:lnTo>
                  <a:pt x="190920" y="105991"/>
                </a:lnTo>
                <a:lnTo>
                  <a:pt x="191261" y="106820"/>
                </a:lnTo>
                <a:lnTo>
                  <a:pt x="191620" y="107638"/>
                </a:lnTo>
                <a:lnTo>
                  <a:pt x="191997" y="108446"/>
                </a:lnTo>
                <a:lnTo>
                  <a:pt x="192390" y="109243"/>
                </a:lnTo>
                <a:lnTo>
                  <a:pt x="192802" y="110030"/>
                </a:lnTo>
                <a:lnTo>
                  <a:pt x="193228" y="110803"/>
                </a:lnTo>
                <a:lnTo>
                  <a:pt x="193668" y="111562"/>
                </a:lnTo>
                <a:lnTo>
                  <a:pt x="194121" y="112306"/>
                </a:lnTo>
                <a:lnTo>
                  <a:pt x="194587" y="113035"/>
                </a:lnTo>
                <a:lnTo>
                  <a:pt x="195067" y="113750"/>
                </a:lnTo>
                <a:lnTo>
                  <a:pt x="195559" y="114450"/>
                </a:lnTo>
                <a:lnTo>
                  <a:pt x="196065" y="115135"/>
                </a:lnTo>
                <a:lnTo>
                  <a:pt x="196583" y="115805"/>
                </a:lnTo>
                <a:lnTo>
                  <a:pt x="197115" y="116460"/>
                </a:lnTo>
                <a:lnTo>
                  <a:pt x="197660" y="117101"/>
                </a:lnTo>
                <a:lnTo>
                  <a:pt x="198218" y="117727"/>
                </a:lnTo>
                <a:lnTo>
                  <a:pt x="198789" y="118338"/>
                </a:lnTo>
                <a:lnTo>
                  <a:pt x="199373" y="118935"/>
                </a:lnTo>
                <a:lnTo>
                  <a:pt x="199970" y="119516"/>
                </a:lnTo>
                <a:lnTo>
                  <a:pt x="200581" y="120083"/>
                </a:lnTo>
                <a:lnTo>
                  <a:pt x="201204" y="120635"/>
                </a:lnTo>
                <a:lnTo>
                  <a:pt x="201841" y="121173"/>
                </a:lnTo>
                <a:lnTo>
                  <a:pt x="202491" y="121695"/>
                </a:lnTo>
                <a:lnTo>
                  <a:pt x="203154" y="122203"/>
                </a:lnTo>
                <a:lnTo>
                  <a:pt x="203830" y="122696"/>
                </a:lnTo>
                <a:lnTo>
                  <a:pt x="204519" y="123174"/>
                </a:lnTo>
                <a:lnTo>
                  <a:pt x="205221" y="123638"/>
                </a:lnTo>
                <a:lnTo>
                  <a:pt x="205937" y="124087"/>
                </a:lnTo>
                <a:lnTo>
                  <a:pt x="206665" y="124521"/>
                </a:lnTo>
                <a:lnTo>
                  <a:pt x="207404" y="124938"/>
                </a:lnTo>
                <a:lnTo>
                  <a:pt x="208151" y="125338"/>
                </a:lnTo>
                <a:lnTo>
                  <a:pt x="208905" y="125720"/>
                </a:lnTo>
                <a:lnTo>
                  <a:pt x="209667" y="126084"/>
                </a:lnTo>
                <a:lnTo>
                  <a:pt x="210436" y="126431"/>
                </a:lnTo>
                <a:lnTo>
                  <a:pt x="211213" y="126760"/>
                </a:lnTo>
                <a:lnTo>
                  <a:pt x="211998" y="127070"/>
                </a:lnTo>
                <a:lnTo>
                  <a:pt x="212791" y="127364"/>
                </a:lnTo>
                <a:lnTo>
                  <a:pt x="213591" y="127639"/>
                </a:lnTo>
                <a:lnTo>
                  <a:pt x="214399" y="127897"/>
                </a:lnTo>
                <a:lnTo>
                  <a:pt x="215214" y="128137"/>
                </a:lnTo>
                <a:lnTo>
                  <a:pt x="216037" y="128359"/>
                </a:lnTo>
                <a:lnTo>
                  <a:pt x="216868" y="128563"/>
                </a:lnTo>
                <a:lnTo>
                  <a:pt x="217706" y="128750"/>
                </a:lnTo>
                <a:lnTo>
                  <a:pt x="218552" y="128918"/>
                </a:lnTo>
                <a:lnTo>
                  <a:pt x="219406" y="129069"/>
                </a:lnTo>
                <a:lnTo>
                  <a:pt x="220268" y="129203"/>
                </a:lnTo>
                <a:lnTo>
                  <a:pt x="221137" y="129318"/>
                </a:lnTo>
                <a:lnTo>
                  <a:pt x="222013" y="129416"/>
                </a:lnTo>
                <a:lnTo>
                  <a:pt x="222898" y="129496"/>
                </a:lnTo>
                <a:lnTo>
                  <a:pt x="223790" y="129558"/>
                </a:lnTo>
                <a:lnTo>
                  <a:pt x="224689" y="129602"/>
                </a:lnTo>
                <a:lnTo>
                  <a:pt x="225596" y="129629"/>
                </a:lnTo>
                <a:lnTo>
                  <a:pt x="226511" y="129638"/>
                </a:lnTo>
                <a:lnTo>
                  <a:pt x="227452" y="129629"/>
                </a:lnTo>
                <a:lnTo>
                  <a:pt x="228384" y="129602"/>
                </a:lnTo>
                <a:lnTo>
                  <a:pt x="229308" y="129558"/>
                </a:lnTo>
                <a:lnTo>
                  <a:pt x="230222" y="129496"/>
                </a:lnTo>
                <a:lnTo>
                  <a:pt x="231128" y="129416"/>
                </a:lnTo>
                <a:close/>
                <a:moveTo>
                  <a:pt x="223892" y="118151"/>
                </a:moveTo>
                <a:lnTo>
                  <a:pt x="223347" y="118086"/>
                </a:lnTo>
                <a:lnTo>
                  <a:pt x="222806" y="118010"/>
                </a:lnTo>
                <a:lnTo>
                  <a:pt x="222268" y="117922"/>
                </a:lnTo>
                <a:lnTo>
                  <a:pt x="221734" y="117822"/>
                </a:lnTo>
                <a:lnTo>
                  <a:pt x="221203" y="117710"/>
                </a:lnTo>
                <a:lnTo>
                  <a:pt x="220676" y="117587"/>
                </a:lnTo>
                <a:lnTo>
                  <a:pt x="220152" y="117451"/>
                </a:lnTo>
                <a:lnTo>
                  <a:pt x="219632" y="117304"/>
                </a:lnTo>
                <a:lnTo>
                  <a:pt x="219116" y="117146"/>
                </a:lnTo>
                <a:lnTo>
                  <a:pt x="218603" y="116975"/>
                </a:lnTo>
                <a:lnTo>
                  <a:pt x="218093" y="116793"/>
                </a:lnTo>
                <a:lnTo>
                  <a:pt x="217587" y="116599"/>
                </a:lnTo>
                <a:lnTo>
                  <a:pt x="217085" y="116393"/>
                </a:lnTo>
                <a:lnTo>
                  <a:pt x="216586" y="116175"/>
                </a:lnTo>
                <a:lnTo>
                  <a:pt x="216091" y="115946"/>
                </a:lnTo>
                <a:lnTo>
                  <a:pt x="215599" y="115705"/>
                </a:lnTo>
                <a:lnTo>
                  <a:pt x="215111" y="115452"/>
                </a:lnTo>
                <a:lnTo>
                  <a:pt x="214626" y="115188"/>
                </a:lnTo>
                <a:lnTo>
                  <a:pt x="214145" y="114911"/>
                </a:lnTo>
                <a:lnTo>
                  <a:pt x="213670" y="114623"/>
                </a:lnTo>
                <a:lnTo>
                  <a:pt x="213202" y="114323"/>
                </a:lnTo>
                <a:lnTo>
                  <a:pt x="212742" y="114012"/>
                </a:lnTo>
                <a:lnTo>
                  <a:pt x="212290" y="113688"/>
                </a:lnTo>
                <a:lnTo>
                  <a:pt x="211845" y="113353"/>
                </a:lnTo>
                <a:lnTo>
                  <a:pt x="211408" y="113006"/>
                </a:lnTo>
                <a:lnTo>
                  <a:pt x="210979" y="112648"/>
                </a:lnTo>
                <a:lnTo>
                  <a:pt x="210557" y="112277"/>
                </a:lnTo>
                <a:lnTo>
                  <a:pt x="210143" y="111895"/>
                </a:lnTo>
                <a:lnTo>
                  <a:pt x="209737" y="111501"/>
                </a:lnTo>
                <a:lnTo>
                  <a:pt x="209338" y="111096"/>
                </a:lnTo>
                <a:lnTo>
                  <a:pt x="208947" y="110678"/>
                </a:lnTo>
                <a:lnTo>
                  <a:pt x="208563" y="110249"/>
                </a:lnTo>
                <a:lnTo>
                  <a:pt x="208188" y="109808"/>
                </a:lnTo>
                <a:lnTo>
                  <a:pt x="207819" y="109355"/>
                </a:lnTo>
                <a:lnTo>
                  <a:pt x="207459" y="108891"/>
                </a:lnTo>
                <a:lnTo>
                  <a:pt x="207106" y="108415"/>
                </a:lnTo>
                <a:lnTo>
                  <a:pt x="206761" y="107927"/>
                </a:lnTo>
                <a:lnTo>
                  <a:pt x="206423" y="107427"/>
                </a:lnTo>
                <a:lnTo>
                  <a:pt x="206094" y="106915"/>
                </a:lnTo>
                <a:lnTo>
                  <a:pt x="205771" y="106392"/>
                </a:lnTo>
                <a:lnTo>
                  <a:pt x="205457" y="105857"/>
                </a:lnTo>
                <a:lnTo>
                  <a:pt x="205150" y="105310"/>
                </a:lnTo>
                <a:lnTo>
                  <a:pt x="204851" y="104752"/>
                </a:lnTo>
                <a:lnTo>
                  <a:pt x="204561" y="104182"/>
                </a:lnTo>
                <a:lnTo>
                  <a:pt x="204285" y="103601"/>
                </a:lnTo>
                <a:lnTo>
                  <a:pt x="204020" y="103009"/>
                </a:lnTo>
                <a:lnTo>
                  <a:pt x="203768" y="102406"/>
                </a:lnTo>
                <a:lnTo>
                  <a:pt x="203528" y="101793"/>
                </a:lnTo>
                <a:lnTo>
                  <a:pt x="203301" y="101168"/>
                </a:lnTo>
                <a:lnTo>
                  <a:pt x="203085" y="100532"/>
                </a:lnTo>
                <a:lnTo>
                  <a:pt x="202882" y="99886"/>
                </a:lnTo>
                <a:lnTo>
                  <a:pt x="202692" y="99229"/>
                </a:lnTo>
                <a:lnTo>
                  <a:pt x="202513" y="98560"/>
                </a:lnTo>
                <a:lnTo>
                  <a:pt x="202347" y="97881"/>
                </a:lnTo>
                <a:lnTo>
                  <a:pt x="202193" y="97191"/>
                </a:lnTo>
                <a:lnTo>
                  <a:pt x="202052" y="96489"/>
                </a:lnTo>
                <a:lnTo>
                  <a:pt x="201923" y="95777"/>
                </a:lnTo>
                <a:lnTo>
                  <a:pt x="201806" y="95054"/>
                </a:lnTo>
                <a:lnTo>
                  <a:pt x="201701" y="94320"/>
                </a:lnTo>
                <a:lnTo>
                  <a:pt x="201609" y="93575"/>
                </a:lnTo>
                <a:lnTo>
                  <a:pt x="201529" y="92819"/>
                </a:lnTo>
                <a:lnTo>
                  <a:pt x="201461" y="92052"/>
                </a:lnTo>
                <a:lnTo>
                  <a:pt x="201406" y="91275"/>
                </a:lnTo>
                <a:lnTo>
                  <a:pt x="201363" y="90486"/>
                </a:lnTo>
                <a:lnTo>
                  <a:pt x="201332" y="89686"/>
                </a:lnTo>
                <a:lnTo>
                  <a:pt x="201314" y="88876"/>
                </a:lnTo>
                <a:lnTo>
                  <a:pt x="201308" y="88054"/>
                </a:lnTo>
                <a:lnTo>
                  <a:pt x="201314" y="87220"/>
                </a:lnTo>
                <a:lnTo>
                  <a:pt x="201332" y="86398"/>
                </a:lnTo>
                <a:lnTo>
                  <a:pt x="201363" y="85587"/>
                </a:lnTo>
                <a:lnTo>
                  <a:pt x="201406" y="84788"/>
                </a:lnTo>
                <a:lnTo>
                  <a:pt x="201461" y="84001"/>
                </a:lnTo>
                <a:lnTo>
                  <a:pt x="201529" y="83226"/>
                </a:lnTo>
                <a:lnTo>
                  <a:pt x="201609" y="82462"/>
                </a:lnTo>
                <a:lnTo>
                  <a:pt x="201701" y="81710"/>
                </a:lnTo>
                <a:lnTo>
                  <a:pt x="201806" y="80970"/>
                </a:lnTo>
                <a:lnTo>
                  <a:pt x="201923" y="80242"/>
                </a:lnTo>
                <a:lnTo>
                  <a:pt x="202052" y="79525"/>
                </a:lnTo>
                <a:lnTo>
                  <a:pt x="202193" y="78820"/>
                </a:lnTo>
                <a:lnTo>
                  <a:pt x="202347" y="78127"/>
                </a:lnTo>
                <a:lnTo>
                  <a:pt x="202513" y="77446"/>
                </a:lnTo>
                <a:lnTo>
                  <a:pt x="202692" y="76776"/>
                </a:lnTo>
                <a:lnTo>
                  <a:pt x="202882" y="76119"/>
                </a:lnTo>
                <a:lnTo>
                  <a:pt x="203085" y="75473"/>
                </a:lnTo>
                <a:lnTo>
                  <a:pt x="203301" y="74838"/>
                </a:lnTo>
                <a:lnTo>
                  <a:pt x="203528" y="74216"/>
                </a:lnTo>
                <a:lnTo>
                  <a:pt x="203768" y="73605"/>
                </a:lnTo>
                <a:lnTo>
                  <a:pt x="204020" y="73006"/>
                </a:lnTo>
                <a:lnTo>
                  <a:pt x="204285" y="72419"/>
                </a:lnTo>
                <a:lnTo>
                  <a:pt x="204561" y="71843"/>
                </a:lnTo>
                <a:lnTo>
                  <a:pt x="204851" y="71280"/>
                </a:lnTo>
                <a:lnTo>
                  <a:pt x="205150" y="70727"/>
                </a:lnTo>
                <a:lnTo>
                  <a:pt x="205458" y="70187"/>
                </a:lnTo>
                <a:lnTo>
                  <a:pt x="205774" y="69657"/>
                </a:lnTo>
                <a:lnTo>
                  <a:pt x="206098" y="69140"/>
                </a:lnTo>
                <a:lnTo>
                  <a:pt x="206430" y="68633"/>
                </a:lnTo>
                <a:lnTo>
                  <a:pt x="206771" y="68138"/>
                </a:lnTo>
                <a:lnTo>
                  <a:pt x="207120" y="67655"/>
                </a:lnTo>
                <a:lnTo>
                  <a:pt x="207477" y="67183"/>
                </a:lnTo>
                <a:lnTo>
                  <a:pt x="207842" y="66723"/>
                </a:lnTo>
                <a:lnTo>
                  <a:pt x="208215" y="66274"/>
                </a:lnTo>
                <a:lnTo>
                  <a:pt x="208597" y="65837"/>
                </a:lnTo>
                <a:lnTo>
                  <a:pt x="208986" y="65411"/>
                </a:lnTo>
                <a:lnTo>
                  <a:pt x="209384" y="64996"/>
                </a:lnTo>
                <a:lnTo>
                  <a:pt x="209791" y="64594"/>
                </a:lnTo>
                <a:lnTo>
                  <a:pt x="210205" y="64202"/>
                </a:lnTo>
                <a:lnTo>
                  <a:pt x="210628" y="63822"/>
                </a:lnTo>
                <a:lnTo>
                  <a:pt x="211058" y="63454"/>
                </a:lnTo>
                <a:lnTo>
                  <a:pt x="211497" y="63097"/>
                </a:lnTo>
                <a:lnTo>
                  <a:pt x="211945" y="62752"/>
                </a:lnTo>
                <a:lnTo>
                  <a:pt x="212400" y="62418"/>
                </a:lnTo>
                <a:lnTo>
                  <a:pt x="212864" y="62095"/>
                </a:lnTo>
                <a:lnTo>
                  <a:pt x="213335" y="61784"/>
                </a:lnTo>
                <a:lnTo>
                  <a:pt x="213815" y="61485"/>
                </a:lnTo>
                <a:lnTo>
                  <a:pt x="214304" y="61197"/>
                </a:lnTo>
                <a:lnTo>
                  <a:pt x="214797" y="60920"/>
                </a:lnTo>
                <a:lnTo>
                  <a:pt x="215293" y="60656"/>
                </a:lnTo>
                <a:lnTo>
                  <a:pt x="215792" y="60403"/>
                </a:lnTo>
                <a:lnTo>
                  <a:pt x="216293" y="60162"/>
                </a:lnTo>
                <a:lnTo>
                  <a:pt x="216796" y="59933"/>
                </a:lnTo>
                <a:lnTo>
                  <a:pt x="217302" y="59715"/>
                </a:lnTo>
                <a:lnTo>
                  <a:pt x="217810" y="59509"/>
                </a:lnTo>
                <a:lnTo>
                  <a:pt x="218321" y="59315"/>
                </a:lnTo>
                <a:lnTo>
                  <a:pt x="218834" y="59133"/>
                </a:lnTo>
                <a:lnTo>
                  <a:pt x="219350" y="58963"/>
                </a:lnTo>
                <a:lnTo>
                  <a:pt x="219868" y="58804"/>
                </a:lnTo>
                <a:lnTo>
                  <a:pt x="220388" y="58657"/>
                </a:lnTo>
                <a:lnTo>
                  <a:pt x="220911" y="58522"/>
                </a:lnTo>
                <a:lnTo>
                  <a:pt x="221437" y="58398"/>
                </a:lnTo>
                <a:lnTo>
                  <a:pt x="221965" y="58286"/>
                </a:lnTo>
                <a:lnTo>
                  <a:pt x="222495" y="58187"/>
                </a:lnTo>
                <a:lnTo>
                  <a:pt x="223028" y="58098"/>
                </a:lnTo>
                <a:lnTo>
                  <a:pt x="223563" y="58022"/>
                </a:lnTo>
                <a:lnTo>
                  <a:pt x="224101" y="57957"/>
                </a:lnTo>
                <a:lnTo>
                  <a:pt x="224641" y="57904"/>
                </a:lnTo>
                <a:lnTo>
                  <a:pt x="225184" y="57863"/>
                </a:lnTo>
                <a:lnTo>
                  <a:pt x="225729" y="57834"/>
                </a:lnTo>
                <a:lnTo>
                  <a:pt x="226276" y="57816"/>
                </a:lnTo>
                <a:lnTo>
                  <a:pt x="226826" y="57810"/>
                </a:lnTo>
                <a:lnTo>
                  <a:pt x="227402" y="57816"/>
                </a:lnTo>
                <a:lnTo>
                  <a:pt x="227973" y="57834"/>
                </a:lnTo>
                <a:lnTo>
                  <a:pt x="228541" y="57863"/>
                </a:lnTo>
                <a:lnTo>
                  <a:pt x="229104" y="57904"/>
                </a:lnTo>
                <a:lnTo>
                  <a:pt x="229663" y="57957"/>
                </a:lnTo>
                <a:lnTo>
                  <a:pt x="230218" y="58022"/>
                </a:lnTo>
                <a:lnTo>
                  <a:pt x="230769" y="58098"/>
                </a:lnTo>
                <a:lnTo>
                  <a:pt x="231316" y="58187"/>
                </a:lnTo>
                <a:lnTo>
                  <a:pt x="231859" y="58286"/>
                </a:lnTo>
                <a:lnTo>
                  <a:pt x="232397" y="58398"/>
                </a:lnTo>
                <a:lnTo>
                  <a:pt x="232932" y="58522"/>
                </a:lnTo>
                <a:lnTo>
                  <a:pt x="233462" y="58657"/>
                </a:lnTo>
                <a:lnTo>
                  <a:pt x="233989" y="58804"/>
                </a:lnTo>
                <a:lnTo>
                  <a:pt x="234511" y="58963"/>
                </a:lnTo>
                <a:lnTo>
                  <a:pt x="235029" y="59133"/>
                </a:lnTo>
                <a:lnTo>
                  <a:pt x="235543" y="59315"/>
                </a:lnTo>
                <a:lnTo>
                  <a:pt x="236053" y="59509"/>
                </a:lnTo>
                <a:lnTo>
                  <a:pt x="236559" y="59715"/>
                </a:lnTo>
                <a:lnTo>
                  <a:pt x="237060" y="59933"/>
                </a:lnTo>
                <a:lnTo>
                  <a:pt x="237558" y="60162"/>
                </a:lnTo>
                <a:lnTo>
                  <a:pt x="238052" y="60403"/>
                </a:lnTo>
                <a:lnTo>
                  <a:pt x="238541" y="60656"/>
                </a:lnTo>
                <a:lnTo>
                  <a:pt x="239026" y="60920"/>
                </a:lnTo>
                <a:lnTo>
                  <a:pt x="239507" y="61197"/>
                </a:lnTo>
                <a:lnTo>
                  <a:pt x="239983" y="61485"/>
                </a:lnTo>
                <a:lnTo>
                  <a:pt x="240450" y="61784"/>
                </a:lnTo>
                <a:lnTo>
                  <a:pt x="240910" y="62095"/>
                </a:lnTo>
                <a:lnTo>
                  <a:pt x="241362" y="62418"/>
                </a:lnTo>
                <a:lnTo>
                  <a:pt x="241807" y="62752"/>
                </a:lnTo>
                <a:lnTo>
                  <a:pt x="242244" y="63097"/>
                </a:lnTo>
                <a:lnTo>
                  <a:pt x="242673" y="63454"/>
                </a:lnTo>
                <a:lnTo>
                  <a:pt x="243095" y="63822"/>
                </a:lnTo>
                <a:lnTo>
                  <a:pt x="243509" y="64202"/>
                </a:lnTo>
                <a:lnTo>
                  <a:pt x="243915" y="64594"/>
                </a:lnTo>
                <a:lnTo>
                  <a:pt x="244314" y="64996"/>
                </a:lnTo>
                <a:lnTo>
                  <a:pt x="244705" y="65411"/>
                </a:lnTo>
                <a:lnTo>
                  <a:pt x="245088" y="65837"/>
                </a:lnTo>
                <a:lnTo>
                  <a:pt x="245464" y="66274"/>
                </a:lnTo>
                <a:lnTo>
                  <a:pt x="245832" y="66723"/>
                </a:lnTo>
                <a:lnTo>
                  <a:pt x="246192" y="67183"/>
                </a:lnTo>
                <a:lnTo>
                  <a:pt x="246545" y="67655"/>
                </a:lnTo>
                <a:lnTo>
                  <a:pt x="246890" y="68138"/>
                </a:lnTo>
                <a:lnTo>
                  <a:pt x="247228" y="68633"/>
                </a:lnTo>
                <a:lnTo>
                  <a:pt x="247557" y="69140"/>
                </a:lnTo>
                <a:lnTo>
                  <a:pt x="247879" y="69657"/>
                </a:lnTo>
                <a:lnTo>
                  <a:pt x="248194" y="70187"/>
                </a:lnTo>
                <a:lnTo>
                  <a:pt x="248500" y="70727"/>
                </a:lnTo>
                <a:lnTo>
                  <a:pt x="248799" y="71280"/>
                </a:lnTo>
                <a:lnTo>
                  <a:pt x="249089" y="71843"/>
                </a:lnTo>
                <a:lnTo>
                  <a:pt x="249366" y="72419"/>
                </a:lnTo>
                <a:lnTo>
                  <a:pt x="249630" y="73006"/>
                </a:lnTo>
                <a:lnTo>
                  <a:pt x="249883" y="73605"/>
                </a:lnTo>
                <a:lnTo>
                  <a:pt x="250123" y="74216"/>
                </a:lnTo>
                <a:lnTo>
                  <a:pt x="250351" y="74838"/>
                </a:lnTo>
                <a:lnTo>
                  <a:pt x="250566" y="75473"/>
                </a:lnTo>
                <a:lnTo>
                  <a:pt x="250769" y="76119"/>
                </a:lnTo>
                <a:lnTo>
                  <a:pt x="250960" y="76776"/>
                </a:lnTo>
                <a:lnTo>
                  <a:pt x="251138" y="77446"/>
                </a:lnTo>
                <a:lnTo>
                  <a:pt x="251305" y="78127"/>
                </a:lnTo>
                <a:lnTo>
                  <a:pt x="251458" y="78820"/>
                </a:lnTo>
                <a:lnTo>
                  <a:pt x="251600" y="79525"/>
                </a:lnTo>
                <a:lnTo>
                  <a:pt x="251729" y="80242"/>
                </a:lnTo>
                <a:lnTo>
                  <a:pt x="251846" y="80970"/>
                </a:lnTo>
                <a:lnTo>
                  <a:pt x="251951" y="81710"/>
                </a:lnTo>
                <a:lnTo>
                  <a:pt x="252043" y="82462"/>
                </a:lnTo>
                <a:lnTo>
                  <a:pt x="252123" y="83226"/>
                </a:lnTo>
                <a:lnTo>
                  <a:pt x="252191" y="84001"/>
                </a:lnTo>
                <a:lnTo>
                  <a:pt x="252246" y="84788"/>
                </a:lnTo>
                <a:lnTo>
                  <a:pt x="252289" y="85587"/>
                </a:lnTo>
                <a:lnTo>
                  <a:pt x="252320" y="86398"/>
                </a:lnTo>
                <a:lnTo>
                  <a:pt x="252339" y="87220"/>
                </a:lnTo>
                <a:lnTo>
                  <a:pt x="252345" y="88054"/>
                </a:lnTo>
                <a:lnTo>
                  <a:pt x="252338" y="88876"/>
                </a:lnTo>
                <a:lnTo>
                  <a:pt x="252320" y="89686"/>
                </a:lnTo>
                <a:lnTo>
                  <a:pt x="252288" y="90486"/>
                </a:lnTo>
                <a:lnTo>
                  <a:pt x="252244" y="91275"/>
                </a:lnTo>
                <a:lnTo>
                  <a:pt x="252187" y="92052"/>
                </a:lnTo>
                <a:lnTo>
                  <a:pt x="252118" y="92819"/>
                </a:lnTo>
                <a:lnTo>
                  <a:pt x="252036" y="93575"/>
                </a:lnTo>
                <a:lnTo>
                  <a:pt x="251942" y="94320"/>
                </a:lnTo>
                <a:lnTo>
                  <a:pt x="251835" y="95054"/>
                </a:lnTo>
                <a:lnTo>
                  <a:pt x="251715" y="95777"/>
                </a:lnTo>
                <a:lnTo>
                  <a:pt x="251583" y="96489"/>
                </a:lnTo>
                <a:lnTo>
                  <a:pt x="251439" y="97191"/>
                </a:lnTo>
                <a:lnTo>
                  <a:pt x="251281" y="97881"/>
                </a:lnTo>
                <a:lnTo>
                  <a:pt x="251111" y="98560"/>
                </a:lnTo>
                <a:lnTo>
                  <a:pt x="250929" y="99229"/>
                </a:lnTo>
                <a:lnTo>
                  <a:pt x="250734" y="99886"/>
                </a:lnTo>
                <a:lnTo>
                  <a:pt x="250526" y="100532"/>
                </a:lnTo>
                <a:lnTo>
                  <a:pt x="250306" y="101168"/>
                </a:lnTo>
                <a:lnTo>
                  <a:pt x="250073" y="101793"/>
                </a:lnTo>
                <a:lnTo>
                  <a:pt x="249828" y="102406"/>
                </a:lnTo>
                <a:lnTo>
                  <a:pt x="249570" y="103009"/>
                </a:lnTo>
                <a:lnTo>
                  <a:pt x="249299" y="103601"/>
                </a:lnTo>
                <a:lnTo>
                  <a:pt x="249016" y="104182"/>
                </a:lnTo>
                <a:lnTo>
                  <a:pt x="248720" y="104752"/>
                </a:lnTo>
                <a:lnTo>
                  <a:pt x="248414" y="105310"/>
                </a:lnTo>
                <a:lnTo>
                  <a:pt x="248101" y="105857"/>
                </a:lnTo>
                <a:lnTo>
                  <a:pt x="247780" y="106392"/>
                </a:lnTo>
                <a:lnTo>
                  <a:pt x="247451" y="106915"/>
                </a:lnTo>
                <a:lnTo>
                  <a:pt x="247115" y="107427"/>
                </a:lnTo>
                <a:lnTo>
                  <a:pt x="246771" y="107927"/>
                </a:lnTo>
                <a:lnTo>
                  <a:pt x="246420" y="108415"/>
                </a:lnTo>
                <a:lnTo>
                  <a:pt x="246060" y="108891"/>
                </a:lnTo>
                <a:lnTo>
                  <a:pt x="245693" y="109355"/>
                </a:lnTo>
                <a:lnTo>
                  <a:pt x="245319" y="109808"/>
                </a:lnTo>
                <a:lnTo>
                  <a:pt x="244936" y="110249"/>
                </a:lnTo>
                <a:lnTo>
                  <a:pt x="244546" y="110678"/>
                </a:lnTo>
                <a:lnTo>
                  <a:pt x="244149" y="111096"/>
                </a:lnTo>
                <a:lnTo>
                  <a:pt x="243744" y="111501"/>
                </a:lnTo>
                <a:lnTo>
                  <a:pt x="243331" y="111895"/>
                </a:lnTo>
                <a:lnTo>
                  <a:pt x="242910" y="112277"/>
                </a:lnTo>
                <a:lnTo>
                  <a:pt x="242482" y="112648"/>
                </a:lnTo>
                <a:lnTo>
                  <a:pt x="242046" y="113006"/>
                </a:lnTo>
                <a:lnTo>
                  <a:pt x="241602" y="113353"/>
                </a:lnTo>
                <a:lnTo>
                  <a:pt x="241151" y="113688"/>
                </a:lnTo>
                <a:lnTo>
                  <a:pt x="240692" y="114012"/>
                </a:lnTo>
                <a:lnTo>
                  <a:pt x="240226" y="114323"/>
                </a:lnTo>
                <a:lnTo>
                  <a:pt x="239751" y="114623"/>
                </a:lnTo>
                <a:lnTo>
                  <a:pt x="239269" y="114911"/>
                </a:lnTo>
                <a:lnTo>
                  <a:pt x="238782" y="115188"/>
                </a:lnTo>
                <a:lnTo>
                  <a:pt x="238292" y="115452"/>
                </a:lnTo>
                <a:lnTo>
                  <a:pt x="237798" y="115705"/>
                </a:lnTo>
                <a:lnTo>
                  <a:pt x="237301" y="115946"/>
                </a:lnTo>
                <a:lnTo>
                  <a:pt x="236801" y="116175"/>
                </a:lnTo>
                <a:lnTo>
                  <a:pt x="236297" y="116393"/>
                </a:lnTo>
                <a:lnTo>
                  <a:pt x="235790" y="116599"/>
                </a:lnTo>
                <a:lnTo>
                  <a:pt x="235280" y="116793"/>
                </a:lnTo>
                <a:lnTo>
                  <a:pt x="234767" y="116975"/>
                </a:lnTo>
                <a:lnTo>
                  <a:pt x="234250" y="117146"/>
                </a:lnTo>
                <a:lnTo>
                  <a:pt x="233730" y="117304"/>
                </a:lnTo>
                <a:lnTo>
                  <a:pt x="233206" y="117451"/>
                </a:lnTo>
                <a:lnTo>
                  <a:pt x="232680" y="117587"/>
                </a:lnTo>
                <a:lnTo>
                  <a:pt x="232150" y="117710"/>
                </a:lnTo>
                <a:lnTo>
                  <a:pt x="231617" y="117822"/>
                </a:lnTo>
                <a:lnTo>
                  <a:pt x="231080" y="117922"/>
                </a:lnTo>
                <a:lnTo>
                  <a:pt x="230540" y="118010"/>
                </a:lnTo>
                <a:lnTo>
                  <a:pt x="229997" y="118086"/>
                </a:lnTo>
                <a:lnTo>
                  <a:pt x="229451" y="118151"/>
                </a:lnTo>
                <a:lnTo>
                  <a:pt x="228901" y="118204"/>
                </a:lnTo>
                <a:lnTo>
                  <a:pt x="228348" y="118245"/>
                </a:lnTo>
                <a:lnTo>
                  <a:pt x="227792" y="118274"/>
                </a:lnTo>
                <a:lnTo>
                  <a:pt x="227233" y="118292"/>
                </a:lnTo>
                <a:lnTo>
                  <a:pt x="226670" y="118298"/>
                </a:lnTo>
                <a:lnTo>
                  <a:pt x="226107" y="118292"/>
                </a:lnTo>
                <a:lnTo>
                  <a:pt x="225548" y="118274"/>
                </a:lnTo>
                <a:lnTo>
                  <a:pt x="224993" y="118245"/>
                </a:lnTo>
                <a:lnTo>
                  <a:pt x="224441" y="118204"/>
                </a:lnTo>
                <a:lnTo>
                  <a:pt x="223892" y="118151"/>
                </a:lnTo>
                <a:close/>
                <a:moveTo>
                  <a:pt x="633906" y="90325"/>
                </a:moveTo>
                <a:lnTo>
                  <a:pt x="633916" y="90149"/>
                </a:lnTo>
                <a:lnTo>
                  <a:pt x="633926" y="89974"/>
                </a:lnTo>
                <a:lnTo>
                  <a:pt x="633936" y="89801"/>
                </a:lnTo>
                <a:lnTo>
                  <a:pt x="633945" y="89629"/>
                </a:lnTo>
                <a:lnTo>
                  <a:pt x="633953" y="89460"/>
                </a:lnTo>
                <a:lnTo>
                  <a:pt x="633961" y="89292"/>
                </a:lnTo>
                <a:lnTo>
                  <a:pt x="633968" y="89125"/>
                </a:lnTo>
                <a:lnTo>
                  <a:pt x="633975" y="88960"/>
                </a:lnTo>
                <a:lnTo>
                  <a:pt x="633981" y="88797"/>
                </a:lnTo>
                <a:lnTo>
                  <a:pt x="633987" y="88635"/>
                </a:lnTo>
                <a:lnTo>
                  <a:pt x="633992" y="88475"/>
                </a:lnTo>
                <a:lnTo>
                  <a:pt x="633997" y="88317"/>
                </a:lnTo>
                <a:lnTo>
                  <a:pt x="634001" y="88160"/>
                </a:lnTo>
                <a:lnTo>
                  <a:pt x="634004" y="88005"/>
                </a:lnTo>
                <a:lnTo>
                  <a:pt x="634007" y="87852"/>
                </a:lnTo>
                <a:lnTo>
                  <a:pt x="634010" y="87700"/>
                </a:lnTo>
                <a:lnTo>
                  <a:pt x="634012" y="87550"/>
                </a:lnTo>
                <a:lnTo>
                  <a:pt x="634013" y="87402"/>
                </a:lnTo>
                <a:lnTo>
                  <a:pt x="634014" y="87255"/>
                </a:lnTo>
                <a:lnTo>
                  <a:pt x="634014" y="87110"/>
                </a:lnTo>
                <a:lnTo>
                  <a:pt x="634014" y="86965"/>
                </a:lnTo>
                <a:lnTo>
                  <a:pt x="634014" y="86822"/>
                </a:lnTo>
                <a:lnTo>
                  <a:pt x="634014" y="86679"/>
                </a:lnTo>
                <a:lnTo>
                  <a:pt x="634014" y="86536"/>
                </a:lnTo>
                <a:lnTo>
                  <a:pt x="634014" y="86394"/>
                </a:lnTo>
                <a:lnTo>
                  <a:pt x="634014" y="86253"/>
                </a:lnTo>
                <a:lnTo>
                  <a:pt x="634014" y="86112"/>
                </a:lnTo>
                <a:lnTo>
                  <a:pt x="634014" y="85972"/>
                </a:lnTo>
                <a:lnTo>
                  <a:pt x="634014" y="85832"/>
                </a:lnTo>
                <a:lnTo>
                  <a:pt x="634014" y="85692"/>
                </a:lnTo>
                <a:lnTo>
                  <a:pt x="634014" y="85554"/>
                </a:lnTo>
                <a:lnTo>
                  <a:pt x="634014" y="85416"/>
                </a:lnTo>
                <a:lnTo>
                  <a:pt x="634014" y="85278"/>
                </a:lnTo>
                <a:lnTo>
                  <a:pt x="634014" y="85141"/>
                </a:lnTo>
                <a:lnTo>
                  <a:pt x="634014" y="85004"/>
                </a:lnTo>
                <a:lnTo>
                  <a:pt x="634014" y="84868"/>
                </a:lnTo>
                <a:lnTo>
                  <a:pt x="634014" y="84733"/>
                </a:lnTo>
                <a:lnTo>
                  <a:pt x="634014" y="84598"/>
                </a:lnTo>
                <a:lnTo>
                  <a:pt x="634014" y="84464"/>
                </a:lnTo>
                <a:lnTo>
                  <a:pt x="634014" y="84330"/>
                </a:lnTo>
                <a:lnTo>
                  <a:pt x="634014" y="84196"/>
                </a:lnTo>
                <a:lnTo>
                  <a:pt x="634014" y="84064"/>
                </a:lnTo>
                <a:lnTo>
                  <a:pt x="634014" y="83931"/>
                </a:lnTo>
                <a:lnTo>
                  <a:pt x="634014" y="83800"/>
                </a:lnTo>
                <a:lnTo>
                  <a:pt x="634007" y="82963"/>
                </a:lnTo>
                <a:lnTo>
                  <a:pt x="633984" y="82131"/>
                </a:lnTo>
                <a:lnTo>
                  <a:pt x="633947" y="81306"/>
                </a:lnTo>
                <a:lnTo>
                  <a:pt x="633894" y="80486"/>
                </a:lnTo>
                <a:lnTo>
                  <a:pt x="633826" y="79671"/>
                </a:lnTo>
                <a:lnTo>
                  <a:pt x="633743" y="78863"/>
                </a:lnTo>
                <a:lnTo>
                  <a:pt x="633646" y="78060"/>
                </a:lnTo>
                <a:lnTo>
                  <a:pt x="633533" y="77263"/>
                </a:lnTo>
                <a:lnTo>
                  <a:pt x="633405" y="76472"/>
                </a:lnTo>
                <a:lnTo>
                  <a:pt x="633262" y="75686"/>
                </a:lnTo>
                <a:lnTo>
                  <a:pt x="633104" y="74907"/>
                </a:lnTo>
                <a:lnTo>
                  <a:pt x="632931" y="74133"/>
                </a:lnTo>
                <a:lnTo>
                  <a:pt x="632743" y="73364"/>
                </a:lnTo>
                <a:lnTo>
                  <a:pt x="632540" y="72602"/>
                </a:lnTo>
                <a:lnTo>
                  <a:pt x="632322" y="71845"/>
                </a:lnTo>
                <a:lnTo>
                  <a:pt x="632089" y="71094"/>
                </a:lnTo>
                <a:lnTo>
                  <a:pt x="631841" y="70349"/>
                </a:lnTo>
                <a:lnTo>
                  <a:pt x="631578" y="69609"/>
                </a:lnTo>
                <a:lnTo>
                  <a:pt x="631300" y="68875"/>
                </a:lnTo>
                <a:lnTo>
                  <a:pt x="631006" y="68147"/>
                </a:lnTo>
                <a:lnTo>
                  <a:pt x="630698" y="67425"/>
                </a:lnTo>
                <a:lnTo>
                  <a:pt x="630375" y="66708"/>
                </a:lnTo>
                <a:lnTo>
                  <a:pt x="630036" y="65998"/>
                </a:lnTo>
                <a:lnTo>
                  <a:pt x="629683" y="65292"/>
                </a:lnTo>
                <a:lnTo>
                  <a:pt x="629315" y="64596"/>
                </a:lnTo>
                <a:lnTo>
                  <a:pt x="628935" y="63910"/>
                </a:lnTo>
                <a:lnTo>
                  <a:pt x="628541" y="63236"/>
                </a:lnTo>
                <a:lnTo>
                  <a:pt x="628134" y="62573"/>
                </a:lnTo>
                <a:lnTo>
                  <a:pt x="627714" y="61921"/>
                </a:lnTo>
                <a:lnTo>
                  <a:pt x="627281" y="61281"/>
                </a:lnTo>
                <a:lnTo>
                  <a:pt x="626835" y="60651"/>
                </a:lnTo>
                <a:lnTo>
                  <a:pt x="626375" y="60033"/>
                </a:lnTo>
                <a:lnTo>
                  <a:pt x="625903" y="59426"/>
                </a:lnTo>
                <a:lnTo>
                  <a:pt x="625417" y="58831"/>
                </a:lnTo>
                <a:lnTo>
                  <a:pt x="624919" y="58246"/>
                </a:lnTo>
                <a:lnTo>
                  <a:pt x="624407" y="57673"/>
                </a:lnTo>
                <a:lnTo>
                  <a:pt x="623882" y="57110"/>
                </a:lnTo>
                <a:lnTo>
                  <a:pt x="623343" y="56560"/>
                </a:lnTo>
                <a:lnTo>
                  <a:pt x="622792" y="56020"/>
                </a:lnTo>
                <a:lnTo>
                  <a:pt x="622228" y="55491"/>
                </a:lnTo>
                <a:lnTo>
                  <a:pt x="621650" y="54974"/>
                </a:lnTo>
                <a:lnTo>
                  <a:pt x="621060" y="54468"/>
                </a:lnTo>
                <a:lnTo>
                  <a:pt x="620456" y="53973"/>
                </a:lnTo>
                <a:lnTo>
                  <a:pt x="619839" y="53489"/>
                </a:lnTo>
                <a:lnTo>
                  <a:pt x="619209" y="53017"/>
                </a:lnTo>
                <a:lnTo>
                  <a:pt x="618566" y="52556"/>
                </a:lnTo>
                <a:lnTo>
                  <a:pt x="617909" y="52106"/>
                </a:lnTo>
                <a:lnTo>
                  <a:pt x="617240" y="51667"/>
                </a:lnTo>
                <a:lnTo>
                  <a:pt x="616558" y="51243"/>
                </a:lnTo>
                <a:lnTo>
                  <a:pt x="615863" y="50836"/>
                </a:lnTo>
                <a:lnTo>
                  <a:pt x="615156" y="50448"/>
                </a:lnTo>
                <a:lnTo>
                  <a:pt x="614437" y="50078"/>
                </a:lnTo>
                <a:lnTo>
                  <a:pt x="613706" y="49726"/>
                </a:lnTo>
                <a:lnTo>
                  <a:pt x="612962" y="49392"/>
                </a:lnTo>
                <a:lnTo>
                  <a:pt x="612206" y="49076"/>
                </a:lnTo>
                <a:lnTo>
                  <a:pt x="611438" y="48778"/>
                </a:lnTo>
                <a:lnTo>
                  <a:pt x="610657" y="48499"/>
                </a:lnTo>
                <a:lnTo>
                  <a:pt x="609864" y="48237"/>
                </a:lnTo>
                <a:lnTo>
                  <a:pt x="609059" y="47993"/>
                </a:lnTo>
                <a:lnTo>
                  <a:pt x="608242" y="47768"/>
                </a:lnTo>
                <a:lnTo>
                  <a:pt x="607412" y="47560"/>
                </a:lnTo>
                <a:lnTo>
                  <a:pt x="606569" y="47370"/>
                </a:lnTo>
                <a:lnTo>
                  <a:pt x="605715" y="47199"/>
                </a:lnTo>
                <a:lnTo>
                  <a:pt x="604848" y="47046"/>
                </a:lnTo>
                <a:lnTo>
                  <a:pt x="603969" y="46910"/>
                </a:lnTo>
                <a:lnTo>
                  <a:pt x="603078" y="46793"/>
                </a:lnTo>
                <a:lnTo>
                  <a:pt x="602174" y="46694"/>
                </a:lnTo>
                <a:lnTo>
                  <a:pt x="601258" y="46612"/>
                </a:lnTo>
                <a:lnTo>
                  <a:pt x="600330" y="46549"/>
                </a:lnTo>
                <a:lnTo>
                  <a:pt x="599389" y="46504"/>
                </a:lnTo>
                <a:lnTo>
                  <a:pt x="598436" y="46477"/>
                </a:lnTo>
                <a:lnTo>
                  <a:pt x="597471" y="46468"/>
                </a:lnTo>
                <a:lnTo>
                  <a:pt x="596530" y="46477"/>
                </a:lnTo>
                <a:lnTo>
                  <a:pt x="595598" y="46504"/>
                </a:lnTo>
                <a:lnTo>
                  <a:pt x="594676" y="46549"/>
                </a:lnTo>
                <a:lnTo>
                  <a:pt x="593762" y="46612"/>
                </a:lnTo>
                <a:lnTo>
                  <a:pt x="592857" y="46694"/>
                </a:lnTo>
                <a:lnTo>
                  <a:pt x="591962" y="46793"/>
                </a:lnTo>
                <a:lnTo>
                  <a:pt x="591075" y="46910"/>
                </a:lnTo>
                <a:lnTo>
                  <a:pt x="590198" y="47046"/>
                </a:lnTo>
                <a:lnTo>
                  <a:pt x="589330" y="47199"/>
                </a:lnTo>
                <a:lnTo>
                  <a:pt x="588470" y="47370"/>
                </a:lnTo>
                <a:lnTo>
                  <a:pt x="587620" y="47560"/>
                </a:lnTo>
                <a:lnTo>
                  <a:pt x="586778" y="47768"/>
                </a:lnTo>
                <a:lnTo>
                  <a:pt x="585946" y="47993"/>
                </a:lnTo>
                <a:lnTo>
                  <a:pt x="585123" y="48237"/>
                </a:lnTo>
                <a:lnTo>
                  <a:pt x="584309" y="48499"/>
                </a:lnTo>
                <a:lnTo>
                  <a:pt x="583503" y="48778"/>
                </a:lnTo>
                <a:lnTo>
                  <a:pt x="582707" y="49076"/>
                </a:lnTo>
                <a:lnTo>
                  <a:pt x="581920" y="49392"/>
                </a:lnTo>
                <a:lnTo>
                  <a:pt x="581142" y="49726"/>
                </a:lnTo>
                <a:lnTo>
                  <a:pt x="580373" y="50078"/>
                </a:lnTo>
                <a:lnTo>
                  <a:pt x="579613" y="50448"/>
                </a:lnTo>
                <a:lnTo>
                  <a:pt x="578862" y="50836"/>
                </a:lnTo>
                <a:lnTo>
                  <a:pt x="578120" y="51243"/>
                </a:lnTo>
                <a:lnTo>
                  <a:pt x="577387" y="51667"/>
                </a:lnTo>
                <a:lnTo>
                  <a:pt x="576665" y="52107"/>
                </a:lnTo>
                <a:lnTo>
                  <a:pt x="575957" y="52562"/>
                </a:lnTo>
                <a:lnTo>
                  <a:pt x="575263" y="53030"/>
                </a:lnTo>
                <a:lnTo>
                  <a:pt x="574582" y="53513"/>
                </a:lnTo>
                <a:lnTo>
                  <a:pt x="573915" y="54011"/>
                </a:lnTo>
                <a:lnTo>
                  <a:pt x="573262" y="54522"/>
                </a:lnTo>
                <a:lnTo>
                  <a:pt x="572622" y="55048"/>
                </a:lnTo>
                <a:lnTo>
                  <a:pt x="571996" y="55588"/>
                </a:lnTo>
                <a:lnTo>
                  <a:pt x="571384" y="56142"/>
                </a:lnTo>
                <a:lnTo>
                  <a:pt x="570785" y="56710"/>
                </a:lnTo>
                <a:lnTo>
                  <a:pt x="570200" y="57293"/>
                </a:lnTo>
                <a:lnTo>
                  <a:pt x="569629" y="57890"/>
                </a:lnTo>
                <a:lnTo>
                  <a:pt x="569071" y="58501"/>
                </a:lnTo>
                <a:lnTo>
                  <a:pt x="568528" y="59126"/>
                </a:lnTo>
                <a:lnTo>
                  <a:pt x="567997" y="59765"/>
                </a:lnTo>
                <a:lnTo>
                  <a:pt x="567481" y="60419"/>
                </a:lnTo>
                <a:lnTo>
                  <a:pt x="566978" y="61087"/>
                </a:lnTo>
                <a:lnTo>
                  <a:pt x="566489" y="61769"/>
                </a:lnTo>
                <a:lnTo>
                  <a:pt x="566013" y="62465"/>
                </a:lnTo>
                <a:lnTo>
                  <a:pt x="565551" y="63176"/>
                </a:lnTo>
                <a:lnTo>
                  <a:pt x="565103" y="63901"/>
                </a:lnTo>
                <a:lnTo>
                  <a:pt x="564668" y="64640"/>
                </a:lnTo>
                <a:lnTo>
                  <a:pt x="564247" y="65393"/>
                </a:lnTo>
                <a:lnTo>
                  <a:pt x="563840" y="66160"/>
                </a:lnTo>
                <a:lnTo>
                  <a:pt x="563448" y="66940"/>
                </a:lnTo>
                <a:lnTo>
                  <a:pt x="563073" y="67732"/>
                </a:lnTo>
                <a:lnTo>
                  <a:pt x="562714" y="68535"/>
                </a:lnTo>
                <a:lnTo>
                  <a:pt x="562372" y="69349"/>
                </a:lnTo>
                <a:lnTo>
                  <a:pt x="562047" y="70176"/>
                </a:lnTo>
                <a:lnTo>
                  <a:pt x="561738" y="71013"/>
                </a:lnTo>
                <a:lnTo>
                  <a:pt x="561446" y="71862"/>
                </a:lnTo>
                <a:lnTo>
                  <a:pt x="561171" y="72723"/>
                </a:lnTo>
                <a:lnTo>
                  <a:pt x="560912" y="73595"/>
                </a:lnTo>
                <a:lnTo>
                  <a:pt x="560670" y="74478"/>
                </a:lnTo>
                <a:lnTo>
                  <a:pt x="560445" y="75373"/>
                </a:lnTo>
                <a:lnTo>
                  <a:pt x="560237" y="76280"/>
                </a:lnTo>
                <a:lnTo>
                  <a:pt x="560045" y="77198"/>
                </a:lnTo>
                <a:lnTo>
                  <a:pt x="559870" y="78127"/>
                </a:lnTo>
                <a:lnTo>
                  <a:pt x="559711" y="79068"/>
                </a:lnTo>
                <a:lnTo>
                  <a:pt x="559569" y="80021"/>
                </a:lnTo>
                <a:lnTo>
                  <a:pt x="559444" y="80985"/>
                </a:lnTo>
                <a:lnTo>
                  <a:pt x="559336" y="81960"/>
                </a:lnTo>
                <a:lnTo>
                  <a:pt x="559244" y="82947"/>
                </a:lnTo>
                <a:lnTo>
                  <a:pt x="559169" y="83945"/>
                </a:lnTo>
                <a:lnTo>
                  <a:pt x="559110" y="84955"/>
                </a:lnTo>
                <a:lnTo>
                  <a:pt x="559069" y="85977"/>
                </a:lnTo>
                <a:lnTo>
                  <a:pt x="559044" y="87010"/>
                </a:lnTo>
                <a:lnTo>
                  <a:pt x="559035" y="88054"/>
                </a:lnTo>
                <a:lnTo>
                  <a:pt x="559044" y="89086"/>
                </a:lnTo>
                <a:lnTo>
                  <a:pt x="559069" y="90107"/>
                </a:lnTo>
                <a:lnTo>
                  <a:pt x="559112" y="91117"/>
                </a:lnTo>
                <a:lnTo>
                  <a:pt x="559171" y="92117"/>
                </a:lnTo>
                <a:lnTo>
                  <a:pt x="559247" y="93106"/>
                </a:lnTo>
                <a:lnTo>
                  <a:pt x="559341" y="94084"/>
                </a:lnTo>
                <a:lnTo>
                  <a:pt x="559451" y="95052"/>
                </a:lnTo>
                <a:lnTo>
                  <a:pt x="559578" y="96009"/>
                </a:lnTo>
                <a:lnTo>
                  <a:pt x="559722" y="96955"/>
                </a:lnTo>
                <a:lnTo>
                  <a:pt x="559883" y="97891"/>
                </a:lnTo>
                <a:lnTo>
                  <a:pt x="560061" y="98816"/>
                </a:lnTo>
                <a:lnTo>
                  <a:pt x="560256" y="99730"/>
                </a:lnTo>
                <a:lnTo>
                  <a:pt x="560468" y="100634"/>
                </a:lnTo>
                <a:lnTo>
                  <a:pt x="560697" y="101527"/>
                </a:lnTo>
                <a:lnTo>
                  <a:pt x="560942" y="102409"/>
                </a:lnTo>
                <a:lnTo>
                  <a:pt x="561205" y="103281"/>
                </a:lnTo>
                <a:lnTo>
                  <a:pt x="561485" y="104142"/>
                </a:lnTo>
                <a:lnTo>
                  <a:pt x="561781" y="104992"/>
                </a:lnTo>
                <a:lnTo>
                  <a:pt x="562095" y="105832"/>
                </a:lnTo>
                <a:lnTo>
                  <a:pt x="562425" y="106661"/>
                </a:lnTo>
                <a:lnTo>
                  <a:pt x="562773" y="107480"/>
                </a:lnTo>
                <a:lnTo>
                  <a:pt x="563137" y="108288"/>
                </a:lnTo>
                <a:lnTo>
                  <a:pt x="563519" y="109085"/>
                </a:lnTo>
                <a:lnTo>
                  <a:pt x="563917" y="109871"/>
                </a:lnTo>
                <a:lnTo>
                  <a:pt x="564330" y="110645"/>
                </a:lnTo>
                <a:lnTo>
                  <a:pt x="564757" y="111404"/>
                </a:lnTo>
                <a:lnTo>
                  <a:pt x="565196" y="112149"/>
                </a:lnTo>
                <a:lnTo>
                  <a:pt x="565648" y="112879"/>
                </a:lnTo>
                <a:lnTo>
                  <a:pt x="566113" y="113595"/>
                </a:lnTo>
                <a:lnTo>
                  <a:pt x="566590" y="114296"/>
                </a:lnTo>
                <a:lnTo>
                  <a:pt x="567081" y="114983"/>
                </a:lnTo>
                <a:lnTo>
                  <a:pt x="567584" y="115655"/>
                </a:lnTo>
                <a:lnTo>
                  <a:pt x="568101" y="116313"/>
                </a:lnTo>
                <a:lnTo>
                  <a:pt x="568630" y="116956"/>
                </a:lnTo>
                <a:lnTo>
                  <a:pt x="569172" y="117585"/>
                </a:lnTo>
                <a:lnTo>
                  <a:pt x="569726" y="118199"/>
                </a:lnTo>
                <a:lnTo>
                  <a:pt x="570294" y="118799"/>
                </a:lnTo>
                <a:lnTo>
                  <a:pt x="570875" y="119385"/>
                </a:lnTo>
                <a:lnTo>
                  <a:pt x="571468" y="119956"/>
                </a:lnTo>
                <a:lnTo>
                  <a:pt x="572074" y="120512"/>
                </a:lnTo>
                <a:lnTo>
                  <a:pt x="572693" y="121054"/>
                </a:lnTo>
                <a:lnTo>
                  <a:pt x="573325" y="121581"/>
                </a:lnTo>
                <a:lnTo>
                  <a:pt x="573970" y="122094"/>
                </a:lnTo>
                <a:lnTo>
                  <a:pt x="574628" y="122593"/>
                </a:lnTo>
                <a:lnTo>
                  <a:pt x="575298" y="123077"/>
                </a:lnTo>
                <a:lnTo>
                  <a:pt x="575981" y="123546"/>
                </a:lnTo>
                <a:lnTo>
                  <a:pt x="576677" y="124001"/>
                </a:lnTo>
                <a:lnTo>
                  <a:pt x="577387" y="124441"/>
                </a:lnTo>
                <a:lnTo>
                  <a:pt x="578106" y="124865"/>
                </a:lnTo>
                <a:lnTo>
                  <a:pt x="578835" y="125271"/>
                </a:lnTo>
                <a:lnTo>
                  <a:pt x="579573" y="125659"/>
                </a:lnTo>
                <a:lnTo>
                  <a:pt x="580321" y="126029"/>
                </a:lnTo>
                <a:lnTo>
                  <a:pt x="581077" y="126381"/>
                </a:lnTo>
                <a:lnTo>
                  <a:pt x="581842" y="126715"/>
                </a:lnTo>
                <a:lnTo>
                  <a:pt x="582616" y="127031"/>
                </a:lnTo>
                <a:lnTo>
                  <a:pt x="583399" y="127328"/>
                </a:lnTo>
                <a:lnTo>
                  <a:pt x="584191" y="127608"/>
                </a:lnTo>
                <a:lnTo>
                  <a:pt x="584992" y="127870"/>
                </a:lnTo>
                <a:lnTo>
                  <a:pt x="585802" y="128113"/>
                </a:lnTo>
                <a:lnTo>
                  <a:pt x="586622" y="128339"/>
                </a:lnTo>
                <a:lnTo>
                  <a:pt x="587450" y="128546"/>
                </a:lnTo>
                <a:lnTo>
                  <a:pt x="588287" y="128736"/>
                </a:lnTo>
                <a:lnTo>
                  <a:pt x="589133" y="128907"/>
                </a:lnTo>
                <a:lnTo>
                  <a:pt x="589989" y="129061"/>
                </a:lnTo>
                <a:lnTo>
                  <a:pt x="590853" y="129196"/>
                </a:lnTo>
                <a:lnTo>
                  <a:pt x="591726" y="129313"/>
                </a:lnTo>
                <a:lnTo>
                  <a:pt x="592609" y="129412"/>
                </a:lnTo>
                <a:lnTo>
                  <a:pt x="593500" y="129494"/>
                </a:lnTo>
                <a:lnTo>
                  <a:pt x="594400" y="129557"/>
                </a:lnTo>
                <a:lnTo>
                  <a:pt x="595310" y="129602"/>
                </a:lnTo>
                <a:lnTo>
                  <a:pt x="596228" y="129629"/>
                </a:lnTo>
                <a:lnTo>
                  <a:pt x="597156" y="129638"/>
                </a:lnTo>
                <a:lnTo>
                  <a:pt x="597926" y="129632"/>
                </a:lnTo>
                <a:lnTo>
                  <a:pt x="598689" y="129616"/>
                </a:lnTo>
                <a:lnTo>
                  <a:pt x="599444" y="129588"/>
                </a:lnTo>
                <a:lnTo>
                  <a:pt x="600190" y="129548"/>
                </a:lnTo>
                <a:lnTo>
                  <a:pt x="600929" y="129498"/>
                </a:lnTo>
                <a:lnTo>
                  <a:pt x="601660" y="129436"/>
                </a:lnTo>
                <a:lnTo>
                  <a:pt x="602383" y="129363"/>
                </a:lnTo>
                <a:lnTo>
                  <a:pt x="603098" y="129279"/>
                </a:lnTo>
                <a:lnTo>
                  <a:pt x="603805" y="129184"/>
                </a:lnTo>
                <a:lnTo>
                  <a:pt x="604504" y="129078"/>
                </a:lnTo>
                <a:lnTo>
                  <a:pt x="605196" y="128960"/>
                </a:lnTo>
                <a:lnTo>
                  <a:pt x="605879" y="128831"/>
                </a:lnTo>
                <a:lnTo>
                  <a:pt x="606554" y="128691"/>
                </a:lnTo>
                <a:lnTo>
                  <a:pt x="607222" y="128540"/>
                </a:lnTo>
                <a:lnTo>
                  <a:pt x="607881" y="128377"/>
                </a:lnTo>
                <a:lnTo>
                  <a:pt x="608533" y="128203"/>
                </a:lnTo>
                <a:lnTo>
                  <a:pt x="609176" y="128018"/>
                </a:lnTo>
                <a:lnTo>
                  <a:pt x="609812" y="127822"/>
                </a:lnTo>
                <a:lnTo>
                  <a:pt x="610440" y="127615"/>
                </a:lnTo>
                <a:lnTo>
                  <a:pt x="611059" y="127396"/>
                </a:lnTo>
                <a:lnTo>
                  <a:pt x="611671" y="127167"/>
                </a:lnTo>
                <a:lnTo>
                  <a:pt x="612275" y="126926"/>
                </a:lnTo>
                <a:lnTo>
                  <a:pt x="612871" y="126673"/>
                </a:lnTo>
                <a:lnTo>
                  <a:pt x="613459" y="126410"/>
                </a:lnTo>
                <a:lnTo>
                  <a:pt x="614039" y="126137"/>
                </a:lnTo>
                <a:lnTo>
                  <a:pt x="614611" y="125855"/>
                </a:lnTo>
                <a:lnTo>
                  <a:pt x="615176" y="125564"/>
                </a:lnTo>
                <a:lnTo>
                  <a:pt x="615732" y="125265"/>
                </a:lnTo>
                <a:lnTo>
                  <a:pt x="616280" y="124958"/>
                </a:lnTo>
                <a:lnTo>
                  <a:pt x="616821" y="124642"/>
                </a:lnTo>
                <a:lnTo>
                  <a:pt x="617353" y="124318"/>
                </a:lnTo>
                <a:lnTo>
                  <a:pt x="617878" y="123985"/>
                </a:lnTo>
                <a:lnTo>
                  <a:pt x="618394" y="123644"/>
                </a:lnTo>
                <a:lnTo>
                  <a:pt x="618903" y="123294"/>
                </a:lnTo>
                <a:lnTo>
                  <a:pt x="619404" y="122936"/>
                </a:lnTo>
                <a:lnTo>
                  <a:pt x="619897" y="122570"/>
                </a:lnTo>
                <a:lnTo>
                  <a:pt x="620382" y="122195"/>
                </a:lnTo>
                <a:lnTo>
                  <a:pt x="620859" y="121811"/>
                </a:lnTo>
                <a:lnTo>
                  <a:pt x="621328" y="121419"/>
                </a:lnTo>
                <a:lnTo>
                  <a:pt x="621789" y="121019"/>
                </a:lnTo>
                <a:lnTo>
                  <a:pt x="622242" y="120610"/>
                </a:lnTo>
                <a:lnTo>
                  <a:pt x="622688" y="120192"/>
                </a:lnTo>
                <a:lnTo>
                  <a:pt x="623125" y="119766"/>
                </a:lnTo>
                <a:lnTo>
                  <a:pt x="623555" y="119332"/>
                </a:lnTo>
                <a:lnTo>
                  <a:pt x="623976" y="118889"/>
                </a:lnTo>
                <a:lnTo>
                  <a:pt x="624390" y="118438"/>
                </a:lnTo>
                <a:lnTo>
                  <a:pt x="624795" y="117978"/>
                </a:lnTo>
                <a:lnTo>
                  <a:pt x="625193" y="117510"/>
                </a:lnTo>
                <a:lnTo>
                  <a:pt x="625582" y="117035"/>
                </a:lnTo>
                <a:lnTo>
                  <a:pt x="625961" y="116555"/>
                </a:lnTo>
                <a:lnTo>
                  <a:pt x="626330" y="116070"/>
                </a:lnTo>
                <a:lnTo>
                  <a:pt x="626690" y="115580"/>
                </a:lnTo>
                <a:lnTo>
                  <a:pt x="627039" y="115086"/>
                </a:lnTo>
                <a:lnTo>
                  <a:pt x="627379" y="114586"/>
                </a:lnTo>
                <a:lnTo>
                  <a:pt x="627709" y="114081"/>
                </a:lnTo>
                <a:lnTo>
                  <a:pt x="628029" y="113572"/>
                </a:lnTo>
                <a:lnTo>
                  <a:pt x="628339" y="113058"/>
                </a:lnTo>
                <a:lnTo>
                  <a:pt x="628639" y="112538"/>
                </a:lnTo>
                <a:lnTo>
                  <a:pt x="628929" y="112014"/>
                </a:lnTo>
                <a:lnTo>
                  <a:pt x="629210" y="111485"/>
                </a:lnTo>
                <a:lnTo>
                  <a:pt x="629481" y="110951"/>
                </a:lnTo>
                <a:lnTo>
                  <a:pt x="629742" y="110412"/>
                </a:lnTo>
                <a:lnTo>
                  <a:pt x="629993" y="109868"/>
                </a:lnTo>
                <a:lnTo>
                  <a:pt x="630234" y="109319"/>
                </a:lnTo>
                <a:lnTo>
                  <a:pt x="630466" y="108766"/>
                </a:lnTo>
                <a:lnTo>
                  <a:pt x="630687" y="108207"/>
                </a:lnTo>
                <a:lnTo>
                  <a:pt x="630899" y="107643"/>
                </a:lnTo>
                <a:lnTo>
                  <a:pt x="631101" y="107075"/>
                </a:lnTo>
                <a:lnTo>
                  <a:pt x="631293" y="106501"/>
                </a:lnTo>
                <a:lnTo>
                  <a:pt x="631475" y="105923"/>
                </a:lnTo>
                <a:lnTo>
                  <a:pt x="631648" y="105340"/>
                </a:lnTo>
                <a:lnTo>
                  <a:pt x="631810" y="104752"/>
                </a:lnTo>
                <a:lnTo>
                  <a:pt x="618735" y="104752"/>
                </a:lnTo>
                <a:lnTo>
                  <a:pt x="618533" y="105272"/>
                </a:lnTo>
                <a:lnTo>
                  <a:pt x="618320" y="105783"/>
                </a:lnTo>
                <a:lnTo>
                  <a:pt x="618096" y="106286"/>
                </a:lnTo>
                <a:lnTo>
                  <a:pt x="617862" y="106779"/>
                </a:lnTo>
                <a:lnTo>
                  <a:pt x="617617" y="107264"/>
                </a:lnTo>
                <a:lnTo>
                  <a:pt x="617361" y="107739"/>
                </a:lnTo>
                <a:lnTo>
                  <a:pt x="617095" y="108205"/>
                </a:lnTo>
                <a:lnTo>
                  <a:pt x="616818" y="108663"/>
                </a:lnTo>
                <a:lnTo>
                  <a:pt x="616531" y="109111"/>
                </a:lnTo>
                <a:lnTo>
                  <a:pt x="616233" y="109550"/>
                </a:lnTo>
                <a:lnTo>
                  <a:pt x="615924" y="109980"/>
                </a:lnTo>
                <a:lnTo>
                  <a:pt x="615604" y="110402"/>
                </a:lnTo>
                <a:lnTo>
                  <a:pt x="615274" y="110814"/>
                </a:lnTo>
                <a:lnTo>
                  <a:pt x="614933" y="111217"/>
                </a:lnTo>
                <a:lnTo>
                  <a:pt x="614582" y="111611"/>
                </a:lnTo>
                <a:lnTo>
                  <a:pt x="614219" y="111996"/>
                </a:lnTo>
                <a:lnTo>
                  <a:pt x="613846" y="112373"/>
                </a:lnTo>
                <a:lnTo>
                  <a:pt x="613463" y="112740"/>
                </a:lnTo>
                <a:lnTo>
                  <a:pt x="613069" y="113098"/>
                </a:lnTo>
                <a:lnTo>
                  <a:pt x="612664" y="113447"/>
                </a:lnTo>
                <a:lnTo>
                  <a:pt x="612248" y="113787"/>
                </a:lnTo>
                <a:lnTo>
                  <a:pt x="611822" y="114118"/>
                </a:lnTo>
                <a:lnTo>
                  <a:pt x="611385" y="114440"/>
                </a:lnTo>
                <a:lnTo>
                  <a:pt x="610938" y="114753"/>
                </a:lnTo>
                <a:lnTo>
                  <a:pt x="610480" y="115055"/>
                </a:lnTo>
                <a:lnTo>
                  <a:pt x="610012" y="115344"/>
                </a:lnTo>
                <a:lnTo>
                  <a:pt x="609534" y="115620"/>
                </a:lnTo>
                <a:lnTo>
                  <a:pt x="609045" y="115884"/>
                </a:lnTo>
                <a:lnTo>
                  <a:pt x="608547" y="116134"/>
                </a:lnTo>
                <a:lnTo>
                  <a:pt x="608038" y="116372"/>
                </a:lnTo>
                <a:lnTo>
                  <a:pt x="607520" y="116597"/>
                </a:lnTo>
                <a:lnTo>
                  <a:pt x="606991" y="116809"/>
                </a:lnTo>
                <a:lnTo>
                  <a:pt x="606452" y="117008"/>
                </a:lnTo>
                <a:lnTo>
                  <a:pt x="605903" y="117195"/>
                </a:lnTo>
                <a:lnTo>
                  <a:pt x="605344" y="117368"/>
                </a:lnTo>
                <a:lnTo>
                  <a:pt x="604775" y="117529"/>
                </a:lnTo>
                <a:lnTo>
                  <a:pt x="604196" y="117677"/>
                </a:lnTo>
                <a:lnTo>
                  <a:pt x="603606" y="117812"/>
                </a:lnTo>
                <a:lnTo>
                  <a:pt x="603007" y="117934"/>
                </a:lnTo>
                <a:lnTo>
                  <a:pt x="602397" y="118043"/>
                </a:lnTo>
                <a:lnTo>
                  <a:pt x="601777" y="118139"/>
                </a:lnTo>
                <a:lnTo>
                  <a:pt x="601147" y="118223"/>
                </a:lnTo>
                <a:lnTo>
                  <a:pt x="600507" y="118294"/>
                </a:lnTo>
                <a:lnTo>
                  <a:pt x="599857" y="118351"/>
                </a:lnTo>
                <a:lnTo>
                  <a:pt x="599197" y="118396"/>
                </a:lnTo>
                <a:lnTo>
                  <a:pt x="598527" y="118429"/>
                </a:lnTo>
                <a:lnTo>
                  <a:pt x="597846" y="118448"/>
                </a:lnTo>
                <a:lnTo>
                  <a:pt x="597156" y="118454"/>
                </a:lnTo>
                <a:lnTo>
                  <a:pt x="596606" y="118448"/>
                </a:lnTo>
                <a:lnTo>
                  <a:pt x="596059" y="118431"/>
                </a:lnTo>
                <a:lnTo>
                  <a:pt x="595515" y="118403"/>
                </a:lnTo>
                <a:lnTo>
                  <a:pt x="594974" y="118362"/>
                </a:lnTo>
                <a:lnTo>
                  <a:pt x="594436" y="118311"/>
                </a:lnTo>
                <a:lnTo>
                  <a:pt x="593901" y="118248"/>
                </a:lnTo>
                <a:lnTo>
                  <a:pt x="593370" y="118173"/>
                </a:lnTo>
                <a:lnTo>
                  <a:pt x="592841" y="118087"/>
                </a:lnTo>
                <a:lnTo>
                  <a:pt x="592315" y="117989"/>
                </a:lnTo>
                <a:lnTo>
                  <a:pt x="591792" y="117880"/>
                </a:lnTo>
                <a:lnTo>
                  <a:pt x="591272" y="117759"/>
                </a:lnTo>
                <a:lnTo>
                  <a:pt x="590756" y="117627"/>
                </a:lnTo>
                <a:lnTo>
                  <a:pt x="590242" y="117484"/>
                </a:lnTo>
                <a:lnTo>
                  <a:pt x="589731" y="117329"/>
                </a:lnTo>
                <a:lnTo>
                  <a:pt x="589223" y="117162"/>
                </a:lnTo>
                <a:lnTo>
                  <a:pt x="588719" y="116984"/>
                </a:lnTo>
                <a:lnTo>
                  <a:pt x="588217" y="116795"/>
                </a:lnTo>
                <a:lnTo>
                  <a:pt x="587718" y="116594"/>
                </a:lnTo>
                <a:lnTo>
                  <a:pt x="587223" y="116381"/>
                </a:lnTo>
                <a:lnTo>
                  <a:pt x="586730" y="116157"/>
                </a:lnTo>
                <a:lnTo>
                  <a:pt x="586240" y="115922"/>
                </a:lnTo>
                <a:lnTo>
                  <a:pt x="585754" y="115675"/>
                </a:lnTo>
                <a:lnTo>
                  <a:pt x="585270" y="115417"/>
                </a:lnTo>
                <a:lnTo>
                  <a:pt x="584789" y="115147"/>
                </a:lnTo>
                <a:lnTo>
                  <a:pt x="584314" y="114866"/>
                </a:lnTo>
                <a:lnTo>
                  <a:pt x="583847" y="114573"/>
                </a:lnTo>
                <a:lnTo>
                  <a:pt x="583387" y="114268"/>
                </a:lnTo>
                <a:lnTo>
                  <a:pt x="582934" y="113953"/>
                </a:lnTo>
                <a:lnTo>
                  <a:pt x="582490" y="113625"/>
                </a:lnTo>
                <a:lnTo>
                  <a:pt x="582053" y="113287"/>
                </a:lnTo>
                <a:lnTo>
                  <a:pt x="581623" y="112936"/>
                </a:lnTo>
                <a:lnTo>
                  <a:pt x="581201" y="112575"/>
                </a:lnTo>
                <a:lnTo>
                  <a:pt x="580787" y="112201"/>
                </a:lnTo>
                <a:lnTo>
                  <a:pt x="580381" y="111817"/>
                </a:lnTo>
                <a:lnTo>
                  <a:pt x="579982" y="111420"/>
                </a:lnTo>
                <a:lnTo>
                  <a:pt x="579591" y="111013"/>
                </a:lnTo>
                <a:lnTo>
                  <a:pt x="579208" y="110594"/>
                </a:lnTo>
                <a:lnTo>
                  <a:pt x="578832" y="110163"/>
                </a:lnTo>
                <a:lnTo>
                  <a:pt x="578464" y="109721"/>
                </a:lnTo>
                <a:lnTo>
                  <a:pt x="578103" y="109267"/>
                </a:lnTo>
                <a:lnTo>
                  <a:pt x="577750" y="108802"/>
                </a:lnTo>
                <a:lnTo>
                  <a:pt x="577405" y="108326"/>
                </a:lnTo>
                <a:lnTo>
                  <a:pt x="577068" y="107838"/>
                </a:lnTo>
                <a:lnTo>
                  <a:pt x="576738" y="107338"/>
                </a:lnTo>
                <a:lnTo>
                  <a:pt x="576416" y="106827"/>
                </a:lnTo>
                <a:lnTo>
                  <a:pt x="576101" y="106305"/>
                </a:lnTo>
                <a:lnTo>
                  <a:pt x="575794" y="105771"/>
                </a:lnTo>
                <a:lnTo>
                  <a:pt x="575495" y="105225"/>
                </a:lnTo>
                <a:lnTo>
                  <a:pt x="575206" y="104668"/>
                </a:lnTo>
                <a:lnTo>
                  <a:pt x="574929" y="104100"/>
                </a:lnTo>
                <a:lnTo>
                  <a:pt x="574665" y="103522"/>
                </a:lnTo>
                <a:lnTo>
                  <a:pt x="574412" y="102932"/>
                </a:lnTo>
                <a:lnTo>
                  <a:pt x="574173" y="102331"/>
                </a:lnTo>
                <a:lnTo>
                  <a:pt x="573945" y="101720"/>
                </a:lnTo>
                <a:lnTo>
                  <a:pt x="573730" y="101097"/>
                </a:lnTo>
                <a:lnTo>
                  <a:pt x="573527" y="100464"/>
                </a:lnTo>
                <a:lnTo>
                  <a:pt x="573336" y="99820"/>
                </a:lnTo>
                <a:lnTo>
                  <a:pt x="573158" y="99164"/>
                </a:lnTo>
                <a:lnTo>
                  <a:pt x="572992" y="98498"/>
                </a:lnTo>
                <a:lnTo>
                  <a:pt x="572838" y="97821"/>
                </a:lnTo>
                <a:lnTo>
                  <a:pt x="572696" y="97133"/>
                </a:lnTo>
                <a:lnTo>
                  <a:pt x="572567" y="96434"/>
                </a:lnTo>
                <a:lnTo>
                  <a:pt x="572450" y="95724"/>
                </a:lnTo>
                <a:lnTo>
                  <a:pt x="572346" y="95003"/>
                </a:lnTo>
                <a:lnTo>
                  <a:pt x="572253" y="94271"/>
                </a:lnTo>
                <a:lnTo>
                  <a:pt x="572174" y="93528"/>
                </a:lnTo>
                <a:lnTo>
                  <a:pt x="572106" y="92775"/>
                </a:lnTo>
                <a:lnTo>
                  <a:pt x="572051" y="92010"/>
                </a:lnTo>
                <a:lnTo>
                  <a:pt x="572007" y="91235"/>
                </a:lnTo>
                <a:lnTo>
                  <a:pt x="572000" y="91047"/>
                </a:lnTo>
                <a:lnTo>
                  <a:pt x="633858" y="91047"/>
                </a:lnTo>
                <a:lnTo>
                  <a:pt x="633871" y="90864"/>
                </a:lnTo>
                <a:lnTo>
                  <a:pt x="633883" y="90682"/>
                </a:lnTo>
                <a:lnTo>
                  <a:pt x="633895" y="90503"/>
                </a:lnTo>
                <a:lnTo>
                  <a:pt x="633906" y="90325"/>
                </a:lnTo>
                <a:close/>
                <a:moveTo>
                  <a:pt x="572439" y="78226"/>
                </a:moveTo>
                <a:lnTo>
                  <a:pt x="572554" y="77587"/>
                </a:lnTo>
                <a:lnTo>
                  <a:pt x="572680" y="76958"/>
                </a:lnTo>
                <a:lnTo>
                  <a:pt x="572819" y="76339"/>
                </a:lnTo>
                <a:lnTo>
                  <a:pt x="572969" y="75731"/>
                </a:lnTo>
                <a:lnTo>
                  <a:pt x="573131" y="75132"/>
                </a:lnTo>
                <a:lnTo>
                  <a:pt x="573306" y="74544"/>
                </a:lnTo>
                <a:lnTo>
                  <a:pt x="573493" y="73965"/>
                </a:lnTo>
                <a:lnTo>
                  <a:pt x="573691" y="73397"/>
                </a:lnTo>
                <a:lnTo>
                  <a:pt x="573902" y="72839"/>
                </a:lnTo>
                <a:lnTo>
                  <a:pt x="574124" y="72291"/>
                </a:lnTo>
                <a:lnTo>
                  <a:pt x="574359" y="71753"/>
                </a:lnTo>
                <a:lnTo>
                  <a:pt x="574606" y="71225"/>
                </a:lnTo>
                <a:lnTo>
                  <a:pt x="574864" y="70708"/>
                </a:lnTo>
                <a:lnTo>
                  <a:pt x="575135" y="70200"/>
                </a:lnTo>
                <a:lnTo>
                  <a:pt x="575418" y="69703"/>
                </a:lnTo>
                <a:lnTo>
                  <a:pt x="575711" y="69216"/>
                </a:lnTo>
                <a:lnTo>
                  <a:pt x="576012" y="68738"/>
                </a:lnTo>
                <a:lnTo>
                  <a:pt x="576320" y="68270"/>
                </a:lnTo>
                <a:lnTo>
                  <a:pt x="576637" y="67812"/>
                </a:lnTo>
                <a:lnTo>
                  <a:pt x="576961" y="67364"/>
                </a:lnTo>
                <a:lnTo>
                  <a:pt x="577294" y="66926"/>
                </a:lnTo>
                <a:lnTo>
                  <a:pt x="577634" y="66498"/>
                </a:lnTo>
                <a:lnTo>
                  <a:pt x="577982" y="66079"/>
                </a:lnTo>
                <a:lnTo>
                  <a:pt x="578339" y="65671"/>
                </a:lnTo>
                <a:lnTo>
                  <a:pt x="578703" y="65272"/>
                </a:lnTo>
                <a:lnTo>
                  <a:pt x="579075" y="64883"/>
                </a:lnTo>
                <a:lnTo>
                  <a:pt x="579455" y="64504"/>
                </a:lnTo>
                <a:lnTo>
                  <a:pt x="579843" y="64135"/>
                </a:lnTo>
                <a:lnTo>
                  <a:pt x="580239" y="63775"/>
                </a:lnTo>
                <a:lnTo>
                  <a:pt x="580642" y="63426"/>
                </a:lnTo>
                <a:lnTo>
                  <a:pt x="581054" y="63086"/>
                </a:lnTo>
                <a:lnTo>
                  <a:pt x="581474" y="62756"/>
                </a:lnTo>
                <a:lnTo>
                  <a:pt x="581901" y="62436"/>
                </a:lnTo>
                <a:lnTo>
                  <a:pt x="582337" y="62126"/>
                </a:lnTo>
                <a:lnTo>
                  <a:pt x="582780" y="61826"/>
                </a:lnTo>
                <a:lnTo>
                  <a:pt x="583232" y="61536"/>
                </a:lnTo>
                <a:lnTo>
                  <a:pt x="583691" y="61255"/>
                </a:lnTo>
                <a:lnTo>
                  <a:pt x="584158" y="60984"/>
                </a:lnTo>
                <a:lnTo>
                  <a:pt x="584633" y="60723"/>
                </a:lnTo>
                <a:lnTo>
                  <a:pt x="585114" y="60473"/>
                </a:lnTo>
                <a:lnTo>
                  <a:pt x="585599" y="60233"/>
                </a:lnTo>
                <a:lnTo>
                  <a:pt x="586087" y="60003"/>
                </a:lnTo>
                <a:lnTo>
                  <a:pt x="586578" y="59785"/>
                </a:lnTo>
                <a:lnTo>
                  <a:pt x="587073" y="59577"/>
                </a:lnTo>
                <a:lnTo>
                  <a:pt x="587572" y="59379"/>
                </a:lnTo>
                <a:lnTo>
                  <a:pt x="588074" y="59193"/>
                </a:lnTo>
                <a:lnTo>
                  <a:pt x="588580" y="59017"/>
                </a:lnTo>
                <a:lnTo>
                  <a:pt x="589089" y="58851"/>
                </a:lnTo>
                <a:lnTo>
                  <a:pt x="589602" y="58697"/>
                </a:lnTo>
                <a:lnTo>
                  <a:pt x="590119" y="58553"/>
                </a:lnTo>
                <a:lnTo>
                  <a:pt x="590639" y="58420"/>
                </a:lnTo>
                <a:lnTo>
                  <a:pt x="591162" y="58297"/>
                </a:lnTo>
                <a:lnTo>
                  <a:pt x="591689" y="58185"/>
                </a:lnTo>
                <a:lnTo>
                  <a:pt x="592220" y="58084"/>
                </a:lnTo>
                <a:lnTo>
                  <a:pt x="592754" y="57993"/>
                </a:lnTo>
                <a:lnTo>
                  <a:pt x="593292" y="57913"/>
                </a:lnTo>
                <a:lnTo>
                  <a:pt x="593833" y="57844"/>
                </a:lnTo>
                <a:lnTo>
                  <a:pt x="594378" y="57785"/>
                </a:lnTo>
                <a:lnTo>
                  <a:pt x="594926" y="57737"/>
                </a:lnTo>
                <a:lnTo>
                  <a:pt x="595478" y="57700"/>
                </a:lnTo>
                <a:lnTo>
                  <a:pt x="596034" y="57673"/>
                </a:lnTo>
                <a:lnTo>
                  <a:pt x="596593" y="57657"/>
                </a:lnTo>
                <a:lnTo>
                  <a:pt x="597156" y="57652"/>
                </a:lnTo>
                <a:lnTo>
                  <a:pt x="597990" y="57662"/>
                </a:lnTo>
                <a:lnTo>
                  <a:pt x="598812" y="57694"/>
                </a:lnTo>
                <a:lnTo>
                  <a:pt x="599623" y="57748"/>
                </a:lnTo>
                <a:lnTo>
                  <a:pt x="600422" y="57822"/>
                </a:lnTo>
                <a:lnTo>
                  <a:pt x="601209" y="57918"/>
                </a:lnTo>
                <a:lnTo>
                  <a:pt x="601984" y="58036"/>
                </a:lnTo>
                <a:lnTo>
                  <a:pt x="602748" y="58174"/>
                </a:lnTo>
                <a:lnTo>
                  <a:pt x="603500" y="58334"/>
                </a:lnTo>
                <a:lnTo>
                  <a:pt x="604240" y="58516"/>
                </a:lnTo>
                <a:lnTo>
                  <a:pt x="604968" y="58718"/>
                </a:lnTo>
                <a:lnTo>
                  <a:pt x="605685" y="58942"/>
                </a:lnTo>
                <a:lnTo>
                  <a:pt x="606390" y="59187"/>
                </a:lnTo>
                <a:lnTo>
                  <a:pt x="607083" y="59454"/>
                </a:lnTo>
                <a:lnTo>
                  <a:pt x="607764" y="59742"/>
                </a:lnTo>
                <a:lnTo>
                  <a:pt x="608433" y="60051"/>
                </a:lnTo>
                <a:lnTo>
                  <a:pt x="609091" y="60382"/>
                </a:lnTo>
                <a:lnTo>
                  <a:pt x="609737" y="60734"/>
                </a:lnTo>
                <a:lnTo>
                  <a:pt x="610372" y="61107"/>
                </a:lnTo>
                <a:lnTo>
                  <a:pt x="610994" y="61502"/>
                </a:lnTo>
                <a:lnTo>
                  <a:pt x="611605" y="61918"/>
                </a:lnTo>
                <a:lnTo>
                  <a:pt x="612204" y="62355"/>
                </a:lnTo>
                <a:lnTo>
                  <a:pt x="612791" y="62814"/>
                </a:lnTo>
                <a:lnTo>
                  <a:pt x="613366" y="63294"/>
                </a:lnTo>
                <a:lnTo>
                  <a:pt x="613930" y="63795"/>
                </a:lnTo>
                <a:lnTo>
                  <a:pt x="614477" y="64315"/>
                </a:lnTo>
                <a:lnTo>
                  <a:pt x="615003" y="64852"/>
                </a:lnTo>
                <a:lnTo>
                  <a:pt x="615507" y="65405"/>
                </a:lnTo>
                <a:lnTo>
                  <a:pt x="615989" y="65974"/>
                </a:lnTo>
                <a:lnTo>
                  <a:pt x="616450" y="66560"/>
                </a:lnTo>
                <a:lnTo>
                  <a:pt x="616889" y="67162"/>
                </a:lnTo>
                <a:lnTo>
                  <a:pt x="617307" y="67781"/>
                </a:lnTo>
                <a:lnTo>
                  <a:pt x="617703" y="68416"/>
                </a:lnTo>
                <a:lnTo>
                  <a:pt x="618077" y="69067"/>
                </a:lnTo>
                <a:lnTo>
                  <a:pt x="618430" y="69735"/>
                </a:lnTo>
                <a:lnTo>
                  <a:pt x="618761" y="70419"/>
                </a:lnTo>
                <a:lnTo>
                  <a:pt x="619070" y="71120"/>
                </a:lnTo>
                <a:lnTo>
                  <a:pt x="619358" y="71837"/>
                </a:lnTo>
                <a:lnTo>
                  <a:pt x="619624" y="72570"/>
                </a:lnTo>
                <a:lnTo>
                  <a:pt x="619869" y="73320"/>
                </a:lnTo>
                <a:lnTo>
                  <a:pt x="620092" y="74087"/>
                </a:lnTo>
                <a:lnTo>
                  <a:pt x="620293" y="74869"/>
                </a:lnTo>
                <a:lnTo>
                  <a:pt x="620473" y="75668"/>
                </a:lnTo>
                <a:lnTo>
                  <a:pt x="620631" y="76484"/>
                </a:lnTo>
                <a:lnTo>
                  <a:pt x="620768" y="77316"/>
                </a:lnTo>
                <a:lnTo>
                  <a:pt x="620882" y="78164"/>
                </a:lnTo>
                <a:lnTo>
                  <a:pt x="620976" y="79029"/>
                </a:lnTo>
                <a:lnTo>
                  <a:pt x="621047" y="79910"/>
                </a:lnTo>
                <a:lnTo>
                  <a:pt x="621098" y="80807"/>
                </a:lnTo>
                <a:lnTo>
                  <a:pt x="572110" y="80807"/>
                </a:lnTo>
                <a:lnTo>
                  <a:pt x="572169" y="80203"/>
                </a:lnTo>
                <a:lnTo>
                  <a:pt x="572247" y="79534"/>
                </a:lnTo>
                <a:lnTo>
                  <a:pt x="572337" y="78875"/>
                </a:lnTo>
                <a:lnTo>
                  <a:pt x="572439" y="78226"/>
                </a:lnTo>
                <a:close/>
                <a:moveTo>
                  <a:pt x="10409" y="128465"/>
                </a:moveTo>
                <a:lnTo>
                  <a:pt x="10715" y="128424"/>
                </a:lnTo>
                <a:lnTo>
                  <a:pt x="11016" y="128375"/>
                </a:lnTo>
                <a:lnTo>
                  <a:pt x="11312" y="128316"/>
                </a:lnTo>
                <a:lnTo>
                  <a:pt x="11603" y="128248"/>
                </a:lnTo>
                <a:lnTo>
                  <a:pt x="11889" y="128172"/>
                </a:lnTo>
                <a:lnTo>
                  <a:pt x="12171" y="128086"/>
                </a:lnTo>
                <a:lnTo>
                  <a:pt x="12447" y="127991"/>
                </a:lnTo>
                <a:lnTo>
                  <a:pt x="12718" y="127888"/>
                </a:lnTo>
                <a:lnTo>
                  <a:pt x="12985" y="127775"/>
                </a:lnTo>
                <a:lnTo>
                  <a:pt x="13247" y="127653"/>
                </a:lnTo>
                <a:lnTo>
                  <a:pt x="13503" y="127522"/>
                </a:lnTo>
                <a:lnTo>
                  <a:pt x="13755" y="127382"/>
                </a:lnTo>
                <a:lnTo>
                  <a:pt x="14002" y="127233"/>
                </a:lnTo>
                <a:lnTo>
                  <a:pt x="14244" y="127076"/>
                </a:lnTo>
                <a:lnTo>
                  <a:pt x="14481" y="126909"/>
                </a:lnTo>
                <a:lnTo>
                  <a:pt x="14713" y="126733"/>
                </a:lnTo>
                <a:lnTo>
                  <a:pt x="14940" y="126548"/>
                </a:lnTo>
                <a:lnTo>
                  <a:pt x="15162" y="126354"/>
                </a:lnTo>
                <a:lnTo>
                  <a:pt x="15379" y="126151"/>
                </a:lnTo>
                <a:lnTo>
                  <a:pt x="15592" y="125939"/>
                </a:lnTo>
                <a:lnTo>
                  <a:pt x="15798" y="125720"/>
                </a:lnTo>
                <a:lnTo>
                  <a:pt x="15995" y="125497"/>
                </a:lnTo>
                <a:lnTo>
                  <a:pt x="16183" y="125270"/>
                </a:lnTo>
                <a:lnTo>
                  <a:pt x="16362" y="125039"/>
                </a:lnTo>
                <a:lnTo>
                  <a:pt x="16533" y="124804"/>
                </a:lnTo>
                <a:lnTo>
                  <a:pt x="16695" y="124565"/>
                </a:lnTo>
                <a:lnTo>
                  <a:pt x="16848" y="124321"/>
                </a:lnTo>
                <a:lnTo>
                  <a:pt x="16993" y="124074"/>
                </a:lnTo>
                <a:lnTo>
                  <a:pt x="17128" y="123822"/>
                </a:lnTo>
                <a:lnTo>
                  <a:pt x="17255" y="123567"/>
                </a:lnTo>
                <a:lnTo>
                  <a:pt x="17373" y="123307"/>
                </a:lnTo>
                <a:lnTo>
                  <a:pt x="17483" y="123043"/>
                </a:lnTo>
                <a:lnTo>
                  <a:pt x="17584" y="122775"/>
                </a:lnTo>
                <a:lnTo>
                  <a:pt x="17675" y="122503"/>
                </a:lnTo>
                <a:lnTo>
                  <a:pt x="17759" y="122227"/>
                </a:lnTo>
                <a:lnTo>
                  <a:pt x="17833" y="121947"/>
                </a:lnTo>
                <a:lnTo>
                  <a:pt x="17899" y="121663"/>
                </a:lnTo>
                <a:lnTo>
                  <a:pt x="17956" y="121374"/>
                </a:lnTo>
                <a:lnTo>
                  <a:pt x="18004" y="121082"/>
                </a:lnTo>
                <a:lnTo>
                  <a:pt x="18043" y="120785"/>
                </a:lnTo>
                <a:lnTo>
                  <a:pt x="18074" y="120484"/>
                </a:lnTo>
                <a:lnTo>
                  <a:pt x="18096" y="120179"/>
                </a:lnTo>
                <a:lnTo>
                  <a:pt x="18109" y="119870"/>
                </a:lnTo>
                <a:lnTo>
                  <a:pt x="18113" y="119557"/>
                </a:lnTo>
                <a:lnTo>
                  <a:pt x="18109" y="119244"/>
                </a:lnTo>
                <a:lnTo>
                  <a:pt x="18096" y="118936"/>
                </a:lnTo>
                <a:lnTo>
                  <a:pt x="18074" y="118631"/>
                </a:lnTo>
                <a:lnTo>
                  <a:pt x="18043" y="118330"/>
                </a:lnTo>
                <a:lnTo>
                  <a:pt x="18004" y="118033"/>
                </a:lnTo>
                <a:lnTo>
                  <a:pt x="17956" y="117741"/>
                </a:lnTo>
                <a:lnTo>
                  <a:pt x="17899" y="117453"/>
                </a:lnTo>
                <a:lnTo>
                  <a:pt x="17833" y="117168"/>
                </a:lnTo>
                <a:lnTo>
                  <a:pt x="17759" y="116888"/>
                </a:lnTo>
                <a:lnTo>
                  <a:pt x="17675" y="116612"/>
                </a:lnTo>
                <a:lnTo>
                  <a:pt x="17584" y="116340"/>
                </a:lnTo>
                <a:lnTo>
                  <a:pt x="17483" y="116072"/>
                </a:lnTo>
                <a:lnTo>
                  <a:pt x="17373" y="115809"/>
                </a:lnTo>
                <a:lnTo>
                  <a:pt x="17255" y="115549"/>
                </a:lnTo>
                <a:lnTo>
                  <a:pt x="17128" y="115293"/>
                </a:lnTo>
                <a:lnTo>
                  <a:pt x="16993" y="115042"/>
                </a:lnTo>
                <a:lnTo>
                  <a:pt x="16848" y="114795"/>
                </a:lnTo>
                <a:lnTo>
                  <a:pt x="16695" y="114551"/>
                </a:lnTo>
                <a:lnTo>
                  <a:pt x="16533" y="114312"/>
                </a:lnTo>
                <a:lnTo>
                  <a:pt x="16362" y="114077"/>
                </a:lnTo>
                <a:lnTo>
                  <a:pt x="16183" y="113846"/>
                </a:lnTo>
                <a:lnTo>
                  <a:pt x="15995" y="113620"/>
                </a:lnTo>
                <a:lnTo>
                  <a:pt x="15798" y="113397"/>
                </a:lnTo>
                <a:lnTo>
                  <a:pt x="15592" y="113178"/>
                </a:lnTo>
                <a:lnTo>
                  <a:pt x="15379" y="112966"/>
                </a:lnTo>
                <a:lnTo>
                  <a:pt x="15162" y="112763"/>
                </a:lnTo>
                <a:lnTo>
                  <a:pt x="14940" y="112569"/>
                </a:lnTo>
                <a:lnTo>
                  <a:pt x="14713" y="112385"/>
                </a:lnTo>
                <a:lnTo>
                  <a:pt x="14481" y="112209"/>
                </a:lnTo>
                <a:lnTo>
                  <a:pt x="14244" y="112042"/>
                </a:lnTo>
                <a:lnTo>
                  <a:pt x="14002" y="111884"/>
                </a:lnTo>
                <a:lnTo>
                  <a:pt x="13755" y="111735"/>
                </a:lnTo>
                <a:lnTo>
                  <a:pt x="13503" y="111595"/>
                </a:lnTo>
                <a:lnTo>
                  <a:pt x="13247" y="111464"/>
                </a:lnTo>
                <a:lnTo>
                  <a:pt x="12985" y="111343"/>
                </a:lnTo>
                <a:lnTo>
                  <a:pt x="12718" y="111230"/>
                </a:lnTo>
                <a:lnTo>
                  <a:pt x="12447" y="111126"/>
                </a:lnTo>
                <a:lnTo>
                  <a:pt x="12171" y="111031"/>
                </a:lnTo>
                <a:lnTo>
                  <a:pt x="11889" y="110946"/>
                </a:lnTo>
                <a:lnTo>
                  <a:pt x="11603" y="110869"/>
                </a:lnTo>
                <a:lnTo>
                  <a:pt x="11312" y="110801"/>
                </a:lnTo>
                <a:lnTo>
                  <a:pt x="11016" y="110743"/>
                </a:lnTo>
                <a:lnTo>
                  <a:pt x="10715" y="110693"/>
                </a:lnTo>
                <a:lnTo>
                  <a:pt x="10409" y="110652"/>
                </a:lnTo>
                <a:lnTo>
                  <a:pt x="10098" y="110621"/>
                </a:lnTo>
                <a:lnTo>
                  <a:pt x="9782" y="110598"/>
                </a:lnTo>
                <a:lnTo>
                  <a:pt x="9462" y="110585"/>
                </a:lnTo>
                <a:lnTo>
                  <a:pt x="9136" y="110580"/>
                </a:lnTo>
                <a:lnTo>
                  <a:pt x="8810" y="110585"/>
                </a:lnTo>
                <a:lnTo>
                  <a:pt x="8489" y="110598"/>
                </a:lnTo>
                <a:lnTo>
                  <a:pt x="8172" y="110621"/>
                </a:lnTo>
                <a:lnTo>
                  <a:pt x="7860" y="110652"/>
                </a:lnTo>
                <a:lnTo>
                  <a:pt x="7553" y="110693"/>
                </a:lnTo>
                <a:lnTo>
                  <a:pt x="7250" y="110743"/>
                </a:lnTo>
                <a:lnTo>
                  <a:pt x="6952" y="110801"/>
                </a:lnTo>
                <a:lnTo>
                  <a:pt x="6659" y="110869"/>
                </a:lnTo>
                <a:lnTo>
                  <a:pt x="6370" y="110946"/>
                </a:lnTo>
                <a:lnTo>
                  <a:pt x="6086" y="111031"/>
                </a:lnTo>
                <a:lnTo>
                  <a:pt x="5807" y="111126"/>
                </a:lnTo>
                <a:lnTo>
                  <a:pt x="5532" y="111230"/>
                </a:lnTo>
                <a:lnTo>
                  <a:pt x="5262" y="111343"/>
                </a:lnTo>
                <a:lnTo>
                  <a:pt x="4996" y="111464"/>
                </a:lnTo>
                <a:lnTo>
                  <a:pt x="4736" y="111595"/>
                </a:lnTo>
                <a:lnTo>
                  <a:pt x="4479" y="111735"/>
                </a:lnTo>
                <a:lnTo>
                  <a:pt x="4228" y="111884"/>
                </a:lnTo>
                <a:lnTo>
                  <a:pt x="3981" y="112042"/>
                </a:lnTo>
                <a:lnTo>
                  <a:pt x="3739" y="112209"/>
                </a:lnTo>
                <a:lnTo>
                  <a:pt x="3502" y="112385"/>
                </a:lnTo>
                <a:lnTo>
                  <a:pt x="3269" y="112569"/>
                </a:lnTo>
                <a:lnTo>
                  <a:pt x="3041" y="112763"/>
                </a:lnTo>
                <a:lnTo>
                  <a:pt x="2817" y="112966"/>
                </a:lnTo>
                <a:lnTo>
                  <a:pt x="2598" y="113178"/>
                </a:lnTo>
                <a:lnTo>
                  <a:pt x="2386" y="113397"/>
                </a:lnTo>
                <a:lnTo>
                  <a:pt x="2183" y="113620"/>
                </a:lnTo>
                <a:lnTo>
                  <a:pt x="1989" y="113846"/>
                </a:lnTo>
                <a:lnTo>
                  <a:pt x="1804" y="114077"/>
                </a:lnTo>
                <a:lnTo>
                  <a:pt x="1628" y="114312"/>
                </a:lnTo>
                <a:lnTo>
                  <a:pt x="1462" y="114551"/>
                </a:lnTo>
                <a:lnTo>
                  <a:pt x="1304" y="114795"/>
                </a:lnTo>
                <a:lnTo>
                  <a:pt x="1155" y="115042"/>
                </a:lnTo>
                <a:lnTo>
                  <a:pt x="1015" y="115293"/>
                </a:lnTo>
                <a:lnTo>
                  <a:pt x="884" y="115549"/>
                </a:lnTo>
                <a:lnTo>
                  <a:pt x="762" y="115809"/>
                </a:lnTo>
                <a:lnTo>
                  <a:pt x="650" y="116072"/>
                </a:lnTo>
                <a:lnTo>
                  <a:pt x="546" y="116340"/>
                </a:lnTo>
                <a:lnTo>
                  <a:pt x="451" y="116612"/>
                </a:lnTo>
                <a:lnTo>
                  <a:pt x="365" y="116888"/>
                </a:lnTo>
                <a:lnTo>
                  <a:pt x="289" y="117168"/>
                </a:lnTo>
                <a:lnTo>
                  <a:pt x="221" y="117453"/>
                </a:lnTo>
                <a:lnTo>
                  <a:pt x="162" y="117741"/>
                </a:lnTo>
                <a:lnTo>
                  <a:pt x="113" y="118033"/>
                </a:lnTo>
                <a:lnTo>
                  <a:pt x="72" y="118330"/>
                </a:lnTo>
                <a:lnTo>
                  <a:pt x="41" y="118631"/>
                </a:lnTo>
                <a:lnTo>
                  <a:pt x="18" y="118936"/>
                </a:lnTo>
                <a:lnTo>
                  <a:pt x="5" y="119244"/>
                </a:lnTo>
                <a:lnTo>
                  <a:pt x="0" y="119557"/>
                </a:lnTo>
                <a:lnTo>
                  <a:pt x="5" y="119870"/>
                </a:lnTo>
                <a:lnTo>
                  <a:pt x="18" y="120179"/>
                </a:lnTo>
                <a:lnTo>
                  <a:pt x="41" y="120484"/>
                </a:lnTo>
                <a:lnTo>
                  <a:pt x="72" y="120785"/>
                </a:lnTo>
                <a:lnTo>
                  <a:pt x="113" y="121082"/>
                </a:lnTo>
                <a:lnTo>
                  <a:pt x="162" y="121374"/>
                </a:lnTo>
                <a:lnTo>
                  <a:pt x="221" y="121663"/>
                </a:lnTo>
                <a:lnTo>
                  <a:pt x="289" y="121947"/>
                </a:lnTo>
                <a:lnTo>
                  <a:pt x="365" y="122227"/>
                </a:lnTo>
                <a:lnTo>
                  <a:pt x="451" y="122503"/>
                </a:lnTo>
                <a:lnTo>
                  <a:pt x="546" y="122775"/>
                </a:lnTo>
                <a:lnTo>
                  <a:pt x="650" y="123043"/>
                </a:lnTo>
                <a:lnTo>
                  <a:pt x="762" y="123307"/>
                </a:lnTo>
                <a:lnTo>
                  <a:pt x="884" y="123567"/>
                </a:lnTo>
                <a:lnTo>
                  <a:pt x="1015" y="123822"/>
                </a:lnTo>
                <a:lnTo>
                  <a:pt x="1155" y="124074"/>
                </a:lnTo>
                <a:lnTo>
                  <a:pt x="1304" y="124321"/>
                </a:lnTo>
                <a:lnTo>
                  <a:pt x="1462" y="124565"/>
                </a:lnTo>
                <a:lnTo>
                  <a:pt x="1628" y="124804"/>
                </a:lnTo>
                <a:lnTo>
                  <a:pt x="1804" y="125039"/>
                </a:lnTo>
                <a:lnTo>
                  <a:pt x="1989" y="125270"/>
                </a:lnTo>
                <a:lnTo>
                  <a:pt x="2183" y="125497"/>
                </a:lnTo>
                <a:lnTo>
                  <a:pt x="2386" y="125720"/>
                </a:lnTo>
                <a:lnTo>
                  <a:pt x="2598" y="125939"/>
                </a:lnTo>
                <a:lnTo>
                  <a:pt x="2817" y="126151"/>
                </a:lnTo>
                <a:lnTo>
                  <a:pt x="3041" y="126354"/>
                </a:lnTo>
                <a:lnTo>
                  <a:pt x="3269" y="126548"/>
                </a:lnTo>
                <a:lnTo>
                  <a:pt x="3502" y="126733"/>
                </a:lnTo>
                <a:lnTo>
                  <a:pt x="3739" y="126909"/>
                </a:lnTo>
                <a:lnTo>
                  <a:pt x="3981" y="127076"/>
                </a:lnTo>
                <a:lnTo>
                  <a:pt x="4228" y="127233"/>
                </a:lnTo>
                <a:lnTo>
                  <a:pt x="4479" y="127382"/>
                </a:lnTo>
                <a:lnTo>
                  <a:pt x="4736" y="127522"/>
                </a:lnTo>
                <a:lnTo>
                  <a:pt x="4996" y="127653"/>
                </a:lnTo>
                <a:lnTo>
                  <a:pt x="5262" y="127775"/>
                </a:lnTo>
                <a:lnTo>
                  <a:pt x="5532" y="127888"/>
                </a:lnTo>
                <a:lnTo>
                  <a:pt x="5807" y="127991"/>
                </a:lnTo>
                <a:lnTo>
                  <a:pt x="6086" y="128086"/>
                </a:lnTo>
                <a:lnTo>
                  <a:pt x="6370" y="128172"/>
                </a:lnTo>
                <a:lnTo>
                  <a:pt x="6659" y="128248"/>
                </a:lnTo>
                <a:lnTo>
                  <a:pt x="6952" y="128316"/>
                </a:lnTo>
                <a:lnTo>
                  <a:pt x="7250" y="128375"/>
                </a:lnTo>
                <a:lnTo>
                  <a:pt x="7553" y="128424"/>
                </a:lnTo>
                <a:lnTo>
                  <a:pt x="7860" y="128465"/>
                </a:lnTo>
                <a:lnTo>
                  <a:pt x="8172" y="128497"/>
                </a:lnTo>
                <a:lnTo>
                  <a:pt x="8489" y="128519"/>
                </a:lnTo>
                <a:lnTo>
                  <a:pt x="8810" y="128533"/>
                </a:lnTo>
                <a:lnTo>
                  <a:pt x="9136" y="128537"/>
                </a:lnTo>
                <a:lnTo>
                  <a:pt x="9462" y="128533"/>
                </a:lnTo>
                <a:lnTo>
                  <a:pt x="9782" y="128519"/>
                </a:lnTo>
                <a:lnTo>
                  <a:pt x="10098" y="128497"/>
                </a:lnTo>
                <a:lnTo>
                  <a:pt x="10409" y="128465"/>
                </a:lnTo>
                <a:close/>
                <a:moveTo>
                  <a:pt x="1221371" y="31434"/>
                </a:moveTo>
                <a:lnTo>
                  <a:pt x="1221669" y="31393"/>
                </a:lnTo>
                <a:lnTo>
                  <a:pt x="1221963" y="31343"/>
                </a:lnTo>
                <a:lnTo>
                  <a:pt x="1222253" y="31285"/>
                </a:lnTo>
                <a:lnTo>
                  <a:pt x="1222539" y="31217"/>
                </a:lnTo>
                <a:lnTo>
                  <a:pt x="1222822" y="31140"/>
                </a:lnTo>
                <a:lnTo>
                  <a:pt x="1223100" y="31055"/>
                </a:lnTo>
                <a:lnTo>
                  <a:pt x="1223375" y="30960"/>
                </a:lnTo>
                <a:lnTo>
                  <a:pt x="1223646" y="30856"/>
                </a:lnTo>
                <a:lnTo>
                  <a:pt x="1223913" y="30743"/>
                </a:lnTo>
                <a:lnTo>
                  <a:pt x="1224177" y="30622"/>
                </a:lnTo>
                <a:lnTo>
                  <a:pt x="1224436" y="30491"/>
                </a:lnTo>
                <a:lnTo>
                  <a:pt x="1224692" y="30351"/>
                </a:lnTo>
                <a:lnTo>
                  <a:pt x="1224944" y="30202"/>
                </a:lnTo>
                <a:lnTo>
                  <a:pt x="1225192" y="30044"/>
                </a:lnTo>
                <a:lnTo>
                  <a:pt x="1225436" y="29877"/>
                </a:lnTo>
                <a:lnTo>
                  <a:pt x="1225676" y="29701"/>
                </a:lnTo>
                <a:lnTo>
                  <a:pt x="1225913" y="29516"/>
                </a:lnTo>
                <a:lnTo>
                  <a:pt x="1226146" y="29323"/>
                </a:lnTo>
                <a:lnTo>
                  <a:pt x="1226375" y="29120"/>
                </a:lnTo>
                <a:lnTo>
                  <a:pt x="1226600" y="28908"/>
                </a:lnTo>
                <a:lnTo>
                  <a:pt x="1226818" y="28688"/>
                </a:lnTo>
                <a:lnTo>
                  <a:pt x="1227027" y="28465"/>
                </a:lnTo>
                <a:lnTo>
                  <a:pt x="1227227" y="28236"/>
                </a:lnTo>
                <a:lnTo>
                  <a:pt x="1227418" y="28003"/>
                </a:lnTo>
                <a:lnTo>
                  <a:pt x="1227599" y="27766"/>
                </a:lnTo>
                <a:lnTo>
                  <a:pt x="1227771" y="27524"/>
                </a:lnTo>
                <a:lnTo>
                  <a:pt x="1227934" y="27277"/>
                </a:lnTo>
                <a:lnTo>
                  <a:pt x="1228087" y="27025"/>
                </a:lnTo>
                <a:lnTo>
                  <a:pt x="1228231" y="26769"/>
                </a:lnTo>
                <a:lnTo>
                  <a:pt x="1228366" y="26508"/>
                </a:lnTo>
                <a:lnTo>
                  <a:pt x="1228492" y="26242"/>
                </a:lnTo>
                <a:lnTo>
                  <a:pt x="1228608" y="25972"/>
                </a:lnTo>
                <a:lnTo>
                  <a:pt x="1228715" y="25697"/>
                </a:lnTo>
                <a:lnTo>
                  <a:pt x="1228812" y="25418"/>
                </a:lnTo>
                <a:lnTo>
                  <a:pt x="1228901" y="25134"/>
                </a:lnTo>
                <a:lnTo>
                  <a:pt x="1228980" y="24845"/>
                </a:lnTo>
                <a:lnTo>
                  <a:pt x="1229049" y="24552"/>
                </a:lnTo>
                <a:lnTo>
                  <a:pt x="1229110" y="24253"/>
                </a:lnTo>
                <a:lnTo>
                  <a:pt x="1229161" y="23951"/>
                </a:lnTo>
                <a:lnTo>
                  <a:pt x="1229203" y="23643"/>
                </a:lnTo>
                <a:lnTo>
                  <a:pt x="1229235" y="23331"/>
                </a:lnTo>
                <a:lnTo>
                  <a:pt x="1229259" y="23015"/>
                </a:lnTo>
                <a:lnTo>
                  <a:pt x="1229272" y="22693"/>
                </a:lnTo>
                <a:lnTo>
                  <a:pt x="1229277" y="22367"/>
                </a:lnTo>
                <a:lnTo>
                  <a:pt x="1229272" y="22042"/>
                </a:lnTo>
                <a:lnTo>
                  <a:pt x="1229259" y="21722"/>
                </a:lnTo>
                <a:lnTo>
                  <a:pt x="1229235" y="21407"/>
                </a:lnTo>
                <a:lnTo>
                  <a:pt x="1229203" y="21097"/>
                </a:lnTo>
                <a:lnTo>
                  <a:pt x="1229161" y="20792"/>
                </a:lnTo>
                <a:lnTo>
                  <a:pt x="1229110" y="20492"/>
                </a:lnTo>
                <a:lnTo>
                  <a:pt x="1229049" y="20198"/>
                </a:lnTo>
                <a:lnTo>
                  <a:pt x="1228980" y="19909"/>
                </a:lnTo>
                <a:lnTo>
                  <a:pt x="1228901" y="19625"/>
                </a:lnTo>
                <a:lnTo>
                  <a:pt x="1228812" y="19346"/>
                </a:lnTo>
                <a:lnTo>
                  <a:pt x="1228715" y="19073"/>
                </a:lnTo>
                <a:lnTo>
                  <a:pt x="1228608" y="18804"/>
                </a:lnTo>
                <a:lnTo>
                  <a:pt x="1228492" y="18541"/>
                </a:lnTo>
                <a:lnTo>
                  <a:pt x="1228366" y="18283"/>
                </a:lnTo>
                <a:lnTo>
                  <a:pt x="1228231" y="18030"/>
                </a:lnTo>
                <a:lnTo>
                  <a:pt x="1228087" y="17783"/>
                </a:lnTo>
                <a:lnTo>
                  <a:pt x="1227934" y="17540"/>
                </a:lnTo>
                <a:lnTo>
                  <a:pt x="1227771" y="17303"/>
                </a:lnTo>
                <a:lnTo>
                  <a:pt x="1227599" y="17071"/>
                </a:lnTo>
                <a:lnTo>
                  <a:pt x="1227418" y="16844"/>
                </a:lnTo>
                <a:lnTo>
                  <a:pt x="1227227" y="16622"/>
                </a:lnTo>
                <a:lnTo>
                  <a:pt x="1227027" y="16406"/>
                </a:lnTo>
                <a:lnTo>
                  <a:pt x="1226818" y="16195"/>
                </a:lnTo>
                <a:lnTo>
                  <a:pt x="1226600" y="15988"/>
                </a:lnTo>
                <a:lnTo>
                  <a:pt x="1226375" y="15789"/>
                </a:lnTo>
                <a:lnTo>
                  <a:pt x="1226146" y="15598"/>
                </a:lnTo>
                <a:lnTo>
                  <a:pt x="1225913" y="15416"/>
                </a:lnTo>
                <a:lnTo>
                  <a:pt x="1225676" y="15242"/>
                </a:lnTo>
                <a:lnTo>
                  <a:pt x="1225436" y="15077"/>
                </a:lnTo>
                <a:lnTo>
                  <a:pt x="1225192" y="14920"/>
                </a:lnTo>
                <a:lnTo>
                  <a:pt x="1224944" y="14772"/>
                </a:lnTo>
                <a:lnTo>
                  <a:pt x="1224692" y="14632"/>
                </a:lnTo>
                <a:lnTo>
                  <a:pt x="1224436" y="14500"/>
                </a:lnTo>
                <a:lnTo>
                  <a:pt x="1224177" y="14377"/>
                </a:lnTo>
                <a:lnTo>
                  <a:pt x="1223913" y="14263"/>
                </a:lnTo>
                <a:lnTo>
                  <a:pt x="1223646" y="14157"/>
                </a:lnTo>
                <a:lnTo>
                  <a:pt x="1223375" y="14059"/>
                </a:lnTo>
                <a:lnTo>
                  <a:pt x="1223100" y="13970"/>
                </a:lnTo>
                <a:lnTo>
                  <a:pt x="1222822" y="13890"/>
                </a:lnTo>
                <a:lnTo>
                  <a:pt x="1222539" y="13818"/>
                </a:lnTo>
                <a:lnTo>
                  <a:pt x="1222253" y="13754"/>
                </a:lnTo>
                <a:lnTo>
                  <a:pt x="1221963" y="13699"/>
                </a:lnTo>
                <a:lnTo>
                  <a:pt x="1221669" y="13652"/>
                </a:lnTo>
                <a:lnTo>
                  <a:pt x="1221371" y="13614"/>
                </a:lnTo>
                <a:lnTo>
                  <a:pt x="1221069" y="13585"/>
                </a:lnTo>
                <a:lnTo>
                  <a:pt x="1220764" y="13563"/>
                </a:lnTo>
                <a:lnTo>
                  <a:pt x="1220454" y="13551"/>
                </a:lnTo>
                <a:lnTo>
                  <a:pt x="1220141" y="13546"/>
                </a:lnTo>
                <a:lnTo>
                  <a:pt x="1219815" y="13551"/>
                </a:lnTo>
                <a:lnTo>
                  <a:pt x="1219494" y="13563"/>
                </a:lnTo>
                <a:lnTo>
                  <a:pt x="1219178" y="13585"/>
                </a:lnTo>
                <a:lnTo>
                  <a:pt x="1218866" y="13614"/>
                </a:lnTo>
                <a:lnTo>
                  <a:pt x="1218559" y="13652"/>
                </a:lnTo>
                <a:lnTo>
                  <a:pt x="1218256" y="13699"/>
                </a:lnTo>
                <a:lnTo>
                  <a:pt x="1217958" y="13754"/>
                </a:lnTo>
                <a:lnTo>
                  <a:pt x="1217665" y="13818"/>
                </a:lnTo>
                <a:lnTo>
                  <a:pt x="1217376" y="13890"/>
                </a:lnTo>
                <a:lnTo>
                  <a:pt x="1217092" y="13970"/>
                </a:lnTo>
                <a:lnTo>
                  <a:pt x="1216813" y="14059"/>
                </a:lnTo>
                <a:lnTo>
                  <a:pt x="1216538" y="14157"/>
                </a:lnTo>
                <a:lnTo>
                  <a:pt x="1216268" y="14263"/>
                </a:lnTo>
                <a:lnTo>
                  <a:pt x="1216003" y="14377"/>
                </a:lnTo>
                <a:lnTo>
                  <a:pt x="1215742" y="14500"/>
                </a:lnTo>
                <a:lnTo>
                  <a:pt x="1215486" y="14632"/>
                </a:lnTo>
                <a:lnTo>
                  <a:pt x="1215234" y="14772"/>
                </a:lnTo>
                <a:lnTo>
                  <a:pt x="1214987" y="14920"/>
                </a:lnTo>
                <a:lnTo>
                  <a:pt x="1214745" y="15077"/>
                </a:lnTo>
                <a:lnTo>
                  <a:pt x="1214508" y="15242"/>
                </a:lnTo>
                <a:lnTo>
                  <a:pt x="1214275" y="15416"/>
                </a:lnTo>
                <a:lnTo>
                  <a:pt x="1214046" y="15598"/>
                </a:lnTo>
                <a:lnTo>
                  <a:pt x="1213823" y="15789"/>
                </a:lnTo>
                <a:lnTo>
                  <a:pt x="1213604" y="15988"/>
                </a:lnTo>
                <a:lnTo>
                  <a:pt x="1213392" y="16195"/>
                </a:lnTo>
                <a:lnTo>
                  <a:pt x="1213189" y="16406"/>
                </a:lnTo>
                <a:lnTo>
                  <a:pt x="1212995" y="16622"/>
                </a:lnTo>
                <a:lnTo>
                  <a:pt x="1212810" y="16844"/>
                </a:lnTo>
                <a:lnTo>
                  <a:pt x="1212634" y="17071"/>
                </a:lnTo>
                <a:lnTo>
                  <a:pt x="1212467" y="17303"/>
                </a:lnTo>
                <a:lnTo>
                  <a:pt x="1212309" y="17540"/>
                </a:lnTo>
                <a:lnTo>
                  <a:pt x="1212160" y="17783"/>
                </a:lnTo>
                <a:lnTo>
                  <a:pt x="1212020" y="18030"/>
                </a:lnTo>
                <a:lnTo>
                  <a:pt x="1211889" y="18283"/>
                </a:lnTo>
                <a:lnTo>
                  <a:pt x="1211768" y="18541"/>
                </a:lnTo>
                <a:lnTo>
                  <a:pt x="1211655" y="18804"/>
                </a:lnTo>
                <a:lnTo>
                  <a:pt x="1211551" y="19073"/>
                </a:lnTo>
                <a:lnTo>
                  <a:pt x="1211456" y="19346"/>
                </a:lnTo>
                <a:lnTo>
                  <a:pt x="1211371" y="19625"/>
                </a:lnTo>
                <a:lnTo>
                  <a:pt x="1211294" y="19909"/>
                </a:lnTo>
                <a:lnTo>
                  <a:pt x="1211226" y="20198"/>
                </a:lnTo>
                <a:lnTo>
                  <a:pt x="1211168" y="20492"/>
                </a:lnTo>
                <a:lnTo>
                  <a:pt x="1211118" y="20792"/>
                </a:lnTo>
                <a:lnTo>
                  <a:pt x="1211078" y="21097"/>
                </a:lnTo>
                <a:lnTo>
                  <a:pt x="1211046" y="21407"/>
                </a:lnTo>
                <a:lnTo>
                  <a:pt x="1211023" y="21722"/>
                </a:lnTo>
                <a:lnTo>
                  <a:pt x="1211010" y="22042"/>
                </a:lnTo>
                <a:lnTo>
                  <a:pt x="1211005" y="22367"/>
                </a:lnTo>
                <a:lnTo>
                  <a:pt x="1211010" y="22693"/>
                </a:lnTo>
                <a:lnTo>
                  <a:pt x="1211023" y="23015"/>
                </a:lnTo>
                <a:lnTo>
                  <a:pt x="1211046" y="23331"/>
                </a:lnTo>
                <a:lnTo>
                  <a:pt x="1211078" y="23643"/>
                </a:lnTo>
                <a:lnTo>
                  <a:pt x="1211118" y="23951"/>
                </a:lnTo>
                <a:lnTo>
                  <a:pt x="1211168" y="24253"/>
                </a:lnTo>
                <a:lnTo>
                  <a:pt x="1211226" y="24552"/>
                </a:lnTo>
                <a:lnTo>
                  <a:pt x="1211294" y="24845"/>
                </a:lnTo>
                <a:lnTo>
                  <a:pt x="1211371" y="25134"/>
                </a:lnTo>
                <a:lnTo>
                  <a:pt x="1211456" y="25418"/>
                </a:lnTo>
                <a:lnTo>
                  <a:pt x="1211551" y="25697"/>
                </a:lnTo>
                <a:lnTo>
                  <a:pt x="1211655" y="25972"/>
                </a:lnTo>
                <a:lnTo>
                  <a:pt x="1211768" y="26242"/>
                </a:lnTo>
                <a:lnTo>
                  <a:pt x="1211889" y="26508"/>
                </a:lnTo>
                <a:lnTo>
                  <a:pt x="1212020" y="26769"/>
                </a:lnTo>
                <a:lnTo>
                  <a:pt x="1212160" y="27025"/>
                </a:lnTo>
                <a:lnTo>
                  <a:pt x="1212309" y="27277"/>
                </a:lnTo>
                <a:lnTo>
                  <a:pt x="1212467" y="27524"/>
                </a:lnTo>
                <a:lnTo>
                  <a:pt x="1212634" y="27766"/>
                </a:lnTo>
                <a:lnTo>
                  <a:pt x="1212810" y="28003"/>
                </a:lnTo>
                <a:lnTo>
                  <a:pt x="1212995" y="28236"/>
                </a:lnTo>
                <a:lnTo>
                  <a:pt x="1213189" y="28465"/>
                </a:lnTo>
                <a:lnTo>
                  <a:pt x="1213392" y="28688"/>
                </a:lnTo>
                <a:lnTo>
                  <a:pt x="1213604" y="28908"/>
                </a:lnTo>
                <a:lnTo>
                  <a:pt x="1213823" y="29120"/>
                </a:lnTo>
                <a:lnTo>
                  <a:pt x="1214046" y="29323"/>
                </a:lnTo>
                <a:lnTo>
                  <a:pt x="1214275" y="29516"/>
                </a:lnTo>
                <a:lnTo>
                  <a:pt x="1214508" y="29701"/>
                </a:lnTo>
                <a:lnTo>
                  <a:pt x="1214745" y="29877"/>
                </a:lnTo>
                <a:lnTo>
                  <a:pt x="1214987" y="30044"/>
                </a:lnTo>
                <a:lnTo>
                  <a:pt x="1215234" y="30202"/>
                </a:lnTo>
                <a:lnTo>
                  <a:pt x="1215486" y="30351"/>
                </a:lnTo>
                <a:lnTo>
                  <a:pt x="1215742" y="30491"/>
                </a:lnTo>
                <a:lnTo>
                  <a:pt x="1216003" y="30622"/>
                </a:lnTo>
                <a:lnTo>
                  <a:pt x="1216268" y="30743"/>
                </a:lnTo>
                <a:lnTo>
                  <a:pt x="1216538" y="30856"/>
                </a:lnTo>
                <a:lnTo>
                  <a:pt x="1216813" y="30960"/>
                </a:lnTo>
                <a:lnTo>
                  <a:pt x="1217092" y="31055"/>
                </a:lnTo>
                <a:lnTo>
                  <a:pt x="1217376" y="31140"/>
                </a:lnTo>
                <a:lnTo>
                  <a:pt x="1217665" y="31217"/>
                </a:lnTo>
                <a:lnTo>
                  <a:pt x="1217958" y="31285"/>
                </a:lnTo>
                <a:lnTo>
                  <a:pt x="1218256" y="31343"/>
                </a:lnTo>
                <a:lnTo>
                  <a:pt x="1218559" y="31393"/>
                </a:lnTo>
                <a:lnTo>
                  <a:pt x="1218866" y="31434"/>
                </a:lnTo>
                <a:lnTo>
                  <a:pt x="1219178" y="31465"/>
                </a:lnTo>
                <a:lnTo>
                  <a:pt x="1219494" y="31488"/>
                </a:lnTo>
                <a:lnTo>
                  <a:pt x="1219815" y="31501"/>
                </a:lnTo>
                <a:lnTo>
                  <a:pt x="1220141" y="31506"/>
                </a:lnTo>
                <a:lnTo>
                  <a:pt x="1220454" y="31501"/>
                </a:lnTo>
                <a:lnTo>
                  <a:pt x="1220764" y="31488"/>
                </a:lnTo>
                <a:lnTo>
                  <a:pt x="1221069" y="31465"/>
                </a:lnTo>
                <a:lnTo>
                  <a:pt x="1221371" y="31434"/>
                </a:lnTo>
                <a:close/>
                <a:moveTo>
                  <a:pt x="1150839" y="129579"/>
                </a:moveTo>
                <a:lnTo>
                  <a:pt x="1151415" y="129546"/>
                </a:lnTo>
                <a:lnTo>
                  <a:pt x="1151986" y="129505"/>
                </a:lnTo>
                <a:lnTo>
                  <a:pt x="1152551" y="129457"/>
                </a:lnTo>
                <a:lnTo>
                  <a:pt x="1153109" y="129402"/>
                </a:lnTo>
                <a:lnTo>
                  <a:pt x="1153662" y="129339"/>
                </a:lnTo>
                <a:lnTo>
                  <a:pt x="1154209" y="129269"/>
                </a:lnTo>
                <a:lnTo>
                  <a:pt x="1154749" y="129192"/>
                </a:lnTo>
                <a:lnTo>
                  <a:pt x="1155284" y="129107"/>
                </a:lnTo>
                <a:lnTo>
                  <a:pt x="1155812" y="129015"/>
                </a:lnTo>
                <a:lnTo>
                  <a:pt x="1156335" y="128915"/>
                </a:lnTo>
                <a:lnTo>
                  <a:pt x="1156851" y="128808"/>
                </a:lnTo>
                <a:lnTo>
                  <a:pt x="1157362" y="128694"/>
                </a:lnTo>
                <a:lnTo>
                  <a:pt x="1157867" y="128572"/>
                </a:lnTo>
                <a:lnTo>
                  <a:pt x="1158365" y="128443"/>
                </a:lnTo>
                <a:lnTo>
                  <a:pt x="1158858" y="128306"/>
                </a:lnTo>
                <a:lnTo>
                  <a:pt x="1159344" y="128162"/>
                </a:lnTo>
                <a:lnTo>
                  <a:pt x="1159825" y="128011"/>
                </a:lnTo>
                <a:lnTo>
                  <a:pt x="1160299" y="127853"/>
                </a:lnTo>
                <a:lnTo>
                  <a:pt x="1160768" y="127687"/>
                </a:lnTo>
                <a:lnTo>
                  <a:pt x="1161230" y="127513"/>
                </a:lnTo>
                <a:lnTo>
                  <a:pt x="1161687" y="127334"/>
                </a:lnTo>
                <a:lnTo>
                  <a:pt x="1162138" y="127150"/>
                </a:lnTo>
                <a:lnTo>
                  <a:pt x="1162584" y="126962"/>
                </a:lnTo>
                <a:lnTo>
                  <a:pt x="1163024" y="126769"/>
                </a:lnTo>
                <a:lnTo>
                  <a:pt x="1163459" y="126572"/>
                </a:lnTo>
                <a:lnTo>
                  <a:pt x="1163888" y="126371"/>
                </a:lnTo>
                <a:lnTo>
                  <a:pt x="1164312" y="126165"/>
                </a:lnTo>
                <a:lnTo>
                  <a:pt x="1164731" y="125955"/>
                </a:lnTo>
                <a:lnTo>
                  <a:pt x="1165144" y="125741"/>
                </a:lnTo>
                <a:lnTo>
                  <a:pt x="1165551" y="125522"/>
                </a:lnTo>
                <a:lnTo>
                  <a:pt x="1165953" y="125299"/>
                </a:lnTo>
                <a:lnTo>
                  <a:pt x="1166350" y="125071"/>
                </a:lnTo>
                <a:lnTo>
                  <a:pt x="1166741" y="124839"/>
                </a:lnTo>
                <a:lnTo>
                  <a:pt x="1167126" y="124603"/>
                </a:lnTo>
                <a:lnTo>
                  <a:pt x="1167506" y="124362"/>
                </a:lnTo>
                <a:lnTo>
                  <a:pt x="1167881" y="124117"/>
                </a:lnTo>
                <a:lnTo>
                  <a:pt x="1168250" y="123868"/>
                </a:lnTo>
                <a:lnTo>
                  <a:pt x="1168614" y="123614"/>
                </a:lnTo>
                <a:lnTo>
                  <a:pt x="1168972" y="123356"/>
                </a:lnTo>
                <a:lnTo>
                  <a:pt x="1169325" y="123093"/>
                </a:lnTo>
                <a:lnTo>
                  <a:pt x="1169672" y="122826"/>
                </a:lnTo>
                <a:lnTo>
                  <a:pt x="1170014" y="122555"/>
                </a:lnTo>
                <a:lnTo>
                  <a:pt x="1170350" y="122279"/>
                </a:lnTo>
                <a:lnTo>
                  <a:pt x="1170681" y="121999"/>
                </a:lnTo>
                <a:lnTo>
                  <a:pt x="1171007" y="121716"/>
                </a:lnTo>
                <a:lnTo>
                  <a:pt x="1171327" y="121431"/>
                </a:lnTo>
                <a:lnTo>
                  <a:pt x="1171643" y="121144"/>
                </a:lnTo>
                <a:lnTo>
                  <a:pt x="1171954" y="120855"/>
                </a:lnTo>
                <a:lnTo>
                  <a:pt x="1172260" y="120564"/>
                </a:lnTo>
                <a:lnTo>
                  <a:pt x="1172561" y="120272"/>
                </a:lnTo>
                <a:lnTo>
                  <a:pt x="1172857" y="119977"/>
                </a:lnTo>
                <a:lnTo>
                  <a:pt x="1173148" y="119681"/>
                </a:lnTo>
                <a:lnTo>
                  <a:pt x="1173435" y="119382"/>
                </a:lnTo>
                <a:lnTo>
                  <a:pt x="1173716" y="119082"/>
                </a:lnTo>
                <a:lnTo>
                  <a:pt x="1173992" y="118779"/>
                </a:lnTo>
                <a:lnTo>
                  <a:pt x="1174264" y="118475"/>
                </a:lnTo>
                <a:lnTo>
                  <a:pt x="1174531" y="118169"/>
                </a:lnTo>
                <a:lnTo>
                  <a:pt x="1174792" y="117861"/>
                </a:lnTo>
                <a:lnTo>
                  <a:pt x="1175049" y="117551"/>
                </a:lnTo>
                <a:lnTo>
                  <a:pt x="1175301" y="117239"/>
                </a:lnTo>
                <a:lnTo>
                  <a:pt x="1175548" y="116926"/>
                </a:lnTo>
                <a:lnTo>
                  <a:pt x="1175790" y="116610"/>
                </a:lnTo>
                <a:lnTo>
                  <a:pt x="1176027" y="116292"/>
                </a:lnTo>
                <a:lnTo>
                  <a:pt x="1176260" y="115973"/>
                </a:lnTo>
                <a:lnTo>
                  <a:pt x="1176487" y="115651"/>
                </a:lnTo>
                <a:lnTo>
                  <a:pt x="1176709" y="115328"/>
                </a:lnTo>
                <a:lnTo>
                  <a:pt x="1176927" y="115003"/>
                </a:lnTo>
                <a:lnTo>
                  <a:pt x="1177139" y="114676"/>
                </a:lnTo>
                <a:lnTo>
                  <a:pt x="1178242" y="127749"/>
                </a:lnTo>
                <a:lnTo>
                  <a:pt x="1190215" y="127749"/>
                </a:lnTo>
                <a:lnTo>
                  <a:pt x="1190215" y="14335"/>
                </a:lnTo>
                <a:lnTo>
                  <a:pt x="1176983" y="14335"/>
                </a:lnTo>
                <a:lnTo>
                  <a:pt x="1176983" y="61432"/>
                </a:lnTo>
                <a:lnTo>
                  <a:pt x="1176649" y="60847"/>
                </a:lnTo>
                <a:lnTo>
                  <a:pt x="1176303" y="60273"/>
                </a:lnTo>
                <a:lnTo>
                  <a:pt x="1175945" y="59710"/>
                </a:lnTo>
                <a:lnTo>
                  <a:pt x="1175576" y="59157"/>
                </a:lnTo>
                <a:lnTo>
                  <a:pt x="1175195" y="58616"/>
                </a:lnTo>
                <a:lnTo>
                  <a:pt x="1174802" y="58085"/>
                </a:lnTo>
                <a:lnTo>
                  <a:pt x="1174397" y="57566"/>
                </a:lnTo>
                <a:lnTo>
                  <a:pt x="1173980" y="57057"/>
                </a:lnTo>
                <a:lnTo>
                  <a:pt x="1173552" y="56559"/>
                </a:lnTo>
                <a:lnTo>
                  <a:pt x="1173112" y="56073"/>
                </a:lnTo>
                <a:lnTo>
                  <a:pt x="1172660" y="55597"/>
                </a:lnTo>
                <a:lnTo>
                  <a:pt x="1172197" y="55132"/>
                </a:lnTo>
                <a:lnTo>
                  <a:pt x="1171722" y="54678"/>
                </a:lnTo>
                <a:lnTo>
                  <a:pt x="1171235" y="54235"/>
                </a:lnTo>
                <a:lnTo>
                  <a:pt x="1170736" y="53803"/>
                </a:lnTo>
                <a:lnTo>
                  <a:pt x="1170225" y="53382"/>
                </a:lnTo>
                <a:lnTo>
                  <a:pt x="1169703" y="52972"/>
                </a:lnTo>
                <a:lnTo>
                  <a:pt x="1169169" y="52573"/>
                </a:lnTo>
                <a:lnTo>
                  <a:pt x="1168623" y="52184"/>
                </a:lnTo>
                <a:lnTo>
                  <a:pt x="1168066" y="51807"/>
                </a:lnTo>
                <a:lnTo>
                  <a:pt x="1167496" y="51441"/>
                </a:lnTo>
                <a:lnTo>
                  <a:pt x="1166915" y="51085"/>
                </a:lnTo>
                <a:lnTo>
                  <a:pt x="1166322" y="50741"/>
                </a:lnTo>
                <a:lnTo>
                  <a:pt x="1165718" y="50407"/>
                </a:lnTo>
                <a:lnTo>
                  <a:pt x="1165103" y="50086"/>
                </a:lnTo>
                <a:lnTo>
                  <a:pt x="1164480" y="49778"/>
                </a:lnTo>
                <a:lnTo>
                  <a:pt x="1163849" y="49484"/>
                </a:lnTo>
                <a:lnTo>
                  <a:pt x="1163209" y="49204"/>
                </a:lnTo>
                <a:lnTo>
                  <a:pt x="1162560" y="48937"/>
                </a:lnTo>
                <a:lnTo>
                  <a:pt x="1161903" y="48684"/>
                </a:lnTo>
                <a:lnTo>
                  <a:pt x="1161238" y="48444"/>
                </a:lnTo>
                <a:lnTo>
                  <a:pt x="1160564" y="48219"/>
                </a:lnTo>
                <a:lnTo>
                  <a:pt x="1159881" y="48007"/>
                </a:lnTo>
                <a:lnTo>
                  <a:pt x="1159191" y="47808"/>
                </a:lnTo>
                <a:lnTo>
                  <a:pt x="1158491" y="47624"/>
                </a:lnTo>
                <a:lnTo>
                  <a:pt x="1157783" y="47453"/>
                </a:lnTo>
                <a:lnTo>
                  <a:pt x="1157067" y="47295"/>
                </a:lnTo>
                <a:lnTo>
                  <a:pt x="1156342" y="47152"/>
                </a:lnTo>
                <a:lnTo>
                  <a:pt x="1155609" y="47022"/>
                </a:lnTo>
                <a:lnTo>
                  <a:pt x="1154867" y="46906"/>
                </a:lnTo>
                <a:lnTo>
                  <a:pt x="1154117" y="46803"/>
                </a:lnTo>
                <a:lnTo>
                  <a:pt x="1153359" y="46714"/>
                </a:lnTo>
                <a:lnTo>
                  <a:pt x="1152591" y="46639"/>
                </a:lnTo>
                <a:lnTo>
                  <a:pt x="1151816" y="46577"/>
                </a:lnTo>
                <a:lnTo>
                  <a:pt x="1151032" y="46529"/>
                </a:lnTo>
                <a:lnTo>
                  <a:pt x="1150239" y="46495"/>
                </a:lnTo>
                <a:lnTo>
                  <a:pt x="1149438" y="46475"/>
                </a:lnTo>
                <a:lnTo>
                  <a:pt x="1148628" y="46468"/>
                </a:lnTo>
                <a:lnTo>
                  <a:pt x="1147675" y="46477"/>
                </a:lnTo>
                <a:lnTo>
                  <a:pt x="1146731" y="46505"/>
                </a:lnTo>
                <a:lnTo>
                  <a:pt x="1145797" y="46552"/>
                </a:lnTo>
                <a:lnTo>
                  <a:pt x="1144872" y="46617"/>
                </a:lnTo>
                <a:lnTo>
                  <a:pt x="1143957" y="46700"/>
                </a:lnTo>
                <a:lnTo>
                  <a:pt x="1143051" y="46803"/>
                </a:lnTo>
                <a:lnTo>
                  <a:pt x="1142155" y="46924"/>
                </a:lnTo>
                <a:lnTo>
                  <a:pt x="1141269" y="47063"/>
                </a:lnTo>
                <a:lnTo>
                  <a:pt x="1140392" y="47221"/>
                </a:lnTo>
                <a:lnTo>
                  <a:pt x="1139524" y="47398"/>
                </a:lnTo>
                <a:lnTo>
                  <a:pt x="1138667" y="47593"/>
                </a:lnTo>
                <a:lnTo>
                  <a:pt x="1137818" y="47807"/>
                </a:lnTo>
                <a:lnTo>
                  <a:pt x="1136980" y="48040"/>
                </a:lnTo>
                <a:lnTo>
                  <a:pt x="1136151" y="48291"/>
                </a:lnTo>
                <a:lnTo>
                  <a:pt x="1135331" y="48561"/>
                </a:lnTo>
                <a:lnTo>
                  <a:pt x="1134521" y="48849"/>
                </a:lnTo>
                <a:lnTo>
                  <a:pt x="1133721" y="49156"/>
                </a:lnTo>
                <a:lnTo>
                  <a:pt x="1132930" y="49481"/>
                </a:lnTo>
                <a:lnTo>
                  <a:pt x="1132149" y="49826"/>
                </a:lnTo>
                <a:lnTo>
                  <a:pt x="1131377" y="50188"/>
                </a:lnTo>
                <a:lnTo>
                  <a:pt x="1130615" y="50570"/>
                </a:lnTo>
                <a:lnTo>
                  <a:pt x="1129862" y="50970"/>
                </a:lnTo>
                <a:lnTo>
                  <a:pt x="1129119" y="51388"/>
                </a:lnTo>
                <a:lnTo>
                  <a:pt x="1128386" y="51825"/>
                </a:lnTo>
                <a:lnTo>
                  <a:pt x="1127664" y="52279"/>
                </a:lnTo>
                <a:lnTo>
                  <a:pt x="1126957" y="52746"/>
                </a:lnTo>
                <a:lnTo>
                  <a:pt x="1126263" y="53227"/>
                </a:lnTo>
                <a:lnTo>
                  <a:pt x="1125583" y="53722"/>
                </a:lnTo>
                <a:lnTo>
                  <a:pt x="1124918" y="54231"/>
                </a:lnTo>
                <a:lnTo>
                  <a:pt x="1124266" y="54754"/>
                </a:lnTo>
                <a:lnTo>
                  <a:pt x="1123628" y="55291"/>
                </a:lnTo>
                <a:lnTo>
                  <a:pt x="1123004" y="55842"/>
                </a:lnTo>
                <a:lnTo>
                  <a:pt x="1122394" y="56407"/>
                </a:lnTo>
                <a:lnTo>
                  <a:pt x="1121798" y="56986"/>
                </a:lnTo>
                <a:lnTo>
                  <a:pt x="1121216" y="57578"/>
                </a:lnTo>
                <a:lnTo>
                  <a:pt x="1120648" y="58185"/>
                </a:lnTo>
                <a:lnTo>
                  <a:pt x="1120094" y="58806"/>
                </a:lnTo>
                <a:lnTo>
                  <a:pt x="1119554" y="59440"/>
                </a:lnTo>
                <a:lnTo>
                  <a:pt x="1119027" y="60089"/>
                </a:lnTo>
                <a:lnTo>
                  <a:pt x="1118515" y="60752"/>
                </a:lnTo>
                <a:lnTo>
                  <a:pt x="1118017" y="61428"/>
                </a:lnTo>
                <a:lnTo>
                  <a:pt x="1117532" y="62119"/>
                </a:lnTo>
                <a:lnTo>
                  <a:pt x="1117062" y="62823"/>
                </a:lnTo>
                <a:lnTo>
                  <a:pt x="1116605" y="63541"/>
                </a:lnTo>
                <a:lnTo>
                  <a:pt x="1116163" y="64274"/>
                </a:lnTo>
                <a:lnTo>
                  <a:pt x="1115734" y="65020"/>
                </a:lnTo>
                <a:lnTo>
                  <a:pt x="1115319" y="65780"/>
                </a:lnTo>
                <a:lnTo>
                  <a:pt x="1114919" y="66554"/>
                </a:lnTo>
                <a:lnTo>
                  <a:pt x="1114533" y="67340"/>
                </a:lnTo>
                <a:lnTo>
                  <a:pt x="1114164" y="68134"/>
                </a:lnTo>
                <a:lnTo>
                  <a:pt x="1113811" y="68938"/>
                </a:lnTo>
                <a:lnTo>
                  <a:pt x="1113475" y="69750"/>
                </a:lnTo>
                <a:lnTo>
                  <a:pt x="1113155" y="70572"/>
                </a:lnTo>
                <a:lnTo>
                  <a:pt x="1112851" y="71402"/>
                </a:lnTo>
                <a:lnTo>
                  <a:pt x="1112564" y="72242"/>
                </a:lnTo>
                <a:lnTo>
                  <a:pt x="1112293" y="73091"/>
                </a:lnTo>
                <a:lnTo>
                  <a:pt x="1112039" y="73948"/>
                </a:lnTo>
                <a:lnTo>
                  <a:pt x="1111801" y="74815"/>
                </a:lnTo>
                <a:lnTo>
                  <a:pt x="1111580" y="75691"/>
                </a:lnTo>
                <a:lnTo>
                  <a:pt x="1111375" y="76575"/>
                </a:lnTo>
                <a:lnTo>
                  <a:pt x="1111186" y="77469"/>
                </a:lnTo>
                <a:lnTo>
                  <a:pt x="1111014" y="78372"/>
                </a:lnTo>
                <a:lnTo>
                  <a:pt x="1110858" y="79284"/>
                </a:lnTo>
                <a:lnTo>
                  <a:pt x="1110718" y="80204"/>
                </a:lnTo>
                <a:lnTo>
                  <a:pt x="1110595" y="81134"/>
                </a:lnTo>
                <a:lnTo>
                  <a:pt x="1110488" y="82073"/>
                </a:lnTo>
                <a:lnTo>
                  <a:pt x="1110398" y="83021"/>
                </a:lnTo>
                <a:lnTo>
                  <a:pt x="1110324" y="83978"/>
                </a:lnTo>
                <a:lnTo>
                  <a:pt x="1110267" y="84944"/>
                </a:lnTo>
                <a:lnTo>
                  <a:pt x="1110226" y="85919"/>
                </a:lnTo>
                <a:lnTo>
                  <a:pt x="1110201" y="86903"/>
                </a:lnTo>
                <a:lnTo>
                  <a:pt x="1110193" y="87895"/>
                </a:lnTo>
                <a:lnTo>
                  <a:pt x="1110201" y="88889"/>
                </a:lnTo>
                <a:lnTo>
                  <a:pt x="1110226" y="89873"/>
                </a:lnTo>
                <a:lnTo>
                  <a:pt x="1110267" y="90849"/>
                </a:lnTo>
                <a:lnTo>
                  <a:pt x="1110324" y="91816"/>
                </a:lnTo>
                <a:lnTo>
                  <a:pt x="1110398" y="92774"/>
                </a:lnTo>
                <a:lnTo>
                  <a:pt x="1110488" y="93724"/>
                </a:lnTo>
                <a:lnTo>
                  <a:pt x="1110595" y="94665"/>
                </a:lnTo>
                <a:lnTo>
                  <a:pt x="1110718" y="95597"/>
                </a:lnTo>
                <a:lnTo>
                  <a:pt x="1110858" y="96520"/>
                </a:lnTo>
                <a:lnTo>
                  <a:pt x="1111014" y="97434"/>
                </a:lnTo>
                <a:lnTo>
                  <a:pt x="1111186" y="98340"/>
                </a:lnTo>
                <a:lnTo>
                  <a:pt x="1111375" y="99237"/>
                </a:lnTo>
                <a:lnTo>
                  <a:pt x="1111580" y="100125"/>
                </a:lnTo>
                <a:lnTo>
                  <a:pt x="1111801" y="101005"/>
                </a:lnTo>
                <a:lnTo>
                  <a:pt x="1112039" y="101876"/>
                </a:lnTo>
                <a:lnTo>
                  <a:pt x="1112293" y="102738"/>
                </a:lnTo>
                <a:lnTo>
                  <a:pt x="1112564" y="103591"/>
                </a:lnTo>
                <a:lnTo>
                  <a:pt x="1112851" y="104435"/>
                </a:lnTo>
                <a:lnTo>
                  <a:pt x="1113155" y="105271"/>
                </a:lnTo>
                <a:lnTo>
                  <a:pt x="1113475" y="106098"/>
                </a:lnTo>
                <a:lnTo>
                  <a:pt x="1113811" y="106916"/>
                </a:lnTo>
                <a:lnTo>
                  <a:pt x="1114164" y="107726"/>
                </a:lnTo>
                <a:lnTo>
                  <a:pt x="1114533" y="108526"/>
                </a:lnTo>
                <a:lnTo>
                  <a:pt x="1114919" y="109318"/>
                </a:lnTo>
                <a:lnTo>
                  <a:pt x="1115319" y="110099"/>
                </a:lnTo>
                <a:lnTo>
                  <a:pt x="1115733" y="110866"/>
                </a:lnTo>
                <a:lnTo>
                  <a:pt x="1116161" y="111618"/>
                </a:lnTo>
                <a:lnTo>
                  <a:pt x="1116603" y="112357"/>
                </a:lnTo>
                <a:lnTo>
                  <a:pt x="1117058" y="113082"/>
                </a:lnTo>
                <a:lnTo>
                  <a:pt x="1117527" y="113793"/>
                </a:lnTo>
                <a:lnTo>
                  <a:pt x="1118010" y="114490"/>
                </a:lnTo>
                <a:lnTo>
                  <a:pt x="1118506" y="115173"/>
                </a:lnTo>
                <a:lnTo>
                  <a:pt x="1119016" y="115842"/>
                </a:lnTo>
                <a:lnTo>
                  <a:pt x="1119540" y="116497"/>
                </a:lnTo>
                <a:lnTo>
                  <a:pt x="1120077" y="117138"/>
                </a:lnTo>
                <a:lnTo>
                  <a:pt x="1120628" y="117765"/>
                </a:lnTo>
                <a:lnTo>
                  <a:pt x="1121193" y="118378"/>
                </a:lnTo>
                <a:lnTo>
                  <a:pt x="1121771" y="118978"/>
                </a:lnTo>
                <a:lnTo>
                  <a:pt x="1122363" y="119563"/>
                </a:lnTo>
                <a:lnTo>
                  <a:pt x="1122969" y="120134"/>
                </a:lnTo>
                <a:lnTo>
                  <a:pt x="1123588" y="120692"/>
                </a:lnTo>
                <a:lnTo>
                  <a:pt x="1124221" y="121235"/>
                </a:lnTo>
                <a:lnTo>
                  <a:pt x="1124868" y="121765"/>
                </a:lnTo>
                <a:lnTo>
                  <a:pt x="1125528" y="122280"/>
                </a:lnTo>
                <a:lnTo>
                  <a:pt x="1126202" y="122782"/>
                </a:lnTo>
                <a:lnTo>
                  <a:pt x="1126890" y="123270"/>
                </a:lnTo>
                <a:lnTo>
                  <a:pt x="1127591" y="123744"/>
                </a:lnTo>
                <a:lnTo>
                  <a:pt x="1128306" y="124204"/>
                </a:lnTo>
                <a:lnTo>
                  <a:pt x="1129033" y="124647"/>
                </a:lnTo>
                <a:lnTo>
                  <a:pt x="1129770" y="125072"/>
                </a:lnTo>
                <a:lnTo>
                  <a:pt x="1130517" y="125477"/>
                </a:lnTo>
                <a:lnTo>
                  <a:pt x="1131273" y="125864"/>
                </a:lnTo>
                <a:lnTo>
                  <a:pt x="1132040" y="126232"/>
                </a:lnTo>
                <a:lnTo>
                  <a:pt x="1132816" y="126581"/>
                </a:lnTo>
                <a:lnTo>
                  <a:pt x="1133602" y="126911"/>
                </a:lnTo>
                <a:lnTo>
                  <a:pt x="1134398" y="127223"/>
                </a:lnTo>
                <a:lnTo>
                  <a:pt x="1135204" y="127515"/>
                </a:lnTo>
                <a:lnTo>
                  <a:pt x="1136019" y="127789"/>
                </a:lnTo>
                <a:lnTo>
                  <a:pt x="1136845" y="128043"/>
                </a:lnTo>
                <a:lnTo>
                  <a:pt x="1137680" y="128279"/>
                </a:lnTo>
                <a:lnTo>
                  <a:pt x="1138525" y="128496"/>
                </a:lnTo>
                <a:lnTo>
                  <a:pt x="1139380" y="128694"/>
                </a:lnTo>
                <a:lnTo>
                  <a:pt x="1140245" y="128874"/>
                </a:lnTo>
                <a:lnTo>
                  <a:pt x="1141120" y="129034"/>
                </a:lnTo>
                <a:lnTo>
                  <a:pt x="1142004" y="129176"/>
                </a:lnTo>
                <a:lnTo>
                  <a:pt x="1142899" y="129298"/>
                </a:lnTo>
                <a:lnTo>
                  <a:pt x="1143803" y="129402"/>
                </a:lnTo>
                <a:lnTo>
                  <a:pt x="1144717" y="129487"/>
                </a:lnTo>
                <a:lnTo>
                  <a:pt x="1145641" y="129553"/>
                </a:lnTo>
                <a:lnTo>
                  <a:pt x="1146575" y="129600"/>
                </a:lnTo>
                <a:lnTo>
                  <a:pt x="1147519" y="129629"/>
                </a:lnTo>
                <a:lnTo>
                  <a:pt x="1148472" y="129638"/>
                </a:lnTo>
                <a:lnTo>
                  <a:pt x="1149073" y="129634"/>
                </a:lnTo>
                <a:lnTo>
                  <a:pt x="1149667" y="129623"/>
                </a:lnTo>
                <a:lnTo>
                  <a:pt x="1150256" y="129605"/>
                </a:lnTo>
                <a:lnTo>
                  <a:pt x="1150839" y="129579"/>
                </a:lnTo>
                <a:close/>
                <a:moveTo>
                  <a:pt x="1147522" y="118034"/>
                </a:moveTo>
                <a:lnTo>
                  <a:pt x="1146906" y="117975"/>
                </a:lnTo>
                <a:lnTo>
                  <a:pt x="1146296" y="117903"/>
                </a:lnTo>
                <a:lnTo>
                  <a:pt x="1145692" y="117818"/>
                </a:lnTo>
                <a:lnTo>
                  <a:pt x="1145094" y="117720"/>
                </a:lnTo>
                <a:lnTo>
                  <a:pt x="1144501" y="117608"/>
                </a:lnTo>
                <a:lnTo>
                  <a:pt x="1143915" y="117483"/>
                </a:lnTo>
                <a:lnTo>
                  <a:pt x="1143335" y="117346"/>
                </a:lnTo>
                <a:lnTo>
                  <a:pt x="1142761" y="117195"/>
                </a:lnTo>
                <a:lnTo>
                  <a:pt x="1142193" y="117031"/>
                </a:lnTo>
                <a:lnTo>
                  <a:pt x="1141631" y="116854"/>
                </a:lnTo>
                <a:lnTo>
                  <a:pt x="1141075" y="116663"/>
                </a:lnTo>
                <a:lnTo>
                  <a:pt x="1140525" y="116460"/>
                </a:lnTo>
                <a:lnTo>
                  <a:pt x="1139981" y="116244"/>
                </a:lnTo>
                <a:lnTo>
                  <a:pt x="1139443" y="116014"/>
                </a:lnTo>
                <a:lnTo>
                  <a:pt x="1138911" y="115771"/>
                </a:lnTo>
                <a:lnTo>
                  <a:pt x="1138385" y="115515"/>
                </a:lnTo>
                <a:lnTo>
                  <a:pt x="1137865" y="115247"/>
                </a:lnTo>
                <a:lnTo>
                  <a:pt x="1137351" y="114964"/>
                </a:lnTo>
                <a:lnTo>
                  <a:pt x="1136843" y="114669"/>
                </a:lnTo>
                <a:lnTo>
                  <a:pt x="1136341" y="114361"/>
                </a:lnTo>
                <a:lnTo>
                  <a:pt x="1135847" y="114041"/>
                </a:lnTo>
                <a:lnTo>
                  <a:pt x="1135362" y="113711"/>
                </a:lnTo>
                <a:lnTo>
                  <a:pt x="1134887" y="113370"/>
                </a:lnTo>
                <a:lnTo>
                  <a:pt x="1134421" y="113020"/>
                </a:lnTo>
                <a:lnTo>
                  <a:pt x="1133964" y="112659"/>
                </a:lnTo>
                <a:lnTo>
                  <a:pt x="1133516" y="112289"/>
                </a:lnTo>
                <a:lnTo>
                  <a:pt x="1133078" y="111908"/>
                </a:lnTo>
                <a:lnTo>
                  <a:pt x="1132649" y="111517"/>
                </a:lnTo>
                <a:lnTo>
                  <a:pt x="1132229" y="111116"/>
                </a:lnTo>
                <a:lnTo>
                  <a:pt x="1131818" y="110705"/>
                </a:lnTo>
                <a:lnTo>
                  <a:pt x="1131417" y="110283"/>
                </a:lnTo>
                <a:lnTo>
                  <a:pt x="1131025" y="109852"/>
                </a:lnTo>
                <a:lnTo>
                  <a:pt x="1130643" y="109410"/>
                </a:lnTo>
                <a:lnTo>
                  <a:pt x="1130269" y="108959"/>
                </a:lnTo>
                <a:lnTo>
                  <a:pt x="1129905" y="108497"/>
                </a:lnTo>
                <a:lnTo>
                  <a:pt x="1129551" y="108025"/>
                </a:lnTo>
                <a:lnTo>
                  <a:pt x="1129205" y="107543"/>
                </a:lnTo>
                <a:lnTo>
                  <a:pt x="1128869" y="107051"/>
                </a:lnTo>
                <a:lnTo>
                  <a:pt x="1128542" y="106549"/>
                </a:lnTo>
                <a:lnTo>
                  <a:pt x="1128224" y="106037"/>
                </a:lnTo>
                <a:lnTo>
                  <a:pt x="1127916" y="105514"/>
                </a:lnTo>
                <a:lnTo>
                  <a:pt x="1127617" y="104982"/>
                </a:lnTo>
                <a:lnTo>
                  <a:pt x="1127327" y="104439"/>
                </a:lnTo>
                <a:lnTo>
                  <a:pt x="1127047" y="103886"/>
                </a:lnTo>
                <a:lnTo>
                  <a:pt x="1126777" y="103324"/>
                </a:lnTo>
                <a:lnTo>
                  <a:pt x="1126519" y="102753"/>
                </a:lnTo>
                <a:lnTo>
                  <a:pt x="1126272" y="102174"/>
                </a:lnTo>
                <a:lnTo>
                  <a:pt x="1126036" y="101586"/>
                </a:lnTo>
                <a:lnTo>
                  <a:pt x="1125812" y="100990"/>
                </a:lnTo>
                <a:lnTo>
                  <a:pt x="1125600" y="100386"/>
                </a:lnTo>
                <a:lnTo>
                  <a:pt x="1125399" y="99773"/>
                </a:lnTo>
                <a:lnTo>
                  <a:pt x="1125209" y="99151"/>
                </a:lnTo>
                <a:lnTo>
                  <a:pt x="1125031" y="98521"/>
                </a:lnTo>
                <a:lnTo>
                  <a:pt x="1124865" y="97883"/>
                </a:lnTo>
                <a:lnTo>
                  <a:pt x="1124710" y="97236"/>
                </a:lnTo>
                <a:lnTo>
                  <a:pt x="1124566" y="96580"/>
                </a:lnTo>
                <a:lnTo>
                  <a:pt x="1124434" y="95916"/>
                </a:lnTo>
                <a:lnTo>
                  <a:pt x="1124314" y="95244"/>
                </a:lnTo>
                <a:lnTo>
                  <a:pt x="1124205" y="94563"/>
                </a:lnTo>
                <a:lnTo>
                  <a:pt x="1124107" y="93874"/>
                </a:lnTo>
                <a:lnTo>
                  <a:pt x="1124021" y="93176"/>
                </a:lnTo>
                <a:lnTo>
                  <a:pt x="1123946" y="92470"/>
                </a:lnTo>
                <a:lnTo>
                  <a:pt x="1123883" y="91755"/>
                </a:lnTo>
                <a:lnTo>
                  <a:pt x="1123831" y="91032"/>
                </a:lnTo>
                <a:lnTo>
                  <a:pt x="1123791" y="90300"/>
                </a:lnTo>
                <a:lnTo>
                  <a:pt x="1123763" y="89560"/>
                </a:lnTo>
                <a:lnTo>
                  <a:pt x="1123745" y="88811"/>
                </a:lnTo>
                <a:lnTo>
                  <a:pt x="1123740" y="88054"/>
                </a:lnTo>
                <a:lnTo>
                  <a:pt x="1123745" y="87310"/>
                </a:lnTo>
                <a:lnTo>
                  <a:pt x="1123763" y="86573"/>
                </a:lnTo>
                <a:lnTo>
                  <a:pt x="1123791" y="85844"/>
                </a:lnTo>
                <a:lnTo>
                  <a:pt x="1123831" y="85122"/>
                </a:lnTo>
                <a:lnTo>
                  <a:pt x="1123883" y="84408"/>
                </a:lnTo>
                <a:lnTo>
                  <a:pt x="1123946" y="83702"/>
                </a:lnTo>
                <a:lnTo>
                  <a:pt x="1124021" y="83004"/>
                </a:lnTo>
                <a:lnTo>
                  <a:pt x="1124107" y="82313"/>
                </a:lnTo>
                <a:lnTo>
                  <a:pt x="1124205" y="81630"/>
                </a:lnTo>
                <a:lnTo>
                  <a:pt x="1124314" y="80954"/>
                </a:lnTo>
                <a:lnTo>
                  <a:pt x="1124434" y="80286"/>
                </a:lnTo>
                <a:lnTo>
                  <a:pt x="1124566" y="79626"/>
                </a:lnTo>
                <a:lnTo>
                  <a:pt x="1124710" y="78974"/>
                </a:lnTo>
                <a:lnTo>
                  <a:pt x="1124865" y="78329"/>
                </a:lnTo>
                <a:lnTo>
                  <a:pt x="1125031" y="77691"/>
                </a:lnTo>
                <a:lnTo>
                  <a:pt x="1125209" y="77062"/>
                </a:lnTo>
                <a:lnTo>
                  <a:pt x="1125399" y="76440"/>
                </a:lnTo>
                <a:lnTo>
                  <a:pt x="1125600" y="75826"/>
                </a:lnTo>
                <a:lnTo>
                  <a:pt x="1125812" y="75219"/>
                </a:lnTo>
                <a:lnTo>
                  <a:pt x="1126036" y="74620"/>
                </a:lnTo>
                <a:lnTo>
                  <a:pt x="1126272" y="74029"/>
                </a:lnTo>
                <a:lnTo>
                  <a:pt x="1126519" y="73445"/>
                </a:lnTo>
                <a:lnTo>
                  <a:pt x="1126777" y="72869"/>
                </a:lnTo>
                <a:lnTo>
                  <a:pt x="1127047" y="72301"/>
                </a:lnTo>
                <a:lnTo>
                  <a:pt x="1127327" y="71742"/>
                </a:lnTo>
                <a:lnTo>
                  <a:pt x="1127617" y="71193"/>
                </a:lnTo>
                <a:lnTo>
                  <a:pt x="1127916" y="70655"/>
                </a:lnTo>
                <a:lnTo>
                  <a:pt x="1128224" y="70127"/>
                </a:lnTo>
                <a:lnTo>
                  <a:pt x="1128542" y="69609"/>
                </a:lnTo>
                <a:lnTo>
                  <a:pt x="1128869" y="69102"/>
                </a:lnTo>
                <a:lnTo>
                  <a:pt x="1129205" y="68605"/>
                </a:lnTo>
                <a:lnTo>
                  <a:pt x="1129551" y="68119"/>
                </a:lnTo>
                <a:lnTo>
                  <a:pt x="1129905" y="67642"/>
                </a:lnTo>
                <a:lnTo>
                  <a:pt x="1130269" y="67177"/>
                </a:lnTo>
                <a:lnTo>
                  <a:pt x="1130643" y="66722"/>
                </a:lnTo>
                <a:lnTo>
                  <a:pt x="1131025" y="66277"/>
                </a:lnTo>
                <a:lnTo>
                  <a:pt x="1131417" y="65842"/>
                </a:lnTo>
                <a:lnTo>
                  <a:pt x="1131818" y="65418"/>
                </a:lnTo>
                <a:lnTo>
                  <a:pt x="1132229" y="65005"/>
                </a:lnTo>
                <a:lnTo>
                  <a:pt x="1132649" y="64601"/>
                </a:lnTo>
                <a:lnTo>
                  <a:pt x="1133078" y="64208"/>
                </a:lnTo>
                <a:lnTo>
                  <a:pt x="1133516" y="63826"/>
                </a:lnTo>
                <a:lnTo>
                  <a:pt x="1133964" y="63454"/>
                </a:lnTo>
                <a:lnTo>
                  <a:pt x="1134421" y="63092"/>
                </a:lnTo>
                <a:lnTo>
                  <a:pt x="1134887" y="62741"/>
                </a:lnTo>
                <a:lnTo>
                  <a:pt x="1135362" y="62400"/>
                </a:lnTo>
                <a:lnTo>
                  <a:pt x="1135847" y="62070"/>
                </a:lnTo>
                <a:lnTo>
                  <a:pt x="1136341" y="61750"/>
                </a:lnTo>
                <a:lnTo>
                  <a:pt x="1136843" y="61441"/>
                </a:lnTo>
                <a:lnTo>
                  <a:pt x="1137351" y="61146"/>
                </a:lnTo>
                <a:lnTo>
                  <a:pt x="1137865" y="60864"/>
                </a:lnTo>
                <a:lnTo>
                  <a:pt x="1138385" y="60594"/>
                </a:lnTo>
                <a:lnTo>
                  <a:pt x="1138911" y="60338"/>
                </a:lnTo>
                <a:lnTo>
                  <a:pt x="1139443" y="60096"/>
                </a:lnTo>
                <a:lnTo>
                  <a:pt x="1139981" y="59866"/>
                </a:lnTo>
                <a:lnTo>
                  <a:pt x="1140525" y="59649"/>
                </a:lnTo>
                <a:lnTo>
                  <a:pt x="1141075" y="59446"/>
                </a:lnTo>
                <a:lnTo>
                  <a:pt x="1141631" y="59255"/>
                </a:lnTo>
                <a:lnTo>
                  <a:pt x="1142193" y="59078"/>
                </a:lnTo>
                <a:lnTo>
                  <a:pt x="1142761" y="58914"/>
                </a:lnTo>
                <a:lnTo>
                  <a:pt x="1143335" y="58763"/>
                </a:lnTo>
                <a:lnTo>
                  <a:pt x="1143915" y="58625"/>
                </a:lnTo>
                <a:lnTo>
                  <a:pt x="1144501" y="58501"/>
                </a:lnTo>
                <a:lnTo>
                  <a:pt x="1145094" y="58389"/>
                </a:lnTo>
                <a:lnTo>
                  <a:pt x="1145692" y="58290"/>
                </a:lnTo>
                <a:lnTo>
                  <a:pt x="1146296" y="58205"/>
                </a:lnTo>
                <a:lnTo>
                  <a:pt x="1146906" y="58133"/>
                </a:lnTo>
                <a:lnTo>
                  <a:pt x="1147522" y="58074"/>
                </a:lnTo>
                <a:lnTo>
                  <a:pt x="1148144" y="58028"/>
                </a:lnTo>
                <a:lnTo>
                  <a:pt x="1148772" y="57995"/>
                </a:lnTo>
                <a:lnTo>
                  <a:pt x="1149406" y="57975"/>
                </a:lnTo>
                <a:lnTo>
                  <a:pt x="1150046" y="57969"/>
                </a:lnTo>
                <a:lnTo>
                  <a:pt x="1150700" y="57975"/>
                </a:lnTo>
                <a:lnTo>
                  <a:pt x="1151346" y="57995"/>
                </a:lnTo>
                <a:lnTo>
                  <a:pt x="1151986" y="58028"/>
                </a:lnTo>
                <a:lnTo>
                  <a:pt x="1152619" y="58074"/>
                </a:lnTo>
                <a:lnTo>
                  <a:pt x="1153246" y="58133"/>
                </a:lnTo>
                <a:lnTo>
                  <a:pt x="1153866" y="58205"/>
                </a:lnTo>
                <a:lnTo>
                  <a:pt x="1154480" y="58290"/>
                </a:lnTo>
                <a:lnTo>
                  <a:pt x="1155087" y="58389"/>
                </a:lnTo>
                <a:lnTo>
                  <a:pt x="1155688" y="58501"/>
                </a:lnTo>
                <a:lnTo>
                  <a:pt x="1156282" y="58625"/>
                </a:lnTo>
                <a:lnTo>
                  <a:pt x="1156869" y="58763"/>
                </a:lnTo>
                <a:lnTo>
                  <a:pt x="1157450" y="58914"/>
                </a:lnTo>
                <a:lnTo>
                  <a:pt x="1158024" y="59078"/>
                </a:lnTo>
                <a:lnTo>
                  <a:pt x="1158592" y="59255"/>
                </a:lnTo>
                <a:lnTo>
                  <a:pt x="1159153" y="59446"/>
                </a:lnTo>
                <a:lnTo>
                  <a:pt x="1159708" y="59649"/>
                </a:lnTo>
                <a:lnTo>
                  <a:pt x="1160256" y="59866"/>
                </a:lnTo>
                <a:lnTo>
                  <a:pt x="1160797" y="60096"/>
                </a:lnTo>
                <a:lnTo>
                  <a:pt x="1161332" y="60338"/>
                </a:lnTo>
                <a:lnTo>
                  <a:pt x="1161860" y="60594"/>
                </a:lnTo>
                <a:lnTo>
                  <a:pt x="1162382" y="60864"/>
                </a:lnTo>
                <a:lnTo>
                  <a:pt x="1162897" y="61146"/>
                </a:lnTo>
                <a:lnTo>
                  <a:pt x="1163406" y="61441"/>
                </a:lnTo>
                <a:lnTo>
                  <a:pt x="1163908" y="61750"/>
                </a:lnTo>
                <a:lnTo>
                  <a:pt x="1164402" y="62070"/>
                </a:lnTo>
                <a:lnTo>
                  <a:pt x="1164887" y="62400"/>
                </a:lnTo>
                <a:lnTo>
                  <a:pt x="1165362" y="62741"/>
                </a:lnTo>
                <a:lnTo>
                  <a:pt x="1165828" y="63092"/>
                </a:lnTo>
                <a:lnTo>
                  <a:pt x="1166285" y="63454"/>
                </a:lnTo>
                <a:lnTo>
                  <a:pt x="1166733" y="63826"/>
                </a:lnTo>
                <a:lnTo>
                  <a:pt x="1167171" y="64208"/>
                </a:lnTo>
                <a:lnTo>
                  <a:pt x="1167600" y="64601"/>
                </a:lnTo>
                <a:lnTo>
                  <a:pt x="1168020" y="65005"/>
                </a:lnTo>
                <a:lnTo>
                  <a:pt x="1168430" y="65418"/>
                </a:lnTo>
                <a:lnTo>
                  <a:pt x="1168831" y="65842"/>
                </a:lnTo>
                <a:lnTo>
                  <a:pt x="1169223" y="66277"/>
                </a:lnTo>
                <a:lnTo>
                  <a:pt x="1169606" y="66722"/>
                </a:lnTo>
                <a:lnTo>
                  <a:pt x="1169979" y="67177"/>
                </a:lnTo>
                <a:lnTo>
                  <a:pt x="1170343" y="67642"/>
                </a:lnTo>
                <a:lnTo>
                  <a:pt x="1170697" y="68119"/>
                </a:lnTo>
                <a:lnTo>
                  <a:pt x="1171043" y="68605"/>
                </a:lnTo>
                <a:lnTo>
                  <a:pt x="1171379" y="69102"/>
                </a:lnTo>
                <a:lnTo>
                  <a:pt x="1171706" y="69609"/>
                </a:lnTo>
                <a:lnTo>
                  <a:pt x="1172023" y="70127"/>
                </a:lnTo>
                <a:lnTo>
                  <a:pt x="1172331" y="70655"/>
                </a:lnTo>
                <a:lnTo>
                  <a:pt x="1172630" y="71193"/>
                </a:lnTo>
                <a:lnTo>
                  <a:pt x="1172920" y="71742"/>
                </a:lnTo>
                <a:lnTo>
                  <a:pt x="1173200" y="72301"/>
                </a:lnTo>
                <a:lnTo>
                  <a:pt x="1173470" y="72869"/>
                </a:lnTo>
                <a:lnTo>
                  <a:pt x="1173728" y="73445"/>
                </a:lnTo>
                <a:lnTo>
                  <a:pt x="1173976" y="74029"/>
                </a:lnTo>
                <a:lnTo>
                  <a:pt x="1174211" y="74620"/>
                </a:lnTo>
                <a:lnTo>
                  <a:pt x="1174435" y="75219"/>
                </a:lnTo>
                <a:lnTo>
                  <a:pt x="1174648" y="75826"/>
                </a:lnTo>
                <a:lnTo>
                  <a:pt x="1174849" y="76440"/>
                </a:lnTo>
                <a:lnTo>
                  <a:pt x="1175039" y="77062"/>
                </a:lnTo>
                <a:lnTo>
                  <a:pt x="1175217" y="77691"/>
                </a:lnTo>
                <a:lnTo>
                  <a:pt x="1175383" y="78329"/>
                </a:lnTo>
                <a:lnTo>
                  <a:pt x="1175538" y="78974"/>
                </a:lnTo>
                <a:lnTo>
                  <a:pt x="1175682" y="79626"/>
                </a:lnTo>
                <a:lnTo>
                  <a:pt x="1175814" y="80286"/>
                </a:lnTo>
                <a:lnTo>
                  <a:pt x="1175935" y="80954"/>
                </a:lnTo>
                <a:lnTo>
                  <a:pt x="1176044" y="81630"/>
                </a:lnTo>
                <a:lnTo>
                  <a:pt x="1176142" y="82313"/>
                </a:lnTo>
                <a:lnTo>
                  <a:pt x="1176228" y="83004"/>
                </a:lnTo>
                <a:lnTo>
                  <a:pt x="1176303" y="83702"/>
                </a:lnTo>
                <a:lnTo>
                  <a:pt x="1176366" y="84408"/>
                </a:lnTo>
                <a:lnTo>
                  <a:pt x="1176418" y="85122"/>
                </a:lnTo>
                <a:lnTo>
                  <a:pt x="1176458" y="85844"/>
                </a:lnTo>
                <a:lnTo>
                  <a:pt x="1176487" y="86573"/>
                </a:lnTo>
                <a:lnTo>
                  <a:pt x="1176504" y="87310"/>
                </a:lnTo>
                <a:lnTo>
                  <a:pt x="1176510" y="88054"/>
                </a:lnTo>
                <a:lnTo>
                  <a:pt x="1176504" y="88811"/>
                </a:lnTo>
                <a:lnTo>
                  <a:pt x="1176487" y="89560"/>
                </a:lnTo>
                <a:lnTo>
                  <a:pt x="1176458" y="90300"/>
                </a:lnTo>
                <a:lnTo>
                  <a:pt x="1176418" y="91032"/>
                </a:lnTo>
                <a:lnTo>
                  <a:pt x="1176366" y="91755"/>
                </a:lnTo>
                <a:lnTo>
                  <a:pt x="1176303" y="92470"/>
                </a:lnTo>
                <a:lnTo>
                  <a:pt x="1176228" y="93176"/>
                </a:lnTo>
                <a:lnTo>
                  <a:pt x="1176142" y="93874"/>
                </a:lnTo>
                <a:lnTo>
                  <a:pt x="1176044" y="94563"/>
                </a:lnTo>
                <a:lnTo>
                  <a:pt x="1175935" y="95244"/>
                </a:lnTo>
                <a:lnTo>
                  <a:pt x="1175814" y="95916"/>
                </a:lnTo>
                <a:lnTo>
                  <a:pt x="1175682" y="96580"/>
                </a:lnTo>
                <a:lnTo>
                  <a:pt x="1175538" y="97236"/>
                </a:lnTo>
                <a:lnTo>
                  <a:pt x="1175383" y="97883"/>
                </a:lnTo>
                <a:lnTo>
                  <a:pt x="1175217" y="98521"/>
                </a:lnTo>
                <a:lnTo>
                  <a:pt x="1175039" y="99151"/>
                </a:lnTo>
                <a:lnTo>
                  <a:pt x="1174849" y="99773"/>
                </a:lnTo>
                <a:lnTo>
                  <a:pt x="1174648" y="100386"/>
                </a:lnTo>
                <a:lnTo>
                  <a:pt x="1174435" y="100990"/>
                </a:lnTo>
                <a:lnTo>
                  <a:pt x="1174211" y="101586"/>
                </a:lnTo>
                <a:lnTo>
                  <a:pt x="1173976" y="102174"/>
                </a:lnTo>
                <a:lnTo>
                  <a:pt x="1173728" y="102753"/>
                </a:lnTo>
                <a:lnTo>
                  <a:pt x="1173470" y="103324"/>
                </a:lnTo>
                <a:lnTo>
                  <a:pt x="1173200" y="103886"/>
                </a:lnTo>
                <a:lnTo>
                  <a:pt x="1172920" y="104439"/>
                </a:lnTo>
                <a:lnTo>
                  <a:pt x="1172630" y="104982"/>
                </a:lnTo>
                <a:lnTo>
                  <a:pt x="1172331" y="105514"/>
                </a:lnTo>
                <a:lnTo>
                  <a:pt x="1172023" y="106037"/>
                </a:lnTo>
                <a:lnTo>
                  <a:pt x="1171706" y="106549"/>
                </a:lnTo>
                <a:lnTo>
                  <a:pt x="1171379" y="107051"/>
                </a:lnTo>
                <a:lnTo>
                  <a:pt x="1171043" y="107543"/>
                </a:lnTo>
                <a:lnTo>
                  <a:pt x="1170697" y="108025"/>
                </a:lnTo>
                <a:lnTo>
                  <a:pt x="1170343" y="108497"/>
                </a:lnTo>
                <a:lnTo>
                  <a:pt x="1169979" y="108959"/>
                </a:lnTo>
                <a:lnTo>
                  <a:pt x="1169606" y="109410"/>
                </a:lnTo>
                <a:lnTo>
                  <a:pt x="1169223" y="109852"/>
                </a:lnTo>
                <a:lnTo>
                  <a:pt x="1168831" y="110283"/>
                </a:lnTo>
                <a:lnTo>
                  <a:pt x="1168430" y="110705"/>
                </a:lnTo>
                <a:lnTo>
                  <a:pt x="1168020" y="111116"/>
                </a:lnTo>
                <a:lnTo>
                  <a:pt x="1167600" y="111517"/>
                </a:lnTo>
                <a:lnTo>
                  <a:pt x="1167171" y="111908"/>
                </a:lnTo>
                <a:lnTo>
                  <a:pt x="1166733" y="112289"/>
                </a:lnTo>
                <a:lnTo>
                  <a:pt x="1166285" y="112659"/>
                </a:lnTo>
                <a:lnTo>
                  <a:pt x="1165828" y="113020"/>
                </a:lnTo>
                <a:lnTo>
                  <a:pt x="1165362" y="113370"/>
                </a:lnTo>
                <a:lnTo>
                  <a:pt x="1164887" y="113711"/>
                </a:lnTo>
                <a:lnTo>
                  <a:pt x="1164402" y="114041"/>
                </a:lnTo>
                <a:lnTo>
                  <a:pt x="1163908" y="114361"/>
                </a:lnTo>
                <a:lnTo>
                  <a:pt x="1163406" y="114669"/>
                </a:lnTo>
                <a:lnTo>
                  <a:pt x="1162897" y="114964"/>
                </a:lnTo>
                <a:lnTo>
                  <a:pt x="1162382" y="115247"/>
                </a:lnTo>
                <a:lnTo>
                  <a:pt x="1161860" y="115515"/>
                </a:lnTo>
                <a:lnTo>
                  <a:pt x="1161332" y="115771"/>
                </a:lnTo>
                <a:lnTo>
                  <a:pt x="1160797" y="116014"/>
                </a:lnTo>
                <a:lnTo>
                  <a:pt x="1160256" y="116244"/>
                </a:lnTo>
                <a:lnTo>
                  <a:pt x="1159708" y="116460"/>
                </a:lnTo>
                <a:lnTo>
                  <a:pt x="1159153" y="116663"/>
                </a:lnTo>
                <a:lnTo>
                  <a:pt x="1158592" y="116854"/>
                </a:lnTo>
                <a:lnTo>
                  <a:pt x="1158024" y="117031"/>
                </a:lnTo>
                <a:lnTo>
                  <a:pt x="1157450" y="117195"/>
                </a:lnTo>
                <a:lnTo>
                  <a:pt x="1156869" y="117346"/>
                </a:lnTo>
                <a:lnTo>
                  <a:pt x="1156282" y="117483"/>
                </a:lnTo>
                <a:lnTo>
                  <a:pt x="1155688" y="117608"/>
                </a:lnTo>
                <a:lnTo>
                  <a:pt x="1155087" y="117720"/>
                </a:lnTo>
                <a:lnTo>
                  <a:pt x="1154480" y="117818"/>
                </a:lnTo>
                <a:lnTo>
                  <a:pt x="1153866" y="117903"/>
                </a:lnTo>
                <a:lnTo>
                  <a:pt x="1153246" y="117975"/>
                </a:lnTo>
                <a:lnTo>
                  <a:pt x="1152619" y="118034"/>
                </a:lnTo>
                <a:lnTo>
                  <a:pt x="1151986" y="118080"/>
                </a:lnTo>
                <a:lnTo>
                  <a:pt x="1151346" y="118113"/>
                </a:lnTo>
                <a:lnTo>
                  <a:pt x="1150700" y="118133"/>
                </a:lnTo>
                <a:lnTo>
                  <a:pt x="1150046" y="118139"/>
                </a:lnTo>
                <a:lnTo>
                  <a:pt x="1149406" y="118133"/>
                </a:lnTo>
                <a:lnTo>
                  <a:pt x="1148772" y="118113"/>
                </a:lnTo>
                <a:lnTo>
                  <a:pt x="1148144" y="118080"/>
                </a:lnTo>
                <a:lnTo>
                  <a:pt x="1147522" y="118034"/>
                </a:lnTo>
                <a:close/>
                <a:moveTo>
                  <a:pt x="1016471" y="37017"/>
                </a:moveTo>
                <a:lnTo>
                  <a:pt x="1035372" y="32292"/>
                </a:lnTo>
                <a:lnTo>
                  <a:pt x="1035372" y="127749"/>
                </a:lnTo>
                <a:lnTo>
                  <a:pt x="1048762" y="127749"/>
                </a:lnTo>
                <a:lnTo>
                  <a:pt x="1048762" y="17486"/>
                </a:lnTo>
                <a:lnTo>
                  <a:pt x="1039783" y="17486"/>
                </a:lnTo>
                <a:lnTo>
                  <a:pt x="1016471" y="27566"/>
                </a:lnTo>
                <a:lnTo>
                  <a:pt x="1016471" y="37017"/>
                </a:lnTo>
                <a:close/>
                <a:moveTo>
                  <a:pt x="1003117" y="146931"/>
                </a:moveTo>
                <a:lnTo>
                  <a:pt x="1002356" y="146116"/>
                </a:lnTo>
                <a:lnTo>
                  <a:pt x="1001602" y="145294"/>
                </a:lnTo>
                <a:lnTo>
                  <a:pt x="1000857" y="144465"/>
                </a:lnTo>
                <a:lnTo>
                  <a:pt x="1000119" y="143627"/>
                </a:lnTo>
                <a:lnTo>
                  <a:pt x="999389" y="142782"/>
                </a:lnTo>
                <a:lnTo>
                  <a:pt x="998666" y="141929"/>
                </a:lnTo>
                <a:lnTo>
                  <a:pt x="997951" y="141069"/>
                </a:lnTo>
                <a:lnTo>
                  <a:pt x="997244" y="140201"/>
                </a:lnTo>
                <a:lnTo>
                  <a:pt x="996544" y="139325"/>
                </a:lnTo>
                <a:lnTo>
                  <a:pt x="995852" y="138442"/>
                </a:lnTo>
                <a:lnTo>
                  <a:pt x="995168" y="137551"/>
                </a:lnTo>
                <a:lnTo>
                  <a:pt x="994491" y="136652"/>
                </a:lnTo>
                <a:lnTo>
                  <a:pt x="993822" y="135746"/>
                </a:lnTo>
                <a:lnTo>
                  <a:pt x="993161" y="134832"/>
                </a:lnTo>
                <a:lnTo>
                  <a:pt x="992507" y="133911"/>
                </a:lnTo>
                <a:lnTo>
                  <a:pt x="991861" y="132981"/>
                </a:lnTo>
                <a:lnTo>
                  <a:pt x="991222" y="132044"/>
                </a:lnTo>
                <a:lnTo>
                  <a:pt x="990592" y="131100"/>
                </a:lnTo>
                <a:lnTo>
                  <a:pt x="989969" y="130147"/>
                </a:lnTo>
                <a:lnTo>
                  <a:pt x="989353" y="129187"/>
                </a:lnTo>
                <a:lnTo>
                  <a:pt x="988746" y="128220"/>
                </a:lnTo>
                <a:lnTo>
                  <a:pt x="988147" y="127246"/>
                </a:lnTo>
                <a:lnTo>
                  <a:pt x="987561" y="126266"/>
                </a:lnTo>
                <a:lnTo>
                  <a:pt x="986985" y="125280"/>
                </a:lnTo>
                <a:lnTo>
                  <a:pt x="986420" y="124289"/>
                </a:lnTo>
                <a:lnTo>
                  <a:pt x="985867" y="123292"/>
                </a:lnTo>
                <a:lnTo>
                  <a:pt x="985325" y="122289"/>
                </a:lnTo>
                <a:lnTo>
                  <a:pt x="984794" y="121280"/>
                </a:lnTo>
                <a:lnTo>
                  <a:pt x="984275" y="120266"/>
                </a:lnTo>
                <a:lnTo>
                  <a:pt x="983766" y="119246"/>
                </a:lnTo>
                <a:lnTo>
                  <a:pt x="983269" y="118220"/>
                </a:lnTo>
                <a:lnTo>
                  <a:pt x="982783" y="117188"/>
                </a:lnTo>
                <a:lnTo>
                  <a:pt x="982308" y="116151"/>
                </a:lnTo>
                <a:lnTo>
                  <a:pt x="981845" y="115108"/>
                </a:lnTo>
                <a:lnTo>
                  <a:pt x="981392" y="114059"/>
                </a:lnTo>
                <a:lnTo>
                  <a:pt x="980951" y="113004"/>
                </a:lnTo>
                <a:lnTo>
                  <a:pt x="980521" y="111944"/>
                </a:lnTo>
                <a:lnTo>
                  <a:pt x="980102" y="110878"/>
                </a:lnTo>
                <a:lnTo>
                  <a:pt x="979695" y="109806"/>
                </a:lnTo>
                <a:lnTo>
                  <a:pt x="979299" y="108728"/>
                </a:lnTo>
                <a:lnTo>
                  <a:pt x="978913" y="107645"/>
                </a:lnTo>
                <a:lnTo>
                  <a:pt x="978539" y="106556"/>
                </a:lnTo>
                <a:lnTo>
                  <a:pt x="978177" y="105461"/>
                </a:lnTo>
                <a:lnTo>
                  <a:pt x="977825" y="104361"/>
                </a:lnTo>
                <a:lnTo>
                  <a:pt x="977485" y="103254"/>
                </a:lnTo>
                <a:lnTo>
                  <a:pt x="977157" y="102143"/>
                </a:lnTo>
                <a:lnTo>
                  <a:pt x="976843" y="101026"/>
                </a:lnTo>
                <a:lnTo>
                  <a:pt x="976544" y="99906"/>
                </a:lnTo>
                <a:lnTo>
                  <a:pt x="976258" y="98780"/>
                </a:lnTo>
                <a:lnTo>
                  <a:pt x="975986" y="97650"/>
                </a:lnTo>
                <a:lnTo>
                  <a:pt x="975728" y="96515"/>
                </a:lnTo>
                <a:lnTo>
                  <a:pt x="975484" y="95376"/>
                </a:lnTo>
                <a:lnTo>
                  <a:pt x="975254" y="94232"/>
                </a:lnTo>
                <a:lnTo>
                  <a:pt x="975037" y="93083"/>
                </a:lnTo>
                <a:lnTo>
                  <a:pt x="974835" y="91930"/>
                </a:lnTo>
                <a:lnTo>
                  <a:pt x="974647" y="90772"/>
                </a:lnTo>
                <a:lnTo>
                  <a:pt x="974473" y="89609"/>
                </a:lnTo>
                <a:lnTo>
                  <a:pt x="974312" y="88442"/>
                </a:lnTo>
                <a:lnTo>
                  <a:pt x="974166" y="87270"/>
                </a:lnTo>
                <a:lnTo>
                  <a:pt x="974033" y="86094"/>
                </a:lnTo>
                <a:lnTo>
                  <a:pt x="973915" y="84912"/>
                </a:lnTo>
                <a:lnTo>
                  <a:pt x="973810" y="83727"/>
                </a:lnTo>
                <a:lnTo>
                  <a:pt x="973720" y="82536"/>
                </a:lnTo>
                <a:lnTo>
                  <a:pt x="973643" y="81341"/>
                </a:lnTo>
                <a:lnTo>
                  <a:pt x="973580" y="80141"/>
                </a:lnTo>
                <a:lnTo>
                  <a:pt x="973531" y="78937"/>
                </a:lnTo>
                <a:lnTo>
                  <a:pt x="973497" y="77728"/>
                </a:lnTo>
                <a:lnTo>
                  <a:pt x="973476" y="76514"/>
                </a:lnTo>
                <a:lnTo>
                  <a:pt x="973469" y="75296"/>
                </a:lnTo>
                <a:lnTo>
                  <a:pt x="973476" y="74078"/>
                </a:lnTo>
                <a:lnTo>
                  <a:pt x="973497" y="72864"/>
                </a:lnTo>
                <a:lnTo>
                  <a:pt x="973531" y="71655"/>
                </a:lnTo>
                <a:lnTo>
                  <a:pt x="973580" y="70450"/>
                </a:lnTo>
                <a:lnTo>
                  <a:pt x="973643" y="69250"/>
                </a:lnTo>
                <a:lnTo>
                  <a:pt x="973720" y="68055"/>
                </a:lnTo>
                <a:lnTo>
                  <a:pt x="973810" y="66864"/>
                </a:lnTo>
                <a:lnTo>
                  <a:pt x="973915" y="65678"/>
                </a:lnTo>
                <a:lnTo>
                  <a:pt x="974033" y="64497"/>
                </a:lnTo>
                <a:lnTo>
                  <a:pt x="974166" y="63320"/>
                </a:lnTo>
                <a:lnTo>
                  <a:pt x="974312" y="62148"/>
                </a:lnTo>
                <a:lnTo>
                  <a:pt x="974473" y="60981"/>
                </a:lnTo>
                <a:lnTo>
                  <a:pt x="974647" y="59818"/>
                </a:lnTo>
                <a:lnTo>
                  <a:pt x="974835" y="58660"/>
                </a:lnTo>
                <a:lnTo>
                  <a:pt x="975037" y="57507"/>
                </a:lnTo>
                <a:lnTo>
                  <a:pt x="975254" y="56358"/>
                </a:lnTo>
                <a:lnTo>
                  <a:pt x="975484" y="55214"/>
                </a:lnTo>
                <a:lnTo>
                  <a:pt x="975728" y="54075"/>
                </a:lnTo>
                <a:lnTo>
                  <a:pt x="975986" y="52940"/>
                </a:lnTo>
                <a:lnTo>
                  <a:pt x="976258" y="51810"/>
                </a:lnTo>
                <a:lnTo>
                  <a:pt x="976544" y="50684"/>
                </a:lnTo>
                <a:lnTo>
                  <a:pt x="976843" y="49563"/>
                </a:lnTo>
                <a:lnTo>
                  <a:pt x="977157" y="48447"/>
                </a:lnTo>
                <a:lnTo>
                  <a:pt x="977485" y="47336"/>
                </a:lnTo>
                <a:lnTo>
                  <a:pt x="977825" y="46229"/>
                </a:lnTo>
                <a:lnTo>
                  <a:pt x="978176" y="45129"/>
                </a:lnTo>
                <a:lnTo>
                  <a:pt x="978538" y="44034"/>
                </a:lnTo>
                <a:lnTo>
                  <a:pt x="978911" y="42945"/>
                </a:lnTo>
                <a:lnTo>
                  <a:pt x="979295" y="41861"/>
                </a:lnTo>
                <a:lnTo>
                  <a:pt x="979690" y="40784"/>
                </a:lnTo>
                <a:lnTo>
                  <a:pt x="980096" y="39712"/>
                </a:lnTo>
                <a:lnTo>
                  <a:pt x="980513" y="38646"/>
                </a:lnTo>
                <a:lnTo>
                  <a:pt x="980940" y="37585"/>
                </a:lnTo>
                <a:lnTo>
                  <a:pt x="981379" y="36531"/>
                </a:lnTo>
                <a:lnTo>
                  <a:pt x="981829" y="35482"/>
                </a:lnTo>
                <a:lnTo>
                  <a:pt x="982289" y="34439"/>
                </a:lnTo>
                <a:lnTo>
                  <a:pt x="982761" y="33401"/>
                </a:lnTo>
                <a:lnTo>
                  <a:pt x="983243" y="32370"/>
                </a:lnTo>
                <a:lnTo>
                  <a:pt x="983736" y="31344"/>
                </a:lnTo>
                <a:lnTo>
                  <a:pt x="984241" y="30324"/>
                </a:lnTo>
                <a:lnTo>
                  <a:pt x="984756" y="29309"/>
                </a:lnTo>
                <a:lnTo>
                  <a:pt x="985282" y="28301"/>
                </a:lnTo>
                <a:lnTo>
                  <a:pt x="985819" y="27298"/>
                </a:lnTo>
                <a:lnTo>
                  <a:pt x="986367" y="26301"/>
                </a:lnTo>
                <a:lnTo>
                  <a:pt x="986926" y="25309"/>
                </a:lnTo>
                <a:lnTo>
                  <a:pt x="987496" y="24324"/>
                </a:lnTo>
                <a:lnTo>
                  <a:pt x="988077" y="23344"/>
                </a:lnTo>
                <a:lnTo>
                  <a:pt x="988669" y="22370"/>
                </a:lnTo>
                <a:lnTo>
                  <a:pt x="989270" y="21402"/>
                </a:lnTo>
                <a:lnTo>
                  <a:pt x="989880" y="20442"/>
                </a:lnTo>
                <a:lnTo>
                  <a:pt x="990499" y="19490"/>
                </a:lnTo>
                <a:lnTo>
                  <a:pt x="991126" y="18545"/>
                </a:lnTo>
                <a:lnTo>
                  <a:pt x="991761" y="17608"/>
                </a:lnTo>
                <a:lnTo>
                  <a:pt x="992405" y="16679"/>
                </a:lnTo>
                <a:lnTo>
                  <a:pt x="993057" y="15758"/>
                </a:lnTo>
                <a:lnTo>
                  <a:pt x="993718" y="14844"/>
                </a:lnTo>
                <a:lnTo>
                  <a:pt x="994388" y="13937"/>
                </a:lnTo>
                <a:lnTo>
                  <a:pt x="995065" y="13039"/>
                </a:lnTo>
                <a:lnTo>
                  <a:pt x="995752" y="12148"/>
                </a:lnTo>
                <a:lnTo>
                  <a:pt x="996447" y="11264"/>
                </a:lnTo>
                <a:lnTo>
                  <a:pt x="997150" y="10389"/>
                </a:lnTo>
                <a:lnTo>
                  <a:pt x="997862" y="9521"/>
                </a:lnTo>
                <a:lnTo>
                  <a:pt x="998582" y="8660"/>
                </a:lnTo>
                <a:lnTo>
                  <a:pt x="999311" y="7808"/>
                </a:lnTo>
                <a:lnTo>
                  <a:pt x="1000048" y="6963"/>
                </a:lnTo>
                <a:lnTo>
                  <a:pt x="1000793" y="6125"/>
                </a:lnTo>
                <a:lnTo>
                  <a:pt x="1001548" y="5295"/>
                </a:lnTo>
                <a:lnTo>
                  <a:pt x="1002310" y="4473"/>
                </a:lnTo>
                <a:lnTo>
                  <a:pt x="1003081" y="3659"/>
                </a:lnTo>
                <a:lnTo>
                  <a:pt x="1003861" y="2852"/>
                </a:lnTo>
                <a:lnTo>
                  <a:pt x="1004649" y="2053"/>
                </a:lnTo>
                <a:lnTo>
                  <a:pt x="1005445" y="1262"/>
                </a:lnTo>
                <a:lnTo>
                  <a:pt x="1005445" y="0"/>
                </a:lnTo>
                <a:lnTo>
                  <a:pt x="991897" y="0"/>
                </a:lnTo>
                <a:lnTo>
                  <a:pt x="991190" y="675"/>
                </a:lnTo>
                <a:lnTo>
                  <a:pt x="990488" y="1362"/>
                </a:lnTo>
                <a:lnTo>
                  <a:pt x="989790" y="2060"/>
                </a:lnTo>
                <a:lnTo>
                  <a:pt x="989097" y="2770"/>
                </a:lnTo>
                <a:lnTo>
                  <a:pt x="988408" y="3491"/>
                </a:lnTo>
                <a:lnTo>
                  <a:pt x="987723" y="4224"/>
                </a:lnTo>
                <a:lnTo>
                  <a:pt x="987043" y="4968"/>
                </a:lnTo>
                <a:lnTo>
                  <a:pt x="986367" y="5724"/>
                </a:lnTo>
                <a:lnTo>
                  <a:pt x="985696" y="6491"/>
                </a:lnTo>
                <a:lnTo>
                  <a:pt x="985028" y="7270"/>
                </a:lnTo>
                <a:lnTo>
                  <a:pt x="984366" y="8060"/>
                </a:lnTo>
                <a:lnTo>
                  <a:pt x="983707" y="8862"/>
                </a:lnTo>
                <a:lnTo>
                  <a:pt x="983053" y="9675"/>
                </a:lnTo>
                <a:lnTo>
                  <a:pt x="982403" y="10500"/>
                </a:lnTo>
                <a:lnTo>
                  <a:pt x="981758" y="11336"/>
                </a:lnTo>
                <a:lnTo>
                  <a:pt x="981117" y="12183"/>
                </a:lnTo>
                <a:lnTo>
                  <a:pt x="980480" y="13042"/>
                </a:lnTo>
                <a:lnTo>
                  <a:pt x="979848" y="13913"/>
                </a:lnTo>
                <a:lnTo>
                  <a:pt x="979220" y="14795"/>
                </a:lnTo>
                <a:lnTo>
                  <a:pt x="978597" y="15689"/>
                </a:lnTo>
                <a:lnTo>
                  <a:pt x="977977" y="16594"/>
                </a:lnTo>
                <a:lnTo>
                  <a:pt x="977363" y="17510"/>
                </a:lnTo>
                <a:lnTo>
                  <a:pt x="976752" y="18438"/>
                </a:lnTo>
                <a:lnTo>
                  <a:pt x="976146" y="19377"/>
                </a:lnTo>
                <a:lnTo>
                  <a:pt x="975547" y="20327"/>
                </a:lnTo>
                <a:lnTo>
                  <a:pt x="974959" y="21286"/>
                </a:lnTo>
                <a:lnTo>
                  <a:pt x="974380" y="22254"/>
                </a:lnTo>
                <a:lnTo>
                  <a:pt x="973812" y="23232"/>
                </a:lnTo>
                <a:lnTo>
                  <a:pt x="973253" y="24219"/>
                </a:lnTo>
                <a:lnTo>
                  <a:pt x="972705" y="25215"/>
                </a:lnTo>
                <a:lnTo>
                  <a:pt x="972167" y="26220"/>
                </a:lnTo>
                <a:lnTo>
                  <a:pt x="971639" y="27235"/>
                </a:lnTo>
                <a:lnTo>
                  <a:pt x="971121" y="28259"/>
                </a:lnTo>
                <a:lnTo>
                  <a:pt x="970613" y="29293"/>
                </a:lnTo>
                <a:lnTo>
                  <a:pt x="970116" y="30335"/>
                </a:lnTo>
                <a:lnTo>
                  <a:pt x="969628" y="31387"/>
                </a:lnTo>
                <a:lnTo>
                  <a:pt x="969151" y="32449"/>
                </a:lnTo>
                <a:lnTo>
                  <a:pt x="968684" y="33519"/>
                </a:lnTo>
                <a:lnTo>
                  <a:pt x="968227" y="34599"/>
                </a:lnTo>
                <a:lnTo>
                  <a:pt x="967780" y="35688"/>
                </a:lnTo>
                <a:lnTo>
                  <a:pt x="967343" y="36787"/>
                </a:lnTo>
                <a:lnTo>
                  <a:pt x="966916" y="37895"/>
                </a:lnTo>
                <a:lnTo>
                  <a:pt x="966499" y="39012"/>
                </a:lnTo>
                <a:lnTo>
                  <a:pt x="966093" y="40138"/>
                </a:lnTo>
                <a:lnTo>
                  <a:pt x="965697" y="41274"/>
                </a:lnTo>
                <a:lnTo>
                  <a:pt x="965310" y="42419"/>
                </a:lnTo>
                <a:lnTo>
                  <a:pt x="964934" y="43574"/>
                </a:lnTo>
                <a:lnTo>
                  <a:pt x="964568" y="44737"/>
                </a:lnTo>
                <a:lnTo>
                  <a:pt x="964215" y="45910"/>
                </a:lnTo>
                <a:lnTo>
                  <a:pt x="963876" y="47091"/>
                </a:lnTo>
                <a:lnTo>
                  <a:pt x="963553" y="48281"/>
                </a:lnTo>
                <a:lnTo>
                  <a:pt x="963245" y="49480"/>
                </a:lnTo>
                <a:lnTo>
                  <a:pt x="962952" y="50687"/>
                </a:lnTo>
                <a:lnTo>
                  <a:pt x="962673" y="51904"/>
                </a:lnTo>
                <a:lnTo>
                  <a:pt x="962410" y="53129"/>
                </a:lnTo>
                <a:lnTo>
                  <a:pt x="962162" y="54363"/>
                </a:lnTo>
                <a:lnTo>
                  <a:pt x="961929" y="55605"/>
                </a:lnTo>
                <a:lnTo>
                  <a:pt x="961711" y="56857"/>
                </a:lnTo>
                <a:lnTo>
                  <a:pt x="961508" y="58117"/>
                </a:lnTo>
                <a:lnTo>
                  <a:pt x="961320" y="59386"/>
                </a:lnTo>
                <a:lnTo>
                  <a:pt x="961147" y="60663"/>
                </a:lnTo>
                <a:lnTo>
                  <a:pt x="960989" y="61950"/>
                </a:lnTo>
                <a:lnTo>
                  <a:pt x="960846" y="63245"/>
                </a:lnTo>
                <a:lnTo>
                  <a:pt x="960718" y="64549"/>
                </a:lnTo>
                <a:lnTo>
                  <a:pt x="960606" y="65862"/>
                </a:lnTo>
                <a:lnTo>
                  <a:pt x="960508" y="67183"/>
                </a:lnTo>
                <a:lnTo>
                  <a:pt x="960425" y="68513"/>
                </a:lnTo>
                <a:lnTo>
                  <a:pt x="960357" y="69852"/>
                </a:lnTo>
                <a:lnTo>
                  <a:pt x="960305" y="71200"/>
                </a:lnTo>
                <a:lnTo>
                  <a:pt x="960267" y="72557"/>
                </a:lnTo>
                <a:lnTo>
                  <a:pt x="960245" y="73922"/>
                </a:lnTo>
                <a:lnTo>
                  <a:pt x="960237" y="75296"/>
                </a:lnTo>
                <a:lnTo>
                  <a:pt x="960245" y="76670"/>
                </a:lnTo>
                <a:lnTo>
                  <a:pt x="960267" y="78035"/>
                </a:lnTo>
                <a:lnTo>
                  <a:pt x="960305" y="79391"/>
                </a:lnTo>
                <a:lnTo>
                  <a:pt x="960357" y="80739"/>
                </a:lnTo>
                <a:lnTo>
                  <a:pt x="960425" y="82078"/>
                </a:lnTo>
                <a:lnTo>
                  <a:pt x="960508" y="83408"/>
                </a:lnTo>
                <a:lnTo>
                  <a:pt x="960606" y="84729"/>
                </a:lnTo>
                <a:lnTo>
                  <a:pt x="960718" y="86042"/>
                </a:lnTo>
                <a:lnTo>
                  <a:pt x="960846" y="87346"/>
                </a:lnTo>
                <a:lnTo>
                  <a:pt x="960989" y="88641"/>
                </a:lnTo>
                <a:lnTo>
                  <a:pt x="961147" y="89928"/>
                </a:lnTo>
                <a:lnTo>
                  <a:pt x="961320" y="91205"/>
                </a:lnTo>
                <a:lnTo>
                  <a:pt x="961508" y="92474"/>
                </a:lnTo>
                <a:lnTo>
                  <a:pt x="961711" y="93734"/>
                </a:lnTo>
                <a:lnTo>
                  <a:pt x="961929" y="94986"/>
                </a:lnTo>
                <a:lnTo>
                  <a:pt x="962162" y="96228"/>
                </a:lnTo>
                <a:lnTo>
                  <a:pt x="962410" y="97462"/>
                </a:lnTo>
                <a:lnTo>
                  <a:pt x="962673" y="98687"/>
                </a:lnTo>
                <a:lnTo>
                  <a:pt x="962952" y="99904"/>
                </a:lnTo>
                <a:lnTo>
                  <a:pt x="963245" y="101112"/>
                </a:lnTo>
                <a:lnTo>
                  <a:pt x="963553" y="102310"/>
                </a:lnTo>
                <a:lnTo>
                  <a:pt x="963876" y="103501"/>
                </a:lnTo>
                <a:lnTo>
                  <a:pt x="964215" y="104682"/>
                </a:lnTo>
                <a:lnTo>
                  <a:pt x="964568" y="105855"/>
                </a:lnTo>
                <a:lnTo>
                  <a:pt x="964934" y="107018"/>
                </a:lnTo>
                <a:lnTo>
                  <a:pt x="965310" y="108172"/>
                </a:lnTo>
                <a:lnTo>
                  <a:pt x="965697" y="109316"/>
                </a:lnTo>
                <a:lnTo>
                  <a:pt x="966093" y="110451"/>
                </a:lnTo>
                <a:lnTo>
                  <a:pt x="966499" y="111576"/>
                </a:lnTo>
                <a:lnTo>
                  <a:pt x="966916" y="112691"/>
                </a:lnTo>
                <a:lnTo>
                  <a:pt x="967343" y="113797"/>
                </a:lnTo>
                <a:lnTo>
                  <a:pt x="967780" y="114894"/>
                </a:lnTo>
                <a:lnTo>
                  <a:pt x="968227" y="115981"/>
                </a:lnTo>
                <a:lnTo>
                  <a:pt x="968684" y="117058"/>
                </a:lnTo>
                <a:lnTo>
                  <a:pt x="969151" y="118126"/>
                </a:lnTo>
                <a:lnTo>
                  <a:pt x="969628" y="119184"/>
                </a:lnTo>
                <a:lnTo>
                  <a:pt x="970116" y="120232"/>
                </a:lnTo>
                <a:lnTo>
                  <a:pt x="970613" y="121271"/>
                </a:lnTo>
                <a:lnTo>
                  <a:pt x="971121" y="122301"/>
                </a:lnTo>
                <a:lnTo>
                  <a:pt x="971639" y="123321"/>
                </a:lnTo>
                <a:lnTo>
                  <a:pt x="972167" y="124331"/>
                </a:lnTo>
                <a:lnTo>
                  <a:pt x="972705" y="125332"/>
                </a:lnTo>
                <a:lnTo>
                  <a:pt x="973253" y="126323"/>
                </a:lnTo>
                <a:lnTo>
                  <a:pt x="973812" y="127304"/>
                </a:lnTo>
                <a:lnTo>
                  <a:pt x="974380" y="128277"/>
                </a:lnTo>
                <a:lnTo>
                  <a:pt x="974959" y="129239"/>
                </a:lnTo>
                <a:lnTo>
                  <a:pt x="975547" y="130192"/>
                </a:lnTo>
                <a:lnTo>
                  <a:pt x="976146" y="131135"/>
                </a:lnTo>
                <a:lnTo>
                  <a:pt x="976752" y="132069"/>
                </a:lnTo>
                <a:lnTo>
                  <a:pt x="977363" y="132991"/>
                </a:lnTo>
                <a:lnTo>
                  <a:pt x="977977" y="133903"/>
                </a:lnTo>
                <a:lnTo>
                  <a:pt x="978597" y="134804"/>
                </a:lnTo>
                <a:lnTo>
                  <a:pt x="979220" y="135695"/>
                </a:lnTo>
                <a:lnTo>
                  <a:pt x="979848" y="136575"/>
                </a:lnTo>
                <a:lnTo>
                  <a:pt x="980480" y="137444"/>
                </a:lnTo>
                <a:lnTo>
                  <a:pt x="981117" y="138303"/>
                </a:lnTo>
                <a:lnTo>
                  <a:pt x="981758" y="139151"/>
                </a:lnTo>
                <a:lnTo>
                  <a:pt x="982403" y="139988"/>
                </a:lnTo>
                <a:lnTo>
                  <a:pt x="983053" y="140815"/>
                </a:lnTo>
                <a:lnTo>
                  <a:pt x="983707" y="141630"/>
                </a:lnTo>
                <a:lnTo>
                  <a:pt x="984366" y="142436"/>
                </a:lnTo>
                <a:lnTo>
                  <a:pt x="985028" y="143230"/>
                </a:lnTo>
                <a:lnTo>
                  <a:pt x="985696" y="144014"/>
                </a:lnTo>
                <a:lnTo>
                  <a:pt x="986367" y="144788"/>
                </a:lnTo>
                <a:lnTo>
                  <a:pt x="987043" y="145550"/>
                </a:lnTo>
                <a:lnTo>
                  <a:pt x="987723" y="146302"/>
                </a:lnTo>
                <a:lnTo>
                  <a:pt x="988408" y="147043"/>
                </a:lnTo>
                <a:lnTo>
                  <a:pt x="989097" y="147774"/>
                </a:lnTo>
                <a:lnTo>
                  <a:pt x="989790" y="148494"/>
                </a:lnTo>
                <a:lnTo>
                  <a:pt x="990488" y="149203"/>
                </a:lnTo>
                <a:lnTo>
                  <a:pt x="991190" y="149902"/>
                </a:lnTo>
                <a:lnTo>
                  <a:pt x="991897" y="150590"/>
                </a:lnTo>
                <a:lnTo>
                  <a:pt x="1005445" y="150590"/>
                </a:lnTo>
                <a:lnTo>
                  <a:pt x="1005445" y="149328"/>
                </a:lnTo>
                <a:lnTo>
                  <a:pt x="1004662" y="148536"/>
                </a:lnTo>
                <a:lnTo>
                  <a:pt x="1003885" y="147737"/>
                </a:lnTo>
                <a:lnTo>
                  <a:pt x="1003117" y="146931"/>
                </a:lnTo>
                <a:close/>
                <a:moveTo>
                  <a:pt x="1401771" y="147774"/>
                </a:moveTo>
                <a:lnTo>
                  <a:pt x="1402470" y="147043"/>
                </a:lnTo>
                <a:lnTo>
                  <a:pt x="1403163" y="146302"/>
                </a:lnTo>
                <a:lnTo>
                  <a:pt x="1403852" y="145550"/>
                </a:lnTo>
                <a:lnTo>
                  <a:pt x="1404535" y="144788"/>
                </a:lnTo>
                <a:lnTo>
                  <a:pt x="1405213" y="144014"/>
                </a:lnTo>
                <a:lnTo>
                  <a:pt x="1405885" y="143230"/>
                </a:lnTo>
                <a:lnTo>
                  <a:pt x="1406553" y="142436"/>
                </a:lnTo>
                <a:lnTo>
                  <a:pt x="1407215" y="141630"/>
                </a:lnTo>
                <a:lnTo>
                  <a:pt x="1407872" y="140815"/>
                </a:lnTo>
                <a:lnTo>
                  <a:pt x="1408524" y="139988"/>
                </a:lnTo>
                <a:lnTo>
                  <a:pt x="1409171" y="139151"/>
                </a:lnTo>
                <a:lnTo>
                  <a:pt x="1409812" y="138303"/>
                </a:lnTo>
                <a:lnTo>
                  <a:pt x="1410448" y="137444"/>
                </a:lnTo>
                <a:lnTo>
                  <a:pt x="1411080" y="136575"/>
                </a:lnTo>
                <a:lnTo>
                  <a:pt x="1411705" y="135695"/>
                </a:lnTo>
                <a:lnTo>
                  <a:pt x="1412326" y="134804"/>
                </a:lnTo>
                <a:lnTo>
                  <a:pt x="1412942" y="133903"/>
                </a:lnTo>
                <a:lnTo>
                  <a:pt x="1413552" y="132991"/>
                </a:lnTo>
                <a:lnTo>
                  <a:pt x="1414157" y="132069"/>
                </a:lnTo>
                <a:lnTo>
                  <a:pt x="1414757" y="131135"/>
                </a:lnTo>
                <a:lnTo>
                  <a:pt x="1415349" y="130192"/>
                </a:lnTo>
                <a:lnTo>
                  <a:pt x="1415932" y="129239"/>
                </a:lnTo>
                <a:lnTo>
                  <a:pt x="1416504" y="128277"/>
                </a:lnTo>
                <a:lnTo>
                  <a:pt x="1417067" y="127304"/>
                </a:lnTo>
                <a:lnTo>
                  <a:pt x="1417620" y="126323"/>
                </a:lnTo>
                <a:lnTo>
                  <a:pt x="1418163" y="125332"/>
                </a:lnTo>
                <a:lnTo>
                  <a:pt x="1418697" y="124331"/>
                </a:lnTo>
                <a:lnTo>
                  <a:pt x="1419220" y="123321"/>
                </a:lnTo>
                <a:lnTo>
                  <a:pt x="1419734" y="122301"/>
                </a:lnTo>
                <a:lnTo>
                  <a:pt x="1420237" y="121271"/>
                </a:lnTo>
                <a:lnTo>
                  <a:pt x="1420731" y="120232"/>
                </a:lnTo>
                <a:lnTo>
                  <a:pt x="1421215" y="119184"/>
                </a:lnTo>
                <a:lnTo>
                  <a:pt x="1421689" y="118126"/>
                </a:lnTo>
                <a:lnTo>
                  <a:pt x="1422154" y="117058"/>
                </a:lnTo>
                <a:lnTo>
                  <a:pt x="1422608" y="115981"/>
                </a:lnTo>
                <a:lnTo>
                  <a:pt x="1423053" y="114894"/>
                </a:lnTo>
                <a:lnTo>
                  <a:pt x="1423488" y="113797"/>
                </a:lnTo>
                <a:lnTo>
                  <a:pt x="1423913" y="112691"/>
                </a:lnTo>
                <a:lnTo>
                  <a:pt x="1424328" y="111576"/>
                </a:lnTo>
                <a:lnTo>
                  <a:pt x="1424733" y="110451"/>
                </a:lnTo>
                <a:lnTo>
                  <a:pt x="1425128" y="109316"/>
                </a:lnTo>
                <a:lnTo>
                  <a:pt x="1425514" y="108172"/>
                </a:lnTo>
                <a:lnTo>
                  <a:pt x="1425890" y="107018"/>
                </a:lnTo>
                <a:lnTo>
                  <a:pt x="1426255" y="105855"/>
                </a:lnTo>
                <a:lnTo>
                  <a:pt x="1426609" y="104682"/>
                </a:lnTo>
                <a:lnTo>
                  <a:pt x="1426947" y="103501"/>
                </a:lnTo>
                <a:lnTo>
                  <a:pt x="1427271" y="102310"/>
                </a:lnTo>
                <a:lnTo>
                  <a:pt x="1427579" y="101112"/>
                </a:lnTo>
                <a:lnTo>
                  <a:pt x="1427872" y="99904"/>
                </a:lnTo>
                <a:lnTo>
                  <a:pt x="1428150" y="98687"/>
                </a:lnTo>
                <a:lnTo>
                  <a:pt x="1428414" y="97462"/>
                </a:lnTo>
                <a:lnTo>
                  <a:pt x="1428662" y="96228"/>
                </a:lnTo>
                <a:lnTo>
                  <a:pt x="1428895" y="94986"/>
                </a:lnTo>
                <a:lnTo>
                  <a:pt x="1429113" y="93734"/>
                </a:lnTo>
                <a:lnTo>
                  <a:pt x="1429316" y="92474"/>
                </a:lnTo>
                <a:lnTo>
                  <a:pt x="1429504" y="91205"/>
                </a:lnTo>
                <a:lnTo>
                  <a:pt x="1429677" y="89928"/>
                </a:lnTo>
                <a:lnTo>
                  <a:pt x="1429835" y="88641"/>
                </a:lnTo>
                <a:lnTo>
                  <a:pt x="1429978" y="87346"/>
                </a:lnTo>
                <a:lnTo>
                  <a:pt x="1430105" y="86042"/>
                </a:lnTo>
                <a:lnTo>
                  <a:pt x="1430218" y="84729"/>
                </a:lnTo>
                <a:lnTo>
                  <a:pt x="1430316" y="83408"/>
                </a:lnTo>
                <a:lnTo>
                  <a:pt x="1430399" y="82078"/>
                </a:lnTo>
                <a:lnTo>
                  <a:pt x="1430466" y="80739"/>
                </a:lnTo>
                <a:lnTo>
                  <a:pt x="1430519" y="79391"/>
                </a:lnTo>
                <a:lnTo>
                  <a:pt x="1430557" y="78035"/>
                </a:lnTo>
                <a:lnTo>
                  <a:pt x="1430579" y="76670"/>
                </a:lnTo>
                <a:lnTo>
                  <a:pt x="1430587" y="75296"/>
                </a:lnTo>
                <a:lnTo>
                  <a:pt x="1430579" y="73922"/>
                </a:lnTo>
                <a:lnTo>
                  <a:pt x="1430557" y="72557"/>
                </a:lnTo>
                <a:lnTo>
                  <a:pt x="1430519" y="71200"/>
                </a:lnTo>
                <a:lnTo>
                  <a:pt x="1430466" y="69852"/>
                </a:lnTo>
                <a:lnTo>
                  <a:pt x="1430399" y="68513"/>
                </a:lnTo>
                <a:lnTo>
                  <a:pt x="1430316" y="67183"/>
                </a:lnTo>
                <a:lnTo>
                  <a:pt x="1430218" y="65862"/>
                </a:lnTo>
                <a:lnTo>
                  <a:pt x="1430105" y="64549"/>
                </a:lnTo>
                <a:lnTo>
                  <a:pt x="1429978" y="63245"/>
                </a:lnTo>
                <a:lnTo>
                  <a:pt x="1429835" y="61950"/>
                </a:lnTo>
                <a:lnTo>
                  <a:pt x="1429677" y="60663"/>
                </a:lnTo>
                <a:lnTo>
                  <a:pt x="1429504" y="59386"/>
                </a:lnTo>
                <a:lnTo>
                  <a:pt x="1429316" y="58117"/>
                </a:lnTo>
                <a:lnTo>
                  <a:pt x="1429113" y="56857"/>
                </a:lnTo>
                <a:lnTo>
                  <a:pt x="1428895" y="55605"/>
                </a:lnTo>
                <a:lnTo>
                  <a:pt x="1428662" y="54363"/>
                </a:lnTo>
                <a:lnTo>
                  <a:pt x="1428414" y="53129"/>
                </a:lnTo>
                <a:lnTo>
                  <a:pt x="1428150" y="51904"/>
                </a:lnTo>
                <a:lnTo>
                  <a:pt x="1427872" y="50687"/>
                </a:lnTo>
                <a:lnTo>
                  <a:pt x="1427579" y="49480"/>
                </a:lnTo>
                <a:lnTo>
                  <a:pt x="1427271" y="48281"/>
                </a:lnTo>
                <a:lnTo>
                  <a:pt x="1426947" y="47091"/>
                </a:lnTo>
                <a:lnTo>
                  <a:pt x="1426609" y="45910"/>
                </a:lnTo>
                <a:lnTo>
                  <a:pt x="1426255" y="44737"/>
                </a:lnTo>
                <a:lnTo>
                  <a:pt x="1425890" y="43574"/>
                </a:lnTo>
                <a:lnTo>
                  <a:pt x="1425514" y="42419"/>
                </a:lnTo>
                <a:lnTo>
                  <a:pt x="1425128" y="41274"/>
                </a:lnTo>
                <a:lnTo>
                  <a:pt x="1424733" y="40138"/>
                </a:lnTo>
                <a:lnTo>
                  <a:pt x="1424328" y="39012"/>
                </a:lnTo>
                <a:lnTo>
                  <a:pt x="1423913" y="37895"/>
                </a:lnTo>
                <a:lnTo>
                  <a:pt x="1423488" y="36787"/>
                </a:lnTo>
                <a:lnTo>
                  <a:pt x="1423053" y="35688"/>
                </a:lnTo>
                <a:lnTo>
                  <a:pt x="1422608" y="34599"/>
                </a:lnTo>
                <a:lnTo>
                  <a:pt x="1422154" y="33519"/>
                </a:lnTo>
                <a:lnTo>
                  <a:pt x="1421689" y="32449"/>
                </a:lnTo>
                <a:lnTo>
                  <a:pt x="1421215" y="31387"/>
                </a:lnTo>
                <a:lnTo>
                  <a:pt x="1420731" y="30335"/>
                </a:lnTo>
                <a:lnTo>
                  <a:pt x="1420237" y="29293"/>
                </a:lnTo>
                <a:lnTo>
                  <a:pt x="1419734" y="28259"/>
                </a:lnTo>
                <a:lnTo>
                  <a:pt x="1419220" y="27235"/>
                </a:lnTo>
                <a:lnTo>
                  <a:pt x="1418697" y="26220"/>
                </a:lnTo>
                <a:lnTo>
                  <a:pt x="1418163" y="25215"/>
                </a:lnTo>
                <a:lnTo>
                  <a:pt x="1417620" y="24219"/>
                </a:lnTo>
                <a:lnTo>
                  <a:pt x="1417067" y="23232"/>
                </a:lnTo>
                <a:lnTo>
                  <a:pt x="1416504" y="22254"/>
                </a:lnTo>
                <a:lnTo>
                  <a:pt x="1415932" y="21286"/>
                </a:lnTo>
                <a:lnTo>
                  <a:pt x="1415349" y="20327"/>
                </a:lnTo>
                <a:lnTo>
                  <a:pt x="1414757" y="19377"/>
                </a:lnTo>
                <a:lnTo>
                  <a:pt x="1414157" y="18438"/>
                </a:lnTo>
                <a:lnTo>
                  <a:pt x="1413552" y="17510"/>
                </a:lnTo>
                <a:lnTo>
                  <a:pt x="1412942" y="16594"/>
                </a:lnTo>
                <a:lnTo>
                  <a:pt x="1412326" y="15689"/>
                </a:lnTo>
                <a:lnTo>
                  <a:pt x="1411705" y="14795"/>
                </a:lnTo>
                <a:lnTo>
                  <a:pt x="1411080" y="13913"/>
                </a:lnTo>
                <a:lnTo>
                  <a:pt x="1410448" y="13042"/>
                </a:lnTo>
                <a:lnTo>
                  <a:pt x="1409812" y="12183"/>
                </a:lnTo>
                <a:lnTo>
                  <a:pt x="1409171" y="11336"/>
                </a:lnTo>
                <a:lnTo>
                  <a:pt x="1408524" y="10500"/>
                </a:lnTo>
                <a:lnTo>
                  <a:pt x="1407872" y="9675"/>
                </a:lnTo>
                <a:lnTo>
                  <a:pt x="1407215" y="8862"/>
                </a:lnTo>
                <a:lnTo>
                  <a:pt x="1406553" y="8060"/>
                </a:lnTo>
                <a:lnTo>
                  <a:pt x="1405885" y="7270"/>
                </a:lnTo>
                <a:lnTo>
                  <a:pt x="1405213" y="6491"/>
                </a:lnTo>
                <a:lnTo>
                  <a:pt x="1404535" y="5724"/>
                </a:lnTo>
                <a:lnTo>
                  <a:pt x="1403852" y="4968"/>
                </a:lnTo>
                <a:lnTo>
                  <a:pt x="1403163" y="4224"/>
                </a:lnTo>
                <a:lnTo>
                  <a:pt x="1402470" y="3491"/>
                </a:lnTo>
                <a:lnTo>
                  <a:pt x="1401771" y="2770"/>
                </a:lnTo>
                <a:lnTo>
                  <a:pt x="1401067" y="2060"/>
                </a:lnTo>
                <a:lnTo>
                  <a:pt x="1400358" y="1362"/>
                </a:lnTo>
                <a:lnTo>
                  <a:pt x="1399644" y="675"/>
                </a:lnTo>
                <a:lnTo>
                  <a:pt x="1398925" y="0"/>
                </a:lnTo>
                <a:lnTo>
                  <a:pt x="1385378" y="0"/>
                </a:lnTo>
                <a:lnTo>
                  <a:pt x="1385378" y="1262"/>
                </a:lnTo>
                <a:lnTo>
                  <a:pt x="1386175" y="2053"/>
                </a:lnTo>
                <a:lnTo>
                  <a:pt x="1386963" y="2852"/>
                </a:lnTo>
                <a:lnTo>
                  <a:pt x="1387742" y="3659"/>
                </a:lnTo>
                <a:lnTo>
                  <a:pt x="1388514" y="4473"/>
                </a:lnTo>
                <a:lnTo>
                  <a:pt x="1389276" y="5295"/>
                </a:lnTo>
                <a:lnTo>
                  <a:pt x="1390030" y="6125"/>
                </a:lnTo>
                <a:lnTo>
                  <a:pt x="1390776" y="6963"/>
                </a:lnTo>
                <a:lnTo>
                  <a:pt x="1391513" y="7808"/>
                </a:lnTo>
                <a:lnTo>
                  <a:pt x="1392242" y="8660"/>
                </a:lnTo>
                <a:lnTo>
                  <a:pt x="1392962" y="9521"/>
                </a:lnTo>
                <a:lnTo>
                  <a:pt x="1393674" y="10389"/>
                </a:lnTo>
                <a:lnTo>
                  <a:pt x="1394377" y="11264"/>
                </a:lnTo>
                <a:lnTo>
                  <a:pt x="1395072" y="12148"/>
                </a:lnTo>
                <a:lnTo>
                  <a:pt x="1395758" y="13039"/>
                </a:lnTo>
                <a:lnTo>
                  <a:pt x="1396436" y="13937"/>
                </a:lnTo>
                <a:lnTo>
                  <a:pt x="1397105" y="14844"/>
                </a:lnTo>
                <a:lnTo>
                  <a:pt x="1397766" y="15758"/>
                </a:lnTo>
                <a:lnTo>
                  <a:pt x="1398419" y="16679"/>
                </a:lnTo>
                <a:lnTo>
                  <a:pt x="1399063" y="17608"/>
                </a:lnTo>
                <a:lnTo>
                  <a:pt x="1399698" y="18545"/>
                </a:lnTo>
                <a:lnTo>
                  <a:pt x="1400325" y="19490"/>
                </a:lnTo>
                <a:lnTo>
                  <a:pt x="1400944" y="20442"/>
                </a:lnTo>
                <a:lnTo>
                  <a:pt x="1401554" y="21402"/>
                </a:lnTo>
                <a:lnTo>
                  <a:pt x="1402155" y="22370"/>
                </a:lnTo>
                <a:lnTo>
                  <a:pt x="1402747" y="23344"/>
                </a:lnTo>
                <a:lnTo>
                  <a:pt x="1403328" y="24324"/>
                </a:lnTo>
                <a:lnTo>
                  <a:pt x="1403898" y="25309"/>
                </a:lnTo>
                <a:lnTo>
                  <a:pt x="1404457" y="26301"/>
                </a:lnTo>
                <a:lnTo>
                  <a:pt x="1405005" y="27298"/>
                </a:lnTo>
                <a:lnTo>
                  <a:pt x="1405542" y="28301"/>
                </a:lnTo>
                <a:lnTo>
                  <a:pt x="1406068" y="29309"/>
                </a:lnTo>
                <a:lnTo>
                  <a:pt x="1406583" y="30324"/>
                </a:lnTo>
                <a:lnTo>
                  <a:pt x="1407087" y="31344"/>
                </a:lnTo>
                <a:lnTo>
                  <a:pt x="1407581" y="32370"/>
                </a:lnTo>
                <a:lnTo>
                  <a:pt x="1408063" y="33401"/>
                </a:lnTo>
                <a:lnTo>
                  <a:pt x="1408535" y="34439"/>
                </a:lnTo>
                <a:lnTo>
                  <a:pt x="1408995" y="35482"/>
                </a:lnTo>
                <a:lnTo>
                  <a:pt x="1409445" y="36531"/>
                </a:lnTo>
                <a:lnTo>
                  <a:pt x="1409883" y="37585"/>
                </a:lnTo>
                <a:lnTo>
                  <a:pt x="1410311" y="38646"/>
                </a:lnTo>
                <a:lnTo>
                  <a:pt x="1410728" y="39712"/>
                </a:lnTo>
                <a:lnTo>
                  <a:pt x="1411134" y="40784"/>
                </a:lnTo>
                <a:lnTo>
                  <a:pt x="1411529" y="41861"/>
                </a:lnTo>
                <a:lnTo>
                  <a:pt x="1411912" y="42945"/>
                </a:lnTo>
                <a:lnTo>
                  <a:pt x="1412285" y="44034"/>
                </a:lnTo>
                <a:lnTo>
                  <a:pt x="1412647" y="45129"/>
                </a:lnTo>
                <a:lnTo>
                  <a:pt x="1412999" y="46229"/>
                </a:lnTo>
                <a:lnTo>
                  <a:pt x="1413339" y="47336"/>
                </a:lnTo>
                <a:lnTo>
                  <a:pt x="1413666" y="48447"/>
                </a:lnTo>
                <a:lnTo>
                  <a:pt x="1413980" y="49563"/>
                </a:lnTo>
                <a:lnTo>
                  <a:pt x="1414280" y="50684"/>
                </a:lnTo>
                <a:lnTo>
                  <a:pt x="1414566" y="51810"/>
                </a:lnTo>
                <a:lnTo>
                  <a:pt x="1414838" y="52940"/>
                </a:lnTo>
                <a:lnTo>
                  <a:pt x="1415096" y="54075"/>
                </a:lnTo>
                <a:lnTo>
                  <a:pt x="1415340" y="55214"/>
                </a:lnTo>
                <a:lnTo>
                  <a:pt x="1415570" y="56358"/>
                </a:lnTo>
                <a:lnTo>
                  <a:pt x="1415786" y="57507"/>
                </a:lnTo>
                <a:lnTo>
                  <a:pt x="1415988" y="58660"/>
                </a:lnTo>
                <a:lnTo>
                  <a:pt x="1416177" y="59818"/>
                </a:lnTo>
                <a:lnTo>
                  <a:pt x="1416351" y="60981"/>
                </a:lnTo>
                <a:lnTo>
                  <a:pt x="1416511" y="62148"/>
                </a:lnTo>
                <a:lnTo>
                  <a:pt x="1416658" y="63320"/>
                </a:lnTo>
                <a:lnTo>
                  <a:pt x="1416790" y="64497"/>
                </a:lnTo>
                <a:lnTo>
                  <a:pt x="1416909" y="65678"/>
                </a:lnTo>
                <a:lnTo>
                  <a:pt x="1417013" y="66864"/>
                </a:lnTo>
                <a:lnTo>
                  <a:pt x="1417104" y="68055"/>
                </a:lnTo>
                <a:lnTo>
                  <a:pt x="1417181" y="69250"/>
                </a:lnTo>
                <a:lnTo>
                  <a:pt x="1417244" y="70450"/>
                </a:lnTo>
                <a:lnTo>
                  <a:pt x="1417292" y="71655"/>
                </a:lnTo>
                <a:lnTo>
                  <a:pt x="1417327" y="72864"/>
                </a:lnTo>
                <a:lnTo>
                  <a:pt x="1417348" y="74078"/>
                </a:lnTo>
                <a:lnTo>
                  <a:pt x="1417355" y="75296"/>
                </a:lnTo>
                <a:lnTo>
                  <a:pt x="1417348" y="76514"/>
                </a:lnTo>
                <a:lnTo>
                  <a:pt x="1417327" y="77728"/>
                </a:lnTo>
                <a:lnTo>
                  <a:pt x="1417292" y="78937"/>
                </a:lnTo>
                <a:lnTo>
                  <a:pt x="1417244" y="80141"/>
                </a:lnTo>
                <a:lnTo>
                  <a:pt x="1417181" y="81341"/>
                </a:lnTo>
                <a:lnTo>
                  <a:pt x="1417104" y="82536"/>
                </a:lnTo>
                <a:lnTo>
                  <a:pt x="1417013" y="83727"/>
                </a:lnTo>
                <a:lnTo>
                  <a:pt x="1416909" y="84912"/>
                </a:lnTo>
                <a:lnTo>
                  <a:pt x="1416790" y="86094"/>
                </a:lnTo>
                <a:lnTo>
                  <a:pt x="1416658" y="87270"/>
                </a:lnTo>
                <a:lnTo>
                  <a:pt x="1416511" y="88442"/>
                </a:lnTo>
                <a:lnTo>
                  <a:pt x="1416351" y="89609"/>
                </a:lnTo>
                <a:lnTo>
                  <a:pt x="1416177" y="90772"/>
                </a:lnTo>
                <a:lnTo>
                  <a:pt x="1415988" y="91930"/>
                </a:lnTo>
                <a:lnTo>
                  <a:pt x="1415786" y="93083"/>
                </a:lnTo>
                <a:lnTo>
                  <a:pt x="1415570" y="94232"/>
                </a:lnTo>
                <a:lnTo>
                  <a:pt x="1415340" y="95376"/>
                </a:lnTo>
                <a:lnTo>
                  <a:pt x="1415096" y="96515"/>
                </a:lnTo>
                <a:lnTo>
                  <a:pt x="1414838" y="97650"/>
                </a:lnTo>
                <a:lnTo>
                  <a:pt x="1414566" y="98780"/>
                </a:lnTo>
                <a:lnTo>
                  <a:pt x="1414280" y="99906"/>
                </a:lnTo>
                <a:lnTo>
                  <a:pt x="1413980" y="101026"/>
                </a:lnTo>
                <a:lnTo>
                  <a:pt x="1413666" y="102143"/>
                </a:lnTo>
                <a:lnTo>
                  <a:pt x="1413339" y="103254"/>
                </a:lnTo>
                <a:lnTo>
                  <a:pt x="1412999" y="104361"/>
                </a:lnTo>
                <a:lnTo>
                  <a:pt x="1412647" y="105461"/>
                </a:lnTo>
                <a:lnTo>
                  <a:pt x="1412285" y="106556"/>
                </a:lnTo>
                <a:lnTo>
                  <a:pt x="1411912" y="107645"/>
                </a:lnTo>
                <a:lnTo>
                  <a:pt x="1411529" y="108728"/>
                </a:lnTo>
                <a:lnTo>
                  <a:pt x="1411134" y="109806"/>
                </a:lnTo>
                <a:lnTo>
                  <a:pt x="1410728" y="110878"/>
                </a:lnTo>
                <a:lnTo>
                  <a:pt x="1410311" y="111944"/>
                </a:lnTo>
                <a:lnTo>
                  <a:pt x="1409883" y="113004"/>
                </a:lnTo>
                <a:lnTo>
                  <a:pt x="1409445" y="114059"/>
                </a:lnTo>
                <a:lnTo>
                  <a:pt x="1408995" y="115108"/>
                </a:lnTo>
                <a:lnTo>
                  <a:pt x="1408535" y="116151"/>
                </a:lnTo>
                <a:lnTo>
                  <a:pt x="1408063" y="117188"/>
                </a:lnTo>
                <a:lnTo>
                  <a:pt x="1407581" y="118220"/>
                </a:lnTo>
                <a:lnTo>
                  <a:pt x="1407087" y="119246"/>
                </a:lnTo>
                <a:lnTo>
                  <a:pt x="1406583" y="120266"/>
                </a:lnTo>
                <a:lnTo>
                  <a:pt x="1406068" y="121280"/>
                </a:lnTo>
                <a:lnTo>
                  <a:pt x="1405542" y="122289"/>
                </a:lnTo>
                <a:lnTo>
                  <a:pt x="1405005" y="123292"/>
                </a:lnTo>
                <a:lnTo>
                  <a:pt x="1404457" y="124289"/>
                </a:lnTo>
                <a:lnTo>
                  <a:pt x="1403898" y="125280"/>
                </a:lnTo>
                <a:lnTo>
                  <a:pt x="1403328" y="126266"/>
                </a:lnTo>
                <a:lnTo>
                  <a:pt x="1402747" y="127246"/>
                </a:lnTo>
                <a:lnTo>
                  <a:pt x="1402155" y="128220"/>
                </a:lnTo>
                <a:lnTo>
                  <a:pt x="1401554" y="129187"/>
                </a:lnTo>
                <a:lnTo>
                  <a:pt x="1400944" y="130147"/>
                </a:lnTo>
                <a:lnTo>
                  <a:pt x="1400325" y="131100"/>
                </a:lnTo>
                <a:lnTo>
                  <a:pt x="1399698" y="132044"/>
                </a:lnTo>
                <a:lnTo>
                  <a:pt x="1399063" y="132981"/>
                </a:lnTo>
                <a:lnTo>
                  <a:pt x="1398419" y="133911"/>
                </a:lnTo>
                <a:lnTo>
                  <a:pt x="1397766" y="134832"/>
                </a:lnTo>
                <a:lnTo>
                  <a:pt x="1397105" y="135746"/>
                </a:lnTo>
                <a:lnTo>
                  <a:pt x="1396436" y="136652"/>
                </a:lnTo>
                <a:lnTo>
                  <a:pt x="1395758" y="137551"/>
                </a:lnTo>
                <a:lnTo>
                  <a:pt x="1395072" y="138442"/>
                </a:lnTo>
                <a:lnTo>
                  <a:pt x="1394377" y="139325"/>
                </a:lnTo>
                <a:lnTo>
                  <a:pt x="1393674" y="140201"/>
                </a:lnTo>
                <a:lnTo>
                  <a:pt x="1392962" y="141069"/>
                </a:lnTo>
                <a:lnTo>
                  <a:pt x="1392242" y="141929"/>
                </a:lnTo>
                <a:lnTo>
                  <a:pt x="1391513" y="142782"/>
                </a:lnTo>
                <a:lnTo>
                  <a:pt x="1390776" y="143627"/>
                </a:lnTo>
                <a:lnTo>
                  <a:pt x="1390030" y="144465"/>
                </a:lnTo>
                <a:lnTo>
                  <a:pt x="1389276" y="145294"/>
                </a:lnTo>
                <a:lnTo>
                  <a:pt x="1388514" y="146116"/>
                </a:lnTo>
                <a:lnTo>
                  <a:pt x="1387742" y="146931"/>
                </a:lnTo>
                <a:lnTo>
                  <a:pt x="1386963" y="147737"/>
                </a:lnTo>
                <a:lnTo>
                  <a:pt x="1386175" y="148536"/>
                </a:lnTo>
                <a:lnTo>
                  <a:pt x="1385378" y="149328"/>
                </a:lnTo>
                <a:lnTo>
                  <a:pt x="1385378" y="150590"/>
                </a:lnTo>
                <a:lnTo>
                  <a:pt x="1398925" y="150590"/>
                </a:lnTo>
                <a:lnTo>
                  <a:pt x="1399644" y="149902"/>
                </a:lnTo>
                <a:lnTo>
                  <a:pt x="1400358" y="149203"/>
                </a:lnTo>
                <a:lnTo>
                  <a:pt x="1401067" y="148494"/>
                </a:lnTo>
                <a:lnTo>
                  <a:pt x="1401771" y="147774"/>
                </a:lnTo>
                <a:close/>
                <a:moveTo>
                  <a:pt x="1263347" y="83333"/>
                </a:moveTo>
                <a:lnTo>
                  <a:pt x="1263382" y="82619"/>
                </a:lnTo>
                <a:lnTo>
                  <a:pt x="1263426" y="81915"/>
                </a:lnTo>
                <a:lnTo>
                  <a:pt x="1263480" y="81221"/>
                </a:lnTo>
                <a:lnTo>
                  <a:pt x="1263544" y="80537"/>
                </a:lnTo>
                <a:lnTo>
                  <a:pt x="1263618" y="79863"/>
                </a:lnTo>
                <a:lnTo>
                  <a:pt x="1263701" y="79198"/>
                </a:lnTo>
                <a:lnTo>
                  <a:pt x="1263795" y="78544"/>
                </a:lnTo>
                <a:lnTo>
                  <a:pt x="1263898" y="77899"/>
                </a:lnTo>
                <a:lnTo>
                  <a:pt x="1264011" y="77264"/>
                </a:lnTo>
                <a:lnTo>
                  <a:pt x="1264134" y="76639"/>
                </a:lnTo>
                <a:lnTo>
                  <a:pt x="1264267" y="76024"/>
                </a:lnTo>
                <a:lnTo>
                  <a:pt x="1264410" y="75418"/>
                </a:lnTo>
                <a:lnTo>
                  <a:pt x="1264562" y="74823"/>
                </a:lnTo>
                <a:lnTo>
                  <a:pt x="1264725" y="74237"/>
                </a:lnTo>
                <a:lnTo>
                  <a:pt x="1264897" y="73661"/>
                </a:lnTo>
                <a:lnTo>
                  <a:pt x="1265079" y="73095"/>
                </a:lnTo>
                <a:lnTo>
                  <a:pt x="1265271" y="72539"/>
                </a:lnTo>
                <a:lnTo>
                  <a:pt x="1265473" y="71992"/>
                </a:lnTo>
                <a:lnTo>
                  <a:pt x="1265684" y="71456"/>
                </a:lnTo>
                <a:lnTo>
                  <a:pt x="1265905" y="70929"/>
                </a:lnTo>
                <a:lnTo>
                  <a:pt x="1266137" y="70412"/>
                </a:lnTo>
                <a:lnTo>
                  <a:pt x="1266376" y="69905"/>
                </a:lnTo>
                <a:lnTo>
                  <a:pt x="1266623" y="69408"/>
                </a:lnTo>
                <a:lnTo>
                  <a:pt x="1266876" y="68922"/>
                </a:lnTo>
                <a:lnTo>
                  <a:pt x="1267137" y="68445"/>
                </a:lnTo>
                <a:lnTo>
                  <a:pt x="1267404" y="67979"/>
                </a:lnTo>
                <a:lnTo>
                  <a:pt x="1267678" y="67523"/>
                </a:lnTo>
                <a:lnTo>
                  <a:pt x="1267959" y="67076"/>
                </a:lnTo>
                <a:lnTo>
                  <a:pt x="1268246" y="66640"/>
                </a:lnTo>
                <a:lnTo>
                  <a:pt x="1268541" y="66214"/>
                </a:lnTo>
                <a:lnTo>
                  <a:pt x="1268842" y="65799"/>
                </a:lnTo>
                <a:lnTo>
                  <a:pt x="1269150" y="65393"/>
                </a:lnTo>
                <a:lnTo>
                  <a:pt x="1269465" y="64997"/>
                </a:lnTo>
                <a:lnTo>
                  <a:pt x="1269787" y="64612"/>
                </a:lnTo>
                <a:lnTo>
                  <a:pt x="1270115" y="64237"/>
                </a:lnTo>
                <a:lnTo>
                  <a:pt x="1270451" y="63872"/>
                </a:lnTo>
                <a:lnTo>
                  <a:pt x="1270793" y="63517"/>
                </a:lnTo>
                <a:lnTo>
                  <a:pt x="1271142" y="63172"/>
                </a:lnTo>
                <a:lnTo>
                  <a:pt x="1271498" y="62837"/>
                </a:lnTo>
                <a:lnTo>
                  <a:pt x="1271861" y="62512"/>
                </a:lnTo>
                <a:lnTo>
                  <a:pt x="1272231" y="62198"/>
                </a:lnTo>
                <a:lnTo>
                  <a:pt x="1272607" y="61893"/>
                </a:lnTo>
                <a:lnTo>
                  <a:pt x="1272990" y="61599"/>
                </a:lnTo>
                <a:lnTo>
                  <a:pt x="1273381" y="61315"/>
                </a:lnTo>
                <a:lnTo>
                  <a:pt x="1273778" y="61041"/>
                </a:lnTo>
                <a:lnTo>
                  <a:pt x="1274180" y="60777"/>
                </a:lnTo>
                <a:lnTo>
                  <a:pt x="1274587" y="60525"/>
                </a:lnTo>
                <a:lnTo>
                  <a:pt x="1274997" y="60283"/>
                </a:lnTo>
                <a:lnTo>
                  <a:pt x="1275412" y="60054"/>
                </a:lnTo>
                <a:lnTo>
                  <a:pt x="1275831" y="59835"/>
                </a:lnTo>
                <a:lnTo>
                  <a:pt x="1276254" y="59627"/>
                </a:lnTo>
                <a:lnTo>
                  <a:pt x="1276681" y="59431"/>
                </a:lnTo>
                <a:lnTo>
                  <a:pt x="1277112" y="59246"/>
                </a:lnTo>
                <a:lnTo>
                  <a:pt x="1277547" y="59072"/>
                </a:lnTo>
                <a:lnTo>
                  <a:pt x="1277986" y="58909"/>
                </a:lnTo>
                <a:lnTo>
                  <a:pt x="1278430" y="58758"/>
                </a:lnTo>
                <a:lnTo>
                  <a:pt x="1278877" y="58618"/>
                </a:lnTo>
                <a:lnTo>
                  <a:pt x="1279329" y="58489"/>
                </a:lnTo>
                <a:lnTo>
                  <a:pt x="1279785" y="58371"/>
                </a:lnTo>
                <a:lnTo>
                  <a:pt x="1280244" y="58264"/>
                </a:lnTo>
                <a:lnTo>
                  <a:pt x="1280708" y="58169"/>
                </a:lnTo>
                <a:lnTo>
                  <a:pt x="1281176" y="58085"/>
                </a:lnTo>
                <a:lnTo>
                  <a:pt x="1281648" y="58012"/>
                </a:lnTo>
                <a:lnTo>
                  <a:pt x="1282125" y="57950"/>
                </a:lnTo>
                <a:lnTo>
                  <a:pt x="1282605" y="57900"/>
                </a:lnTo>
                <a:lnTo>
                  <a:pt x="1283089" y="57861"/>
                </a:lnTo>
                <a:lnTo>
                  <a:pt x="1283578" y="57833"/>
                </a:lnTo>
                <a:lnTo>
                  <a:pt x="1284070" y="57816"/>
                </a:lnTo>
                <a:lnTo>
                  <a:pt x="1284567" y="57810"/>
                </a:lnTo>
                <a:lnTo>
                  <a:pt x="1285308" y="57821"/>
                </a:lnTo>
                <a:lnTo>
                  <a:pt x="1286035" y="57852"/>
                </a:lnTo>
                <a:lnTo>
                  <a:pt x="1286747" y="57904"/>
                </a:lnTo>
                <a:lnTo>
                  <a:pt x="1287446" y="57977"/>
                </a:lnTo>
                <a:lnTo>
                  <a:pt x="1288130" y="58070"/>
                </a:lnTo>
                <a:lnTo>
                  <a:pt x="1288800" y="58184"/>
                </a:lnTo>
                <a:lnTo>
                  <a:pt x="1289456" y="58320"/>
                </a:lnTo>
                <a:lnTo>
                  <a:pt x="1290097" y="58475"/>
                </a:lnTo>
                <a:lnTo>
                  <a:pt x="1290724" y="58652"/>
                </a:lnTo>
                <a:lnTo>
                  <a:pt x="1291338" y="58850"/>
                </a:lnTo>
                <a:lnTo>
                  <a:pt x="1291936" y="59068"/>
                </a:lnTo>
                <a:lnTo>
                  <a:pt x="1292521" y="59307"/>
                </a:lnTo>
                <a:lnTo>
                  <a:pt x="1293092" y="59567"/>
                </a:lnTo>
                <a:lnTo>
                  <a:pt x="1293648" y="59848"/>
                </a:lnTo>
                <a:lnTo>
                  <a:pt x="1294190" y="60149"/>
                </a:lnTo>
                <a:lnTo>
                  <a:pt x="1294718" y="60471"/>
                </a:lnTo>
                <a:lnTo>
                  <a:pt x="1295231" y="60814"/>
                </a:lnTo>
                <a:lnTo>
                  <a:pt x="1295731" y="61178"/>
                </a:lnTo>
                <a:lnTo>
                  <a:pt x="1296216" y="61563"/>
                </a:lnTo>
                <a:lnTo>
                  <a:pt x="1296687" y="61968"/>
                </a:lnTo>
                <a:lnTo>
                  <a:pt x="1297143" y="62394"/>
                </a:lnTo>
                <a:lnTo>
                  <a:pt x="1297586" y="62841"/>
                </a:lnTo>
                <a:lnTo>
                  <a:pt x="1298014" y="63309"/>
                </a:lnTo>
                <a:lnTo>
                  <a:pt x="1298428" y="63797"/>
                </a:lnTo>
                <a:lnTo>
                  <a:pt x="1298827" y="64307"/>
                </a:lnTo>
                <a:lnTo>
                  <a:pt x="1299208" y="64836"/>
                </a:lnTo>
                <a:lnTo>
                  <a:pt x="1299573" y="65387"/>
                </a:lnTo>
                <a:lnTo>
                  <a:pt x="1299921" y="65959"/>
                </a:lnTo>
                <a:lnTo>
                  <a:pt x="1300251" y="66551"/>
                </a:lnTo>
                <a:lnTo>
                  <a:pt x="1300565" y="67164"/>
                </a:lnTo>
                <a:lnTo>
                  <a:pt x="1300862" y="67798"/>
                </a:lnTo>
                <a:lnTo>
                  <a:pt x="1301142" y="68452"/>
                </a:lnTo>
                <a:lnTo>
                  <a:pt x="1301405" y="69128"/>
                </a:lnTo>
                <a:lnTo>
                  <a:pt x="1301650" y="69824"/>
                </a:lnTo>
                <a:lnTo>
                  <a:pt x="1301879" y="70541"/>
                </a:lnTo>
                <a:lnTo>
                  <a:pt x="1302091" y="71279"/>
                </a:lnTo>
                <a:lnTo>
                  <a:pt x="1302286" y="72037"/>
                </a:lnTo>
                <a:lnTo>
                  <a:pt x="1302464" y="72816"/>
                </a:lnTo>
                <a:lnTo>
                  <a:pt x="1302626" y="73616"/>
                </a:lnTo>
                <a:lnTo>
                  <a:pt x="1302770" y="74437"/>
                </a:lnTo>
                <a:lnTo>
                  <a:pt x="1302897" y="75279"/>
                </a:lnTo>
                <a:lnTo>
                  <a:pt x="1303007" y="76141"/>
                </a:lnTo>
                <a:lnTo>
                  <a:pt x="1303100" y="77024"/>
                </a:lnTo>
                <a:lnTo>
                  <a:pt x="1303177" y="77928"/>
                </a:lnTo>
                <a:lnTo>
                  <a:pt x="1303236" y="78853"/>
                </a:lnTo>
                <a:lnTo>
                  <a:pt x="1303278" y="79799"/>
                </a:lnTo>
                <a:lnTo>
                  <a:pt x="1303304" y="80765"/>
                </a:lnTo>
                <a:lnTo>
                  <a:pt x="1303312" y="81752"/>
                </a:lnTo>
                <a:lnTo>
                  <a:pt x="1303312" y="127749"/>
                </a:lnTo>
                <a:lnTo>
                  <a:pt x="1316544" y="127749"/>
                </a:lnTo>
                <a:lnTo>
                  <a:pt x="1316544" y="85533"/>
                </a:lnTo>
                <a:lnTo>
                  <a:pt x="1316549" y="84790"/>
                </a:lnTo>
                <a:lnTo>
                  <a:pt x="1316564" y="84056"/>
                </a:lnTo>
                <a:lnTo>
                  <a:pt x="1316588" y="83333"/>
                </a:lnTo>
                <a:lnTo>
                  <a:pt x="1316623" y="82619"/>
                </a:lnTo>
                <a:lnTo>
                  <a:pt x="1316667" y="81915"/>
                </a:lnTo>
                <a:lnTo>
                  <a:pt x="1316721" y="81221"/>
                </a:lnTo>
                <a:lnTo>
                  <a:pt x="1316785" y="80537"/>
                </a:lnTo>
                <a:lnTo>
                  <a:pt x="1316859" y="79863"/>
                </a:lnTo>
                <a:lnTo>
                  <a:pt x="1316942" y="79198"/>
                </a:lnTo>
                <a:lnTo>
                  <a:pt x="1317036" y="78544"/>
                </a:lnTo>
                <a:lnTo>
                  <a:pt x="1317139" y="77899"/>
                </a:lnTo>
                <a:lnTo>
                  <a:pt x="1317252" y="77264"/>
                </a:lnTo>
                <a:lnTo>
                  <a:pt x="1317375" y="76639"/>
                </a:lnTo>
                <a:lnTo>
                  <a:pt x="1317508" y="76024"/>
                </a:lnTo>
                <a:lnTo>
                  <a:pt x="1317651" y="75418"/>
                </a:lnTo>
                <a:lnTo>
                  <a:pt x="1317803" y="74823"/>
                </a:lnTo>
                <a:lnTo>
                  <a:pt x="1317966" y="74237"/>
                </a:lnTo>
                <a:lnTo>
                  <a:pt x="1318138" y="73661"/>
                </a:lnTo>
                <a:lnTo>
                  <a:pt x="1318320" y="73095"/>
                </a:lnTo>
                <a:lnTo>
                  <a:pt x="1318512" y="72539"/>
                </a:lnTo>
                <a:lnTo>
                  <a:pt x="1318714" y="71992"/>
                </a:lnTo>
                <a:lnTo>
                  <a:pt x="1318925" y="71456"/>
                </a:lnTo>
                <a:lnTo>
                  <a:pt x="1319147" y="70929"/>
                </a:lnTo>
                <a:lnTo>
                  <a:pt x="1319378" y="70412"/>
                </a:lnTo>
                <a:lnTo>
                  <a:pt x="1319618" y="69905"/>
                </a:lnTo>
                <a:lnTo>
                  <a:pt x="1319865" y="69408"/>
                </a:lnTo>
                <a:lnTo>
                  <a:pt x="1320119" y="68922"/>
                </a:lnTo>
                <a:lnTo>
                  <a:pt x="1320380" y="68445"/>
                </a:lnTo>
                <a:lnTo>
                  <a:pt x="1320648" y="67979"/>
                </a:lnTo>
                <a:lnTo>
                  <a:pt x="1320924" y="67523"/>
                </a:lnTo>
                <a:lnTo>
                  <a:pt x="1321206" y="67076"/>
                </a:lnTo>
                <a:lnTo>
                  <a:pt x="1321496" y="66640"/>
                </a:lnTo>
                <a:lnTo>
                  <a:pt x="1321793" y="66214"/>
                </a:lnTo>
                <a:lnTo>
                  <a:pt x="1322096" y="65799"/>
                </a:lnTo>
                <a:lnTo>
                  <a:pt x="1322407" y="65393"/>
                </a:lnTo>
                <a:lnTo>
                  <a:pt x="1322725" y="64997"/>
                </a:lnTo>
                <a:lnTo>
                  <a:pt x="1323050" y="64612"/>
                </a:lnTo>
                <a:lnTo>
                  <a:pt x="1323383" y="64237"/>
                </a:lnTo>
                <a:lnTo>
                  <a:pt x="1323722" y="63872"/>
                </a:lnTo>
                <a:lnTo>
                  <a:pt x="1324068" y="63517"/>
                </a:lnTo>
                <a:lnTo>
                  <a:pt x="1324422" y="63172"/>
                </a:lnTo>
                <a:lnTo>
                  <a:pt x="1324783" y="62837"/>
                </a:lnTo>
                <a:lnTo>
                  <a:pt x="1325150" y="62512"/>
                </a:lnTo>
                <a:lnTo>
                  <a:pt x="1325525" y="62198"/>
                </a:lnTo>
                <a:lnTo>
                  <a:pt x="1325907" y="61893"/>
                </a:lnTo>
                <a:lnTo>
                  <a:pt x="1326296" y="61599"/>
                </a:lnTo>
                <a:lnTo>
                  <a:pt x="1326692" y="61315"/>
                </a:lnTo>
                <a:lnTo>
                  <a:pt x="1327096" y="61041"/>
                </a:lnTo>
                <a:lnTo>
                  <a:pt x="1327505" y="60777"/>
                </a:lnTo>
                <a:lnTo>
                  <a:pt x="1327918" y="60525"/>
                </a:lnTo>
                <a:lnTo>
                  <a:pt x="1328336" y="60283"/>
                </a:lnTo>
                <a:lnTo>
                  <a:pt x="1328759" y="60054"/>
                </a:lnTo>
                <a:lnTo>
                  <a:pt x="1329185" y="59835"/>
                </a:lnTo>
                <a:lnTo>
                  <a:pt x="1329616" y="59627"/>
                </a:lnTo>
                <a:lnTo>
                  <a:pt x="1330052" y="59431"/>
                </a:lnTo>
                <a:lnTo>
                  <a:pt x="1330492" y="59246"/>
                </a:lnTo>
                <a:lnTo>
                  <a:pt x="1330936" y="59072"/>
                </a:lnTo>
                <a:lnTo>
                  <a:pt x="1331384" y="58909"/>
                </a:lnTo>
                <a:lnTo>
                  <a:pt x="1331837" y="58758"/>
                </a:lnTo>
                <a:lnTo>
                  <a:pt x="1332294" y="58618"/>
                </a:lnTo>
                <a:lnTo>
                  <a:pt x="1332756" y="58489"/>
                </a:lnTo>
                <a:lnTo>
                  <a:pt x="1333222" y="58371"/>
                </a:lnTo>
                <a:lnTo>
                  <a:pt x="1333693" y="58264"/>
                </a:lnTo>
                <a:lnTo>
                  <a:pt x="1334167" y="58169"/>
                </a:lnTo>
                <a:lnTo>
                  <a:pt x="1334646" y="58085"/>
                </a:lnTo>
                <a:lnTo>
                  <a:pt x="1335130" y="58012"/>
                </a:lnTo>
                <a:lnTo>
                  <a:pt x="1335618" y="57950"/>
                </a:lnTo>
                <a:lnTo>
                  <a:pt x="1336110" y="57900"/>
                </a:lnTo>
                <a:lnTo>
                  <a:pt x="1336607" y="57861"/>
                </a:lnTo>
                <a:lnTo>
                  <a:pt x="1337108" y="57833"/>
                </a:lnTo>
                <a:lnTo>
                  <a:pt x="1337613" y="57816"/>
                </a:lnTo>
                <a:lnTo>
                  <a:pt x="1338123" y="57810"/>
                </a:lnTo>
                <a:lnTo>
                  <a:pt x="1338851" y="57821"/>
                </a:lnTo>
                <a:lnTo>
                  <a:pt x="1339566" y="57852"/>
                </a:lnTo>
                <a:lnTo>
                  <a:pt x="1340267" y="57904"/>
                </a:lnTo>
                <a:lnTo>
                  <a:pt x="1340954" y="57977"/>
                </a:lnTo>
                <a:lnTo>
                  <a:pt x="1341627" y="58070"/>
                </a:lnTo>
                <a:lnTo>
                  <a:pt x="1342287" y="58184"/>
                </a:lnTo>
                <a:lnTo>
                  <a:pt x="1342934" y="58320"/>
                </a:lnTo>
                <a:lnTo>
                  <a:pt x="1343566" y="58475"/>
                </a:lnTo>
                <a:lnTo>
                  <a:pt x="1344185" y="58652"/>
                </a:lnTo>
                <a:lnTo>
                  <a:pt x="1344790" y="58850"/>
                </a:lnTo>
                <a:lnTo>
                  <a:pt x="1345381" y="59068"/>
                </a:lnTo>
                <a:lnTo>
                  <a:pt x="1345959" y="59307"/>
                </a:lnTo>
                <a:lnTo>
                  <a:pt x="1346523" y="59567"/>
                </a:lnTo>
                <a:lnTo>
                  <a:pt x="1347074" y="59848"/>
                </a:lnTo>
                <a:lnTo>
                  <a:pt x="1347610" y="60149"/>
                </a:lnTo>
                <a:lnTo>
                  <a:pt x="1348134" y="60471"/>
                </a:lnTo>
                <a:lnTo>
                  <a:pt x="1348643" y="60814"/>
                </a:lnTo>
                <a:lnTo>
                  <a:pt x="1349139" y="61178"/>
                </a:lnTo>
                <a:lnTo>
                  <a:pt x="1349621" y="61563"/>
                </a:lnTo>
                <a:lnTo>
                  <a:pt x="1350089" y="61968"/>
                </a:lnTo>
                <a:lnTo>
                  <a:pt x="1350544" y="62394"/>
                </a:lnTo>
                <a:lnTo>
                  <a:pt x="1350985" y="62841"/>
                </a:lnTo>
                <a:lnTo>
                  <a:pt x="1351412" y="63309"/>
                </a:lnTo>
                <a:lnTo>
                  <a:pt x="1351826" y="63797"/>
                </a:lnTo>
                <a:lnTo>
                  <a:pt x="1352224" y="64307"/>
                </a:lnTo>
                <a:lnTo>
                  <a:pt x="1352606" y="64836"/>
                </a:lnTo>
                <a:lnTo>
                  <a:pt x="1352970" y="65387"/>
                </a:lnTo>
                <a:lnTo>
                  <a:pt x="1353318" y="65959"/>
                </a:lnTo>
                <a:lnTo>
                  <a:pt x="1353649" y="66551"/>
                </a:lnTo>
                <a:lnTo>
                  <a:pt x="1353962" y="67164"/>
                </a:lnTo>
                <a:lnTo>
                  <a:pt x="1354259" y="67798"/>
                </a:lnTo>
                <a:lnTo>
                  <a:pt x="1354539" y="68452"/>
                </a:lnTo>
                <a:lnTo>
                  <a:pt x="1354802" y="69128"/>
                </a:lnTo>
                <a:lnTo>
                  <a:pt x="1355048" y="69824"/>
                </a:lnTo>
                <a:lnTo>
                  <a:pt x="1355277" y="70541"/>
                </a:lnTo>
                <a:lnTo>
                  <a:pt x="1355489" y="71279"/>
                </a:lnTo>
                <a:lnTo>
                  <a:pt x="1355684" y="72037"/>
                </a:lnTo>
                <a:lnTo>
                  <a:pt x="1355862" y="72816"/>
                </a:lnTo>
                <a:lnTo>
                  <a:pt x="1356023" y="73616"/>
                </a:lnTo>
                <a:lnTo>
                  <a:pt x="1356167" y="74437"/>
                </a:lnTo>
                <a:lnTo>
                  <a:pt x="1356294" y="75279"/>
                </a:lnTo>
                <a:lnTo>
                  <a:pt x="1356404" y="76141"/>
                </a:lnTo>
                <a:lnTo>
                  <a:pt x="1356498" y="77024"/>
                </a:lnTo>
                <a:lnTo>
                  <a:pt x="1356574" y="77928"/>
                </a:lnTo>
                <a:lnTo>
                  <a:pt x="1356633" y="78853"/>
                </a:lnTo>
                <a:lnTo>
                  <a:pt x="1356676" y="79799"/>
                </a:lnTo>
                <a:lnTo>
                  <a:pt x="1356701" y="80765"/>
                </a:lnTo>
                <a:lnTo>
                  <a:pt x="1356710" y="81752"/>
                </a:lnTo>
                <a:lnTo>
                  <a:pt x="1356710" y="127749"/>
                </a:lnTo>
                <a:lnTo>
                  <a:pt x="1369785" y="127749"/>
                </a:lnTo>
                <a:lnTo>
                  <a:pt x="1369785" y="80336"/>
                </a:lnTo>
                <a:lnTo>
                  <a:pt x="1369779" y="79385"/>
                </a:lnTo>
                <a:lnTo>
                  <a:pt x="1369759" y="78448"/>
                </a:lnTo>
                <a:lnTo>
                  <a:pt x="1369727" y="77524"/>
                </a:lnTo>
                <a:lnTo>
                  <a:pt x="1369682" y="76615"/>
                </a:lnTo>
                <a:lnTo>
                  <a:pt x="1369624" y="75720"/>
                </a:lnTo>
                <a:lnTo>
                  <a:pt x="1369554" y="74838"/>
                </a:lnTo>
                <a:lnTo>
                  <a:pt x="1369470" y="73970"/>
                </a:lnTo>
                <a:lnTo>
                  <a:pt x="1369374" y="73117"/>
                </a:lnTo>
                <a:lnTo>
                  <a:pt x="1369265" y="72277"/>
                </a:lnTo>
                <a:lnTo>
                  <a:pt x="1369142" y="71451"/>
                </a:lnTo>
                <a:lnTo>
                  <a:pt x="1369007" y="70640"/>
                </a:lnTo>
                <a:lnTo>
                  <a:pt x="1368860" y="69842"/>
                </a:lnTo>
                <a:lnTo>
                  <a:pt x="1368699" y="69058"/>
                </a:lnTo>
                <a:lnTo>
                  <a:pt x="1368525" y="68288"/>
                </a:lnTo>
                <a:lnTo>
                  <a:pt x="1368339" y="67532"/>
                </a:lnTo>
                <a:lnTo>
                  <a:pt x="1368140" y="66790"/>
                </a:lnTo>
                <a:lnTo>
                  <a:pt x="1367928" y="66062"/>
                </a:lnTo>
                <a:lnTo>
                  <a:pt x="1367703" y="65348"/>
                </a:lnTo>
                <a:lnTo>
                  <a:pt x="1367465" y="64647"/>
                </a:lnTo>
                <a:lnTo>
                  <a:pt x="1367215" y="63961"/>
                </a:lnTo>
                <a:lnTo>
                  <a:pt x="1366951" y="63289"/>
                </a:lnTo>
                <a:lnTo>
                  <a:pt x="1366675" y="62630"/>
                </a:lnTo>
                <a:lnTo>
                  <a:pt x="1366386" y="61986"/>
                </a:lnTo>
                <a:lnTo>
                  <a:pt x="1366084" y="61355"/>
                </a:lnTo>
                <a:lnTo>
                  <a:pt x="1365770" y="60738"/>
                </a:lnTo>
                <a:lnTo>
                  <a:pt x="1365445" y="60135"/>
                </a:lnTo>
                <a:lnTo>
                  <a:pt x="1365109" y="59544"/>
                </a:lnTo>
                <a:lnTo>
                  <a:pt x="1364762" y="58966"/>
                </a:lnTo>
                <a:lnTo>
                  <a:pt x="1364405" y="58402"/>
                </a:lnTo>
                <a:lnTo>
                  <a:pt x="1364036" y="57851"/>
                </a:lnTo>
                <a:lnTo>
                  <a:pt x="1363656" y="57312"/>
                </a:lnTo>
                <a:lnTo>
                  <a:pt x="1363266" y="56787"/>
                </a:lnTo>
                <a:lnTo>
                  <a:pt x="1362864" y="56275"/>
                </a:lnTo>
                <a:lnTo>
                  <a:pt x="1362452" y="55777"/>
                </a:lnTo>
                <a:lnTo>
                  <a:pt x="1362029" y="55291"/>
                </a:lnTo>
                <a:lnTo>
                  <a:pt x="1361594" y="54818"/>
                </a:lnTo>
                <a:lnTo>
                  <a:pt x="1361149" y="54359"/>
                </a:lnTo>
                <a:lnTo>
                  <a:pt x="1360693" y="53913"/>
                </a:lnTo>
                <a:lnTo>
                  <a:pt x="1360226" y="53480"/>
                </a:lnTo>
                <a:lnTo>
                  <a:pt x="1359748" y="53059"/>
                </a:lnTo>
                <a:lnTo>
                  <a:pt x="1359259" y="52653"/>
                </a:lnTo>
                <a:lnTo>
                  <a:pt x="1358759" y="52259"/>
                </a:lnTo>
                <a:lnTo>
                  <a:pt x="1358248" y="51878"/>
                </a:lnTo>
                <a:lnTo>
                  <a:pt x="1357726" y="51511"/>
                </a:lnTo>
                <a:lnTo>
                  <a:pt x="1357193" y="51156"/>
                </a:lnTo>
                <a:lnTo>
                  <a:pt x="1356650" y="50815"/>
                </a:lnTo>
                <a:lnTo>
                  <a:pt x="1356095" y="50487"/>
                </a:lnTo>
                <a:lnTo>
                  <a:pt x="1355530" y="50172"/>
                </a:lnTo>
                <a:lnTo>
                  <a:pt x="1354955" y="49870"/>
                </a:lnTo>
                <a:lnTo>
                  <a:pt x="1354372" y="49580"/>
                </a:lnTo>
                <a:lnTo>
                  <a:pt x="1353781" y="49304"/>
                </a:lnTo>
                <a:lnTo>
                  <a:pt x="1353182" y="49040"/>
                </a:lnTo>
                <a:lnTo>
                  <a:pt x="1352575" y="48789"/>
                </a:lnTo>
                <a:lnTo>
                  <a:pt x="1351961" y="48551"/>
                </a:lnTo>
                <a:lnTo>
                  <a:pt x="1351338" y="48326"/>
                </a:lnTo>
                <a:lnTo>
                  <a:pt x="1350708" y="48114"/>
                </a:lnTo>
                <a:lnTo>
                  <a:pt x="1350069" y="47915"/>
                </a:lnTo>
                <a:lnTo>
                  <a:pt x="1349423" y="47728"/>
                </a:lnTo>
                <a:lnTo>
                  <a:pt x="1348768" y="47555"/>
                </a:lnTo>
                <a:lnTo>
                  <a:pt x="1348106" y="47394"/>
                </a:lnTo>
                <a:lnTo>
                  <a:pt x="1347436" y="47246"/>
                </a:lnTo>
                <a:lnTo>
                  <a:pt x="1346758" y="47111"/>
                </a:lnTo>
                <a:lnTo>
                  <a:pt x="1346072" y="46989"/>
                </a:lnTo>
                <a:lnTo>
                  <a:pt x="1345378" y="46879"/>
                </a:lnTo>
                <a:lnTo>
                  <a:pt x="1344676" y="46783"/>
                </a:lnTo>
                <a:lnTo>
                  <a:pt x="1343966" y="46699"/>
                </a:lnTo>
                <a:lnTo>
                  <a:pt x="1343249" y="46629"/>
                </a:lnTo>
                <a:lnTo>
                  <a:pt x="1342523" y="46571"/>
                </a:lnTo>
                <a:lnTo>
                  <a:pt x="1341789" y="46526"/>
                </a:lnTo>
                <a:lnTo>
                  <a:pt x="1341048" y="46494"/>
                </a:lnTo>
                <a:lnTo>
                  <a:pt x="1340298" y="46474"/>
                </a:lnTo>
                <a:lnTo>
                  <a:pt x="1339541" y="46468"/>
                </a:lnTo>
                <a:lnTo>
                  <a:pt x="1338860" y="46475"/>
                </a:lnTo>
                <a:lnTo>
                  <a:pt x="1338183" y="46496"/>
                </a:lnTo>
                <a:lnTo>
                  <a:pt x="1337509" y="46531"/>
                </a:lnTo>
                <a:lnTo>
                  <a:pt x="1336839" y="46579"/>
                </a:lnTo>
                <a:lnTo>
                  <a:pt x="1336173" y="46642"/>
                </a:lnTo>
                <a:lnTo>
                  <a:pt x="1335509" y="46719"/>
                </a:lnTo>
                <a:lnTo>
                  <a:pt x="1334850" y="46810"/>
                </a:lnTo>
                <a:lnTo>
                  <a:pt x="1334194" y="46914"/>
                </a:lnTo>
                <a:lnTo>
                  <a:pt x="1333542" y="47033"/>
                </a:lnTo>
                <a:lnTo>
                  <a:pt x="1332893" y="47166"/>
                </a:lnTo>
                <a:lnTo>
                  <a:pt x="1332248" y="47312"/>
                </a:lnTo>
                <a:lnTo>
                  <a:pt x="1331606" y="47473"/>
                </a:lnTo>
                <a:lnTo>
                  <a:pt x="1330968" y="47647"/>
                </a:lnTo>
                <a:lnTo>
                  <a:pt x="1330333" y="47835"/>
                </a:lnTo>
                <a:lnTo>
                  <a:pt x="1329702" y="48038"/>
                </a:lnTo>
                <a:lnTo>
                  <a:pt x="1329074" y="48254"/>
                </a:lnTo>
                <a:lnTo>
                  <a:pt x="1328451" y="48484"/>
                </a:lnTo>
                <a:lnTo>
                  <a:pt x="1327830" y="48728"/>
                </a:lnTo>
                <a:lnTo>
                  <a:pt x="1327213" y="48987"/>
                </a:lnTo>
                <a:lnTo>
                  <a:pt x="1326600" y="49259"/>
                </a:lnTo>
                <a:lnTo>
                  <a:pt x="1325990" y="49545"/>
                </a:lnTo>
                <a:lnTo>
                  <a:pt x="1325384" y="49845"/>
                </a:lnTo>
                <a:lnTo>
                  <a:pt x="1324781" y="50159"/>
                </a:lnTo>
                <a:lnTo>
                  <a:pt x="1324182" y="50487"/>
                </a:lnTo>
                <a:lnTo>
                  <a:pt x="1323590" y="50827"/>
                </a:lnTo>
                <a:lnTo>
                  <a:pt x="1323009" y="51178"/>
                </a:lnTo>
                <a:lnTo>
                  <a:pt x="1322439" y="51541"/>
                </a:lnTo>
                <a:lnTo>
                  <a:pt x="1321879" y="51915"/>
                </a:lnTo>
                <a:lnTo>
                  <a:pt x="1321329" y="52300"/>
                </a:lnTo>
                <a:lnTo>
                  <a:pt x="1320791" y="52697"/>
                </a:lnTo>
                <a:lnTo>
                  <a:pt x="1320263" y="53104"/>
                </a:lnTo>
                <a:lnTo>
                  <a:pt x="1319745" y="53523"/>
                </a:lnTo>
                <a:lnTo>
                  <a:pt x="1319239" y="53953"/>
                </a:lnTo>
                <a:lnTo>
                  <a:pt x="1318743" y="54394"/>
                </a:lnTo>
                <a:lnTo>
                  <a:pt x="1318258" y="54846"/>
                </a:lnTo>
                <a:lnTo>
                  <a:pt x="1317783" y="55310"/>
                </a:lnTo>
                <a:lnTo>
                  <a:pt x="1317319" y="55785"/>
                </a:lnTo>
                <a:lnTo>
                  <a:pt x="1316866" y="56271"/>
                </a:lnTo>
                <a:lnTo>
                  <a:pt x="1316423" y="56768"/>
                </a:lnTo>
                <a:lnTo>
                  <a:pt x="1315991" y="57276"/>
                </a:lnTo>
                <a:lnTo>
                  <a:pt x="1315570" y="57796"/>
                </a:lnTo>
                <a:lnTo>
                  <a:pt x="1315159" y="58327"/>
                </a:lnTo>
                <a:lnTo>
                  <a:pt x="1314759" y="58869"/>
                </a:lnTo>
                <a:lnTo>
                  <a:pt x="1314370" y="59422"/>
                </a:lnTo>
                <a:lnTo>
                  <a:pt x="1313991" y="59987"/>
                </a:lnTo>
                <a:lnTo>
                  <a:pt x="1313623" y="60562"/>
                </a:lnTo>
                <a:lnTo>
                  <a:pt x="1313266" y="61149"/>
                </a:lnTo>
                <a:lnTo>
                  <a:pt x="1312919" y="61747"/>
                </a:lnTo>
                <a:lnTo>
                  <a:pt x="1312720" y="61317"/>
                </a:lnTo>
                <a:lnTo>
                  <a:pt x="1312516" y="60894"/>
                </a:lnTo>
                <a:lnTo>
                  <a:pt x="1312307" y="60476"/>
                </a:lnTo>
                <a:lnTo>
                  <a:pt x="1312092" y="60065"/>
                </a:lnTo>
                <a:lnTo>
                  <a:pt x="1311873" y="59661"/>
                </a:lnTo>
                <a:lnTo>
                  <a:pt x="1311649" y="59262"/>
                </a:lnTo>
                <a:lnTo>
                  <a:pt x="1311421" y="58870"/>
                </a:lnTo>
                <a:lnTo>
                  <a:pt x="1311187" y="58484"/>
                </a:lnTo>
                <a:lnTo>
                  <a:pt x="1310948" y="58104"/>
                </a:lnTo>
                <a:lnTo>
                  <a:pt x="1310704" y="57731"/>
                </a:lnTo>
                <a:lnTo>
                  <a:pt x="1310456" y="57364"/>
                </a:lnTo>
                <a:lnTo>
                  <a:pt x="1310202" y="57003"/>
                </a:lnTo>
                <a:lnTo>
                  <a:pt x="1309944" y="56649"/>
                </a:lnTo>
                <a:lnTo>
                  <a:pt x="1309680" y="56301"/>
                </a:lnTo>
                <a:lnTo>
                  <a:pt x="1309412" y="55959"/>
                </a:lnTo>
                <a:lnTo>
                  <a:pt x="1309139" y="55623"/>
                </a:lnTo>
                <a:lnTo>
                  <a:pt x="1308861" y="55294"/>
                </a:lnTo>
                <a:lnTo>
                  <a:pt x="1308578" y="54971"/>
                </a:lnTo>
                <a:lnTo>
                  <a:pt x="1308290" y="54654"/>
                </a:lnTo>
                <a:lnTo>
                  <a:pt x="1307997" y="54343"/>
                </a:lnTo>
                <a:lnTo>
                  <a:pt x="1307699" y="54039"/>
                </a:lnTo>
                <a:lnTo>
                  <a:pt x="1307396" y="53741"/>
                </a:lnTo>
                <a:lnTo>
                  <a:pt x="1307089" y="53450"/>
                </a:lnTo>
                <a:lnTo>
                  <a:pt x="1306776" y="53164"/>
                </a:lnTo>
                <a:lnTo>
                  <a:pt x="1306459" y="52885"/>
                </a:lnTo>
                <a:lnTo>
                  <a:pt x="1306138" y="52612"/>
                </a:lnTo>
                <a:lnTo>
                  <a:pt x="1305813" y="52345"/>
                </a:lnTo>
                <a:lnTo>
                  <a:pt x="1305484" y="52083"/>
                </a:lnTo>
                <a:lnTo>
                  <a:pt x="1305150" y="51828"/>
                </a:lnTo>
                <a:lnTo>
                  <a:pt x="1304813" y="51579"/>
                </a:lnTo>
                <a:lnTo>
                  <a:pt x="1304471" y="51336"/>
                </a:lnTo>
                <a:lnTo>
                  <a:pt x="1304125" y="51099"/>
                </a:lnTo>
                <a:lnTo>
                  <a:pt x="1303776" y="50868"/>
                </a:lnTo>
                <a:lnTo>
                  <a:pt x="1303422" y="50643"/>
                </a:lnTo>
                <a:lnTo>
                  <a:pt x="1303063" y="50424"/>
                </a:lnTo>
                <a:lnTo>
                  <a:pt x="1302701" y="50211"/>
                </a:lnTo>
                <a:lnTo>
                  <a:pt x="1302335" y="50004"/>
                </a:lnTo>
                <a:lnTo>
                  <a:pt x="1301965" y="49803"/>
                </a:lnTo>
                <a:lnTo>
                  <a:pt x="1301590" y="49608"/>
                </a:lnTo>
                <a:lnTo>
                  <a:pt x="1301211" y="49419"/>
                </a:lnTo>
                <a:lnTo>
                  <a:pt x="1300829" y="49236"/>
                </a:lnTo>
                <a:lnTo>
                  <a:pt x="1300442" y="49059"/>
                </a:lnTo>
                <a:lnTo>
                  <a:pt x="1300051" y="48888"/>
                </a:lnTo>
                <a:lnTo>
                  <a:pt x="1299656" y="48723"/>
                </a:lnTo>
                <a:lnTo>
                  <a:pt x="1299257" y="48564"/>
                </a:lnTo>
                <a:lnTo>
                  <a:pt x="1298853" y="48412"/>
                </a:lnTo>
                <a:lnTo>
                  <a:pt x="1298446" y="48265"/>
                </a:lnTo>
                <a:lnTo>
                  <a:pt x="1298034" y="48124"/>
                </a:lnTo>
                <a:lnTo>
                  <a:pt x="1297619" y="47989"/>
                </a:lnTo>
                <a:lnTo>
                  <a:pt x="1297199" y="47859"/>
                </a:lnTo>
                <a:lnTo>
                  <a:pt x="1296776" y="47736"/>
                </a:lnTo>
                <a:lnTo>
                  <a:pt x="1296348" y="47618"/>
                </a:lnTo>
                <a:lnTo>
                  <a:pt x="1295916" y="47506"/>
                </a:lnTo>
                <a:lnTo>
                  <a:pt x="1295480" y="47399"/>
                </a:lnTo>
                <a:lnTo>
                  <a:pt x="1295040" y="47299"/>
                </a:lnTo>
                <a:lnTo>
                  <a:pt x="1294596" y="47204"/>
                </a:lnTo>
                <a:lnTo>
                  <a:pt x="1294147" y="47115"/>
                </a:lnTo>
                <a:lnTo>
                  <a:pt x="1293695" y="47031"/>
                </a:lnTo>
                <a:lnTo>
                  <a:pt x="1293238" y="46954"/>
                </a:lnTo>
                <a:lnTo>
                  <a:pt x="1292778" y="46882"/>
                </a:lnTo>
                <a:lnTo>
                  <a:pt x="1292313" y="46816"/>
                </a:lnTo>
                <a:lnTo>
                  <a:pt x="1291844" y="46755"/>
                </a:lnTo>
                <a:lnTo>
                  <a:pt x="1291371" y="46701"/>
                </a:lnTo>
                <a:lnTo>
                  <a:pt x="1290894" y="46652"/>
                </a:lnTo>
                <a:lnTo>
                  <a:pt x="1290413" y="46609"/>
                </a:lnTo>
                <a:lnTo>
                  <a:pt x="1289928" y="46571"/>
                </a:lnTo>
                <a:lnTo>
                  <a:pt x="1289438" y="46540"/>
                </a:lnTo>
                <a:lnTo>
                  <a:pt x="1288945" y="46514"/>
                </a:lnTo>
                <a:lnTo>
                  <a:pt x="1288447" y="46494"/>
                </a:lnTo>
                <a:lnTo>
                  <a:pt x="1287946" y="46479"/>
                </a:lnTo>
                <a:lnTo>
                  <a:pt x="1287440" y="46471"/>
                </a:lnTo>
                <a:lnTo>
                  <a:pt x="1286930" y="46468"/>
                </a:lnTo>
                <a:lnTo>
                  <a:pt x="1286302" y="46474"/>
                </a:lnTo>
                <a:lnTo>
                  <a:pt x="1285678" y="46492"/>
                </a:lnTo>
                <a:lnTo>
                  <a:pt x="1285058" y="46523"/>
                </a:lnTo>
                <a:lnTo>
                  <a:pt x="1284442" y="46566"/>
                </a:lnTo>
                <a:lnTo>
                  <a:pt x="1283830" y="46622"/>
                </a:lnTo>
                <a:lnTo>
                  <a:pt x="1283223" y="46689"/>
                </a:lnTo>
                <a:lnTo>
                  <a:pt x="1282619" y="46769"/>
                </a:lnTo>
                <a:lnTo>
                  <a:pt x="1282020" y="46862"/>
                </a:lnTo>
                <a:lnTo>
                  <a:pt x="1281425" y="46966"/>
                </a:lnTo>
                <a:lnTo>
                  <a:pt x="1280834" y="47083"/>
                </a:lnTo>
                <a:lnTo>
                  <a:pt x="1280247" y="47213"/>
                </a:lnTo>
                <a:lnTo>
                  <a:pt x="1279664" y="47354"/>
                </a:lnTo>
                <a:lnTo>
                  <a:pt x="1279085" y="47508"/>
                </a:lnTo>
                <a:lnTo>
                  <a:pt x="1278510" y="47674"/>
                </a:lnTo>
                <a:lnTo>
                  <a:pt x="1277940" y="47853"/>
                </a:lnTo>
                <a:lnTo>
                  <a:pt x="1277373" y="48044"/>
                </a:lnTo>
                <a:lnTo>
                  <a:pt x="1276811" y="48247"/>
                </a:lnTo>
                <a:lnTo>
                  <a:pt x="1276253" y="48462"/>
                </a:lnTo>
                <a:lnTo>
                  <a:pt x="1275698" y="48690"/>
                </a:lnTo>
                <a:lnTo>
                  <a:pt x="1275148" y="48930"/>
                </a:lnTo>
                <a:lnTo>
                  <a:pt x="1274602" y="49182"/>
                </a:lnTo>
                <a:lnTo>
                  <a:pt x="1274061" y="49447"/>
                </a:lnTo>
                <a:lnTo>
                  <a:pt x="1273523" y="49724"/>
                </a:lnTo>
                <a:lnTo>
                  <a:pt x="1272989" y="50013"/>
                </a:lnTo>
                <a:lnTo>
                  <a:pt x="1272462" y="50313"/>
                </a:lnTo>
                <a:lnTo>
                  <a:pt x="1271944" y="50622"/>
                </a:lnTo>
                <a:lnTo>
                  <a:pt x="1271435" y="50940"/>
                </a:lnTo>
                <a:lnTo>
                  <a:pt x="1270935" y="51267"/>
                </a:lnTo>
                <a:lnTo>
                  <a:pt x="1270444" y="51603"/>
                </a:lnTo>
                <a:lnTo>
                  <a:pt x="1269962" y="51948"/>
                </a:lnTo>
                <a:lnTo>
                  <a:pt x="1269489" y="52302"/>
                </a:lnTo>
                <a:lnTo>
                  <a:pt x="1269025" y="52665"/>
                </a:lnTo>
                <a:lnTo>
                  <a:pt x="1268570" y="53037"/>
                </a:lnTo>
                <a:lnTo>
                  <a:pt x="1268124" y="53418"/>
                </a:lnTo>
                <a:lnTo>
                  <a:pt x="1267688" y="53808"/>
                </a:lnTo>
                <a:lnTo>
                  <a:pt x="1267260" y="54207"/>
                </a:lnTo>
                <a:lnTo>
                  <a:pt x="1266841" y="54615"/>
                </a:lnTo>
                <a:lnTo>
                  <a:pt x="1266431" y="55033"/>
                </a:lnTo>
                <a:lnTo>
                  <a:pt x="1266030" y="55459"/>
                </a:lnTo>
                <a:lnTo>
                  <a:pt x="1265639" y="55894"/>
                </a:lnTo>
                <a:lnTo>
                  <a:pt x="1265256" y="56338"/>
                </a:lnTo>
                <a:lnTo>
                  <a:pt x="1264882" y="56791"/>
                </a:lnTo>
                <a:lnTo>
                  <a:pt x="1264517" y="57253"/>
                </a:lnTo>
                <a:lnTo>
                  <a:pt x="1264162" y="57724"/>
                </a:lnTo>
                <a:lnTo>
                  <a:pt x="1263815" y="58205"/>
                </a:lnTo>
                <a:lnTo>
                  <a:pt x="1263478" y="58694"/>
                </a:lnTo>
                <a:lnTo>
                  <a:pt x="1263149" y="59192"/>
                </a:lnTo>
                <a:lnTo>
                  <a:pt x="1262829" y="59699"/>
                </a:lnTo>
                <a:lnTo>
                  <a:pt x="1262041" y="48359"/>
                </a:lnTo>
                <a:lnTo>
                  <a:pt x="1250071" y="48359"/>
                </a:lnTo>
                <a:lnTo>
                  <a:pt x="1250071" y="127749"/>
                </a:lnTo>
                <a:lnTo>
                  <a:pt x="1263303" y="127749"/>
                </a:lnTo>
                <a:lnTo>
                  <a:pt x="1263303" y="85533"/>
                </a:lnTo>
                <a:lnTo>
                  <a:pt x="1263308" y="84790"/>
                </a:lnTo>
                <a:lnTo>
                  <a:pt x="1263323" y="84056"/>
                </a:lnTo>
                <a:lnTo>
                  <a:pt x="1263347" y="83333"/>
                </a:lnTo>
                <a:close/>
                <a:moveTo>
                  <a:pt x="782535" y="129430"/>
                </a:moveTo>
                <a:lnTo>
                  <a:pt x="783633" y="129313"/>
                </a:lnTo>
                <a:lnTo>
                  <a:pt x="784716" y="129170"/>
                </a:lnTo>
                <a:lnTo>
                  <a:pt x="785783" y="129002"/>
                </a:lnTo>
                <a:lnTo>
                  <a:pt x="786834" y="128807"/>
                </a:lnTo>
                <a:lnTo>
                  <a:pt x="787870" y="128586"/>
                </a:lnTo>
                <a:lnTo>
                  <a:pt x="788890" y="128339"/>
                </a:lnTo>
                <a:lnTo>
                  <a:pt x="789895" y="128067"/>
                </a:lnTo>
                <a:lnTo>
                  <a:pt x="790884" y="127768"/>
                </a:lnTo>
                <a:lnTo>
                  <a:pt x="791857" y="127443"/>
                </a:lnTo>
                <a:lnTo>
                  <a:pt x="792815" y="127093"/>
                </a:lnTo>
                <a:lnTo>
                  <a:pt x="793757" y="126716"/>
                </a:lnTo>
                <a:lnTo>
                  <a:pt x="794684" y="126314"/>
                </a:lnTo>
                <a:lnTo>
                  <a:pt x="795595" y="125885"/>
                </a:lnTo>
                <a:lnTo>
                  <a:pt x="796491" y="125431"/>
                </a:lnTo>
                <a:lnTo>
                  <a:pt x="797371" y="124950"/>
                </a:lnTo>
                <a:lnTo>
                  <a:pt x="798235" y="124444"/>
                </a:lnTo>
                <a:lnTo>
                  <a:pt x="799084" y="123911"/>
                </a:lnTo>
                <a:lnTo>
                  <a:pt x="799917" y="123353"/>
                </a:lnTo>
                <a:lnTo>
                  <a:pt x="800734" y="122768"/>
                </a:lnTo>
                <a:lnTo>
                  <a:pt x="801536" y="122158"/>
                </a:lnTo>
                <a:lnTo>
                  <a:pt x="802318" y="121527"/>
                </a:lnTo>
                <a:lnTo>
                  <a:pt x="803076" y="120880"/>
                </a:lnTo>
                <a:lnTo>
                  <a:pt x="803809" y="120217"/>
                </a:lnTo>
                <a:lnTo>
                  <a:pt x="804518" y="119539"/>
                </a:lnTo>
                <a:lnTo>
                  <a:pt x="805203" y="118846"/>
                </a:lnTo>
                <a:lnTo>
                  <a:pt x="805863" y="118136"/>
                </a:lnTo>
                <a:lnTo>
                  <a:pt x="806499" y="117411"/>
                </a:lnTo>
                <a:lnTo>
                  <a:pt x="807111" y="116671"/>
                </a:lnTo>
                <a:lnTo>
                  <a:pt x="807698" y="115915"/>
                </a:lnTo>
                <a:lnTo>
                  <a:pt x="808261" y="115143"/>
                </a:lnTo>
                <a:lnTo>
                  <a:pt x="808799" y="114356"/>
                </a:lnTo>
                <a:lnTo>
                  <a:pt x="809314" y="113553"/>
                </a:lnTo>
                <a:lnTo>
                  <a:pt x="809803" y="112735"/>
                </a:lnTo>
                <a:lnTo>
                  <a:pt x="810269" y="111901"/>
                </a:lnTo>
                <a:lnTo>
                  <a:pt x="810710" y="111051"/>
                </a:lnTo>
                <a:lnTo>
                  <a:pt x="811127" y="110186"/>
                </a:lnTo>
                <a:lnTo>
                  <a:pt x="811519" y="109306"/>
                </a:lnTo>
                <a:lnTo>
                  <a:pt x="811888" y="108409"/>
                </a:lnTo>
                <a:lnTo>
                  <a:pt x="812231" y="107497"/>
                </a:lnTo>
                <a:lnTo>
                  <a:pt x="812551" y="106570"/>
                </a:lnTo>
                <a:lnTo>
                  <a:pt x="812846" y="105627"/>
                </a:lnTo>
                <a:lnTo>
                  <a:pt x="813117" y="104668"/>
                </a:lnTo>
                <a:lnTo>
                  <a:pt x="813363" y="103694"/>
                </a:lnTo>
                <a:lnTo>
                  <a:pt x="813585" y="102704"/>
                </a:lnTo>
                <a:lnTo>
                  <a:pt x="800039" y="102704"/>
                </a:lnTo>
                <a:lnTo>
                  <a:pt x="799943" y="103108"/>
                </a:lnTo>
                <a:lnTo>
                  <a:pt x="799841" y="103509"/>
                </a:lnTo>
                <a:lnTo>
                  <a:pt x="799731" y="103905"/>
                </a:lnTo>
                <a:lnTo>
                  <a:pt x="799614" y="104296"/>
                </a:lnTo>
                <a:lnTo>
                  <a:pt x="799490" y="104683"/>
                </a:lnTo>
                <a:lnTo>
                  <a:pt x="799359" y="105066"/>
                </a:lnTo>
                <a:lnTo>
                  <a:pt x="799221" y="105444"/>
                </a:lnTo>
                <a:lnTo>
                  <a:pt x="799076" y="105818"/>
                </a:lnTo>
                <a:lnTo>
                  <a:pt x="798923" y="106188"/>
                </a:lnTo>
                <a:lnTo>
                  <a:pt x="798764" y="106554"/>
                </a:lnTo>
                <a:lnTo>
                  <a:pt x="798597" y="106914"/>
                </a:lnTo>
                <a:lnTo>
                  <a:pt x="798424" y="107271"/>
                </a:lnTo>
                <a:lnTo>
                  <a:pt x="798243" y="107623"/>
                </a:lnTo>
                <a:lnTo>
                  <a:pt x="798055" y="107971"/>
                </a:lnTo>
                <a:lnTo>
                  <a:pt x="797860" y="108315"/>
                </a:lnTo>
                <a:lnTo>
                  <a:pt x="797658" y="108654"/>
                </a:lnTo>
                <a:lnTo>
                  <a:pt x="797448" y="108989"/>
                </a:lnTo>
                <a:lnTo>
                  <a:pt x="797232" y="109319"/>
                </a:lnTo>
                <a:lnTo>
                  <a:pt x="797009" y="109645"/>
                </a:lnTo>
                <a:lnTo>
                  <a:pt x="796778" y="109967"/>
                </a:lnTo>
                <a:lnTo>
                  <a:pt x="796540" y="110284"/>
                </a:lnTo>
                <a:lnTo>
                  <a:pt x="796295" y="110597"/>
                </a:lnTo>
                <a:lnTo>
                  <a:pt x="796044" y="110906"/>
                </a:lnTo>
                <a:lnTo>
                  <a:pt x="795785" y="111210"/>
                </a:lnTo>
                <a:lnTo>
                  <a:pt x="795520" y="111509"/>
                </a:lnTo>
                <a:lnTo>
                  <a:pt x="795250" y="111801"/>
                </a:lnTo>
                <a:lnTo>
                  <a:pt x="794975" y="112087"/>
                </a:lnTo>
                <a:lnTo>
                  <a:pt x="794696" y="112367"/>
                </a:lnTo>
                <a:lnTo>
                  <a:pt x="794411" y="112641"/>
                </a:lnTo>
                <a:lnTo>
                  <a:pt x="794121" y="112908"/>
                </a:lnTo>
                <a:lnTo>
                  <a:pt x="793827" y="113169"/>
                </a:lnTo>
                <a:lnTo>
                  <a:pt x="793528" y="113424"/>
                </a:lnTo>
                <a:lnTo>
                  <a:pt x="793223" y="113672"/>
                </a:lnTo>
                <a:lnTo>
                  <a:pt x="792914" y="113914"/>
                </a:lnTo>
                <a:lnTo>
                  <a:pt x="792600" y="114150"/>
                </a:lnTo>
                <a:lnTo>
                  <a:pt x="792281" y="114380"/>
                </a:lnTo>
                <a:lnTo>
                  <a:pt x="791957" y="114603"/>
                </a:lnTo>
                <a:lnTo>
                  <a:pt x="791628" y="114820"/>
                </a:lnTo>
                <a:lnTo>
                  <a:pt x="791294" y="115031"/>
                </a:lnTo>
                <a:lnTo>
                  <a:pt x="790955" y="115235"/>
                </a:lnTo>
                <a:lnTo>
                  <a:pt x="790611" y="115433"/>
                </a:lnTo>
                <a:lnTo>
                  <a:pt x="790263" y="115625"/>
                </a:lnTo>
                <a:lnTo>
                  <a:pt x="789909" y="115811"/>
                </a:lnTo>
                <a:lnTo>
                  <a:pt x="789550" y="115990"/>
                </a:lnTo>
                <a:lnTo>
                  <a:pt x="789187" y="116163"/>
                </a:lnTo>
                <a:lnTo>
                  <a:pt x="788818" y="116330"/>
                </a:lnTo>
                <a:lnTo>
                  <a:pt x="788445" y="116490"/>
                </a:lnTo>
                <a:lnTo>
                  <a:pt x="788067" y="116644"/>
                </a:lnTo>
                <a:lnTo>
                  <a:pt x="787684" y="116792"/>
                </a:lnTo>
                <a:lnTo>
                  <a:pt x="787298" y="116933"/>
                </a:lnTo>
                <a:lnTo>
                  <a:pt x="786908" y="117069"/>
                </a:lnTo>
                <a:lnTo>
                  <a:pt x="786514" y="117197"/>
                </a:lnTo>
                <a:lnTo>
                  <a:pt x="786116" y="117320"/>
                </a:lnTo>
                <a:lnTo>
                  <a:pt x="785714" y="117436"/>
                </a:lnTo>
                <a:lnTo>
                  <a:pt x="785309" y="117546"/>
                </a:lnTo>
                <a:lnTo>
                  <a:pt x="784900" y="117650"/>
                </a:lnTo>
                <a:lnTo>
                  <a:pt x="784487" y="117747"/>
                </a:lnTo>
                <a:lnTo>
                  <a:pt x="784070" y="117838"/>
                </a:lnTo>
                <a:lnTo>
                  <a:pt x="783649" y="117923"/>
                </a:lnTo>
                <a:lnTo>
                  <a:pt x="783224" y="118002"/>
                </a:lnTo>
                <a:lnTo>
                  <a:pt x="782796" y="118074"/>
                </a:lnTo>
                <a:lnTo>
                  <a:pt x="782363" y="118140"/>
                </a:lnTo>
                <a:lnTo>
                  <a:pt x="781927" y="118200"/>
                </a:lnTo>
                <a:lnTo>
                  <a:pt x="781487" y="118253"/>
                </a:lnTo>
                <a:lnTo>
                  <a:pt x="781044" y="118300"/>
                </a:lnTo>
                <a:lnTo>
                  <a:pt x="780596" y="118341"/>
                </a:lnTo>
                <a:lnTo>
                  <a:pt x="780145" y="118376"/>
                </a:lnTo>
                <a:lnTo>
                  <a:pt x="779689" y="118404"/>
                </a:lnTo>
                <a:lnTo>
                  <a:pt x="779230" y="118426"/>
                </a:lnTo>
                <a:lnTo>
                  <a:pt x="778767" y="118442"/>
                </a:lnTo>
                <a:lnTo>
                  <a:pt x="778301" y="118451"/>
                </a:lnTo>
                <a:lnTo>
                  <a:pt x="777830" y="118454"/>
                </a:lnTo>
                <a:lnTo>
                  <a:pt x="777411" y="118451"/>
                </a:lnTo>
                <a:lnTo>
                  <a:pt x="776993" y="118441"/>
                </a:lnTo>
                <a:lnTo>
                  <a:pt x="776576" y="118423"/>
                </a:lnTo>
                <a:lnTo>
                  <a:pt x="776161" y="118400"/>
                </a:lnTo>
                <a:lnTo>
                  <a:pt x="775747" y="118369"/>
                </a:lnTo>
                <a:lnTo>
                  <a:pt x="775334" y="118331"/>
                </a:lnTo>
                <a:lnTo>
                  <a:pt x="774923" y="118287"/>
                </a:lnTo>
                <a:lnTo>
                  <a:pt x="774513" y="118235"/>
                </a:lnTo>
                <a:lnTo>
                  <a:pt x="774105" y="118177"/>
                </a:lnTo>
                <a:lnTo>
                  <a:pt x="773698" y="118112"/>
                </a:lnTo>
                <a:lnTo>
                  <a:pt x="773292" y="118041"/>
                </a:lnTo>
                <a:lnTo>
                  <a:pt x="772888" y="117962"/>
                </a:lnTo>
                <a:lnTo>
                  <a:pt x="772485" y="117877"/>
                </a:lnTo>
                <a:lnTo>
                  <a:pt x="772083" y="117784"/>
                </a:lnTo>
                <a:lnTo>
                  <a:pt x="771683" y="117685"/>
                </a:lnTo>
                <a:lnTo>
                  <a:pt x="771284" y="117579"/>
                </a:lnTo>
                <a:lnTo>
                  <a:pt x="770886" y="117467"/>
                </a:lnTo>
                <a:lnTo>
                  <a:pt x="770490" y="117347"/>
                </a:lnTo>
                <a:lnTo>
                  <a:pt x="770095" y="117220"/>
                </a:lnTo>
                <a:lnTo>
                  <a:pt x="769702" y="117087"/>
                </a:lnTo>
                <a:lnTo>
                  <a:pt x="769310" y="116947"/>
                </a:lnTo>
                <a:lnTo>
                  <a:pt x="768919" y="116800"/>
                </a:lnTo>
                <a:lnTo>
                  <a:pt x="768529" y="116646"/>
                </a:lnTo>
                <a:lnTo>
                  <a:pt x="768141" y="116486"/>
                </a:lnTo>
                <a:lnTo>
                  <a:pt x="767756" y="116319"/>
                </a:lnTo>
                <a:lnTo>
                  <a:pt x="767375" y="116145"/>
                </a:lnTo>
                <a:lnTo>
                  <a:pt x="766998" y="115965"/>
                </a:lnTo>
                <a:lnTo>
                  <a:pt x="766625" y="115779"/>
                </a:lnTo>
                <a:lnTo>
                  <a:pt x="766257" y="115587"/>
                </a:lnTo>
                <a:lnTo>
                  <a:pt x="765892" y="115388"/>
                </a:lnTo>
                <a:lnTo>
                  <a:pt x="765531" y="115183"/>
                </a:lnTo>
                <a:lnTo>
                  <a:pt x="765175" y="114972"/>
                </a:lnTo>
                <a:lnTo>
                  <a:pt x="764823" y="114754"/>
                </a:lnTo>
                <a:lnTo>
                  <a:pt x="764474" y="114531"/>
                </a:lnTo>
                <a:lnTo>
                  <a:pt x="764130" y="114301"/>
                </a:lnTo>
                <a:lnTo>
                  <a:pt x="763790" y="114064"/>
                </a:lnTo>
                <a:lnTo>
                  <a:pt x="763454" y="113821"/>
                </a:lnTo>
                <a:lnTo>
                  <a:pt x="763122" y="113572"/>
                </a:lnTo>
                <a:lnTo>
                  <a:pt x="762795" y="113317"/>
                </a:lnTo>
                <a:lnTo>
                  <a:pt x="762471" y="113056"/>
                </a:lnTo>
                <a:lnTo>
                  <a:pt x="762151" y="112788"/>
                </a:lnTo>
                <a:lnTo>
                  <a:pt x="761836" y="112514"/>
                </a:lnTo>
                <a:lnTo>
                  <a:pt x="761525" y="112233"/>
                </a:lnTo>
                <a:lnTo>
                  <a:pt x="761217" y="111946"/>
                </a:lnTo>
                <a:lnTo>
                  <a:pt x="760914" y="111653"/>
                </a:lnTo>
                <a:lnTo>
                  <a:pt x="760615" y="111354"/>
                </a:lnTo>
                <a:lnTo>
                  <a:pt x="760320" y="111048"/>
                </a:lnTo>
                <a:lnTo>
                  <a:pt x="760029" y="110736"/>
                </a:lnTo>
                <a:lnTo>
                  <a:pt x="759743" y="110418"/>
                </a:lnTo>
                <a:lnTo>
                  <a:pt x="759462" y="110093"/>
                </a:lnTo>
                <a:lnTo>
                  <a:pt x="759185" y="109760"/>
                </a:lnTo>
                <a:lnTo>
                  <a:pt x="758913" y="109421"/>
                </a:lnTo>
                <a:lnTo>
                  <a:pt x="758647" y="109076"/>
                </a:lnTo>
                <a:lnTo>
                  <a:pt x="758385" y="108723"/>
                </a:lnTo>
                <a:lnTo>
                  <a:pt x="758128" y="108363"/>
                </a:lnTo>
                <a:lnTo>
                  <a:pt x="757876" y="107997"/>
                </a:lnTo>
                <a:lnTo>
                  <a:pt x="757629" y="107624"/>
                </a:lnTo>
                <a:lnTo>
                  <a:pt x="757387" y="107244"/>
                </a:lnTo>
                <a:lnTo>
                  <a:pt x="757150" y="106857"/>
                </a:lnTo>
                <a:lnTo>
                  <a:pt x="756918" y="106463"/>
                </a:lnTo>
                <a:lnTo>
                  <a:pt x="756691" y="106063"/>
                </a:lnTo>
                <a:lnTo>
                  <a:pt x="756468" y="105656"/>
                </a:lnTo>
                <a:lnTo>
                  <a:pt x="756251" y="105241"/>
                </a:lnTo>
                <a:lnTo>
                  <a:pt x="756038" y="104820"/>
                </a:lnTo>
                <a:lnTo>
                  <a:pt x="755831" y="104393"/>
                </a:lnTo>
                <a:lnTo>
                  <a:pt x="755628" y="103958"/>
                </a:lnTo>
                <a:lnTo>
                  <a:pt x="755430" y="103516"/>
                </a:lnTo>
                <a:lnTo>
                  <a:pt x="755238" y="103068"/>
                </a:lnTo>
                <a:lnTo>
                  <a:pt x="755050" y="102613"/>
                </a:lnTo>
                <a:lnTo>
                  <a:pt x="754867" y="102151"/>
                </a:lnTo>
                <a:lnTo>
                  <a:pt x="754689" y="101682"/>
                </a:lnTo>
                <a:lnTo>
                  <a:pt x="754516" y="101206"/>
                </a:lnTo>
                <a:lnTo>
                  <a:pt x="754348" y="100724"/>
                </a:lnTo>
                <a:lnTo>
                  <a:pt x="754188" y="100237"/>
                </a:lnTo>
                <a:lnTo>
                  <a:pt x="754036" y="99743"/>
                </a:lnTo>
                <a:lnTo>
                  <a:pt x="753890" y="99244"/>
                </a:lnTo>
                <a:lnTo>
                  <a:pt x="753751" y="98739"/>
                </a:lnTo>
                <a:lnTo>
                  <a:pt x="753620" y="98228"/>
                </a:lnTo>
                <a:lnTo>
                  <a:pt x="753495" y="97712"/>
                </a:lnTo>
                <a:lnTo>
                  <a:pt x="753378" y="97190"/>
                </a:lnTo>
                <a:lnTo>
                  <a:pt x="753268" y="96662"/>
                </a:lnTo>
                <a:lnTo>
                  <a:pt x="753165" y="96128"/>
                </a:lnTo>
                <a:lnTo>
                  <a:pt x="753069" y="95589"/>
                </a:lnTo>
                <a:lnTo>
                  <a:pt x="752980" y="95044"/>
                </a:lnTo>
                <a:lnTo>
                  <a:pt x="752898" y="94493"/>
                </a:lnTo>
                <a:lnTo>
                  <a:pt x="752823" y="93936"/>
                </a:lnTo>
                <a:lnTo>
                  <a:pt x="752756" y="93374"/>
                </a:lnTo>
                <a:lnTo>
                  <a:pt x="752695" y="92806"/>
                </a:lnTo>
                <a:lnTo>
                  <a:pt x="752642" y="92232"/>
                </a:lnTo>
                <a:lnTo>
                  <a:pt x="752596" y="91652"/>
                </a:lnTo>
                <a:lnTo>
                  <a:pt x="752557" y="91067"/>
                </a:lnTo>
                <a:lnTo>
                  <a:pt x="752525" y="90476"/>
                </a:lnTo>
                <a:lnTo>
                  <a:pt x="752500" y="89879"/>
                </a:lnTo>
                <a:lnTo>
                  <a:pt x="752482" y="89276"/>
                </a:lnTo>
                <a:lnTo>
                  <a:pt x="752471" y="88668"/>
                </a:lnTo>
                <a:lnTo>
                  <a:pt x="752468" y="88054"/>
                </a:lnTo>
                <a:lnTo>
                  <a:pt x="752474" y="87233"/>
                </a:lnTo>
                <a:lnTo>
                  <a:pt x="752492" y="86422"/>
                </a:lnTo>
                <a:lnTo>
                  <a:pt x="752522" y="85622"/>
                </a:lnTo>
                <a:lnTo>
                  <a:pt x="752564" y="84834"/>
                </a:lnTo>
                <a:lnTo>
                  <a:pt x="752618" y="84056"/>
                </a:lnTo>
                <a:lnTo>
                  <a:pt x="752684" y="83289"/>
                </a:lnTo>
                <a:lnTo>
                  <a:pt x="752763" y="82533"/>
                </a:lnTo>
                <a:lnTo>
                  <a:pt x="752853" y="81788"/>
                </a:lnTo>
                <a:lnTo>
                  <a:pt x="752955" y="81054"/>
                </a:lnTo>
                <a:lnTo>
                  <a:pt x="753069" y="80331"/>
                </a:lnTo>
                <a:lnTo>
                  <a:pt x="753196" y="79619"/>
                </a:lnTo>
                <a:lnTo>
                  <a:pt x="753334" y="78918"/>
                </a:lnTo>
                <a:lnTo>
                  <a:pt x="753485" y="78227"/>
                </a:lnTo>
                <a:lnTo>
                  <a:pt x="753647" y="77548"/>
                </a:lnTo>
                <a:lnTo>
                  <a:pt x="753822" y="76880"/>
                </a:lnTo>
                <a:lnTo>
                  <a:pt x="754008" y="76222"/>
                </a:lnTo>
                <a:lnTo>
                  <a:pt x="754207" y="75576"/>
                </a:lnTo>
                <a:lnTo>
                  <a:pt x="754417" y="74940"/>
                </a:lnTo>
                <a:lnTo>
                  <a:pt x="754640" y="74316"/>
                </a:lnTo>
                <a:lnTo>
                  <a:pt x="754875" y="73702"/>
                </a:lnTo>
                <a:lnTo>
                  <a:pt x="755121" y="73099"/>
                </a:lnTo>
                <a:lnTo>
                  <a:pt x="755380" y="72507"/>
                </a:lnTo>
                <a:lnTo>
                  <a:pt x="755651" y="71927"/>
                </a:lnTo>
                <a:lnTo>
                  <a:pt x="755934" y="71357"/>
                </a:lnTo>
                <a:lnTo>
                  <a:pt x="756227" y="70798"/>
                </a:lnTo>
                <a:lnTo>
                  <a:pt x="756528" y="70251"/>
                </a:lnTo>
                <a:lnTo>
                  <a:pt x="756837" y="69716"/>
                </a:lnTo>
                <a:lnTo>
                  <a:pt x="757155" y="69193"/>
                </a:lnTo>
                <a:lnTo>
                  <a:pt x="757480" y="68681"/>
                </a:lnTo>
                <a:lnTo>
                  <a:pt x="757814" y="68182"/>
                </a:lnTo>
                <a:lnTo>
                  <a:pt x="758156" y="67694"/>
                </a:lnTo>
                <a:lnTo>
                  <a:pt x="758507" y="67217"/>
                </a:lnTo>
                <a:lnTo>
                  <a:pt x="758865" y="66753"/>
                </a:lnTo>
                <a:lnTo>
                  <a:pt x="759232" y="66300"/>
                </a:lnTo>
                <a:lnTo>
                  <a:pt x="759607" y="65859"/>
                </a:lnTo>
                <a:lnTo>
                  <a:pt x="759990" y="65430"/>
                </a:lnTo>
                <a:lnTo>
                  <a:pt x="760382" y="65013"/>
                </a:lnTo>
                <a:lnTo>
                  <a:pt x="760781" y="64607"/>
                </a:lnTo>
                <a:lnTo>
                  <a:pt x="761189" y="64213"/>
                </a:lnTo>
                <a:lnTo>
                  <a:pt x="761605" y="63831"/>
                </a:lnTo>
                <a:lnTo>
                  <a:pt x="762029" y="63460"/>
                </a:lnTo>
                <a:lnTo>
                  <a:pt x="762462" y="63102"/>
                </a:lnTo>
                <a:lnTo>
                  <a:pt x="762902" y="62755"/>
                </a:lnTo>
                <a:lnTo>
                  <a:pt x="763351" y="62420"/>
                </a:lnTo>
                <a:lnTo>
                  <a:pt x="763808" y="62096"/>
                </a:lnTo>
                <a:lnTo>
                  <a:pt x="764273" y="61785"/>
                </a:lnTo>
                <a:lnTo>
                  <a:pt x="764747" y="61485"/>
                </a:lnTo>
                <a:lnTo>
                  <a:pt x="765228" y="61197"/>
                </a:lnTo>
                <a:lnTo>
                  <a:pt x="765716" y="60920"/>
                </a:lnTo>
                <a:lnTo>
                  <a:pt x="766206" y="60656"/>
                </a:lnTo>
                <a:lnTo>
                  <a:pt x="766700" y="60403"/>
                </a:lnTo>
                <a:lnTo>
                  <a:pt x="767197" y="60162"/>
                </a:lnTo>
                <a:lnTo>
                  <a:pt x="767698" y="59933"/>
                </a:lnTo>
                <a:lnTo>
                  <a:pt x="768202" y="59715"/>
                </a:lnTo>
                <a:lnTo>
                  <a:pt x="768709" y="59509"/>
                </a:lnTo>
                <a:lnTo>
                  <a:pt x="769219" y="59315"/>
                </a:lnTo>
                <a:lnTo>
                  <a:pt x="769732" y="59133"/>
                </a:lnTo>
                <a:lnTo>
                  <a:pt x="770249" y="58963"/>
                </a:lnTo>
                <a:lnTo>
                  <a:pt x="770770" y="58804"/>
                </a:lnTo>
                <a:lnTo>
                  <a:pt x="771293" y="58657"/>
                </a:lnTo>
                <a:lnTo>
                  <a:pt x="771820" y="58522"/>
                </a:lnTo>
                <a:lnTo>
                  <a:pt x="772350" y="58398"/>
                </a:lnTo>
                <a:lnTo>
                  <a:pt x="772883" y="58286"/>
                </a:lnTo>
                <a:lnTo>
                  <a:pt x="773419" y="58187"/>
                </a:lnTo>
                <a:lnTo>
                  <a:pt x="773959" y="58098"/>
                </a:lnTo>
                <a:lnTo>
                  <a:pt x="774502" y="58022"/>
                </a:lnTo>
                <a:lnTo>
                  <a:pt x="775049" y="57957"/>
                </a:lnTo>
                <a:lnTo>
                  <a:pt x="775599" y="57904"/>
                </a:lnTo>
                <a:lnTo>
                  <a:pt x="776151" y="57863"/>
                </a:lnTo>
                <a:lnTo>
                  <a:pt x="776708" y="57834"/>
                </a:lnTo>
                <a:lnTo>
                  <a:pt x="777267" y="57816"/>
                </a:lnTo>
                <a:lnTo>
                  <a:pt x="777830" y="57810"/>
                </a:lnTo>
                <a:lnTo>
                  <a:pt x="778522" y="57817"/>
                </a:lnTo>
                <a:lnTo>
                  <a:pt x="779206" y="57839"/>
                </a:lnTo>
                <a:lnTo>
                  <a:pt x="779882" y="57874"/>
                </a:lnTo>
                <a:lnTo>
                  <a:pt x="780551" y="57924"/>
                </a:lnTo>
                <a:lnTo>
                  <a:pt x="781212" y="57988"/>
                </a:lnTo>
                <a:lnTo>
                  <a:pt x="781866" y="58066"/>
                </a:lnTo>
                <a:lnTo>
                  <a:pt x="782512" y="58159"/>
                </a:lnTo>
                <a:lnTo>
                  <a:pt x="783150" y="58265"/>
                </a:lnTo>
                <a:lnTo>
                  <a:pt x="783781" y="58386"/>
                </a:lnTo>
                <a:lnTo>
                  <a:pt x="784404" y="58521"/>
                </a:lnTo>
                <a:lnTo>
                  <a:pt x="785019" y="58671"/>
                </a:lnTo>
                <a:lnTo>
                  <a:pt x="785627" y="58834"/>
                </a:lnTo>
                <a:lnTo>
                  <a:pt x="786226" y="59012"/>
                </a:lnTo>
                <a:lnTo>
                  <a:pt x="786819" y="59204"/>
                </a:lnTo>
                <a:lnTo>
                  <a:pt x="787403" y="59410"/>
                </a:lnTo>
                <a:lnTo>
                  <a:pt x="787980" y="59631"/>
                </a:lnTo>
                <a:lnTo>
                  <a:pt x="788550" y="59865"/>
                </a:lnTo>
                <a:lnTo>
                  <a:pt x="789112" y="60114"/>
                </a:lnTo>
                <a:lnTo>
                  <a:pt x="789666" y="60377"/>
                </a:lnTo>
                <a:lnTo>
                  <a:pt x="790212" y="60654"/>
                </a:lnTo>
                <a:lnTo>
                  <a:pt x="790751" y="60946"/>
                </a:lnTo>
                <a:lnTo>
                  <a:pt x="791282" y="61252"/>
                </a:lnTo>
                <a:lnTo>
                  <a:pt x="791805" y="61572"/>
                </a:lnTo>
                <a:lnTo>
                  <a:pt x="792321" y="61906"/>
                </a:lnTo>
                <a:lnTo>
                  <a:pt x="792825" y="62253"/>
                </a:lnTo>
                <a:lnTo>
                  <a:pt x="793313" y="62611"/>
                </a:lnTo>
                <a:lnTo>
                  <a:pt x="793786" y="62981"/>
                </a:lnTo>
                <a:lnTo>
                  <a:pt x="794242" y="63363"/>
                </a:lnTo>
                <a:lnTo>
                  <a:pt x="794682" y="63756"/>
                </a:lnTo>
                <a:lnTo>
                  <a:pt x="795107" y="64160"/>
                </a:lnTo>
                <a:lnTo>
                  <a:pt x="795516" y="64576"/>
                </a:lnTo>
                <a:lnTo>
                  <a:pt x="795909" y="65004"/>
                </a:lnTo>
                <a:lnTo>
                  <a:pt x="796286" y="65443"/>
                </a:lnTo>
                <a:lnTo>
                  <a:pt x="796647" y="65893"/>
                </a:lnTo>
                <a:lnTo>
                  <a:pt x="796993" y="66355"/>
                </a:lnTo>
                <a:lnTo>
                  <a:pt x="797322" y="66828"/>
                </a:lnTo>
                <a:lnTo>
                  <a:pt x="797636" y="67313"/>
                </a:lnTo>
                <a:lnTo>
                  <a:pt x="797934" y="67810"/>
                </a:lnTo>
                <a:lnTo>
                  <a:pt x="798216" y="68317"/>
                </a:lnTo>
                <a:lnTo>
                  <a:pt x="798482" y="68837"/>
                </a:lnTo>
                <a:lnTo>
                  <a:pt x="798732" y="69367"/>
                </a:lnTo>
                <a:lnTo>
                  <a:pt x="798966" y="69910"/>
                </a:lnTo>
                <a:lnTo>
                  <a:pt x="799185" y="70463"/>
                </a:lnTo>
                <a:lnTo>
                  <a:pt x="799387" y="71029"/>
                </a:lnTo>
                <a:lnTo>
                  <a:pt x="799574" y="71605"/>
                </a:lnTo>
                <a:lnTo>
                  <a:pt x="799745" y="72194"/>
                </a:lnTo>
                <a:lnTo>
                  <a:pt x="799900" y="72793"/>
                </a:lnTo>
                <a:lnTo>
                  <a:pt x="800039" y="73404"/>
                </a:lnTo>
                <a:lnTo>
                  <a:pt x="813585" y="73404"/>
                </a:lnTo>
                <a:lnTo>
                  <a:pt x="813363" y="72389"/>
                </a:lnTo>
                <a:lnTo>
                  <a:pt x="813117" y="71391"/>
                </a:lnTo>
                <a:lnTo>
                  <a:pt x="812847" y="70410"/>
                </a:lnTo>
                <a:lnTo>
                  <a:pt x="812553" y="69447"/>
                </a:lnTo>
                <a:lnTo>
                  <a:pt x="812235" y="68500"/>
                </a:lnTo>
                <a:lnTo>
                  <a:pt x="811892" y="67571"/>
                </a:lnTo>
                <a:lnTo>
                  <a:pt x="811526" y="66659"/>
                </a:lnTo>
                <a:lnTo>
                  <a:pt x="811135" y="65765"/>
                </a:lnTo>
                <a:lnTo>
                  <a:pt x="810721" y="64887"/>
                </a:lnTo>
                <a:lnTo>
                  <a:pt x="810282" y="64027"/>
                </a:lnTo>
                <a:lnTo>
                  <a:pt x="809820" y="63184"/>
                </a:lnTo>
                <a:lnTo>
                  <a:pt x="809333" y="62358"/>
                </a:lnTo>
                <a:lnTo>
                  <a:pt x="808822" y="61550"/>
                </a:lnTo>
                <a:lnTo>
                  <a:pt x="808287" y="60759"/>
                </a:lnTo>
                <a:lnTo>
                  <a:pt x="807728" y="59985"/>
                </a:lnTo>
                <a:lnTo>
                  <a:pt x="807145" y="59228"/>
                </a:lnTo>
                <a:lnTo>
                  <a:pt x="806538" y="58488"/>
                </a:lnTo>
                <a:lnTo>
                  <a:pt x="805906" y="57766"/>
                </a:lnTo>
                <a:lnTo>
                  <a:pt x="805251" y="57061"/>
                </a:lnTo>
                <a:lnTo>
                  <a:pt x="804572" y="56373"/>
                </a:lnTo>
                <a:lnTo>
                  <a:pt x="803868" y="55702"/>
                </a:lnTo>
                <a:lnTo>
                  <a:pt x="803141" y="55049"/>
                </a:lnTo>
                <a:lnTo>
                  <a:pt x="802389" y="54413"/>
                </a:lnTo>
                <a:lnTo>
                  <a:pt x="801613" y="53794"/>
                </a:lnTo>
                <a:lnTo>
                  <a:pt x="800817" y="53196"/>
                </a:lnTo>
                <a:lnTo>
                  <a:pt x="800005" y="52624"/>
                </a:lnTo>
                <a:lnTo>
                  <a:pt x="799177" y="52077"/>
                </a:lnTo>
                <a:lnTo>
                  <a:pt x="798332" y="51555"/>
                </a:lnTo>
                <a:lnTo>
                  <a:pt x="797470" y="51059"/>
                </a:lnTo>
                <a:lnTo>
                  <a:pt x="796592" y="50589"/>
                </a:lnTo>
                <a:lnTo>
                  <a:pt x="795698" y="50144"/>
                </a:lnTo>
                <a:lnTo>
                  <a:pt x="794788" y="49724"/>
                </a:lnTo>
                <a:lnTo>
                  <a:pt x="793861" y="49330"/>
                </a:lnTo>
                <a:lnTo>
                  <a:pt x="792917" y="48961"/>
                </a:lnTo>
                <a:lnTo>
                  <a:pt x="791957" y="48617"/>
                </a:lnTo>
                <a:lnTo>
                  <a:pt x="790981" y="48299"/>
                </a:lnTo>
                <a:lnTo>
                  <a:pt x="789988" y="48007"/>
                </a:lnTo>
                <a:lnTo>
                  <a:pt x="788979" y="47740"/>
                </a:lnTo>
                <a:lnTo>
                  <a:pt x="787954" y="47498"/>
                </a:lnTo>
                <a:lnTo>
                  <a:pt x="786912" y="47282"/>
                </a:lnTo>
                <a:lnTo>
                  <a:pt x="785854" y="47091"/>
                </a:lnTo>
                <a:lnTo>
                  <a:pt x="784779" y="46926"/>
                </a:lnTo>
                <a:lnTo>
                  <a:pt x="783688" y="46786"/>
                </a:lnTo>
                <a:lnTo>
                  <a:pt x="782580" y="46671"/>
                </a:lnTo>
                <a:lnTo>
                  <a:pt x="781456" y="46582"/>
                </a:lnTo>
                <a:lnTo>
                  <a:pt x="780316" y="46519"/>
                </a:lnTo>
                <a:lnTo>
                  <a:pt x="779159" y="46481"/>
                </a:lnTo>
                <a:lnTo>
                  <a:pt x="777986" y="46468"/>
                </a:lnTo>
                <a:lnTo>
                  <a:pt x="777058" y="46477"/>
                </a:lnTo>
                <a:lnTo>
                  <a:pt x="776138" y="46505"/>
                </a:lnTo>
                <a:lnTo>
                  <a:pt x="775226" y="46550"/>
                </a:lnTo>
                <a:lnTo>
                  <a:pt x="774322" y="46614"/>
                </a:lnTo>
                <a:lnTo>
                  <a:pt x="773425" y="46697"/>
                </a:lnTo>
                <a:lnTo>
                  <a:pt x="772537" y="46798"/>
                </a:lnTo>
                <a:lnTo>
                  <a:pt x="771657" y="46917"/>
                </a:lnTo>
                <a:lnTo>
                  <a:pt x="770784" y="47054"/>
                </a:lnTo>
                <a:lnTo>
                  <a:pt x="769920" y="47210"/>
                </a:lnTo>
                <a:lnTo>
                  <a:pt x="769063" y="47384"/>
                </a:lnTo>
                <a:lnTo>
                  <a:pt x="768214" y="47577"/>
                </a:lnTo>
                <a:lnTo>
                  <a:pt x="767373" y="47787"/>
                </a:lnTo>
                <a:lnTo>
                  <a:pt x="766540" y="48016"/>
                </a:lnTo>
                <a:lnTo>
                  <a:pt x="765716" y="48264"/>
                </a:lnTo>
                <a:lnTo>
                  <a:pt x="764899" y="48530"/>
                </a:lnTo>
                <a:lnTo>
                  <a:pt x="764089" y="48814"/>
                </a:lnTo>
                <a:lnTo>
                  <a:pt x="763288" y="49116"/>
                </a:lnTo>
                <a:lnTo>
                  <a:pt x="762495" y="49437"/>
                </a:lnTo>
                <a:lnTo>
                  <a:pt x="761710" y="49776"/>
                </a:lnTo>
                <a:lnTo>
                  <a:pt x="760932" y="50133"/>
                </a:lnTo>
                <a:lnTo>
                  <a:pt x="760163" y="50509"/>
                </a:lnTo>
                <a:lnTo>
                  <a:pt x="759401" y="50903"/>
                </a:lnTo>
                <a:lnTo>
                  <a:pt x="758648" y="51315"/>
                </a:lnTo>
                <a:lnTo>
                  <a:pt x="757902" y="51746"/>
                </a:lnTo>
                <a:lnTo>
                  <a:pt x="757167" y="52193"/>
                </a:lnTo>
                <a:lnTo>
                  <a:pt x="756446" y="52653"/>
                </a:lnTo>
                <a:lnTo>
                  <a:pt x="755738" y="53128"/>
                </a:lnTo>
                <a:lnTo>
                  <a:pt x="755043" y="53616"/>
                </a:lnTo>
                <a:lnTo>
                  <a:pt x="754362" y="54119"/>
                </a:lnTo>
                <a:lnTo>
                  <a:pt x="753694" y="54635"/>
                </a:lnTo>
                <a:lnTo>
                  <a:pt x="753040" y="55165"/>
                </a:lnTo>
                <a:lnTo>
                  <a:pt x="752399" y="55710"/>
                </a:lnTo>
                <a:lnTo>
                  <a:pt x="751771" y="56268"/>
                </a:lnTo>
                <a:lnTo>
                  <a:pt x="751157" y="56840"/>
                </a:lnTo>
                <a:lnTo>
                  <a:pt x="750556" y="57426"/>
                </a:lnTo>
                <a:lnTo>
                  <a:pt x="749968" y="58027"/>
                </a:lnTo>
                <a:lnTo>
                  <a:pt x="749394" y="58641"/>
                </a:lnTo>
                <a:lnTo>
                  <a:pt x="748833" y="59269"/>
                </a:lnTo>
                <a:lnTo>
                  <a:pt x="748286" y="59911"/>
                </a:lnTo>
                <a:lnTo>
                  <a:pt x="747752" y="60567"/>
                </a:lnTo>
                <a:lnTo>
                  <a:pt x="747231" y="61236"/>
                </a:lnTo>
                <a:lnTo>
                  <a:pt x="746724" y="61920"/>
                </a:lnTo>
                <a:lnTo>
                  <a:pt x="746230" y="62618"/>
                </a:lnTo>
                <a:lnTo>
                  <a:pt x="745750" y="63330"/>
                </a:lnTo>
                <a:lnTo>
                  <a:pt x="745282" y="64056"/>
                </a:lnTo>
                <a:lnTo>
                  <a:pt x="744829" y="64795"/>
                </a:lnTo>
                <a:lnTo>
                  <a:pt x="744388" y="65549"/>
                </a:lnTo>
                <a:lnTo>
                  <a:pt x="743962" y="66316"/>
                </a:lnTo>
                <a:lnTo>
                  <a:pt x="743550" y="67097"/>
                </a:lnTo>
                <a:lnTo>
                  <a:pt x="743157" y="67888"/>
                </a:lnTo>
                <a:lnTo>
                  <a:pt x="742780" y="68692"/>
                </a:lnTo>
                <a:lnTo>
                  <a:pt x="742421" y="69506"/>
                </a:lnTo>
                <a:lnTo>
                  <a:pt x="742080" y="70333"/>
                </a:lnTo>
                <a:lnTo>
                  <a:pt x="741756" y="71170"/>
                </a:lnTo>
                <a:lnTo>
                  <a:pt x="741450" y="72019"/>
                </a:lnTo>
                <a:lnTo>
                  <a:pt x="741161" y="72880"/>
                </a:lnTo>
                <a:lnTo>
                  <a:pt x="740890" y="73752"/>
                </a:lnTo>
                <a:lnTo>
                  <a:pt x="740636" y="74636"/>
                </a:lnTo>
                <a:lnTo>
                  <a:pt x="740400" y="75531"/>
                </a:lnTo>
                <a:lnTo>
                  <a:pt x="740181" y="76437"/>
                </a:lnTo>
                <a:lnTo>
                  <a:pt x="739980" y="77355"/>
                </a:lnTo>
                <a:lnTo>
                  <a:pt x="739796" y="78285"/>
                </a:lnTo>
                <a:lnTo>
                  <a:pt x="739630" y="79226"/>
                </a:lnTo>
                <a:lnTo>
                  <a:pt x="739481" y="80178"/>
                </a:lnTo>
                <a:lnTo>
                  <a:pt x="739350" y="81142"/>
                </a:lnTo>
                <a:lnTo>
                  <a:pt x="739236" y="82117"/>
                </a:lnTo>
                <a:lnTo>
                  <a:pt x="739140" y="83104"/>
                </a:lnTo>
                <a:lnTo>
                  <a:pt x="739061" y="84102"/>
                </a:lnTo>
                <a:lnTo>
                  <a:pt x="739000" y="85112"/>
                </a:lnTo>
                <a:lnTo>
                  <a:pt x="738956" y="86133"/>
                </a:lnTo>
                <a:lnTo>
                  <a:pt x="738930" y="87166"/>
                </a:lnTo>
                <a:lnTo>
                  <a:pt x="738921" y="88210"/>
                </a:lnTo>
                <a:lnTo>
                  <a:pt x="738930" y="89229"/>
                </a:lnTo>
                <a:lnTo>
                  <a:pt x="738956" y="90238"/>
                </a:lnTo>
                <a:lnTo>
                  <a:pt x="739000" y="91237"/>
                </a:lnTo>
                <a:lnTo>
                  <a:pt x="739061" y="92225"/>
                </a:lnTo>
                <a:lnTo>
                  <a:pt x="739140" y="93203"/>
                </a:lnTo>
                <a:lnTo>
                  <a:pt x="739236" y="94172"/>
                </a:lnTo>
                <a:lnTo>
                  <a:pt x="739350" y="95130"/>
                </a:lnTo>
                <a:lnTo>
                  <a:pt x="739481" y="96078"/>
                </a:lnTo>
                <a:lnTo>
                  <a:pt x="739630" y="97016"/>
                </a:lnTo>
                <a:lnTo>
                  <a:pt x="739796" y="97944"/>
                </a:lnTo>
                <a:lnTo>
                  <a:pt x="739980" y="98861"/>
                </a:lnTo>
                <a:lnTo>
                  <a:pt x="740181" y="99769"/>
                </a:lnTo>
                <a:lnTo>
                  <a:pt x="740400" y="100666"/>
                </a:lnTo>
                <a:lnTo>
                  <a:pt x="740636" y="101554"/>
                </a:lnTo>
                <a:lnTo>
                  <a:pt x="740890" y="102431"/>
                </a:lnTo>
                <a:lnTo>
                  <a:pt x="741161" y="103298"/>
                </a:lnTo>
                <a:lnTo>
                  <a:pt x="741450" y="104155"/>
                </a:lnTo>
                <a:lnTo>
                  <a:pt x="741756" y="105002"/>
                </a:lnTo>
                <a:lnTo>
                  <a:pt x="742080" y="105839"/>
                </a:lnTo>
                <a:lnTo>
                  <a:pt x="742421" y="106666"/>
                </a:lnTo>
                <a:lnTo>
                  <a:pt x="742780" y="107482"/>
                </a:lnTo>
                <a:lnTo>
                  <a:pt x="743157" y="108289"/>
                </a:lnTo>
                <a:lnTo>
                  <a:pt x="743550" y="109085"/>
                </a:lnTo>
                <a:lnTo>
                  <a:pt x="743962" y="109871"/>
                </a:lnTo>
                <a:lnTo>
                  <a:pt x="744388" y="110645"/>
                </a:lnTo>
                <a:lnTo>
                  <a:pt x="744829" y="111404"/>
                </a:lnTo>
                <a:lnTo>
                  <a:pt x="745282" y="112149"/>
                </a:lnTo>
                <a:lnTo>
                  <a:pt x="745750" y="112879"/>
                </a:lnTo>
                <a:lnTo>
                  <a:pt x="746230" y="113595"/>
                </a:lnTo>
                <a:lnTo>
                  <a:pt x="746724" y="114296"/>
                </a:lnTo>
                <a:lnTo>
                  <a:pt x="747231" y="114983"/>
                </a:lnTo>
                <a:lnTo>
                  <a:pt x="747752" y="115655"/>
                </a:lnTo>
                <a:lnTo>
                  <a:pt x="748286" y="116313"/>
                </a:lnTo>
                <a:lnTo>
                  <a:pt x="748833" y="116956"/>
                </a:lnTo>
                <a:lnTo>
                  <a:pt x="749394" y="117585"/>
                </a:lnTo>
                <a:lnTo>
                  <a:pt x="749968" y="118199"/>
                </a:lnTo>
                <a:lnTo>
                  <a:pt x="750556" y="118799"/>
                </a:lnTo>
                <a:lnTo>
                  <a:pt x="751157" y="119385"/>
                </a:lnTo>
                <a:lnTo>
                  <a:pt x="751771" y="119956"/>
                </a:lnTo>
                <a:lnTo>
                  <a:pt x="752399" y="120512"/>
                </a:lnTo>
                <a:lnTo>
                  <a:pt x="753040" y="121054"/>
                </a:lnTo>
                <a:lnTo>
                  <a:pt x="753694" y="121581"/>
                </a:lnTo>
                <a:lnTo>
                  <a:pt x="754362" y="122094"/>
                </a:lnTo>
                <a:lnTo>
                  <a:pt x="755043" y="122593"/>
                </a:lnTo>
                <a:lnTo>
                  <a:pt x="755738" y="123077"/>
                </a:lnTo>
                <a:lnTo>
                  <a:pt x="756446" y="123546"/>
                </a:lnTo>
                <a:lnTo>
                  <a:pt x="757167" y="124001"/>
                </a:lnTo>
                <a:lnTo>
                  <a:pt x="757902" y="124441"/>
                </a:lnTo>
                <a:lnTo>
                  <a:pt x="758648" y="124865"/>
                </a:lnTo>
                <a:lnTo>
                  <a:pt x="759401" y="125271"/>
                </a:lnTo>
                <a:lnTo>
                  <a:pt x="760163" y="125659"/>
                </a:lnTo>
                <a:lnTo>
                  <a:pt x="760932" y="126029"/>
                </a:lnTo>
                <a:lnTo>
                  <a:pt x="761710" y="126381"/>
                </a:lnTo>
                <a:lnTo>
                  <a:pt x="762495" y="126715"/>
                </a:lnTo>
                <a:lnTo>
                  <a:pt x="763288" y="127031"/>
                </a:lnTo>
                <a:lnTo>
                  <a:pt x="764089" y="127328"/>
                </a:lnTo>
                <a:lnTo>
                  <a:pt x="764899" y="127608"/>
                </a:lnTo>
                <a:lnTo>
                  <a:pt x="765716" y="127870"/>
                </a:lnTo>
                <a:lnTo>
                  <a:pt x="766540" y="128113"/>
                </a:lnTo>
                <a:lnTo>
                  <a:pt x="767373" y="128339"/>
                </a:lnTo>
                <a:lnTo>
                  <a:pt x="768214" y="128546"/>
                </a:lnTo>
                <a:lnTo>
                  <a:pt x="769063" y="128736"/>
                </a:lnTo>
                <a:lnTo>
                  <a:pt x="769920" y="128907"/>
                </a:lnTo>
                <a:lnTo>
                  <a:pt x="770784" y="129061"/>
                </a:lnTo>
                <a:lnTo>
                  <a:pt x="771657" y="129196"/>
                </a:lnTo>
                <a:lnTo>
                  <a:pt x="772537" y="129313"/>
                </a:lnTo>
                <a:lnTo>
                  <a:pt x="773425" y="129412"/>
                </a:lnTo>
                <a:lnTo>
                  <a:pt x="774322" y="129494"/>
                </a:lnTo>
                <a:lnTo>
                  <a:pt x="775226" y="129557"/>
                </a:lnTo>
                <a:lnTo>
                  <a:pt x="776138" y="129602"/>
                </a:lnTo>
                <a:lnTo>
                  <a:pt x="777058" y="129629"/>
                </a:lnTo>
                <a:lnTo>
                  <a:pt x="777986" y="129638"/>
                </a:lnTo>
                <a:lnTo>
                  <a:pt x="779147" y="129625"/>
                </a:lnTo>
                <a:lnTo>
                  <a:pt x="780292" y="129586"/>
                </a:lnTo>
                <a:lnTo>
                  <a:pt x="781421" y="129521"/>
                </a:lnTo>
                <a:lnTo>
                  <a:pt x="782535" y="129430"/>
                </a:lnTo>
                <a:close/>
                <a:moveTo>
                  <a:pt x="903893" y="90325"/>
                </a:moveTo>
                <a:lnTo>
                  <a:pt x="903903" y="90149"/>
                </a:lnTo>
                <a:lnTo>
                  <a:pt x="903913" y="89974"/>
                </a:lnTo>
                <a:lnTo>
                  <a:pt x="903923" y="89801"/>
                </a:lnTo>
                <a:lnTo>
                  <a:pt x="903932" y="89629"/>
                </a:lnTo>
                <a:lnTo>
                  <a:pt x="903940" y="89460"/>
                </a:lnTo>
                <a:lnTo>
                  <a:pt x="903948" y="89292"/>
                </a:lnTo>
                <a:lnTo>
                  <a:pt x="903955" y="89125"/>
                </a:lnTo>
                <a:lnTo>
                  <a:pt x="903962" y="88960"/>
                </a:lnTo>
                <a:lnTo>
                  <a:pt x="903968" y="88797"/>
                </a:lnTo>
                <a:lnTo>
                  <a:pt x="903974" y="88635"/>
                </a:lnTo>
                <a:lnTo>
                  <a:pt x="903979" y="88475"/>
                </a:lnTo>
                <a:lnTo>
                  <a:pt x="903984" y="88317"/>
                </a:lnTo>
                <a:lnTo>
                  <a:pt x="903988" y="88160"/>
                </a:lnTo>
                <a:lnTo>
                  <a:pt x="903991" y="88005"/>
                </a:lnTo>
                <a:lnTo>
                  <a:pt x="903994" y="87852"/>
                </a:lnTo>
                <a:lnTo>
                  <a:pt x="903997" y="87700"/>
                </a:lnTo>
                <a:lnTo>
                  <a:pt x="903999" y="87550"/>
                </a:lnTo>
                <a:lnTo>
                  <a:pt x="904000" y="87402"/>
                </a:lnTo>
                <a:lnTo>
                  <a:pt x="904001" y="87255"/>
                </a:lnTo>
                <a:lnTo>
                  <a:pt x="904001" y="87110"/>
                </a:lnTo>
                <a:lnTo>
                  <a:pt x="904001" y="86965"/>
                </a:lnTo>
                <a:lnTo>
                  <a:pt x="904001" y="86822"/>
                </a:lnTo>
                <a:lnTo>
                  <a:pt x="904001" y="86679"/>
                </a:lnTo>
                <a:lnTo>
                  <a:pt x="904001" y="86536"/>
                </a:lnTo>
                <a:lnTo>
                  <a:pt x="904001" y="86394"/>
                </a:lnTo>
                <a:lnTo>
                  <a:pt x="904001" y="86253"/>
                </a:lnTo>
                <a:lnTo>
                  <a:pt x="904001" y="86112"/>
                </a:lnTo>
                <a:lnTo>
                  <a:pt x="904001" y="85972"/>
                </a:lnTo>
                <a:lnTo>
                  <a:pt x="904001" y="85832"/>
                </a:lnTo>
                <a:lnTo>
                  <a:pt x="904001" y="85692"/>
                </a:lnTo>
                <a:lnTo>
                  <a:pt x="904001" y="85554"/>
                </a:lnTo>
                <a:lnTo>
                  <a:pt x="904001" y="85416"/>
                </a:lnTo>
                <a:lnTo>
                  <a:pt x="904001" y="85278"/>
                </a:lnTo>
                <a:lnTo>
                  <a:pt x="904001" y="85141"/>
                </a:lnTo>
                <a:lnTo>
                  <a:pt x="904001" y="85004"/>
                </a:lnTo>
                <a:lnTo>
                  <a:pt x="904001" y="84868"/>
                </a:lnTo>
                <a:lnTo>
                  <a:pt x="904001" y="84733"/>
                </a:lnTo>
                <a:lnTo>
                  <a:pt x="904001" y="84598"/>
                </a:lnTo>
                <a:lnTo>
                  <a:pt x="904001" y="84464"/>
                </a:lnTo>
                <a:lnTo>
                  <a:pt x="904001" y="84330"/>
                </a:lnTo>
                <a:lnTo>
                  <a:pt x="904001" y="84196"/>
                </a:lnTo>
                <a:lnTo>
                  <a:pt x="904001" y="84064"/>
                </a:lnTo>
                <a:lnTo>
                  <a:pt x="904001" y="83931"/>
                </a:lnTo>
                <a:lnTo>
                  <a:pt x="904001" y="83800"/>
                </a:lnTo>
                <a:lnTo>
                  <a:pt x="903994" y="82963"/>
                </a:lnTo>
                <a:lnTo>
                  <a:pt x="903971" y="82131"/>
                </a:lnTo>
                <a:lnTo>
                  <a:pt x="903933" y="81306"/>
                </a:lnTo>
                <a:lnTo>
                  <a:pt x="903881" y="80486"/>
                </a:lnTo>
                <a:lnTo>
                  <a:pt x="903813" y="79671"/>
                </a:lnTo>
                <a:lnTo>
                  <a:pt x="903730" y="78863"/>
                </a:lnTo>
                <a:lnTo>
                  <a:pt x="903633" y="78060"/>
                </a:lnTo>
                <a:lnTo>
                  <a:pt x="903520" y="77263"/>
                </a:lnTo>
                <a:lnTo>
                  <a:pt x="903392" y="76472"/>
                </a:lnTo>
                <a:lnTo>
                  <a:pt x="903249" y="75686"/>
                </a:lnTo>
                <a:lnTo>
                  <a:pt x="903091" y="74907"/>
                </a:lnTo>
                <a:lnTo>
                  <a:pt x="902918" y="74133"/>
                </a:lnTo>
                <a:lnTo>
                  <a:pt x="902730" y="73364"/>
                </a:lnTo>
                <a:lnTo>
                  <a:pt x="902527" y="72602"/>
                </a:lnTo>
                <a:lnTo>
                  <a:pt x="902309" y="71845"/>
                </a:lnTo>
                <a:lnTo>
                  <a:pt x="902076" y="71094"/>
                </a:lnTo>
                <a:lnTo>
                  <a:pt x="901828" y="70349"/>
                </a:lnTo>
                <a:lnTo>
                  <a:pt x="901565" y="69609"/>
                </a:lnTo>
                <a:lnTo>
                  <a:pt x="901287" y="68875"/>
                </a:lnTo>
                <a:lnTo>
                  <a:pt x="900993" y="68147"/>
                </a:lnTo>
                <a:lnTo>
                  <a:pt x="900685" y="67425"/>
                </a:lnTo>
                <a:lnTo>
                  <a:pt x="900362" y="66708"/>
                </a:lnTo>
                <a:lnTo>
                  <a:pt x="900023" y="65998"/>
                </a:lnTo>
                <a:lnTo>
                  <a:pt x="899670" y="65292"/>
                </a:lnTo>
                <a:lnTo>
                  <a:pt x="899302" y="64596"/>
                </a:lnTo>
                <a:lnTo>
                  <a:pt x="898922" y="63910"/>
                </a:lnTo>
                <a:lnTo>
                  <a:pt x="898528" y="63236"/>
                </a:lnTo>
                <a:lnTo>
                  <a:pt x="898121" y="62573"/>
                </a:lnTo>
                <a:lnTo>
                  <a:pt x="897701" y="61921"/>
                </a:lnTo>
                <a:lnTo>
                  <a:pt x="897268" y="61281"/>
                </a:lnTo>
                <a:lnTo>
                  <a:pt x="896822" y="60651"/>
                </a:lnTo>
                <a:lnTo>
                  <a:pt x="896362" y="60033"/>
                </a:lnTo>
                <a:lnTo>
                  <a:pt x="895890" y="59426"/>
                </a:lnTo>
                <a:lnTo>
                  <a:pt x="895404" y="58831"/>
                </a:lnTo>
                <a:lnTo>
                  <a:pt x="894905" y="58246"/>
                </a:lnTo>
                <a:lnTo>
                  <a:pt x="894393" y="57673"/>
                </a:lnTo>
                <a:lnTo>
                  <a:pt x="893868" y="57110"/>
                </a:lnTo>
                <a:lnTo>
                  <a:pt x="893330" y="56560"/>
                </a:lnTo>
                <a:lnTo>
                  <a:pt x="892779" y="56020"/>
                </a:lnTo>
                <a:lnTo>
                  <a:pt x="892215" y="55491"/>
                </a:lnTo>
                <a:lnTo>
                  <a:pt x="891637" y="54974"/>
                </a:lnTo>
                <a:lnTo>
                  <a:pt x="891046" y="54468"/>
                </a:lnTo>
                <a:lnTo>
                  <a:pt x="890443" y="53973"/>
                </a:lnTo>
                <a:lnTo>
                  <a:pt x="889826" y="53489"/>
                </a:lnTo>
                <a:lnTo>
                  <a:pt x="889196" y="53017"/>
                </a:lnTo>
                <a:lnTo>
                  <a:pt x="888552" y="52556"/>
                </a:lnTo>
                <a:lnTo>
                  <a:pt x="887896" y="52106"/>
                </a:lnTo>
                <a:lnTo>
                  <a:pt x="887227" y="51667"/>
                </a:lnTo>
                <a:lnTo>
                  <a:pt x="886545" y="51243"/>
                </a:lnTo>
                <a:lnTo>
                  <a:pt x="885850" y="50836"/>
                </a:lnTo>
                <a:lnTo>
                  <a:pt x="885143" y="50448"/>
                </a:lnTo>
                <a:lnTo>
                  <a:pt x="884424" y="50078"/>
                </a:lnTo>
                <a:lnTo>
                  <a:pt x="883693" y="49726"/>
                </a:lnTo>
                <a:lnTo>
                  <a:pt x="882949" y="49392"/>
                </a:lnTo>
                <a:lnTo>
                  <a:pt x="882193" y="49076"/>
                </a:lnTo>
                <a:lnTo>
                  <a:pt x="881425" y="48778"/>
                </a:lnTo>
                <a:lnTo>
                  <a:pt x="880644" y="48499"/>
                </a:lnTo>
                <a:lnTo>
                  <a:pt x="879851" y="48237"/>
                </a:lnTo>
                <a:lnTo>
                  <a:pt x="879046" y="47993"/>
                </a:lnTo>
                <a:lnTo>
                  <a:pt x="878228" y="47768"/>
                </a:lnTo>
                <a:lnTo>
                  <a:pt x="877399" y="47560"/>
                </a:lnTo>
                <a:lnTo>
                  <a:pt x="876556" y="47370"/>
                </a:lnTo>
                <a:lnTo>
                  <a:pt x="875702" y="47199"/>
                </a:lnTo>
                <a:lnTo>
                  <a:pt x="874835" y="47046"/>
                </a:lnTo>
                <a:lnTo>
                  <a:pt x="873956" y="46910"/>
                </a:lnTo>
                <a:lnTo>
                  <a:pt x="873065" y="46793"/>
                </a:lnTo>
                <a:lnTo>
                  <a:pt x="872161" y="46694"/>
                </a:lnTo>
                <a:lnTo>
                  <a:pt x="871245" y="46612"/>
                </a:lnTo>
                <a:lnTo>
                  <a:pt x="870316" y="46549"/>
                </a:lnTo>
                <a:lnTo>
                  <a:pt x="869376" y="46504"/>
                </a:lnTo>
                <a:lnTo>
                  <a:pt x="868423" y="46477"/>
                </a:lnTo>
                <a:lnTo>
                  <a:pt x="867457" y="46468"/>
                </a:lnTo>
                <a:lnTo>
                  <a:pt x="866517" y="46477"/>
                </a:lnTo>
                <a:lnTo>
                  <a:pt x="865585" y="46504"/>
                </a:lnTo>
                <a:lnTo>
                  <a:pt x="864663" y="46549"/>
                </a:lnTo>
                <a:lnTo>
                  <a:pt x="863749" y="46612"/>
                </a:lnTo>
                <a:lnTo>
                  <a:pt x="862844" y="46694"/>
                </a:lnTo>
                <a:lnTo>
                  <a:pt x="861949" y="46793"/>
                </a:lnTo>
                <a:lnTo>
                  <a:pt x="861062" y="46910"/>
                </a:lnTo>
                <a:lnTo>
                  <a:pt x="860185" y="47046"/>
                </a:lnTo>
                <a:lnTo>
                  <a:pt x="859316" y="47199"/>
                </a:lnTo>
                <a:lnTo>
                  <a:pt x="858457" y="47370"/>
                </a:lnTo>
                <a:lnTo>
                  <a:pt x="857607" y="47560"/>
                </a:lnTo>
                <a:lnTo>
                  <a:pt x="856765" y="47768"/>
                </a:lnTo>
                <a:lnTo>
                  <a:pt x="855933" y="47993"/>
                </a:lnTo>
                <a:lnTo>
                  <a:pt x="855110" y="48237"/>
                </a:lnTo>
                <a:lnTo>
                  <a:pt x="854295" y="48499"/>
                </a:lnTo>
                <a:lnTo>
                  <a:pt x="853490" y="48778"/>
                </a:lnTo>
                <a:lnTo>
                  <a:pt x="852694" y="49076"/>
                </a:lnTo>
                <a:lnTo>
                  <a:pt x="851907" y="49392"/>
                </a:lnTo>
                <a:lnTo>
                  <a:pt x="851129" y="49726"/>
                </a:lnTo>
                <a:lnTo>
                  <a:pt x="850360" y="50078"/>
                </a:lnTo>
                <a:lnTo>
                  <a:pt x="849599" y="50448"/>
                </a:lnTo>
                <a:lnTo>
                  <a:pt x="848848" y="50836"/>
                </a:lnTo>
                <a:lnTo>
                  <a:pt x="848106" y="51243"/>
                </a:lnTo>
                <a:lnTo>
                  <a:pt x="847373" y="51667"/>
                </a:lnTo>
                <a:lnTo>
                  <a:pt x="846652" y="52107"/>
                </a:lnTo>
                <a:lnTo>
                  <a:pt x="845944" y="52562"/>
                </a:lnTo>
                <a:lnTo>
                  <a:pt x="845250" y="53030"/>
                </a:lnTo>
                <a:lnTo>
                  <a:pt x="844569" y="53513"/>
                </a:lnTo>
                <a:lnTo>
                  <a:pt x="843902" y="54011"/>
                </a:lnTo>
                <a:lnTo>
                  <a:pt x="843249" y="54522"/>
                </a:lnTo>
                <a:lnTo>
                  <a:pt x="842609" y="55048"/>
                </a:lnTo>
                <a:lnTo>
                  <a:pt x="841983" y="55588"/>
                </a:lnTo>
                <a:lnTo>
                  <a:pt x="841371" y="56142"/>
                </a:lnTo>
                <a:lnTo>
                  <a:pt x="840772" y="56710"/>
                </a:lnTo>
                <a:lnTo>
                  <a:pt x="840187" y="57293"/>
                </a:lnTo>
                <a:lnTo>
                  <a:pt x="839616" y="57890"/>
                </a:lnTo>
                <a:lnTo>
                  <a:pt x="839058" y="58501"/>
                </a:lnTo>
                <a:lnTo>
                  <a:pt x="838514" y="59126"/>
                </a:lnTo>
                <a:lnTo>
                  <a:pt x="837984" y="59765"/>
                </a:lnTo>
                <a:lnTo>
                  <a:pt x="837468" y="60419"/>
                </a:lnTo>
                <a:lnTo>
                  <a:pt x="836965" y="61087"/>
                </a:lnTo>
                <a:lnTo>
                  <a:pt x="836475" y="61769"/>
                </a:lnTo>
                <a:lnTo>
                  <a:pt x="836000" y="62465"/>
                </a:lnTo>
                <a:lnTo>
                  <a:pt x="835538" y="63176"/>
                </a:lnTo>
                <a:lnTo>
                  <a:pt x="835090" y="63901"/>
                </a:lnTo>
                <a:lnTo>
                  <a:pt x="834655" y="64640"/>
                </a:lnTo>
                <a:lnTo>
                  <a:pt x="834234" y="65393"/>
                </a:lnTo>
                <a:lnTo>
                  <a:pt x="833827" y="66160"/>
                </a:lnTo>
                <a:lnTo>
                  <a:pt x="833435" y="66940"/>
                </a:lnTo>
                <a:lnTo>
                  <a:pt x="833060" y="67732"/>
                </a:lnTo>
                <a:lnTo>
                  <a:pt x="832701" y="68535"/>
                </a:lnTo>
                <a:lnTo>
                  <a:pt x="832359" y="69349"/>
                </a:lnTo>
                <a:lnTo>
                  <a:pt x="832034" y="70176"/>
                </a:lnTo>
                <a:lnTo>
                  <a:pt x="831725" y="71013"/>
                </a:lnTo>
                <a:lnTo>
                  <a:pt x="831433" y="71862"/>
                </a:lnTo>
                <a:lnTo>
                  <a:pt x="831158" y="72723"/>
                </a:lnTo>
                <a:lnTo>
                  <a:pt x="830899" y="73595"/>
                </a:lnTo>
                <a:lnTo>
                  <a:pt x="830657" y="74478"/>
                </a:lnTo>
                <a:lnTo>
                  <a:pt x="830432" y="75373"/>
                </a:lnTo>
                <a:lnTo>
                  <a:pt x="830223" y="76280"/>
                </a:lnTo>
                <a:lnTo>
                  <a:pt x="830032" y="77198"/>
                </a:lnTo>
                <a:lnTo>
                  <a:pt x="829856" y="78127"/>
                </a:lnTo>
                <a:lnTo>
                  <a:pt x="829698" y="79068"/>
                </a:lnTo>
                <a:lnTo>
                  <a:pt x="829556" y="80021"/>
                </a:lnTo>
                <a:lnTo>
                  <a:pt x="829431" y="80985"/>
                </a:lnTo>
                <a:lnTo>
                  <a:pt x="829323" y="81960"/>
                </a:lnTo>
                <a:lnTo>
                  <a:pt x="829231" y="82947"/>
                </a:lnTo>
                <a:lnTo>
                  <a:pt x="829156" y="83945"/>
                </a:lnTo>
                <a:lnTo>
                  <a:pt x="829097" y="84955"/>
                </a:lnTo>
                <a:lnTo>
                  <a:pt x="829056" y="85977"/>
                </a:lnTo>
                <a:lnTo>
                  <a:pt x="829031" y="87010"/>
                </a:lnTo>
                <a:lnTo>
                  <a:pt x="829022" y="88054"/>
                </a:lnTo>
                <a:lnTo>
                  <a:pt x="829031" y="89086"/>
                </a:lnTo>
                <a:lnTo>
                  <a:pt x="829056" y="90107"/>
                </a:lnTo>
                <a:lnTo>
                  <a:pt x="829099" y="91117"/>
                </a:lnTo>
                <a:lnTo>
                  <a:pt x="829158" y="92117"/>
                </a:lnTo>
                <a:lnTo>
                  <a:pt x="829234" y="93106"/>
                </a:lnTo>
                <a:lnTo>
                  <a:pt x="829327" y="94084"/>
                </a:lnTo>
                <a:lnTo>
                  <a:pt x="829438" y="95052"/>
                </a:lnTo>
                <a:lnTo>
                  <a:pt x="829565" y="96009"/>
                </a:lnTo>
                <a:lnTo>
                  <a:pt x="829709" y="96955"/>
                </a:lnTo>
                <a:lnTo>
                  <a:pt x="829870" y="97891"/>
                </a:lnTo>
                <a:lnTo>
                  <a:pt x="830048" y="98816"/>
                </a:lnTo>
                <a:lnTo>
                  <a:pt x="830243" y="99730"/>
                </a:lnTo>
                <a:lnTo>
                  <a:pt x="830455" y="100634"/>
                </a:lnTo>
                <a:lnTo>
                  <a:pt x="830683" y="101527"/>
                </a:lnTo>
                <a:lnTo>
                  <a:pt x="830929" y="102409"/>
                </a:lnTo>
                <a:lnTo>
                  <a:pt x="831192" y="103281"/>
                </a:lnTo>
                <a:lnTo>
                  <a:pt x="831472" y="104142"/>
                </a:lnTo>
                <a:lnTo>
                  <a:pt x="831768" y="104992"/>
                </a:lnTo>
                <a:lnTo>
                  <a:pt x="832082" y="105832"/>
                </a:lnTo>
                <a:lnTo>
                  <a:pt x="832412" y="106661"/>
                </a:lnTo>
                <a:lnTo>
                  <a:pt x="832760" y="107480"/>
                </a:lnTo>
                <a:lnTo>
                  <a:pt x="833124" y="108288"/>
                </a:lnTo>
                <a:lnTo>
                  <a:pt x="833506" y="109085"/>
                </a:lnTo>
                <a:lnTo>
                  <a:pt x="833904" y="109871"/>
                </a:lnTo>
                <a:lnTo>
                  <a:pt x="834317" y="110645"/>
                </a:lnTo>
                <a:lnTo>
                  <a:pt x="834744" y="111404"/>
                </a:lnTo>
                <a:lnTo>
                  <a:pt x="835183" y="112149"/>
                </a:lnTo>
                <a:lnTo>
                  <a:pt x="835635" y="112879"/>
                </a:lnTo>
                <a:lnTo>
                  <a:pt x="836100" y="113595"/>
                </a:lnTo>
                <a:lnTo>
                  <a:pt x="836577" y="114296"/>
                </a:lnTo>
                <a:lnTo>
                  <a:pt x="837068" y="114983"/>
                </a:lnTo>
                <a:lnTo>
                  <a:pt x="837571" y="115655"/>
                </a:lnTo>
                <a:lnTo>
                  <a:pt x="838087" y="116313"/>
                </a:lnTo>
                <a:lnTo>
                  <a:pt x="838617" y="116956"/>
                </a:lnTo>
                <a:lnTo>
                  <a:pt x="839158" y="117585"/>
                </a:lnTo>
                <a:lnTo>
                  <a:pt x="839713" y="118199"/>
                </a:lnTo>
                <a:lnTo>
                  <a:pt x="840281" y="118799"/>
                </a:lnTo>
                <a:lnTo>
                  <a:pt x="840861" y="119385"/>
                </a:lnTo>
                <a:lnTo>
                  <a:pt x="841455" y="119956"/>
                </a:lnTo>
                <a:lnTo>
                  <a:pt x="842061" y="120512"/>
                </a:lnTo>
                <a:lnTo>
                  <a:pt x="842680" y="121054"/>
                </a:lnTo>
                <a:lnTo>
                  <a:pt x="843312" y="121581"/>
                </a:lnTo>
                <a:lnTo>
                  <a:pt x="843957" y="122094"/>
                </a:lnTo>
                <a:lnTo>
                  <a:pt x="844614" y="122593"/>
                </a:lnTo>
                <a:lnTo>
                  <a:pt x="845285" y="123077"/>
                </a:lnTo>
                <a:lnTo>
                  <a:pt x="845968" y="123546"/>
                </a:lnTo>
                <a:lnTo>
                  <a:pt x="846664" y="124001"/>
                </a:lnTo>
                <a:lnTo>
                  <a:pt x="847373" y="124441"/>
                </a:lnTo>
                <a:lnTo>
                  <a:pt x="848093" y="124865"/>
                </a:lnTo>
                <a:lnTo>
                  <a:pt x="848822" y="125271"/>
                </a:lnTo>
                <a:lnTo>
                  <a:pt x="849560" y="125659"/>
                </a:lnTo>
                <a:lnTo>
                  <a:pt x="850307" y="126029"/>
                </a:lnTo>
                <a:lnTo>
                  <a:pt x="851063" y="126381"/>
                </a:lnTo>
                <a:lnTo>
                  <a:pt x="851829" y="126715"/>
                </a:lnTo>
                <a:lnTo>
                  <a:pt x="852603" y="127031"/>
                </a:lnTo>
                <a:lnTo>
                  <a:pt x="853386" y="127328"/>
                </a:lnTo>
                <a:lnTo>
                  <a:pt x="854178" y="127608"/>
                </a:lnTo>
                <a:lnTo>
                  <a:pt x="854979" y="127870"/>
                </a:lnTo>
                <a:lnTo>
                  <a:pt x="855789" y="128113"/>
                </a:lnTo>
                <a:lnTo>
                  <a:pt x="856608" y="128339"/>
                </a:lnTo>
                <a:lnTo>
                  <a:pt x="857437" y="128546"/>
                </a:lnTo>
                <a:lnTo>
                  <a:pt x="858274" y="128736"/>
                </a:lnTo>
                <a:lnTo>
                  <a:pt x="859120" y="128907"/>
                </a:lnTo>
                <a:lnTo>
                  <a:pt x="859976" y="129061"/>
                </a:lnTo>
                <a:lnTo>
                  <a:pt x="860840" y="129196"/>
                </a:lnTo>
                <a:lnTo>
                  <a:pt x="861713" y="129313"/>
                </a:lnTo>
                <a:lnTo>
                  <a:pt x="862596" y="129412"/>
                </a:lnTo>
                <a:lnTo>
                  <a:pt x="863487" y="129494"/>
                </a:lnTo>
                <a:lnTo>
                  <a:pt x="864387" y="129557"/>
                </a:lnTo>
                <a:lnTo>
                  <a:pt x="865297" y="129602"/>
                </a:lnTo>
                <a:lnTo>
                  <a:pt x="866215" y="129629"/>
                </a:lnTo>
                <a:lnTo>
                  <a:pt x="867143" y="129638"/>
                </a:lnTo>
                <a:lnTo>
                  <a:pt x="867913" y="129632"/>
                </a:lnTo>
                <a:lnTo>
                  <a:pt x="868676" y="129616"/>
                </a:lnTo>
                <a:lnTo>
                  <a:pt x="869431" y="129588"/>
                </a:lnTo>
                <a:lnTo>
                  <a:pt x="870177" y="129548"/>
                </a:lnTo>
                <a:lnTo>
                  <a:pt x="870916" y="129498"/>
                </a:lnTo>
                <a:lnTo>
                  <a:pt x="871647" y="129436"/>
                </a:lnTo>
                <a:lnTo>
                  <a:pt x="872370" y="129363"/>
                </a:lnTo>
                <a:lnTo>
                  <a:pt x="873085" y="129279"/>
                </a:lnTo>
                <a:lnTo>
                  <a:pt x="873792" y="129184"/>
                </a:lnTo>
                <a:lnTo>
                  <a:pt x="874491" y="129078"/>
                </a:lnTo>
                <a:lnTo>
                  <a:pt x="875182" y="128960"/>
                </a:lnTo>
                <a:lnTo>
                  <a:pt x="875866" y="128831"/>
                </a:lnTo>
                <a:lnTo>
                  <a:pt x="876541" y="128691"/>
                </a:lnTo>
                <a:lnTo>
                  <a:pt x="877208" y="128540"/>
                </a:lnTo>
                <a:lnTo>
                  <a:pt x="877868" y="128377"/>
                </a:lnTo>
                <a:lnTo>
                  <a:pt x="878519" y="128203"/>
                </a:lnTo>
                <a:lnTo>
                  <a:pt x="879163" y="128018"/>
                </a:lnTo>
                <a:lnTo>
                  <a:pt x="879799" y="127822"/>
                </a:lnTo>
                <a:lnTo>
                  <a:pt x="880426" y="127615"/>
                </a:lnTo>
                <a:lnTo>
                  <a:pt x="881046" y="127396"/>
                </a:lnTo>
                <a:lnTo>
                  <a:pt x="881658" y="127167"/>
                </a:lnTo>
                <a:lnTo>
                  <a:pt x="882262" y="126926"/>
                </a:lnTo>
                <a:lnTo>
                  <a:pt x="882858" y="126673"/>
                </a:lnTo>
                <a:lnTo>
                  <a:pt x="883446" y="126410"/>
                </a:lnTo>
                <a:lnTo>
                  <a:pt x="884026" y="126137"/>
                </a:lnTo>
                <a:lnTo>
                  <a:pt x="884598" y="125855"/>
                </a:lnTo>
                <a:lnTo>
                  <a:pt x="885162" y="125564"/>
                </a:lnTo>
                <a:lnTo>
                  <a:pt x="885719" y="125265"/>
                </a:lnTo>
                <a:lnTo>
                  <a:pt x="886267" y="124958"/>
                </a:lnTo>
                <a:lnTo>
                  <a:pt x="886808" y="124642"/>
                </a:lnTo>
                <a:lnTo>
                  <a:pt x="887340" y="124318"/>
                </a:lnTo>
                <a:lnTo>
                  <a:pt x="887865" y="123985"/>
                </a:lnTo>
                <a:lnTo>
                  <a:pt x="888381" y="123644"/>
                </a:lnTo>
                <a:lnTo>
                  <a:pt x="888890" y="123294"/>
                </a:lnTo>
                <a:lnTo>
                  <a:pt x="889391" y="122936"/>
                </a:lnTo>
                <a:lnTo>
                  <a:pt x="889884" y="122570"/>
                </a:lnTo>
                <a:lnTo>
                  <a:pt x="890369" y="122195"/>
                </a:lnTo>
                <a:lnTo>
                  <a:pt x="890846" y="121811"/>
                </a:lnTo>
                <a:lnTo>
                  <a:pt x="891315" y="121419"/>
                </a:lnTo>
                <a:lnTo>
                  <a:pt x="891776" y="121019"/>
                </a:lnTo>
                <a:lnTo>
                  <a:pt x="892229" y="120610"/>
                </a:lnTo>
                <a:lnTo>
                  <a:pt x="892675" y="120192"/>
                </a:lnTo>
                <a:lnTo>
                  <a:pt x="893112" y="119766"/>
                </a:lnTo>
                <a:lnTo>
                  <a:pt x="893541" y="119332"/>
                </a:lnTo>
                <a:lnTo>
                  <a:pt x="893963" y="118889"/>
                </a:lnTo>
                <a:lnTo>
                  <a:pt x="894377" y="118438"/>
                </a:lnTo>
                <a:lnTo>
                  <a:pt x="894782" y="117978"/>
                </a:lnTo>
                <a:lnTo>
                  <a:pt x="895180" y="117510"/>
                </a:lnTo>
                <a:lnTo>
                  <a:pt x="895569" y="117035"/>
                </a:lnTo>
                <a:lnTo>
                  <a:pt x="895948" y="116555"/>
                </a:lnTo>
                <a:lnTo>
                  <a:pt x="896317" y="116070"/>
                </a:lnTo>
                <a:lnTo>
                  <a:pt x="896676" y="115580"/>
                </a:lnTo>
                <a:lnTo>
                  <a:pt x="897026" y="115086"/>
                </a:lnTo>
                <a:lnTo>
                  <a:pt x="897366" y="114586"/>
                </a:lnTo>
                <a:lnTo>
                  <a:pt x="897695" y="114081"/>
                </a:lnTo>
                <a:lnTo>
                  <a:pt x="898015" y="113572"/>
                </a:lnTo>
                <a:lnTo>
                  <a:pt x="898326" y="113058"/>
                </a:lnTo>
                <a:lnTo>
                  <a:pt x="898626" y="112538"/>
                </a:lnTo>
                <a:lnTo>
                  <a:pt x="898916" y="112014"/>
                </a:lnTo>
                <a:lnTo>
                  <a:pt x="899197" y="111485"/>
                </a:lnTo>
                <a:lnTo>
                  <a:pt x="899468" y="110951"/>
                </a:lnTo>
                <a:lnTo>
                  <a:pt x="899729" y="110412"/>
                </a:lnTo>
                <a:lnTo>
                  <a:pt x="899980" y="109868"/>
                </a:lnTo>
                <a:lnTo>
                  <a:pt x="900221" y="109319"/>
                </a:lnTo>
                <a:lnTo>
                  <a:pt x="900453" y="108766"/>
                </a:lnTo>
                <a:lnTo>
                  <a:pt x="900674" y="108207"/>
                </a:lnTo>
                <a:lnTo>
                  <a:pt x="900886" y="107643"/>
                </a:lnTo>
                <a:lnTo>
                  <a:pt x="901088" y="107075"/>
                </a:lnTo>
                <a:lnTo>
                  <a:pt x="901280" y="106501"/>
                </a:lnTo>
                <a:lnTo>
                  <a:pt x="901462" y="105923"/>
                </a:lnTo>
                <a:lnTo>
                  <a:pt x="901634" y="105340"/>
                </a:lnTo>
                <a:lnTo>
                  <a:pt x="901797" y="104752"/>
                </a:lnTo>
                <a:lnTo>
                  <a:pt x="888722" y="104752"/>
                </a:lnTo>
                <a:lnTo>
                  <a:pt x="888519" y="105272"/>
                </a:lnTo>
                <a:lnTo>
                  <a:pt x="888307" y="105783"/>
                </a:lnTo>
                <a:lnTo>
                  <a:pt x="888083" y="106286"/>
                </a:lnTo>
                <a:lnTo>
                  <a:pt x="887849" y="106779"/>
                </a:lnTo>
                <a:lnTo>
                  <a:pt x="887604" y="107264"/>
                </a:lnTo>
                <a:lnTo>
                  <a:pt x="887348" y="107739"/>
                </a:lnTo>
                <a:lnTo>
                  <a:pt x="887082" y="108205"/>
                </a:lnTo>
                <a:lnTo>
                  <a:pt x="886805" y="108663"/>
                </a:lnTo>
                <a:lnTo>
                  <a:pt x="886518" y="109111"/>
                </a:lnTo>
                <a:lnTo>
                  <a:pt x="886220" y="109550"/>
                </a:lnTo>
                <a:lnTo>
                  <a:pt x="885911" y="109980"/>
                </a:lnTo>
                <a:lnTo>
                  <a:pt x="885591" y="110402"/>
                </a:lnTo>
                <a:lnTo>
                  <a:pt x="885261" y="110814"/>
                </a:lnTo>
                <a:lnTo>
                  <a:pt x="884920" y="111217"/>
                </a:lnTo>
                <a:lnTo>
                  <a:pt x="884568" y="111611"/>
                </a:lnTo>
                <a:lnTo>
                  <a:pt x="884206" y="111996"/>
                </a:lnTo>
                <a:lnTo>
                  <a:pt x="883833" y="112373"/>
                </a:lnTo>
                <a:lnTo>
                  <a:pt x="883450" y="112740"/>
                </a:lnTo>
                <a:lnTo>
                  <a:pt x="883056" y="113098"/>
                </a:lnTo>
                <a:lnTo>
                  <a:pt x="882651" y="113447"/>
                </a:lnTo>
                <a:lnTo>
                  <a:pt x="882235" y="113787"/>
                </a:lnTo>
                <a:lnTo>
                  <a:pt x="881809" y="114118"/>
                </a:lnTo>
                <a:lnTo>
                  <a:pt x="881372" y="114440"/>
                </a:lnTo>
                <a:lnTo>
                  <a:pt x="880925" y="114753"/>
                </a:lnTo>
                <a:lnTo>
                  <a:pt x="880467" y="115055"/>
                </a:lnTo>
                <a:lnTo>
                  <a:pt x="879999" y="115344"/>
                </a:lnTo>
                <a:lnTo>
                  <a:pt x="879520" y="115620"/>
                </a:lnTo>
                <a:lnTo>
                  <a:pt x="879032" y="115884"/>
                </a:lnTo>
                <a:lnTo>
                  <a:pt x="878534" y="116134"/>
                </a:lnTo>
                <a:lnTo>
                  <a:pt x="878025" y="116372"/>
                </a:lnTo>
                <a:lnTo>
                  <a:pt x="877507" y="116597"/>
                </a:lnTo>
                <a:lnTo>
                  <a:pt x="876978" y="116809"/>
                </a:lnTo>
                <a:lnTo>
                  <a:pt x="876439" y="117008"/>
                </a:lnTo>
                <a:lnTo>
                  <a:pt x="875890" y="117195"/>
                </a:lnTo>
                <a:lnTo>
                  <a:pt x="875331" y="117368"/>
                </a:lnTo>
                <a:lnTo>
                  <a:pt x="874762" y="117529"/>
                </a:lnTo>
                <a:lnTo>
                  <a:pt x="874183" y="117677"/>
                </a:lnTo>
                <a:lnTo>
                  <a:pt x="873593" y="117812"/>
                </a:lnTo>
                <a:lnTo>
                  <a:pt x="872994" y="117934"/>
                </a:lnTo>
                <a:lnTo>
                  <a:pt x="872384" y="118043"/>
                </a:lnTo>
                <a:lnTo>
                  <a:pt x="871764" y="118139"/>
                </a:lnTo>
                <a:lnTo>
                  <a:pt x="871134" y="118223"/>
                </a:lnTo>
                <a:lnTo>
                  <a:pt x="870494" y="118294"/>
                </a:lnTo>
                <a:lnTo>
                  <a:pt x="869844" y="118351"/>
                </a:lnTo>
                <a:lnTo>
                  <a:pt x="869184" y="118396"/>
                </a:lnTo>
                <a:lnTo>
                  <a:pt x="868514" y="118429"/>
                </a:lnTo>
                <a:lnTo>
                  <a:pt x="867833" y="118448"/>
                </a:lnTo>
                <a:lnTo>
                  <a:pt x="867143" y="118454"/>
                </a:lnTo>
                <a:lnTo>
                  <a:pt x="866593" y="118448"/>
                </a:lnTo>
                <a:lnTo>
                  <a:pt x="866046" y="118431"/>
                </a:lnTo>
                <a:lnTo>
                  <a:pt x="865502" y="118403"/>
                </a:lnTo>
                <a:lnTo>
                  <a:pt x="864961" y="118362"/>
                </a:lnTo>
                <a:lnTo>
                  <a:pt x="864423" y="118311"/>
                </a:lnTo>
                <a:lnTo>
                  <a:pt x="863888" y="118248"/>
                </a:lnTo>
                <a:lnTo>
                  <a:pt x="863357" y="118173"/>
                </a:lnTo>
                <a:lnTo>
                  <a:pt x="862828" y="118087"/>
                </a:lnTo>
                <a:lnTo>
                  <a:pt x="862302" y="117989"/>
                </a:lnTo>
                <a:lnTo>
                  <a:pt x="861779" y="117880"/>
                </a:lnTo>
                <a:lnTo>
                  <a:pt x="861259" y="117759"/>
                </a:lnTo>
                <a:lnTo>
                  <a:pt x="860743" y="117627"/>
                </a:lnTo>
                <a:lnTo>
                  <a:pt x="860229" y="117484"/>
                </a:lnTo>
                <a:lnTo>
                  <a:pt x="859718" y="117329"/>
                </a:lnTo>
                <a:lnTo>
                  <a:pt x="859210" y="117162"/>
                </a:lnTo>
                <a:lnTo>
                  <a:pt x="858706" y="116984"/>
                </a:lnTo>
                <a:lnTo>
                  <a:pt x="858204" y="116795"/>
                </a:lnTo>
                <a:lnTo>
                  <a:pt x="857705" y="116594"/>
                </a:lnTo>
                <a:lnTo>
                  <a:pt x="857210" y="116381"/>
                </a:lnTo>
                <a:lnTo>
                  <a:pt x="856717" y="116157"/>
                </a:lnTo>
                <a:lnTo>
                  <a:pt x="856227" y="115922"/>
                </a:lnTo>
                <a:lnTo>
                  <a:pt x="855741" y="115675"/>
                </a:lnTo>
                <a:lnTo>
                  <a:pt x="855257" y="115417"/>
                </a:lnTo>
                <a:lnTo>
                  <a:pt x="854776" y="115147"/>
                </a:lnTo>
                <a:lnTo>
                  <a:pt x="854301" y="114866"/>
                </a:lnTo>
                <a:lnTo>
                  <a:pt x="853833" y="114573"/>
                </a:lnTo>
                <a:lnTo>
                  <a:pt x="853373" y="114268"/>
                </a:lnTo>
                <a:lnTo>
                  <a:pt x="852921" y="113953"/>
                </a:lnTo>
                <a:lnTo>
                  <a:pt x="852476" y="113625"/>
                </a:lnTo>
                <a:lnTo>
                  <a:pt x="852039" y="113287"/>
                </a:lnTo>
                <a:lnTo>
                  <a:pt x="851610" y="112936"/>
                </a:lnTo>
                <a:lnTo>
                  <a:pt x="851188" y="112575"/>
                </a:lnTo>
                <a:lnTo>
                  <a:pt x="850774" y="112201"/>
                </a:lnTo>
                <a:lnTo>
                  <a:pt x="850368" y="111817"/>
                </a:lnTo>
                <a:lnTo>
                  <a:pt x="849969" y="111420"/>
                </a:lnTo>
                <a:lnTo>
                  <a:pt x="849578" y="111013"/>
                </a:lnTo>
                <a:lnTo>
                  <a:pt x="849195" y="110594"/>
                </a:lnTo>
                <a:lnTo>
                  <a:pt x="848819" y="110163"/>
                </a:lnTo>
                <a:lnTo>
                  <a:pt x="848451" y="109721"/>
                </a:lnTo>
                <a:lnTo>
                  <a:pt x="848090" y="109267"/>
                </a:lnTo>
                <a:lnTo>
                  <a:pt x="847737" y="108802"/>
                </a:lnTo>
                <a:lnTo>
                  <a:pt x="847392" y="108326"/>
                </a:lnTo>
                <a:lnTo>
                  <a:pt x="847055" y="107838"/>
                </a:lnTo>
                <a:lnTo>
                  <a:pt x="846725" y="107338"/>
                </a:lnTo>
                <a:lnTo>
                  <a:pt x="846403" y="106827"/>
                </a:lnTo>
                <a:lnTo>
                  <a:pt x="846088" y="106305"/>
                </a:lnTo>
                <a:lnTo>
                  <a:pt x="845781" y="105771"/>
                </a:lnTo>
                <a:lnTo>
                  <a:pt x="845482" y="105225"/>
                </a:lnTo>
                <a:lnTo>
                  <a:pt x="845193" y="104668"/>
                </a:lnTo>
                <a:lnTo>
                  <a:pt x="844916" y="104100"/>
                </a:lnTo>
                <a:lnTo>
                  <a:pt x="844651" y="103522"/>
                </a:lnTo>
                <a:lnTo>
                  <a:pt x="844399" y="102932"/>
                </a:lnTo>
                <a:lnTo>
                  <a:pt x="844159" y="102331"/>
                </a:lnTo>
                <a:lnTo>
                  <a:pt x="843932" y="101720"/>
                </a:lnTo>
                <a:lnTo>
                  <a:pt x="843717" y="101097"/>
                </a:lnTo>
                <a:lnTo>
                  <a:pt x="843514" y="100464"/>
                </a:lnTo>
                <a:lnTo>
                  <a:pt x="843323" y="99820"/>
                </a:lnTo>
                <a:lnTo>
                  <a:pt x="843145" y="99164"/>
                </a:lnTo>
                <a:lnTo>
                  <a:pt x="842978" y="98498"/>
                </a:lnTo>
                <a:lnTo>
                  <a:pt x="842825" y="97821"/>
                </a:lnTo>
                <a:lnTo>
                  <a:pt x="842683" y="97133"/>
                </a:lnTo>
                <a:lnTo>
                  <a:pt x="842554" y="96434"/>
                </a:lnTo>
                <a:lnTo>
                  <a:pt x="842437" y="95724"/>
                </a:lnTo>
                <a:lnTo>
                  <a:pt x="842333" y="95003"/>
                </a:lnTo>
                <a:lnTo>
                  <a:pt x="842240" y="94271"/>
                </a:lnTo>
                <a:lnTo>
                  <a:pt x="842160" y="93528"/>
                </a:lnTo>
                <a:lnTo>
                  <a:pt x="842093" y="92775"/>
                </a:lnTo>
                <a:lnTo>
                  <a:pt x="842037" y="92010"/>
                </a:lnTo>
                <a:lnTo>
                  <a:pt x="841994" y="91235"/>
                </a:lnTo>
                <a:lnTo>
                  <a:pt x="841987" y="91047"/>
                </a:lnTo>
                <a:lnTo>
                  <a:pt x="903845" y="91047"/>
                </a:lnTo>
                <a:lnTo>
                  <a:pt x="903858" y="90864"/>
                </a:lnTo>
                <a:lnTo>
                  <a:pt x="903870" y="90682"/>
                </a:lnTo>
                <a:lnTo>
                  <a:pt x="903881" y="90503"/>
                </a:lnTo>
                <a:lnTo>
                  <a:pt x="903893" y="90325"/>
                </a:lnTo>
                <a:close/>
                <a:moveTo>
                  <a:pt x="842426" y="78226"/>
                </a:moveTo>
                <a:lnTo>
                  <a:pt x="842541" y="77587"/>
                </a:lnTo>
                <a:lnTo>
                  <a:pt x="842667" y="76958"/>
                </a:lnTo>
                <a:lnTo>
                  <a:pt x="842805" y="76339"/>
                </a:lnTo>
                <a:lnTo>
                  <a:pt x="842956" y="75731"/>
                </a:lnTo>
                <a:lnTo>
                  <a:pt x="843118" y="75132"/>
                </a:lnTo>
                <a:lnTo>
                  <a:pt x="843293" y="74544"/>
                </a:lnTo>
                <a:lnTo>
                  <a:pt x="843479" y="73965"/>
                </a:lnTo>
                <a:lnTo>
                  <a:pt x="843678" y="73397"/>
                </a:lnTo>
                <a:lnTo>
                  <a:pt x="843889" y="72839"/>
                </a:lnTo>
                <a:lnTo>
                  <a:pt x="844111" y="72291"/>
                </a:lnTo>
                <a:lnTo>
                  <a:pt x="844346" y="71753"/>
                </a:lnTo>
                <a:lnTo>
                  <a:pt x="844593" y="71225"/>
                </a:lnTo>
                <a:lnTo>
                  <a:pt x="844851" y="70708"/>
                </a:lnTo>
                <a:lnTo>
                  <a:pt x="845122" y="70200"/>
                </a:lnTo>
                <a:lnTo>
                  <a:pt x="845405" y="69703"/>
                </a:lnTo>
                <a:lnTo>
                  <a:pt x="845698" y="69216"/>
                </a:lnTo>
                <a:lnTo>
                  <a:pt x="845998" y="68738"/>
                </a:lnTo>
                <a:lnTo>
                  <a:pt x="846307" y="68270"/>
                </a:lnTo>
                <a:lnTo>
                  <a:pt x="846624" y="67812"/>
                </a:lnTo>
                <a:lnTo>
                  <a:pt x="846948" y="67364"/>
                </a:lnTo>
                <a:lnTo>
                  <a:pt x="847281" y="66926"/>
                </a:lnTo>
                <a:lnTo>
                  <a:pt x="847621" y="66498"/>
                </a:lnTo>
                <a:lnTo>
                  <a:pt x="847969" y="66079"/>
                </a:lnTo>
                <a:lnTo>
                  <a:pt x="848325" y="65671"/>
                </a:lnTo>
                <a:lnTo>
                  <a:pt x="848690" y="65272"/>
                </a:lnTo>
                <a:lnTo>
                  <a:pt x="849062" y="64883"/>
                </a:lnTo>
                <a:lnTo>
                  <a:pt x="849442" y="64504"/>
                </a:lnTo>
                <a:lnTo>
                  <a:pt x="849830" y="64135"/>
                </a:lnTo>
                <a:lnTo>
                  <a:pt x="850225" y="63775"/>
                </a:lnTo>
                <a:lnTo>
                  <a:pt x="850629" y="63426"/>
                </a:lnTo>
                <a:lnTo>
                  <a:pt x="851041" y="63086"/>
                </a:lnTo>
                <a:lnTo>
                  <a:pt x="851461" y="62756"/>
                </a:lnTo>
                <a:lnTo>
                  <a:pt x="851888" y="62436"/>
                </a:lnTo>
                <a:lnTo>
                  <a:pt x="852324" y="62126"/>
                </a:lnTo>
                <a:lnTo>
                  <a:pt x="852767" y="61826"/>
                </a:lnTo>
                <a:lnTo>
                  <a:pt x="853218" y="61536"/>
                </a:lnTo>
                <a:lnTo>
                  <a:pt x="853678" y="61255"/>
                </a:lnTo>
                <a:lnTo>
                  <a:pt x="854145" y="60984"/>
                </a:lnTo>
                <a:lnTo>
                  <a:pt x="854620" y="60723"/>
                </a:lnTo>
                <a:lnTo>
                  <a:pt x="855101" y="60473"/>
                </a:lnTo>
                <a:lnTo>
                  <a:pt x="855585" y="60233"/>
                </a:lnTo>
                <a:lnTo>
                  <a:pt x="856073" y="60003"/>
                </a:lnTo>
                <a:lnTo>
                  <a:pt x="856565" y="59785"/>
                </a:lnTo>
                <a:lnTo>
                  <a:pt x="857060" y="59577"/>
                </a:lnTo>
                <a:lnTo>
                  <a:pt x="857559" y="59379"/>
                </a:lnTo>
                <a:lnTo>
                  <a:pt x="858061" y="59193"/>
                </a:lnTo>
                <a:lnTo>
                  <a:pt x="858567" y="59017"/>
                </a:lnTo>
                <a:lnTo>
                  <a:pt x="859076" y="58851"/>
                </a:lnTo>
                <a:lnTo>
                  <a:pt x="859589" y="58697"/>
                </a:lnTo>
                <a:lnTo>
                  <a:pt x="860105" y="58553"/>
                </a:lnTo>
                <a:lnTo>
                  <a:pt x="860625" y="58420"/>
                </a:lnTo>
                <a:lnTo>
                  <a:pt x="861149" y="58297"/>
                </a:lnTo>
                <a:lnTo>
                  <a:pt x="861676" y="58185"/>
                </a:lnTo>
                <a:lnTo>
                  <a:pt x="862207" y="58084"/>
                </a:lnTo>
                <a:lnTo>
                  <a:pt x="862741" y="57993"/>
                </a:lnTo>
                <a:lnTo>
                  <a:pt x="863279" y="57913"/>
                </a:lnTo>
                <a:lnTo>
                  <a:pt x="863820" y="57844"/>
                </a:lnTo>
                <a:lnTo>
                  <a:pt x="864365" y="57785"/>
                </a:lnTo>
                <a:lnTo>
                  <a:pt x="864913" y="57737"/>
                </a:lnTo>
                <a:lnTo>
                  <a:pt x="865465" y="57700"/>
                </a:lnTo>
                <a:lnTo>
                  <a:pt x="866021" y="57673"/>
                </a:lnTo>
                <a:lnTo>
                  <a:pt x="866580" y="57657"/>
                </a:lnTo>
                <a:lnTo>
                  <a:pt x="867143" y="57652"/>
                </a:lnTo>
                <a:lnTo>
                  <a:pt x="867977" y="57662"/>
                </a:lnTo>
                <a:lnTo>
                  <a:pt x="868799" y="57694"/>
                </a:lnTo>
                <a:lnTo>
                  <a:pt x="869610" y="57748"/>
                </a:lnTo>
                <a:lnTo>
                  <a:pt x="870409" y="57822"/>
                </a:lnTo>
                <a:lnTo>
                  <a:pt x="871196" y="57918"/>
                </a:lnTo>
                <a:lnTo>
                  <a:pt x="871971" y="58036"/>
                </a:lnTo>
                <a:lnTo>
                  <a:pt x="872735" y="58174"/>
                </a:lnTo>
                <a:lnTo>
                  <a:pt x="873487" y="58334"/>
                </a:lnTo>
                <a:lnTo>
                  <a:pt x="874227" y="58516"/>
                </a:lnTo>
                <a:lnTo>
                  <a:pt x="874955" y="58718"/>
                </a:lnTo>
                <a:lnTo>
                  <a:pt x="875672" y="58942"/>
                </a:lnTo>
                <a:lnTo>
                  <a:pt x="876376" y="59187"/>
                </a:lnTo>
                <a:lnTo>
                  <a:pt x="877070" y="59454"/>
                </a:lnTo>
                <a:lnTo>
                  <a:pt x="877751" y="59742"/>
                </a:lnTo>
                <a:lnTo>
                  <a:pt x="878420" y="60051"/>
                </a:lnTo>
                <a:lnTo>
                  <a:pt x="879078" y="60382"/>
                </a:lnTo>
                <a:lnTo>
                  <a:pt x="879724" y="60734"/>
                </a:lnTo>
                <a:lnTo>
                  <a:pt x="880358" y="61107"/>
                </a:lnTo>
                <a:lnTo>
                  <a:pt x="880981" y="61502"/>
                </a:lnTo>
                <a:lnTo>
                  <a:pt x="881592" y="61918"/>
                </a:lnTo>
                <a:lnTo>
                  <a:pt x="882191" y="62355"/>
                </a:lnTo>
                <a:lnTo>
                  <a:pt x="882778" y="62814"/>
                </a:lnTo>
                <a:lnTo>
                  <a:pt x="883353" y="63294"/>
                </a:lnTo>
                <a:lnTo>
                  <a:pt x="883917" y="63795"/>
                </a:lnTo>
                <a:lnTo>
                  <a:pt x="884464" y="64315"/>
                </a:lnTo>
                <a:lnTo>
                  <a:pt x="884990" y="64852"/>
                </a:lnTo>
                <a:lnTo>
                  <a:pt x="885494" y="65405"/>
                </a:lnTo>
                <a:lnTo>
                  <a:pt x="885976" y="65974"/>
                </a:lnTo>
                <a:lnTo>
                  <a:pt x="886437" y="66560"/>
                </a:lnTo>
                <a:lnTo>
                  <a:pt x="886876" y="67162"/>
                </a:lnTo>
                <a:lnTo>
                  <a:pt x="887294" y="67781"/>
                </a:lnTo>
                <a:lnTo>
                  <a:pt x="887690" y="68416"/>
                </a:lnTo>
                <a:lnTo>
                  <a:pt x="888064" y="69067"/>
                </a:lnTo>
                <a:lnTo>
                  <a:pt x="888416" y="69735"/>
                </a:lnTo>
                <a:lnTo>
                  <a:pt x="888748" y="70419"/>
                </a:lnTo>
                <a:lnTo>
                  <a:pt x="889057" y="71120"/>
                </a:lnTo>
                <a:lnTo>
                  <a:pt x="889345" y="71837"/>
                </a:lnTo>
                <a:lnTo>
                  <a:pt x="889611" y="72570"/>
                </a:lnTo>
                <a:lnTo>
                  <a:pt x="889856" y="73320"/>
                </a:lnTo>
                <a:lnTo>
                  <a:pt x="890079" y="74087"/>
                </a:lnTo>
                <a:lnTo>
                  <a:pt x="890280" y="74869"/>
                </a:lnTo>
                <a:lnTo>
                  <a:pt x="890460" y="75668"/>
                </a:lnTo>
                <a:lnTo>
                  <a:pt x="890618" y="76484"/>
                </a:lnTo>
                <a:lnTo>
                  <a:pt x="890754" y="77316"/>
                </a:lnTo>
                <a:lnTo>
                  <a:pt x="890869" y="78164"/>
                </a:lnTo>
                <a:lnTo>
                  <a:pt x="890963" y="79029"/>
                </a:lnTo>
                <a:lnTo>
                  <a:pt x="891034" y="79910"/>
                </a:lnTo>
                <a:lnTo>
                  <a:pt x="891084" y="80807"/>
                </a:lnTo>
                <a:lnTo>
                  <a:pt x="842097" y="80807"/>
                </a:lnTo>
                <a:lnTo>
                  <a:pt x="842156" y="80203"/>
                </a:lnTo>
                <a:lnTo>
                  <a:pt x="842234" y="79534"/>
                </a:lnTo>
                <a:lnTo>
                  <a:pt x="842324" y="78875"/>
                </a:lnTo>
                <a:lnTo>
                  <a:pt x="842426" y="78226"/>
                </a:lnTo>
                <a:close/>
                <a:moveTo>
                  <a:pt x="1226758" y="127749"/>
                </a:moveTo>
                <a:lnTo>
                  <a:pt x="1226758" y="48359"/>
                </a:lnTo>
                <a:lnTo>
                  <a:pt x="1213527" y="48359"/>
                </a:lnTo>
                <a:lnTo>
                  <a:pt x="1213527" y="127749"/>
                </a:lnTo>
                <a:lnTo>
                  <a:pt x="1226758" y="127749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B8B36-F050-4375-B9FC-FC0360E3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901" y="4070621"/>
            <a:ext cx="266975" cy="249294"/>
          </a:xfrm>
          <a:custGeom xmlns:a="http://schemas.openxmlformats.org/drawingml/2006/main">
            <a:pathLst>
              <a:path w="266975" h="249294">
                <a:moveTo>
                  <a:pt x="0" y="124657"/>
                </a:moveTo>
                <a:lnTo>
                  <a:pt x="0" y="124657"/>
                </a:lnTo>
                <a:cubicBezTo>
                  <a:pt x="0" y="55801"/>
                  <a:pt x="59779" y="0"/>
                  <a:pt x="133497" y="0"/>
                </a:cubicBezTo>
                <a:cubicBezTo>
                  <a:pt x="207216" y="0"/>
                  <a:pt x="266975" y="55801"/>
                  <a:pt x="266975" y="124657"/>
                </a:cubicBezTo>
                <a:cubicBezTo>
                  <a:pt x="266975" y="193493"/>
                  <a:pt x="207216" y="249294"/>
                  <a:pt x="133497" y="249294"/>
                </a:cubicBezTo>
                <a:cubicBezTo>
                  <a:pt x="59779" y="249294"/>
                  <a:pt x="0" y="193493"/>
                  <a:pt x="0" y="124657"/>
                </a:cubicBezTo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BDDF9-B411-4939-8681-6A461F81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901" y="4070621"/>
            <a:ext cx="266975" cy="249294"/>
          </a:xfrm>
          <a:custGeom xmlns:a="http://schemas.openxmlformats.org/drawingml/2006/main">
            <a:pathLst>
              <a:path w="266975" h="249294" fill="none">
                <a:moveTo>
                  <a:pt x="0" y="124657"/>
                </a:moveTo>
                <a:lnTo>
                  <a:pt x="0" y="124657"/>
                </a:lnTo>
                <a:cubicBezTo>
                  <a:pt x="0" y="55801"/>
                  <a:pt x="59779" y="0"/>
                  <a:pt x="133497" y="0"/>
                </a:cubicBezTo>
                <a:cubicBezTo>
                  <a:pt x="207216" y="0"/>
                  <a:pt x="266975" y="55801"/>
                  <a:pt x="266975" y="124657"/>
                </a:cubicBezTo>
                <a:cubicBezTo>
                  <a:pt x="266975" y="193493"/>
                  <a:pt x="207216" y="249294"/>
                  <a:pt x="133497" y="249294"/>
                </a:cubicBezTo>
                <a:cubicBezTo>
                  <a:pt x="59779" y="249294"/>
                  <a:pt x="0" y="193493"/>
                  <a:pt x="0" y="1246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70962-01FB-479D-9EDA-F8E60E4F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518" y="3836206"/>
            <a:ext cx="469765" cy="662980"/>
          </a:xfrm>
          <a:custGeom xmlns:a="http://schemas.openxmlformats.org/drawingml/2006/main">
            <a:pathLst>
              <a:path w="469765" h="662980">
                <a:moveTo>
                  <a:pt x="469765" y="0"/>
                </a:moveTo>
                <a:lnTo>
                  <a:pt x="469765" y="662980"/>
                </a:lnTo>
                <a:lnTo>
                  <a:pt x="0" y="662980"/>
                </a:lnTo>
                <a:lnTo>
                  <a:pt x="0" y="0"/>
                </a:lnTo>
                <a:lnTo>
                  <a:pt x="469765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+">
            <a:extLst xmlns:a="http://schemas.openxmlformats.org/drawingml/2006/main">
              <a:ext uri="{FF2B5EF4-FFF2-40B4-BE49-F238E27FC236}">
                <a16:creationId xmlns:a16="http://schemas.microsoft.com/office/drawing/2014/main" id="{6E3B57EB-E726-42F4-B054-ABBCC256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242" y="4118673"/>
            <a:ext cx="166307" cy="170633"/>
          </a:xfrm>
          <a:custGeom xmlns:a="http://schemas.openxmlformats.org/drawingml/2006/main">
            <a:pathLst>
              <a:path w="166307" h="170633">
                <a:moveTo>
                  <a:pt x="71299" y="96911"/>
                </a:moveTo>
                <a:lnTo>
                  <a:pt x="0" y="96911"/>
                </a:lnTo>
                <a:lnTo>
                  <a:pt x="0" y="73376"/>
                </a:lnTo>
                <a:lnTo>
                  <a:pt x="71299" y="73376"/>
                </a:lnTo>
                <a:lnTo>
                  <a:pt x="71299" y="0"/>
                </a:lnTo>
                <a:lnTo>
                  <a:pt x="95008" y="0"/>
                </a:lnTo>
                <a:lnTo>
                  <a:pt x="95008" y="73376"/>
                </a:lnTo>
                <a:lnTo>
                  <a:pt x="166307" y="73376"/>
                </a:lnTo>
                <a:lnTo>
                  <a:pt x="166307" y="96911"/>
                </a:lnTo>
                <a:lnTo>
                  <a:pt x="95008" y="96911"/>
                </a:lnTo>
                <a:lnTo>
                  <a:pt x="95008" y="170633"/>
                </a:lnTo>
                <a:lnTo>
                  <a:pt x="71299" y="170633"/>
                </a:lnTo>
                <a:lnTo>
                  <a:pt x="71299" y="96911"/>
                </a:lnTo>
                <a:close/>
              </a:path>
            </a:pathLst>
          </a:custGeom>
          <a:solidFill xmlns:a="http://schemas.openxmlformats.org/drawingml/2006/main">
            <a:srgbClr val="695D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F5102-8BD7-456C-8FD1-C2EC8D6D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3703" y="2195162"/>
            <a:ext cx="1175368" cy="1049763"/>
          </a:xfrm>
          <a:custGeom xmlns:a="http://schemas.openxmlformats.org/drawingml/2006/main">
            <a:pathLst>
              <a:path w="1175368" h="1049763">
                <a:moveTo>
                  <a:pt x="0" y="0"/>
                </a:moveTo>
                <a:lnTo>
                  <a:pt x="1175368" y="0"/>
                </a:lnTo>
                <a:lnTo>
                  <a:pt x="1175368" y="1049763"/>
                </a:lnTo>
                <a:lnTo>
                  <a:pt x="0" y="10497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A">
            <a:extLst xmlns:a="http://schemas.openxmlformats.org/drawingml/2006/main">
              <a:ext uri="{FF2B5EF4-FFF2-40B4-BE49-F238E27FC236}">
                <a16:creationId xmlns:a16="http://schemas.microsoft.com/office/drawing/2014/main" id="{213ECA79-9378-47AF-AF5F-7A6FB477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6382" y="2366836"/>
            <a:ext cx="108679" cy="112448"/>
          </a:xfrm>
          <a:custGeom xmlns:a="http://schemas.openxmlformats.org/drawingml/2006/main">
            <a:pathLst>
              <a:path w="108679" h="112448">
                <a:moveTo>
                  <a:pt x="82990" y="112448"/>
                </a:moveTo>
                <a:lnTo>
                  <a:pt x="74837" y="85836"/>
                </a:lnTo>
                <a:lnTo>
                  <a:pt x="33842" y="85836"/>
                </a:lnTo>
                <a:lnTo>
                  <a:pt x="25689" y="112448"/>
                </a:lnTo>
                <a:lnTo>
                  <a:pt x="0" y="112448"/>
                </a:lnTo>
                <a:lnTo>
                  <a:pt x="39687" y="0"/>
                </a:lnTo>
                <a:lnTo>
                  <a:pt x="68838" y="0"/>
                </a:lnTo>
                <a:lnTo>
                  <a:pt x="108679" y="112448"/>
                </a:lnTo>
                <a:lnTo>
                  <a:pt x="82990" y="112448"/>
                </a:lnTo>
                <a:moveTo>
                  <a:pt x="69145" y="65838"/>
                </a:moveTo>
                <a:lnTo>
                  <a:pt x="60993" y="39815"/>
                </a:lnTo>
                <a:cubicBezTo>
                  <a:pt x="60480" y="38079"/>
                  <a:pt x="59800" y="35847"/>
                  <a:pt x="58954" y="33116"/>
                </a:cubicBezTo>
                <a:cubicBezTo>
                  <a:pt x="58108" y="30386"/>
                  <a:pt x="57262" y="27605"/>
                  <a:pt x="56416" y="24773"/>
                </a:cubicBezTo>
                <a:cubicBezTo>
                  <a:pt x="55570" y="21942"/>
                  <a:pt x="54891" y="19480"/>
                  <a:pt x="54378" y="17387"/>
                </a:cubicBezTo>
                <a:cubicBezTo>
                  <a:pt x="53865" y="19480"/>
                  <a:pt x="53160" y="22070"/>
                  <a:pt x="52263" y="25158"/>
                </a:cubicBezTo>
                <a:cubicBezTo>
                  <a:pt x="51365" y="28244"/>
                  <a:pt x="50507" y="31165"/>
                  <a:pt x="49686" y="33921"/>
                </a:cubicBezTo>
                <a:cubicBezTo>
                  <a:pt x="48866" y="36676"/>
                  <a:pt x="48276" y="38640"/>
                  <a:pt x="47917" y="39815"/>
                </a:cubicBezTo>
                <a:lnTo>
                  <a:pt x="39841" y="65838"/>
                </a:lnTo>
                <a:lnTo>
                  <a:pt x="69145" y="65838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u">
            <a:extLst xmlns:a="http://schemas.openxmlformats.org/drawingml/2006/main">
              <a:ext uri="{FF2B5EF4-FFF2-40B4-BE49-F238E27FC236}">
                <a16:creationId xmlns:a16="http://schemas.microsoft.com/office/drawing/2014/main" id="{D6770344-7EC5-44C0-B6AF-F166A6EE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0803" y="2583240"/>
            <a:ext cx="79375" cy="86605"/>
          </a:xfrm>
          <a:custGeom xmlns:a="http://schemas.openxmlformats.org/drawingml/2006/main">
            <a:pathLst>
              <a:path w="79375" h="86605">
                <a:moveTo>
                  <a:pt x="79375" y="0"/>
                </a:moveTo>
                <a:lnTo>
                  <a:pt x="79375" y="85066"/>
                </a:lnTo>
                <a:lnTo>
                  <a:pt x="61377" y="85066"/>
                </a:lnTo>
                <a:lnTo>
                  <a:pt x="58224" y="74068"/>
                </a:lnTo>
                <a:lnTo>
                  <a:pt x="56993" y="74068"/>
                </a:lnTo>
                <a:cubicBezTo>
                  <a:pt x="55147" y="76991"/>
                  <a:pt x="52840" y="79375"/>
                  <a:pt x="50071" y="81221"/>
                </a:cubicBezTo>
                <a:cubicBezTo>
                  <a:pt x="47302" y="83067"/>
                  <a:pt x="44251" y="84426"/>
                  <a:pt x="40918" y="85297"/>
                </a:cubicBezTo>
                <a:cubicBezTo>
                  <a:pt x="37585" y="86169"/>
                  <a:pt x="34124" y="86605"/>
                  <a:pt x="30535" y="86605"/>
                </a:cubicBezTo>
                <a:cubicBezTo>
                  <a:pt x="24382" y="86605"/>
                  <a:pt x="19023" y="85527"/>
                  <a:pt x="14460" y="83372"/>
                </a:cubicBezTo>
                <a:cubicBezTo>
                  <a:pt x="9896" y="81215"/>
                  <a:pt x="6345" y="77853"/>
                  <a:pt x="3807" y="73287"/>
                </a:cubicBezTo>
                <a:cubicBezTo>
                  <a:pt x="1269" y="68720"/>
                  <a:pt x="0" y="62784"/>
                  <a:pt x="0" y="55479"/>
                </a:cubicBezTo>
                <a:lnTo>
                  <a:pt x="0" y="0"/>
                </a:lnTo>
                <a:lnTo>
                  <a:pt x="23459" y="0"/>
                </a:lnTo>
                <a:lnTo>
                  <a:pt x="23459" y="49552"/>
                </a:lnTo>
                <a:cubicBezTo>
                  <a:pt x="23459" y="55621"/>
                  <a:pt x="24561" y="60199"/>
                  <a:pt x="26766" y="63286"/>
                </a:cubicBezTo>
                <a:cubicBezTo>
                  <a:pt x="28971" y="66372"/>
                  <a:pt x="32483" y="67915"/>
                  <a:pt x="37303" y="67915"/>
                </a:cubicBezTo>
                <a:cubicBezTo>
                  <a:pt x="42072" y="67915"/>
                  <a:pt x="45815" y="66840"/>
                  <a:pt x="48533" y="64689"/>
                </a:cubicBezTo>
                <a:cubicBezTo>
                  <a:pt x="51250" y="62539"/>
                  <a:pt x="53160" y="59377"/>
                  <a:pt x="54263" y="55205"/>
                </a:cubicBezTo>
                <a:cubicBezTo>
                  <a:pt x="55365" y="51031"/>
                  <a:pt x="55916" y="45933"/>
                  <a:pt x="55916" y="39913"/>
                </a:cubicBezTo>
                <a:lnTo>
                  <a:pt x="55916" y="0"/>
                </a:lnTo>
                <a:lnTo>
                  <a:pt x="79375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x">
            <a:extLst xmlns:a="http://schemas.openxmlformats.org/drawingml/2006/main">
              <a:ext uri="{FF2B5EF4-FFF2-40B4-BE49-F238E27FC236}">
                <a16:creationId xmlns:a16="http://schemas.microsoft.com/office/drawing/2014/main" id="{9A6204AD-1D53-4C06-B5C5-BDD618CA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5950" y="2772263"/>
            <a:ext cx="89527" cy="85066"/>
          </a:xfrm>
          <a:custGeom xmlns:a="http://schemas.openxmlformats.org/drawingml/2006/main">
            <a:pathLst>
              <a:path w="89527" h="85066">
                <a:moveTo>
                  <a:pt x="29150" y="41620"/>
                </a:moveTo>
                <a:lnTo>
                  <a:pt x="1461" y="0"/>
                </a:lnTo>
                <a:lnTo>
                  <a:pt x="28073" y="0"/>
                </a:lnTo>
                <a:lnTo>
                  <a:pt x="44764" y="27088"/>
                </a:lnTo>
                <a:lnTo>
                  <a:pt x="61608" y="0"/>
                </a:lnTo>
                <a:lnTo>
                  <a:pt x="88220" y="0"/>
                </a:lnTo>
                <a:lnTo>
                  <a:pt x="60223" y="41620"/>
                </a:lnTo>
                <a:lnTo>
                  <a:pt x="89527" y="85066"/>
                </a:lnTo>
                <a:lnTo>
                  <a:pt x="62838" y="85066"/>
                </a:lnTo>
                <a:lnTo>
                  <a:pt x="44764" y="55926"/>
                </a:lnTo>
                <a:lnTo>
                  <a:pt x="26612" y="85066"/>
                </a:lnTo>
                <a:lnTo>
                  <a:pt x="0" y="85066"/>
                </a:lnTo>
                <a:lnTo>
                  <a:pt x="29150" y="4162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DDAA1B-CB5C-4B22-B214-D03F130C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742" y="1484196"/>
            <a:ext cx="5572" cy="611174"/>
          </a:xfrm>
          <a:custGeom xmlns:a="http://schemas.openxmlformats.org/drawingml/2006/main">
            <a:pathLst>
              <a:path w="5572" h="611174">
                <a:moveTo>
                  <a:pt x="0" y="0"/>
                </a:moveTo>
                <a:lnTo>
                  <a:pt x="5572" y="61117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FEFE1-3A7B-4645-A03A-D5E91663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742" y="1484196"/>
            <a:ext cx="5119" cy="560551"/>
          </a:xfrm>
          <a:custGeom xmlns:a="http://schemas.openxmlformats.org/drawingml/2006/main">
            <a:pathLst>
              <a:path w="5119" h="560551" fill="none">
                <a:moveTo>
                  <a:pt x="0" y="0"/>
                </a:moveTo>
                <a:lnTo>
                  <a:pt x="5119" y="560551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C0DE9-6BB8-4492-8DE5-AEB67D58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106" y="2027991"/>
            <a:ext cx="33217" cy="45779"/>
          </a:xfrm>
          <a:custGeom xmlns:a="http://schemas.openxmlformats.org/drawingml/2006/main">
            <a:pathLst>
              <a:path w="33217" h="45779">
                <a:moveTo>
                  <a:pt x="16756" y="16756"/>
                </a:moveTo>
                <a:lnTo>
                  <a:pt x="33217" y="0"/>
                </a:lnTo>
                <a:lnTo>
                  <a:pt x="17032" y="45779"/>
                </a:lnTo>
                <a:lnTo>
                  <a:pt x="0" y="315"/>
                </a:lnTo>
                <a:lnTo>
                  <a:pt x="16756" y="16756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030EC-3C7C-4F27-BA63-333EB8E7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106" y="2027991"/>
            <a:ext cx="33217" cy="45779"/>
          </a:xfrm>
          <a:custGeom xmlns:a="http://schemas.openxmlformats.org/drawingml/2006/main">
            <a:pathLst>
              <a:path w="33217" h="45779" fill="none">
                <a:moveTo>
                  <a:pt x="16756" y="16756"/>
                </a:moveTo>
                <a:lnTo>
                  <a:pt x="0" y="315"/>
                </a:lnTo>
                <a:lnTo>
                  <a:pt x="17032" y="45779"/>
                </a:lnTo>
                <a:lnTo>
                  <a:pt x="33217" y="0"/>
                </a:lnTo>
                <a:lnTo>
                  <a:pt x="16756" y="16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24C99-29B8-4D18-862C-D7E70457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518" y="1214897"/>
            <a:ext cx="754418" cy="249294"/>
          </a:xfrm>
          <a:custGeom xmlns:a="http://schemas.openxmlformats.org/drawingml/2006/main">
            <a:pathLst>
              <a:path w="754418" h="249294">
                <a:moveTo>
                  <a:pt x="0" y="41546"/>
                </a:moveTo>
                <a:lnTo>
                  <a:pt x="0" y="41546"/>
                </a:lnTo>
                <a:cubicBezTo>
                  <a:pt x="0" y="18587"/>
                  <a:pt x="18607" y="0"/>
                  <a:pt x="41546" y="0"/>
                </a:cubicBezTo>
                <a:lnTo>
                  <a:pt x="712872" y="0"/>
                </a:lnTo>
                <a:cubicBezTo>
                  <a:pt x="723879" y="0"/>
                  <a:pt x="734453" y="4371"/>
                  <a:pt x="742250" y="12168"/>
                </a:cubicBezTo>
                <a:cubicBezTo>
                  <a:pt x="750027" y="19946"/>
                  <a:pt x="754418" y="30519"/>
                  <a:pt x="754418" y="41546"/>
                </a:cubicBezTo>
                <a:lnTo>
                  <a:pt x="754418" y="207748"/>
                </a:lnTo>
                <a:cubicBezTo>
                  <a:pt x="754418" y="230687"/>
                  <a:pt x="735811" y="249294"/>
                  <a:pt x="712872" y="249294"/>
                </a:cubicBezTo>
                <a:lnTo>
                  <a:pt x="41546" y="249294"/>
                </a:lnTo>
                <a:cubicBezTo>
                  <a:pt x="18607" y="249294"/>
                  <a:pt x="0" y="230687"/>
                  <a:pt x="0" y="207748"/>
                </a:cubicBez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3E235-9A04-46DF-A4F4-CEAEF0FC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518" y="1214897"/>
            <a:ext cx="754418" cy="249294"/>
          </a:xfrm>
          <a:custGeom xmlns:a="http://schemas.openxmlformats.org/drawingml/2006/main">
            <a:pathLst>
              <a:path w="754418" h="249294" fill="none">
                <a:moveTo>
                  <a:pt x="0" y="41546"/>
                </a:moveTo>
                <a:lnTo>
                  <a:pt x="0" y="41546"/>
                </a:lnTo>
                <a:cubicBezTo>
                  <a:pt x="0" y="18587"/>
                  <a:pt x="18607" y="0"/>
                  <a:pt x="41546" y="0"/>
                </a:cubicBezTo>
                <a:lnTo>
                  <a:pt x="712872" y="0"/>
                </a:lnTo>
                <a:cubicBezTo>
                  <a:pt x="723879" y="0"/>
                  <a:pt x="734453" y="4371"/>
                  <a:pt x="742250" y="12168"/>
                </a:cubicBezTo>
                <a:cubicBezTo>
                  <a:pt x="750027" y="19946"/>
                  <a:pt x="754418" y="30519"/>
                  <a:pt x="754418" y="41546"/>
                </a:cubicBezTo>
                <a:lnTo>
                  <a:pt x="754418" y="207748"/>
                </a:lnTo>
                <a:cubicBezTo>
                  <a:pt x="754418" y="230687"/>
                  <a:pt x="735811" y="249294"/>
                  <a:pt x="712872" y="249294"/>
                </a:cubicBezTo>
                <a:lnTo>
                  <a:pt x="41546" y="249294"/>
                </a:lnTo>
                <a:cubicBezTo>
                  <a:pt x="18607" y="249294"/>
                  <a:pt x="0" y="230687"/>
                  <a:pt x="0" y="207748"/>
                </a:cubicBezTo>
                <a:lnTo>
                  <a:pt x="0" y="41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770CF-0F85-4AAA-9AED-790241C4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3135" y="1428198"/>
            <a:ext cx="446271" cy="260911"/>
          </a:xfrm>
          <a:custGeom xmlns:a="http://schemas.openxmlformats.org/drawingml/2006/main">
            <a:pathLst>
              <a:path w="446271" h="260911">
                <a:moveTo>
                  <a:pt x="439518" y="0"/>
                </a:moveTo>
                <a:lnTo>
                  <a:pt x="446271" y="0"/>
                </a:lnTo>
                <a:lnTo>
                  <a:pt x="446271" y="260911"/>
                </a:lnTo>
                <a:lnTo>
                  <a:pt x="0" y="26091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28753-9A10-48E8-9ECA-1A1B7E05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3115" y="1428198"/>
            <a:ext cx="446291" cy="260911"/>
          </a:xfrm>
          <a:custGeom xmlns:a="http://schemas.openxmlformats.org/drawingml/2006/main">
            <a:pathLst>
              <a:path w="446291" h="260911" fill="none">
                <a:moveTo>
                  <a:pt x="0" y="260911"/>
                </a:moveTo>
                <a:lnTo>
                  <a:pt x="446291" y="260911"/>
                </a:lnTo>
                <a:lnTo>
                  <a:pt x="446291" y="0"/>
                </a:lnTo>
                <a:lnTo>
                  <a:pt x="4395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EF09B7-371B-448F-AD49-33A5A286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365" y="1564452"/>
            <a:ext cx="266975" cy="249294"/>
          </a:xfrm>
          <a:custGeom xmlns:a="http://schemas.openxmlformats.org/drawingml/2006/main">
            <a:pathLst>
              <a:path w="266975" h="249294">
                <a:moveTo>
                  <a:pt x="0" y="124637"/>
                </a:moveTo>
                <a:lnTo>
                  <a:pt x="0" y="124637"/>
                </a:lnTo>
                <a:cubicBezTo>
                  <a:pt x="0" y="55801"/>
                  <a:pt x="59759" y="0"/>
                  <a:pt x="133478" y="0"/>
                </a:cubicBezTo>
                <a:cubicBezTo>
                  <a:pt x="207197" y="0"/>
                  <a:pt x="266975" y="55801"/>
                  <a:pt x="266975" y="124637"/>
                </a:cubicBezTo>
                <a:cubicBezTo>
                  <a:pt x="266975" y="193493"/>
                  <a:pt x="207197" y="249294"/>
                  <a:pt x="133478" y="249294"/>
                </a:cubicBezTo>
                <a:cubicBezTo>
                  <a:pt x="59759" y="249294"/>
                  <a:pt x="0" y="193493"/>
                  <a:pt x="0" y="124637"/>
                </a:cubicBezTo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B66608-041A-4D5A-A320-C92D8FA3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365" y="1564452"/>
            <a:ext cx="266975" cy="249294"/>
          </a:xfrm>
          <a:custGeom xmlns:a="http://schemas.openxmlformats.org/drawingml/2006/main">
            <a:pathLst>
              <a:path w="266975" h="249294" fill="none">
                <a:moveTo>
                  <a:pt x="0" y="124637"/>
                </a:moveTo>
                <a:lnTo>
                  <a:pt x="0" y="124637"/>
                </a:lnTo>
                <a:cubicBezTo>
                  <a:pt x="0" y="55801"/>
                  <a:pt x="59759" y="0"/>
                  <a:pt x="133478" y="0"/>
                </a:cubicBezTo>
                <a:cubicBezTo>
                  <a:pt x="207197" y="0"/>
                  <a:pt x="266975" y="55801"/>
                  <a:pt x="266975" y="124637"/>
                </a:cubicBezTo>
                <a:cubicBezTo>
                  <a:pt x="266975" y="193493"/>
                  <a:pt x="207197" y="249294"/>
                  <a:pt x="133478" y="249294"/>
                </a:cubicBezTo>
                <a:cubicBezTo>
                  <a:pt x="59759" y="249294"/>
                  <a:pt x="0" y="193493"/>
                  <a:pt x="0" y="1246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8E40D-2CA9-4926-8FA2-04CA9F9D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962" y="1330038"/>
            <a:ext cx="469765" cy="715812"/>
          </a:xfrm>
          <a:custGeom xmlns:a="http://schemas.openxmlformats.org/drawingml/2006/main">
            <a:pathLst>
              <a:path w="469765" h="715812">
                <a:moveTo>
                  <a:pt x="0" y="715812"/>
                </a:moveTo>
                <a:lnTo>
                  <a:pt x="0" y="0"/>
                </a:lnTo>
                <a:lnTo>
                  <a:pt x="469765" y="0"/>
                </a:lnTo>
                <a:lnTo>
                  <a:pt x="469765" y="715812"/>
                </a:lnTo>
                <a:lnTo>
                  <a:pt x="0" y="71581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+">
            <a:extLst xmlns:a="http://schemas.openxmlformats.org/drawingml/2006/main">
              <a:ext uri="{FF2B5EF4-FFF2-40B4-BE49-F238E27FC236}">
                <a16:creationId xmlns:a16="http://schemas.microsoft.com/office/drawing/2014/main" id="{2948F55D-4065-4214-B830-2C280C20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686" y="1612505"/>
            <a:ext cx="166307" cy="170633"/>
          </a:xfrm>
          <a:custGeom xmlns:a="http://schemas.openxmlformats.org/drawingml/2006/main">
            <a:pathLst>
              <a:path w="166307" h="170633">
                <a:moveTo>
                  <a:pt x="71299" y="96911"/>
                </a:moveTo>
                <a:lnTo>
                  <a:pt x="0" y="96911"/>
                </a:lnTo>
                <a:lnTo>
                  <a:pt x="0" y="73376"/>
                </a:lnTo>
                <a:lnTo>
                  <a:pt x="71299" y="73376"/>
                </a:lnTo>
                <a:lnTo>
                  <a:pt x="71299" y="0"/>
                </a:lnTo>
                <a:lnTo>
                  <a:pt x="95008" y="0"/>
                </a:lnTo>
                <a:lnTo>
                  <a:pt x="95008" y="73376"/>
                </a:lnTo>
                <a:lnTo>
                  <a:pt x="166307" y="73376"/>
                </a:lnTo>
                <a:lnTo>
                  <a:pt x="166307" y="96911"/>
                </a:lnTo>
                <a:lnTo>
                  <a:pt x="95008" y="96911"/>
                </a:lnTo>
                <a:lnTo>
                  <a:pt x="95008" y="170633"/>
                </a:lnTo>
                <a:lnTo>
                  <a:pt x="71299" y="170633"/>
                </a:lnTo>
                <a:lnTo>
                  <a:pt x="71299" y="96911"/>
                </a:lnTo>
                <a:close/>
              </a:path>
            </a:pathLst>
          </a:custGeom>
          <a:solidFill xmlns:a="http://schemas.openxmlformats.org/drawingml/2006/main">
            <a:srgbClr val="695D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35A16-0A35-4ED7-986D-61AF0567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153" y="1214878"/>
            <a:ext cx="333941" cy="249313"/>
          </a:xfrm>
          <a:custGeom xmlns:a="http://schemas.openxmlformats.org/drawingml/2006/main">
            <a:pathLst>
              <a:path w="333941" h="249313">
                <a:moveTo>
                  <a:pt x="0" y="41565"/>
                </a:moveTo>
                <a:lnTo>
                  <a:pt x="0" y="41565"/>
                </a:lnTo>
                <a:cubicBezTo>
                  <a:pt x="0" y="18607"/>
                  <a:pt x="18607" y="0"/>
                  <a:pt x="41546" y="0"/>
                </a:cubicBezTo>
                <a:lnTo>
                  <a:pt x="292395" y="0"/>
                </a:lnTo>
                <a:cubicBezTo>
                  <a:pt x="303421" y="0"/>
                  <a:pt x="313975" y="4391"/>
                  <a:pt x="321772" y="12188"/>
                </a:cubicBezTo>
                <a:cubicBezTo>
                  <a:pt x="329569" y="19966"/>
                  <a:pt x="333941" y="30539"/>
                  <a:pt x="333941" y="41565"/>
                </a:cubicBezTo>
                <a:lnTo>
                  <a:pt x="333941" y="207768"/>
                </a:lnTo>
                <a:cubicBezTo>
                  <a:pt x="333941" y="230706"/>
                  <a:pt x="315353" y="249313"/>
                  <a:pt x="292395" y="249313"/>
                </a:cubicBezTo>
                <a:lnTo>
                  <a:pt x="41546" y="249313"/>
                </a:lnTo>
                <a:cubicBezTo>
                  <a:pt x="18607" y="249313"/>
                  <a:pt x="0" y="230706"/>
                  <a:pt x="0" y="207768"/>
                </a:cubicBezTo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34F4A-F774-461F-8875-8838F0D1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153" y="1214878"/>
            <a:ext cx="333960" cy="249313"/>
          </a:xfrm>
          <a:custGeom xmlns:a="http://schemas.openxmlformats.org/drawingml/2006/main">
            <a:pathLst>
              <a:path w="333960" h="249313" fill="none">
                <a:moveTo>
                  <a:pt x="0" y="41565"/>
                </a:moveTo>
                <a:lnTo>
                  <a:pt x="0" y="41565"/>
                </a:lnTo>
                <a:cubicBezTo>
                  <a:pt x="0" y="18607"/>
                  <a:pt x="18607" y="0"/>
                  <a:pt x="41546" y="0"/>
                </a:cubicBezTo>
                <a:lnTo>
                  <a:pt x="292395" y="0"/>
                </a:lnTo>
                <a:cubicBezTo>
                  <a:pt x="303421" y="0"/>
                  <a:pt x="313975" y="4391"/>
                  <a:pt x="321772" y="12188"/>
                </a:cubicBezTo>
                <a:cubicBezTo>
                  <a:pt x="329569" y="19966"/>
                  <a:pt x="333960" y="30539"/>
                  <a:pt x="333960" y="41565"/>
                </a:cubicBezTo>
                <a:lnTo>
                  <a:pt x="333960" y="207768"/>
                </a:lnTo>
                <a:cubicBezTo>
                  <a:pt x="333960" y="230706"/>
                  <a:pt x="315353" y="249313"/>
                  <a:pt x="292395" y="249313"/>
                </a:cubicBezTo>
                <a:lnTo>
                  <a:pt x="41546" y="249313"/>
                </a:lnTo>
                <a:cubicBezTo>
                  <a:pt x="18607" y="249313"/>
                  <a:pt x="0" y="230706"/>
                  <a:pt x="0" y="207768"/>
                </a:cubicBezTo>
                <a:lnTo>
                  <a:pt x="0" y="415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5F4BE-B7ED-4976-A296-E7FC6362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832" y="1122270"/>
            <a:ext cx="469765" cy="453484"/>
          </a:xfrm>
          <a:custGeom xmlns:a="http://schemas.openxmlformats.org/drawingml/2006/main">
            <a:pathLst>
              <a:path w="469765" h="453484">
                <a:moveTo>
                  <a:pt x="0" y="453484"/>
                </a:moveTo>
                <a:lnTo>
                  <a:pt x="0" y="0"/>
                </a:lnTo>
                <a:lnTo>
                  <a:pt x="469765" y="0"/>
                </a:lnTo>
                <a:lnTo>
                  <a:pt x="469765" y="453484"/>
                </a:lnTo>
                <a:lnTo>
                  <a:pt x="0" y="45348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PE">
            <a:extLst xmlns:a="http://schemas.openxmlformats.org/drawingml/2006/main">
              <a:ext uri="{FF2B5EF4-FFF2-40B4-BE49-F238E27FC236}">
                <a16:creationId xmlns:a16="http://schemas.microsoft.com/office/drawing/2014/main" id="{D98BFD16-0664-40BA-89B6-7D4279B5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193" y="1290999"/>
            <a:ext cx="139620" cy="96480"/>
          </a:xfrm>
          <a:custGeom xmlns:a="http://schemas.openxmlformats.org/drawingml/2006/main">
            <a:pathLst>
              <a:path w="139620" h="96480">
                <a:moveTo>
                  <a:pt x="0" y="96480"/>
                </a:moveTo>
                <a:lnTo>
                  <a:pt x="0" y="0"/>
                </a:lnTo>
                <a:lnTo>
                  <a:pt x="31425" y="0"/>
                </a:lnTo>
                <a:cubicBezTo>
                  <a:pt x="39052" y="0"/>
                  <a:pt x="45323" y="1263"/>
                  <a:pt x="50239" y="3790"/>
                </a:cubicBezTo>
                <a:cubicBezTo>
                  <a:pt x="55155" y="6316"/>
                  <a:pt x="58784" y="9693"/>
                  <a:pt x="61127" y="13920"/>
                </a:cubicBezTo>
                <a:cubicBezTo>
                  <a:pt x="63471" y="18148"/>
                  <a:pt x="64643" y="22972"/>
                  <a:pt x="64643" y="28392"/>
                </a:cubicBezTo>
                <a:cubicBezTo>
                  <a:pt x="64643" y="33630"/>
                  <a:pt x="63471" y="38386"/>
                  <a:pt x="61127" y="42659"/>
                </a:cubicBezTo>
                <a:cubicBezTo>
                  <a:pt x="58784" y="46932"/>
                  <a:pt x="55177" y="50354"/>
                  <a:pt x="50306" y="52927"/>
                </a:cubicBezTo>
                <a:cubicBezTo>
                  <a:pt x="45437" y="55500"/>
                  <a:pt x="39143" y="56786"/>
                  <a:pt x="31425" y="56786"/>
                </a:cubicBezTo>
                <a:lnTo>
                  <a:pt x="11578" y="56786"/>
                </a:lnTo>
                <a:lnTo>
                  <a:pt x="11578" y="96480"/>
                </a:lnTo>
                <a:lnTo>
                  <a:pt x="0" y="96480"/>
                </a:lnTo>
                <a:moveTo>
                  <a:pt x="11578" y="47000"/>
                </a:moveTo>
                <a:lnTo>
                  <a:pt x="31288" y="47000"/>
                </a:lnTo>
                <a:cubicBezTo>
                  <a:pt x="39006" y="47000"/>
                  <a:pt x="44519" y="45300"/>
                  <a:pt x="47827" y="41900"/>
                </a:cubicBezTo>
                <a:cubicBezTo>
                  <a:pt x="51134" y="38500"/>
                  <a:pt x="52788" y="33997"/>
                  <a:pt x="52788" y="28392"/>
                </a:cubicBezTo>
                <a:cubicBezTo>
                  <a:pt x="52788" y="22419"/>
                  <a:pt x="51134" y="17802"/>
                  <a:pt x="47827" y="14541"/>
                </a:cubicBezTo>
                <a:cubicBezTo>
                  <a:pt x="44519" y="11278"/>
                  <a:pt x="39006" y="9647"/>
                  <a:pt x="31288" y="9647"/>
                </a:cubicBezTo>
                <a:lnTo>
                  <a:pt x="11578" y="9647"/>
                </a:lnTo>
                <a:lnTo>
                  <a:pt x="11578" y="47000"/>
                </a:lnTo>
                <a:close/>
                <a:moveTo>
                  <a:pt x="79941" y="96480"/>
                </a:moveTo>
                <a:lnTo>
                  <a:pt x="79941" y="0"/>
                </a:lnTo>
                <a:lnTo>
                  <a:pt x="139620" y="0"/>
                </a:lnTo>
                <a:lnTo>
                  <a:pt x="139620" y="9510"/>
                </a:lnTo>
                <a:lnTo>
                  <a:pt x="91518" y="9510"/>
                </a:lnTo>
                <a:lnTo>
                  <a:pt x="91518" y="43141"/>
                </a:lnTo>
                <a:lnTo>
                  <a:pt x="135486" y="43141"/>
                </a:lnTo>
                <a:lnTo>
                  <a:pt x="135486" y="52512"/>
                </a:lnTo>
                <a:lnTo>
                  <a:pt x="91518" y="52512"/>
                </a:lnTo>
                <a:lnTo>
                  <a:pt x="91518" y="86970"/>
                </a:lnTo>
                <a:lnTo>
                  <a:pt x="139620" y="86970"/>
                </a:lnTo>
                <a:lnTo>
                  <a:pt x="139620" y="96480"/>
                </a:lnTo>
                <a:lnTo>
                  <a:pt x="79941" y="9648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D6A22-78C3-49AE-A59B-1BEFC008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178" y="1234863"/>
            <a:ext cx="369304" cy="249313"/>
          </a:xfrm>
          <a:custGeom xmlns:a="http://schemas.openxmlformats.org/drawingml/2006/main">
            <a:pathLst>
              <a:path w="369304" h="249313">
                <a:moveTo>
                  <a:pt x="0" y="41565"/>
                </a:moveTo>
                <a:lnTo>
                  <a:pt x="0" y="41565"/>
                </a:lnTo>
                <a:cubicBezTo>
                  <a:pt x="0" y="18607"/>
                  <a:pt x="18607" y="0"/>
                  <a:pt x="41546" y="0"/>
                </a:cubicBezTo>
                <a:lnTo>
                  <a:pt x="327758" y="0"/>
                </a:lnTo>
                <a:cubicBezTo>
                  <a:pt x="338765" y="0"/>
                  <a:pt x="349338" y="4391"/>
                  <a:pt x="357135" y="12188"/>
                </a:cubicBezTo>
                <a:cubicBezTo>
                  <a:pt x="364932" y="19966"/>
                  <a:pt x="369304" y="30539"/>
                  <a:pt x="369304" y="41565"/>
                </a:cubicBezTo>
                <a:lnTo>
                  <a:pt x="369304" y="207748"/>
                </a:lnTo>
                <a:cubicBezTo>
                  <a:pt x="369304" y="230706"/>
                  <a:pt x="350697" y="249313"/>
                  <a:pt x="327758" y="249313"/>
                </a:cubicBezTo>
                <a:lnTo>
                  <a:pt x="41546" y="249313"/>
                </a:lnTo>
                <a:cubicBezTo>
                  <a:pt x="18607" y="249313"/>
                  <a:pt x="0" y="230706"/>
                  <a:pt x="0" y="207748"/>
                </a:cubicBez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F5515-0481-443C-9128-8827748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178" y="1234863"/>
            <a:ext cx="369304" cy="249313"/>
          </a:xfrm>
          <a:custGeom xmlns:a="http://schemas.openxmlformats.org/drawingml/2006/main">
            <a:pathLst>
              <a:path w="369304" h="249313" fill="none">
                <a:moveTo>
                  <a:pt x="0" y="41565"/>
                </a:moveTo>
                <a:lnTo>
                  <a:pt x="0" y="41565"/>
                </a:lnTo>
                <a:cubicBezTo>
                  <a:pt x="0" y="18607"/>
                  <a:pt x="18587" y="0"/>
                  <a:pt x="41546" y="0"/>
                </a:cubicBezTo>
                <a:lnTo>
                  <a:pt x="327738" y="0"/>
                </a:lnTo>
                <a:cubicBezTo>
                  <a:pt x="338765" y="0"/>
                  <a:pt x="349338" y="4371"/>
                  <a:pt x="357116" y="12188"/>
                </a:cubicBezTo>
                <a:cubicBezTo>
                  <a:pt x="364932" y="19966"/>
                  <a:pt x="369304" y="30539"/>
                  <a:pt x="369304" y="41565"/>
                </a:cubicBezTo>
                <a:lnTo>
                  <a:pt x="369304" y="207748"/>
                </a:lnTo>
                <a:cubicBezTo>
                  <a:pt x="369304" y="230706"/>
                  <a:pt x="350697" y="249313"/>
                  <a:pt x="327738" y="249313"/>
                </a:cubicBezTo>
                <a:lnTo>
                  <a:pt x="41546" y="249313"/>
                </a:lnTo>
                <a:cubicBezTo>
                  <a:pt x="18587" y="249313"/>
                  <a:pt x="0" y="230706"/>
                  <a:pt x="0" y="207748"/>
                </a:cubicBezTo>
                <a:lnTo>
                  <a:pt x="0" y="415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62461-F7B1-443C-8047-C62DBECE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8989" y="1130455"/>
            <a:ext cx="657674" cy="453490"/>
          </a:xfrm>
          <a:custGeom xmlns:a="http://schemas.openxmlformats.org/drawingml/2006/main">
            <a:pathLst>
              <a:path w="657674" h="453490">
                <a:moveTo>
                  <a:pt x="0" y="453490"/>
                </a:moveTo>
                <a:lnTo>
                  <a:pt x="0" y="0"/>
                </a:lnTo>
                <a:lnTo>
                  <a:pt x="657674" y="0"/>
                </a:lnTo>
                <a:lnTo>
                  <a:pt x="657674" y="453490"/>
                </a:lnTo>
                <a:lnTo>
                  <a:pt x="0" y="45349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FC">
            <a:extLst xmlns:a="http://schemas.openxmlformats.org/drawingml/2006/main">
              <a:ext uri="{FF2B5EF4-FFF2-40B4-BE49-F238E27FC236}">
                <a16:creationId xmlns:a16="http://schemas.microsoft.com/office/drawing/2014/main" id="{5D791771-5ED1-44D0-AD0C-BBEC5CDD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1926" y="1297554"/>
            <a:ext cx="155746" cy="99788"/>
          </a:xfrm>
          <a:custGeom xmlns:a="http://schemas.openxmlformats.org/drawingml/2006/main">
            <a:pathLst>
              <a:path w="155746" h="99788">
                <a:moveTo>
                  <a:pt x="0" y="98135"/>
                </a:moveTo>
                <a:lnTo>
                  <a:pt x="0" y="1655"/>
                </a:lnTo>
                <a:lnTo>
                  <a:pt x="58717" y="1655"/>
                </a:lnTo>
                <a:lnTo>
                  <a:pt x="58717" y="11165"/>
                </a:lnTo>
                <a:lnTo>
                  <a:pt x="11578" y="11165"/>
                </a:lnTo>
                <a:lnTo>
                  <a:pt x="11578" y="45072"/>
                </a:lnTo>
                <a:lnTo>
                  <a:pt x="51686" y="45072"/>
                </a:lnTo>
                <a:lnTo>
                  <a:pt x="51686" y="54443"/>
                </a:lnTo>
                <a:lnTo>
                  <a:pt x="11578" y="54443"/>
                </a:lnTo>
                <a:lnTo>
                  <a:pt x="11578" y="98135"/>
                </a:lnTo>
                <a:lnTo>
                  <a:pt x="0" y="98135"/>
                </a:lnTo>
                <a:close/>
                <a:moveTo>
                  <a:pt x="115638" y="99788"/>
                </a:moveTo>
                <a:cubicBezTo>
                  <a:pt x="106265" y="99788"/>
                  <a:pt x="98156" y="97698"/>
                  <a:pt x="91311" y="93519"/>
                </a:cubicBezTo>
                <a:cubicBezTo>
                  <a:pt x="84466" y="89338"/>
                  <a:pt x="79206" y="83503"/>
                  <a:pt x="75530" y="76015"/>
                </a:cubicBezTo>
                <a:cubicBezTo>
                  <a:pt x="71855" y="68525"/>
                  <a:pt x="70017" y="59818"/>
                  <a:pt x="70017" y="49894"/>
                </a:cubicBezTo>
                <a:cubicBezTo>
                  <a:pt x="70017" y="39972"/>
                  <a:pt x="71855" y="31266"/>
                  <a:pt x="75530" y="23778"/>
                </a:cubicBezTo>
                <a:cubicBezTo>
                  <a:pt x="79206" y="16288"/>
                  <a:pt x="84466" y="10452"/>
                  <a:pt x="91311" y="6271"/>
                </a:cubicBezTo>
                <a:cubicBezTo>
                  <a:pt x="98156" y="2090"/>
                  <a:pt x="106265" y="0"/>
                  <a:pt x="115638" y="0"/>
                </a:cubicBezTo>
                <a:cubicBezTo>
                  <a:pt x="126664" y="0"/>
                  <a:pt x="135622" y="2619"/>
                  <a:pt x="142514" y="7857"/>
                </a:cubicBezTo>
                <a:cubicBezTo>
                  <a:pt x="149406" y="13094"/>
                  <a:pt x="153817" y="20491"/>
                  <a:pt x="155746" y="30047"/>
                </a:cubicBezTo>
                <a:lnTo>
                  <a:pt x="142928" y="30047"/>
                </a:lnTo>
                <a:cubicBezTo>
                  <a:pt x="141459" y="24074"/>
                  <a:pt x="138472" y="19274"/>
                  <a:pt x="133969" y="15645"/>
                </a:cubicBezTo>
                <a:cubicBezTo>
                  <a:pt x="129467" y="12015"/>
                  <a:pt x="123356" y="10200"/>
                  <a:pt x="115638" y="10200"/>
                </a:cubicBezTo>
                <a:cubicBezTo>
                  <a:pt x="108747" y="10200"/>
                  <a:pt x="102774" y="11785"/>
                  <a:pt x="97720" y="14955"/>
                </a:cubicBezTo>
                <a:cubicBezTo>
                  <a:pt x="92666" y="18125"/>
                  <a:pt x="88762" y="22674"/>
                  <a:pt x="86005" y="28600"/>
                </a:cubicBezTo>
                <a:cubicBezTo>
                  <a:pt x="83249" y="34527"/>
                  <a:pt x="81871" y="41625"/>
                  <a:pt x="81871" y="49894"/>
                </a:cubicBezTo>
                <a:cubicBezTo>
                  <a:pt x="81871" y="58165"/>
                  <a:pt x="83249" y="65264"/>
                  <a:pt x="86005" y="71190"/>
                </a:cubicBezTo>
                <a:cubicBezTo>
                  <a:pt x="88762" y="77117"/>
                  <a:pt x="92666" y="81665"/>
                  <a:pt x="97720" y="84835"/>
                </a:cubicBezTo>
                <a:cubicBezTo>
                  <a:pt x="102774" y="88005"/>
                  <a:pt x="108747" y="89590"/>
                  <a:pt x="115638" y="89590"/>
                </a:cubicBezTo>
                <a:cubicBezTo>
                  <a:pt x="123356" y="89590"/>
                  <a:pt x="129467" y="87822"/>
                  <a:pt x="133969" y="84284"/>
                </a:cubicBezTo>
                <a:cubicBezTo>
                  <a:pt x="138472" y="80745"/>
                  <a:pt x="141459" y="76036"/>
                  <a:pt x="142928" y="70155"/>
                </a:cubicBezTo>
                <a:lnTo>
                  <a:pt x="155746" y="70155"/>
                </a:lnTo>
                <a:cubicBezTo>
                  <a:pt x="153817" y="79436"/>
                  <a:pt x="149406" y="86695"/>
                  <a:pt x="142514" y="91933"/>
                </a:cubicBezTo>
                <a:cubicBezTo>
                  <a:pt x="135622" y="97170"/>
                  <a:pt x="126664" y="99788"/>
                  <a:pt x="115638" y="99788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EC127-A1B2-457C-A667-69810ABE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905" y="1121916"/>
            <a:ext cx="919065" cy="453484"/>
          </a:xfrm>
          <a:custGeom xmlns:a="http://schemas.openxmlformats.org/drawingml/2006/main">
            <a:pathLst>
              <a:path w="919065" h="453484">
                <a:moveTo>
                  <a:pt x="0" y="453484"/>
                </a:moveTo>
                <a:lnTo>
                  <a:pt x="0" y="0"/>
                </a:lnTo>
                <a:lnTo>
                  <a:pt x="919065" y="0"/>
                </a:lnTo>
                <a:lnTo>
                  <a:pt x="919065" y="453484"/>
                </a:lnTo>
                <a:lnTo>
                  <a:pt x="0" y="45348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Tokenizer">
            <a:extLst xmlns:a="http://schemas.openxmlformats.org/drawingml/2006/main">
              <a:ext uri="{FF2B5EF4-FFF2-40B4-BE49-F238E27FC236}">
                <a16:creationId xmlns:a16="http://schemas.microsoft.com/office/drawing/2014/main" id="{668B63BC-A6B1-4C76-A1E4-ED68AEEF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718" y="1287217"/>
            <a:ext cx="586735" cy="101580"/>
          </a:xfrm>
          <a:custGeom xmlns:a="http://schemas.openxmlformats.org/drawingml/2006/main">
            <a:pathLst>
              <a:path w="586735" h="101580">
                <a:moveTo>
                  <a:pt x="152300" y="690"/>
                </a:moveTo>
                <a:lnTo>
                  <a:pt x="152300" y="99927"/>
                </a:lnTo>
                <a:lnTo>
                  <a:pt x="163878" y="99927"/>
                </a:lnTo>
                <a:lnTo>
                  <a:pt x="163878" y="64106"/>
                </a:lnTo>
                <a:lnTo>
                  <a:pt x="195027" y="99927"/>
                </a:lnTo>
                <a:lnTo>
                  <a:pt x="209774" y="99927"/>
                </a:lnTo>
                <a:lnTo>
                  <a:pt x="175668" y="61976"/>
                </a:lnTo>
                <a:lnTo>
                  <a:pt x="206329" y="30461"/>
                </a:lnTo>
                <a:lnTo>
                  <a:pt x="192131" y="30461"/>
                </a:lnTo>
                <a:lnTo>
                  <a:pt x="163878" y="59876"/>
                </a:lnTo>
                <a:lnTo>
                  <a:pt x="163878" y="690"/>
                </a:lnTo>
                <a:lnTo>
                  <a:pt x="152300" y="690"/>
                </a:lnTo>
                <a:close/>
                <a:moveTo>
                  <a:pt x="69190" y="3447"/>
                </a:moveTo>
                <a:lnTo>
                  <a:pt x="0" y="3447"/>
                </a:lnTo>
                <a:lnTo>
                  <a:pt x="0" y="12957"/>
                </a:lnTo>
                <a:lnTo>
                  <a:pt x="28806" y="12957"/>
                </a:lnTo>
                <a:lnTo>
                  <a:pt x="28806" y="99927"/>
                </a:lnTo>
                <a:lnTo>
                  <a:pt x="40384" y="99927"/>
                </a:lnTo>
                <a:lnTo>
                  <a:pt x="40384" y="12957"/>
                </a:lnTo>
                <a:lnTo>
                  <a:pt x="69190" y="12957"/>
                </a:lnTo>
                <a:lnTo>
                  <a:pt x="69190" y="3447"/>
                </a:lnTo>
                <a:close/>
                <a:moveTo>
                  <a:pt x="104825" y="101456"/>
                </a:moveTo>
                <a:lnTo>
                  <a:pt x="105617" y="101386"/>
                </a:lnTo>
                <a:lnTo>
                  <a:pt x="106402" y="101300"/>
                </a:lnTo>
                <a:lnTo>
                  <a:pt x="107179" y="101199"/>
                </a:lnTo>
                <a:lnTo>
                  <a:pt x="107949" y="101083"/>
                </a:lnTo>
                <a:lnTo>
                  <a:pt x="108711" y="100950"/>
                </a:lnTo>
                <a:lnTo>
                  <a:pt x="109465" y="100803"/>
                </a:lnTo>
                <a:lnTo>
                  <a:pt x="110212" y="100639"/>
                </a:lnTo>
                <a:lnTo>
                  <a:pt x="110951" y="100461"/>
                </a:lnTo>
                <a:lnTo>
                  <a:pt x="111682" y="100266"/>
                </a:lnTo>
                <a:lnTo>
                  <a:pt x="112406" y="100056"/>
                </a:lnTo>
                <a:lnTo>
                  <a:pt x="113122" y="99831"/>
                </a:lnTo>
                <a:lnTo>
                  <a:pt x="113830" y="99590"/>
                </a:lnTo>
                <a:lnTo>
                  <a:pt x="114531" y="99334"/>
                </a:lnTo>
                <a:lnTo>
                  <a:pt x="115224" y="99061"/>
                </a:lnTo>
                <a:lnTo>
                  <a:pt x="115909" y="98774"/>
                </a:lnTo>
                <a:lnTo>
                  <a:pt x="116587" y="98471"/>
                </a:lnTo>
                <a:lnTo>
                  <a:pt x="117257" y="98152"/>
                </a:lnTo>
                <a:lnTo>
                  <a:pt x="117919" y="97818"/>
                </a:lnTo>
                <a:lnTo>
                  <a:pt x="118574" y="97468"/>
                </a:lnTo>
                <a:lnTo>
                  <a:pt x="119221" y="97103"/>
                </a:lnTo>
                <a:lnTo>
                  <a:pt x="119858" y="96723"/>
                </a:lnTo>
                <a:lnTo>
                  <a:pt x="120485" y="96330"/>
                </a:lnTo>
                <a:lnTo>
                  <a:pt x="121101" y="95925"/>
                </a:lnTo>
                <a:lnTo>
                  <a:pt x="121705" y="95506"/>
                </a:lnTo>
                <a:lnTo>
                  <a:pt x="122299" y="95075"/>
                </a:lnTo>
                <a:lnTo>
                  <a:pt x="122882" y="94630"/>
                </a:lnTo>
                <a:lnTo>
                  <a:pt x="123453" y="94173"/>
                </a:lnTo>
                <a:lnTo>
                  <a:pt x="124014" y="93703"/>
                </a:lnTo>
                <a:lnTo>
                  <a:pt x="124563" y="93220"/>
                </a:lnTo>
                <a:lnTo>
                  <a:pt x="125102" y="92724"/>
                </a:lnTo>
                <a:lnTo>
                  <a:pt x="125630" y="92215"/>
                </a:lnTo>
                <a:lnTo>
                  <a:pt x="126146" y="91693"/>
                </a:lnTo>
                <a:lnTo>
                  <a:pt x="126652" y="91158"/>
                </a:lnTo>
                <a:lnTo>
                  <a:pt x="127146" y="90610"/>
                </a:lnTo>
                <a:lnTo>
                  <a:pt x="127630" y="90050"/>
                </a:lnTo>
                <a:lnTo>
                  <a:pt x="128102" y="89476"/>
                </a:lnTo>
                <a:lnTo>
                  <a:pt x="128564" y="88890"/>
                </a:lnTo>
                <a:lnTo>
                  <a:pt x="129014" y="88290"/>
                </a:lnTo>
                <a:lnTo>
                  <a:pt x="129454" y="87678"/>
                </a:lnTo>
                <a:lnTo>
                  <a:pt x="129882" y="87053"/>
                </a:lnTo>
                <a:lnTo>
                  <a:pt x="130300" y="86415"/>
                </a:lnTo>
                <a:lnTo>
                  <a:pt x="130706" y="85764"/>
                </a:lnTo>
                <a:lnTo>
                  <a:pt x="131102" y="85100"/>
                </a:lnTo>
                <a:lnTo>
                  <a:pt x="131486" y="84423"/>
                </a:lnTo>
                <a:lnTo>
                  <a:pt x="131857" y="83735"/>
                </a:lnTo>
                <a:lnTo>
                  <a:pt x="132213" y="83036"/>
                </a:lnTo>
                <a:lnTo>
                  <a:pt x="132552" y="82328"/>
                </a:lnTo>
                <a:lnTo>
                  <a:pt x="132876" y="81610"/>
                </a:lnTo>
                <a:lnTo>
                  <a:pt x="133184" y="80883"/>
                </a:lnTo>
                <a:lnTo>
                  <a:pt x="133476" y="80145"/>
                </a:lnTo>
                <a:lnTo>
                  <a:pt x="133753" y="79398"/>
                </a:lnTo>
                <a:lnTo>
                  <a:pt x="134013" y="78641"/>
                </a:lnTo>
                <a:lnTo>
                  <a:pt x="134258" y="77874"/>
                </a:lnTo>
                <a:lnTo>
                  <a:pt x="134487" y="77097"/>
                </a:lnTo>
                <a:lnTo>
                  <a:pt x="134700" y="76311"/>
                </a:lnTo>
                <a:lnTo>
                  <a:pt x="134898" y="75515"/>
                </a:lnTo>
                <a:lnTo>
                  <a:pt x="135079" y="74709"/>
                </a:lnTo>
                <a:lnTo>
                  <a:pt x="135245" y="73893"/>
                </a:lnTo>
                <a:lnTo>
                  <a:pt x="135395" y="73067"/>
                </a:lnTo>
                <a:lnTo>
                  <a:pt x="135530" y="72231"/>
                </a:lnTo>
                <a:lnTo>
                  <a:pt x="135648" y="71386"/>
                </a:lnTo>
                <a:lnTo>
                  <a:pt x="135751" y="70531"/>
                </a:lnTo>
                <a:lnTo>
                  <a:pt x="135838" y="69666"/>
                </a:lnTo>
                <a:lnTo>
                  <a:pt x="135909" y="68791"/>
                </a:lnTo>
                <a:lnTo>
                  <a:pt x="135964" y="67907"/>
                </a:lnTo>
                <a:lnTo>
                  <a:pt x="136003" y="67012"/>
                </a:lnTo>
                <a:lnTo>
                  <a:pt x="136027" y="66108"/>
                </a:lnTo>
                <a:lnTo>
                  <a:pt x="136035" y="65194"/>
                </a:lnTo>
                <a:lnTo>
                  <a:pt x="136027" y="64280"/>
                </a:lnTo>
                <a:lnTo>
                  <a:pt x="136004" y="63376"/>
                </a:lnTo>
                <a:lnTo>
                  <a:pt x="135965" y="62482"/>
                </a:lnTo>
                <a:lnTo>
                  <a:pt x="135911" y="61597"/>
                </a:lnTo>
                <a:lnTo>
                  <a:pt x="135841" y="60722"/>
                </a:lnTo>
                <a:lnTo>
                  <a:pt x="135755" y="59858"/>
                </a:lnTo>
                <a:lnTo>
                  <a:pt x="135654" y="59002"/>
                </a:lnTo>
                <a:lnTo>
                  <a:pt x="135537" y="58157"/>
                </a:lnTo>
                <a:lnTo>
                  <a:pt x="135405" y="57322"/>
                </a:lnTo>
                <a:lnTo>
                  <a:pt x="135257" y="56496"/>
                </a:lnTo>
                <a:lnTo>
                  <a:pt x="135094" y="55680"/>
                </a:lnTo>
                <a:lnTo>
                  <a:pt x="134915" y="54874"/>
                </a:lnTo>
                <a:lnTo>
                  <a:pt x="134721" y="54078"/>
                </a:lnTo>
                <a:lnTo>
                  <a:pt x="134511" y="53292"/>
                </a:lnTo>
                <a:lnTo>
                  <a:pt x="134285" y="52515"/>
                </a:lnTo>
                <a:lnTo>
                  <a:pt x="134044" y="51748"/>
                </a:lnTo>
                <a:lnTo>
                  <a:pt x="133787" y="50991"/>
                </a:lnTo>
                <a:lnTo>
                  <a:pt x="133515" y="50244"/>
                </a:lnTo>
                <a:lnTo>
                  <a:pt x="133227" y="49507"/>
                </a:lnTo>
                <a:lnTo>
                  <a:pt x="132924" y="48779"/>
                </a:lnTo>
                <a:lnTo>
                  <a:pt x="132605" y="48062"/>
                </a:lnTo>
                <a:lnTo>
                  <a:pt x="132271" y="47354"/>
                </a:lnTo>
                <a:lnTo>
                  <a:pt x="131921" y="46656"/>
                </a:lnTo>
                <a:lnTo>
                  <a:pt x="131555" y="45968"/>
                </a:lnTo>
                <a:lnTo>
                  <a:pt x="131177" y="45291"/>
                </a:lnTo>
                <a:lnTo>
                  <a:pt x="130787" y="44626"/>
                </a:lnTo>
                <a:lnTo>
                  <a:pt x="130386" y="43975"/>
                </a:lnTo>
                <a:lnTo>
                  <a:pt x="129974" y="43337"/>
                </a:lnTo>
                <a:lnTo>
                  <a:pt x="129551" y="42712"/>
                </a:lnTo>
                <a:lnTo>
                  <a:pt x="129117" y="42099"/>
                </a:lnTo>
                <a:lnTo>
                  <a:pt x="128673" y="41500"/>
                </a:lnTo>
                <a:lnTo>
                  <a:pt x="128217" y="40913"/>
                </a:lnTo>
                <a:lnTo>
                  <a:pt x="127750" y="40339"/>
                </a:lnTo>
                <a:lnTo>
                  <a:pt x="127272" y="39779"/>
                </a:lnTo>
                <a:lnTo>
                  <a:pt x="126783" y="39231"/>
                </a:lnTo>
                <a:lnTo>
                  <a:pt x="126283" y="38696"/>
                </a:lnTo>
                <a:lnTo>
                  <a:pt x="125773" y="38174"/>
                </a:lnTo>
                <a:lnTo>
                  <a:pt x="125251" y="37665"/>
                </a:lnTo>
                <a:lnTo>
                  <a:pt x="124718" y="37169"/>
                </a:lnTo>
                <a:lnTo>
                  <a:pt x="124174" y="36686"/>
                </a:lnTo>
                <a:lnTo>
                  <a:pt x="123619" y="36216"/>
                </a:lnTo>
                <a:lnTo>
                  <a:pt x="123053" y="35758"/>
                </a:lnTo>
                <a:lnTo>
                  <a:pt x="122476" y="35314"/>
                </a:lnTo>
                <a:lnTo>
                  <a:pt x="121888" y="34882"/>
                </a:lnTo>
                <a:lnTo>
                  <a:pt x="121289" y="34464"/>
                </a:lnTo>
                <a:lnTo>
                  <a:pt x="120680" y="34058"/>
                </a:lnTo>
                <a:lnTo>
                  <a:pt x="120059" y="33666"/>
                </a:lnTo>
                <a:lnTo>
                  <a:pt x="119427" y="33286"/>
                </a:lnTo>
                <a:lnTo>
                  <a:pt x="118785" y="32920"/>
                </a:lnTo>
                <a:lnTo>
                  <a:pt x="118136" y="32570"/>
                </a:lnTo>
                <a:lnTo>
                  <a:pt x="117479" y="32236"/>
                </a:lnTo>
                <a:lnTo>
                  <a:pt x="116814" y="31917"/>
                </a:lnTo>
                <a:lnTo>
                  <a:pt x="116141" y="31614"/>
                </a:lnTo>
                <a:lnTo>
                  <a:pt x="115460" y="31326"/>
                </a:lnTo>
                <a:lnTo>
                  <a:pt x="114771" y="31054"/>
                </a:lnTo>
                <a:lnTo>
                  <a:pt x="114075" y="30797"/>
                </a:lnTo>
                <a:lnTo>
                  <a:pt x="113370" y="30556"/>
                </a:lnTo>
                <a:lnTo>
                  <a:pt x="112657" y="30331"/>
                </a:lnTo>
                <a:lnTo>
                  <a:pt x="111937" y="30121"/>
                </a:lnTo>
                <a:lnTo>
                  <a:pt x="111209" y="29926"/>
                </a:lnTo>
                <a:lnTo>
                  <a:pt x="110473" y="29747"/>
                </a:lnTo>
                <a:lnTo>
                  <a:pt x="109729" y="29584"/>
                </a:lnTo>
                <a:lnTo>
                  <a:pt x="108977" y="29436"/>
                </a:lnTo>
                <a:lnTo>
                  <a:pt x="108217" y="29304"/>
                </a:lnTo>
                <a:lnTo>
                  <a:pt x="107449" y="29187"/>
                </a:lnTo>
                <a:lnTo>
                  <a:pt x="106673" y="29086"/>
                </a:lnTo>
                <a:lnTo>
                  <a:pt x="105890" y="29001"/>
                </a:lnTo>
                <a:lnTo>
                  <a:pt x="105098" y="28931"/>
                </a:lnTo>
                <a:lnTo>
                  <a:pt x="104299" y="28876"/>
                </a:lnTo>
                <a:lnTo>
                  <a:pt x="103491" y="28837"/>
                </a:lnTo>
                <a:lnTo>
                  <a:pt x="102676" y="28814"/>
                </a:lnTo>
                <a:lnTo>
                  <a:pt x="101853" y="28806"/>
                </a:lnTo>
                <a:lnTo>
                  <a:pt x="101052" y="28814"/>
                </a:lnTo>
                <a:lnTo>
                  <a:pt x="100258" y="28837"/>
                </a:lnTo>
                <a:lnTo>
                  <a:pt x="99470" y="28876"/>
                </a:lnTo>
                <a:lnTo>
                  <a:pt x="98689" y="28931"/>
                </a:lnTo>
                <a:lnTo>
                  <a:pt x="97914" y="29001"/>
                </a:lnTo>
                <a:lnTo>
                  <a:pt x="97146" y="29086"/>
                </a:lnTo>
                <a:lnTo>
                  <a:pt x="96384" y="29187"/>
                </a:lnTo>
                <a:lnTo>
                  <a:pt x="95628" y="29304"/>
                </a:lnTo>
                <a:lnTo>
                  <a:pt x="94879" y="29436"/>
                </a:lnTo>
                <a:lnTo>
                  <a:pt x="94137" y="29584"/>
                </a:lnTo>
                <a:lnTo>
                  <a:pt x="93401" y="29747"/>
                </a:lnTo>
                <a:lnTo>
                  <a:pt x="92671" y="29926"/>
                </a:lnTo>
                <a:lnTo>
                  <a:pt x="91948" y="30121"/>
                </a:lnTo>
                <a:lnTo>
                  <a:pt x="91231" y="30331"/>
                </a:lnTo>
                <a:lnTo>
                  <a:pt x="90521" y="30556"/>
                </a:lnTo>
                <a:lnTo>
                  <a:pt x="89817" y="30797"/>
                </a:lnTo>
                <a:lnTo>
                  <a:pt x="89119" y="31054"/>
                </a:lnTo>
                <a:lnTo>
                  <a:pt x="88428" y="31326"/>
                </a:lnTo>
                <a:lnTo>
                  <a:pt x="87744" y="31614"/>
                </a:lnTo>
                <a:lnTo>
                  <a:pt x="87066" y="31917"/>
                </a:lnTo>
                <a:lnTo>
                  <a:pt x="86394" y="32236"/>
                </a:lnTo>
                <a:lnTo>
                  <a:pt x="85729" y="32570"/>
                </a:lnTo>
                <a:lnTo>
                  <a:pt x="85071" y="32920"/>
                </a:lnTo>
                <a:lnTo>
                  <a:pt x="84418" y="33286"/>
                </a:lnTo>
                <a:lnTo>
                  <a:pt x="83775" y="33666"/>
                </a:lnTo>
                <a:lnTo>
                  <a:pt x="83143" y="34058"/>
                </a:lnTo>
                <a:lnTo>
                  <a:pt x="82523" y="34464"/>
                </a:lnTo>
                <a:lnTo>
                  <a:pt x="81914" y="34882"/>
                </a:lnTo>
                <a:lnTo>
                  <a:pt x="81317" y="35314"/>
                </a:lnTo>
                <a:lnTo>
                  <a:pt x="80731" y="35758"/>
                </a:lnTo>
                <a:lnTo>
                  <a:pt x="80157" y="36216"/>
                </a:lnTo>
                <a:lnTo>
                  <a:pt x="79594" y="36686"/>
                </a:lnTo>
                <a:lnTo>
                  <a:pt x="79043" y="37169"/>
                </a:lnTo>
                <a:lnTo>
                  <a:pt x="78503" y="37665"/>
                </a:lnTo>
                <a:lnTo>
                  <a:pt x="77975" y="38174"/>
                </a:lnTo>
                <a:lnTo>
                  <a:pt x="77458" y="38696"/>
                </a:lnTo>
                <a:lnTo>
                  <a:pt x="76952" y="39231"/>
                </a:lnTo>
                <a:lnTo>
                  <a:pt x="76458" y="39779"/>
                </a:lnTo>
                <a:lnTo>
                  <a:pt x="75976" y="40339"/>
                </a:lnTo>
                <a:lnTo>
                  <a:pt x="75505" y="40913"/>
                </a:lnTo>
                <a:lnTo>
                  <a:pt x="75046" y="41500"/>
                </a:lnTo>
                <a:lnTo>
                  <a:pt x="74598" y="42099"/>
                </a:lnTo>
                <a:lnTo>
                  <a:pt x="74161" y="42712"/>
                </a:lnTo>
                <a:lnTo>
                  <a:pt x="73736" y="43337"/>
                </a:lnTo>
                <a:lnTo>
                  <a:pt x="73323" y="43975"/>
                </a:lnTo>
                <a:lnTo>
                  <a:pt x="72921" y="44626"/>
                </a:lnTo>
                <a:lnTo>
                  <a:pt x="72530" y="45291"/>
                </a:lnTo>
                <a:lnTo>
                  <a:pt x="72151" y="45968"/>
                </a:lnTo>
                <a:lnTo>
                  <a:pt x="71785" y="46656"/>
                </a:lnTo>
                <a:lnTo>
                  <a:pt x="71435" y="47355"/>
                </a:lnTo>
                <a:lnTo>
                  <a:pt x="71101" y="48064"/>
                </a:lnTo>
                <a:lnTo>
                  <a:pt x="70782" y="48783"/>
                </a:lnTo>
                <a:lnTo>
                  <a:pt x="70479" y="49513"/>
                </a:lnTo>
                <a:lnTo>
                  <a:pt x="70191" y="50253"/>
                </a:lnTo>
                <a:lnTo>
                  <a:pt x="69919" y="51003"/>
                </a:lnTo>
                <a:lnTo>
                  <a:pt x="69662" y="51764"/>
                </a:lnTo>
                <a:lnTo>
                  <a:pt x="69421" y="52534"/>
                </a:lnTo>
                <a:lnTo>
                  <a:pt x="69196" y="53315"/>
                </a:lnTo>
                <a:lnTo>
                  <a:pt x="68986" y="54107"/>
                </a:lnTo>
                <a:lnTo>
                  <a:pt x="68791" y="54908"/>
                </a:lnTo>
                <a:lnTo>
                  <a:pt x="68612" y="55720"/>
                </a:lnTo>
                <a:lnTo>
                  <a:pt x="68449" y="56543"/>
                </a:lnTo>
                <a:lnTo>
                  <a:pt x="68301" y="57375"/>
                </a:lnTo>
                <a:lnTo>
                  <a:pt x="68169" y="58218"/>
                </a:lnTo>
                <a:lnTo>
                  <a:pt x="68052" y="59071"/>
                </a:lnTo>
                <a:lnTo>
                  <a:pt x="67951" y="59934"/>
                </a:lnTo>
                <a:lnTo>
                  <a:pt x="67866" y="60808"/>
                </a:lnTo>
                <a:lnTo>
                  <a:pt x="67796" y="61692"/>
                </a:lnTo>
                <a:lnTo>
                  <a:pt x="67741" y="62586"/>
                </a:lnTo>
                <a:lnTo>
                  <a:pt x="67702" y="63491"/>
                </a:lnTo>
                <a:lnTo>
                  <a:pt x="67679" y="64406"/>
                </a:lnTo>
                <a:lnTo>
                  <a:pt x="67671" y="65331"/>
                </a:lnTo>
                <a:lnTo>
                  <a:pt x="67679" y="66234"/>
                </a:lnTo>
                <a:lnTo>
                  <a:pt x="67702" y="67127"/>
                </a:lnTo>
                <a:lnTo>
                  <a:pt x="67740" y="68011"/>
                </a:lnTo>
                <a:lnTo>
                  <a:pt x="67794" y="68886"/>
                </a:lnTo>
                <a:lnTo>
                  <a:pt x="67863" y="69752"/>
                </a:lnTo>
                <a:lnTo>
                  <a:pt x="67947" y="70608"/>
                </a:lnTo>
                <a:lnTo>
                  <a:pt x="68047" y="71455"/>
                </a:lnTo>
                <a:lnTo>
                  <a:pt x="68161" y="72292"/>
                </a:lnTo>
                <a:lnTo>
                  <a:pt x="68292" y="73120"/>
                </a:lnTo>
                <a:lnTo>
                  <a:pt x="68437" y="73939"/>
                </a:lnTo>
                <a:lnTo>
                  <a:pt x="68598" y="74749"/>
                </a:lnTo>
                <a:lnTo>
                  <a:pt x="68774" y="75549"/>
                </a:lnTo>
                <a:lnTo>
                  <a:pt x="68965" y="76340"/>
                </a:lnTo>
                <a:lnTo>
                  <a:pt x="69172" y="77121"/>
                </a:lnTo>
                <a:lnTo>
                  <a:pt x="69394" y="77893"/>
                </a:lnTo>
                <a:lnTo>
                  <a:pt x="69631" y="78656"/>
                </a:lnTo>
                <a:lnTo>
                  <a:pt x="69884" y="79410"/>
                </a:lnTo>
                <a:lnTo>
                  <a:pt x="70152" y="80154"/>
                </a:lnTo>
                <a:lnTo>
                  <a:pt x="70435" y="80889"/>
                </a:lnTo>
                <a:lnTo>
                  <a:pt x="70734" y="81614"/>
                </a:lnTo>
                <a:lnTo>
                  <a:pt x="71048" y="82330"/>
                </a:lnTo>
                <a:lnTo>
                  <a:pt x="71377" y="83037"/>
                </a:lnTo>
                <a:lnTo>
                  <a:pt x="71722" y="83735"/>
                </a:lnTo>
                <a:lnTo>
                  <a:pt x="72082" y="84423"/>
                </a:lnTo>
                <a:lnTo>
                  <a:pt x="72455" y="85100"/>
                </a:lnTo>
                <a:lnTo>
                  <a:pt x="72840" y="85764"/>
                </a:lnTo>
                <a:lnTo>
                  <a:pt x="73236" y="86415"/>
                </a:lnTo>
                <a:lnTo>
                  <a:pt x="73644" y="87053"/>
                </a:lnTo>
                <a:lnTo>
                  <a:pt x="74064" y="87678"/>
                </a:lnTo>
                <a:lnTo>
                  <a:pt x="74494" y="88290"/>
                </a:lnTo>
                <a:lnTo>
                  <a:pt x="74937" y="88890"/>
                </a:lnTo>
                <a:lnTo>
                  <a:pt x="75390" y="89476"/>
                </a:lnTo>
                <a:lnTo>
                  <a:pt x="75856" y="90050"/>
                </a:lnTo>
                <a:lnTo>
                  <a:pt x="76332" y="90610"/>
                </a:lnTo>
                <a:lnTo>
                  <a:pt x="76821" y="91158"/>
                </a:lnTo>
                <a:lnTo>
                  <a:pt x="77320" y="91693"/>
                </a:lnTo>
                <a:lnTo>
                  <a:pt x="77832" y="92215"/>
                </a:lnTo>
                <a:lnTo>
                  <a:pt x="78354" y="92724"/>
                </a:lnTo>
                <a:lnTo>
                  <a:pt x="78888" y="93220"/>
                </a:lnTo>
                <a:lnTo>
                  <a:pt x="79434" y="93703"/>
                </a:lnTo>
                <a:lnTo>
                  <a:pt x="79991" y="94173"/>
                </a:lnTo>
                <a:lnTo>
                  <a:pt x="80560" y="94630"/>
                </a:lnTo>
                <a:lnTo>
                  <a:pt x="81140" y="95075"/>
                </a:lnTo>
                <a:lnTo>
                  <a:pt x="81731" y="95506"/>
                </a:lnTo>
                <a:lnTo>
                  <a:pt x="82334" y="95925"/>
                </a:lnTo>
                <a:lnTo>
                  <a:pt x="82949" y="96330"/>
                </a:lnTo>
                <a:lnTo>
                  <a:pt x="83575" y="96723"/>
                </a:lnTo>
                <a:lnTo>
                  <a:pt x="84212" y="97103"/>
                </a:lnTo>
                <a:lnTo>
                  <a:pt x="84859" y="97468"/>
                </a:lnTo>
                <a:lnTo>
                  <a:pt x="85512" y="97818"/>
                </a:lnTo>
                <a:lnTo>
                  <a:pt x="86172" y="98152"/>
                </a:lnTo>
                <a:lnTo>
                  <a:pt x="86839" y="98471"/>
                </a:lnTo>
                <a:lnTo>
                  <a:pt x="87512" y="98774"/>
                </a:lnTo>
                <a:lnTo>
                  <a:pt x="88192" y="99061"/>
                </a:lnTo>
                <a:lnTo>
                  <a:pt x="88879" y="99334"/>
                </a:lnTo>
                <a:lnTo>
                  <a:pt x="89572" y="99590"/>
                </a:lnTo>
                <a:lnTo>
                  <a:pt x="90272" y="99831"/>
                </a:lnTo>
                <a:lnTo>
                  <a:pt x="90979" y="100056"/>
                </a:lnTo>
                <a:lnTo>
                  <a:pt x="91693" y="100266"/>
                </a:lnTo>
                <a:lnTo>
                  <a:pt x="92413" y="100461"/>
                </a:lnTo>
                <a:lnTo>
                  <a:pt x="93140" y="100639"/>
                </a:lnTo>
                <a:lnTo>
                  <a:pt x="93873" y="100803"/>
                </a:lnTo>
                <a:lnTo>
                  <a:pt x="94614" y="100950"/>
                </a:lnTo>
                <a:lnTo>
                  <a:pt x="95361" y="101083"/>
                </a:lnTo>
                <a:lnTo>
                  <a:pt x="96114" y="101199"/>
                </a:lnTo>
                <a:lnTo>
                  <a:pt x="96875" y="101300"/>
                </a:lnTo>
                <a:lnTo>
                  <a:pt x="97642" y="101386"/>
                </a:lnTo>
                <a:lnTo>
                  <a:pt x="98416" y="101456"/>
                </a:lnTo>
                <a:lnTo>
                  <a:pt x="99196" y="101510"/>
                </a:lnTo>
                <a:lnTo>
                  <a:pt x="99983" y="101549"/>
                </a:lnTo>
                <a:lnTo>
                  <a:pt x="100777" y="101572"/>
                </a:lnTo>
                <a:lnTo>
                  <a:pt x="101578" y="101580"/>
                </a:lnTo>
                <a:lnTo>
                  <a:pt x="102401" y="101572"/>
                </a:lnTo>
                <a:lnTo>
                  <a:pt x="103216" y="101549"/>
                </a:lnTo>
                <a:lnTo>
                  <a:pt x="104024" y="101510"/>
                </a:lnTo>
                <a:lnTo>
                  <a:pt x="104825" y="101456"/>
                </a:lnTo>
                <a:close/>
                <a:moveTo>
                  <a:pt x="99766" y="91575"/>
                </a:moveTo>
                <a:lnTo>
                  <a:pt x="99286" y="91529"/>
                </a:lnTo>
                <a:lnTo>
                  <a:pt x="98809" y="91472"/>
                </a:lnTo>
                <a:lnTo>
                  <a:pt x="98335" y="91406"/>
                </a:lnTo>
                <a:lnTo>
                  <a:pt x="97865" y="91328"/>
                </a:lnTo>
                <a:lnTo>
                  <a:pt x="97397" y="91241"/>
                </a:lnTo>
                <a:lnTo>
                  <a:pt x="96933" y="91143"/>
                </a:lnTo>
                <a:lnTo>
                  <a:pt x="96472" y="91035"/>
                </a:lnTo>
                <a:lnTo>
                  <a:pt x="96013" y="90917"/>
                </a:lnTo>
                <a:lnTo>
                  <a:pt x="95558" y="90788"/>
                </a:lnTo>
                <a:lnTo>
                  <a:pt x="95106" y="90649"/>
                </a:lnTo>
                <a:lnTo>
                  <a:pt x="94657" y="90500"/>
                </a:lnTo>
                <a:lnTo>
                  <a:pt x="94212" y="90341"/>
                </a:lnTo>
                <a:lnTo>
                  <a:pt x="93769" y="90171"/>
                </a:lnTo>
                <a:lnTo>
                  <a:pt x="93329" y="89991"/>
                </a:lnTo>
                <a:lnTo>
                  <a:pt x="92893" y="89800"/>
                </a:lnTo>
                <a:lnTo>
                  <a:pt x="92460" y="89600"/>
                </a:lnTo>
                <a:lnTo>
                  <a:pt x="92029" y="89389"/>
                </a:lnTo>
                <a:lnTo>
                  <a:pt x="91602" y="89168"/>
                </a:lnTo>
                <a:lnTo>
                  <a:pt x="91178" y="88936"/>
                </a:lnTo>
                <a:lnTo>
                  <a:pt x="90757" y="88694"/>
                </a:lnTo>
                <a:lnTo>
                  <a:pt x="90341" y="88442"/>
                </a:lnTo>
                <a:lnTo>
                  <a:pt x="89932" y="88180"/>
                </a:lnTo>
                <a:lnTo>
                  <a:pt x="89530" y="87907"/>
                </a:lnTo>
                <a:lnTo>
                  <a:pt x="89134" y="87624"/>
                </a:lnTo>
                <a:lnTo>
                  <a:pt x="88745" y="87331"/>
                </a:lnTo>
                <a:lnTo>
                  <a:pt x="88362" y="87027"/>
                </a:lnTo>
                <a:lnTo>
                  <a:pt x="87987" y="86714"/>
                </a:lnTo>
                <a:lnTo>
                  <a:pt x="87618" y="86390"/>
                </a:lnTo>
                <a:lnTo>
                  <a:pt x="87255" y="86055"/>
                </a:lnTo>
                <a:lnTo>
                  <a:pt x="86900" y="85710"/>
                </a:lnTo>
                <a:lnTo>
                  <a:pt x="86551" y="85356"/>
                </a:lnTo>
                <a:lnTo>
                  <a:pt x="86209" y="84990"/>
                </a:lnTo>
                <a:lnTo>
                  <a:pt x="85873" y="84615"/>
                </a:lnTo>
                <a:lnTo>
                  <a:pt x="85544" y="84229"/>
                </a:lnTo>
                <a:lnTo>
                  <a:pt x="85222" y="83833"/>
                </a:lnTo>
                <a:lnTo>
                  <a:pt x="84907" y="83426"/>
                </a:lnTo>
                <a:lnTo>
                  <a:pt x="84598" y="83010"/>
                </a:lnTo>
                <a:lnTo>
                  <a:pt x="84296" y="82583"/>
                </a:lnTo>
                <a:lnTo>
                  <a:pt x="84001" y="82145"/>
                </a:lnTo>
                <a:lnTo>
                  <a:pt x="83712" y="81698"/>
                </a:lnTo>
                <a:lnTo>
                  <a:pt x="83430" y="81240"/>
                </a:lnTo>
                <a:lnTo>
                  <a:pt x="83155" y="80772"/>
                </a:lnTo>
                <a:lnTo>
                  <a:pt x="82886" y="80293"/>
                </a:lnTo>
                <a:lnTo>
                  <a:pt x="82624" y="79805"/>
                </a:lnTo>
                <a:lnTo>
                  <a:pt x="82371" y="79306"/>
                </a:lnTo>
                <a:lnTo>
                  <a:pt x="82129" y="78798"/>
                </a:lnTo>
                <a:lnTo>
                  <a:pt x="81898" y="78280"/>
                </a:lnTo>
                <a:lnTo>
                  <a:pt x="81677" y="77752"/>
                </a:lnTo>
                <a:lnTo>
                  <a:pt x="81467" y="77215"/>
                </a:lnTo>
                <a:lnTo>
                  <a:pt x="81268" y="76669"/>
                </a:lnTo>
                <a:lnTo>
                  <a:pt x="81080" y="76113"/>
                </a:lnTo>
                <a:lnTo>
                  <a:pt x="80902" y="75547"/>
                </a:lnTo>
                <a:lnTo>
                  <a:pt x="80735" y="74972"/>
                </a:lnTo>
                <a:lnTo>
                  <a:pt x="80579" y="74387"/>
                </a:lnTo>
                <a:lnTo>
                  <a:pt x="80434" y="73793"/>
                </a:lnTo>
                <a:lnTo>
                  <a:pt x="80299" y="73189"/>
                </a:lnTo>
                <a:lnTo>
                  <a:pt x="80176" y="72575"/>
                </a:lnTo>
                <a:lnTo>
                  <a:pt x="80063" y="71952"/>
                </a:lnTo>
                <a:lnTo>
                  <a:pt x="79960" y="71319"/>
                </a:lnTo>
                <a:lnTo>
                  <a:pt x="79869" y="70677"/>
                </a:lnTo>
                <a:lnTo>
                  <a:pt x="79788" y="70025"/>
                </a:lnTo>
                <a:lnTo>
                  <a:pt x="79718" y="69364"/>
                </a:lnTo>
                <a:lnTo>
                  <a:pt x="79659" y="68693"/>
                </a:lnTo>
                <a:lnTo>
                  <a:pt x="79611" y="68012"/>
                </a:lnTo>
                <a:lnTo>
                  <a:pt x="79573" y="67322"/>
                </a:lnTo>
                <a:lnTo>
                  <a:pt x="79546" y="66622"/>
                </a:lnTo>
                <a:lnTo>
                  <a:pt x="79530" y="65913"/>
                </a:lnTo>
                <a:lnTo>
                  <a:pt x="79524" y="65194"/>
                </a:lnTo>
                <a:lnTo>
                  <a:pt x="79530" y="64464"/>
                </a:lnTo>
                <a:lnTo>
                  <a:pt x="79546" y="63745"/>
                </a:lnTo>
                <a:lnTo>
                  <a:pt x="79573" y="63035"/>
                </a:lnTo>
                <a:lnTo>
                  <a:pt x="79611" y="62336"/>
                </a:lnTo>
                <a:lnTo>
                  <a:pt x="79659" y="61648"/>
                </a:lnTo>
                <a:lnTo>
                  <a:pt x="79718" y="60969"/>
                </a:lnTo>
                <a:lnTo>
                  <a:pt x="79788" y="60301"/>
                </a:lnTo>
                <a:lnTo>
                  <a:pt x="79869" y="59643"/>
                </a:lnTo>
                <a:lnTo>
                  <a:pt x="79960" y="58996"/>
                </a:lnTo>
                <a:lnTo>
                  <a:pt x="80063" y="58358"/>
                </a:lnTo>
                <a:lnTo>
                  <a:pt x="80176" y="57731"/>
                </a:lnTo>
                <a:lnTo>
                  <a:pt x="80299" y="57115"/>
                </a:lnTo>
                <a:lnTo>
                  <a:pt x="80434" y="56508"/>
                </a:lnTo>
                <a:lnTo>
                  <a:pt x="80579" y="55912"/>
                </a:lnTo>
                <a:lnTo>
                  <a:pt x="80735" y="55326"/>
                </a:lnTo>
                <a:lnTo>
                  <a:pt x="80902" y="54751"/>
                </a:lnTo>
                <a:lnTo>
                  <a:pt x="81080" y="54185"/>
                </a:lnTo>
                <a:lnTo>
                  <a:pt x="81268" y="53630"/>
                </a:lnTo>
                <a:lnTo>
                  <a:pt x="81467" y="53086"/>
                </a:lnTo>
                <a:lnTo>
                  <a:pt x="81677" y="52551"/>
                </a:lnTo>
                <a:lnTo>
                  <a:pt x="81898" y="52027"/>
                </a:lnTo>
                <a:lnTo>
                  <a:pt x="82129" y="51513"/>
                </a:lnTo>
                <a:lnTo>
                  <a:pt x="82371" y="51010"/>
                </a:lnTo>
                <a:lnTo>
                  <a:pt x="82624" y="50517"/>
                </a:lnTo>
                <a:lnTo>
                  <a:pt x="82887" y="50033"/>
                </a:lnTo>
                <a:lnTo>
                  <a:pt x="83156" y="49560"/>
                </a:lnTo>
                <a:lnTo>
                  <a:pt x="83432" y="49097"/>
                </a:lnTo>
                <a:lnTo>
                  <a:pt x="83716" y="48644"/>
                </a:lnTo>
                <a:lnTo>
                  <a:pt x="84007" y="48201"/>
                </a:lnTo>
                <a:lnTo>
                  <a:pt x="84305" y="47768"/>
                </a:lnTo>
                <a:lnTo>
                  <a:pt x="84610" y="47345"/>
                </a:lnTo>
                <a:lnTo>
                  <a:pt x="84922" y="46932"/>
                </a:lnTo>
                <a:lnTo>
                  <a:pt x="85242" y="46529"/>
                </a:lnTo>
                <a:lnTo>
                  <a:pt x="85568" y="46137"/>
                </a:lnTo>
                <a:lnTo>
                  <a:pt x="85902" y="45754"/>
                </a:lnTo>
                <a:lnTo>
                  <a:pt x="86243" y="45381"/>
                </a:lnTo>
                <a:lnTo>
                  <a:pt x="86592" y="45019"/>
                </a:lnTo>
                <a:lnTo>
                  <a:pt x="86947" y="44666"/>
                </a:lnTo>
                <a:lnTo>
                  <a:pt x="87310" y="44324"/>
                </a:lnTo>
                <a:lnTo>
                  <a:pt x="87679" y="43991"/>
                </a:lnTo>
                <a:lnTo>
                  <a:pt x="88056" y="43669"/>
                </a:lnTo>
                <a:lnTo>
                  <a:pt x="88440" y="43357"/>
                </a:lnTo>
                <a:lnTo>
                  <a:pt x="88832" y="43054"/>
                </a:lnTo>
                <a:lnTo>
                  <a:pt x="89230" y="42762"/>
                </a:lnTo>
                <a:lnTo>
                  <a:pt x="89636" y="42480"/>
                </a:lnTo>
                <a:lnTo>
                  <a:pt x="90049" y="42208"/>
                </a:lnTo>
                <a:lnTo>
                  <a:pt x="90469" y="41946"/>
                </a:lnTo>
                <a:lnTo>
                  <a:pt x="90896" y="41694"/>
                </a:lnTo>
                <a:lnTo>
                  <a:pt x="91328" y="41452"/>
                </a:lnTo>
                <a:lnTo>
                  <a:pt x="91762" y="41221"/>
                </a:lnTo>
                <a:lnTo>
                  <a:pt x="92198" y="41000"/>
                </a:lnTo>
                <a:lnTo>
                  <a:pt x="92636" y="40789"/>
                </a:lnTo>
                <a:lnTo>
                  <a:pt x="93077" y="40588"/>
                </a:lnTo>
                <a:lnTo>
                  <a:pt x="93519" y="40398"/>
                </a:lnTo>
                <a:lnTo>
                  <a:pt x="93964" y="40218"/>
                </a:lnTo>
                <a:lnTo>
                  <a:pt x="94411" y="40048"/>
                </a:lnTo>
                <a:lnTo>
                  <a:pt x="94860" y="39888"/>
                </a:lnTo>
                <a:lnTo>
                  <a:pt x="95311" y="39739"/>
                </a:lnTo>
                <a:lnTo>
                  <a:pt x="95765" y="39600"/>
                </a:lnTo>
                <a:lnTo>
                  <a:pt x="96220" y="39472"/>
                </a:lnTo>
                <a:lnTo>
                  <a:pt x="96678" y="39353"/>
                </a:lnTo>
                <a:lnTo>
                  <a:pt x="97137" y="39245"/>
                </a:lnTo>
                <a:lnTo>
                  <a:pt x="97599" y="39148"/>
                </a:lnTo>
                <a:lnTo>
                  <a:pt x="98063" y="39060"/>
                </a:lnTo>
                <a:lnTo>
                  <a:pt x="98530" y="38983"/>
                </a:lnTo>
                <a:lnTo>
                  <a:pt x="98998" y="38916"/>
                </a:lnTo>
                <a:lnTo>
                  <a:pt x="99468" y="38859"/>
                </a:lnTo>
                <a:lnTo>
                  <a:pt x="99941" y="38813"/>
                </a:lnTo>
                <a:lnTo>
                  <a:pt x="100416" y="38777"/>
                </a:lnTo>
                <a:lnTo>
                  <a:pt x="100893" y="38751"/>
                </a:lnTo>
                <a:lnTo>
                  <a:pt x="101372" y="38736"/>
                </a:lnTo>
                <a:lnTo>
                  <a:pt x="101853" y="38731"/>
                </a:lnTo>
                <a:lnTo>
                  <a:pt x="102357" y="38736"/>
                </a:lnTo>
                <a:lnTo>
                  <a:pt x="102857" y="38751"/>
                </a:lnTo>
                <a:lnTo>
                  <a:pt x="103353" y="38777"/>
                </a:lnTo>
                <a:lnTo>
                  <a:pt x="103846" y="38813"/>
                </a:lnTo>
                <a:lnTo>
                  <a:pt x="104335" y="38859"/>
                </a:lnTo>
                <a:lnTo>
                  <a:pt x="104821" y="38916"/>
                </a:lnTo>
                <a:lnTo>
                  <a:pt x="105303" y="38983"/>
                </a:lnTo>
                <a:lnTo>
                  <a:pt x="105782" y="39060"/>
                </a:lnTo>
                <a:lnTo>
                  <a:pt x="106257" y="39148"/>
                </a:lnTo>
                <a:lnTo>
                  <a:pt x="106728" y="39245"/>
                </a:lnTo>
                <a:lnTo>
                  <a:pt x="107196" y="39353"/>
                </a:lnTo>
                <a:lnTo>
                  <a:pt x="107660" y="39472"/>
                </a:lnTo>
                <a:lnTo>
                  <a:pt x="108120" y="39600"/>
                </a:lnTo>
                <a:lnTo>
                  <a:pt x="108577" y="39739"/>
                </a:lnTo>
                <a:lnTo>
                  <a:pt x="109031" y="39888"/>
                </a:lnTo>
                <a:lnTo>
                  <a:pt x="109480" y="40048"/>
                </a:lnTo>
                <a:lnTo>
                  <a:pt x="109927" y="40218"/>
                </a:lnTo>
                <a:lnTo>
                  <a:pt x="110369" y="40398"/>
                </a:lnTo>
                <a:lnTo>
                  <a:pt x="110808" y="40588"/>
                </a:lnTo>
                <a:lnTo>
                  <a:pt x="111244" y="40789"/>
                </a:lnTo>
                <a:lnTo>
                  <a:pt x="111675" y="41000"/>
                </a:lnTo>
                <a:lnTo>
                  <a:pt x="112104" y="41221"/>
                </a:lnTo>
                <a:lnTo>
                  <a:pt x="112528" y="41452"/>
                </a:lnTo>
                <a:lnTo>
                  <a:pt x="112949" y="41694"/>
                </a:lnTo>
                <a:lnTo>
                  <a:pt x="113365" y="41946"/>
                </a:lnTo>
                <a:lnTo>
                  <a:pt x="113774" y="42208"/>
                </a:lnTo>
                <a:lnTo>
                  <a:pt x="114177" y="42480"/>
                </a:lnTo>
                <a:lnTo>
                  <a:pt x="114572" y="42762"/>
                </a:lnTo>
                <a:lnTo>
                  <a:pt x="114961" y="43054"/>
                </a:lnTo>
                <a:lnTo>
                  <a:pt x="115344" y="43357"/>
                </a:lnTo>
                <a:lnTo>
                  <a:pt x="115719" y="43669"/>
                </a:lnTo>
                <a:lnTo>
                  <a:pt x="116088" y="43991"/>
                </a:lnTo>
                <a:lnTo>
                  <a:pt x="116451" y="44324"/>
                </a:lnTo>
                <a:lnTo>
                  <a:pt x="116806" y="44666"/>
                </a:lnTo>
                <a:lnTo>
                  <a:pt x="117155" y="45019"/>
                </a:lnTo>
                <a:lnTo>
                  <a:pt x="117497" y="45381"/>
                </a:lnTo>
                <a:lnTo>
                  <a:pt x="117833" y="45754"/>
                </a:lnTo>
                <a:lnTo>
                  <a:pt x="118161" y="46137"/>
                </a:lnTo>
                <a:lnTo>
                  <a:pt x="118483" y="46529"/>
                </a:lnTo>
                <a:lnTo>
                  <a:pt x="118799" y="46932"/>
                </a:lnTo>
                <a:lnTo>
                  <a:pt x="119107" y="47345"/>
                </a:lnTo>
                <a:lnTo>
                  <a:pt x="119409" y="47768"/>
                </a:lnTo>
                <a:lnTo>
                  <a:pt x="119704" y="48201"/>
                </a:lnTo>
                <a:lnTo>
                  <a:pt x="119993" y="48644"/>
                </a:lnTo>
                <a:lnTo>
                  <a:pt x="120275" y="49097"/>
                </a:lnTo>
                <a:lnTo>
                  <a:pt x="120550" y="49560"/>
                </a:lnTo>
                <a:lnTo>
                  <a:pt x="120818" y="50033"/>
                </a:lnTo>
                <a:lnTo>
                  <a:pt x="121080" y="50517"/>
                </a:lnTo>
                <a:lnTo>
                  <a:pt x="121333" y="51010"/>
                </a:lnTo>
                <a:lnTo>
                  <a:pt x="121575" y="51513"/>
                </a:lnTo>
                <a:lnTo>
                  <a:pt x="121807" y="52027"/>
                </a:lnTo>
                <a:lnTo>
                  <a:pt x="122028" y="52551"/>
                </a:lnTo>
                <a:lnTo>
                  <a:pt x="122238" y="53086"/>
                </a:lnTo>
                <a:lnTo>
                  <a:pt x="122437" y="53630"/>
                </a:lnTo>
                <a:lnTo>
                  <a:pt x="122625" y="54185"/>
                </a:lnTo>
                <a:lnTo>
                  <a:pt x="122803" y="54751"/>
                </a:lnTo>
                <a:lnTo>
                  <a:pt x="122970" y="55326"/>
                </a:lnTo>
                <a:lnTo>
                  <a:pt x="123126" y="55912"/>
                </a:lnTo>
                <a:lnTo>
                  <a:pt x="123272" y="56508"/>
                </a:lnTo>
                <a:lnTo>
                  <a:pt x="123406" y="57115"/>
                </a:lnTo>
                <a:lnTo>
                  <a:pt x="123530" y="57731"/>
                </a:lnTo>
                <a:lnTo>
                  <a:pt x="123643" y="58358"/>
                </a:lnTo>
                <a:lnTo>
                  <a:pt x="123746" y="58996"/>
                </a:lnTo>
                <a:lnTo>
                  <a:pt x="123837" y="59643"/>
                </a:lnTo>
                <a:lnTo>
                  <a:pt x="123918" y="60301"/>
                </a:lnTo>
                <a:lnTo>
                  <a:pt x="123988" y="60969"/>
                </a:lnTo>
                <a:lnTo>
                  <a:pt x="124047" y="61648"/>
                </a:lnTo>
                <a:lnTo>
                  <a:pt x="124096" y="62336"/>
                </a:lnTo>
                <a:lnTo>
                  <a:pt x="124133" y="63035"/>
                </a:lnTo>
                <a:lnTo>
                  <a:pt x="124160" y="63745"/>
                </a:lnTo>
                <a:lnTo>
                  <a:pt x="124176" y="64464"/>
                </a:lnTo>
                <a:lnTo>
                  <a:pt x="124182" y="65194"/>
                </a:lnTo>
                <a:lnTo>
                  <a:pt x="124176" y="65913"/>
                </a:lnTo>
                <a:lnTo>
                  <a:pt x="124160" y="66622"/>
                </a:lnTo>
                <a:lnTo>
                  <a:pt x="124132" y="67322"/>
                </a:lnTo>
                <a:lnTo>
                  <a:pt x="124094" y="68012"/>
                </a:lnTo>
                <a:lnTo>
                  <a:pt x="124044" y="68693"/>
                </a:lnTo>
                <a:lnTo>
                  <a:pt x="123984" y="69364"/>
                </a:lnTo>
                <a:lnTo>
                  <a:pt x="123912" y="70025"/>
                </a:lnTo>
                <a:lnTo>
                  <a:pt x="123829" y="70677"/>
                </a:lnTo>
                <a:lnTo>
                  <a:pt x="123736" y="71319"/>
                </a:lnTo>
                <a:lnTo>
                  <a:pt x="123631" y="71952"/>
                </a:lnTo>
                <a:lnTo>
                  <a:pt x="123516" y="72575"/>
                </a:lnTo>
                <a:lnTo>
                  <a:pt x="123389" y="73189"/>
                </a:lnTo>
                <a:lnTo>
                  <a:pt x="123251" y="73793"/>
                </a:lnTo>
                <a:lnTo>
                  <a:pt x="123103" y="74387"/>
                </a:lnTo>
                <a:lnTo>
                  <a:pt x="122943" y="74972"/>
                </a:lnTo>
                <a:lnTo>
                  <a:pt x="122772" y="75547"/>
                </a:lnTo>
                <a:lnTo>
                  <a:pt x="122591" y="76113"/>
                </a:lnTo>
                <a:lnTo>
                  <a:pt x="122398" y="76669"/>
                </a:lnTo>
                <a:lnTo>
                  <a:pt x="122194" y="77215"/>
                </a:lnTo>
                <a:lnTo>
                  <a:pt x="121979" y="77752"/>
                </a:lnTo>
                <a:lnTo>
                  <a:pt x="121754" y="78280"/>
                </a:lnTo>
                <a:lnTo>
                  <a:pt x="121517" y="78798"/>
                </a:lnTo>
                <a:lnTo>
                  <a:pt x="121269" y="79306"/>
                </a:lnTo>
                <a:lnTo>
                  <a:pt x="121010" y="79805"/>
                </a:lnTo>
                <a:lnTo>
                  <a:pt x="120743" y="80293"/>
                </a:lnTo>
                <a:lnTo>
                  <a:pt x="120469" y="80772"/>
                </a:lnTo>
                <a:lnTo>
                  <a:pt x="120188" y="81240"/>
                </a:lnTo>
                <a:lnTo>
                  <a:pt x="119900" y="81698"/>
                </a:lnTo>
                <a:lnTo>
                  <a:pt x="119606" y="82145"/>
                </a:lnTo>
                <a:lnTo>
                  <a:pt x="119305" y="82583"/>
                </a:lnTo>
                <a:lnTo>
                  <a:pt x="118997" y="83010"/>
                </a:lnTo>
                <a:lnTo>
                  <a:pt x="118683" y="83426"/>
                </a:lnTo>
                <a:lnTo>
                  <a:pt x="118362" y="83833"/>
                </a:lnTo>
                <a:lnTo>
                  <a:pt x="118034" y="84229"/>
                </a:lnTo>
                <a:lnTo>
                  <a:pt x="117700" y="84615"/>
                </a:lnTo>
                <a:lnTo>
                  <a:pt x="117358" y="84990"/>
                </a:lnTo>
                <a:lnTo>
                  <a:pt x="117010" y="85356"/>
                </a:lnTo>
                <a:lnTo>
                  <a:pt x="116656" y="85710"/>
                </a:lnTo>
                <a:lnTo>
                  <a:pt x="116294" y="86055"/>
                </a:lnTo>
                <a:lnTo>
                  <a:pt x="115926" y="86390"/>
                </a:lnTo>
                <a:lnTo>
                  <a:pt x="115552" y="86714"/>
                </a:lnTo>
                <a:lnTo>
                  <a:pt x="115170" y="87027"/>
                </a:lnTo>
                <a:lnTo>
                  <a:pt x="114782" y="87331"/>
                </a:lnTo>
                <a:lnTo>
                  <a:pt x="114387" y="87624"/>
                </a:lnTo>
                <a:lnTo>
                  <a:pt x="113986" y="87907"/>
                </a:lnTo>
                <a:lnTo>
                  <a:pt x="113578" y="88180"/>
                </a:lnTo>
                <a:lnTo>
                  <a:pt x="113163" y="88442"/>
                </a:lnTo>
                <a:lnTo>
                  <a:pt x="112741" y="88694"/>
                </a:lnTo>
                <a:lnTo>
                  <a:pt x="112315" y="88936"/>
                </a:lnTo>
                <a:lnTo>
                  <a:pt x="111886" y="89168"/>
                </a:lnTo>
                <a:lnTo>
                  <a:pt x="111454" y="89389"/>
                </a:lnTo>
                <a:lnTo>
                  <a:pt x="111019" y="89600"/>
                </a:lnTo>
                <a:lnTo>
                  <a:pt x="110581" y="89800"/>
                </a:lnTo>
                <a:lnTo>
                  <a:pt x="110140" y="89991"/>
                </a:lnTo>
                <a:lnTo>
                  <a:pt x="109697" y="90171"/>
                </a:lnTo>
                <a:lnTo>
                  <a:pt x="109250" y="90341"/>
                </a:lnTo>
                <a:lnTo>
                  <a:pt x="108801" y="90500"/>
                </a:lnTo>
                <a:lnTo>
                  <a:pt x="108349" y="90649"/>
                </a:lnTo>
                <a:lnTo>
                  <a:pt x="107894" y="90788"/>
                </a:lnTo>
                <a:lnTo>
                  <a:pt x="107436" y="90917"/>
                </a:lnTo>
                <a:lnTo>
                  <a:pt x="106975" y="91035"/>
                </a:lnTo>
                <a:lnTo>
                  <a:pt x="106511" y="91143"/>
                </a:lnTo>
                <a:lnTo>
                  <a:pt x="106045" y="91241"/>
                </a:lnTo>
                <a:lnTo>
                  <a:pt x="105575" y="91328"/>
                </a:lnTo>
                <a:lnTo>
                  <a:pt x="105103" y="91406"/>
                </a:lnTo>
                <a:lnTo>
                  <a:pt x="104628" y="91472"/>
                </a:lnTo>
                <a:lnTo>
                  <a:pt x="104150" y="91529"/>
                </a:lnTo>
                <a:lnTo>
                  <a:pt x="103669" y="91575"/>
                </a:lnTo>
                <a:lnTo>
                  <a:pt x="103185" y="91611"/>
                </a:lnTo>
                <a:lnTo>
                  <a:pt x="102698" y="91637"/>
                </a:lnTo>
                <a:lnTo>
                  <a:pt x="102209" y="91652"/>
                </a:lnTo>
                <a:lnTo>
                  <a:pt x="101716" y="91658"/>
                </a:lnTo>
                <a:lnTo>
                  <a:pt x="101224" y="91652"/>
                </a:lnTo>
                <a:lnTo>
                  <a:pt x="100735" y="91637"/>
                </a:lnTo>
                <a:lnTo>
                  <a:pt x="100249" y="91611"/>
                </a:lnTo>
                <a:lnTo>
                  <a:pt x="99766" y="91575"/>
                </a:lnTo>
                <a:close/>
                <a:moveTo>
                  <a:pt x="279545" y="67337"/>
                </a:moveTo>
                <a:lnTo>
                  <a:pt x="279555" y="67181"/>
                </a:lnTo>
                <a:lnTo>
                  <a:pt x="279564" y="67027"/>
                </a:lnTo>
                <a:lnTo>
                  <a:pt x="279573" y="66874"/>
                </a:lnTo>
                <a:lnTo>
                  <a:pt x="279581" y="66723"/>
                </a:lnTo>
                <a:lnTo>
                  <a:pt x="279589" y="66573"/>
                </a:lnTo>
                <a:lnTo>
                  <a:pt x="279596" y="66424"/>
                </a:lnTo>
                <a:lnTo>
                  <a:pt x="279603" y="66277"/>
                </a:lnTo>
                <a:lnTo>
                  <a:pt x="279609" y="66131"/>
                </a:lnTo>
                <a:lnTo>
                  <a:pt x="279615" y="65987"/>
                </a:lnTo>
                <a:lnTo>
                  <a:pt x="279621" y="65844"/>
                </a:lnTo>
                <a:lnTo>
                  <a:pt x="279626" y="65703"/>
                </a:lnTo>
                <a:lnTo>
                  <a:pt x="279630" y="65563"/>
                </a:lnTo>
                <a:lnTo>
                  <a:pt x="279634" y="65424"/>
                </a:lnTo>
                <a:lnTo>
                  <a:pt x="279638" y="65287"/>
                </a:lnTo>
                <a:lnTo>
                  <a:pt x="279641" y="65152"/>
                </a:lnTo>
                <a:lnTo>
                  <a:pt x="279644" y="65017"/>
                </a:lnTo>
                <a:lnTo>
                  <a:pt x="279646" y="64885"/>
                </a:lnTo>
                <a:lnTo>
                  <a:pt x="279647" y="64753"/>
                </a:lnTo>
                <a:lnTo>
                  <a:pt x="279649" y="64623"/>
                </a:lnTo>
                <a:lnTo>
                  <a:pt x="279649" y="64495"/>
                </a:lnTo>
                <a:lnTo>
                  <a:pt x="279650" y="64368"/>
                </a:lnTo>
                <a:lnTo>
                  <a:pt x="279650" y="64242"/>
                </a:lnTo>
                <a:lnTo>
                  <a:pt x="279650" y="64116"/>
                </a:lnTo>
                <a:lnTo>
                  <a:pt x="279650" y="63991"/>
                </a:lnTo>
                <a:lnTo>
                  <a:pt x="279650" y="63866"/>
                </a:lnTo>
                <a:lnTo>
                  <a:pt x="279650" y="63742"/>
                </a:lnTo>
                <a:lnTo>
                  <a:pt x="279650" y="63618"/>
                </a:lnTo>
                <a:lnTo>
                  <a:pt x="279650" y="63495"/>
                </a:lnTo>
                <a:lnTo>
                  <a:pt x="279650" y="63372"/>
                </a:lnTo>
                <a:lnTo>
                  <a:pt x="279650" y="63250"/>
                </a:lnTo>
                <a:lnTo>
                  <a:pt x="279650" y="63128"/>
                </a:lnTo>
                <a:lnTo>
                  <a:pt x="279650" y="63006"/>
                </a:lnTo>
                <a:lnTo>
                  <a:pt x="279650" y="62886"/>
                </a:lnTo>
                <a:lnTo>
                  <a:pt x="279650" y="62765"/>
                </a:lnTo>
                <a:lnTo>
                  <a:pt x="279650" y="62645"/>
                </a:lnTo>
                <a:lnTo>
                  <a:pt x="279650" y="62526"/>
                </a:lnTo>
                <a:lnTo>
                  <a:pt x="279650" y="62407"/>
                </a:lnTo>
                <a:lnTo>
                  <a:pt x="279650" y="62288"/>
                </a:lnTo>
                <a:lnTo>
                  <a:pt x="279650" y="62170"/>
                </a:lnTo>
                <a:lnTo>
                  <a:pt x="279650" y="62052"/>
                </a:lnTo>
                <a:lnTo>
                  <a:pt x="279650" y="61935"/>
                </a:lnTo>
                <a:lnTo>
                  <a:pt x="279650" y="61819"/>
                </a:lnTo>
                <a:lnTo>
                  <a:pt x="279650" y="61703"/>
                </a:lnTo>
                <a:lnTo>
                  <a:pt x="279650" y="61587"/>
                </a:lnTo>
                <a:lnTo>
                  <a:pt x="279650" y="61472"/>
                </a:lnTo>
                <a:lnTo>
                  <a:pt x="279643" y="60739"/>
                </a:lnTo>
                <a:lnTo>
                  <a:pt x="279623" y="60012"/>
                </a:lnTo>
                <a:lnTo>
                  <a:pt x="279590" y="59289"/>
                </a:lnTo>
                <a:lnTo>
                  <a:pt x="279544" y="58572"/>
                </a:lnTo>
                <a:lnTo>
                  <a:pt x="279485" y="57859"/>
                </a:lnTo>
                <a:lnTo>
                  <a:pt x="279413" y="57152"/>
                </a:lnTo>
                <a:lnTo>
                  <a:pt x="279327" y="56450"/>
                </a:lnTo>
                <a:lnTo>
                  <a:pt x="279228" y="55752"/>
                </a:lnTo>
                <a:lnTo>
                  <a:pt x="279117" y="55060"/>
                </a:lnTo>
                <a:lnTo>
                  <a:pt x="278992" y="54373"/>
                </a:lnTo>
                <a:lnTo>
                  <a:pt x="278853" y="53690"/>
                </a:lnTo>
                <a:lnTo>
                  <a:pt x="278702" y="53013"/>
                </a:lnTo>
                <a:lnTo>
                  <a:pt x="278538" y="52341"/>
                </a:lnTo>
                <a:lnTo>
                  <a:pt x="278360" y="51674"/>
                </a:lnTo>
                <a:lnTo>
                  <a:pt x="278169" y="51011"/>
                </a:lnTo>
                <a:lnTo>
                  <a:pt x="277965" y="50354"/>
                </a:lnTo>
                <a:lnTo>
                  <a:pt x="277748" y="49702"/>
                </a:lnTo>
                <a:lnTo>
                  <a:pt x="277518" y="49055"/>
                </a:lnTo>
                <a:lnTo>
                  <a:pt x="277274" y="48413"/>
                </a:lnTo>
                <a:lnTo>
                  <a:pt x="277018" y="47776"/>
                </a:lnTo>
                <a:lnTo>
                  <a:pt x="276748" y="47144"/>
                </a:lnTo>
                <a:lnTo>
                  <a:pt x="276465" y="46517"/>
                </a:lnTo>
                <a:lnTo>
                  <a:pt x="276169" y="45895"/>
                </a:lnTo>
                <a:lnTo>
                  <a:pt x="275860" y="45278"/>
                </a:lnTo>
                <a:lnTo>
                  <a:pt x="275538" y="44668"/>
                </a:lnTo>
                <a:lnTo>
                  <a:pt x="275205" y="44068"/>
                </a:lnTo>
                <a:lnTo>
                  <a:pt x="274861" y="43479"/>
                </a:lnTo>
                <a:lnTo>
                  <a:pt x="274505" y="42898"/>
                </a:lnTo>
                <a:lnTo>
                  <a:pt x="274137" y="42328"/>
                </a:lnTo>
                <a:lnTo>
                  <a:pt x="273758" y="41768"/>
                </a:lnTo>
                <a:lnTo>
                  <a:pt x="273368" y="41217"/>
                </a:lnTo>
                <a:lnTo>
                  <a:pt x="272966" y="40676"/>
                </a:lnTo>
                <a:lnTo>
                  <a:pt x="272552" y="40145"/>
                </a:lnTo>
                <a:lnTo>
                  <a:pt x="272127" y="39624"/>
                </a:lnTo>
                <a:lnTo>
                  <a:pt x="271691" y="39112"/>
                </a:lnTo>
                <a:lnTo>
                  <a:pt x="271243" y="38610"/>
                </a:lnTo>
                <a:lnTo>
                  <a:pt x="270783" y="38119"/>
                </a:lnTo>
                <a:lnTo>
                  <a:pt x="270313" y="37636"/>
                </a:lnTo>
                <a:lnTo>
                  <a:pt x="269830" y="37164"/>
                </a:lnTo>
                <a:lnTo>
                  <a:pt x="269336" y="36702"/>
                </a:lnTo>
                <a:lnTo>
                  <a:pt x="268831" y="36249"/>
                </a:lnTo>
                <a:lnTo>
                  <a:pt x="268314" y="35806"/>
                </a:lnTo>
                <a:lnTo>
                  <a:pt x="267786" y="35373"/>
                </a:lnTo>
                <a:lnTo>
                  <a:pt x="267246" y="34950"/>
                </a:lnTo>
                <a:lnTo>
                  <a:pt x="266695" y="34537"/>
                </a:lnTo>
                <a:lnTo>
                  <a:pt x="266132" y="34133"/>
                </a:lnTo>
                <a:lnTo>
                  <a:pt x="265558" y="33739"/>
                </a:lnTo>
                <a:lnTo>
                  <a:pt x="264972" y="33355"/>
                </a:lnTo>
                <a:lnTo>
                  <a:pt x="264375" y="32984"/>
                </a:lnTo>
                <a:lnTo>
                  <a:pt x="263767" y="32629"/>
                </a:lnTo>
                <a:lnTo>
                  <a:pt x="263149" y="32289"/>
                </a:lnTo>
                <a:lnTo>
                  <a:pt x="262520" y="31965"/>
                </a:lnTo>
                <a:lnTo>
                  <a:pt x="261880" y="31657"/>
                </a:lnTo>
                <a:lnTo>
                  <a:pt x="261229" y="31365"/>
                </a:lnTo>
                <a:lnTo>
                  <a:pt x="260568" y="31089"/>
                </a:lnTo>
                <a:lnTo>
                  <a:pt x="259895" y="30828"/>
                </a:lnTo>
                <a:lnTo>
                  <a:pt x="259212" y="30583"/>
                </a:lnTo>
                <a:lnTo>
                  <a:pt x="258518" y="30354"/>
                </a:lnTo>
                <a:lnTo>
                  <a:pt x="257814" y="30141"/>
                </a:lnTo>
                <a:lnTo>
                  <a:pt x="257098" y="29944"/>
                </a:lnTo>
                <a:lnTo>
                  <a:pt x="256372" y="29762"/>
                </a:lnTo>
                <a:lnTo>
                  <a:pt x="255635" y="29596"/>
                </a:lnTo>
                <a:lnTo>
                  <a:pt x="254888" y="29446"/>
                </a:lnTo>
                <a:lnTo>
                  <a:pt x="254129" y="29312"/>
                </a:lnTo>
                <a:lnTo>
                  <a:pt x="253360" y="29193"/>
                </a:lnTo>
                <a:lnTo>
                  <a:pt x="252580" y="29091"/>
                </a:lnTo>
                <a:lnTo>
                  <a:pt x="251789" y="29004"/>
                </a:lnTo>
                <a:lnTo>
                  <a:pt x="250988" y="28933"/>
                </a:lnTo>
                <a:lnTo>
                  <a:pt x="250175" y="28877"/>
                </a:lnTo>
                <a:lnTo>
                  <a:pt x="249352" y="28838"/>
                </a:lnTo>
                <a:lnTo>
                  <a:pt x="248518" y="28814"/>
                </a:lnTo>
                <a:lnTo>
                  <a:pt x="247674" y="28806"/>
                </a:lnTo>
                <a:lnTo>
                  <a:pt x="246851" y="28814"/>
                </a:lnTo>
                <a:lnTo>
                  <a:pt x="246036" y="28838"/>
                </a:lnTo>
                <a:lnTo>
                  <a:pt x="245228" y="28877"/>
                </a:lnTo>
                <a:lnTo>
                  <a:pt x="244429" y="28933"/>
                </a:lnTo>
                <a:lnTo>
                  <a:pt x="243637" y="29004"/>
                </a:lnTo>
                <a:lnTo>
                  <a:pt x="242854" y="29091"/>
                </a:lnTo>
                <a:lnTo>
                  <a:pt x="242078" y="29193"/>
                </a:lnTo>
                <a:lnTo>
                  <a:pt x="241310" y="29312"/>
                </a:lnTo>
                <a:lnTo>
                  <a:pt x="240550" y="29446"/>
                </a:lnTo>
                <a:lnTo>
                  <a:pt x="239798" y="29596"/>
                </a:lnTo>
                <a:lnTo>
                  <a:pt x="239054" y="29762"/>
                </a:lnTo>
                <a:lnTo>
                  <a:pt x="238318" y="29944"/>
                </a:lnTo>
                <a:lnTo>
                  <a:pt x="237590" y="30141"/>
                </a:lnTo>
                <a:lnTo>
                  <a:pt x="236870" y="30354"/>
                </a:lnTo>
                <a:lnTo>
                  <a:pt x="236157" y="30583"/>
                </a:lnTo>
                <a:lnTo>
                  <a:pt x="235452" y="30828"/>
                </a:lnTo>
                <a:lnTo>
                  <a:pt x="234756" y="31089"/>
                </a:lnTo>
                <a:lnTo>
                  <a:pt x="234067" y="31365"/>
                </a:lnTo>
                <a:lnTo>
                  <a:pt x="233386" y="31657"/>
                </a:lnTo>
                <a:lnTo>
                  <a:pt x="232713" y="31965"/>
                </a:lnTo>
                <a:lnTo>
                  <a:pt x="232048" y="32289"/>
                </a:lnTo>
                <a:lnTo>
                  <a:pt x="231391" y="32629"/>
                </a:lnTo>
                <a:lnTo>
                  <a:pt x="230742" y="32984"/>
                </a:lnTo>
                <a:lnTo>
                  <a:pt x="230100" y="33355"/>
                </a:lnTo>
                <a:lnTo>
                  <a:pt x="229469" y="33741"/>
                </a:lnTo>
                <a:lnTo>
                  <a:pt x="228849" y="34138"/>
                </a:lnTo>
                <a:lnTo>
                  <a:pt x="228242" y="34549"/>
                </a:lnTo>
                <a:lnTo>
                  <a:pt x="227646" y="34971"/>
                </a:lnTo>
                <a:lnTo>
                  <a:pt x="227063" y="35406"/>
                </a:lnTo>
                <a:lnTo>
                  <a:pt x="226491" y="35854"/>
                </a:lnTo>
                <a:lnTo>
                  <a:pt x="225931" y="36314"/>
                </a:lnTo>
                <a:lnTo>
                  <a:pt x="225384" y="36786"/>
                </a:lnTo>
                <a:lnTo>
                  <a:pt x="224848" y="37271"/>
                </a:lnTo>
                <a:lnTo>
                  <a:pt x="224324" y="37768"/>
                </a:lnTo>
                <a:lnTo>
                  <a:pt x="223812" y="38278"/>
                </a:lnTo>
                <a:lnTo>
                  <a:pt x="223313" y="38800"/>
                </a:lnTo>
                <a:lnTo>
                  <a:pt x="222825" y="39335"/>
                </a:lnTo>
                <a:lnTo>
                  <a:pt x="222349" y="39882"/>
                </a:lnTo>
                <a:lnTo>
                  <a:pt x="221885" y="40441"/>
                </a:lnTo>
                <a:lnTo>
                  <a:pt x="221433" y="41013"/>
                </a:lnTo>
                <a:lnTo>
                  <a:pt x="220993" y="41598"/>
                </a:lnTo>
                <a:lnTo>
                  <a:pt x="220565" y="42195"/>
                </a:lnTo>
                <a:lnTo>
                  <a:pt x="220148" y="42804"/>
                </a:lnTo>
                <a:lnTo>
                  <a:pt x="219744" y="43426"/>
                </a:lnTo>
                <a:lnTo>
                  <a:pt x="219352" y="44060"/>
                </a:lnTo>
                <a:lnTo>
                  <a:pt x="218972" y="44706"/>
                </a:lnTo>
                <a:lnTo>
                  <a:pt x="218604" y="45366"/>
                </a:lnTo>
                <a:lnTo>
                  <a:pt x="218247" y="46037"/>
                </a:lnTo>
                <a:lnTo>
                  <a:pt x="217904" y="46720"/>
                </a:lnTo>
                <a:lnTo>
                  <a:pt x="217576" y="47412"/>
                </a:lnTo>
                <a:lnTo>
                  <a:pt x="217262" y="48115"/>
                </a:lnTo>
                <a:lnTo>
                  <a:pt x="216963" y="48828"/>
                </a:lnTo>
                <a:lnTo>
                  <a:pt x="216678" y="49550"/>
                </a:lnTo>
                <a:lnTo>
                  <a:pt x="216408" y="50283"/>
                </a:lnTo>
                <a:lnTo>
                  <a:pt x="216152" y="51026"/>
                </a:lnTo>
                <a:lnTo>
                  <a:pt x="215912" y="51779"/>
                </a:lnTo>
                <a:lnTo>
                  <a:pt x="215685" y="52542"/>
                </a:lnTo>
                <a:lnTo>
                  <a:pt x="215474" y="53315"/>
                </a:lnTo>
                <a:lnTo>
                  <a:pt x="215277" y="54098"/>
                </a:lnTo>
                <a:lnTo>
                  <a:pt x="215094" y="54892"/>
                </a:lnTo>
                <a:lnTo>
                  <a:pt x="214926" y="55695"/>
                </a:lnTo>
                <a:lnTo>
                  <a:pt x="214773" y="56508"/>
                </a:lnTo>
                <a:lnTo>
                  <a:pt x="214634" y="57332"/>
                </a:lnTo>
                <a:lnTo>
                  <a:pt x="214510" y="58165"/>
                </a:lnTo>
                <a:lnTo>
                  <a:pt x="214401" y="59008"/>
                </a:lnTo>
                <a:lnTo>
                  <a:pt x="214306" y="59862"/>
                </a:lnTo>
                <a:lnTo>
                  <a:pt x="214226" y="60725"/>
                </a:lnTo>
                <a:lnTo>
                  <a:pt x="214160" y="61599"/>
                </a:lnTo>
                <a:lnTo>
                  <a:pt x="214109" y="62483"/>
                </a:lnTo>
                <a:lnTo>
                  <a:pt x="214072" y="63377"/>
                </a:lnTo>
                <a:lnTo>
                  <a:pt x="214050" y="64280"/>
                </a:lnTo>
                <a:lnTo>
                  <a:pt x="214043" y="65194"/>
                </a:lnTo>
                <a:lnTo>
                  <a:pt x="214050" y="66097"/>
                </a:lnTo>
                <a:lnTo>
                  <a:pt x="214073" y="66990"/>
                </a:lnTo>
                <a:lnTo>
                  <a:pt x="214110" y="67874"/>
                </a:lnTo>
                <a:lnTo>
                  <a:pt x="214162" y="68749"/>
                </a:lnTo>
                <a:lnTo>
                  <a:pt x="214228" y="69614"/>
                </a:lnTo>
                <a:lnTo>
                  <a:pt x="214310" y="70470"/>
                </a:lnTo>
                <a:lnTo>
                  <a:pt x="214406" y="71317"/>
                </a:lnTo>
                <a:lnTo>
                  <a:pt x="214518" y="72154"/>
                </a:lnTo>
                <a:lnTo>
                  <a:pt x="214644" y="72982"/>
                </a:lnTo>
                <a:lnTo>
                  <a:pt x="214785" y="73801"/>
                </a:lnTo>
                <a:lnTo>
                  <a:pt x="214940" y="74611"/>
                </a:lnTo>
                <a:lnTo>
                  <a:pt x="215111" y="75411"/>
                </a:lnTo>
                <a:lnTo>
                  <a:pt x="215296" y="76201"/>
                </a:lnTo>
                <a:lnTo>
                  <a:pt x="215497" y="76983"/>
                </a:lnTo>
                <a:lnTo>
                  <a:pt x="215712" y="77755"/>
                </a:lnTo>
                <a:lnTo>
                  <a:pt x="215941" y="78518"/>
                </a:lnTo>
                <a:lnTo>
                  <a:pt x="216186" y="79271"/>
                </a:lnTo>
                <a:lnTo>
                  <a:pt x="216446" y="80015"/>
                </a:lnTo>
                <a:lnTo>
                  <a:pt x="216720" y="80750"/>
                </a:lnTo>
                <a:lnTo>
                  <a:pt x="217009" y="81475"/>
                </a:lnTo>
                <a:lnTo>
                  <a:pt x="217313" y="82192"/>
                </a:lnTo>
                <a:lnTo>
                  <a:pt x="217632" y="82898"/>
                </a:lnTo>
                <a:lnTo>
                  <a:pt x="217966" y="83596"/>
                </a:lnTo>
                <a:lnTo>
                  <a:pt x="218314" y="84284"/>
                </a:lnTo>
                <a:lnTo>
                  <a:pt x="218676" y="84961"/>
                </a:lnTo>
                <a:lnTo>
                  <a:pt x="219049" y="85625"/>
                </a:lnTo>
                <a:lnTo>
                  <a:pt x="219433" y="86277"/>
                </a:lnTo>
                <a:lnTo>
                  <a:pt x="219829" y="86916"/>
                </a:lnTo>
                <a:lnTo>
                  <a:pt x="220236" y="87542"/>
                </a:lnTo>
                <a:lnTo>
                  <a:pt x="220654" y="88156"/>
                </a:lnTo>
                <a:lnTo>
                  <a:pt x="221083" y="88757"/>
                </a:lnTo>
                <a:lnTo>
                  <a:pt x="221523" y="89345"/>
                </a:lnTo>
                <a:lnTo>
                  <a:pt x="221975" y="89921"/>
                </a:lnTo>
                <a:lnTo>
                  <a:pt x="222438" y="90484"/>
                </a:lnTo>
                <a:lnTo>
                  <a:pt x="222912" y="91034"/>
                </a:lnTo>
                <a:lnTo>
                  <a:pt x="223398" y="91571"/>
                </a:lnTo>
                <a:lnTo>
                  <a:pt x="223894" y="92096"/>
                </a:lnTo>
                <a:lnTo>
                  <a:pt x="224402" y="92608"/>
                </a:lnTo>
                <a:lnTo>
                  <a:pt x="224922" y="93108"/>
                </a:lnTo>
                <a:lnTo>
                  <a:pt x="225452" y="93595"/>
                </a:lnTo>
                <a:lnTo>
                  <a:pt x="225994" y="94069"/>
                </a:lnTo>
                <a:lnTo>
                  <a:pt x="226547" y="94530"/>
                </a:lnTo>
                <a:lnTo>
                  <a:pt x="227111" y="94979"/>
                </a:lnTo>
                <a:lnTo>
                  <a:pt x="227686" y="95415"/>
                </a:lnTo>
                <a:lnTo>
                  <a:pt x="228273" y="95839"/>
                </a:lnTo>
                <a:lnTo>
                  <a:pt x="228871" y="96250"/>
                </a:lnTo>
                <a:lnTo>
                  <a:pt x="229480" y="96648"/>
                </a:lnTo>
                <a:lnTo>
                  <a:pt x="230100" y="97033"/>
                </a:lnTo>
                <a:lnTo>
                  <a:pt x="230730" y="97404"/>
                </a:lnTo>
                <a:lnTo>
                  <a:pt x="231368" y="97759"/>
                </a:lnTo>
                <a:lnTo>
                  <a:pt x="232014" y="98099"/>
                </a:lnTo>
                <a:lnTo>
                  <a:pt x="232668" y="98422"/>
                </a:lnTo>
                <a:lnTo>
                  <a:pt x="233329" y="98730"/>
                </a:lnTo>
                <a:lnTo>
                  <a:pt x="233999" y="99022"/>
                </a:lnTo>
                <a:lnTo>
                  <a:pt x="234676" y="99299"/>
                </a:lnTo>
                <a:lnTo>
                  <a:pt x="235361" y="99559"/>
                </a:lnTo>
                <a:lnTo>
                  <a:pt x="236054" y="99804"/>
                </a:lnTo>
                <a:lnTo>
                  <a:pt x="236755" y="100033"/>
                </a:lnTo>
                <a:lnTo>
                  <a:pt x="237464" y="100246"/>
                </a:lnTo>
                <a:lnTo>
                  <a:pt x="238181" y="100443"/>
                </a:lnTo>
                <a:lnTo>
                  <a:pt x="238906" y="100625"/>
                </a:lnTo>
                <a:lnTo>
                  <a:pt x="239638" y="100791"/>
                </a:lnTo>
                <a:lnTo>
                  <a:pt x="240379" y="100941"/>
                </a:lnTo>
                <a:lnTo>
                  <a:pt x="241127" y="101075"/>
                </a:lnTo>
                <a:lnTo>
                  <a:pt x="241883" y="101193"/>
                </a:lnTo>
                <a:lnTo>
                  <a:pt x="242648" y="101296"/>
                </a:lnTo>
                <a:lnTo>
                  <a:pt x="243420" y="101383"/>
                </a:lnTo>
                <a:lnTo>
                  <a:pt x="244200" y="101454"/>
                </a:lnTo>
                <a:lnTo>
                  <a:pt x="244987" y="101509"/>
                </a:lnTo>
                <a:lnTo>
                  <a:pt x="245783" y="101548"/>
                </a:lnTo>
                <a:lnTo>
                  <a:pt x="246587" y="101572"/>
                </a:lnTo>
                <a:lnTo>
                  <a:pt x="247398" y="101580"/>
                </a:lnTo>
                <a:lnTo>
                  <a:pt x="248073" y="101575"/>
                </a:lnTo>
                <a:lnTo>
                  <a:pt x="248740" y="101560"/>
                </a:lnTo>
                <a:lnTo>
                  <a:pt x="249400" y="101536"/>
                </a:lnTo>
                <a:lnTo>
                  <a:pt x="250054" y="101502"/>
                </a:lnTo>
                <a:lnTo>
                  <a:pt x="250700" y="101457"/>
                </a:lnTo>
                <a:lnTo>
                  <a:pt x="251340" y="101404"/>
                </a:lnTo>
                <a:lnTo>
                  <a:pt x="251972" y="101340"/>
                </a:lnTo>
                <a:lnTo>
                  <a:pt x="252598" y="101266"/>
                </a:lnTo>
                <a:lnTo>
                  <a:pt x="253217" y="101183"/>
                </a:lnTo>
                <a:lnTo>
                  <a:pt x="253828" y="101090"/>
                </a:lnTo>
                <a:lnTo>
                  <a:pt x="254433" y="100987"/>
                </a:lnTo>
                <a:lnTo>
                  <a:pt x="255031" y="100874"/>
                </a:lnTo>
                <a:lnTo>
                  <a:pt x="255622" y="100751"/>
                </a:lnTo>
                <a:lnTo>
                  <a:pt x="256206" y="100619"/>
                </a:lnTo>
                <a:lnTo>
                  <a:pt x="256783" y="100477"/>
                </a:lnTo>
                <a:lnTo>
                  <a:pt x="257353" y="100325"/>
                </a:lnTo>
                <a:lnTo>
                  <a:pt x="257916" y="100163"/>
                </a:lnTo>
                <a:lnTo>
                  <a:pt x="258472" y="99991"/>
                </a:lnTo>
                <a:lnTo>
                  <a:pt x="259022" y="99810"/>
                </a:lnTo>
                <a:lnTo>
                  <a:pt x="259564" y="99619"/>
                </a:lnTo>
                <a:lnTo>
                  <a:pt x="260099" y="99418"/>
                </a:lnTo>
                <a:lnTo>
                  <a:pt x="260628" y="99207"/>
                </a:lnTo>
                <a:lnTo>
                  <a:pt x="261149" y="98986"/>
                </a:lnTo>
                <a:lnTo>
                  <a:pt x="261664" y="98756"/>
                </a:lnTo>
                <a:lnTo>
                  <a:pt x="262171" y="98516"/>
                </a:lnTo>
                <a:lnTo>
                  <a:pt x="262672" y="98270"/>
                </a:lnTo>
                <a:lnTo>
                  <a:pt x="263166" y="98016"/>
                </a:lnTo>
                <a:lnTo>
                  <a:pt x="263652" y="97754"/>
                </a:lnTo>
                <a:lnTo>
                  <a:pt x="264132" y="97485"/>
                </a:lnTo>
                <a:lnTo>
                  <a:pt x="264605" y="97209"/>
                </a:lnTo>
                <a:lnTo>
                  <a:pt x="265071" y="96925"/>
                </a:lnTo>
                <a:lnTo>
                  <a:pt x="265530" y="96634"/>
                </a:lnTo>
                <a:lnTo>
                  <a:pt x="265982" y="96335"/>
                </a:lnTo>
                <a:lnTo>
                  <a:pt x="266427" y="96030"/>
                </a:lnTo>
                <a:lnTo>
                  <a:pt x="266866" y="95716"/>
                </a:lnTo>
                <a:lnTo>
                  <a:pt x="267297" y="95395"/>
                </a:lnTo>
                <a:lnTo>
                  <a:pt x="267721" y="95067"/>
                </a:lnTo>
                <a:lnTo>
                  <a:pt x="268139" y="94732"/>
                </a:lnTo>
                <a:lnTo>
                  <a:pt x="268549" y="94389"/>
                </a:lnTo>
                <a:lnTo>
                  <a:pt x="268953" y="94038"/>
                </a:lnTo>
                <a:lnTo>
                  <a:pt x="269349" y="93680"/>
                </a:lnTo>
                <a:lnTo>
                  <a:pt x="269739" y="93315"/>
                </a:lnTo>
                <a:lnTo>
                  <a:pt x="270122" y="92942"/>
                </a:lnTo>
                <a:lnTo>
                  <a:pt x="270497" y="92562"/>
                </a:lnTo>
                <a:lnTo>
                  <a:pt x="270866" y="92175"/>
                </a:lnTo>
                <a:lnTo>
                  <a:pt x="271228" y="91780"/>
                </a:lnTo>
                <a:lnTo>
                  <a:pt x="271583" y="91378"/>
                </a:lnTo>
                <a:lnTo>
                  <a:pt x="271931" y="90968"/>
                </a:lnTo>
                <a:lnTo>
                  <a:pt x="272271" y="90552"/>
                </a:lnTo>
                <a:lnTo>
                  <a:pt x="272603" y="90132"/>
                </a:lnTo>
                <a:lnTo>
                  <a:pt x="272926" y="89708"/>
                </a:lnTo>
                <a:lnTo>
                  <a:pt x="273240" y="89280"/>
                </a:lnTo>
                <a:lnTo>
                  <a:pt x="273546" y="88847"/>
                </a:lnTo>
                <a:lnTo>
                  <a:pt x="273843" y="88410"/>
                </a:lnTo>
                <a:lnTo>
                  <a:pt x="274132" y="87968"/>
                </a:lnTo>
                <a:lnTo>
                  <a:pt x="274412" y="87522"/>
                </a:lnTo>
                <a:lnTo>
                  <a:pt x="274683" y="87072"/>
                </a:lnTo>
                <a:lnTo>
                  <a:pt x="274946" y="86618"/>
                </a:lnTo>
                <a:lnTo>
                  <a:pt x="275200" y="86159"/>
                </a:lnTo>
                <a:lnTo>
                  <a:pt x="275446" y="85696"/>
                </a:lnTo>
                <a:lnTo>
                  <a:pt x="275683" y="85229"/>
                </a:lnTo>
                <a:lnTo>
                  <a:pt x="275911" y="84757"/>
                </a:lnTo>
                <a:lnTo>
                  <a:pt x="276131" y="84282"/>
                </a:lnTo>
                <a:lnTo>
                  <a:pt x="276342" y="83801"/>
                </a:lnTo>
                <a:lnTo>
                  <a:pt x="276545" y="83317"/>
                </a:lnTo>
                <a:lnTo>
                  <a:pt x="276738" y="82828"/>
                </a:lnTo>
                <a:lnTo>
                  <a:pt x="276924" y="82335"/>
                </a:lnTo>
                <a:lnTo>
                  <a:pt x="277100" y="81837"/>
                </a:lnTo>
                <a:lnTo>
                  <a:pt x="277268" y="81336"/>
                </a:lnTo>
                <a:lnTo>
                  <a:pt x="277428" y="80830"/>
                </a:lnTo>
                <a:lnTo>
                  <a:pt x="277579" y="80319"/>
                </a:lnTo>
                <a:lnTo>
                  <a:pt x="277721" y="79805"/>
                </a:lnTo>
                <a:lnTo>
                  <a:pt x="266280" y="79805"/>
                </a:lnTo>
                <a:lnTo>
                  <a:pt x="266103" y="80260"/>
                </a:lnTo>
                <a:lnTo>
                  <a:pt x="265917" y="80707"/>
                </a:lnTo>
                <a:lnTo>
                  <a:pt x="265721" y="81147"/>
                </a:lnTo>
                <a:lnTo>
                  <a:pt x="265516" y="81579"/>
                </a:lnTo>
                <a:lnTo>
                  <a:pt x="265302" y="82003"/>
                </a:lnTo>
                <a:lnTo>
                  <a:pt x="265078" y="82419"/>
                </a:lnTo>
                <a:lnTo>
                  <a:pt x="264845" y="82827"/>
                </a:lnTo>
                <a:lnTo>
                  <a:pt x="264603" y="83227"/>
                </a:lnTo>
                <a:lnTo>
                  <a:pt x="264352" y="83619"/>
                </a:lnTo>
                <a:lnTo>
                  <a:pt x="264091" y="84003"/>
                </a:lnTo>
                <a:lnTo>
                  <a:pt x="263820" y="84380"/>
                </a:lnTo>
                <a:lnTo>
                  <a:pt x="263541" y="84748"/>
                </a:lnTo>
                <a:lnTo>
                  <a:pt x="263252" y="85109"/>
                </a:lnTo>
                <a:lnTo>
                  <a:pt x="262954" y="85462"/>
                </a:lnTo>
                <a:lnTo>
                  <a:pt x="262646" y="85807"/>
                </a:lnTo>
                <a:lnTo>
                  <a:pt x="262329" y="86144"/>
                </a:lnTo>
                <a:lnTo>
                  <a:pt x="262003" y="86473"/>
                </a:lnTo>
                <a:lnTo>
                  <a:pt x="261667" y="86794"/>
                </a:lnTo>
                <a:lnTo>
                  <a:pt x="261322" y="87107"/>
                </a:lnTo>
                <a:lnTo>
                  <a:pt x="260968" y="87413"/>
                </a:lnTo>
                <a:lnTo>
                  <a:pt x="260604" y="87710"/>
                </a:lnTo>
                <a:lnTo>
                  <a:pt x="260231" y="88000"/>
                </a:lnTo>
                <a:lnTo>
                  <a:pt x="259849" y="88282"/>
                </a:lnTo>
                <a:lnTo>
                  <a:pt x="259458" y="88556"/>
                </a:lnTo>
                <a:lnTo>
                  <a:pt x="259057" y="88820"/>
                </a:lnTo>
                <a:lnTo>
                  <a:pt x="258647" y="89073"/>
                </a:lnTo>
                <a:lnTo>
                  <a:pt x="258229" y="89315"/>
                </a:lnTo>
                <a:lnTo>
                  <a:pt x="257802" y="89545"/>
                </a:lnTo>
                <a:lnTo>
                  <a:pt x="257366" y="89764"/>
                </a:lnTo>
                <a:lnTo>
                  <a:pt x="256921" y="89972"/>
                </a:lnTo>
                <a:lnTo>
                  <a:pt x="256467" y="90169"/>
                </a:lnTo>
                <a:lnTo>
                  <a:pt x="256004" y="90355"/>
                </a:lnTo>
                <a:lnTo>
                  <a:pt x="255533" y="90529"/>
                </a:lnTo>
                <a:lnTo>
                  <a:pt x="255052" y="90692"/>
                </a:lnTo>
                <a:lnTo>
                  <a:pt x="254563" y="90844"/>
                </a:lnTo>
                <a:lnTo>
                  <a:pt x="254065" y="90985"/>
                </a:lnTo>
                <a:lnTo>
                  <a:pt x="253558" y="91114"/>
                </a:lnTo>
                <a:lnTo>
                  <a:pt x="253043" y="91232"/>
                </a:lnTo>
                <a:lnTo>
                  <a:pt x="252518" y="91339"/>
                </a:lnTo>
                <a:lnTo>
                  <a:pt x="251985" y="91434"/>
                </a:lnTo>
                <a:lnTo>
                  <a:pt x="251442" y="91519"/>
                </a:lnTo>
                <a:lnTo>
                  <a:pt x="250891" y="91592"/>
                </a:lnTo>
                <a:lnTo>
                  <a:pt x="250331" y="91654"/>
                </a:lnTo>
                <a:lnTo>
                  <a:pt x="249762" y="91704"/>
                </a:lnTo>
                <a:lnTo>
                  <a:pt x="249185" y="91744"/>
                </a:lnTo>
                <a:lnTo>
                  <a:pt x="248598" y="91772"/>
                </a:lnTo>
                <a:lnTo>
                  <a:pt x="248003" y="91789"/>
                </a:lnTo>
                <a:lnTo>
                  <a:pt x="247398" y="91794"/>
                </a:lnTo>
                <a:lnTo>
                  <a:pt x="246917" y="91789"/>
                </a:lnTo>
                <a:lnTo>
                  <a:pt x="246439" y="91774"/>
                </a:lnTo>
                <a:lnTo>
                  <a:pt x="245963" y="91749"/>
                </a:lnTo>
                <a:lnTo>
                  <a:pt x="245489" y="91714"/>
                </a:lnTo>
                <a:lnTo>
                  <a:pt x="245019" y="91669"/>
                </a:lnTo>
                <a:lnTo>
                  <a:pt x="244551" y="91613"/>
                </a:lnTo>
                <a:lnTo>
                  <a:pt x="244086" y="91548"/>
                </a:lnTo>
                <a:lnTo>
                  <a:pt x="243623" y="91473"/>
                </a:lnTo>
                <a:lnTo>
                  <a:pt x="243163" y="91387"/>
                </a:lnTo>
                <a:lnTo>
                  <a:pt x="242705" y="91292"/>
                </a:lnTo>
                <a:lnTo>
                  <a:pt x="242250" y="91186"/>
                </a:lnTo>
                <a:lnTo>
                  <a:pt x="241798" y="91071"/>
                </a:lnTo>
                <a:lnTo>
                  <a:pt x="241349" y="90945"/>
                </a:lnTo>
                <a:lnTo>
                  <a:pt x="240902" y="90810"/>
                </a:lnTo>
                <a:lnTo>
                  <a:pt x="240458" y="90664"/>
                </a:lnTo>
                <a:lnTo>
                  <a:pt x="240016" y="90508"/>
                </a:lnTo>
                <a:lnTo>
                  <a:pt x="239577" y="90342"/>
                </a:lnTo>
                <a:lnTo>
                  <a:pt x="239141" y="90167"/>
                </a:lnTo>
                <a:lnTo>
                  <a:pt x="238707" y="89981"/>
                </a:lnTo>
                <a:lnTo>
                  <a:pt x="238276" y="89785"/>
                </a:lnTo>
                <a:lnTo>
                  <a:pt x="237847" y="89579"/>
                </a:lnTo>
                <a:lnTo>
                  <a:pt x="237422" y="89363"/>
                </a:lnTo>
                <a:lnTo>
                  <a:pt x="236998" y="89137"/>
                </a:lnTo>
                <a:lnTo>
                  <a:pt x="236578" y="88900"/>
                </a:lnTo>
                <a:lnTo>
                  <a:pt x="236162" y="88654"/>
                </a:lnTo>
                <a:lnTo>
                  <a:pt x="235753" y="88398"/>
                </a:lnTo>
                <a:lnTo>
                  <a:pt x="235350" y="88132"/>
                </a:lnTo>
                <a:lnTo>
                  <a:pt x="234955" y="87855"/>
                </a:lnTo>
                <a:lnTo>
                  <a:pt x="234565" y="87569"/>
                </a:lnTo>
                <a:lnTo>
                  <a:pt x="234183" y="87273"/>
                </a:lnTo>
                <a:lnTo>
                  <a:pt x="233807" y="86966"/>
                </a:lnTo>
                <a:lnTo>
                  <a:pt x="233438" y="86650"/>
                </a:lnTo>
                <a:lnTo>
                  <a:pt x="233076" y="86323"/>
                </a:lnTo>
                <a:lnTo>
                  <a:pt x="232720" y="85986"/>
                </a:lnTo>
                <a:lnTo>
                  <a:pt x="232372" y="85640"/>
                </a:lnTo>
                <a:lnTo>
                  <a:pt x="232029" y="85283"/>
                </a:lnTo>
                <a:lnTo>
                  <a:pt x="231694" y="84916"/>
                </a:lnTo>
                <a:lnTo>
                  <a:pt x="231365" y="84540"/>
                </a:lnTo>
                <a:lnTo>
                  <a:pt x="231043" y="84153"/>
                </a:lnTo>
                <a:lnTo>
                  <a:pt x="230727" y="83756"/>
                </a:lnTo>
                <a:lnTo>
                  <a:pt x="230419" y="83349"/>
                </a:lnTo>
                <a:lnTo>
                  <a:pt x="230117" y="82932"/>
                </a:lnTo>
                <a:lnTo>
                  <a:pt x="229821" y="82505"/>
                </a:lnTo>
                <a:lnTo>
                  <a:pt x="229533" y="82068"/>
                </a:lnTo>
                <a:lnTo>
                  <a:pt x="229251" y="81621"/>
                </a:lnTo>
                <a:lnTo>
                  <a:pt x="228976" y="81163"/>
                </a:lnTo>
                <a:lnTo>
                  <a:pt x="228707" y="80696"/>
                </a:lnTo>
                <a:lnTo>
                  <a:pt x="228445" y="80219"/>
                </a:lnTo>
                <a:lnTo>
                  <a:pt x="228192" y="79732"/>
                </a:lnTo>
                <a:lnTo>
                  <a:pt x="227950" y="79235"/>
                </a:lnTo>
                <a:lnTo>
                  <a:pt x="227719" y="78728"/>
                </a:lnTo>
                <a:lnTo>
                  <a:pt x="227498" y="78212"/>
                </a:lnTo>
                <a:lnTo>
                  <a:pt x="227288" y="77687"/>
                </a:lnTo>
                <a:lnTo>
                  <a:pt x="227089" y="77152"/>
                </a:lnTo>
                <a:lnTo>
                  <a:pt x="226901" y="76607"/>
                </a:lnTo>
                <a:lnTo>
                  <a:pt x="226723" y="76053"/>
                </a:lnTo>
                <a:lnTo>
                  <a:pt x="226556" y="75489"/>
                </a:lnTo>
                <a:lnTo>
                  <a:pt x="226400" y="74916"/>
                </a:lnTo>
                <a:lnTo>
                  <a:pt x="226255" y="74333"/>
                </a:lnTo>
                <a:lnTo>
                  <a:pt x="226120" y="73740"/>
                </a:lnTo>
                <a:lnTo>
                  <a:pt x="225996" y="73138"/>
                </a:lnTo>
                <a:lnTo>
                  <a:pt x="225883" y="72526"/>
                </a:lnTo>
                <a:lnTo>
                  <a:pt x="225781" y="71905"/>
                </a:lnTo>
                <a:lnTo>
                  <a:pt x="225690" y="71275"/>
                </a:lnTo>
                <a:lnTo>
                  <a:pt x="225609" y="70634"/>
                </a:lnTo>
                <a:lnTo>
                  <a:pt x="225539" y="69984"/>
                </a:lnTo>
                <a:lnTo>
                  <a:pt x="225480" y="69325"/>
                </a:lnTo>
                <a:lnTo>
                  <a:pt x="225431" y="68656"/>
                </a:lnTo>
                <a:lnTo>
                  <a:pt x="225394" y="67977"/>
                </a:lnTo>
                <a:lnTo>
                  <a:pt x="225387" y="67813"/>
                </a:lnTo>
                <a:lnTo>
                  <a:pt x="279513" y="67813"/>
                </a:lnTo>
                <a:lnTo>
                  <a:pt x="279524" y="67653"/>
                </a:lnTo>
                <a:lnTo>
                  <a:pt x="279535" y="67494"/>
                </a:lnTo>
                <a:lnTo>
                  <a:pt x="279545" y="67337"/>
                </a:lnTo>
                <a:close/>
                <a:moveTo>
                  <a:pt x="225772" y="56594"/>
                </a:moveTo>
                <a:lnTo>
                  <a:pt x="225872" y="56035"/>
                </a:lnTo>
                <a:lnTo>
                  <a:pt x="225982" y="55485"/>
                </a:lnTo>
                <a:lnTo>
                  <a:pt x="226103" y="54944"/>
                </a:lnTo>
                <a:lnTo>
                  <a:pt x="226235" y="54411"/>
                </a:lnTo>
                <a:lnTo>
                  <a:pt x="226377" y="53887"/>
                </a:lnTo>
                <a:lnTo>
                  <a:pt x="226530" y="53373"/>
                </a:lnTo>
                <a:lnTo>
                  <a:pt x="226693" y="52867"/>
                </a:lnTo>
                <a:lnTo>
                  <a:pt x="226867" y="52369"/>
                </a:lnTo>
                <a:lnTo>
                  <a:pt x="227051" y="51881"/>
                </a:lnTo>
                <a:lnTo>
                  <a:pt x="227246" y="51402"/>
                </a:lnTo>
                <a:lnTo>
                  <a:pt x="227451" y="50931"/>
                </a:lnTo>
                <a:lnTo>
                  <a:pt x="227667" y="50469"/>
                </a:lnTo>
                <a:lnTo>
                  <a:pt x="227893" y="50016"/>
                </a:lnTo>
                <a:lnTo>
                  <a:pt x="228130" y="49572"/>
                </a:lnTo>
                <a:lnTo>
                  <a:pt x="228378" y="49137"/>
                </a:lnTo>
                <a:lnTo>
                  <a:pt x="228634" y="48711"/>
                </a:lnTo>
                <a:lnTo>
                  <a:pt x="228897" y="48293"/>
                </a:lnTo>
                <a:lnTo>
                  <a:pt x="229167" y="47883"/>
                </a:lnTo>
                <a:lnTo>
                  <a:pt x="229444" y="47483"/>
                </a:lnTo>
                <a:lnTo>
                  <a:pt x="229728" y="47091"/>
                </a:lnTo>
                <a:lnTo>
                  <a:pt x="230019" y="46707"/>
                </a:lnTo>
                <a:lnTo>
                  <a:pt x="230317" y="46333"/>
                </a:lnTo>
                <a:lnTo>
                  <a:pt x="230622" y="45966"/>
                </a:lnTo>
                <a:lnTo>
                  <a:pt x="230933" y="45609"/>
                </a:lnTo>
                <a:lnTo>
                  <a:pt x="231252" y="45260"/>
                </a:lnTo>
                <a:lnTo>
                  <a:pt x="231578" y="44920"/>
                </a:lnTo>
                <a:lnTo>
                  <a:pt x="231910" y="44588"/>
                </a:lnTo>
                <a:lnTo>
                  <a:pt x="232249" y="44265"/>
                </a:lnTo>
                <a:lnTo>
                  <a:pt x="232596" y="43950"/>
                </a:lnTo>
                <a:lnTo>
                  <a:pt x="232949" y="43645"/>
                </a:lnTo>
                <a:lnTo>
                  <a:pt x="233309" y="43347"/>
                </a:lnTo>
                <a:lnTo>
                  <a:pt x="233677" y="43059"/>
                </a:lnTo>
                <a:lnTo>
                  <a:pt x="234051" y="42779"/>
                </a:lnTo>
                <a:lnTo>
                  <a:pt x="234432" y="42507"/>
                </a:lnTo>
                <a:lnTo>
                  <a:pt x="234820" y="42245"/>
                </a:lnTo>
                <a:lnTo>
                  <a:pt x="235215" y="41991"/>
                </a:lnTo>
                <a:lnTo>
                  <a:pt x="235617" y="41745"/>
                </a:lnTo>
                <a:lnTo>
                  <a:pt x="236025" y="41508"/>
                </a:lnTo>
                <a:lnTo>
                  <a:pt x="236441" y="41280"/>
                </a:lnTo>
                <a:lnTo>
                  <a:pt x="236862" y="41060"/>
                </a:lnTo>
                <a:lnTo>
                  <a:pt x="237286" y="40850"/>
                </a:lnTo>
                <a:lnTo>
                  <a:pt x="237713" y="40650"/>
                </a:lnTo>
                <a:lnTo>
                  <a:pt x="238143" y="40459"/>
                </a:lnTo>
                <a:lnTo>
                  <a:pt x="238576" y="40277"/>
                </a:lnTo>
                <a:lnTo>
                  <a:pt x="239012" y="40104"/>
                </a:lnTo>
                <a:lnTo>
                  <a:pt x="239452" y="39941"/>
                </a:lnTo>
                <a:lnTo>
                  <a:pt x="239894" y="39787"/>
                </a:lnTo>
                <a:lnTo>
                  <a:pt x="240340" y="39642"/>
                </a:lnTo>
                <a:lnTo>
                  <a:pt x="240789" y="39507"/>
                </a:lnTo>
                <a:lnTo>
                  <a:pt x="241241" y="39381"/>
                </a:lnTo>
                <a:lnTo>
                  <a:pt x="241696" y="39264"/>
                </a:lnTo>
                <a:lnTo>
                  <a:pt x="242154" y="39157"/>
                </a:lnTo>
                <a:lnTo>
                  <a:pt x="242615" y="39059"/>
                </a:lnTo>
                <a:lnTo>
                  <a:pt x="243079" y="38970"/>
                </a:lnTo>
                <a:lnTo>
                  <a:pt x="243547" y="38891"/>
                </a:lnTo>
                <a:lnTo>
                  <a:pt x="244017" y="38821"/>
                </a:lnTo>
                <a:lnTo>
                  <a:pt x="244491" y="38760"/>
                </a:lnTo>
                <a:lnTo>
                  <a:pt x="244968" y="38709"/>
                </a:lnTo>
                <a:lnTo>
                  <a:pt x="245448" y="38667"/>
                </a:lnTo>
                <a:lnTo>
                  <a:pt x="245931" y="38634"/>
                </a:lnTo>
                <a:lnTo>
                  <a:pt x="246417" y="38611"/>
                </a:lnTo>
                <a:lnTo>
                  <a:pt x="246906" y="38597"/>
                </a:lnTo>
                <a:lnTo>
                  <a:pt x="247398" y="38592"/>
                </a:lnTo>
                <a:lnTo>
                  <a:pt x="248128" y="38601"/>
                </a:lnTo>
                <a:lnTo>
                  <a:pt x="248848" y="38629"/>
                </a:lnTo>
                <a:lnTo>
                  <a:pt x="249557" y="38676"/>
                </a:lnTo>
                <a:lnTo>
                  <a:pt x="250256" y="38741"/>
                </a:lnTo>
                <a:lnTo>
                  <a:pt x="250945" y="38825"/>
                </a:lnTo>
                <a:lnTo>
                  <a:pt x="251623" y="38928"/>
                </a:lnTo>
                <a:lnTo>
                  <a:pt x="252292" y="39049"/>
                </a:lnTo>
                <a:lnTo>
                  <a:pt x="252949" y="39189"/>
                </a:lnTo>
                <a:lnTo>
                  <a:pt x="253597" y="39348"/>
                </a:lnTo>
                <a:lnTo>
                  <a:pt x="254234" y="39525"/>
                </a:lnTo>
                <a:lnTo>
                  <a:pt x="254861" y="39721"/>
                </a:lnTo>
                <a:lnTo>
                  <a:pt x="255478" y="39936"/>
                </a:lnTo>
                <a:lnTo>
                  <a:pt x="256084" y="40169"/>
                </a:lnTo>
                <a:lnTo>
                  <a:pt x="256681" y="40421"/>
                </a:lnTo>
                <a:lnTo>
                  <a:pt x="257266" y="40692"/>
                </a:lnTo>
                <a:lnTo>
                  <a:pt x="257842" y="40981"/>
                </a:lnTo>
                <a:lnTo>
                  <a:pt x="258407" y="41289"/>
                </a:lnTo>
                <a:lnTo>
                  <a:pt x="258962" y="41616"/>
                </a:lnTo>
                <a:lnTo>
                  <a:pt x="259507" y="41961"/>
                </a:lnTo>
                <a:lnTo>
                  <a:pt x="260041" y="42325"/>
                </a:lnTo>
                <a:lnTo>
                  <a:pt x="260565" y="42708"/>
                </a:lnTo>
                <a:lnTo>
                  <a:pt x="261079" y="43109"/>
                </a:lnTo>
                <a:lnTo>
                  <a:pt x="261583" y="43529"/>
                </a:lnTo>
                <a:lnTo>
                  <a:pt x="262076" y="43968"/>
                </a:lnTo>
                <a:lnTo>
                  <a:pt x="262555" y="44423"/>
                </a:lnTo>
                <a:lnTo>
                  <a:pt x="263015" y="44892"/>
                </a:lnTo>
                <a:lnTo>
                  <a:pt x="263456" y="45376"/>
                </a:lnTo>
                <a:lnTo>
                  <a:pt x="263878" y="45874"/>
                </a:lnTo>
                <a:lnTo>
                  <a:pt x="264281" y="46387"/>
                </a:lnTo>
                <a:lnTo>
                  <a:pt x="264665" y="46914"/>
                </a:lnTo>
                <a:lnTo>
                  <a:pt x="265030" y="47455"/>
                </a:lnTo>
                <a:lnTo>
                  <a:pt x="265377" y="48011"/>
                </a:lnTo>
                <a:lnTo>
                  <a:pt x="265704" y="48581"/>
                </a:lnTo>
                <a:lnTo>
                  <a:pt x="266013" y="49165"/>
                </a:lnTo>
                <a:lnTo>
                  <a:pt x="266303" y="49764"/>
                </a:lnTo>
                <a:lnTo>
                  <a:pt x="266573" y="50377"/>
                </a:lnTo>
                <a:lnTo>
                  <a:pt x="266825" y="51004"/>
                </a:lnTo>
                <a:lnTo>
                  <a:pt x="267058" y="51646"/>
                </a:lnTo>
                <a:lnTo>
                  <a:pt x="267272" y="52302"/>
                </a:lnTo>
                <a:lnTo>
                  <a:pt x="267467" y="52973"/>
                </a:lnTo>
                <a:lnTo>
                  <a:pt x="267644" y="53657"/>
                </a:lnTo>
                <a:lnTo>
                  <a:pt x="267801" y="54357"/>
                </a:lnTo>
                <a:lnTo>
                  <a:pt x="267939" y="55070"/>
                </a:lnTo>
                <a:lnTo>
                  <a:pt x="268059" y="55798"/>
                </a:lnTo>
                <a:lnTo>
                  <a:pt x="268159" y="56540"/>
                </a:lnTo>
                <a:lnTo>
                  <a:pt x="268241" y="57297"/>
                </a:lnTo>
                <a:lnTo>
                  <a:pt x="268304" y="58068"/>
                </a:lnTo>
                <a:lnTo>
                  <a:pt x="268347" y="58853"/>
                </a:lnTo>
                <a:lnTo>
                  <a:pt x="225483" y="58853"/>
                </a:lnTo>
                <a:lnTo>
                  <a:pt x="225535" y="58325"/>
                </a:lnTo>
                <a:lnTo>
                  <a:pt x="225603" y="57739"/>
                </a:lnTo>
                <a:lnTo>
                  <a:pt x="225682" y="57162"/>
                </a:lnTo>
                <a:lnTo>
                  <a:pt x="225772" y="56594"/>
                </a:lnTo>
                <a:close/>
                <a:moveTo>
                  <a:pt x="382306" y="15651"/>
                </a:moveTo>
                <a:lnTo>
                  <a:pt x="382567" y="15616"/>
                </a:lnTo>
                <a:lnTo>
                  <a:pt x="382824" y="15572"/>
                </a:lnTo>
                <a:lnTo>
                  <a:pt x="383078" y="15521"/>
                </a:lnTo>
                <a:lnTo>
                  <a:pt x="383328" y="15462"/>
                </a:lnTo>
                <a:lnTo>
                  <a:pt x="383576" y="15395"/>
                </a:lnTo>
                <a:lnTo>
                  <a:pt x="383819" y="15320"/>
                </a:lnTo>
                <a:lnTo>
                  <a:pt x="384060" y="15237"/>
                </a:lnTo>
                <a:lnTo>
                  <a:pt x="384297" y="15146"/>
                </a:lnTo>
                <a:lnTo>
                  <a:pt x="384531" y="15047"/>
                </a:lnTo>
                <a:lnTo>
                  <a:pt x="384761" y="14941"/>
                </a:lnTo>
                <a:lnTo>
                  <a:pt x="384988" y="14826"/>
                </a:lnTo>
                <a:lnTo>
                  <a:pt x="385212" y="14704"/>
                </a:lnTo>
                <a:lnTo>
                  <a:pt x="385432" y="14574"/>
                </a:lnTo>
                <a:lnTo>
                  <a:pt x="385650" y="14436"/>
                </a:lnTo>
                <a:lnTo>
                  <a:pt x="385863" y="14290"/>
                </a:lnTo>
                <a:lnTo>
                  <a:pt x="386074" y="14136"/>
                </a:lnTo>
                <a:lnTo>
                  <a:pt x="386280" y="13974"/>
                </a:lnTo>
                <a:lnTo>
                  <a:pt x="386484" y="13804"/>
                </a:lnTo>
                <a:lnTo>
                  <a:pt x="386684" y="13626"/>
                </a:lnTo>
                <a:lnTo>
                  <a:pt x="386881" y="13441"/>
                </a:lnTo>
                <a:lnTo>
                  <a:pt x="387072" y="13249"/>
                </a:lnTo>
                <a:lnTo>
                  <a:pt x="387255" y="13054"/>
                </a:lnTo>
                <a:lnTo>
                  <a:pt x="387430" y="12854"/>
                </a:lnTo>
                <a:lnTo>
                  <a:pt x="387597" y="12650"/>
                </a:lnTo>
                <a:lnTo>
                  <a:pt x="387756" y="12442"/>
                </a:lnTo>
                <a:lnTo>
                  <a:pt x="387906" y="12230"/>
                </a:lnTo>
                <a:lnTo>
                  <a:pt x="388049" y="12014"/>
                </a:lnTo>
                <a:lnTo>
                  <a:pt x="388183" y="11794"/>
                </a:lnTo>
                <a:lnTo>
                  <a:pt x="388309" y="11570"/>
                </a:lnTo>
                <a:lnTo>
                  <a:pt x="388427" y="11341"/>
                </a:lnTo>
                <a:lnTo>
                  <a:pt x="388537" y="11109"/>
                </a:lnTo>
                <a:lnTo>
                  <a:pt x="388638" y="10873"/>
                </a:lnTo>
                <a:lnTo>
                  <a:pt x="388732" y="10632"/>
                </a:lnTo>
                <a:lnTo>
                  <a:pt x="388817" y="10388"/>
                </a:lnTo>
                <a:lnTo>
                  <a:pt x="388895" y="10139"/>
                </a:lnTo>
                <a:lnTo>
                  <a:pt x="388964" y="9886"/>
                </a:lnTo>
                <a:lnTo>
                  <a:pt x="389025" y="9629"/>
                </a:lnTo>
                <a:lnTo>
                  <a:pt x="389078" y="9369"/>
                </a:lnTo>
                <a:lnTo>
                  <a:pt x="389122" y="9104"/>
                </a:lnTo>
                <a:lnTo>
                  <a:pt x="389159" y="8835"/>
                </a:lnTo>
                <a:lnTo>
                  <a:pt x="389188" y="8562"/>
                </a:lnTo>
                <a:lnTo>
                  <a:pt x="389208" y="8285"/>
                </a:lnTo>
                <a:lnTo>
                  <a:pt x="389220" y="8004"/>
                </a:lnTo>
                <a:lnTo>
                  <a:pt x="389224" y="7718"/>
                </a:lnTo>
                <a:lnTo>
                  <a:pt x="389220" y="7434"/>
                </a:lnTo>
                <a:lnTo>
                  <a:pt x="389208" y="7153"/>
                </a:lnTo>
                <a:lnTo>
                  <a:pt x="389188" y="6878"/>
                </a:lnTo>
                <a:lnTo>
                  <a:pt x="389159" y="6606"/>
                </a:lnTo>
                <a:lnTo>
                  <a:pt x="389122" y="6340"/>
                </a:lnTo>
                <a:lnTo>
                  <a:pt x="389078" y="6078"/>
                </a:lnTo>
                <a:lnTo>
                  <a:pt x="389025" y="5820"/>
                </a:lnTo>
                <a:lnTo>
                  <a:pt x="388964" y="5567"/>
                </a:lnTo>
                <a:lnTo>
                  <a:pt x="388895" y="5319"/>
                </a:lnTo>
                <a:lnTo>
                  <a:pt x="388817" y="5075"/>
                </a:lnTo>
                <a:lnTo>
                  <a:pt x="388732" y="4835"/>
                </a:lnTo>
                <a:lnTo>
                  <a:pt x="388638" y="4601"/>
                </a:lnTo>
                <a:lnTo>
                  <a:pt x="388537" y="4370"/>
                </a:lnTo>
                <a:lnTo>
                  <a:pt x="388427" y="4144"/>
                </a:lnTo>
                <a:lnTo>
                  <a:pt x="388309" y="3923"/>
                </a:lnTo>
                <a:lnTo>
                  <a:pt x="388183" y="3707"/>
                </a:lnTo>
                <a:lnTo>
                  <a:pt x="388049" y="3494"/>
                </a:lnTo>
                <a:lnTo>
                  <a:pt x="387906" y="3287"/>
                </a:lnTo>
                <a:lnTo>
                  <a:pt x="387756" y="3084"/>
                </a:lnTo>
                <a:lnTo>
                  <a:pt x="387597" y="2885"/>
                </a:lnTo>
                <a:lnTo>
                  <a:pt x="387430" y="2691"/>
                </a:lnTo>
                <a:lnTo>
                  <a:pt x="387255" y="2502"/>
                </a:lnTo>
                <a:lnTo>
                  <a:pt x="387072" y="2317"/>
                </a:lnTo>
                <a:lnTo>
                  <a:pt x="386881" y="2137"/>
                </a:lnTo>
                <a:lnTo>
                  <a:pt x="386684" y="1962"/>
                </a:lnTo>
                <a:lnTo>
                  <a:pt x="386484" y="1795"/>
                </a:lnTo>
                <a:lnTo>
                  <a:pt x="386280" y="1636"/>
                </a:lnTo>
                <a:lnTo>
                  <a:pt x="386074" y="1484"/>
                </a:lnTo>
                <a:lnTo>
                  <a:pt x="385863" y="1339"/>
                </a:lnTo>
                <a:lnTo>
                  <a:pt x="385650" y="1202"/>
                </a:lnTo>
                <a:lnTo>
                  <a:pt x="385432" y="1072"/>
                </a:lnTo>
                <a:lnTo>
                  <a:pt x="385212" y="950"/>
                </a:lnTo>
                <a:lnTo>
                  <a:pt x="384988" y="835"/>
                </a:lnTo>
                <a:lnTo>
                  <a:pt x="384761" y="727"/>
                </a:lnTo>
                <a:lnTo>
                  <a:pt x="384531" y="627"/>
                </a:lnTo>
                <a:lnTo>
                  <a:pt x="384297" y="534"/>
                </a:lnTo>
                <a:lnTo>
                  <a:pt x="384060" y="449"/>
                </a:lnTo>
                <a:lnTo>
                  <a:pt x="383819" y="371"/>
                </a:lnTo>
                <a:lnTo>
                  <a:pt x="383576" y="300"/>
                </a:lnTo>
                <a:lnTo>
                  <a:pt x="383328" y="237"/>
                </a:lnTo>
                <a:lnTo>
                  <a:pt x="383078" y="182"/>
                </a:lnTo>
                <a:lnTo>
                  <a:pt x="382824" y="134"/>
                </a:lnTo>
                <a:lnTo>
                  <a:pt x="382567" y="93"/>
                </a:lnTo>
                <a:lnTo>
                  <a:pt x="382306" y="59"/>
                </a:lnTo>
                <a:lnTo>
                  <a:pt x="382042" y="33"/>
                </a:lnTo>
                <a:lnTo>
                  <a:pt x="381775" y="15"/>
                </a:lnTo>
                <a:lnTo>
                  <a:pt x="381504" y="4"/>
                </a:lnTo>
                <a:lnTo>
                  <a:pt x="381230" y="0"/>
                </a:lnTo>
                <a:lnTo>
                  <a:pt x="380945" y="4"/>
                </a:lnTo>
                <a:lnTo>
                  <a:pt x="380664" y="15"/>
                </a:lnTo>
                <a:lnTo>
                  <a:pt x="380387" y="33"/>
                </a:lnTo>
                <a:lnTo>
                  <a:pt x="380114" y="59"/>
                </a:lnTo>
                <a:lnTo>
                  <a:pt x="379846" y="93"/>
                </a:lnTo>
                <a:lnTo>
                  <a:pt x="379581" y="134"/>
                </a:lnTo>
                <a:lnTo>
                  <a:pt x="379320" y="182"/>
                </a:lnTo>
                <a:lnTo>
                  <a:pt x="379064" y="237"/>
                </a:lnTo>
                <a:lnTo>
                  <a:pt x="378811" y="300"/>
                </a:lnTo>
                <a:lnTo>
                  <a:pt x="378562" y="371"/>
                </a:lnTo>
                <a:lnTo>
                  <a:pt x="378318" y="449"/>
                </a:lnTo>
                <a:lnTo>
                  <a:pt x="378078" y="534"/>
                </a:lnTo>
                <a:lnTo>
                  <a:pt x="377841" y="627"/>
                </a:lnTo>
                <a:lnTo>
                  <a:pt x="377609" y="727"/>
                </a:lnTo>
                <a:lnTo>
                  <a:pt x="377381" y="835"/>
                </a:lnTo>
                <a:lnTo>
                  <a:pt x="377157" y="950"/>
                </a:lnTo>
                <a:lnTo>
                  <a:pt x="376937" y="1072"/>
                </a:lnTo>
                <a:lnTo>
                  <a:pt x="376721" y="1202"/>
                </a:lnTo>
                <a:lnTo>
                  <a:pt x="376509" y="1339"/>
                </a:lnTo>
                <a:lnTo>
                  <a:pt x="376301" y="1484"/>
                </a:lnTo>
                <a:lnTo>
                  <a:pt x="376097" y="1636"/>
                </a:lnTo>
                <a:lnTo>
                  <a:pt x="375897" y="1795"/>
                </a:lnTo>
                <a:lnTo>
                  <a:pt x="375701" y="1962"/>
                </a:lnTo>
                <a:lnTo>
                  <a:pt x="375510" y="2137"/>
                </a:lnTo>
                <a:lnTo>
                  <a:pt x="375324" y="2317"/>
                </a:lnTo>
                <a:lnTo>
                  <a:pt x="375147" y="2502"/>
                </a:lnTo>
                <a:lnTo>
                  <a:pt x="374977" y="2691"/>
                </a:lnTo>
                <a:lnTo>
                  <a:pt x="374815" y="2885"/>
                </a:lnTo>
                <a:lnTo>
                  <a:pt x="374661" y="3084"/>
                </a:lnTo>
                <a:lnTo>
                  <a:pt x="374515" y="3287"/>
                </a:lnTo>
                <a:lnTo>
                  <a:pt x="374377" y="3494"/>
                </a:lnTo>
                <a:lnTo>
                  <a:pt x="374247" y="3707"/>
                </a:lnTo>
                <a:lnTo>
                  <a:pt x="374124" y="3923"/>
                </a:lnTo>
                <a:lnTo>
                  <a:pt x="374010" y="4144"/>
                </a:lnTo>
                <a:lnTo>
                  <a:pt x="373903" y="4370"/>
                </a:lnTo>
                <a:lnTo>
                  <a:pt x="373805" y="4601"/>
                </a:lnTo>
                <a:lnTo>
                  <a:pt x="373714" y="4835"/>
                </a:lnTo>
                <a:lnTo>
                  <a:pt x="373631" y="5075"/>
                </a:lnTo>
                <a:lnTo>
                  <a:pt x="373556" y="5319"/>
                </a:lnTo>
                <a:lnTo>
                  <a:pt x="373489" y="5567"/>
                </a:lnTo>
                <a:lnTo>
                  <a:pt x="373430" y="5820"/>
                </a:lnTo>
                <a:lnTo>
                  <a:pt x="373378" y="6078"/>
                </a:lnTo>
                <a:lnTo>
                  <a:pt x="373335" y="6340"/>
                </a:lnTo>
                <a:lnTo>
                  <a:pt x="373299" y="6606"/>
                </a:lnTo>
                <a:lnTo>
                  <a:pt x="373272" y="6878"/>
                </a:lnTo>
                <a:lnTo>
                  <a:pt x="373252" y="7153"/>
                </a:lnTo>
                <a:lnTo>
                  <a:pt x="373240" y="7434"/>
                </a:lnTo>
                <a:lnTo>
                  <a:pt x="373236" y="7718"/>
                </a:lnTo>
                <a:lnTo>
                  <a:pt x="373240" y="8004"/>
                </a:lnTo>
                <a:lnTo>
                  <a:pt x="373252" y="8285"/>
                </a:lnTo>
                <a:lnTo>
                  <a:pt x="373272" y="8562"/>
                </a:lnTo>
                <a:lnTo>
                  <a:pt x="373299" y="8835"/>
                </a:lnTo>
                <a:lnTo>
                  <a:pt x="373335" y="9104"/>
                </a:lnTo>
                <a:lnTo>
                  <a:pt x="373378" y="9369"/>
                </a:lnTo>
                <a:lnTo>
                  <a:pt x="373430" y="9629"/>
                </a:lnTo>
                <a:lnTo>
                  <a:pt x="373489" y="9886"/>
                </a:lnTo>
                <a:lnTo>
                  <a:pt x="373556" y="10139"/>
                </a:lnTo>
                <a:lnTo>
                  <a:pt x="373631" y="10388"/>
                </a:lnTo>
                <a:lnTo>
                  <a:pt x="373714" y="10632"/>
                </a:lnTo>
                <a:lnTo>
                  <a:pt x="373805" y="10873"/>
                </a:lnTo>
                <a:lnTo>
                  <a:pt x="373903" y="11109"/>
                </a:lnTo>
                <a:lnTo>
                  <a:pt x="374010" y="11341"/>
                </a:lnTo>
                <a:lnTo>
                  <a:pt x="374124" y="11570"/>
                </a:lnTo>
                <a:lnTo>
                  <a:pt x="374247" y="11794"/>
                </a:lnTo>
                <a:lnTo>
                  <a:pt x="374377" y="12014"/>
                </a:lnTo>
                <a:lnTo>
                  <a:pt x="374515" y="12230"/>
                </a:lnTo>
                <a:lnTo>
                  <a:pt x="374661" y="12442"/>
                </a:lnTo>
                <a:lnTo>
                  <a:pt x="374815" y="12650"/>
                </a:lnTo>
                <a:lnTo>
                  <a:pt x="374977" y="12854"/>
                </a:lnTo>
                <a:lnTo>
                  <a:pt x="375147" y="13054"/>
                </a:lnTo>
                <a:lnTo>
                  <a:pt x="375324" y="13249"/>
                </a:lnTo>
                <a:lnTo>
                  <a:pt x="375510" y="13441"/>
                </a:lnTo>
                <a:lnTo>
                  <a:pt x="375701" y="13626"/>
                </a:lnTo>
                <a:lnTo>
                  <a:pt x="375897" y="13804"/>
                </a:lnTo>
                <a:lnTo>
                  <a:pt x="376097" y="13974"/>
                </a:lnTo>
                <a:lnTo>
                  <a:pt x="376301" y="14136"/>
                </a:lnTo>
                <a:lnTo>
                  <a:pt x="376509" y="14290"/>
                </a:lnTo>
                <a:lnTo>
                  <a:pt x="376721" y="14436"/>
                </a:lnTo>
                <a:lnTo>
                  <a:pt x="376937" y="14574"/>
                </a:lnTo>
                <a:lnTo>
                  <a:pt x="377157" y="14704"/>
                </a:lnTo>
                <a:lnTo>
                  <a:pt x="377381" y="14826"/>
                </a:lnTo>
                <a:lnTo>
                  <a:pt x="377609" y="14941"/>
                </a:lnTo>
                <a:lnTo>
                  <a:pt x="377841" y="15047"/>
                </a:lnTo>
                <a:lnTo>
                  <a:pt x="378078" y="15146"/>
                </a:lnTo>
                <a:lnTo>
                  <a:pt x="378318" y="15237"/>
                </a:lnTo>
                <a:lnTo>
                  <a:pt x="378562" y="15320"/>
                </a:lnTo>
                <a:lnTo>
                  <a:pt x="378811" y="15395"/>
                </a:lnTo>
                <a:lnTo>
                  <a:pt x="379064" y="15462"/>
                </a:lnTo>
                <a:lnTo>
                  <a:pt x="379320" y="15521"/>
                </a:lnTo>
                <a:lnTo>
                  <a:pt x="379581" y="15572"/>
                </a:lnTo>
                <a:lnTo>
                  <a:pt x="379846" y="15616"/>
                </a:lnTo>
                <a:lnTo>
                  <a:pt x="380114" y="15651"/>
                </a:lnTo>
                <a:lnTo>
                  <a:pt x="380387" y="15679"/>
                </a:lnTo>
                <a:lnTo>
                  <a:pt x="380664" y="15699"/>
                </a:lnTo>
                <a:lnTo>
                  <a:pt x="380945" y="15710"/>
                </a:lnTo>
                <a:lnTo>
                  <a:pt x="381230" y="15714"/>
                </a:lnTo>
                <a:lnTo>
                  <a:pt x="381504" y="15710"/>
                </a:lnTo>
                <a:lnTo>
                  <a:pt x="381775" y="15699"/>
                </a:lnTo>
                <a:lnTo>
                  <a:pt x="382042" y="15679"/>
                </a:lnTo>
                <a:lnTo>
                  <a:pt x="382306" y="15651"/>
                </a:lnTo>
                <a:close/>
                <a:moveTo>
                  <a:pt x="306823" y="61560"/>
                </a:moveTo>
                <a:lnTo>
                  <a:pt x="306846" y="60927"/>
                </a:lnTo>
                <a:lnTo>
                  <a:pt x="306878" y="60303"/>
                </a:lnTo>
                <a:lnTo>
                  <a:pt x="306920" y="59688"/>
                </a:lnTo>
                <a:lnTo>
                  <a:pt x="306972" y="59082"/>
                </a:lnTo>
                <a:lnTo>
                  <a:pt x="307032" y="58485"/>
                </a:lnTo>
                <a:lnTo>
                  <a:pt x="307102" y="57897"/>
                </a:lnTo>
                <a:lnTo>
                  <a:pt x="307182" y="57317"/>
                </a:lnTo>
                <a:lnTo>
                  <a:pt x="307270" y="56747"/>
                </a:lnTo>
                <a:lnTo>
                  <a:pt x="307368" y="56185"/>
                </a:lnTo>
                <a:lnTo>
                  <a:pt x="307475" y="55632"/>
                </a:lnTo>
                <a:lnTo>
                  <a:pt x="307592" y="55088"/>
                </a:lnTo>
                <a:lnTo>
                  <a:pt x="307718" y="54553"/>
                </a:lnTo>
                <a:lnTo>
                  <a:pt x="307853" y="54026"/>
                </a:lnTo>
                <a:lnTo>
                  <a:pt x="307998" y="53509"/>
                </a:lnTo>
                <a:lnTo>
                  <a:pt x="308151" y="53000"/>
                </a:lnTo>
                <a:lnTo>
                  <a:pt x="308315" y="52501"/>
                </a:lnTo>
                <a:lnTo>
                  <a:pt x="308487" y="52010"/>
                </a:lnTo>
                <a:lnTo>
                  <a:pt x="308669" y="51528"/>
                </a:lnTo>
                <a:lnTo>
                  <a:pt x="308860" y="51054"/>
                </a:lnTo>
                <a:lnTo>
                  <a:pt x="309061" y="50590"/>
                </a:lnTo>
                <a:lnTo>
                  <a:pt x="309270" y="50135"/>
                </a:lnTo>
                <a:lnTo>
                  <a:pt x="309490" y="49688"/>
                </a:lnTo>
                <a:lnTo>
                  <a:pt x="309717" y="49250"/>
                </a:lnTo>
                <a:lnTo>
                  <a:pt x="309950" y="48821"/>
                </a:lnTo>
                <a:lnTo>
                  <a:pt x="310191" y="48400"/>
                </a:lnTo>
                <a:lnTo>
                  <a:pt x="310437" y="47988"/>
                </a:lnTo>
                <a:lnTo>
                  <a:pt x="310690" y="47585"/>
                </a:lnTo>
                <a:lnTo>
                  <a:pt x="310950" y="47190"/>
                </a:lnTo>
                <a:lnTo>
                  <a:pt x="311216" y="46804"/>
                </a:lnTo>
                <a:lnTo>
                  <a:pt x="311488" y="46426"/>
                </a:lnTo>
                <a:lnTo>
                  <a:pt x="311767" y="46057"/>
                </a:lnTo>
                <a:lnTo>
                  <a:pt x="312052" y="45697"/>
                </a:lnTo>
                <a:lnTo>
                  <a:pt x="312344" y="45345"/>
                </a:lnTo>
                <a:lnTo>
                  <a:pt x="312643" y="45002"/>
                </a:lnTo>
                <a:lnTo>
                  <a:pt x="312947" y="44668"/>
                </a:lnTo>
                <a:lnTo>
                  <a:pt x="313259" y="44342"/>
                </a:lnTo>
                <a:lnTo>
                  <a:pt x="313576" y="44025"/>
                </a:lnTo>
                <a:lnTo>
                  <a:pt x="313900" y="43716"/>
                </a:lnTo>
                <a:lnTo>
                  <a:pt x="314231" y="43416"/>
                </a:lnTo>
                <a:lnTo>
                  <a:pt x="314568" y="43125"/>
                </a:lnTo>
                <a:lnTo>
                  <a:pt x="314912" y="42842"/>
                </a:lnTo>
                <a:lnTo>
                  <a:pt x="315262" y="42568"/>
                </a:lnTo>
                <a:lnTo>
                  <a:pt x="315618" y="42302"/>
                </a:lnTo>
                <a:lnTo>
                  <a:pt x="315981" y="42045"/>
                </a:lnTo>
                <a:lnTo>
                  <a:pt x="316350" y="41797"/>
                </a:lnTo>
                <a:lnTo>
                  <a:pt x="316726" y="41557"/>
                </a:lnTo>
                <a:lnTo>
                  <a:pt x="317108" y="41327"/>
                </a:lnTo>
                <a:lnTo>
                  <a:pt x="317493" y="41106"/>
                </a:lnTo>
                <a:lnTo>
                  <a:pt x="317883" y="40895"/>
                </a:lnTo>
                <a:lnTo>
                  <a:pt x="318277" y="40694"/>
                </a:lnTo>
                <a:lnTo>
                  <a:pt x="318676" y="40502"/>
                </a:lnTo>
                <a:lnTo>
                  <a:pt x="319078" y="40321"/>
                </a:lnTo>
                <a:lnTo>
                  <a:pt x="319485" y="40149"/>
                </a:lnTo>
                <a:lnTo>
                  <a:pt x="319897" y="39987"/>
                </a:lnTo>
                <a:lnTo>
                  <a:pt x="320312" y="39835"/>
                </a:lnTo>
                <a:lnTo>
                  <a:pt x="320732" y="39693"/>
                </a:lnTo>
                <a:lnTo>
                  <a:pt x="321156" y="39560"/>
                </a:lnTo>
                <a:lnTo>
                  <a:pt x="321585" y="39437"/>
                </a:lnTo>
                <a:lnTo>
                  <a:pt x="322018" y="39325"/>
                </a:lnTo>
                <a:lnTo>
                  <a:pt x="322455" y="39222"/>
                </a:lnTo>
                <a:lnTo>
                  <a:pt x="322896" y="39128"/>
                </a:lnTo>
                <a:lnTo>
                  <a:pt x="323342" y="39045"/>
                </a:lnTo>
                <a:lnTo>
                  <a:pt x="323792" y="38971"/>
                </a:lnTo>
                <a:lnTo>
                  <a:pt x="324247" y="38907"/>
                </a:lnTo>
                <a:lnTo>
                  <a:pt x="324705" y="38854"/>
                </a:lnTo>
                <a:lnTo>
                  <a:pt x="325168" y="38809"/>
                </a:lnTo>
                <a:lnTo>
                  <a:pt x="325636" y="38775"/>
                </a:lnTo>
                <a:lnTo>
                  <a:pt x="326107" y="38750"/>
                </a:lnTo>
                <a:lnTo>
                  <a:pt x="326583" y="38736"/>
                </a:lnTo>
                <a:lnTo>
                  <a:pt x="327063" y="38731"/>
                </a:lnTo>
                <a:lnTo>
                  <a:pt x="327757" y="38740"/>
                </a:lnTo>
                <a:lnTo>
                  <a:pt x="328438" y="38767"/>
                </a:lnTo>
                <a:lnTo>
                  <a:pt x="329106" y="38813"/>
                </a:lnTo>
                <a:lnTo>
                  <a:pt x="329761" y="38876"/>
                </a:lnTo>
                <a:lnTo>
                  <a:pt x="330402" y="38958"/>
                </a:lnTo>
                <a:lnTo>
                  <a:pt x="331030" y="39058"/>
                </a:lnTo>
                <a:lnTo>
                  <a:pt x="331645" y="39176"/>
                </a:lnTo>
                <a:lnTo>
                  <a:pt x="332247" y="39313"/>
                </a:lnTo>
                <a:lnTo>
                  <a:pt x="332836" y="39468"/>
                </a:lnTo>
                <a:lnTo>
                  <a:pt x="333412" y="39640"/>
                </a:lnTo>
                <a:lnTo>
                  <a:pt x="333974" y="39831"/>
                </a:lnTo>
                <a:lnTo>
                  <a:pt x="334523" y="40041"/>
                </a:lnTo>
                <a:lnTo>
                  <a:pt x="335059" y="40268"/>
                </a:lnTo>
                <a:lnTo>
                  <a:pt x="335582" y="40513"/>
                </a:lnTo>
                <a:lnTo>
                  <a:pt x="336092" y="40777"/>
                </a:lnTo>
                <a:lnTo>
                  <a:pt x="336589" y="41059"/>
                </a:lnTo>
                <a:lnTo>
                  <a:pt x="337072" y="41359"/>
                </a:lnTo>
                <a:lnTo>
                  <a:pt x="337542" y="41678"/>
                </a:lnTo>
                <a:lnTo>
                  <a:pt x="338000" y="42014"/>
                </a:lnTo>
                <a:lnTo>
                  <a:pt x="338444" y="42369"/>
                </a:lnTo>
                <a:lnTo>
                  <a:pt x="338874" y="42742"/>
                </a:lnTo>
                <a:lnTo>
                  <a:pt x="339292" y="43133"/>
                </a:lnTo>
                <a:lnTo>
                  <a:pt x="339696" y="43542"/>
                </a:lnTo>
                <a:lnTo>
                  <a:pt x="340088" y="43970"/>
                </a:lnTo>
                <a:lnTo>
                  <a:pt x="340464" y="44415"/>
                </a:lnTo>
                <a:lnTo>
                  <a:pt x="340825" y="44879"/>
                </a:lnTo>
                <a:lnTo>
                  <a:pt x="341170" y="45361"/>
                </a:lnTo>
                <a:lnTo>
                  <a:pt x="341499" y="45861"/>
                </a:lnTo>
                <a:lnTo>
                  <a:pt x="341812" y="46379"/>
                </a:lnTo>
                <a:lnTo>
                  <a:pt x="342108" y="46915"/>
                </a:lnTo>
                <a:lnTo>
                  <a:pt x="342389" y="47470"/>
                </a:lnTo>
                <a:lnTo>
                  <a:pt x="342653" y="48043"/>
                </a:lnTo>
                <a:lnTo>
                  <a:pt x="342902" y="48634"/>
                </a:lnTo>
                <a:lnTo>
                  <a:pt x="343135" y="49243"/>
                </a:lnTo>
                <a:lnTo>
                  <a:pt x="343351" y="49870"/>
                </a:lnTo>
                <a:lnTo>
                  <a:pt x="343551" y="50516"/>
                </a:lnTo>
                <a:lnTo>
                  <a:pt x="343736" y="51179"/>
                </a:lnTo>
                <a:lnTo>
                  <a:pt x="343904" y="51861"/>
                </a:lnTo>
                <a:lnTo>
                  <a:pt x="344057" y="52561"/>
                </a:lnTo>
                <a:lnTo>
                  <a:pt x="344193" y="53279"/>
                </a:lnTo>
                <a:lnTo>
                  <a:pt x="344313" y="54016"/>
                </a:lnTo>
                <a:lnTo>
                  <a:pt x="344417" y="54770"/>
                </a:lnTo>
                <a:lnTo>
                  <a:pt x="344506" y="55543"/>
                </a:lnTo>
                <a:lnTo>
                  <a:pt x="344578" y="56334"/>
                </a:lnTo>
                <a:lnTo>
                  <a:pt x="344634" y="57143"/>
                </a:lnTo>
                <a:lnTo>
                  <a:pt x="344674" y="57971"/>
                </a:lnTo>
                <a:lnTo>
                  <a:pt x="344698" y="58816"/>
                </a:lnTo>
                <a:lnTo>
                  <a:pt x="344706" y="59680"/>
                </a:lnTo>
                <a:lnTo>
                  <a:pt x="344706" y="99927"/>
                </a:lnTo>
                <a:lnTo>
                  <a:pt x="356284" y="99927"/>
                </a:lnTo>
                <a:lnTo>
                  <a:pt x="356284" y="58441"/>
                </a:lnTo>
                <a:lnTo>
                  <a:pt x="356278" y="57609"/>
                </a:lnTo>
                <a:lnTo>
                  <a:pt x="356261" y="56789"/>
                </a:lnTo>
                <a:lnTo>
                  <a:pt x="356232" y="55981"/>
                </a:lnTo>
                <a:lnTo>
                  <a:pt x="356192" y="55185"/>
                </a:lnTo>
                <a:lnTo>
                  <a:pt x="356140" y="54401"/>
                </a:lnTo>
                <a:lnTo>
                  <a:pt x="356077" y="53630"/>
                </a:lnTo>
                <a:lnTo>
                  <a:pt x="356002" y="52871"/>
                </a:lnTo>
                <a:lnTo>
                  <a:pt x="355916" y="52124"/>
                </a:lnTo>
                <a:lnTo>
                  <a:pt x="355818" y="51389"/>
                </a:lnTo>
                <a:lnTo>
                  <a:pt x="355709" y="50667"/>
                </a:lnTo>
                <a:lnTo>
                  <a:pt x="355589" y="49957"/>
                </a:lnTo>
                <a:lnTo>
                  <a:pt x="355457" y="49258"/>
                </a:lnTo>
                <a:lnTo>
                  <a:pt x="355313" y="48573"/>
                </a:lnTo>
                <a:lnTo>
                  <a:pt x="355158" y="47899"/>
                </a:lnTo>
                <a:lnTo>
                  <a:pt x="354991" y="47237"/>
                </a:lnTo>
                <a:lnTo>
                  <a:pt x="354813" y="46588"/>
                </a:lnTo>
                <a:lnTo>
                  <a:pt x="354624" y="45951"/>
                </a:lnTo>
                <a:lnTo>
                  <a:pt x="354423" y="45326"/>
                </a:lnTo>
                <a:lnTo>
                  <a:pt x="354210" y="44713"/>
                </a:lnTo>
                <a:lnTo>
                  <a:pt x="353986" y="44113"/>
                </a:lnTo>
                <a:lnTo>
                  <a:pt x="353751" y="43525"/>
                </a:lnTo>
                <a:lnTo>
                  <a:pt x="353504" y="42948"/>
                </a:lnTo>
                <a:lnTo>
                  <a:pt x="353245" y="42385"/>
                </a:lnTo>
                <a:lnTo>
                  <a:pt x="352975" y="41833"/>
                </a:lnTo>
                <a:lnTo>
                  <a:pt x="352695" y="41293"/>
                </a:lnTo>
                <a:lnTo>
                  <a:pt x="352406" y="40765"/>
                </a:lnTo>
                <a:lnTo>
                  <a:pt x="352108" y="40248"/>
                </a:lnTo>
                <a:lnTo>
                  <a:pt x="351800" y="39742"/>
                </a:lnTo>
                <a:lnTo>
                  <a:pt x="351483" y="39249"/>
                </a:lnTo>
                <a:lnTo>
                  <a:pt x="351158" y="38766"/>
                </a:lnTo>
                <a:lnTo>
                  <a:pt x="350823" y="38295"/>
                </a:lnTo>
                <a:lnTo>
                  <a:pt x="350479" y="37836"/>
                </a:lnTo>
                <a:lnTo>
                  <a:pt x="350126" y="37388"/>
                </a:lnTo>
                <a:lnTo>
                  <a:pt x="349764" y="36951"/>
                </a:lnTo>
                <a:lnTo>
                  <a:pt x="349393" y="36526"/>
                </a:lnTo>
                <a:lnTo>
                  <a:pt x="349013" y="36113"/>
                </a:lnTo>
                <a:lnTo>
                  <a:pt x="348623" y="35711"/>
                </a:lnTo>
                <a:lnTo>
                  <a:pt x="348225" y="35320"/>
                </a:lnTo>
                <a:lnTo>
                  <a:pt x="347817" y="34941"/>
                </a:lnTo>
                <a:lnTo>
                  <a:pt x="347401" y="34574"/>
                </a:lnTo>
                <a:lnTo>
                  <a:pt x="346975" y="34218"/>
                </a:lnTo>
                <a:lnTo>
                  <a:pt x="346540" y="33873"/>
                </a:lnTo>
                <a:lnTo>
                  <a:pt x="346096" y="33540"/>
                </a:lnTo>
                <a:lnTo>
                  <a:pt x="345644" y="33219"/>
                </a:lnTo>
                <a:lnTo>
                  <a:pt x="345181" y="32909"/>
                </a:lnTo>
                <a:lnTo>
                  <a:pt x="344710" y="32610"/>
                </a:lnTo>
                <a:lnTo>
                  <a:pt x="344230" y="32323"/>
                </a:lnTo>
                <a:lnTo>
                  <a:pt x="343741" y="32047"/>
                </a:lnTo>
                <a:lnTo>
                  <a:pt x="343243" y="31783"/>
                </a:lnTo>
                <a:lnTo>
                  <a:pt x="342738" y="31530"/>
                </a:lnTo>
                <a:lnTo>
                  <a:pt x="342225" y="31288"/>
                </a:lnTo>
                <a:lnTo>
                  <a:pt x="341704" y="31057"/>
                </a:lnTo>
                <a:lnTo>
                  <a:pt x="341176" y="30837"/>
                </a:lnTo>
                <a:lnTo>
                  <a:pt x="340640" y="30629"/>
                </a:lnTo>
                <a:lnTo>
                  <a:pt x="340096" y="30432"/>
                </a:lnTo>
                <a:lnTo>
                  <a:pt x="339545" y="30247"/>
                </a:lnTo>
                <a:lnTo>
                  <a:pt x="338986" y="30072"/>
                </a:lnTo>
                <a:lnTo>
                  <a:pt x="338419" y="29909"/>
                </a:lnTo>
                <a:lnTo>
                  <a:pt x="337845" y="29757"/>
                </a:lnTo>
                <a:lnTo>
                  <a:pt x="337263" y="29616"/>
                </a:lnTo>
                <a:lnTo>
                  <a:pt x="336674" y="29487"/>
                </a:lnTo>
                <a:lnTo>
                  <a:pt x="336076" y="29369"/>
                </a:lnTo>
                <a:lnTo>
                  <a:pt x="335472" y="29262"/>
                </a:lnTo>
                <a:lnTo>
                  <a:pt x="334859" y="29166"/>
                </a:lnTo>
                <a:lnTo>
                  <a:pt x="334239" y="29082"/>
                </a:lnTo>
                <a:lnTo>
                  <a:pt x="333611" y="29009"/>
                </a:lnTo>
                <a:lnTo>
                  <a:pt x="332976" y="28947"/>
                </a:lnTo>
                <a:lnTo>
                  <a:pt x="332333" y="28896"/>
                </a:lnTo>
                <a:lnTo>
                  <a:pt x="331682" y="28857"/>
                </a:lnTo>
                <a:lnTo>
                  <a:pt x="331023" y="28829"/>
                </a:lnTo>
                <a:lnTo>
                  <a:pt x="330357" y="28812"/>
                </a:lnTo>
                <a:lnTo>
                  <a:pt x="329684" y="28806"/>
                </a:lnTo>
                <a:lnTo>
                  <a:pt x="329032" y="28813"/>
                </a:lnTo>
                <a:lnTo>
                  <a:pt x="328386" y="28832"/>
                </a:lnTo>
                <a:lnTo>
                  <a:pt x="327746" y="28863"/>
                </a:lnTo>
                <a:lnTo>
                  <a:pt x="327112" y="28908"/>
                </a:lnTo>
                <a:lnTo>
                  <a:pt x="326485" y="28965"/>
                </a:lnTo>
                <a:lnTo>
                  <a:pt x="325863" y="29035"/>
                </a:lnTo>
                <a:lnTo>
                  <a:pt x="325247" y="29117"/>
                </a:lnTo>
                <a:lnTo>
                  <a:pt x="324637" y="29212"/>
                </a:lnTo>
                <a:lnTo>
                  <a:pt x="324033" y="29320"/>
                </a:lnTo>
                <a:lnTo>
                  <a:pt x="323435" y="29440"/>
                </a:lnTo>
                <a:lnTo>
                  <a:pt x="322843" y="29574"/>
                </a:lnTo>
                <a:lnTo>
                  <a:pt x="322257" y="29720"/>
                </a:lnTo>
                <a:lnTo>
                  <a:pt x="321677" y="29878"/>
                </a:lnTo>
                <a:lnTo>
                  <a:pt x="321103" y="30049"/>
                </a:lnTo>
                <a:lnTo>
                  <a:pt x="320535" y="30233"/>
                </a:lnTo>
                <a:lnTo>
                  <a:pt x="319973" y="30430"/>
                </a:lnTo>
                <a:lnTo>
                  <a:pt x="319417" y="30639"/>
                </a:lnTo>
                <a:lnTo>
                  <a:pt x="318867" y="30861"/>
                </a:lnTo>
                <a:lnTo>
                  <a:pt x="318323" y="31096"/>
                </a:lnTo>
                <a:lnTo>
                  <a:pt x="317784" y="31343"/>
                </a:lnTo>
                <a:lnTo>
                  <a:pt x="317252" y="31603"/>
                </a:lnTo>
                <a:lnTo>
                  <a:pt x="316726" y="31876"/>
                </a:lnTo>
                <a:lnTo>
                  <a:pt x="316206" y="32161"/>
                </a:lnTo>
                <a:lnTo>
                  <a:pt x="315692" y="32459"/>
                </a:lnTo>
                <a:lnTo>
                  <a:pt x="315185" y="32769"/>
                </a:lnTo>
                <a:lnTo>
                  <a:pt x="314689" y="33088"/>
                </a:lnTo>
                <a:lnTo>
                  <a:pt x="314203" y="33417"/>
                </a:lnTo>
                <a:lnTo>
                  <a:pt x="313726" y="33756"/>
                </a:lnTo>
                <a:lnTo>
                  <a:pt x="313259" y="34104"/>
                </a:lnTo>
                <a:lnTo>
                  <a:pt x="312802" y="34462"/>
                </a:lnTo>
                <a:lnTo>
                  <a:pt x="312354" y="34831"/>
                </a:lnTo>
                <a:lnTo>
                  <a:pt x="311917" y="35209"/>
                </a:lnTo>
                <a:lnTo>
                  <a:pt x="311489" y="35596"/>
                </a:lnTo>
                <a:lnTo>
                  <a:pt x="311071" y="35994"/>
                </a:lnTo>
                <a:lnTo>
                  <a:pt x="310663" y="36401"/>
                </a:lnTo>
                <a:lnTo>
                  <a:pt x="310265" y="36819"/>
                </a:lnTo>
                <a:lnTo>
                  <a:pt x="309877" y="37246"/>
                </a:lnTo>
                <a:lnTo>
                  <a:pt x="309498" y="37682"/>
                </a:lnTo>
                <a:lnTo>
                  <a:pt x="309129" y="38129"/>
                </a:lnTo>
                <a:lnTo>
                  <a:pt x="308770" y="38585"/>
                </a:lnTo>
                <a:lnTo>
                  <a:pt x="308421" y="39052"/>
                </a:lnTo>
                <a:lnTo>
                  <a:pt x="308081" y="39528"/>
                </a:lnTo>
                <a:lnTo>
                  <a:pt x="307752" y="40014"/>
                </a:lnTo>
                <a:lnTo>
                  <a:pt x="307432" y="40509"/>
                </a:lnTo>
                <a:lnTo>
                  <a:pt x="307122" y="41015"/>
                </a:lnTo>
                <a:lnTo>
                  <a:pt x="306822" y="41530"/>
                </a:lnTo>
                <a:lnTo>
                  <a:pt x="306531" y="42055"/>
                </a:lnTo>
                <a:lnTo>
                  <a:pt x="306251" y="42590"/>
                </a:lnTo>
                <a:lnTo>
                  <a:pt x="305700" y="30461"/>
                </a:lnTo>
                <a:lnTo>
                  <a:pt x="295226" y="30461"/>
                </a:lnTo>
                <a:lnTo>
                  <a:pt x="295226" y="99927"/>
                </a:lnTo>
                <a:lnTo>
                  <a:pt x="306804" y="99927"/>
                </a:lnTo>
                <a:lnTo>
                  <a:pt x="306804" y="62851"/>
                </a:lnTo>
                <a:lnTo>
                  <a:pt x="306809" y="62201"/>
                </a:lnTo>
                <a:lnTo>
                  <a:pt x="306823" y="61560"/>
                </a:lnTo>
                <a:close/>
                <a:moveTo>
                  <a:pt x="560422" y="63004"/>
                </a:moveTo>
                <a:lnTo>
                  <a:pt x="560437" y="62471"/>
                </a:lnTo>
                <a:lnTo>
                  <a:pt x="560458" y="61946"/>
                </a:lnTo>
                <a:lnTo>
                  <a:pt x="560485" y="61428"/>
                </a:lnTo>
                <a:lnTo>
                  <a:pt x="560518" y="60918"/>
                </a:lnTo>
                <a:lnTo>
                  <a:pt x="560557" y="60414"/>
                </a:lnTo>
                <a:lnTo>
                  <a:pt x="560602" y="59919"/>
                </a:lnTo>
                <a:lnTo>
                  <a:pt x="560653" y="59430"/>
                </a:lnTo>
                <a:lnTo>
                  <a:pt x="560709" y="58950"/>
                </a:lnTo>
                <a:lnTo>
                  <a:pt x="560772" y="58476"/>
                </a:lnTo>
                <a:lnTo>
                  <a:pt x="560841" y="58010"/>
                </a:lnTo>
                <a:lnTo>
                  <a:pt x="560916" y="57551"/>
                </a:lnTo>
                <a:lnTo>
                  <a:pt x="560997" y="57100"/>
                </a:lnTo>
                <a:lnTo>
                  <a:pt x="561083" y="56656"/>
                </a:lnTo>
                <a:lnTo>
                  <a:pt x="561176" y="56220"/>
                </a:lnTo>
                <a:lnTo>
                  <a:pt x="561275" y="55791"/>
                </a:lnTo>
                <a:lnTo>
                  <a:pt x="561379" y="55370"/>
                </a:lnTo>
                <a:lnTo>
                  <a:pt x="561490" y="54955"/>
                </a:lnTo>
                <a:lnTo>
                  <a:pt x="561607" y="54549"/>
                </a:lnTo>
                <a:lnTo>
                  <a:pt x="561729" y="54149"/>
                </a:lnTo>
                <a:lnTo>
                  <a:pt x="561858" y="53758"/>
                </a:lnTo>
                <a:lnTo>
                  <a:pt x="561992" y="53373"/>
                </a:lnTo>
                <a:lnTo>
                  <a:pt x="562133" y="52996"/>
                </a:lnTo>
                <a:lnTo>
                  <a:pt x="562279" y="52626"/>
                </a:lnTo>
                <a:lnTo>
                  <a:pt x="562430" y="52263"/>
                </a:lnTo>
                <a:lnTo>
                  <a:pt x="562585" y="51905"/>
                </a:lnTo>
                <a:lnTo>
                  <a:pt x="562745" y="51555"/>
                </a:lnTo>
                <a:lnTo>
                  <a:pt x="562910" y="51210"/>
                </a:lnTo>
                <a:lnTo>
                  <a:pt x="563080" y="50873"/>
                </a:lnTo>
                <a:lnTo>
                  <a:pt x="563255" y="50541"/>
                </a:lnTo>
                <a:lnTo>
                  <a:pt x="563434" y="50217"/>
                </a:lnTo>
                <a:lnTo>
                  <a:pt x="563618" y="49898"/>
                </a:lnTo>
                <a:lnTo>
                  <a:pt x="563807" y="49586"/>
                </a:lnTo>
                <a:lnTo>
                  <a:pt x="564001" y="49281"/>
                </a:lnTo>
                <a:lnTo>
                  <a:pt x="564200" y="48982"/>
                </a:lnTo>
                <a:lnTo>
                  <a:pt x="564403" y="48689"/>
                </a:lnTo>
                <a:lnTo>
                  <a:pt x="564611" y="48403"/>
                </a:lnTo>
                <a:lnTo>
                  <a:pt x="564824" y="48124"/>
                </a:lnTo>
                <a:lnTo>
                  <a:pt x="565042" y="47851"/>
                </a:lnTo>
                <a:lnTo>
                  <a:pt x="565264" y="47584"/>
                </a:lnTo>
                <a:lnTo>
                  <a:pt x="565491" y="47324"/>
                </a:lnTo>
                <a:lnTo>
                  <a:pt x="565723" y="47070"/>
                </a:lnTo>
                <a:lnTo>
                  <a:pt x="565960" y="46823"/>
                </a:lnTo>
                <a:lnTo>
                  <a:pt x="566202" y="46582"/>
                </a:lnTo>
                <a:lnTo>
                  <a:pt x="566448" y="46348"/>
                </a:lnTo>
                <a:lnTo>
                  <a:pt x="566699" y="46120"/>
                </a:lnTo>
                <a:lnTo>
                  <a:pt x="566955" y="45898"/>
                </a:lnTo>
                <a:lnTo>
                  <a:pt x="567215" y="45683"/>
                </a:lnTo>
                <a:lnTo>
                  <a:pt x="567479" y="45472"/>
                </a:lnTo>
                <a:lnTo>
                  <a:pt x="567745" y="45266"/>
                </a:lnTo>
                <a:lnTo>
                  <a:pt x="568014" y="45066"/>
                </a:lnTo>
                <a:lnTo>
                  <a:pt x="568287" y="44870"/>
                </a:lnTo>
                <a:lnTo>
                  <a:pt x="568562" y="44679"/>
                </a:lnTo>
                <a:lnTo>
                  <a:pt x="568841" y="44494"/>
                </a:lnTo>
                <a:lnTo>
                  <a:pt x="569123" y="44313"/>
                </a:lnTo>
                <a:lnTo>
                  <a:pt x="569408" y="44138"/>
                </a:lnTo>
                <a:lnTo>
                  <a:pt x="569696" y="43967"/>
                </a:lnTo>
                <a:lnTo>
                  <a:pt x="569987" y="43802"/>
                </a:lnTo>
                <a:lnTo>
                  <a:pt x="570281" y="43642"/>
                </a:lnTo>
                <a:lnTo>
                  <a:pt x="570578" y="43486"/>
                </a:lnTo>
                <a:lnTo>
                  <a:pt x="570879" y="43336"/>
                </a:lnTo>
                <a:lnTo>
                  <a:pt x="571182" y="43190"/>
                </a:lnTo>
                <a:lnTo>
                  <a:pt x="571489" y="43050"/>
                </a:lnTo>
                <a:lnTo>
                  <a:pt x="571798" y="42915"/>
                </a:lnTo>
                <a:lnTo>
                  <a:pt x="572111" y="42785"/>
                </a:lnTo>
                <a:lnTo>
                  <a:pt x="572427" y="42659"/>
                </a:lnTo>
                <a:lnTo>
                  <a:pt x="572746" y="42539"/>
                </a:lnTo>
                <a:lnTo>
                  <a:pt x="573068" y="42424"/>
                </a:lnTo>
                <a:lnTo>
                  <a:pt x="573394" y="42314"/>
                </a:lnTo>
                <a:lnTo>
                  <a:pt x="573722" y="42209"/>
                </a:lnTo>
                <a:lnTo>
                  <a:pt x="574053" y="42108"/>
                </a:lnTo>
                <a:lnTo>
                  <a:pt x="574387" y="42013"/>
                </a:lnTo>
                <a:lnTo>
                  <a:pt x="574722" y="41921"/>
                </a:lnTo>
                <a:lnTo>
                  <a:pt x="575059" y="41834"/>
                </a:lnTo>
                <a:lnTo>
                  <a:pt x="575397" y="41750"/>
                </a:lnTo>
                <a:lnTo>
                  <a:pt x="575737" y="41671"/>
                </a:lnTo>
                <a:lnTo>
                  <a:pt x="576078" y="41596"/>
                </a:lnTo>
                <a:lnTo>
                  <a:pt x="576421" y="41525"/>
                </a:lnTo>
                <a:lnTo>
                  <a:pt x="576764" y="41458"/>
                </a:lnTo>
                <a:lnTo>
                  <a:pt x="577110" y="41395"/>
                </a:lnTo>
                <a:lnTo>
                  <a:pt x="577457" y="41336"/>
                </a:lnTo>
                <a:lnTo>
                  <a:pt x="577805" y="41281"/>
                </a:lnTo>
                <a:lnTo>
                  <a:pt x="578154" y="41230"/>
                </a:lnTo>
                <a:lnTo>
                  <a:pt x="578505" y="41183"/>
                </a:lnTo>
                <a:lnTo>
                  <a:pt x="578858" y="41140"/>
                </a:lnTo>
                <a:lnTo>
                  <a:pt x="579212" y="41102"/>
                </a:lnTo>
                <a:lnTo>
                  <a:pt x="579567" y="41067"/>
                </a:lnTo>
                <a:lnTo>
                  <a:pt x="579924" y="41037"/>
                </a:lnTo>
                <a:lnTo>
                  <a:pt x="580282" y="41010"/>
                </a:lnTo>
                <a:lnTo>
                  <a:pt x="580642" y="40988"/>
                </a:lnTo>
                <a:lnTo>
                  <a:pt x="581003" y="40970"/>
                </a:lnTo>
                <a:lnTo>
                  <a:pt x="581365" y="40955"/>
                </a:lnTo>
                <a:lnTo>
                  <a:pt x="581729" y="40945"/>
                </a:lnTo>
                <a:lnTo>
                  <a:pt x="582095" y="40939"/>
                </a:lnTo>
                <a:lnTo>
                  <a:pt x="582462" y="40937"/>
                </a:lnTo>
                <a:lnTo>
                  <a:pt x="586735" y="40937"/>
                </a:lnTo>
                <a:lnTo>
                  <a:pt x="586735" y="28806"/>
                </a:lnTo>
                <a:lnTo>
                  <a:pt x="586186" y="28809"/>
                </a:lnTo>
                <a:lnTo>
                  <a:pt x="585642" y="28819"/>
                </a:lnTo>
                <a:lnTo>
                  <a:pt x="585104" y="28834"/>
                </a:lnTo>
                <a:lnTo>
                  <a:pt x="584570" y="28856"/>
                </a:lnTo>
                <a:lnTo>
                  <a:pt x="584041" y="28884"/>
                </a:lnTo>
                <a:lnTo>
                  <a:pt x="583517" y="28918"/>
                </a:lnTo>
                <a:lnTo>
                  <a:pt x="582999" y="28959"/>
                </a:lnTo>
                <a:lnTo>
                  <a:pt x="582485" y="29005"/>
                </a:lnTo>
                <a:lnTo>
                  <a:pt x="581976" y="29058"/>
                </a:lnTo>
                <a:lnTo>
                  <a:pt x="581473" y="29117"/>
                </a:lnTo>
                <a:lnTo>
                  <a:pt x="580974" y="29183"/>
                </a:lnTo>
                <a:lnTo>
                  <a:pt x="580480" y="29254"/>
                </a:lnTo>
                <a:lnTo>
                  <a:pt x="579992" y="29332"/>
                </a:lnTo>
                <a:lnTo>
                  <a:pt x="579508" y="29416"/>
                </a:lnTo>
                <a:lnTo>
                  <a:pt x="579030" y="29506"/>
                </a:lnTo>
                <a:lnTo>
                  <a:pt x="578556" y="29603"/>
                </a:lnTo>
                <a:lnTo>
                  <a:pt x="578088" y="29705"/>
                </a:lnTo>
                <a:lnTo>
                  <a:pt x="577624" y="29814"/>
                </a:lnTo>
                <a:lnTo>
                  <a:pt x="577166" y="29929"/>
                </a:lnTo>
                <a:lnTo>
                  <a:pt x="576713" y="30051"/>
                </a:lnTo>
                <a:lnTo>
                  <a:pt x="576264" y="30178"/>
                </a:lnTo>
                <a:lnTo>
                  <a:pt x="575821" y="30312"/>
                </a:lnTo>
                <a:lnTo>
                  <a:pt x="575383" y="30452"/>
                </a:lnTo>
                <a:lnTo>
                  <a:pt x="574949" y="30598"/>
                </a:lnTo>
                <a:lnTo>
                  <a:pt x="574521" y="30750"/>
                </a:lnTo>
                <a:lnTo>
                  <a:pt x="574099" y="30907"/>
                </a:lnTo>
                <a:lnTo>
                  <a:pt x="573681" y="31070"/>
                </a:lnTo>
                <a:lnTo>
                  <a:pt x="573269" y="31238"/>
                </a:lnTo>
                <a:lnTo>
                  <a:pt x="572862" y="31411"/>
                </a:lnTo>
                <a:lnTo>
                  <a:pt x="572460" y="31589"/>
                </a:lnTo>
                <a:lnTo>
                  <a:pt x="572064" y="31772"/>
                </a:lnTo>
                <a:lnTo>
                  <a:pt x="571673" y="31961"/>
                </a:lnTo>
                <a:lnTo>
                  <a:pt x="571287" y="32155"/>
                </a:lnTo>
                <a:lnTo>
                  <a:pt x="570906" y="32355"/>
                </a:lnTo>
                <a:lnTo>
                  <a:pt x="570531" y="32559"/>
                </a:lnTo>
                <a:lnTo>
                  <a:pt x="570160" y="32769"/>
                </a:lnTo>
                <a:lnTo>
                  <a:pt x="569796" y="32984"/>
                </a:lnTo>
                <a:lnTo>
                  <a:pt x="569436" y="33205"/>
                </a:lnTo>
                <a:lnTo>
                  <a:pt x="569082" y="33430"/>
                </a:lnTo>
                <a:lnTo>
                  <a:pt x="568732" y="33661"/>
                </a:lnTo>
                <a:lnTo>
                  <a:pt x="568389" y="33897"/>
                </a:lnTo>
                <a:lnTo>
                  <a:pt x="568050" y="34139"/>
                </a:lnTo>
                <a:lnTo>
                  <a:pt x="567717" y="34386"/>
                </a:lnTo>
                <a:lnTo>
                  <a:pt x="567389" y="34638"/>
                </a:lnTo>
                <a:lnTo>
                  <a:pt x="567066" y="34895"/>
                </a:lnTo>
                <a:lnTo>
                  <a:pt x="566748" y="35157"/>
                </a:lnTo>
                <a:lnTo>
                  <a:pt x="566436" y="35425"/>
                </a:lnTo>
                <a:lnTo>
                  <a:pt x="566129" y="35698"/>
                </a:lnTo>
                <a:lnTo>
                  <a:pt x="565827" y="35976"/>
                </a:lnTo>
                <a:lnTo>
                  <a:pt x="565529" y="36259"/>
                </a:lnTo>
                <a:lnTo>
                  <a:pt x="565236" y="36547"/>
                </a:lnTo>
                <a:lnTo>
                  <a:pt x="564948" y="36839"/>
                </a:lnTo>
                <a:lnTo>
                  <a:pt x="564664" y="37136"/>
                </a:lnTo>
                <a:lnTo>
                  <a:pt x="564385" y="37438"/>
                </a:lnTo>
                <a:lnTo>
                  <a:pt x="564110" y="37745"/>
                </a:lnTo>
                <a:lnTo>
                  <a:pt x="563840" y="38057"/>
                </a:lnTo>
                <a:lnTo>
                  <a:pt x="563574" y="38373"/>
                </a:lnTo>
                <a:lnTo>
                  <a:pt x="563313" y="38694"/>
                </a:lnTo>
                <a:lnTo>
                  <a:pt x="563056" y="39020"/>
                </a:lnTo>
                <a:lnTo>
                  <a:pt x="562804" y="39351"/>
                </a:lnTo>
                <a:lnTo>
                  <a:pt x="562557" y="39686"/>
                </a:lnTo>
                <a:lnTo>
                  <a:pt x="562314" y="40026"/>
                </a:lnTo>
                <a:lnTo>
                  <a:pt x="562075" y="40371"/>
                </a:lnTo>
                <a:lnTo>
                  <a:pt x="561841" y="40721"/>
                </a:lnTo>
                <a:lnTo>
                  <a:pt x="561612" y="41076"/>
                </a:lnTo>
                <a:lnTo>
                  <a:pt x="561387" y="41435"/>
                </a:lnTo>
                <a:lnTo>
                  <a:pt x="561167" y="41799"/>
                </a:lnTo>
                <a:lnTo>
                  <a:pt x="560951" y="42168"/>
                </a:lnTo>
                <a:lnTo>
                  <a:pt x="560739" y="42542"/>
                </a:lnTo>
                <a:lnTo>
                  <a:pt x="560533" y="42921"/>
                </a:lnTo>
                <a:lnTo>
                  <a:pt x="560331" y="43304"/>
                </a:lnTo>
                <a:lnTo>
                  <a:pt x="560133" y="43692"/>
                </a:lnTo>
                <a:lnTo>
                  <a:pt x="559306" y="30461"/>
                </a:lnTo>
                <a:lnTo>
                  <a:pt x="548833" y="30461"/>
                </a:lnTo>
                <a:lnTo>
                  <a:pt x="548833" y="99927"/>
                </a:lnTo>
                <a:lnTo>
                  <a:pt x="560410" y="99927"/>
                </a:lnTo>
                <a:lnTo>
                  <a:pt x="560410" y="64092"/>
                </a:lnTo>
                <a:lnTo>
                  <a:pt x="560413" y="63545"/>
                </a:lnTo>
                <a:lnTo>
                  <a:pt x="560422" y="63004"/>
                </a:lnTo>
                <a:close/>
                <a:moveTo>
                  <a:pt x="533152" y="67337"/>
                </a:moveTo>
                <a:lnTo>
                  <a:pt x="533161" y="67181"/>
                </a:lnTo>
                <a:lnTo>
                  <a:pt x="533171" y="67027"/>
                </a:lnTo>
                <a:lnTo>
                  <a:pt x="533179" y="66874"/>
                </a:lnTo>
                <a:lnTo>
                  <a:pt x="533188" y="66723"/>
                </a:lnTo>
                <a:lnTo>
                  <a:pt x="533196" y="66573"/>
                </a:lnTo>
                <a:lnTo>
                  <a:pt x="533203" y="66424"/>
                </a:lnTo>
                <a:lnTo>
                  <a:pt x="533210" y="66277"/>
                </a:lnTo>
                <a:lnTo>
                  <a:pt x="533216" y="66131"/>
                </a:lnTo>
                <a:lnTo>
                  <a:pt x="533222" y="65987"/>
                </a:lnTo>
                <a:lnTo>
                  <a:pt x="533228" y="65844"/>
                </a:lnTo>
                <a:lnTo>
                  <a:pt x="533233" y="65703"/>
                </a:lnTo>
                <a:lnTo>
                  <a:pt x="533237" y="65563"/>
                </a:lnTo>
                <a:lnTo>
                  <a:pt x="533241" y="65424"/>
                </a:lnTo>
                <a:lnTo>
                  <a:pt x="533245" y="65287"/>
                </a:lnTo>
                <a:lnTo>
                  <a:pt x="533248" y="65152"/>
                </a:lnTo>
                <a:lnTo>
                  <a:pt x="533250" y="65017"/>
                </a:lnTo>
                <a:lnTo>
                  <a:pt x="533253" y="64885"/>
                </a:lnTo>
                <a:lnTo>
                  <a:pt x="533254" y="64753"/>
                </a:lnTo>
                <a:lnTo>
                  <a:pt x="533255" y="64623"/>
                </a:lnTo>
                <a:lnTo>
                  <a:pt x="533256" y="64495"/>
                </a:lnTo>
                <a:lnTo>
                  <a:pt x="533256" y="64368"/>
                </a:lnTo>
                <a:lnTo>
                  <a:pt x="533256" y="64242"/>
                </a:lnTo>
                <a:lnTo>
                  <a:pt x="533256" y="64116"/>
                </a:lnTo>
                <a:lnTo>
                  <a:pt x="533256" y="63991"/>
                </a:lnTo>
                <a:lnTo>
                  <a:pt x="533256" y="63866"/>
                </a:lnTo>
                <a:lnTo>
                  <a:pt x="533256" y="63742"/>
                </a:lnTo>
                <a:lnTo>
                  <a:pt x="533256" y="63618"/>
                </a:lnTo>
                <a:lnTo>
                  <a:pt x="533256" y="63495"/>
                </a:lnTo>
                <a:lnTo>
                  <a:pt x="533256" y="63372"/>
                </a:lnTo>
                <a:lnTo>
                  <a:pt x="533256" y="63250"/>
                </a:lnTo>
                <a:lnTo>
                  <a:pt x="533256" y="63128"/>
                </a:lnTo>
                <a:lnTo>
                  <a:pt x="533256" y="63006"/>
                </a:lnTo>
                <a:lnTo>
                  <a:pt x="533256" y="62886"/>
                </a:lnTo>
                <a:lnTo>
                  <a:pt x="533256" y="62765"/>
                </a:lnTo>
                <a:lnTo>
                  <a:pt x="533256" y="62645"/>
                </a:lnTo>
                <a:lnTo>
                  <a:pt x="533256" y="62526"/>
                </a:lnTo>
                <a:lnTo>
                  <a:pt x="533256" y="62407"/>
                </a:lnTo>
                <a:lnTo>
                  <a:pt x="533256" y="62288"/>
                </a:lnTo>
                <a:lnTo>
                  <a:pt x="533256" y="62170"/>
                </a:lnTo>
                <a:lnTo>
                  <a:pt x="533256" y="62052"/>
                </a:lnTo>
                <a:lnTo>
                  <a:pt x="533256" y="61935"/>
                </a:lnTo>
                <a:lnTo>
                  <a:pt x="533256" y="61819"/>
                </a:lnTo>
                <a:lnTo>
                  <a:pt x="533256" y="61703"/>
                </a:lnTo>
                <a:lnTo>
                  <a:pt x="533256" y="61587"/>
                </a:lnTo>
                <a:lnTo>
                  <a:pt x="533256" y="61472"/>
                </a:lnTo>
                <a:lnTo>
                  <a:pt x="533250" y="60739"/>
                </a:lnTo>
                <a:lnTo>
                  <a:pt x="533230" y="60012"/>
                </a:lnTo>
                <a:lnTo>
                  <a:pt x="533197" y="59289"/>
                </a:lnTo>
                <a:lnTo>
                  <a:pt x="533151" y="58572"/>
                </a:lnTo>
                <a:lnTo>
                  <a:pt x="533092" y="57859"/>
                </a:lnTo>
                <a:lnTo>
                  <a:pt x="533019" y="57152"/>
                </a:lnTo>
                <a:lnTo>
                  <a:pt x="532934" y="56450"/>
                </a:lnTo>
                <a:lnTo>
                  <a:pt x="532835" y="55752"/>
                </a:lnTo>
                <a:lnTo>
                  <a:pt x="532723" y="55060"/>
                </a:lnTo>
                <a:lnTo>
                  <a:pt x="532598" y="54373"/>
                </a:lnTo>
                <a:lnTo>
                  <a:pt x="532460" y="53690"/>
                </a:lnTo>
                <a:lnTo>
                  <a:pt x="532309" y="53013"/>
                </a:lnTo>
                <a:lnTo>
                  <a:pt x="532144" y="52341"/>
                </a:lnTo>
                <a:lnTo>
                  <a:pt x="531967" y="51674"/>
                </a:lnTo>
                <a:lnTo>
                  <a:pt x="531776" y="51011"/>
                </a:lnTo>
                <a:lnTo>
                  <a:pt x="531572" y="50354"/>
                </a:lnTo>
                <a:lnTo>
                  <a:pt x="531355" y="49702"/>
                </a:lnTo>
                <a:lnTo>
                  <a:pt x="531125" y="49055"/>
                </a:lnTo>
                <a:lnTo>
                  <a:pt x="530881" y="48413"/>
                </a:lnTo>
                <a:lnTo>
                  <a:pt x="530625" y="47776"/>
                </a:lnTo>
                <a:lnTo>
                  <a:pt x="530355" y="47144"/>
                </a:lnTo>
                <a:lnTo>
                  <a:pt x="530072" y="46517"/>
                </a:lnTo>
                <a:lnTo>
                  <a:pt x="529776" y="45895"/>
                </a:lnTo>
                <a:lnTo>
                  <a:pt x="529467" y="45278"/>
                </a:lnTo>
                <a:lnTo>
                  <a:pt x="529145" y="44668"/>
                </a:lnTo>
                <a:lnTo>
                  <a:pt x="528812" y="44068"/>
                </a:lnTo>
                <a:lnTo>
                  <a:pt x="528467" y="43479"/>
                </a:lnTo>
                <a:lnTo>
                  <a:pt x="528111" y="42898"/>
                </a:lnTo>
                <a:lnTo>
                  <a:pt x="527744" y="42328"/>
                </a:lnTo>
                <a:lnTo>
                  <a:pt x="527365" y="41768"/>
                </a:lnTo>
                <a:lnTo>
                  <a:pt x="526974" y="41217"/>
                </a:lnTo>
                <a:lnTo>
                  <a:pt x="526572" y="40676"/>
                </a:lnTo>
                <a:lnTo>
                  <a:pt x="526159" y="40145"/>
                </a:lnTo>
                <a:lnTo>
                  <a:pt x="525734" y="39624"/>
                </a:lnTo>
                <a:lnTo>
                  <a:pt x="525298" y="39112"/>
                </a:lnTo>
                <a:lnTo>
                  <a:pt x="524850" y="38610"/>
                </a:lnTo>
                <a:lnTo>
                  <a:pt x="524390" y="38119"/>
                </a:lnTo>
                <a:lnTo>
                  <a:pt x="523919" y="37636"/>
                </a:lnTo>
                <a:lnTo>
                  <a:pt x="523437" y="37164"/>
                </a:lnTo>
                <a:lnTo>
                  <a:pt x="522943" y="36702"/>
                </a:lnTo>
                <a:lnTo>
                  <a:pt x="522438" y="36249"/>
                </a:lnTo>
                <a:lnTo>
                  <a:pt x="521921" y="35806"/>
                </a:lnTo>
                <a:lnTo>
                  <a:pt x="521393" y="35373"/>
                </a:lnTo>
                <a:lnTo>
                  <a:pt x="520853" y="34950"/>
                </a:lnTo>
                <a:lnTo>
                  <a:pt x="520302" y="34537"/>
                </a:lnTo>
                <a:lnTo>
                  <a:pt x="519739" y="34133"/>
                </a:lnTo>
                <a:lnTo>
                  <a:pt x="519165" y="33739"/>
                </a:lnTo>
                <a:lnTo>
                  <a:pt x="518579" y="33355"/>
                </a:lnTo>
                <a:lnTo>
                  <a:pt x="517982" y="32984"/>
                </a:lnTo>
                <a:lnTo>
                  <a:pt x="517374" y="32629"/>
                </a:lnTo>
                <a:lnTo>
                  <a:pt x="516756" y="32289"/>
                </a:lnTo>
                <a:lnTo>
                  <a:pt x="516127" y="31965"/>
                </a:lnTo>
                <a:lnTo>
                  <a:pt x="515487" y="31657"/>
                </a:lnTo>
                <a:lnTo>
                  <a:pt x="514836" y="31365"/>
                </a:lnTo>
                <a:lnTo>
                  <a:pt x="514174" y="31089"/>
                </a:lnTo>
                <a:lnTo>
                  <a:pt x="513502" y="30828"/>
                </a:lnTo>
                <a:lnTo>
                  <a:pt x="512819" y="30583"/>
                </a:lnTo>
                <a:lnTo>
                  <a:pt x="512125" y="30354"/>
                </a:lnTo>
                <a:lnTo>
                  <a:pt x="511421" y="30141"/>
                </a:lnTo>
                <a:lnTo>
                  <a:pt x="510705" y="29944"/>
                </a:lnTo>
                <a:lnTo>
                  <a:pt x="509979" y="29762"/>
                </a:lnTo>
                <a:lnTo>
                  <a:pt x="509242" y="29596"/>
                </a:lnTo>
                <a:lnTo>
                  <a:pt x="508495" y="29446"/>
                </a:lnTo>
                <a:lnTo>
                  <a:pt x="507736" y="29312"/>
                </a:lnTo>
                <a:lnTo>
                  <a:pt x="506967" y="29193"/>
                </a:lnTo>
                <a:lnTo>
                  <a:pt x="506187" y="29091"/>
                </a:lnTo>
                <a:lnTo>
                  <a:pt x="505396" y="29004"/>
                </a:lnTo>
                <a:lnTo>
                  <a:pt x="504595" y="28933"/>
                </a:lnTo>
                <a:lnTo>
                  <a:pt x="503782" y="28877"/>
                </a:lnTo>
                <a:lnTo>
                  <a:pt x="502959" y="28838"/>
                </a:lnTo>
                <a:lnTo>
                  <a:pt x="502125" y="28814"/>
                </a:lnTo>
                <a:lnTo>
                  <a:pt x="501281" y="28806"/>
                </a:lnTo>
                <a:lnTo>
                  <a:pt x="500458" y="28814"/>
                </a:lnTo>
                <a:lnTo>
                  <a:pt x="499642" y="28838"/>
                </a:lnTo>
                <a:lnTo>
                  <a:pt x="498835" y="28877"/>
                </a:lnTo>
                <a:lnTo>
                  <a:pt x="498036" y="28933"/>
                </a:lnTo>
                <a:lnTo>
                  <a:pt x="497244" y="29004"/>
                </a:lnTo>
                <a:lnTo>
                  <a:pt x="496461" y="29091"/>
                </a:lnTo>
                <a:lnTo>
                  <a:pt x="495685" y="29193"/>
                </a:lnTo>
                <a:lnTo>
                  <a:pt x="494917" y="29312"/>
                </a:lnTo>
                <a:lnTo>
                  <a:pt x="494157" y="29446"/>
                </a:lnTo>
                <a:lnTo>
                  <a:pt x="493405" y="29596"/>
                </a:lnTo>
                <a:lnTo>
                  <a:pt x="492661" y="29762"/>
                </a:lnTo>
                <a:lnTo>
                  <a:pt x="491925" y="29944"/>
                </a:lnTo>
                <a:lnTo>
                  <a:pt x="491197" y="30141"/>
                </a:lnTo>
                <a:lnTo>
                  <a:pt x="490476" y="30354"/>
                </a:lnTo>
                <a:lnTo>
                  <a:pt x="489764" y="30583"/>
                </a:lnTo>
                <a:lnTo>
                  <a:pt x="489059" y="30828"/>
                </a:lnTo>
                <a:lnTo>
                  <a:pt x="488363" y="31089"/>
                </a:lnTo>
                <a:lnTo>
                  <a:pt x="487674" y="31365"/>
                </a:lnTo>
                <a:lnTo>
                  <a:pt x="486993" y="31657"/>
                </a:lnTo>
                <a:lnTo>
                  <a:pt x="486320" y="31965"/>
                </a:lnTo>
                <a:lnTo>
                  <a:pt x="485655" y="32289"/>
                </a:lnTo>
                <a:lnTo>
                  <a:pt x="484998" y="32629"/>
                </a:lnTo>
                <a:lnTo>
                  <a:pt x="484349" y="32984"/>
                </a:lnTo>
                <a:lnTo>
                  <a:pt x="483707" y="33355"/>
                </a:lnTo>
                <a:lnTo>
                  <a:pt x="483076" y="33741"/>
                </a:lnTo>
                <a:lnTo>
                  <a:pt x="482456" y="34138"/>
                </a:lnTo>
                <a:lnTo>
                  <a:pt x="481849" y="34549"/>
                </a:lnTo>
                <a:lnTo>
                  <a:pt x="481253" y="34971"/>
                </a:lnTo>
                <a:lnTo>
                  <a:pt x="480670" y="35406"/>
                </a:lnTo>
                <a:lnTo>
                  <a:pt x="480098" y="35854"/>
                </a:lnTo>
                <a:lnTo>
                  <a:pt x="479538" y="36314"/>
                </a:lnTo>
                <a:lnTo>
                  <a:pt x="478991" y="36786"/>
                </a:lnTo>
                <a:lnTo>
                  <a:pt x="478455" y="37271"/>
                </a:lnTo>
                <a:lnTo>
                  <a:pt x="477931" y="37768"/>
                </a:lnTo>
                <a:lnTo>
                  <a:pt x="477419" y="38278"/>
                </a:lnTo>
                <a:lnTo>
                  <a:pt x="476919" y="38800"/>
                </a:lnTo>
                <a:lnTo>
                  <a:pt x="476431" y="39335"/>
                </a:lnTo>
                <a:lnTo>
                  <a:pt x="475956" y="39882"/>
                </a:lnTo>
                <a:lnTo>
                  <a:pt x="475492" y="40441"/>
                </a:lnTo>
                <a:lnTo>
                  <a:pt x="475040" y="41013"/>
                </a:lnTo>
                <a:lnTo>
                  <a:pt x="474599" y="41598"/>
                </a:lnTo>
                <a:lnTo>
                  <a:pt x="474171" y="42195"/>
                </a:lnTo>
                <a:lnTo>
                  <a:pt x="473755" y="42804"/>
                </a:lnTo>
                <a:lnTo>
                  <a:pt x="473351" y="43426"/>
                </a:lnTo>
                <a:lnTo>
                  <a:pt x="472959" y="44060"/>
                </a:lnTo>
                <a:lnTo>
                  <a:pt x="472579" y="44706"/>
                </a:lnTo>
                <a:lnTo>
                  <a:pt x="472210" y="45366"/>
                </a:lnTo>
                <a:lnTo>
                  <a:pt x="471854" y="46037"/>
                </a:lnTo>
                <a:lnTo>
                  <a:pt x="471511" y="46720"/>
                </a:lnTo>
                <a:lnTo>
                  <a:pt x="471183" y="47412"/>
                </a:lnTo>
                <a:lnTo>
                  <a:pt x="470869" y="48115"/>
                </a:lnTo>
                <a:lnTo>
                  <a:pt x="470569" y="48828"/>
                </a:lnTo>
                <a:lnTo>
                  <a:pt x="470285" y="49550"/>
                </a:lnTo>
                <a:lnTo>
                  <a:pt x="470015" y="50283"/>
                </a:lnTo>
                <a:lnTo>
                  <a:pt x="469759" y="51026"/>
                </a:lnTo>
                <a:lnTo>
                  <a:pt x="469518" y="51779"/>
                </a:lnTo>
                <a:lnTo>
                  <a:pt x="469292" y="52542"/>
                </a:lnTo>
                <a:lnTo>
                  <a:pt x="469080" y="53315"/>
                </a:lnTo>
                <a:lnTo>
                  <a:pt x="468883" y="54098"/>
                </a:lnTo>
                <a:lnTo>
                  <a:pt x="468701" y="54892"/>
                </a:lnTo>
                <a:lnTo>
                  <a:pt x="468533" y="55695"/>
                </a:lnTo>
                <a:lnTo>
                  <a:pt x="468380" y="56508"/>
                </a:lnTo>
                <a:lnTo>
                  <a:pt x="468241" y="57332"/>
                </a:lnTo>
                <a:lnTo>
                  <a:pt x="468117" y="58165"/>
                </a:lnTo>
                <a:lnTo>
                  <a:pt x="468008" y="59008"/>
                </a:lnTo>
                <a:lnTo>
                  <a:pt x="467913" y="59862"/>
                </a:lnTo>
                <a:lnTo>
                  <a:pt x="467832" y="60725"/>
                </a:lnTo>
                <a:lnTo>
                  <a:pt x="467767" y="61599"/>
                </a:lnTo>
                <a:lnTo>
                  <a:pt x="467716" y="62483"/>
                </a:lnTo>
                <a:lnTo>
                  <a:pt x="467679" y="63377"/>
                </a:lnTo>
                <a:lnTo>
                  <a:pt x="467657" y="64280"/>
                </a:lnTo>
                <a:lnTo>
                  <a:pt x="467650" y="65194"/>
                </a:lnTo>
                <a:lnTo>
                  <a:pt x="467657" y="66097"/>
                </a:lnTo>
                <a:lnTo>
                  <a:pt x="467680" y="66990"/>
                </a:lnTo>
                <a:lnTo>
                  <a:pt x="467717" y="67874"/>
                </a:lnTo>
                <a:lnTo>
                  <a:pt x="467769" y="68749"/>
                </a:lnTo>
                <a:lnTo>
                  <a:pt x="467835" y="69614"/>
                </a:lnTo>
                <a:lnTo>
                  <a:pt x="467917" y="70470"/>
                </a:lnTo>
                <a:lnTo>
                  <a:pt x="468013" y="71317"/>
                </a:lnTo>
                <a:lnTo>
                  <a:pt x="468125" y="72154"/>
                </a:lnTo>
                <a:lnTo>
                  <a:pt x="468251" y="72982"/>
                </a:lnTo>
                <a:lnTo>
                  <a:pt x="468391" y="73801"/>
                </a:lnTo>
                <a:lnTo>
                  <a:pt x="468547" y="74611"/>
                </a:lnTo>
                <a:lnTo>
                  <a:pt x="468718" y="75411"/>
                </a:lnTo>
                <a:lnTo>
                  <a:pt x="468903" y="76201"/>
                </a:lnTo>
                <a:lnTo>
                  <a:pt x="469103" y="76983"/>
                </a:lnTo>
                <a:lnTo>
                  <a:pt x="469318" y="77755"/>
                </a:lnTo>
                <a:lnTo>
                  <a:pt x="469548" y="78518"/>
                </a:lnTo>
                <a:lnTo>
                  <a:pt x="469793" y="79271"/>
                </a:lnTo>
                <a:lnTo>
                  <a:pt x="470053" y="80015"/>
                </a:lnTo>
                <a:lnTo>
                  <a:pt x="470327" y="80750"/>
                </a:lnTo>
                <a:lnTo>
                  <a:pt x="470616" y="81475"/>
                </a:lnTo>
                <a:lnTo>
                  <a:pt x="470920" y="82192"/>
                </a:lnTo>
                <a:lnTo>
                  <a:pt x="471239" y="82898"/>
                </a:lnTo>
                <a:lnTo>
                  <a:pt x="471573" y="83596"/>
                </a:lnTo>
                <a:lnTo>
                  <a:pt x="471921" y="84284"/>
                </a:lnTo>
                <a:lnTo>
                  <a:pt x="472283" y="84961"/>
                </a:lnTo>
                <a:lnTo>
                  <a:pt x="472656" y="85625"/>
                </a:lnTo>
                <a:lnTo>
                  <a:pt x="473040" y="86277"/>
                </a:lnTo>
                <a:lnTo>
                  <a:pt x="473436" y="86916"/>
                </a:lnTo>
                <a:lnTo>
                  <a:pt x="473843" y="87542"/>
                </a:lnTo>
                <a:lnTo>
                  <a:pt x="474261" y="88156"/>
                </a:lnTo>
                <a:lnTo>
                  <a:pt x="474690" y="88757"/>
                </a:lnTo>
                <a:lnTo>
                  <a:pt x="475130" y="89345"/>
                </a:lnTo>
                <a:lnTo>
                  <a:pt x="475582" y="89921"/>
                </a:lnTo>
                <a:lnTo>
                  <a:pt x="476045" y="90484"/>
                </a:lnTo>
                <a:lnTo>
                  <a:pt x="476519" y="91034"/>
                </a:lnTo>
                <a:lnTo>
                  <a:pt x="477005" y="91571"/>
                </a:lnTo>
                <a:lnTo>
                  <a:pt x="477501" y="92096"/>
                </a:lnTo>
                <a:lnTo>
                  <a:pt x="478009" y="92608"/>
                </a:lnTo>
                <a:lnTo>
                  <a:pt x="478528" y="93108"/>
                </a:lnTo>
                <a:lnTo>
                  <a:pt x="479059" y="93595"/>
                </a:lnTo>
                <a:lnTo>
                  <a:pt x="479600" y="94069"/>
                </a:lnTo>
                <a:lnTo>
                  <a:pt x="480153" y="94530"/>
                </a:lnTo>
                <a:lnTo>
                  <a:pt x="480718" y="94979"/>
                </a:lnTo>
                <a:lnTo>
                  <a:pt x="481293" y="95415"/>
                </a:lnTo>
                <a:lnTo>
                  <a:pt x="481880" y="95839"/>
                </a:lnTo>
                <a:lnTo>
                  <a:pt x="482478" y="96250"/>
                </a:lnTo>
                <a:lnTo>
                  <a:pt x="483087" y="96648"/>
                </a:lnTo>
                <a:lnTo>
                  <a:pt x="483707" y="97033"/>
                </a:lnTo>
                <a:lnTo>
                  <a:pt x="484337" y="97404"/>
                </a:lnTo>
                <a:lnTo>
                  <a:pt x="484975" y="97759"/>
                </a:lnTo>
                <a:lnTo>
                  <a:pt x="485621" y="98099"/>
                </a:lnTo>
                <a:lnTo>
                  <a:pt x="486274" y="98422"/>
                </a:lnTo>
                <a:lnTo>
                  <a:pt x="486936" y="98730"/>
                </a:lnTo>
                <a:lnTo>
                  <a:pt x="487605" y="99022"/>
                </a:lnTo>
                <a:lnTo>
                  <a:pt x="488283" y="99299"/>
                </a:lnTo>
                <a:lnTo>
                  <a:pt x="488968" y="99559"/>
                </a:lnTo>
                <a:lnTo>
                  <a:pt x="489661" y="99804"/>
                </a:lnTo>
                <a:lnTo>
                  <a:pt x="490362" y="100033"/>
                </a:lnTo>
                <a:lnTo>
                  <a:pt x="491071" y="100246"/>
                </a:lnTo>
                <a:lnTo>
                  <a:pt x="491788" y="100443"/>
                </a:lnTo>
                <a:lnTo>
                  <a:pt x="492513" y="100625"/>
                </a:lnTo>
                <a:lnTo>
                  <a:pt x="493245" y="100791"/>
                </a:lnTo>
                <a:lnTo>
                  <a:pt x="493986" y="100941"/>
                </a:lnTo>
                <a:lnTo>
                  <a:pt x="494734" y="101075"/>
                </a:lnTo>
                <a:lnTo>
                  <a:pt x="495490" y="101193"/>
                </a:lnTo>
                <a:lnTo>
                  <a:pt x="496254" y="101296"/>
                </a:lnTo>
                <a:lnTo>
                  <a:pt x="497026" y="101383"/>
                </a:lnTo>
                <a:lnTo>
                  <a:pt x="497806" y="101454"/>
                </a:lnTo>
                <a:lnTo>
                  <a:pt x="498594" y="101509"/>
                </a:lnTo>
                <a:lnTo>
                  <a:pt x="499390" y="101548"/>
                </a:lnTo>
                <a:lnTo>
                  <a:pt x="500194" y="101572"/>
                </a:lnTo>
                <a:lnTo>
                  <a:pt x="501005" y="101580"/>
                </a:lnTo>
                <a:lnTo>
                  <a:pt x="501679" y="101575"/>
                </a:lnTo>
                <a:lnTo>
                  <a:pt x="502347" y="101560"/>
                </a:lnTo>
                <a:lnTo>
                  <a:pt x="503007" y="101536"/>
                </a:lnTo>
                <a:lnTo>
                  <a:pt x="503661" y="101502"/>
                </a:lnTo>
                <a:lnTo>
                  <a:pt x="504307" y="101457"/>
                </a:lnTo>
                <a:lnTo>
                  <a:pt x="504947" y="101404"/>
                </a:lnTo>
                <a:lnTo>
                  <a:pt x="505579" y="101340"/>
                </a:lnTo>
                <a:lnTo>
                  <a:pt x="506205" y="101266"/>
                </a:lnTo>
                <a:lnTo>
                  <a:pt x="506823" y="101183"/>
                </a:lnTo>
                <a:lnTo>
                  <a:pt x="507435" y="101090"/>
                </a:lnTo>
                <a:lnTo>
                  <a:pt x="508040" y="100987"/>
                </a:lnTo>
                <a:lnTo>
                  <a:pt x="508638" y="100874"/>
                </a:lnTo>
                <a:lnTo>
                  <a:pt x="509229" y="100751"/>
                </a:lnTo>
                <a:lnTo>
                  <a:pt x="509813" y="100619"/>
                </a:lnTo>
                <a:lnTo>
                  <a:pt x="510390" y="100477"/>
                </a:lnTo>
                <a:lnTo>
                  <a:pt x="510960" y="100325"/>
                </a:lnTo>
                <a:lnTo>
                  <a:pt x="511523" y="100163"/>
                </a:lnTo>
                <a:lnTo>
                  <a:pt x="512079" y="99991"/>
                </a:lnTo>
                <a:lnTo>
                  <a:pt x="512628" y="99810"/>
                </a:lnTo>
                <a:lnTo>
                  <a:pt x="513171" y="99619"/>
                </a:lnTo>
                <a:lnTo>
                  <a:pt x="513706" y="99418"/>
                </a:lnTo>
                <a:lnTo>
                  <a:pt x="514235" y="99207"/>
                </a:lnTo>
                <a:lnTo>
                  <a:pt x="514756" y="98986"/>
                </a:lnTo>
                <a:lnTo>
                  <a:pt x="515271" y="98756"/>
                </a:lnTo>
                <a:lnTo>
                  <a:pt x="515778" y="98516"/>
                </a:lnTo>
                <a:lnTo>
                  <a:pt x="516279" y="98270"/>
                </a:lnTo>
                <a:lnTo>
                  <a:pt x="516773" y="98016"/>
                </a:lnTo>
                <a:lnTo>
                  <a:pt x="517259" y="97754"/>
                </a:lnTo>
                <a:lnTo>
                  <a:pt x="517739" y="97485"/>
                </a:lnTo>
                <a:lnTo>
                  <a:pt x="518212" y="97209"/>
                </a:lnTo>
                <a:lnTo>
                  <a:pt x="518678" y="96925"/>
                </a:lnTo>
                <a:lnTo>
                  <a:pt x="519137" y="96634"/>
                </a:lnTo>
                <a:lnTo>
                  <a:pt x="519589" y="96335"/>
                </a:lnTo>
                <a:lnTo>
                  <a:pt x="520034" y="96030"/>
                </a:lnTo>
                <a:lnTo>
                  <a:pt x="520472" y="95716"/>
                </a:lnTo>
                <a:lnTo>
                  <a:pt x="520904" y="95395"/>
                </a:lnTo>
                <a:lnTo>
                  <a:pt x="521328" y="95067"/>
                </a:lnTo>
                <a:lnTo>
                  <a:pt x="521745" y="94732"/>
                </a:lnTo>
                <a:lnTo>
                  <a:pt x="522156" y="94389"/>
                </a:lnTo>
                <a:lnTo>
                  <a:pt x="522559" y="94038"/>
                </a:lnTo>
                <a:lnTo>
                  <a:pt x="522956" y="93680"/>
                </a:lnTo>
                <a:lnTo>
                  <a:pt x="523346" y="93315"/>
                </a:lnTo>
                <a:lnTo>
                  <a:pt x="523728" y="92942"/>
                </a:lnTo>
                <a:lnTo>
                  <a:pt x="524104" y="92562"/>
                </a:lnTo>
                <a:lnTo>
                  <a:pt x="524473" y="92175"/>
                </a:lnTo>
                <a:lnTo>
                  <a:pt x="524835" y="91780"/>
                </a:lnTo>
                <a:lnTo>
                  <a:pt x="525190" y="91378"/>
                </a:lnTo>
                <a:lnTo>
                  <a:pt x="525538" y="90968"/>
                </a:lnTo>
                <a:lnTo>
                  <a:pt x="525878" y="90552"/>
                </a:lnTo>
                <a:lnTo>
                  <a:pt x="526210" y="90132"/>
                </a:lnTo>
                <a:lnTo>
                  <a:pt x="526533" y="89708"/>
                </a:lnTo>
                <a:lnTo>
                  <a:pt x="526847" y="89280"/>
                </a:lnTo>
                <a:lnTo>
                  <a:pt x="527153" y="88847"/>
                </a:lnTo>
                <a:lnTo>
                  <a:pt x="527450" y="88410"/>
                </a:lnTo>
                <a:lnTo>
                  <a:pt x="527739" y="87968"/>
                </a:lnTo>
                <a:lnTo>
                  <a:pt x="528019" y="87522"/>
                </a:lnTo>
                <a:lnTo>
                  <a:pt x="528290" y="87072"/>
                </a:lnTo>
                <a:lnTo>
                  <a:pt x="528553" y="86618"/>
                </a:lnTo>
                <a:lnTo>
                  <a:pt x="528807" y="86159"/>
                </a:lnTo>
                <a:lnTo>
                  <a:pt x="529053" y="85696"/>
                </a:lnTo>
                <a:lnTo>
                  <a:pt x="529290" y="85229"/>
                </a:lnTo>
                <a:lnTo>
                  <a:pt x="529518" y="84757"/>
                </a:lnTo>
                <a:lnTo>
                  <a:pt x="529738" y="84282"/>
                </a:lnTo>
                <a:lnTo>
                  <a:pt x="529949" y="83801"/>
                </a:lnTo>
                <a:lnTo>
                  <a:pt x="530151" y="83317"/>
                </a:lnTo>
                <a:lnTo>
                  <a:pt x="530345" y="82828"/>
                </a:lnTo>
                <a:lnTo>
                  <a:pt x="530531" y="82335"/>
                </a:lnTo>
                <a:lnTo>
                  <a:pt x="530707" y="81837"/>
                </a:lnTo>
                <a:lnTo>
                  <a:pt x="530875" y="81336"/>
                </a:lnTo>
                <a:lnTo>
                  <a:pt x="531035" y="80830"/>
                </a:lnTo>
                <a:lnTo>
                  <a:pt x="531186" y="80319"/>
                </a:lnTo>
                <a:lnTo>
                  <a:pt x="531328" y="79805"/>
                </a:lnTo>
                <a:lnTo>
                  <a:pt x="519887" y="79805"/>
                </a:lnTo>
                <a:lnTo>
                  <a:pt x="519710" y="80260"/>
                </a:lnTo>
                <a:lnTo>
                  <a:pt x="519524" y="80707"/>
                </a:lnTo>
                <a:lnTo>
                  <a:pt x="519328" y="81147"/>
                </a:lnTo>
                <a:lnTo>
                  <a:pt x="519123" y="81579"/>
                </a:lnTo>
                <a:lnTo>
                  <a:pt x="518909" y="82003"/>
                </a:lnTo>
                <a:lnTo>
                  <a:pt x="518685" y="82419"/>
                </a:lnTo>
                <a:lnTo>
                  <a:pt x="518452" y="82827"/>
                </a:lnTo>
                <a:lnTo>
                  <a:pt x="518210" y="83227"/>
                </a:lnTo>
                <a:lnTo>
                  <a:pt x="517958" y="83619"/>
                </a:lnTo>
                <a:lnTo>
                  <a:pt x="517697" y="84003"/>
                </a:lnTo>
                <a:lnTo>
                  <a:pt x="517427" y="84380"/>
                </a:lnTo>
                <a:lnTo>
                  <a:pt x="517148" y="84748"/>
                </a:lnTo>
                <a:lnTo>
                  <a:pt x="516859" y="85109"/>
                </a:lnTo>
                <a:lnTo>
                  <a:pt x="516560" y="85462"/>
                </a:lnTo>
                <a:lnTo>
                  <a:pt x="516253" y="85807"/>
                </a:lnTo>
                <a:lnTo>
                  <a:pt x="515936" y="86144"/>
                </a:lnTo>
                <a:lnTo>
                  <a:pt x="515610" y="86473"/>
                </a:lnTo>
                <a:lnTo>
                  <a:pt x="515274" y="86794"/>
                </a:lnTo>
                <a:lnTo>
                  <a:pt x="514929" y="87107"/>
                </a:lnTo>
                <a:lnTo>
                  <a:pt x="514575" y="87413"/>
                </a:lnTo>
                <a:lnTo>
                  <a:pt x="514211" y="87710"/>
                </a:lnTo>
                <a:lnTo>
                  <a:pt x="513838" y="88000"/>
                </a:lnTo>
                <a:lnTo>
                  <a:pt x="513456" y="88282"/>
                </a:lnTo>
                <a:lnTo>
                  <a:pt x="513064" y="88556"/>
                </a:lnTo>
                <a:lnTo>
                  <a:pt x="512664" y="88820"/>
                </a:lnTo>
                <a:lnTo>
                  <a:pt x="512254" y="89073"/>
                </a:lnTo>
                <a:lnTo>
                  <a:pt x="511836" y="89315"/>
                </a:lnTo>
                <a:lnTo>
                  <a:pt x="511409" y="89545"/>
                </a:lnTo>
                <a:lnTo>
                  <a:pt x="510972" y="89764"/>
                </a:lnTo>
                <a:lnTo>
                  <a:pt x="510528" y="89972"/>
                </a:lnTo>
                <a:lnTo>
                  <a:pt x="510074" y="90169"/>
                </a:lnTo>
                <a:lnTo>
                  <a:pt x="509611" y="90355"/>
                </a:lnTo>
                <a:lnTo>
                  <a:pt x="509140" y="90529"/>
                </a:lnTo>
                <a:lnTo>
                  <a:pt x="508659" y="90692"/>
                </a:lnTo>
                <a:lnTo>
                  <a:pt x="508170" y="90844"/>
                </a:lnTo>
                <a:lnTo>
                  <a:pt x="507672" y="90985"/>
                </a:lnTo>
                <a:lnTo>
                  <a:pt x="507165" y="91114"/>
                </a:lnTo>
                <a:lnTo>
                  <a:pt x="506649" y="91232"/>
                </a:lnTo>
                <a:lnTo>
                  <a:pt x="506125" y="91339"/>
                </a:lnTo>
                <a:lnTo>
                  <a:pt x="505591" y="91434"/>
                </a:lnTo>
                <a:lnTo>
                  <a:pt x="505049" y="91519"/>
                </a:lnTo>
                <a:lnTo>
                  <a:pt x="504498" y="91592"/>
                </a:lnTo>
                <a:lnTo>
                  <a:pt x="503938" y="91654"/>
                </a:lnTo>
                <a:lnTo>
                  <a:pt x="503369" y="91704"/>
                </a:lnTo>
                <a:lnTo>
                  <a:pt x="502791" y="91744"/>
                </a:lnTo>
                <a:lnTo>
                  <a:pt x="502205" y="91772"/>
                </a:lnTo>
                <a:lnTo>
                  <a:pt x="501609" y="91789"/>
                </a:lnTo>
                <a:lnTo>
                  <a:pt x="501005" y="91794"/>
                </a:lnTo>
                <a:lnTo>
                  <a:pt x="500524" y="91789"/>
                </a:lnTo>
                <a:lnTo>
                  <a:pt x="500045" y="91774"/>
                </a:lnTo>
                <a:lnTo>
                  <a:pt x="499570" y="91749"/>
                </a:lnTo>
                <a:lnTo>
                  <a:pt x="499096" y="91714"/>
                </a:lnTo>
                <a:lnTo>
                  <a:pt x="498626" y="91669"/>
                </a:lnTo>
                <a:lnTo>
                  <a:pt x="498158" y="91613"/>
                </a:lnTo>
                <a:lnTo>
                  <a:pt x="497692" y="91548"/>
                </a:lnTo>
                <a:lnTo>
                  <a:pt x="497230" y="91473"/>
                </a:lnTo>
                <a:lnTo>
                  <a:pt x="496770" y="91387"/>
                </a:lnTo>
                <a:lnTo>
                  <a:pt x="496312" y="91292"/>
                </a:lnTo>
                <a:lnTo>
                  <a:pt x="495857" y="91186"/>
                </a:lnTo>
                <a:lnTo>
                  <a:pt x="495405" y="91071"/>
                </a:lnTo>
                <a:lnTo>
                  <a:pt x="494956" y="90945"/>
                </a:lnTo>
                <a:lnTo>
                  <a:pt x="494509" y="90810"/>
                </a:lnTo>
                <a:lnTo>
                  <a:pt x="494064" y="90664"/>
                </a:lnTo>
                <a:lnTo>
                  <a:pt x="493623" y="90508"/>
                </a:lnTo>
                <a:lnTo>
                  <a:pt x="493184" y="90342"/>
                </a:lnTo>
                <a:lnTo>
                  <a:pt x="492747" y="90167"/>
                </a:lnTo>
                <a:lnTo>
                  <a:pt x="492314" y="89981"/>
                </a:lnTo>
                <a:lnTo>
                  <a:pt x="491883" y="89785"/>
                </a:lnTo>
                <a:lnTo>
                  <a:pt x="491454" y="89579"/>
                </a:lnTo>
                <a:lnTo>
                  <a:pt x="491028" y="89363"/>
                </a:lnTo>
                <a:lnTo>
                  <a:pt x="490605" y="89137"/>
                </a:lnTo>
                <a:lnTo>
                  <a:pt x="490185" y="88900"/>
                </a:lnTo>
                <a:lnTo>
                  <a:pt x="489769" y="88654"/>
                </a:lnTo>
                <a:lnTo>
                  <a:pt x="489360" y="88398"/>
                </a:lnTo>
                <a:lnTo>
                  <a:pt x="488957" y="88132"/>
                </a:lnTo>
                <a:lnTo>
                  <a:pt x="488561" y="87855"/>
                </a:lnTo>
                <a:lnTo>
                  <a:pt x="488172" y="87569"/>
                </a:lnTo>
                <a:lnTo>
                  <a:pt x="487790" y="87273"/>
                </a:lnTo>
                <a:lnTo>
                  <a:pt x="487414" y="86966"/>
                </a:lnTo>
                <a:lnTo>
                  <a:pt x="487045" y="86650"/>
                </a:lnTo>
                <a:lnTo>
                  <a:pt x="486683" y="86323"/>
                </a:lnTo>
                <a:lnTo>
                  <a:pt x="486327" y="85986"/>
                </a:lnTo>
                <a:lnTo>
                  <a:pt x="485978" y="85640"/>
                </a:lnTo>
                <a:lnTo>
                  <a:pt x="485636" y="85283"/>
                </a:lnTo>
                <a:lnTo>
                  <a:pt x="485301" y="84916"/>
                </a:lnTo>
                <a:lnTo>
                  <a:pt x="484972" y="84540"/>
                </a:lnTo>
                <a:lnTo>
                  <a:pt x="484650" y="84153"/>
                </a:lnTo>
                <a:lnTo>
                  <a:pt x="484334" y="83756"/>
                </a:lnTo>
                <a:lnTo>
                  <a:pt x="484026" y="83349"/>
                </a:lnTo>
                <a:lnTo>
                  <a:pt x="483724" y="82932"/>
                </a:lnTo>
                <a:lnTo>
                  <a:pt x="483428" y="82505"/>
                </a:lnTo>
                <a:lnTo>
                  <a:pt x="483140" y="82068"/>
                </a:lnTo>
                <a:lnTo>
                  <a:pt x="482858" y="81621"/>
                </a:lnTo>
                <a:lnTo>
                  <a:pt x="482582" y="81163"/>
                </a:lnTo>
                <a:lnTo>
                  <a:pt x="482314" y="80696"/>
                </a:lnTo>
                <a:lnTo>
                  <a:pt x="482052" y="80219"/>
                </a:lnTo>
                <a:lnTo>
                  <a:pt x="481799" y="79732"/>
                </a:lnTo>
                <a:lnTo>
                  <a:pt x="481557" y="79235"/>
                </a:lnTo>
                <a:lnTo>
                  <a:pt x="481325" y="78728"/>
                </a:lnTo>
                <a:lnTo>
                  <a:pt x="481105" y="78212"/>
                </a:lnTo>
                <a:lnTo>
                  <a:pt x="480895" y="77687"/>
                </a:lnTo>
                <a:lnTo>
                  <a:pt x="480696" y="77152"/>
                </a:lnTo>
                <a:lnTo>
                  <a:pt x="480507" y="76607"/>
                </a:lnTo>
                <a:lnTo>
                  <a:pt x="480330" y="76053"/>
                </a:lnTo>
                <a:lnTo>
                  <a:pt x="480163" y="75489"/>
                </a:lnTo>
                <a:lnTo>
                  <a:pt x="480007" y="74916"/>
                </a:lnTo>
                <a:lnTo>
                  <a:pt x="479862" y="74333"/>
                </a:lnTo>
                <a:lnTo>
                  <a:pt x="479727" y="73740"/>
                </a:lnTo>
                <a:lnTo>
                  <a:pt x="479603" y="73138"/>
                </a:lnTo>
                <a:lnTo>
                  <a:pt x="479490" y="72526"/>
                </a:lnTo>
                <a:lnTo>
                  <a:pt x="479388" y="71905"/>
                </a:lnTo>
                <a:lnTo>
                  <a:pt x="479296" y="71275"/>
                </a:lnTo>
                <a:lnTo>
                  <a:pt x="479216" y="70634"/>
                </a:lnTo>
                <a:lnTo>
                  <a:pt x="479146" y="69984"/>
                </a:lnTo>
                <a:lnTo>
                  <a:pt x="479087" y="69325"/>
                </a:lnTo>
                <a:lnTo>
                  <a:pt x="479038" y="68656"/>
                </a:lnTo>
                <a:lnTo>
                  <a:pt x="479000" y="67977"/>
                </a:lnTo>
                <a:lnTo>
                  <a:pt x="478994" y="67813"/>
                </a:lnTo>
                <a:lnTo>
                  <a:pt x="533120" y="67813"/>
                </a:lnTo>
                <a:lnTo>
                  <a:pt x="533131" y="67653"/>
                </a:lnTo>
                <a:lnTo>
                  <a:pt x="533141" y="67494"/>
                </a:lnTo>
                <a:lnTo>
                  <a:pt x="533152" y="67337"/>
                </a:lnTo>
                <a:close/>
                <a:moveTo>
                  <a:pt x="479289" y="57162"/>
                </a:moveTo>
                <a:lnTo>
                  <a:pt x="479378" y="56594"/>
                </a:lnTo>
                <a:lnTo>
                  <a:pt x="479479" y="56035"/>
                </a:lnTo>
                <a:lnTo>
                  <a:pt x="479589" y="55485"/>
                </a:lnTo>
                <a:lnTo>
                  <a:pt x="479710" y="54944"/>
                </a:lnTo>
                <a:lnTo>
                  <a:pt x="479842" y="54411"/>
                </a:lnTo>
                <a:lnTo>
                  <a:pt x="479984" y="53887"/>
                </a:lnTo>
                <a:lnTo>
                  <a:pt x="480137" y="53373"/>
                </a:lnTo>
                <a:lnTo>
                  <a:pt x="480300" y="52867"/>
                </a:lnTo>
                <a:lnTo>
                  <a:pt x="480474" y="52369"/>
                </a:lnTo>
                <a:lnTo>
                  <a:pt x="480658" y="51881"/>
                </a:lnTo>
                <a:lnTo>
                  <a:pt x="480853" y="51402"/>
                </a:lnTo>
                <a:lnTo>
                  <a:pt x="481058" y="50931"/>
                </a:lnTo>
                <a:lnTo>
                  <a:pt x="481274" y="50469"/>
                </a:lnTo>
                <a:lnTo>
                  <a:pt x="481500" y="50016"/>
                </a:lnTo>
                <a:lnTo>
                  <a:pt x="481737" y="49572"/>
                </a:lnTo>
                <a:lnTo>
                  <a:pt x="481985" y="49137"/>
                </a:lnTo>
                <a:lnTo>
                  <a:pt x="482241" y="48711"/>
                </a:lnTo>
                <a:lnTo>
                  <a:pt x="482504" y="48293"/>
                </a:lnTo>
                <a:lnTo>
                  <a:pt x="482774" y="47883"/>
                </a:lnTo>
                <a:lnTo>
                  <a:pt x="483051" y="47483"/>
                </a:lnTo>
                <a:lnTo>
                  <a:pt x="483335" y="47091"/>
                </a:lnTo>
                <a:lnTo>
                  <a:pt x="483626" y="46707"/>
                </a:lnTo>
                <a:lnTo>
                  <a:pt x="483924" y="46333"/>
                </a:lnTo>
                <a:lnTo>
                  <a:pt x="484228" y="45966"/>
                </a:lnTo>
                <a:lnTo>
                  <a:pt x="484540" y="45609"/>
                </a:lnTo>
                <a:lnTo>
                  <a:pt x="484859" y="45260"/>
                </a:lnTo>
                <a:lnTo>
                  <a:pt x="485184" y="44920"/>
                </a:lnTo>
                <a:lnTo>
                  <a:pt x="485517" y="44588"/>
                </a:lnTo>
                <a:lnTo>
                  <a:pt x="485856" y="44265"/>
                </a:lnTo>
                <a:lnTo>
                  <a:pt x="486203" y="43950"/>
                </a:lnTo>
                <a:lnTo>
                  <a:pt x="486556" y="43645"/>
                </a:lnTo>
                <a:lnTo>
                  <a:pt x="486916" y="43347"/>
                </a:lnTo>
                <a:lnTo>
                  <a:pt x="487283" y="43059"/>
                </a:lnTo>
                <a:lnTo>
                  <a:pt x="487658" y="42779"/>
                </a:lnTo>
                <a:lnTo>
                  <a:pt x="488039" y="42507"/>
                </a:lnTo>
                <a:lnTo>
                  <a:pt x="488427" y="42245"/>
                </a:lnTo>
                <a:lnTo>
                  <a:pt x="488822" y="41991"/>
                </a:lnTo>
                <a:lnTo>
                  <a:pt x="489223" y="41745"/>
                </a:lnTo>
                <a:lnTo>
                  <a:pt x="489632" y="41508"/>
                </a:lnTo>
                <a:lnTo>
                  <a:pt x="490048" y="41280"/>
                </a:lnTo>
                <a:lnTo>
                  <a:pt x="490469" y="41060"/>
                </a:lnTo>
                <a:lnTo>
                  <a:pt x="490893" y="40850"/>
                </a:lnTo>
                <a:lnTo>
                  <a:pt x="491320" y="40650"/>
                </a:lnTo>
                <a:lnTo>
                  <a:pt x="491750" y="40459"/>
                </a:lnTo>
                <a:lnTo>
                  <a:pt x="492183" y="40277"/>
                </a:lnTo>
                <a:lnTo>
                  <a:pt x="492619" y="40104"/>
                </a:lnTo>
                <a:lnTo>
                  <a:pt x="493059" y="39941"/>
                </a:lnTo>
                <a:lnTo>
                  <a:pt x="493501" y="39787"/>
                </a:lnTo>
                <a:lnTo>
                  <a:pt x="493947" y="39642"/>
                </a:lnTo>
                <a:lnTo>
                  <a:pt x="494396" y="39507"/>
                </a:lnTo>
                <a:lnTo>
                  <a:pt x="494848" y="39381"/>
                </a:lnTo>
                <a:lnTo>
                  <a:pt x="495303" y="39264"/>
                </a:lnTo>
                <a:lnTo>
                  <a:pt x="495761" y="39157"/>
                </a:lnTo>
                <a:lnTo>
                  <a:pt x="496222" y="39059"/>
                </a:lnTo>
                <a:lnTo>
                  <a:pt x="496686" y="38970"/>
                </a:lnTo>
                <a:lnTo>
                  <a:pt x="497154" y="38891"/>
                </a:lnTo>
                <a:lnTo>
                  <a:pt x="497624" y="38821"/>
                </a:lnTo>
                <a:lnTo>
                  <a:pt x="498098" y="38760"/>
                </a:lnTo>
                <a:lnTo>
                  <a:pt x="498575" y="38709"/>
                </a:lnTo>
                <a:lnTo>
                  <a:pt x="499055" y="38667"/>
                </a:lnTo>
                <a:lnTo>
                  <a:pt x="499538" y="38634"/>
                </a:lnTo>
                <a:lnTo>
                  <a:pt x="500024" y="38611"/>
                </a:lnTo>
                <a:lnTo>
                  <a:pt x="500513" y="38597"/>
                </a:lnTo>
                <a:lnTo>
                  <a:pt x="501005" y="38592"/>
                </a:lnTo>
                <a:lnTo>
                  <a:pt x="501735" y="38601"/>
                </a:lnTo>
                <a:lnTo>
                  <a:pt x="502455" y="38629"/>
                </a:lnTo>
                <a:lnTo>
                  <a:pt x="503164" y="38676"/>
                </a:lnTo>
                <a:lnTo>
                  <a:pt x="503863" y="38741"/>
                </a:lnTo>
                <a:lnTo>
                  <a:pt x="504552" y="38825"/>
                </a:lnTo>
                <a:lnTo>
                  <a:pt x="505230" y="38928"/>
                </a:lnTo>
                <a:lnTo>
                  <a:pt x="505898" y="39049"/>
                </a:lnTo>
                <a:lnTo>
                  <a:pt x="506556" y="39189"/>
                </a:lnTo>
                <a:lnTo>
                  <a:pt x="507204" y="39348"/>
                </a:lnTo>
                <a:lnTo>
                  <a:pt x="507841" y="39525"/>
                </a:lnTo>
                <a:lnTo>
                  <a:pt x="508468" y="39721"/>
                </a:lnTo>
                <a:lnTo>
                  <a:pt x="509085" y="39936"/>
                </a:lnTo>
                <a:lnTo>
                  <a:pt x="509691" y="40169"/>
                </a:lnTo>
                <a:lnTo>
                  <a:pt x="510287" y="40421"/>
                </a:lnTo>
                <a:lnTo>
                  <a:pt x="510873" y="40692"/>
                </a:lnTo>
                <a:lnTo>
                  <a:pt x="511449" y="40981"/>
                </a:lnTo>
                <a:lnTo>
                  <a:pt x="512014" y="41289"/>
                </a:lnTo>
                <a:lnTo>
                  <a:pt x="512569" y="41616"/>
                </a:lnTo>
                <a:lnTo>
                  <a:pt x="513114" y="41961"/>
                </a:lnTo>
                <a:lnTo>
                  <a:pt x="513648" y="42325"/>
                </a:lnTo>
                <a:lnTo>
                  <a:pt x="514172" y="42708"/>
                </a:lnTo>
                <a:lnTo>
                  <a:pt x="514686" y="43109"/>
                </a:lnTo>
                <a:lnTo>
                  <a:pt x="515190" y="43529"/>
                </a:lnTo>
                <a:lnTo>
                  <a:pt x="515683" y="43968"/>
                </a:lnTo>
                <a:lnTo>
                  <a:pt x="516162" y="44423"/>
                </a:lnTo>
                <a:lnTo>
                  <a:pt x="516621" y="44892"/>
                </a:lnTo>
                <a:lnTo>
                  <a:pt x="517062" y="45376"/>
                </a:lnTo>
                <a:lnTo>
                  <a:pt x="517485" y="45874"/>
                </a:lnTo>
                <a:lnTo>
                  <a:pt x="517888" y="46387"/>
                </a:lnTo>
                <a:lnTo>
                  <a:pt x="518272" y="46914"/>
                </a:lnTo>
                <a:lnTo>
                  <a:pt x="518637" y="47455"/>
                </a:lnTo>
                <a:lnTo>
                  <a:pt x="518984" y="48011"/>
                </a:lnTo>
                <a:lnTo>
                  <a:pt x="519311" y="48581"/>
                </a:lnTo>
                <a:lnTo>
                  <a:pt x="519620" y="49165"/>
                </a:lnTo>
                <a:lnTo>
                  <a:pt x="519910" y="49764"/>
                </a:lnTo>
                <a:lnTo>
                  <a:pt x="520180" y="50377"/>
                </a:lnTo>
                <a:lnTo>
                  <a:pt x="520432" y="51004"/>
                </a:lnTo>
                <a:lnTo>
                  <a:pt x="520665" y="51646"/>
                </a:lnTo>
                <a:lnTo>
                  <a:pt x="520879" y="52302"/>
                </a:lnTo>
                <a:lnTo>
                  <a:pt x="521074" y="52973"/>
                </a:lnTo>
                <a:lnTo>
                  <a:pt x="521250" y="53657"/>
                </a:lnTo>
                <a:lnTo>
                  <a:pt x="521408" y="54357"/>
                </a:lnTo>
                <a:lnTo>
                  <a:pt x="521546" y="55070"/>
                </a:lnTo>
                <a:lnTo>
                  <a:pt x="521666" y="55798"/>
                </a:lnTo>
                <a:lnTo>
                  <a:pt x="521766" y="56540"/>
                </a:lnTo>
                <a:lnTo>
                  <a:pt x="521848" y="57297"/>
                </a:lnTo>
                <a:lnTo>
                  <a:pt x="521910" y="58068"/>
                </a:lnTo>
                <a:lnTo>
                  <a:pt x="521954" y="58853"/>
                </a:lnTo>
                <a:lnTo>
                  <a:pt x="479090" y="58853"/>
                </a:lnTo>
                <a:lnTo>
                  <a:pt x="479142" y="58325"/>
                </a:lnTo>
                <a:lnTo>
                  <a:pt x="479210" y="57739"/>
                </a:lnTo>
                <a:lnTo>
                  <a:pt x="479289" y="57162"/>
                </a:lnTo>
                <a:close/>
                <a:moveTo>
                  <a:pt x="375442" y="99927"/>
                </a:moveTo>
                <a:lnTo>
                  <a:pt x="387020" y="99927"/>
                </a:lnTo>
                <a:lnTo>
                  <a:pt x="387020" y="30461"/>
                </a:lnTo>
                <a:lnTo>
                  <a:pt x="375442" y="30461"/>
                </a:lnTo>
                <a:lnTo>
                  <a:pt x="375442" y="99927"/>
                </a:lnTo>
                <a:close/>
                <a:moveTo>
                  <a:pt x="454417" y="39972"/>
                </a:moveTo>
                <a:lnTo>
                  <a:pt x="454417" y="30461"/>
                </a:lnTo>
                <a:lnTo>
                  <a:pt x="403421" y="30461"/>
                </a:lnTo>
                <a:lnTo>
                  <a:pt x="403421" y="40108"/>
                </a:lnTo>
                <a:lnTo>
                  <a:pt x="441187" y="40108"/>
                </a:lnTo>
                <a:lnTo>
                  <a:pt x="402731" y="90417"/>
                </a:lnTo>
                <a:lnTo>
                  <a:pt x="402731" y="99927"/>
                </a:lnTo>
                <a:lnTo>
                  <a:pt x="455107" y="99927"/>
                </a:lnTo>
                <a:lnTo>
                  <a:pt x="455107" y="90278"/>
                </a:lnTo>
                <a:lnTo>
                  <a:pt x="415825" y="90278"/>
                </a:lnTo>
                <a:lnTo>
                  <a:pt x="454417" y="3997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C01A5D-F0C1-4DAA-A3CA-01A09AFC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628" y="1099771"/>
            <a:ext cx="2796" cy="984652"/>
          </a:xfrm>
          <a:custGeom xmlns:a="http://schemas.openxmlformats.org/drawingml/2006/main">
            <a:pathLst>
              <a:path w="2796" h="984652">
                <a:moveTo>
                  <a:pt x="2796" y="0"/>
                </a:moveTo>
                <a:lnTo>
                  <a:pt x="0" y="984652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4E798-D7E1-4B66-8059-8C7E3BF1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786" y="1099771"/>
            <a:ext cx="2638" cy="934049"/>
          </a:xfrm>
          <a:custGeom xmlns:a="http://schemas.openxmlformats.org/drawingml/2006/main">
            <a:pathLst>
              <a:path w="2638" h="934049" fill="none">
                <a:moveTo>
                  <a:pt x="2638" y="0"/>
                </a:moveTo>
                <a:lnTo>
                  <a:pt x="0" y="934049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2AB02-52BC-4340-B859-7F4B6D4C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226" y="2017162"/>
            <a:ext cx="33197" cy="45681"/>
          </a:xfrm>
          <a:custGeom xmlns:a="http://schemas.openxmlformats.org/drawingml/2006/main">
            <a:pathLst>
              <a:path w="33197" h="45681">
                <a:moveTo>
                  <a:pt x="16559" y="16658"/>
                </a:moveTo>
                <a:lnTo>
                  <a:pt x="33197" y="98"/>
                </a:lnTo>
                <a:lnTo>
                  <a:pt x="16461" y="45681"/>
                </a:lnTo>
                <a:lnTo>
                  <a:pt x="0" y="0"/>
                </a:lnTo>
                <a:lnTo>
                  <a:pt x="16559" y="16658"/>
                </a:lnTo>
                <a:close/>
              </a:path>
            </a:pathLst>
          </a:custGeom>
          <a:solidFill xmlns:a="http://schemas.openxmlformats.org/drawingml/2006/main">
            <a:srgbClr val="695D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FD833-8FE1-4AB3-9078-F41BD530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226" y="2017162"/>
            <a:ext cx="33197" cy="45681"/>
          </a:xfrm>
          <a:custGeom xmlns:a="http://schemas.openxmlformats.org/drawingml/2006/main">
            <a:pathLst>
              <a:path w="33197" h="45681" fill="none">
                <a:moveTo>
                  <a:pt x="16559" y="16658"/>
                </a:moveTo>
                <a:lnTo>
                  <a:pt x="0" y="0"/>
                </a:lnTo>
                <a:lnTo>
                  <a:pt x="16461" y="45681"/>
                </a:lnTo>
                <a:lnTo>
                  <a:pt x="33197" y="98"/>
                </a:lnTo>
                <a:lnTo>
                  <a:pt x="16559" y="166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074C4-6B00-41A8-93E0-76AC493A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579" y="1214878"/>
            <a:ext cx="369284" cy="249294"/>
          </a:xfrm>
          <a:custGeom xmlns:a="http://schemas.openxmlformats.org/drawingml/2006/main">
            <a:pathLst>
              <a:path w="369284" h="249294">
                <a:moveTo>
                  <a:pt x="0" y="41546"/>
                </a:moveTo>
                <a:lnTo>
                  <a:pt x="0" y="41546"/>
                </a:lnTo>
                <a:cubicBezTo>
                  <a:pt x="0" y="18587"/>
                  <a:pt x="18587" y="0"/>
                  <a:pt x="41546" y="0"/>
                </a:cubicBezTo>
                <a:lnTo>
                  <a:pt x="327738" y="0"/>
                </a:lnTo>
                <a:cubicBezTo>
                  <a:pt x="338765" y="0"/>
                  <a:pt x="349318" y="4371"/>
                  <a:pt x="357116" y="12168"/>
                </a:cubicBezTo>
                <a:cubicBezTo>
                  <a:pt x="364913" y="19946"/>
                  <a:pt x="369284" y="30519"/>
                  <a:pt x="369284" y="41546"/>
                </a:cubicBezTo>
                <a:lnTo>
                  <a:pt x="369284" y="207748"/>
                </a:lnTo>
                <a:cubicBezTo>
                  <a:pt x="369284" y="230687"/>
                  <a:pt x="350697" y="249294"/>
                  <a:pt x="327738" y="249294"/>
                </a:cubicBezTo>
                <a:lnTo>
                  <a:pt x="41546" y="249294"/>
                </a:lnTo>
                <a:cubicBezTo>
                  <a:pt x="18587" y="249294"/>
                  <a:pt x="0" y="230687"/>
                  <a:pt x="0" y="207748"/>
                </a:cubicBez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D91A0-D098-4912-9CC2-ED686FA0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579" y="1214878"/>
            <a:ext cx="369284" cy="249294"/>
          </a:xfrm>
          <a:custGeom xmlns:a="http://schemas.openxmlformats.org/drawingml/2006/main">
            <a:pathLst>
              <a:path w="369284" h="249294" fill="none">
                <a:moveTo>
                  <a:pt x="0" y="41546"/>
                </a:moveTo>
                <a:lnTo>
                  <a:pt x="0" y="41546"/>
                </a:lnTo>
                <a:cubicBezTo>
                  <a:pt x="0" y="18587"/>
                  <a:pt x="18607" y="0"/>
                  <a:pt x="41546" y="0"/>
                </a:cubicBezTo>
                <a:lnTo>
                  <a:pt x="327738" y="0"/>
                </a:lnTo>
                <a:cubicBezTo>
                  <a:pt x="338765" y="0"/>
                  <a:pt x="349338" y="4371"/>
                  <a:pt x="357116" y="12168"/>
                </a:cubicBezTo>
                <a:cubicBezTo>
                  <a:pt x="364913" y="19946"/>
                  <a:pt x="369284" y="30519"/>
                  <a:pt x="369284" y="41546"/>
                </a:cubicBezTo>
                <a:lnTo>
                  <a:pt x="369284" y="207748"/>
                </a:lnTo>
                <a:cubicBezTo>
                  <a:pt x="369284" y="230687"/>
                  <a:pt x="350697" y="249294"/>
                  <a:pt x="327738" y="249294"/>
                </a:cubicBezTo>
                <a:lnTo>
                  <a:pt x="41546" y="249294"/>
                </a:lnTo>
                <a:cubicBezTo>
                  <a:pt x="18607" y="249294"/>
                  <a:pt x="0" y="230687"/>
                  <a:pt x="0" y="207748"/>
                </a:cubicBezTo>
                <a:lnTo>
                  <a:pt x="0" y="41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A0224A-7119-4FFF-93D0-B007D9EE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866" y="826751"/>
            <a:ext cx="637675" cy="293025"/>
          </a:xfrm>
          <a:custGeom xmlns:a="http://schemas.openxmlformats.org/drawingml/2006/main">
            <a:pathLst>
              <a:path w="637675" h="293025">
                <a:moveTo>
                  <a:pt x="0" y="293025"/>
                </a:moveTo>
                <a:lnTo>
                  <a:pt x="0" y="0"/>
                </a:lnTo>
                <a:lnTo>
                  <a:pt x="637675" y="0"/>
                </a:lnTo>
                <a:lnTo>
                  <a:pt x="637675" y="293025"/>
                </a:lnTo>
                <a:lnTo>
                  <a:pt x="0" y="293025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7DBF12-00B6-4345-8CBA-9CA6C3F5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866" y="826751"/>
            <a:ext cx="637667" cy="293025"/>
          </a:xfrm>
          <a:custGeom xmlns:a="http://schemas.openxmlformats.org/drawingml/2006/main">
            <a:pathLst>
              <a:path w="637667" h="293025" fill="none">
                <a:moveTo>
                  <a:pt x="0" y="293025"/>
                </a:moveTo>
                <a:lnTo>
                  <a:pt x="637667" y="293025"/>
                </a:lnTo>
                <a:lnTo>
                  <a:pt x="637667" y="0"/>
                </a:lnTo>
                <a:lnTo>
                  <a:pt x="0" y="0"/>
                </a:lnTo>
                <a:lnTo>
                  <a:pt x="0" y="2930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255" name="Text W/H">
            <a:extLst xmlns:a="http://schemas.openxmlformats.org/drawingml/2006/main">
              <a:ext uri="{FF2B5EF4-FFF2-40B4-BE49-F238E27FC236}">
                <a16:creationId xmlns:a16="http://schemas.microsoft.com/office/drawing/2014/main" id="{571A6185-BF87-4C9D-A83D-6E1DD6B6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102" y="925966"/>
            <a:ext cx="263672" cy="98392"/>
          </a:xfrm>
          <a:custGeom xmlns:a="http://schemas.openxmlformats.org/drawingml/2006/main">
            <a:pathLst>
              <a:path w="263672" h="98392">
                <a:moveTo>
                  <a:pt x="123225" y="0"/>
                </a:moveTo>
                <a:lnTo>
                  <a:pt x="96911" y="98392"/>
                </a:lnTo>
                <a:lnTo>
                  <a:pt x="85403" y="98392"/>
                </a:lnTo>
                <a:lnTo>
                  <a:pt x="65886" y="32169"/>
                </a:lnTo>
                <a:cubicBezTo>
                  <a:pt x="65303" y="30285"/>
                  <a:pt x="64753" y="28389"/>
                  <a:pt x="64237" y="26482"/>
                </a:cubicBezTo>
                <a:cubicBezTo>
                  <a:pt x="63721" y="24576"/>
                  <a:pt x="63239" y="22758"/>
                  <a:pt x="62790" y="21031"/>
                </a:cubicBezTo>
                <a:cubicBezTo>
                  <a:pt x="62342" y="19304"/>
                  <a:pt x="61972" y="17778"/>
                  <a:pt x="61680" y="16455"/>
                </a:cubicBezTo>
                <a:cubicBezTo>
                  <a:pt x="61388" y="15131"/>
                  <a:pt x="61175" y="14133"/>
                  <a:pt x="61041" y="13460"/>
                </a:cubicBezTo>
                <a:cubicBezTo>
                  <a:pt x="60951" y="14133"/>
                  <a:pt x="60783" y="15120"/>
                  <a:pt x="60536" y="16421"/>
                </a:cubicBezTo>
                <a:cubicBezTo>
                  <a:pt x="60289" y="17722"/>
                  <a:pt x="59975" y="19225"/>
                  <a:pt x="59594" y="20930"/>
                </a:cubicBezTo>
                <a:cubicBezTo>
                  <a:pt x="59212" y="22635"/>
                  <a:pt x="58764" y="24452"/>
                  <a:pt x="58248" y="26381"/>
                </a:cubicBezTo>
                <a:cubicBezTo>
                  <a:pt x="57732" y="28311"/>
                  <a:pt x="57182" y="30262"/>
                  <a:pt x="56599" y="32236"/>
                </a:cubicBezTo>
                <a:lnTo>
                  <a:pt x="37620" y="98392"/>
                </a:lnTo>
                <a:lnTo>
                  <a:pt x="26112" y="98392"/>
                </a:lnTo>
                <a:lnTo>
                  <a:pt x="0" y="0"/>
                </a:lnTo>
                <a:lnTo>
                  <a:pt x="11912" y="0"/>
                </a:lnTo>
                <a:lnTo>
                  <a:pt x="27727" y="61714"/>
                </a:lnTo>
                <a:cubicBezTo>
                  <a:pt x="28266" y="63777"/>
                  <a:pt x="28771" y="65808"/>
                  <a:pt x="29242" y="67804"/>
                </a:cubicBezTo>
                <a:cubicBezTo>
                  <a:pt x="29713" y="69801"/>
                  <a:pt x="30139" y="71741"/>
                  <a:pt x="30520" y="73626"/>
                </a:cubicBezTo>
                <a:cubicBezTo>
                  <a:pt x="30902" y="75510"/>
                  <a:pt x="31249" y="77349"/>
                  <a:pt x="31563" y="79144"/>
                </a:cubicBezTo>
                <a:cubicBezTo>
                  <a:pt x="31877" y="80939"/>
                  <a:pt x="32169" y="82689"/>
                  <a:pt x="32438" y="84393"/>
                </a:cubicBezTo>
                <a:cubicBezTo>
                  <a:pt x="32663" y="82644"/>
                  <a:pt x="32954" y="80815"/>
                  <a:pt x="33313" y="78909"/>
                </a:cubicBezTo>
                <a:cubicBezTo>
                  <a:pt x="33672" y="77002"/>
                  <a:pt x="34065" y="75061"/>
                  <a:pt x="34491" y="73087"/>
                </a:cubicBezTo>
                <a:cubicBezTo>
                  <a:pt x="34917" y="71113"/>
                  <a:pt x="35388" y="69117"/>
                  <a:pt x="35904" y="67098"/>
                </a:cubicBezTo>
                <a:cubicBezTo>
                  <a:pt x="36420" y="65079"/>
                  <a:pt x="36970" y="63060"/>
                  <a:pt x="37553" y="61041"/>
                </a:cubicBezTo>
                <a:lnTo>
                  <a:pt x="55253" y="0"/>
                </a:lnTo>
                <a:lnTo>
                  <a:pt x="67030" y="0"/>
                </a:lnTo>
                <a:lnTo>
                  <a:pt x="85470" y="61512"/>
                </a:lnTo>
                <a:cubicBezTo>
                  <a:pt x="86098" y="63620"/>
                  <a:pt x="86682" y="65707"/>
                  <a:pt x="87220" y="67771"/>
                </a:cubicBezTo>
                <a:cubicBezTo>
                  <a:pt x="87758" y="69834"/>
                  <a:pt x="88241" y="71842"/>
                  <a:pt x="88667" y="73794"/>
                </a:cubicBezTo>
                <a:cubicBezTo>
                  <a:pt x="89093" y="75746"/>
                  <a:pt x="89475" y="77607"/>
                  <a:pt x="89811" y="79380"/>
                </a:cubicBezTo>
                <a:cubicBezTo>
                  <a:pt x="90148" y="81152"/>
                  <a:pt x="90450" y="82823"/>
                  <a:pt x="90720" y="84393"/>
                </a:cubicBezTo>
                <a:cubicBezTo>
                  <a:pt x="91034" y="82195"/>
                  <a:pt x="91415" y="79884"/>
                  <a:pt x="91864" y="77462"/>
                </a:cubicBezTo>
                <a:cubicBezTo>
                  <a:pt x="92312" y="75039"/>
                  <a:pt x="92840" y="72504"/>
                  <a:pt x="93445" y="69857"/>
                </a:cubicBezTo>
                <a:cubicBezTo>
                  <a:pt x="94051" y="67210"/>
                  <a:pt x="94713" y="64473"/>
                  <a:pt x="95431" y="61646"/>
                </a:cubicBezTo>
                <a:lnTo>
                  <a:pt x="111246" y="0"/>
                </a:lnTo>
                <a:lnTo>
                  <a:pt x="123225" y="0"/>
                </a:lnTo>
                <a:close/>
                <a:moveTo>
                  <a:pt x="174258" y="0"/>
                </a:moveTo>
                <a:lnTo>
                  <a:pt x="137648" y="98392"/>
                </a:lnTo>
                <a:lnTo>
                  <a:pt x="126610" y="98392"/>
                </a:lnTo>
                <a:lnTo>
                  <a:pt x="163289" y="0"/>
                </a:lnTo>
                <a:lnTo>
                  <a:pt x="174258" y="0"/>
                </a:lnTo>
                <a:close/>
                <a:moveTo>
                  <a:pt x="263672" y="98392"/>
                </a:moveTo>
                <a:lnTo>
                  <a:pt x="252231" y="98392"/>
                </a:lnTo>
                <a:lnTo>
                  <a:pt x="252231" y="51955"/>
                </a:lnTo>
                <a:lnTo>
                  <a:pt x="200545" y="51955"/>
                </a:lnTo>
                <a:lnTo>
                  <a:pt x="200545" y="98392"/>
                </a:lnTo>
                <a:lnTo>
                  <a:pt x="189105" y="98392"/>
                </a:lnTo>
                <a:lnTo>
                  <a:pt x="189105" y="0"/>
                </a:lnTo>
                <a:lnTo>
                  <a:pt x="200545" y="0"/>
                </a:lnTo>
                <a:lnTo>
                  <a:pt x="200545" y="41860"/>
                </a:lnTo>
                <a:lnTo>
                  <a:pt x="252231" y="41860"/>
                </a:lnTo>
                <a:lnTo>
                  <a:pt x="252231" y="0"/>
                </a:lnTo>
                <a:lnTo>
                  <a:pt x="263672" y="0"/>
                </a:lnTo>
                <a:lnTo>
                  <a:pt x="263672" y="983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E1D7DC-BC89-469F-89AB-722C8D0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71" y="1112813"/>
            <a:ext cx="657674" cy="453490"/>
          </a:xfrm>
          <a:custGeom xmlns:a="http://schemas.openxmlformats.org/drawingml/2006/main">
            <a:pathLst>
              <a:path w="657674" h="453490">
                <a:moveTo>
                  <a:pt x="0" y="453490"/>
                </a:moveTo>
                <a:lnTo>
                  <a:pt x="0" y="0"/>
                </a:lnTo>
                <a:lnTo>
                  <a:pt x="657674" y="0"/>
                </a:lnTo>
                <a:lnTo>
                  <a:pt x="657674" y="453490"/>
                </a:lnTo>
                <a:lnTo>
                  <a:pt x="0" y="45349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FC">
            <a:extLst xmlns:a="http://schemas.openxmlformats.org/drawingml/2006/main">
              <a:ext uri="{FF2B5EF4-FFF2-40B4-BE49-F238E27FC236}">
                <a16:creationId xmlns:a16="http://schemas.microsoft.com/office/drawing/2014/main" id="{A2532559-A292-4F4B-B92E-DB35AC64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508" y="1279892"/>
            <a:ext cx="155747" cy="99788"/>
          </a:xfrm>
          <a:custGeom xmlns:a="http://schemas.openxmlformats.org/drawingml/2006/main">
            <a:pathLst>
              <a:path w="155747" h="99788">
                <a:moveTo>
                  <a:pt x="0" y="98135"/>
                </a:moveTo>
                <a:lnTo>
                  <a:pt x="0" y="1655"/>
                </a:lnTo>
                <a:lnTo>
                  <a:pt x="58717" y="1655"/>
                </a:lnTo>
                <a:lnTo>
                  <a:pt x="58717" y="11165"/>
                </a:lnTo>
                <a:lnTo>
                  <a:pt x="11578" y="11165"/>
                </a:lnTo>
                <a:lnTo>
                  <a:pt x="11578" y="45072"/>
                </a:lnTo>
                <a:lnTo>
                  <a:pt x="51686" y="45072"/>
                </a:lnTo>
                <a:lnTo>
                  <a:pt x="51686" y="54443"/>
                </a:lnTo>
                <a:lnTo>
                  <a:pt x="11578" y="54443"/>
                </a:lnTo>
                <a:lnTo>
                  <a:pt x="11578" y="98135"/>
                </a:lnTo>
                <a:lnTo>
                  <a:pt x="0" y="98135"/>
                </a:lnTo>
                <a:close/>
                <a:moveTo>
                  <a:pt x="115639" y="99788"/>
                </a:moveTo>
                <a:cubicBezTo>
                  <a:pt x="106266" y="99788"/>
                  <a:pt x="98157" y="97698"/>
                  <a:pt x="91312" y="93519"/>
                </a:cubicBezTo>
                <a:cubicBezTo>
                  <a:pt x="84467" y="89338"/>
                  <a:pt x="79207" y="83503"/>
                  <a:pt x="75530" y="76015"/>
                </a:cubicBezTo>
                <a:cubicBezTo>
                  <a:pt x="71856" y="68525"/>
                  <a:pt x="70018" y="59818"/>
                  <a:pt x="70018" y="49894"/>
                </a:cubicBezTo>
                <a:cubicBezTo>
                  <a:pt x="70018" y="39972"/>
                  <a:pt x="71856" y="31266"/>
                  <a:pt x="75530" y="23778"/>
                </a:cubicBezTo>
                <a:cubicBezTo>
                  <a:pt x="79207" y="16288"/>
                  <a:pt x="84467" y="10452"/>
                  <a:pt x="91312" y="6271"/>
                </a:cubicBezTo>
                <a:cubicBezTo>
                  <a:pt x="98157" y="2090"/>
                  <a:pt x="106266" y="0"/>
                  <a:pt x="115639" y="0"/>
                </a:cubicBezTo>
                <a:cubicBezTo>
                  <a:pt x="126665" y="0"/>
                  <a:pt x="135623" y="2619"/>
                  <a:pt x="142514" y="7857"/>
                </a:cubicBezTo>
                <a:cubicBezTo>
                  <a:pt x="149407" y="13094"/>
                  <a:pt x="153818" y="20491"/>
                  <a:pt x="155747" y="30047"/>
                </a:cubicBezTo>
                <a:lnTo>
                  <a:pt x="142929" y="30047"/>
                </a:lnTo>
                <a:cubicBezTo>
                  <a:pt x="141459" y="24074"/>
                  <a:pt x="138473" y="19274"/>
                  <a:pt x="133970" y="15645"/>
                </a:cubicBezTo>
                <a:cubicBezTo>
                  <a:pt x="129467" y="12015"/>
                  <a:pt x="123357" y="10200"/>
                  <a:pt x="115639" y="10200"/>
                </a:cubicBezTo>
                <a:cubicBezTo>
                  <a:pt x="108748" y="10200"/>
                  <a:pt x="102775" y="11785"/>
                  <a:pt x="97720" y="14955"/>
                </a:cubicBezTo>
                <a:cubicBezTo>
                  <a:pt x="92667" y="18125"/>
                  <a:pt x="88763" y="22674"/>
                  <a:pt x="86006" y="28600"/>
                </a:cubicBezTo>
                <a:cubicBezTo>
                  <a:pt x="83250" y="34527"/>
                  <a:pt x="81871" y="41625"/>
                  <a:pt x="81871" y="49894"/>
                </a:cubicBezTo>
                <a:cubicBezTo>
                  <a:pt x="81871" y="58165"/>
                  <a:pt x="83250" y="65264"/>
                  <a:pt x="86006" y="71190"/>
                </a:cubicBezTo>
                <a:cubicBezTo>
                  <a:pt x="88763" y="77117"/>
                  <a:pt x="92667" y="81665"/>
                  <a:pt x="97720" y="84835"/>
                </a:cubicBezTo>
                <a:cubicBezTo>
                  <a:pt x="102775" y="88005"/>
                  <a:pt x="108748" y="89590"/>
                  <a:pt x="115639" y="89590"/>
                </a:cubicBezTo>
                <a:cubicBezTo>
                  <a:pt x="123357" y="89590"/>
                  <a:pt x="129467" y="87822"/>
                  <a:pt x="133970" y="84284"/>
                </a:cubicBezTo>
                <a:cubicBezTo>
                  <a:pt x="138473" y="80745"/>
                  <a:pt x="141459" y="76036"/>
                  <a:pt x="142929" y="70155"/>
                </a:cubicBezTo>
                <a:lnTo>
                  <a:pt x="155747" y="70155"/>
                </a:lnTo>
                <a:cubicBezTo>
                  <a:pt x="153818" y="79436"/>
                  <a:pt x="149407" y="86695"/>
                  <a:pt x="142514" y="91933"/>
                </a:cubicBezTo>
                <a:cubicBezTo>
                  <a:pt x="135623" y="97170"/>
                  <a:pt x="126665" y="99788"/>
                  <a:pt x="115639" y="99788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D8DF5-796C-4980-9D6E-47AE3C84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993" y="317017"/>
            <a:ext cx="1157212" cy="589773"/>
          </a:xfrm>
          <a:custGeom xmlns:a="http://schemas.openxmlformats.org/drawingml/2006/main">
            <a:pathLst>
              <a:path w="1157212" h="589773">
                <a:moveTo>
                  <a:pt x="0" y="589773"/>
                </a:moveTo>
                <a:lnTo>
                  <a:pt x="0" y="0"/>
                </a:lnTo>
                <a:lnTo>
                  <a:pt x="1157212" y="0"/>
                </a:lnTo>
                <a:lnTo>
                  <a:pt x="1157212" y="589773"/>
                </a:lnTo>
                <a:lnTo>
                  <a:pt x="0" y="58977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Original">
            <a:extLst xmlns:a="http://schemas.openxmlformats.org/drawingml/2006/main">
              <a:ext uri="{FF2B5EF4-FFF2-40B4-BE49-F238E27FC236}">
                <a16:creationId xmlns:a16="http://schemas.microsoft.com/office/drawing/2014/main" id="{051728C8-1355-4059-A9D2-2DFF74D0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218" y="462756"/>
            <a:ext cx="483090" cy="137829"/>
          </a:xfrm>
          <a:custGeom xmlns:a="http://schemas.openxmlformats.org/drawingml/2006/main">
            <a:pathLst>
              <a:path w="483090" h="137829">
                <a:moveTo>
                  <a:pt x="90383" y="55488"/>
                </a:moveTo>
                <a:cubicBezTo>
                  <a:pt x="90383" y="63076"/>
                  <a:pt x="89419" y="69979"/>
                  <a:pt x="87489" y="76198"/>
                </a:cubicBezTo>
                <a:cubicBezTo>
                  <a:pt x="85560" y="82414"/>
                  <a:pt x="82700" y="87757"/>
                  <a:pt x="78909" y="92225"/>
                </a:cubicBezTo>
                <a:cubicBezTo>
                  <a:pt x="75117" y="96692"/>
                  <a:pt x="70418" y="100138"/>
                  <a:pt x="64809" y="102562"/>
                </a:cubicBezTo>
                <a:cubicBezTo>
                  <a:pt x="59201" y="104986"/>
                  <a:pt x="52695" y="106198"/>
                  <a:pt x="45293" y="106198"/>
                </a:cubicBezTo>
                <a:cubicBezTo>
                  <a:pt x="37665" y="106198"/>
                  <a:pt x="31014" y="104986"/>
                  <a:pt x="25338" y="102562"/>
                </a:cubicBezTo>
                <a:cubicBezTo>
                  <a:pt x="19663" y="100138"/>
                  <a:pt x="14952" y="96681"/>
                  <a:pt x="11205" y="92192"/>
                </a:cubicBezTo>
                <a:cubicBezTo>
                  <a:pt x="7459" y="87701"/>
                  <a:pt x="4655" y="82336"/>
                  <a:pt x="2793" y="76097"/>
                </a:cubicBezTo>
                <a:cubicBezTo>
                  <a:pt x="931" y="69856"/>
                  <a:pt x="0" y="62942"/>
                  <a:pt x="0" y="55354"/>
                </a:cubicBezTo>
                <a:cubicBezTo>
                  <a:pt x="0" y="45297"/>
                  <a:pt x="1660" y="36475"/>
                  <a:pt x="4980" y="28888"/>
                </a:cubicBezTo>
                <a:cubicBezTo>
                  <a:pt x="8300" y="21300"/>
                  <a:pt x="13337" y="15396"/>
                  <a:pt x="20089" y="11176"/>
                </a:cubicBezTo>
                <a:cubicBezTo>
                  <a:pt x="26841" y="6956"/>
                  <a:pt x="35310" y="4846"/>
                  <a:pt x="45494" y="4846"/>
                </a:cubicBezTo>
                <a:cubicBezTo>
                  <a:pt x="55230" y="4846"/>
                  <a:pt x="63430" y="6933"/>
                  <a:pt x="70092" y="11109"/>
                </a:cubicBezTo>
                <a:cubicBezTo>
                  <a:pt x="76755" y="15284"/>
                  <a:pt x="81802" y="21154"/>
                  <a:pt x="85235" y="28720"/>
                </a:cubicBezTo>
                <a:cubicBezTo>
                  <a:pt x="88667" y="36284"/>
                  <a:pt x="90383" y="45207"/>
                  <a:pt x="90383" y="55488"/>
                </a:cubicBezTo>
                <a:moveTo>
                  <a:pt x="12047" y="55488"/>
                </a:moveTo>
                <a:cubicBezTo>
                  <a:pt x="12047" y="63841"/>
                  <a:pt x="13236" y="71070"/>
                  <a:pt x="15613" y="77178"/>
                </a:cubicBezTo>
                <a:cubicBezTo>
                  <a:pt x="17991" y="83284"/>
                  <a:pt x="21637" y="87998"/>
                  <a:pt x="26550" y="91321"/>
                </a:cubicBezTo>
                <a:cubicBezTo>
                  <a:pt x="31462" y="94644"/>
                  <a:pt x="37710" y="96305"/>
                  <a:pt x="45293" y="96305"/>
                </a:cubicBezTo>
                <a:cubicBezTo>
                  <a:pt x="52920" y="96305"/>
                  <a:pt x="59167" y="94644"/>
                  <a:pt x="64035" y="91321"/>
                </a:cubicBezTo>
                <a:cubicBezTo>
                  <a:pt x="68903" y="87998"/>
                  <a:pt x="72504" y="83284"/>
                  <a:pt x="74837" y="77178"/>
                </a:cubicBezTo>
                <a:cubicBezTo>
                  <a:pt x="77170" y="71070"/>
                  <a:pt x="78337" y="63841"/>
                  <a:pt x="78337" y="55488"/>
                </a:cubicBezTo>
                <a:cubicBezTo>
                  <a:pt x="78337" y="42780"/>
                  <a:pt x="75678" y="32845"/>
                  <a:pt x="70362" y="25683"/>
                </a:cubicBezTo>
                <a:cubicBezTo>
                  <a:pt x="65045" y="18521"/>
                  <a:pt x="56756" y="14940"/>
                  <a:pt x="45494" y="14940"/>
                </a:cubicBezTo>
                <a:cubicBezTo>
                  <a:pt x="37867" y="14940"/>
                  <a:pt x="31586" y="16579"/>
                  <a:pt x="26651" y="19858"/>
                </a:cubicBezTo>
                <a:cubicBezTo>
                  <a:pt x="21715" y="23136"/>
                  <a:pt x="18047" y="27795"/>
                  <a:pt x="15647" y="33835"/>
                </a:cubicBezTo>
                <a:cubicBezTo>
                  <a:pt x="13247" y="39874"/>
                  <a:pt x="12047" y="47091"/>
                  <a:pt x="12047" y="55488"/>
                </a:cubicBezTo>
                <a:close/>
                <a:moveTo>
                  <a:pt x="143975" y="29612"/>
                </a:moveTo>
                <a:cubicBezTo>
                  <a:pt x="145456" y="29612"/>
                  <a:pt x="147004" y="29690"/>
                  <a:pt x="148619" y="29847"/>
                </a:cubicBezTo>
                <a:cubicBezTo>
                  <a:pt x="150234" y="30004"/>
                  <a:pt x="151670" y="30217"/>
                  <a:pt x="152926" y="30487"/>
                </a:cubicBezTo>
                <a:lnTo>
                  <a:pt x="151513" y="40851"/>
                </a:lnTo>
                <a:cubicBezTo>
                  <a:pt x="150301" y="40537"/>
                  <a:pt x="148955" y="40290"/>
                  <a:pt x="147475" y="40110"/>
                </a:cubicBezTo>
                <a:cubicBezTo>
                  <a:pt x="145994" y="39931"/>
                  <a:pt x="144603" y="39841"/>
                  <a:pt x="143302" y="39841"/>
                </a:cubicBezTo>
                <a:cubicBezTo>
                  <a:pt x="140341" y="39841"/>
                  <a:pt x="137548" y="40436"/>
                  <a:pt x="134923" y="41625"/>
                </a:cubicBezTo>
                <a:cubicBezTo>
                  <a:pt x="132299" y="42814"/>
                  <a:pt x="129999" y="44519"/>
                  <a:pt x="128025" y="46739"/>
                </a:cubicBezTo>
                <a:cubicBezTo>
                  <a:pt x="126051" y="48960"/>
                  <a:pt x="124503" y="51630"/>
                  <a:pt x="123382" y="54748"/>
                </a:cubicBezTo>
                <a:cubicBezTo>
                  <a:pt x="122260" y="57866"/>
                  <a:pt x="121699" y="61332"/>
                  <a:pt x="121699" y="65146"/>
                </a:cubicBezTo>
                <a:lnTo>
                  <a:pt x="121699" y="104718"/>
                </a:lnTo>
                <a:lnTo>
                  <a:pt x="110460" y="104718"/>
                </a:lnTo>
                <a:lnTo>
                  <a:pt x="110460" y="30958"/>
                </a:lnTo>
                <a:lnTo>
                  <a:pt x="119747" y="30958"/>
                </a:lnTo>
                <a:lnTo>
                  <a:pt x="120959" y="44552"/>
                </a:lnTo>
                <a:lnTo>
                  <a:pt x="121430" y="44552"/>
                </a:lnTo>
                <a:cubicBezTo>
                  <a:pt x="122955" y="41815"/>
                  <a:pt x="124795" y="39314"/>
                  <a:pt x="126948" y="37048"/>
                </a:cubicBezTo>
                <a:cubicBezTo>
                  <a:pt x="129102" y="34783"/>
                  <a:pt x="131603" y="32977"/>
                  <a:pt x="134452" y="31631"/>
                </a:cubicBezTo>
                <a:cubicBezTo>
                  <a:pt x="137301" y="30285"/>
                  <a:pt x="140476" y="29612"/>
                  <a:pt x="143975" y="29612"/>
                </a:cubicBezTo>
                <a:close/>
                <a:moveTo>
                  <a:pt x="177863" y="30958"/>
                </a:moveTo>
                <a:lnTo>
                  <a:pt x="177863" y="104718"/>
                </a:lnTo>
                <a:lnTo>
                  <a:pt x="166691" y="104718"/>
                </a:lnTo>
                <a:lnTo>
                  <a:pt x="166691" y="30958"/>
                </a:lnTo>
                <a:lnTo>
                  <a:pt x="177863" y="30958"/>
                </a:lnTo>
                <a:moveTo>
                  <a:pt x="172412" y="3365"/>
                </a:moveTo>
                <a:cubicBezTo>
                  <a:pt x="174251" y="3365"/>
                  <a:pt x="175833" y="3959"/>
                  <a:pt x="177156" y="5148"/>
                </a:cubicBezTo>
                <a:cubicBezTo>
                  <a:pt x="178480" y="6337"/>
                  <a:pt x="179142" y="8188"/>
                  <a:pt x="179142" y="10701"/>
                </a:cubicBezTo>
                <a:cubicBezTo>
                  <a:pt x="179142" y="13168"/>
                  <a:pt x="178480" y="15008"/>
                  <a:pt x="177156" y="16219"/>
                </a:cubicBezTo>
                <a:cubicBezTo>
                  <a:pt x="175833" y="17431"/>
                  <a:pt x="174251" y="18036"/>
                  <a:pt x="172412" y="18036"/>
                </a:cubicBezTo>
                <a:cubicBezTo>
                  <a:pt x="170483" y="18036"/>
                  <a:pt x="168879" y="17431"/>
                  <a:pt x="167600" y="16219"/>
                </a:cubicBezTo>
                <a:cubicBezTo>
                  <a:pt x="166321" y="15008"/>
                  <a:pt x="165682" y="13168"/>
                  <a:pt x="165682" y="10701"/>
                </a:cubicBezTo>
                <a:cubicBezTo>
                  <a:pt x="165682" y="8188"/>
                  <a:pt x="166321" y="6337"/>
                  <a:pt x="167600" y="5148"/>
                </a:cubicBezTo>
                <a:cubicBezTo>
                  <a:pt x="168879" y="3959"/>
                  <a:pt x="170483" y="3365"/>
                  <a:pt x="172412" y="3365"/>
                </a:cubicBezTo>
                <a:close/>
                <a:moveTo>
                  <a:pt x="222018" y="137829"/>
                </a:moveTo>
                <a:cubicBezTo>
                  <a:pt x="212327" y="137829"/>
                  <a:pt x="204857" y="136023"/>
                  <a:pt x="199608" y="132412"/>
                </a:cubicBezTo>
                <a:cubicBezTo>
                  <a:pt x="194358" y="128800"/>
                  <a:pt x="191734" y="123741"/>
                  <a:pt x="191734" y="117236"/>
                </a:cubicBezTo>
                <a:cubicBezTo>
                  <a:pt x="191734" y="112614"/>
                  <a:pt x="193203" y="108666"/>
                  <a:pt x="196142" y="105391"/>
                </a:cubicBezTo>
                <a:cubicBezTo>
                  <a:pt x="199081" y="102116"/>
                  <a:pt x="203152" y="99940"/>
                  <a:pt x="208357" y="98863"/>
                </a:cubicBezTo>
                <a:cubicBezTo>
                  <a:pt x="206427" y="97963"/>
                  <a:pt x="204779" y="96613"/>
                  <a:pt x="203410" y="94814"/>
                </a:cubicBezTo>
                <a:cubicBezTo>
                  <a:pt x="202042" y="93014"/>
                  <a:pt x="201358" y="90944"/>
                  <a:pt x="201358" y="88604"/>
                </a:cubicBezTo>
                <a:cubicBezTo>
                  <a:pt x="201358" y="85904"/>
                  <a:pt x="202109" y="83530"/>
                  <a:pt x="203612" y="81483"/>
                </a:cubicBezTo>
                <a:cubicBezTo>
                  <a:pt x="205115" y="79436"/>
                  <a:pt x="207415" y="77467"/>
                  <a:pt x="210510" y="75577"/>
                </a:cubicBezTo>
                <a:cubicBezTo>
                  <a:pt x="206652" y="74014"/>
                  <a:pt x="203522" y="71368"/>
                  <a:pt x="201122" y="67638"/>
                </a:cubicBezTo>
                <a:cubicBezTo>
                  <a:pt x="198722" y="63907"/>
                  <a:pt x="197522" y="59563"/>
                  <a:pt x="197522" y="54605"/>
                </a:cubicBezTo>
                <a:cubicBezTo>
                  <a:pt x="197522" y="49333"/>
                  <a:pt x="198621" y="44833"/>
                  <a:pt x="200819" y="41103"/>
                </a:cubicBezTo>
                <a:cubicBezTo>
                  <a:pt x="203018" y="37374"/>
                  <a:pt x="206203" y="34526"/>
                  <a:pt x="210376" y="32560"/>
                </a:cubicBezTo>
                <a:cubicBezTo>
                  <a:pt x="214548" y="30595"/>
                  <a:pt x="219596" y="29612"/>
                  <a:pt x="225518" y="29612"/>
                </a:cubicBezTo>
                <a:cubicBezTo>
                  <a:pt x="226819" y="29612"/>
                  <a:pt x="228132" y="29668"/>
                  <a:pt x="229455" y="29780"/>
                </a:cubicBezTo>
                <a:cubicBezTo>
                  <a:pt x="230779" y="29892"/>
                  <a:pt x="232046" y="30049"/>
                  <a:pt x="233257" y="30251"/>
                </a:cubicBezTo>
                <a:cubicBezTo>
                  <a:pt x="234469" y="30453"/>
                  <a:pt x="235523" y="30689"/>
                  <a:pt x="236421" y="30958"/>
                </a:cubicBezTo>
                <a:lnTo>
                  <a:pt x="261725" y="30958"/>
                </a:lnTo>
                <a:lnTo>
                  <a:pt x="261725" y="38159"/>
                </a:lnTo>
                <a:lnTo>
                  <a:pt x="248131" y="39841"/>
                </a:lnTo>
                <a:cubicBezTo>
                  <a:pt x="249477" y="41581"/>
                  <a:pt x="250598" y="43679"/>
                  <a:pt x="251496" y="46134"/>
                </a:cubicBezTo>
                <a:cubicBezTo>
                  <a:pt x="252393" y="48589"/>
                  <a:pt x="252842" y="51312"/>
                  <a:pt x="252842" y="54302"/>
                </a:cubicBezTo>
                <a:cubicBezTo>
                  <a:pt x="252842" y="61621"/>
                  <a:pt x="250352" y="67434"/>
                  <a:pt x="245371" y="71741"/>
                </a:cubicBezTo>
                <a:cubicBezTo>
                  <a:pt x="240391" y="76048"/>
                  <a:pt x="233549" y="78202"/>
                  <a:pt x="224845" y="78202"/>
                </a:cubicBezTo>
                <a:cubicBezTo>
                  <a:pt x="222781" y="78202"/>
                  <a:pt x="220673" y="78022"/>
                  <a:pt x="218519" y="77664"/>
                </a:cubicBezTo>
                <a:cubicBezTo>
                  <a:pt x="216320" y="78881"/>
                  <a:pt x="214649" y="80233"/>
                  <a:pt x="213505" y="81720"/>
                </a:cubicBezTo>
                <a:cubicBezTo>
                  <a:pt x="212361" y="83207"/>
                  <a:pt x="211789" y="84919"/>
                  <a:pt x="211789" y="86858"/>
                </a:cubicBezTo>
                <a:cubicBezTo>
                  <a:pt x="211789" y="88300"/>
                  <a:pt x="212226" y="89449"/>
                  <a:pt x="213101" y="90305"/>
                </a:cubicBezTo>
                <a:cubicBezTo>
                  <a:pt x="213976" y="91162"/>
                  <a:pt x="215244" y="91782"/>
                  <a:pt x="216904" y="92164"/>
                </a:cubicBezTo>
                <a:cubicBezTo>
                  <a:pt x="218564" y="92547"/>
                  <a:pt x="220560" y="92739"/>
                  <a:pt x="222893" y="92739"/>
                </a:cubicBezTo>
                <a:lnTo>
                  <a:pt x="235882" y="92739"/>
                </a:lnTo>
                <a:cubicBezTo>
                  <a:pt x="243913" y="92739"/>
                  <a:pt x="250071" y="94421"/>
                  <a:pt x="254356" y="97786"/>
                </a:cubicBezTo>
                <a:cubicBezTo>
                  <a:pt x="258641" y="101151"/>
                  <a:pt x="260783" y="106064"/>
                  <a:pt x="260783" y="112525"/>
                </a:cubicBezTo>
                <a:cubicBezTo>
                  <a:pt x="260783" y="120690"/>
                  <a:pt x="257463" y="126949"/>
                  <a:pt x="250823" y="131301"/>
                </a:cubicBezTo>
                <a:cubicBezTo>
                  <a:pt x="244182" y="135653"/>
                  <a:pt x="234581" y="137829"/>
                  <a:pt x="222018" y="137829"/>
                </a:cubicBezTo>
                <a:moveTo>
                  <a:pt x="222355" y="129080"/>
                </a:moveTo>
                <a:cubicBezTo>
                  <a:pt x="228457" y="129080"/>
                  <a:pt x="233515" y="128463"/>
                  <a:pt x="237531" y="127230"/>
                </a:cubicBezTo>
                <a:cubicBezTo>
                  <a:pt x="241547" y="125996"/>
                  <a:pt x="244553" y="124224"/>
                  <a:pt x="246549" y="121913"/>
                </a:cubicBezTo>
                <a:cubicBezTo>
                  <a:pt x="248546" y="119602"/>
                  <a:pt x="249544" y="116854"/>
                  <a:pt x="249544" y="113669"/>
                </a:cubicBezTo>
                <a:cubicBezTo>
                  <a:pt x="249544" y="110708"/>
                  <a:pt x="248871" y="108475"/>
                  <a:pt x="247525" y="106972"/>
                </a:cubicBezTo>
                <a:cubicBezTo>
                  <a:pt x="246179" y="105469"/>
                  <a:pt x="244205" y="104460"/>
                  <a:pt x="241603" y="103944"/>
                </a:cubicBezTo>
                <a:cubicBezTo>
                  <a:pt x="239000" y="103428"/>
                  <a:pt x="235815" y="103170"/>
                  <a:pt x="232046" y="103170"/>
                </a:cubicBezTo>
                <a:lnTo>
                  <a:pt x="219259" y="103170"/>
                </a:lnTo>
                <a:cubicBezTo>
                  <a:pt x="215939" y="103170"/>
                  <a:pt x="213045" y="103686"/>
                  <a:pt x="210578" y="104718"/>
                </a:cubicBezTo>
                <a:cubicBezTo>
                  <a:pt x="208110" y="105750"/>
                  <a:pt x="206214" y="107275"/>
                  <a:pt x="204891" y="109294"/>
                </a:cubicBezTo>
                <a:cubicBezTo>
                  <a:pt x="203567" y="111313"/>
                  <a:pt x="202905" y="113826"/>
                  <a:pt x="202905" y="116832"/>
                </a:cubicBezTo>
                <a:cubicBezTo>
                  <a:pt x="202905" y="120825"/>
                  <a:pt x="204588" y="123865"/>
                  <a:pt x="207953" y="125951"/>
                </a:cubicBezTo>
                <a:cubicBezTo>
                  <a:pt x="211318" y="128037"/>
                  <a:pt x="216119" y="129080"/>
                  <a:pt x="222355" y="129080"/>
                </a:cubicBezTo>
                <a:moveTo>
                  <a:pt x="225249" y="70059"/>
                </a:moveTo>
                <a:cubicBezTo>
                  <a:pt x="230588" y="70059"/>
                  <a:pt x="234603" y="68721"/>
                  <a:pt x="237295" y="66046"/>
                </a:cubicBezTo>
                <a:cubicBezTo>
                  <a:pt x="239987" y="63371"/>
                  <a:pt x="241333" y="59470"/>
                  <a:pt x="241333" y="54342"/>
                </a:cubicBezTo>
                <a:cubicBezTo>
                  <a:pt x="241333" y="48857"/>
                  <a:pt x="239965" y="44744"/>
                  <a:pt x="237228" y="42003"/>
                </a:cubicBezTo>
                <a:cubicBezTo>
                  <a:pt x="234491" y="39261"/>
                  <a:pt x="230453" y="37890"/>
                  <a:pt x="225114" y="37890"/>
                </a:cubicBezTo>
                <a:cubicBezTo>
                  <a:pt x="220000" y="37890"/>
                  <a:pt x="216062" y="39306"/>
                  <a:pt x="213303" y="42138"/>
                </a:cubicBezTo>
                <a:cubicBezTo>
                  <a:pt x="210544" y="44969"/>
                  <a:pt x="209164" y="49103"/>
                  <a:pt x="209164" y="54542"/>
                </a:cubicBezTo>
                <a:cubicBezTo>
                  <a:pt x="209164" y="59536"/>
                  <a:pt x="210555" y="63371"/>
                  <a:pt x="213337" y="66046"/>
                </a:cubicBezTo>
                <a:cubicBezTo>
                  <a:pt x="216119" y="68721"/>
                  <a:pt x="220089" y="70059"/>
                  <a:pt x="225249" y="70059"/>
                </a:cubicBezTo>
                <a:close/>
                <a:moveTo>
                  <a:pt x="287302" y="30958"/>
                </a:moveTo>
                <a:lnTo>
                  <a:pt x="287302" y="104718"/>
                </a:lnTo>
                <a:lnTo>
                  <a:pt x="276131" y="104718"/>
                </a:lnTo>
                <a:lnTo>
                  <a:pt x="276131" y="30958"/>
                </a:lnTo>
                <a:lnTo>
                  <a:pt x="287302" y="30958"/>
                </a:lnTo>
                <a:moveTo>
                  <a:pt x="281851" y="3365"/>
                </a:moveTo>
                <a:cubicBezTo>
                  <a:pt x="283691" y="3365"/>
                  <a:pt x="285272" y="3959"/>
                  <a:pt x="286596" y="5148"/>
                </a:cubicBezTo>
                <a:cubicBezTo>
                  <a:pt x="287919" y="6337"/>
                  <a:pt x="288581" y="8188"/>
                  <a:pt x="288581" y="10701"/>
                </a:cubicBezTo>
                <a:cubicBezTo>
                  <a:pt x="288581" y="13168"/>
                  <a:pt x="287919" y="15008"/>
                  <a:pt x="286596" y="16219"/>
                </a:cubicBezTo>
                <a:cubicBezTo>
                  <a:pt x="285272" y="17431"/>
                  <a:pt x="283691" y="18036"/>
                  <a:pt x="281851" y="18036"/>
                </a:cubicBezTo>
                <a:cubicBezTo>
                  <a:pt x="279922" y="18036"/>
                  <a:pt x="278318" y="17431"/>
                  <a:pt x="277039" y="16219"/>
                </a:cubicBezTo>
                <a:cubicBezTo>
                  <a:pt x="275761" y="15008"/>
                  <a:pt x="275121" y="13168"/>
                  <a:pt x="275121" y="10701"/>
                </a:cubicBezTo>
                <a:cubicBezTo>
                  <a:pt x="275121" y="8188"/>
                  <a:pt x="275761" y="6337"/>
                  <a:pt x="277039" y="5148"/>
                </a:cubicBezTo>
                <a:cubicBezTo>
                  <a:pt x="278318" y="3959"/>
                  <a:pt x="279922" y="3365"/>
                  <a:pt x="281851" y="3365"/>
                </a:cubicBezTo>
                <a:close/>
                <a:moveTo>
                  <a:pt x="345792" y="29612"/>
                </a:moveTo>
                <a:cubicBezTo>
                  <a:pt x="354541" y="29612"/>
                  <a:pt x="361159" y="31754"/>
                  <a:pt x="365646" y="36039"/>
                </a:cubicBezTo>
                <a:cubicBezTo>
                  <a:pt x="370132" y="40324"/>
                  <a:pt x="372376" y="47199"/>
                  <a:pt x="372376" y="56666"/>
                </a:cubicBezTo>
                <a:lnTo>
                  <a:pt x="372376" y="104718"/>
                </a:lnTo>
                <a:lnTo>
                  <a:pt x="361339" y="104718"/>
                </a:lnTo>
                <a:lnTo>
                  <a:pt x="361339" y="57406"/>
                </a:lnTo>
                <a:cubicBezTo>
                  <a:pt x="361339" y="51260"/>
                  <a:pt x="359936" y="46661"/>
                  <a:pt x="357132" y="43610"/>
                </a:cubicBezTo>
                <a:cubicBezTo>
                  <a:pt x="354328" y="40559"/>
                  <a:pt x="350032" y="39034"/>
                  <a:pt x="344244" y="39034"/>
                </a:cubicBezTo>
                <a:cubicBezTo>
                  <a:pt x="336079" y="39034"/>
                  <a:pt x="330336" y="41344"/>
                  <a:pt x="327016" y="45966"/>
                </a:cubicBezTo>
                <a:cubicBezTo>
                  <a:pt x="323696" y="50587"/>
                  <a:pt x="322036" y="57294"/>
                  <a:pt x="322036" y="66088"/>
                </a:cubicBezTo>
                <a:lnTo>
                  <a:pt x="322036" y="104718"/>
                </a:lnTo>
                <a:lnTo>
                  <a:pt x="310864" y="104718"/>
                </a:lnTo>
                <a:lnTo>
                  <a:pt x="310864" y="30958"/>
                </a:lnTo>
                <a:lnTo>
                  <a:pt x="319882" y="30958"/>
                </a:lnTo>
                <a:lnTo>
                  <a:pt x="321565" y="41591"/>
                </a:lnTo>
                <a:lnTo>
                  <a:pt x="322170" y="41591"/>
                </a:lnTo>
                <a:cubicBezTo>
                  <a:pt x="323741" y="38989"/>
                  <a:pt x="325737" y="36802"/>
                  <a:pt x="328160" y="35029"/>
                </a:cubicBezTo>
                <a:cubicBezTo>
                  <a:pt x="330583" y="33257"/>
                  <a:pt x="333297" y="31911"/>
                  <a:pt x="336303" y="30991"/>
                </a:cubicBezTo>
                <a:cubicBezTo>
                  <a:pt x="339309" y="30072"/>
                  <a:pt x="342472" y="29612"/>
                  <a:pt x="345792" y="29612"/>
                </a:cubicBezTo>
                <a:close/>
                <a:moveTo>
                  <a:pt x="422946" y="29612"/>
                </a:moveTo>
                <a:cubicBezTo>
                  <a:pt x="431740" y="29612"/>
                  <a:pt x="438268" y="31589"/>
                  <a:pt x="442530" y="35545"/>
                </a:cubicBezTo>
                <a:cubicBezTo>
                  <a:pt x="446792" y="39500"/>
                  <a:pt x="448923" y="45815"/>
                  <a:pt x="448923" y="54489"/>
                </a:cubicBezTo>
                <a:lnTo>
                  <a:pt x="448923" y="104718"/>
                </a:lnTo>
                <a:lnTo>
                  <a:pt x="440780" y="104718"/>
                </a:lnTo>
                <a:lnTo>
                  <a:pt x="438627" y="93815"/>
                </a:lnTo>
                <a:lnTo>
                  <a:pt x="438088" y="93815"/>
                </a:lnTo>
                <a:cubicBezTo>
                  <a:pt x="436024" y="96507"/>
                  <a:pt x="433871" y="98762"/>
                  <a:pt x="431627" y="100579"/>
                </a:cubicBezTo>
                <a:cubicBezTo>
                  <a:pt x="429384" y="102396"/>
                  <a:pt x="426793" y="103764"/>
                  <a:pt x="423854" y="104684"/>
                </a:cubicBezTo>
                <a:cubicBezTo>
                  <a:pt x="420916" y="105604"/>
                  <a:pt x="417315" y="106064"/>
                  <a:pt x="413053" y="106064"/>
                </a:cubicBezTo>
                <a:cubicBezTo>
                  <a:pt x="408566" y="106064"/>
                  <a:pt x="404584" y="105278"/>
                  <a:pt x="401107" y="103706"/>
                </a:cubicBezTo>
                <a:cubicBezTo>
                  <a:pt x="397630" y="102133"/>
                  <a:pt x="394893" y="99752"/>
                  <a:pt x="392897" y="96562"/>
                </a:cubicBezTo>
                <a:cubicBezTo>
                  <a:pt x="390900" y="93371"/>
                  <a:pt x="389902" y="89327"/>
                  <a:pt x="389902" y="84429"/>
                </a:cubicBezTo>
                <a:cubicBezTo>
                  <a:pt x="389902" y="77060"/>
                  <a:pt x="392818" y="71398"/>
                  <a:pt x="398651" y="67445"/>
                </a:cubicBezTo>
                <a:cubicBezTo>
                  <a:pt x="404483" y="63491"/>
                  <a:pt x="413367" y="61334"/>
                  <a:pt x="425301" y="60973"/>
                </a:cubicBezTo>
                <a:lnTo>
                  <a:pt x="438021" y="60435"/>
                </a:lnTo>
                <a:lnTo>
                  <a:pt x="438021" y="55911"/>
                </a:lnTo>
                <a:cubicBezTo>
                  <a:pt x="438021" y="49520"/>
                  <a:pt x="436653" y="45043"/>
                  <a:pt x="433916" y="42479"/>
                </a:cubicBezTo>
                <a:cubicBezTo>
                  <a:pt x="431179" y="39913"/>
                  <a:pt x="427320" y="38630"/>
                  <a:pt x="422340" y="38630"/>
                </a:cubicBezTo>
                <a:cubicBezTo>
                  <a:pt x="418482" y="38630"/>
                  <a:pt x="414803" y="39191"/>
                  <a:pt x="411303" y="40312"/>
                </a:cubicBezTo>
                <a:cubicBezTo>
                  <a:pt x="407804" y="41434"/>
                  <a:pt x="404483" y="42758"/>
                  <a:pt x="401343" y="44283"/>
                </a:cubicBezTo>
                <a:lnTo>
                  <a:pt x="397910" y="35803"/>
                </a:lnTo>
                <a:cubicBezTo>
                  <a:pt x="401231" y="34098"/>
                  <a:pt x="405044" y="32640"/>
                  <a:pt x="409351" y="31429"/>
                </a:cubicBezTo>
                <a:cubicBezTo>
                  <a:pt x="413659" y="30217"/>
                  <a:pt x="418190" y="29612"/>
                  <a:pt x="422946" y="29612"/>
                </a:cubicBezTo>
                <a:moveTo>
                  <a:pt x="437886" y="68309"/>
                </a:moveTo>
                <a:lnTo>
                  <a:pt x="426647" y="68782"/>
                </a:lnTo>
                <a:cubicBezTo>
                  <a:pt x="417450" y="69141"/>
                  <a:pt x="410967" y="70648"/>
                  <a:pt x="407198" y="73302"/>
                </a:cubicBezTo>
                <a:cubicBezTo>
                  <a:pt x="403429" y="75954"/>
                  <a:pt x="401545" y="79709"/>
                  <a:pt x="401545" y="84566"/>
                </a:cubicBezTo>
                <a:cubicBezTo>
                  <a:pt x="401545" y="88793"/>
                  <a:pt x="402823" y="91919"/>
                  <a:pt x="405381" y="93944"/>
                </a:cubicBezTo>
                <a:cubicBezTo>
                  <a:pt x="407938" y="95967"/>
                  <a:pt x="411326" y="96978"/>
                  <a:pt x="415543" y="96978"/>
                </a:cubicBezTo>
                <a:cubicBezTo>
                  <a:pt x="422093" y="96978"/>
                  <a:pt x="427455" y="95157"/>
                  <a:pt x="431627" y="91515"/>
                </a:cubicBezTo>
                <a:cubicBezTo>
                  <a:pt x="435800" y="87872"/>
                  <a:pt x="437886" y="82408"/>
                  <a:pt x="437886" y="75123"/>
                </a:cubicBezTo>
                <a:lnTo>
                  <a:pt x="437886" y="68309"/>
                </a:lnTo>
                <a:close/>
                <a:moveTo>
                  <a:pt x="483090" y="104718"/>
                </a:moveTo>
                <a:lnTo>
                  <a:pt x="471851" y="104718"/>
                </a:lnTo>
                <a:lnTo>
                  <a:pt x="471851" y="0"/>
                </a:lnTo>
                <a:lnTo>
                  <a:pt x="483090" y="0"/>
                </a:lnTo>
                <a:lnTo>
                  <a:pt x="483090" y="104718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aspectratio">
            <a:extLst xmlns:a="http://schemas.openxmlformats.org/drawingml/2006/main">
              <a:ext uri="{FF2B5EF4-FFF2-40B4-BE49-F238E27FC236}">
                <a16:creationId xmlns:a16="http://schemas.microsoft.com/office/drawing/2014/main" id="{9ED37BE2-4BA2-4010-B92D-C2B98891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785" y="631516"/>
            <a:ext cx="740002" cy="134330"/>
          </a:xfrm>
          <a:custGeom xmlns:a="http://schemas.openxmlformats.org/drawingml/2006/main">
            <a:pathLst>
              <a:path w="740002" h="134330">
                <a:moveTo>
                  <a:pt x="33044" y="26247"/>
                </a:moveTo>
                <a:cubicBezTo>
                  <a:pt x="41838" y="26247"/>
                  <a:pt x="48366" y="28224"/>
                  <a:pt x="52628" y="32180"/>
                </a:cubicBezTo>
                <a:cubicBezTo>
                  <a:pt x="56890" y="36135"/>
                  <a:pt x="59022" y="42450"/>
                  <a:pt x="59022" y="51124"/>
                </a:cubicBezTo>
                <a:lnTo>
                  <a:pt x="59022" y="101353"/>
                </a:lnTo>
                <a:lnTo>
                  <a:pt x="50878" y="101353"/>
                </a:lnTo>
                <a:lnTo>
                  <a:pt x="48725" y="90450"/>
                </a:lnTo>
                <a:lnTo>
                  <a:pt x="48186" y="90450"/>
                </a:lnTo>
                <a:cubicBezTo>
                  <a:pt x="46123" y="93142"/>
                  <a:pt x="43969" y="95397"/>
                  <a:pt x="41726" y="97214"/>
                </a:cubicBezTo>
                <a:cubicBezTo>
                  <a:pt x="39482" y="99031"/>
                  <a:pt x="36891" y="100400"/>
                  <a:pt x="33953" y="101319"/>
                </a:cubicBezTo>
                <a:cubicBezTo>
                  <a:pt x="31014" y="102239"/>
                  <a:pt x="27413" y="102699"/>
                  <a:pt x="23151" y="102699"/>
                </a:cubicBezTo>
                <a:cubicBezTo>
                  <a:pt x="18664" y="102699"/>
                  <a:pt x="14682" y="101913"/>
                  <a:pt x="11205" y="100341"/>
                </a:cubicBezTo>
                <a:cubicBezTo>
                  <a:pt x="7728" y="98768"/>
                  <a:pt x="4991" y="96387"/>
                  <a:pt x="2995" y="93197"/>
                </a:cubicBezTo>
                <a:cubicBezTo>
                  <a:pt x="998" y="90006"/>
                  <a:pt x="0" y="85962"/>
                  <a:pt x="0" y="81064"/>
                </a:cubicBezTo>
                <a:cubicBezTo>
                  <a:pt x="0" y="73695"/>
                  <a:pt x="2916" y="68033"/>
                  <a:pt x="8749" y="64080"/>
                </a:cubicBezTo>
                <a:cubicBezTo>
                  <a:pt x="14582" y="60126"/>
                  <a:pt x="23465" y="57969"/>
                  <a:pt x="35399" y="57608"/>
                </a:cubicBezTo>
                <a:lnTo>
                  <a:pt x="48119" y="57070"/>
                </a:lnTo>
                <a:lnTo>
                  <a:pt x="48119" y="52546"/>
                </a:lnTo>
                <a:cubicBezTo>
                  <a:pt x="48119" y="46155"/>
                  <a:pt x="46751" y="41678"/>
                  <a:pt x="44014" y="39114"/>
                </a:cubicBezTo>
                <a:cubicBezTo>
                  <a:pt x="41277" y="36548"/>
                  <a:pt x="37418" y="35265"/>
                  <a:pt x="32438" y="35265"/>
                </a:cubicBezTo>
                <a:cubicBezTo>
                  <a:pt x="28580" y="35265"/>
                  <a:pt x="24901" y="35826"/>
                  <a:pt x="21401" y="36947"/>
                </a:cubicBezTo>
                <a:cubicBezTo>
                  <a:pt x="17902" y="38069"/>
                  <a:pt x="14582" y="39393"/>
                  <a:pt x="11441" y="40918"/>
                </a:cubicBezTo>
                <a:lnTo>
                  <a:pt x="8009" y="32438"/>
                </a:lnTo>
                <a:cubicBezTo>
                  <a:pt x="11329" y="30733"/>
                  <a:pt x="15142" y="29275"/>
                  <a:pt x="19450" y="28064"/>
                </a:cubicBezTo>
                <a:cubicBezTo>
                  <a:pt x="23757" y="26852"/>
                  <a:pt x="28288" y="26247"/>
                  <a:pt x="33044" y="26247"/>
                </a:cubicBezTo>
                <a:moveTo>
                  <a:pt x="47984" y="64944"/>
                </a:moveTo>
                <a:lnTo>
                  <a:pt x="36745" y="65417"/>
                </a:lnTo>
                <a:cubicBezTo>
                  <a:pt x="27548" y="65776"/>
                  <a:pt x="21065" y="67283"/>
                  <a:pt x="17296" y="69937"/>
                </a:cubicBezTo>
                <a:cubicBezTo>
                  <a:pt x="13527" y="72589"/>
                  <a:pt x="11643" y="76344"/>
                  <a:pt x="11643" y="81201"/>
                </a:cubicBezTo>
                <a:cubicBezTo>
                  <a:pt x="11643" y="85428"/>
                  <a:pt x="12921" y="88554"/>
                  <a:pt x="15479" y="90579"/>
                </a:cubicBezTo>
                <a:cubicBezTo>
                  <a:pt x="18036" y="92602"/>
                  <a:pt x="21424" y="93614"/>
                  <a:pt x="25641" y="93614"/>
                </a:cubicBezTo>
                <a:cubicBezTo>
                  <a:pt x="32192" y="93614"/>
                  <a:pt x="37553" y="91792"/>
                  <a:pt x="41726" y="88150"/>
                </a:cubicBezTo>
                <a:cubicBezTo>
                  <a:pt x="45898" y="84507"/>
                  <a:pt x="47984" y="79043"/>
                  <a:pt x="47984" y="71758"/>
                </a:cubicBezTo>
                <a:lnTo>
                  <a:pt x="47984" y="64944"/>
                </a:lnTo>
                <a:close/>
                <a:moveTo>
                  <a:pt x="129666" y="81163"/>
                </a:moveTo>
                <a:cubicBezTo>
                  <a:pt x="129666" y="85874"/>
                  <a:pt x="128488" y="89834"/>
                  <a:pt x="126132" y="93041"/>
                </a:cubicBezTo>
                <a:cubicBezTo>
                  <a:pt x="123777" y="96249"/>
                  <a:pt x="120412" y="98661"/>
                  <a:pt x="116037" y="100276"/>
                </a:cubicBezTo>
                <a:cubicBezTo>
                  <a:pt x="111663" y="101891"/>
                  <a:pt x="106447" y="102699"/>
                  <a:pt x="100390" y="102699"/>
                </a:cubicBezTo>
                <a:cubicBezTo>
                  <a:pt x="95231" y="102699"/>
                  <a:pt x="90766" y="102295"/>
                  <a:pt x="86998" y="101488"/>
                </a:cubicBezTo>
                <a:cubicBezTo>
                  <a:pt x="83229" y="100680"/>
                  <a:pt x="79931" y="99536"/>
                  <a:pt x="77105" y="98055"/>
                </a:cubicBezTo>
                <a:lnTo>
                  <a:pt x="77105" y="87758"/>
                </a:lnTo>
                <a:cubicBezTo>
                  <a:pt x="80111" y="89239"/>
                  <a:pt x="83700" y="90585"/>
                  <a:pt x="87873" y="91796"/>
                </a:cubicBezTo>
                <a:cubicBezTo>
                  <a:pt x="92045" y="93008"/>
                  <a:pt x="96307" y="93614"/>
                  <a:pt x="100659" y="93614"/>
                </a:cubicBezTo>
                <a:cubicBezTo>
                  <a:pt x="107030" y="93614"/>
                  <a:pt x="111652" y="92582"/>
                  <a:pt x="114523" y="90518"/>
                </a:cubicBezTo>
                <a:cubicBezTo>
                  <a:pt x="117395" y="88454"/>
                  <a:pt x="118830" y="85650"/>
                  <a:pt x="118830" y="82105"/>
                </a:cubicBezTo>
                <a:cubicBezTo>
                  <a:pt x="118830" y="80086"/>
                  <a:pt x="118258" y="78303"/>
                  <a:pt x="117114" y="76755"/>
                </a:cubicBezTo>
                <a:cubicBezTo>
                  <a:pt x="115970" y="75207"/>
                  <a:pt x="114052" y="73704"/>
                  <a:pt x="111360" y="72246"/>
                </a:cubicBezTo>
                <a:cubicBezTo>
                  <a:pt x="108668" y="70788"/>
                  <a:pt x="104944" y="69184"/>
                  <a:pt x="100188" y="67434"/>
                </a:cubicBezTo>
                <a:cubicBezTo>
                  <a:pt x="95477" y="65639"/>
                  <a:pt x="91406" y="63856"/>
                  <a:pt x="87974" y="62084"/>
                </a:cubicBezTo>
                <a:cubicBezTo>
                  <a:pt x="84541" y="60312"/>
                  <a:pt x="81894" y="58147"/>
                  <a:pt x="80032" y="55589"/>
                </a:cubicBezTo>
                <a:cubicBezTo>
                  <a:pt x="78170" y="53032"/>
                  <a:pt x="77239" y="49712"/>
                  <a:pt x="77239" y="45629"/>
                </a:cubicBezTo>
                <a:cubicBezTo>
                  <a:pt x="77239" y="39393"/>
                  <a:pt x="79763" y="34603"/>
                  <a:pt x="84810" y="31261"/>
                </a:cubicBezTo>
                <a:cubicBezTo>
                  <a:pt x="89858" y="27918"/>
                  <a:pt x="96487" y="26247"/>
                  <a:pt x="104697" y="26247"/>
                </a:cubicBezTo>
                <a:cubicBezTo>
                  <a:pt x="109139" y="26247"/>
                  <a:pt x="113301" y="26684"/>
                  <a:pt x="117181" y="27559"/>
                </a:cubicBezTo>
                <a:cubicBezTo>
                  <a:pt x="121062" y="28434"/>
                  <a:pt x="124685" y="29612"/>
                  <a:pt x="128050" y="31092"/>
                </a:cubicBezTo>
                <a:lnTo>
                  <a:pt x="124282" y="40043"/>
                </a:lnTo>
                <a:cubicBezTo>
                  <a:pt x="121231" y="38742"/>
                  <a:pt x="117978" y="37643"/>
                  <a:pt x="114523" y="36745"/>
                </a:cubicBezTo>
                <a:cubicBezTo>
                  <a:pt x="111068" y="35848"/>
                  <a:pt x="107546" y="35400"/>
                  <a:pt x="103957" y="35400"/>
                </a:cubicBezTo>
                <a:cubicBezTo>
                  <a:pt x="98798" y="35400"/>
                  <a:pt x="94838" y="36252"/>
                  <a:pt x="92079" y="37957"/>
                </a:cubicBezTo>
                <a:cubicBezTo>
                  <a:pt x="89320" y="39662"/>
                  <a:pt x="87940" y="41995"/>
                  <a:pt x="87940" y="44956"/>
                </a:cubicBezTo>
                <a:cubicBezTo>
                  <a:pt x="87940" y="47244"/>
                  <a:pt x="88579" y="49129"/>
                  <a:pt x="89858" y="50609"/>
                </a:cubicBezTo>
                <a:cubicBezTo>
                  <a:pt x="91137" y="52090"/>
                  <a:pt x="93189" y="53481"/>
                  <a:pt x="96016" y="54782"/>
                </a:cubicBezTo>
                <a:cubicBezTo>
                  <a:pt x="98842" y="56083"/>
                  <a:pt x="102566" y="57608"/>
                  <a:pt x="107188" y="59358"/>
                </a:cubicBezTo>
                <a:cubicBezTo>
                  <a:pt x="111809" y="61063"/>
                  <a:pt x="115802" y="62824"/>
                  <a:pt x="119167" y="64641"/>
                </a:cubicBezTo>
                <a:cubicBezTo>
                  <a:pt x="122532" y="66458"/>
                  <a:pt x="125123" y="68657"/>
                  <a:pt x="126940" y="71236"/>
                </a:cubicBezTo>
                <a:cubicBezTo>
                  <a:pt x="128757" y="73816"/>
                  <a:pt x="129666" y="77125"/>
                  <a:pt x="129666" y="81163"/>
                </a:cubicBezTo>
                <a:close/>
                <a:moveTo>
                  <a:pt x="182217" y="26247"/>
                </a:moveTo>
                <a:cubicBezTo>
                  <a:pt x="191414" y="26247"/>
                  <a:pt x="198750" y="29410"/>
                  <a:pt x="204223" y="35736"/>
                </a:cubicBezTo>
                <a:cubicBezTo>
                  <a:pt x="209697" y="42062"/>
                  <a:pt x="212434" y="51574"/>
                  <a:pt x="212434" y="64271"/>
                </a:cubicBezTo>
                <a:cubicBezTo>
                  <a:pt x="212434" y="72661"/>
                  <a:pt x="211178" y="79705"/>
                  <a:pt x="208665" y="85403"/>
                </a:cubicBezTo>
                <a:cubicBezTo>
                  <a:pt x="206153" y="91101"/>
                  <a:pt x="202619" y="95408"/>
                  <a:pt x="198066" y="98324"/>
                </a:cubicBezTo>
                <a:cubicBezTo>
                  <a:pt x="193512" y="101241"/>
                  <a:pt x="188139" y="102699"/>
                  <a:pt x="181947" y="102699"/>
                </a:cubicBezTo>
                <a:cubicBezTo>
                  <a:pt x="178044" y="102699"/>
                  <a:pt x="174612" y="102183"/>
                  <a:pt x="171650" y="101151"/>
                </a:cubicBezTo>
                <a:cubicBezTo>
                  <a:pt x="168689" y="100119"/>
                  <a:pt x="166154" y="98728"/>
                  <a:pt x="164046" y="96978"/>
                </a:cubicBezTo>
                <a:cubicBezTo>
                  <a:pt x="161937" y="95229"/>
                  <a:pt x="160187" y="93322"/>
                  <a:pt x="158796" y="91258"/>
                </a:cubicBezTo>
                <a:lnTo>
                  <a:pt x="157989" y="91258"/>
                </a:lnTo>
                <a:cubicBezTo>
                  <a:pt x="158123" y="93008"/>
                  <a:pt x="158292" y="95117"/>
                  <a:pt x="158493" y="97584"/>
                </a:cubicBezTo>
                <a:cubicBezTo>
                  <a:pt x="158695" y="100052"/>
                  <a:pt x="158796" y="102205"/>
                  <a:pt x="158796" y="104045"/>
                </a:cubicBezTo>
                <a:lnTo>
                  <a:pt x="158796" y="134330"/>
                </a:lnTo>
                <a:lnTo>
                  <a:pt x="147557" y="134330"/>
                </a:lnTo>
                <a:lnTo>
                  <a:pt x="147557" y="27593"/>
                </a:lnTo>
                <a:lnTo>
                  <a:pt x="156777" y="27593"/>
                </a:lnTo>
                <a:lnTo>
                  <a:pt x="158258" y="38495"/>
                </a:lnTo>
                <a:lnTo>
                  <a:pt x="158796" y="38495"/>
                </a:lnTo>
                <a:cubicBezTo>
                  <a:pt x="160232" y="36252"/>
                  <a:pt x="161982" y="34199"/>
                  <a:pt x="164046" y="32337"/>
                </a:cubicBezTo>
                <a:cubicBezTo>
                  <a:pt x="166110" y="30475"/>
                  <a:pt x="168633" y="28995"/>
                  <a:pt x="171617" y="27896"/>
                </a:cubicBezTo>
                <a:cubicBezTo>
                  <a:pt x="174600" y="26796"/>
                  <a:pt x="178134" y="26247"/>
                  <a:pt x="182217" y="26247"/>
                </a:cubicBezTo>
                <a:moveTo>
                  <a:pt x="180265" y="35669"/>
                </a:moveTo>
                <a:cubicBezTo>
                  <a:pt x="175150" y="35669"/>
                  <a:pt x="171034" y="36656"/>
                  <a:pt x="167915" y="38630"/>
                </a:cubicBezTo>
                <a:cubicBezTo>
                  <a:pt x="164797" y="40604"/>
                  <a:pt x="162520" y="43554"/>
                  <a:pt x="161084" y="47480"/>
                </a:cubicBezTo>
                <a:cubicBezTo>
                  <a:pt x="159649" y="51406"/>
                  <a:pt x="158886" y="56330"/>
                  <a:pt x="158796" y="62252"/>
                </a:cubicBezTo>
                <a:lnTo>
                  <a:pt x="158796" y="64406"/>
                </a:lnTo>
                <a:cubicBezTo>
                  <a:pt x="158796" y="70642"/>
                  <a:pt x="159481" y="75914"/>
                  <a:pt x="160849" y="80221"/>
                </a:cubicBezTo>
                <a:cubicBezTo>
                  <a:pt x="162217" y="84528"/>
                  <a:pt x="164483" y="87803"/>
                  <a:pt x="167646" y="90047"/>
                </a:cubicBezTo>
                <a:cubicBezTo>
                  <a:pt x="170809" y="92290"/>
                  <a:pt x="175060" y="93412"/>
                  <a:pt x="180399" y="93412"/>
                </a:cubicBezTo>
                <a:cubicBezTo>
                  <a:pt x="184976" y="93412"/>
                  <a:pt x="188789" y="92178"/>
                  <a:pt x="191840" y="89710"/>
                </a:cubicBezTo>
                <a:cubicBezTo>
                  <a:pt x="194891" y="87242"/>
                  <a:pt x="197168" y="83799"/>
                  <a:pt x="198671" y="79380"/>
                </a:cubicBezTo>
                <a:cubicBezTo>
                  <a:pt x="200174" y="74960"/>
                  <a:pt x="200926" y="69879"/>
                  <a:pt x="200926" y="64136"/>
                </a:cubicBezTo>
                <a:cubicBezTo>
                  <a:pt x="200926" y="55432"/>
                  <a:pt x="199232" y="48512"/>
                  <a:pt x="195845" y="43374"/>
                </a:cubicBezTo>
                <a:cubicBezTo>
                  <a:pt x="192457" y="38237"/>
                  <a:pt x="187264" y="35669"/>
                  <a:pt x="180265" y="35669"/>
                </a:cubicBezTo>
                <a:close/>
                <a:moveTo>
                  <a:pt x="260171" y="26247"/>
                </a:moveTo>
                <a:cubicBezTo>
                  <a:pt x="266452" y="26247"/>
                  <a:pt x="271836" y="27636"/>
                  <a:pt x="276323" y="30413"/>
                </a:cubicBezTo>
                <a:cubicBezTo>
                  <a:pt x="280809" y="33189"/>
                  <a:pt x="284242" y="37074"/>
                  <a:pt x="286619" y="42068"/>
                </a:cubicBezTo>
                <a:cubicBezTo>
                  <a:pt x="288997" y="47063"/>
                  <a:pt x="290186" y="52897"/>
                  <a:pt x="290186" y="59573"/>
                </a:cubicBezTo>
                <a:lnTo>
                  <a:pt x="290186" y="66492"/>
                </a:lnTo>
                <a:lnTo>
                  <a:pt x="239241" y="66492"/>
                </a:lnTo>
                <a:cubicBezTo>
                  <a:pt x="239375" y="75173"/>
                  <a:pt x="241529" y="81786"/>
                  <a:pt x="245701" y="86328"/>
                </a:cubicBezTo>
                <a:cubicBezTo>
                  <a:pt x="249874" y="90871"/>
                  <a:pt x="255751" y="93142"/>
                  <a:pt x="263334" y="93142"/>
                </a:cubicBezTo>
                <a:cubicBezTo>
                  <a:pt x="268000" y="93142"/>
                  <a:pt x="272128" y="92716"/>
                  <a:pt x="275717" y="91864"/>
                </a:cubicBezTo>
                <a:cubicBezTo>
                  <a:pt x="279306" y="91011"/>
                  <a:pt x="283030" y="89755"/>
                  <a:pt x="286889" y="88095"/>
                </a:cubicBezTo>
                <a:lnTo>
                  <a:pt x="286889" y="97921"/>
                </a:lnTo>
                <a:cubicBezTo>
                  <a:pt x="283165" y="99581"/>
                  <a:pt x="279474" y="100792"/>
                  <a:pt x="275818" y="101555"/>
                </a:cubicBezTo>
                <a:cubicBezTo>
                  <a:pt x="272161" y="102318"/>
                  <a:pt x="267843" y="102699"/>
                  <a:pt x="262863" y="102699"/>
                </a:cubicBezTo>
                <a:cubicBezTo>
                  <a:pt x="255774" y="102699"/>
                  <a:pt x="249594" y="101252"/>
                  <a:pt x="244322" y="98358"/>
                </a:cubicBezTo>
                <a:cubicBezTo>
                  <a:pt x="239050" y="95464"/>
                  <a:pt x="234956" y="91213"/>
                  <a:pt x="232040" y="85605"/>
                </a:cubicBezTo>
                <a:cubicBezTo>
                  <a:pt x="229123" y="79997"/>
                  <a:pt x="227665" y="73132"/>
                  <a:pt x="227665" y="65011"/>
                </a:cubicBezTo>
                <a:cubicBezTo>
                  <a:pt x="227665" y="57070"/>
                  <a:pt x="229000" y="50194"/>
                  <a:pt x="231669" y="44384"/>
                </a:cubicBezTo>
                <a:cubicBezTo>
                  <a:pt x="234339" y="38574"/>
                  <a:pt x="238108" y="34098"/>
                  <a:pt x="242976" y="30958"/>
                </a:cubicBezTo>
                <a:cubicBezTo>
                  <a:pt x="247844" y="27817"/>
                  <a:pt x="253575" y="26247"/>
                  <a:pt x="260171" y="26247"/>
                </a:cubicBezTo>
                <a:moveTo>
                  <a:pt x="260036" y="35400"/>
                </a:moveTo>
                <a:cubicBezTo>
                  <a:pt x="254069" y="35400"/>
                  <a:pt x="249313" y="37346"/>
                  <a:pt x="245769" y="41238"/>
                </a:cubicBezTo>
                <a:cubicBezTo>
                  <a:pt x="242224" y="45128"/>
                  <a:pt x="240116" y="50563"/>
                  <a:pt x="239443" y="57541"/>
                </a:cubicBezTo>
                <a:lnTo>
                  <a:pt x="278476" y="57541"/>
                </a:lnTo>
                <a:cubicBezTo>
                  <a:pt x="278431" y="53158"/>
                  <a:pt x="277747" y="49300"/>
                  <a:pt x="276424" y="45968"/>
                </a:cubicBezTo>
                <a:cubicBezTo>
                  <a:pt x="275100" y="42635"/>
                  <a:pt x="273092" y="40040"/>
                  <a:pt x="270400" y="38184"/>
                </a:cubicBezTo>
                <a:cubicBezTo>
                  <a:pt x="267708" y="36328"/>
                  <a:pt x="264254" y="35400"/>
                  <a:pt x="260036" y="35400"/>
                </a:cubicBezTo>
                <a:close/>
                <a:moveTo>
                  <a:pt x="338635" y="102699"/>
                </a:moveTo>
                <a:cubicBezTo>
                  <a:pt x="331995" y="102699"/>
                  <a:pt x="326140" y="101331"/>
                  <a:pt x="321070" y="98594"/>
                </a:cubicBezTo>
                <a:cubicBezTo>
                  <a:pt x="316000" y="95857"/>
                  <a:pt x="312052" y="91684"/>
                  <a:pt x="309226" y="86076"/>
                </a:cubicBezTo>
                <a:cubicBezTo>
                  <a:pt x="306399" y="80468"/>
                  <a:pt x="304986" y="73401"/>
                  <a:pt x="304986" y="64877"/>
                </a:cubicBezTo>
                <a:cubicBezTo>
                  <a:pt x="304986" y="55948"/>
                  <a:pt x="306477" y="48646"/>
                  <a:pt x="309461" y="42971"/>
                </a:cubicBezTo>
                <a:cubicBezTo>
                  <a:pt x="312445" y="37295"/>
                  <a:pt x="316561" y="33089"/>
                  <a:pt x="321811" y="30352"/>
                </a:cubicBezTo>
                <a:cubicBezTo>
                  <a:pt x="327060" y="27615"/>
                  <a:pt x="333027" y="26247"/>
                  <a:pt x="339712" y="26247"/>
                </a:cubicBezTo>
                <a:cubicBezTo>
                  <a:pt x="343391" y="26247"/>
                  <a:pt x="346947" y="26617"/>
                  <a:pt x="350379" y="27357"/>
                </a:cubicBezTo>
                <a:cubicBezTo>
                  <a:pt x="353811" y="28098"/>
                  <a:pt x="356627" y="29028"/>
                  <a:pt x="358825" y="30150"/>
                </a:cubicBezTo>
                <a:lnTo>
                  <a:pt x="355460" y="39505"/>
                </a:lnTo>
                <a:cubicBezTo>
                  <a:pt x="353217" y="38607"/>
                  <a:pt x="350626" y="37800"/>
                  <a:pt x="347687" y="37082"/>
                </a:cubicBezTo>
                <a:cubicBezTo>
                  <a:pt x="344748" y="36364"/>
                  <a:pt x="342000" y="36005"/>
                  <a:pt x="339443" y="36005"/>
                </a:cubicBezTo>
                <a:cubicBezTo>
                  <a:pt x="334328" y="36005"/>
                  <a:pt x="330077" y="37104"/>
                  <a:pt x="326690" y="39303"/>
                </a:cubicBezTo>
                <a:cubicBezTo>
                  <a:pt x="323302" y="41501"/>
                  <a:pt x="320767" y="44732"/>
                  <a:pt x="319085" y="48994"/>
                </a:cubicBezTo>
                <a:cubicBezTo>
                  <a:pt x="317402" y="53256"/>
                  <a:pt x="316561" y="58506"/>
                  <a:pt x="316561" y="64742"/>
                </a:cubicBezTo>
                <a:cubicBezTo>
                  <a:pt x="316561" y="70709"/>
                  <a:pt x="317380" y="75802"/>
                  <a:pt x="319018" y="80019"/>
                </a:cubicBezTo>
                <a:cubicBezTo>
                  <a:pt x="320655" y="84236"/>
                  <a:pt x="323100" y="87456"/>
                  <a:pt x="326353" y="89676"/>
                </a:cubicBezTo>
                <a:cubicBezTo>
                  <a:pt x="329606" y="91897"/>
                  <a:pt x="333678" y="93008"/>
                  <a:pt x="338568" y="93008"/>
                </a:cubicBezTo>
                <a:cubicBezTo>
                  <a:pt x="342471" y="93008"/>
                  <a:pt x="345993" y="92593"/>
                  <a:pt x="349134" y="91763"/>
                </a:cubicBezTo>
                <a:cubicBezTo>
                  <a:pt x="352275" y="90933"/>
                  <a:pt x="355124" y="89957"/>
                  <a:pt x="357681" y="88835"/>
                </a:cubicBezTo>
                <a:lnTo>
                  <a:pt x="357681" y="98796"/>
                </a:lnTo>
                <a:cubicBezTo>
                  <a:pt x="355213" y="100052"/>
                  <a:pt x="352465" y="101016"/>
                  <a:pt x="349437" y="101689"/>
                </a:cubicBezTo>
                <a:cubicBezTo>
                  <a:pt x="346408" y="102362"/>
                  <a:pt x="342808" y="102699"/>
                  <a:pt x="338635" y="102699"/>
                </a:cubicBezTo>
                <a:close/>
                <a:moveTo>
                  <a:pt x="398935" y="93546"/>
                </a:moveTo>
                <a:cubicBezTo>
                  <a:pt x="400775" y="93546"/>
                  <a:pt x="402659" y="93389"/>
                  <a:pt x="404589" y="93075"/>
                </a:cubicBezTo>
                <a:cubicBezTo>
                  <a:pt x="406518" y="92761"/>
                  <a:pt x="408088" y="92380"/>
                  <a:pt x="409300" y="91931"/>
                </a:cubicBezTo>
                <a:lnTo>
                  <a:pt x="409300" y="100613"/>
                </a:lnTo>
                <a:cubicBezTo>
                  <a:pt x="407998" y="101196"/>
                  <a:pt x="406193" y="101689"/>
                  <a:pt x="403882" y="102093"/>
                </a:cubicBezTo>
                <a:cubicBezTo>
                  <a:pt x="401571" y="102497"/>
                  <a:pt x="399317" y="102699"/>
                  <a:pt x="397118" y="102699"/>
                </a:cubicBezTo>
                <a:cubicBezTo>
                  <a:pt x="393215" y="102699"/>
                  <a:pt x="389671" y="102015"/>
                  <a:pt x="386485" y="100646"/>
                </a:cubicBezTo>
                <a:cubicBezTo>
                  <a:pt x="383300" y="99278"/>
                  <a:pt x="380753" y="96956"/>
                  <a:pt x="378847" y="93681"/>
                </a:cubicBezTo>
                <a:cubicBezTo>
                  <a:pt x="376940" y="90406"/>
                  <a:pt x="375986" y="85874"/>
                  <a:pt x="375986" y="80086"/>
                </a:cubicBezTo>
                <a:lnTo>
                  <a:pt x="375986" y="36342"/>
                </a:lnTo>
                <a:lnTo>
                  <a:pt x="365488" y="36342"/>
                </a:lnTo>
                <a:lnTo>
                  <a:pt x="365488" y="30890"/>
                </a:lnTo>
                <a:lnTo>
                  <a:pt x="376054" y="26516"/>
                </a:lnTo>
                <a:lnTo>
                  <a:pt x="380495" y="10499"/>
                </a:lnTo>
                <a:lnTo>
                  <a:pt x="387225" y="10499"/>
                </a:lnTo>
                <a:lnTo>
                  <a:pt x="387225" y="27593"/>
                </a:lnTo>
                <a:lnTo>
                  <a:pt x="408828" y="27593"/>
                </a:lnTo>
                <a:lnTo>
                  <a:pt x="408828" y="36342"/>
                </a:lnTo>
                <a:lnTo>
                  <a:pt x="387225" y="36342"/>
                </a:lnTo>
                <a:lnTo>
                  <a:pt x="387225" y="79750"/>
                </a:lnTo>
                <a:cubicBezTo>
                  <a:pt x="387225" y="84371"/>
                  <a:pt x="388291" y="87826"/>
                  <a:pt x="390422" y="90114"/>
                </a:cubicBezTo>
                <a:cubicBezTo>
                  <a:pt x="392553" y="92402"/>
                  <a:pt x="395391" y="93546"/>
                  <a:pt x="398935" y="93546"/>
                </a:cubicBezTo>
                <a:close/>
                <a:moveTo>
                  <a:pt x="493390" y="26247"/>
                </a:moveTo>
                <a:cubicBezTo>
                  <a:pt x="494870" y="26247"/>
                  <a:pt x="496418" y="26325"/>
                  <a:pt x="498033" y="26482"/>
                </a:cubicBezTo>
                <a:cubicBezTo>
                  <a:pt x="499649" y="26639"/>
                  <a:pt x="501084" y="26852"/>
                  <a:pt x="502341" y="27122"/>
                </a:cubicBezTo>
                <a:lnTo>
                  <a:pt x="500927" y="37486"/>
                </a:lnTo>
                <a:cubicBezTo>
                  <a:pt x="499716" y="37172"/>
                  <a:pt x="498370" y="36925"/>
                  <a:pt x="496889" y="36745"/>
                </a:cubicBezTo>
                <a:cubicBezTo>
                  <a:pt x="495409" y="36566"/>
                  <a:pt x="494018" y="36476"/>
                  <a:pt x="492717" y="36476"/>
                </a:cubicBezTo>
                <a:cubicBezTo>
                  <a:pt x="489756" y="36476"/>
                  <a:pt x="486963" y="37071"/>
                  <a:pt x="484338" y="38260"/>
                </a:cubicBezTo>
                <a:cubicBezTo>
                  <a:pt x="481713" y="39449"/>
                  <a:pt x="479414" y="41154"/>
                  <a:pt x="477440" y="43374"/>
                </a:cubicBezTo>
                <a:cubicBezTo>
                  <a:pt x="475466" y="45595"/>
                  <a:pt x="473918" y="48265"/>
                  <a:pt x="472796" y="51383"/>
                </a:cubicBezTo>
                <a:cubicBezTo>
                  <a:pt x="471674" y="54501"/>
                  <a:pt x="471114" y="57967"/>
                  <a:pt x="471114" y="61781"/>
                </a:cubicBezTo>
                <a:lnTo>
                  <a:pt x="471114" y="101353"/>
                </a:lnTo>
                <a:lnTo>
                  <a:pt x="459875" y="101353"/>
                </a:lnTo>
                <a:lnTo>
                  <a:pt x="459875" y="27593"/>
                </a:lnTo>
                <a:lnTo>
                  <a:pt x="469162" y="27593"/>
                </a:lnTo>
                <a:lnTo>
                  <a:pt x="470373" y="41187"/>
                </a:lnTo>
                <a:lnTo>
                  <a:pt x="470844" y="41187"/>
                </a:lnTo>
                <a:cubicBezTo>
                  <a:pt x="472370" y="38450"/>
                  <a:pt x="474209" y="35949"/>
                  <a:pt x="476363" y="33683"/>
                </a:cubicBezTo>
                <a:cubicBezTo>
                  <a:pt x="478517" y="31418"/>
                  <a:pt x="481018" y="29612"/>
                  <a:pt x="483867" y="28266"/>
                </a:cubicBezTo>
                <a:cubicBezTo>
                  <a:pt x="486716" y="26920"/>
                  <a:pt x="489890" y="26247"/>
                  <a:pt x="493390" y="26247"/>
                </a:cubicBezTo>
                <a:close/>
                <a:moveTo>
                  <a:pt x="543699" y="26247"/>
                </a:moveTo>
                <a:cubicBezTo>
                  <a:pt x="552492" y="26247"/>
                  <a:pt x="559021" y="28224"/>
                  <a:pt x="563283" y="32180"/>
                </a:cubicBezTo>
                <a:cubicBezTo>
                  <a:pt x="567545" y="36135"/>
                  <a:pt x="569676" y="42450"/>
                  <a:pt x="569676" y="51124"/>
                </a:cubicBezTo>
                <a:lnTo>
                  <a:pt x="569676" y="101353"/>
                </a:lnTo>
                <a:lnTo>
                  <a:pt x="561533" y="101353"/>
                </a:lnTo>
                <a:lnTo>
                  <a:pt x="559379" y="90450"/>
                </a:lnTo>
                <a:lnTo>
                  <a:pt x="558841" y="90450"/>
                </a:lnTo>
                <a:cubicBezTo>
                  <a:pt x="556777" y="93142"/>
                  <a:pt x="554624" y="95397"/>
                  <a:pt x="552380" y="97214"/>
                </a:cubicBezTo>
                <a:cubicBezTo>
                  <a:pt x="550137" y="99031"/>
                  <a:pt x="547546" y="100400"/>
                  <a:pt x="544607" y="101319"/>
                </a:cubicBezTo>
                <a:cubicBezTo>
                  <a:pt x="541668" y="102239"/>
                  <a:pt x="538068" y="102699"/>
                  <a:pt x="533806" y="102699"/>
                </a:cubicBezTo>
                <a:cubicBezTo>
                  <a:pt x="529319" y="102699"/>
                  <a:pt x="525337" y="101913"/>
                  <a:pt x="521860" y="100341"/>
                </a:cubicBezTo>
                <a:cubicBezTo>
                  <a:pt x="518383" y="98768"/>
                  <a:pt x="515646" y="96387"/>
                  <a:pt x="513650" y="93197"/>
                </a:cubicBezTo>
                <a:cubicBezTo>
                  <a:pt x="511653" y="90006"/>
                  <a:pt x="510655" y="85962"/>
                  <a:pt x="510655" y="81064"/>
                </a:cubicBezTo>
                <a:cubicBezTo>
                  <a:pt x="510655" y="73695"/>
                  <a:pt x="513571" y="68033"/>
                  <a:pt x="519404" y="64080"/>
                </a:cubicBezTo>
                <a:cubicBezTo>
                  <a:pt x="525236" y="60126"/>
                  <a:pt x="534120" y="57969"/>
                  <a:pt x="546054" y="57608"/>
                </a:cubicBezTo>
                <a:lnTo>
                  <a:pt x="558774" y="57070"/>
                </a:lnTo>
                <a:lnTo>
                  <a:pt x="558774" y="52546"/>
                </a:lnTo>
                <a:cubicBezTo>
                  <a:pt x="558774" y="46155"/>
                  <a:pt x="557405" y="41678"/>
                  <a:pt x="554669" y="39114"/>
                </a:cubicBezTo>
                <a:cubicBezTo>
                  <a:pt x="551932" y="36548"/>
                  <a:pt x="548073" y="35265"/>
                  <a:pt x="543093" y="35265"/>
                </a:cubicBezTo>
                <a:cubicBezTo>
                  <a:pt x="539235" y="35265"/>
                  <a:pt x="535555" y="35826"/>
                  <a:pt x="532056" y="36947"/>
                </a:cubicBezTo>
                <a:cubicBezTo>
                  <a:pt x="528556" y="38069"/>
                  <a:pt x="525236" y="39393"/>
                  <a:pt x="522096" y="40918"/>
                </a:cubicBezTo>
                <a:lnTo>
                  <a:pt x="518663" y="32438"/>
                </a:lnTo>
                <a:cubicBezTo>
                  <a:pt x="521983" y="30733"/>
                  <a:pt x="525797" y="29275"/>
                  <a:pt x="530104" y="28064"/>
                </a:cubicBezTo>
                <a:cubicBezTo>
                  <a:pt x="534411" y="26852"/>
                  <a:pt x="538943" y="26247"/>
                  <a:pt x="543699" y="26247"/>
                </a:cubicBezTo>
                <a:moveTo>
                  <a:pt x="558639" y="64944"/>
                </a:moveTo>
                <a:lnTo>
                  <a:pt x="547400" y="65417"/>
                </a:lnTo>
                <a:cubicBezTo>
                  <a:pt x="538203" y="65776"/>
                  <a:pt x="531719" y="67283"/>
                  <a:pt x="527951" y="69937"/>
                </a:cubicBezTo>
                <a:cubicBezTo>
                  <a:pt x="524182" y="72589"/>
                  <a:pt x="522297" y="76344"/>
                  <a:pt x="522297" y="81201"/>
                </a:cubicBezTo>
                <a:cubicBezTo>
                  <a:pt x="522297" y="85428"/>
                  <a:pt x="523576" y="88554"/>
                  <a:pt x="526134" y="90579"/>
                </a:cubicBezTo>
                <a:cubicBezTo>
                  <a:pt x="528691" y="92602"/>
                  <a:pt x="532078" y="93614"/>
                  <a:pt x="536296" y="93614"/>
                </a:cubicBezTo>
                <a:cubicBezTo>
                  <a:pt x="542846" y="93614"/>
                  <a:pt x="548208" y="91792"/>
                  <a:pt x="552380" y="88150"/>
                </a:cubicBezTo>
                <a:cubicBezTo>
                  <a:pt x="556553" y="84507"/>
                  <a:pt x="558639" y="79043"/>
                  <a:pt x="558639" y="71758"/>
                </a:cubicBezTo>
                <a:lnTo>
                  <a:pt x="558639" y="64944"/>
                </a:lnTo>
                <a:close/>
                <a:moveTo>
                  <a:pt x="616428" y="93546"/>
                </a:moveTo>
                <a:cubicBezTo>
                  <a:pt x="618268" y="93546"/>
                  <a:pt x="620152" y="93389"/>
                  <a:pt x="622081" y="93075"/>
                </a:cubicBezTo>
                <a:cubicBezTo>
                  <a:pt x="624010" y="92761"/>
                  <a:pt x="625581" y="92380"/>
                  <a:pt x="626792" y="91931"/>
                </a:cubicBezTo>
                <a:lnTo>
                  <a:pt x="626792" y="100613"/>
                </a:lnTo>
                <a:cubicBezTo>
                  <a:pt x="625491" y="101196"/>
                  <a:pt x="623685" y="101689"/>
                  <a:pt x="621375" y="102093"/>
                </a:cubicBezTo>
                <a:cubicBezTo>
                  <a:pt x="619064" y="102497"/>
                  <a:pt x="616809" y="102699"/>
                  <a:pt x="614611" y="102699"/>
                </a:cubicBezTo>
                <a:cubicBezTo>
                  <a:pt x="610708" y="102699"/>
                  <a:pt x="607163" y="102015"/>
                  <a:pt x="603978" y="100646"/>
                </a:cubicBezTo>
                <a:cubicBezTo>
                  <a:pt x="600792" y="99278"/>
                  <a:pt x="598246" y="96956"/>
                  <a:pt x="596339" y="93681"/>
                </a:cubicBezTo>
                <a:cubicBezTo>
                  <a:pt x="594432" y="90406"/>
                  <a:pt x="593479" y="85874"/>
                  <a:pt x="593479" y="80086"/>
                </a:cubicBezTo>
                <a:lnTo>
                  <a:pt x="593479" y="36342"/>
                </a:lnTo>
                <a:lnTo>
                  <a:pt x="582980" y="36342"/>
                </a:lnTo>
                <a:lnTo>
                  <a:pt x="582980" y="30890"/>
                </a:lnTo>
                <a:lnTo>
                  <a:pt x="593546" y="26516"/>
                </a:lnTo>
                <a:lnTo>
                  <a:pt x="597988" y="10499"/>
                </a:lnTo>
                <a:lnTo>
                  <a:pt x="604718" y="10499"/>
                </a:lnTo>
                <a:lnTo>
                  <a:pt x="604718" y="27593"/>
                </a:lnTo>
                <a:lnTo>
                  <a:pt x="626321" y="27593"/>
                </a:lnTo>
                <a:lnTo>
                  <a:pt x="626321" y="36342"/>
                </a:lnTo>
                <a:lnTo>
                  <a:pt x="604718" y="36342"/>
                </a:lnTo>
                <a:lnTo>
                  <a:pt x="604718" y="79750"/>
                </a:lnTo>
                <a:cubicBezTo>
                  <a:pt x="604718" y="84371"/>
                  <a:pt x="605784" y="87826"/>
                  <a:pt x="607915" y="90114"/>
                </a:cubicBezTo>
                <a:cubicBezTo>
                  <a:pt x="610046" y="92402"/>
                  <a:pt x="612884" y="93546"/>
                  <a:pt x="616428" y="93546"/>
                </a:cubicBezTo>
                <a:close/>
                <a:moveTo>
                  <a:pt x="652843" y="27593"/>
                </a:moveTo>
                <a:lnTo>
                  <a:pt x="652843" y="101353"/>
                </a:lnTo>
                <a:lnTo>
                  <a:pt x="641672" y="101353"/>
                </a:lnTo>
                <a:lnTo>
                  <a:pt x="641672" y="27593"/>
                </a:lnTo>
                <a:lnTo>
                  <a:pt x="652843" y="27593"/>
                </a:lnTo>
                <a:moveTo>
                  <a:pt x="647392" y="0"/>
                </a:moveTo>
                <a:cubicBezTo>
                  <a:pt x="649232" y="0"/>
                  <a:pt x="650813" y="594"/>
                  <a:pt x="652137" y="1783"/>
                </a:cubicBezTo>
                <a:cubicBezTo>
                  <a:pt x="653460" y="2972"/>
                  <a:pt x="654122" y="4823"/>
                  <a:pt x="654122" y="7336"/>
                </a:cubicBezTo>
                <a:cubicBezTo>
                  <a:pt x="654122" y="9803"/>
                  <a:pt x="653460" y="11643"/>
                  <a:pt x="652137" y="12854"/>
                </a:cubicBezTo>
                <a:cubicBezTo>
                  <a:pt x="650813" y="14066"/>
                  <a:pt x="649232" y="14671"/>
                  <a:pt x="647392" y="14671"/>
                </a:cubicBezTo>
                <a:cubicBezTo>
                  <a:pt x="645463" y="14671"/>
                  <a:pt x="643859" y="14066"/>
                  <a:pt x="642580" y="12854"/>
                </a:cubicBezTo>
                <a:cubicBezTo>
                  <a:pt x="641301" y="11643"/>
                  <a:pt x="640662" y="9803"/>
                  <a:pt x="640662" y="7336"/>
                </a:cubicBezTo>
                <a:cubicBezTo>
                  <a:pt x="640662" y="4823"/>
                  <a:pt x="641301" y="2972"/>
                  <a:pt x="642580" y="1783"/>
                </a:cubicBezTo>
                <a:cubicBezTo>
                  <a:pt x="643859" y="594"/>
                  <a:pt x="645463" y="0"/>
                  <a:pt x="647392" y="0"/>
                </a:cubicBezTo>
                <a:close/>
                <a:moveTo>
                  <a:pt x="740002" y="64338"/>
                </a:moveTo>
                <a:cubicBezTo>
                  <a:pt x="740002" y="70395"/>
                  <a:pt x="739217" y="75802"/>
                  <a:pt x="737647" y="80557"/>
                </a:cubicBezTo>
                <a:cubicBezTo>
                  <a:pt x="736077" y="85313"/>
                  <a:pt x="733811" y="89329"/>
                  <a:pt x="730850" y="92604"/>
                </a:cubicBezTo>
                <a:cubicBezTo>
                  <a:pt x="727889" y="95879"/>
                  <a:pt x="724311" y="98381"/>
                  <a:pt x="720116" y="100108"/>
                </a:cubicBezTo>
                <a:cubicBezTo>
                  <a:pt x="715921" y="101835"/>
                  <a:pt x="711176" y="102699"/>
                  <a:pt x="705882" y="102699"/>
                </a:cubicBezTo>
                <a:cubicBezTo>
                  <a:pt x="700946" y="102699"/>
                  <a:pt x="696426" y="101835"/>
                  <a:pt x="692321" y="100108"/>
                </a:cubicBezTo>
                <a:cubicBezTo>
                  <a:pt x="688216" y="98381"/>
                  <a:pt x="684671" y="95879"/>
                  <a:pt x="681688" y="92604"/>
                </a:cubicBezTo>
                <a:cubicBezTo>
                  <a:pt x="678704" y="89329"/>
                  <a:pt x="676393" y="85313"/>
                  <a:pt x="674756" y="80557"/>
                </a:cubicBezTo>
                <a:cubicBezTo>
                  <a:pt x="673118" y="75802"/>
                  <a:pt x="672299" y="70395"/>
                  <a:pt x="672299" y="64338"/>
                </a:cubicBezTo>
                <a:cubicBezTo>
                  <a:pt x="672299" y="56262"/>
                  <a:pt x="673668" y="49387"/>
                  <a:pt x="676405" y="43711"/>
                </a:cubicBezTo>
                <a:cubicBezTo>
                  <a:pt x="679141" y="38035"/>
                  <a:pt x="683056" y="33706"/>
                  <a:pt x="688148" y="30722"/>
                </a:cubicBezTo>
                <a:cubicBezTo>
                  <a:pt x="693241" y="27739"/>
                  <a:pt x="699309" y="26247"/>
                  <a:pt x="706353" y="26247"/>
                </a:cubicBezTo>
                <a:cubicBezTo>
                  <a:pt x="713083" y="26247"/>
                  <a:pt x="718971" y="27750"/>
                  <a:pt x="724019" y="30756"/>
                </a:cubicBezTo>
                <a:cubicBezTo>
                  <a:pt x="729066" y="33762"/>
                  <a:pt x="732992" y="38103"/>
                  <a:pt x="735796" y="43778"/>
                </a:cubicBezTo>
                <a:cubicBezTo>
                  <a:pt x="738600" y="49454"/>
                  <a:pt x="740002" y="56307"/>
                  <a:pt x="740002" y="64338"/>
                </a:cubicBezTo>
                <a:moveTo>
                  <a:pt x="683875" y="64338"/>
                </a:moveTo>
                <a:cubicBezTo>
                  <a:pt x="683875" y="70261"/>
                  <a:pt x="684660" y="75398"/>
                  <a:pt x="686230" y="79750"/>
                </a:cubicBezTo>
                <a:cubicBezTo>
                  <a:pt x="687801" y="84102"/>
                  <a:pt x="690223" y="87467"/>
                  <a:pt x="693499" y="89845"/>
                </a:cubicBezTo>
                <a:cubicBezTo>
                  <a:pt x="696774" y="92223"/>
                  <a:pt x="700991" y="93412"/>
                  <a:pt x="706151" y="93412"/>
                </a:cubicBezTo>
                <a:cubicBezTo>
                  <a:pt x="711266" y="93412"/>
                  <a:pt x="715472" y="92223"/>
                  <a:pt x="718770" y="89845"/>
                </a:cubicBezTo>
                <a:cubicBezTo>
                  <a:pt x="722067" y="87467"/>
                  <a:pt x="724501" y="84102"/>
                  <a:pt x="726072" y="79750"/>
                </a:cubicBezTo>
                <a:cubicBezTo>
                  <a:pt x="727642" y="75398"/>
                  <a:pt x="728427" y="70261"/>
                  <a:pt x="728427" y="64338"/>
                </a:cubicBezTo>
                <a:cubicBezTo>
                  <a:pt x="728427" y="58461"/>
                  <a:pt x="727642" y="53380"/>
                  <a:pt x="726072" y="49095"/>
                </a:cubicBezTo>
                <a:cubicBezTo>
                  <a:pt x="724501" y="44810"/>
                  <a:pt x="722078" y="41501"/>
                  <a:pt x="718803" y="39168"/>
                </a:cubicBezTo>
                <a:cubicBezTo>
                  <a:pt x="715528" y="36835"/>
                  <a:pt x="711288" y="35669"/>
                  <a:pt x="706084" y="35669"/>
                </a:cubicBezTo>
                <a:cubicBezTo>
                  <a:pt x="698411" y="35669"/>
                  <a:pt x="692792" y="38204"/>
                  <a:pt x="689225" y="43274"/>
                </a:cubicBezTo>
                <a:cubicBezTo>
                  <a:pt x="685658" y="48343"/>
                  <a:pt x="683875" y="55365"/>
                  <a:pt x="683875" y="64338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D71AB-C6B4-451E-A39A-4D17D893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95" y="1194696"/>
            <a:ext cx="5582" cy="685110"/>
          </a:xfrm>
          <a:custGeom xmlns:a="http://schemas.openxmlformats.org/drawingml/2006/main">
            <a:pathLst>
              <a:path w="5582" h="685110">
                <a:moveTo>
                  <a:pt x="0" y="0"/>
                </a:moveTo>
                <a:lnTo>
                  <a:pt x="5582" y="68511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0271E-77F2-493F-B59A-89E3DC0C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95" y="1194696"/>
            <a:ext cx="5582" cy="685110"/>
          </a:xfrm>
          <a:custGeom xmlns:a="http://schemas.openxmlformats.org/drawingml/2006/main">
            <a:pathLst>
              <a:path w="5582" h="685110" fill="none">
                <a:moveTo>
                  <a:pt x="0" y="0"/>
                </a:moveTo>
                <a:lnTo>
                  <a:pt x="5582" y="68511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58922-DA30-40B4-8EBC-647622C5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58" y="1103748"/>
            <a:ext cx="1022319" cy="10"/>
          </a:xfrm>
          <a:custGeom xmlns:a="http://schemas.openxmlformats.org/drawingml/2006/main">
            <a:pathLst>
              <a:path w="1022319" h="1">
                <a:moveTo>
                  <a:pt x="0" y="0"/>
                </a:moveTo>
                <a:lnTo>
                  <a:pt x="102231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19565-9BDC-4395-AE3C-D921BE4A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58" y="1103748"/>
            <a:ext cx="1022319" cy="10"/>
          </a:xfrm>
          <a:custGeom xmlns:a="http://schemas.openxmlformats.org/drawingml/2006/main">
            <a:pathLst>
              <a:path w="1022319" h="1" fill="none">
                <a:moveTo>
                  <a:pt x="0" y="0"/>
                </a:moveTo>
                <a:lnTo>
                  <a:pt x="10223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3ECC2-26FB-4142-91B4-793E3CE2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03" y="779003"/>
            <a:ext cx="1006508" cy="446508"/>
          </a:xfrm>
          <a:custGeom xmlns:a="http://schemas.openxmlformats.org/drawingml/2006/main">
            <a:pathLst>
              <a:path w="1006508" h="446508">
                <a:moveTo>
                  <a:pt x="0" y="446508"/>
                </a:moveTo>
                <a:lnTo>
                  <a:pt x="0" y="0"/>
                </a:lnTo>
                <a:lnTo>
                  <a:pt x="1006508" y="0"/>
                </a:lnTo>
                <a:lnTo>
                  <a:pt x="1006508" y="446508"/>
                </a:lnTo>
                <a:lnTo>
                  <a:pt x="0" y="44650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W">
            <a:extLst xmlns:a="http://schemas.openxmlformats.org/drawingml/2006/main">
              <a:ext uri="{FF2B5EF4-FFF2-40B4-BE49-F238E27FC236}">
                <a16:creationId xmlns:a16="http://schemas.microsoft.com/office/drawing/2014/main" id="{514D9F5A-650E-4062-B918-F0101368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11" y="935912"/>
            <a:ext cx="140829" cy="112448"/>
          </a:xfrm>
          <a:custGeom xmlns:a="http://schemas.openxmlformats.org/drawingml/2006/main">
            <a:pathLst>
              <a:path w="140829" h="112448">
                <a:moveTo>
                  <a:pt x="140829" y="0"/>
                </a:moveTo>
                <a:lnTo>
                  <a:pt x="110756" y="112448"/>
                </a:lnTo>
                <a:lnTo>
                  <a:pt x="97603" y="112448"/>
                </a:lnTo>
                <a:lnTo>
                  <a:pt x="75298" y="36765"/>
                </a:lnTo>
                <a:cubicBezTo>
                  <a:pt x="74632" y="34611"/>
                  <a:pt x="74004" y="32445"/>
                  <a:pt x="73414" y="30266"/>
                </a:cubicBezTo>
                <a:cubicBezTo>
                  <a:pt x="72824" y="28086"/>
                  <a:pt x="72273" y="26010"/>
                  <a:pt x="71760" y="24036"/>
                </a:cubicBezTo>
                <a:cubicBezTo>
                  <a:pt x="71248" y="22061"/>
                  <a:pt x="70825" y="20318"/>
                  <a:pt x="70491" y="18805"/>
                </a:cubicBezTo>
                <a:cubicBezTo>
                  <a:pt x="70158" y="17293"/>
                  <a:pt x="69914" y="16152"/>
                  <a:pt x="69761" y="15383"/>
                </a:cubicBezTo>
                <a:cubicBezTo>
                  <a:pt x="69658" y="16152"/>
                  <a:pt x="69466" y="17280"/>
                  <a:pt x="69184" y="18767"/>
                </a:cubicBezTo>
                <a:cubicBezTo>
                  <a:pt x="68902" y="20254"/>
                  <a:pt x="68543" y="21972"/>
                  <a:pt x="68107" y="23920"/>
                </a:cubicBezTo>
                <a:cubicBezTo>
                  <a:pt x="67671" y="25869"/>
                  <a:pt x="67158" y="27945"/>
                  <a:pt x="66569" y="30150"/>
                </a:cubicBezTo>
                <a:cubicBezTo>
                  <a:pt x="65979" y="32355"/>
                  <a:pt x="65351" y="34585"/>
                  <a:pt x="64684" y="36842"/>
                </a:cubicBezTo>
                <a:lnTo>
                  <a:pt x="42995" y="112448"/>
                </a:lnTo>
                <a:lnTo>
                  <a:pt x="29842" y="112448"/>
                </a:lnTo>
                <a:lnTo>
                  <a:pt x="0" y="0"/>
                </a:lnTo>
                <a:lnTo>
                  <a:pt x="13614" y="0"/>
                </a:lnTo>
                <a:lnTo>
                  <a:pt x="31688" y="70530"/>
                </a:lnTo>
                <a:cubicBezTo>
                  <a:pt x="32304" y="72888"/>
                  <a:pt x="32881" y="75209"/>
                  <a:pt x="33419" y="77490"/>
                </a:cubicBezTo>
                <a:cubicBezTo>
                  <a:pt x="33957" y="79772"/>
                  <a:pt x="34444" y="81990"/>
                  <a:pt x="34880" y="84144"/>
                </a:cubicBezTo>
                <a:cubicBezTo>
                  <a:pt x="35316" y="86297"/>
                  <a:pt x="35714" y="88399"/>
                  <a:pt x="36072" y="90450"/>
                </a:cubicBezTo>
                <a:cubicBezTo>
                  <a:pt x="36431" y="92501"/>
                  <a:pt x="36765" y="94501"/>
                  <a:pt x="37072" y="96450"/>
                </a:cubicBezTo>
                <a:cubicBezTo>
                  <a:pt x="37329" y="94450"/>
                  <a:pt x="37662" y="92360"/>
                  <a:pt x="38072" y="90181"/>
                </a:cubicBezTo>
                <a:cubicBezTo>
                  <a:pt x="38482" y="88002"/>
                  <a:pt x="38931" y="85784"/>
                  <a:pt x="39418" y="83528"/>
                </a:cubicBezTo>
                <a:cubicBezTo>
                  <a:pt x="39905" y="81272"/>
                  <a:pt x="40444" y="78990"/>
                  <a:pt x="41033" y="76683"/>
                </a:cubicBezTo>
                <a:cubicBezTo>
                  <a:pt x="41623" y="74375"/>
                  <a:pt x="42251" y="72068"/>
                  <a:pt x="42918" y="69761"/>
                </a:cubicBezTo>
                <a:lnTo>
                  <a:pt x="63146" y="0"/>
                </a:lnTo>
                <a:lnTo>
                  <a:pt x="76606" y="0"/>
                </a:lnTo>
                <a:lnTo>
                  <a:pt x="97680" y="70299"/>
                </a:lnTo>
                <a:cubicBezTo>
                  <a:pt x="98398" y="72709"/>
                  <a:pt x="99065" y="75093"/>
                  <a:pt x="99680" y="77452"/>
                </a:cubicBezTo>
                <a:cubicBezTo>
                  <a:pt x="100295" y="79811"/>
                  <a:pt x="100847" y="82105"/>
                  <a:pt x="101334" y="84336"/>
                </a:cubicBezTo>
                <a:cubicBezTo>
                  <a:pt x="101821" y="86566"/>
                  <a:pt x="102257" y="88694"/>
                  <a:pt x="102641" y="90720"/>
                </a:cubicBezTo>
                <a:cubicBezTo>
                  <a:pt x="103026" y="92745"/>
                  <a:pt x="103372" y="94655"/>
                  <a:pt x="103680" y="96450"/>
                </a:cubicBezTo>
                <a:cubicBezTo>
                  <a:pt x="104039" y="93937"/>
                  <a:pt x="104474" y="91296"/>
                  <a:pt x="104987" y="88528"/>
                </a:cubicBezTo>
                <a:cubicBezTo>
                  <a:pt x="105500" y="85759"/>
                  <a:pt x="106102" y="82862"/>
                  <a:pt x="106795" y="79836"/>
                </a:cubicBezTo>
                <a:cubicBezTo>
                  <a:pt x="107487" y="76811"/>
                  <a:pt x="108243" y="73683"/>
                  <a:pt x="109064" y="70453"/>
                </a:cubicBezTo>
                <a:lnTo>
                  <a:pt x="127138" y="0"/>
                </a:lnTo>
                <a:lnTo>
                  <a:pt x="140829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C9E630-5733-4149-83F8-C76349BA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9" y="1288394"/>
            <a:ext cx="635760" cy="446514"/>
          </a:xfrm>
          <a:custGeom xmlns:a="http://schemas.openxmlformats.org/drawingml/2006/main">
            <a:pathLst>
              <a:path w="635760" h="446514">
                <a:moveTo>
                  <a:pt x="635760" y="0"/>
                </a:moveTo>
                <a:lnTo>
                  <a:pt x="635760" y="446514"/>
                </a:lnTo>
                <a:lnTo>
                  <a:pt x="0" y="446514"/>
                </a:lnTo>
                <a:lnTo>
                  <a:pt x="0" y="0"/>
                </a:lnTo>
                <a:lnTo>
                  <a:pt x="63576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H">
            <a:extLst xmlns:a="http://schemas.openxmlformats.org/drawingml/2006/main">
              <a:ext uri="{FF2B5EF4-FFF2-40B4-BE49-F238E27FC236}">
                <a16:creationId xmlns:a16="http://schemas.microsoft.com/office/drawing/2014/main" id="{A3C04BA1-0A9A-4E9F-ACF7-E696028E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1" y="1445309"/>
            <a:ext cx="85220" cy="112448"/>
          </a:xfrm>
          <a:custGeom xmlns:a="http://schemas.openxmlformats.org/drawingml/2006/main">
            <a:pathLst>
              <a:path w="85220" h="112448">
                <a:moveTo>
                  <a:pt x="85220" y="112448"/>
                </a:moveTo>
                <a:lnTo>
                  <a:pt x="72145" y="112448"/>
                </a:lnTo>
                <a:lnTo>
                  <a:pt x="72145" y="59377"/>
                </a:lnTo>
                <a:lnTo>
                  <a:pt x="13075" y="59377"/>
                </a:lnTo>
                <a:lnTo>
                  <a:pt x="13075" y="112448"/>
                </a:lnTo>
                <a:lnTo>
                  <a:pt x="0" y="112448"/>
                </a:lnTo>
                <a:lnTo>
                  <a:pt x="0" y="0"/>
                </a:lnTo>
                <a:lnTo>
                  <a:pt x="13075" y="0"/>
                </a:lnTo>
                <a:lnTo>
                  <a:pt x="13075" y="47840"/>
                </a:lnTo>
                <a:lnTo>
                  <a:pt x="72145" y="47840"/>
                </a:lnTo>
                <a:lnTo>
                  <a:pt x="72145" y="0"/>
                </a:lnTo>
                <a:lnTo>
                  <a:pt x="85220" y="0"/>
                </a:lnTo>
                <a:lnTo>
                  <a:pt x="85220" y="112448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004690-692B-4368-9055-2C4A801B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896" y="349743"/>
            <a:ext cx="4803703" cy="865331"/>
          </a:xfrm>
          <a:custGeom xmlns:a="http://schemas.openxmlformats.org/drawingml/2006/main">
            <a:pathLst>
              <a:path w="4803703" h="865331">
                <a:moveTo>
                  <a:pt x="0" y="489983"/>
                </a:moveTo>
                <a:lnTo>
                  <a:pt x="0" y="0"/>
                </a:lnTo>
                <a:lnTo>
                  <a:pt x="4803703" y="0"/>
                </a:lnTo>
                <a:lnTo>
                  <a:pt x="4803703" y="86533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7A7E6-1CF1-4AB4-9BB8-3C4A283D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896" y="349743"/>
            <a:ext cx="4803703" cy="865331"/>
          </a:xfrm>
          <a:custGeom xmlns:a="http://schemas.openxmlformats.org/drawingml/2006/main">
            <a:pathLst>
              <a:path w="4803703" h="865331" fill="none">
                <a:moveTo>
                  <a:pt x="0" y="489983"/>
                </a:moveTo>
                <a:lnTo>
                  <a:pt x="0" y="0"/>
                </a:lnTo>
                <a:lnTo>
                  <a:pt x="4803703" y="0"/>
                </a:lnTo>
                <a:lnTo>
                  <a:pt x="4803703" y="865331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95D46"/>
            </a:solidFill>
            <a:round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FC152-DFAF-4E5A-ACD2-F5BDC676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354" y="2077492"/>
            <a:ext cx="453" cy="1270687"/>
          </a:xfrm>
          <a:custGeom xmlns:a="http://schemas.openxmlformats.org/drawingml/2006/main">
            <a:pathLst>
              <a:path w="453" h="1270687">
                <a:moveTo>
                  <a:pt x="0" y="1270687"/>
                </a:moveTo>
                <a:lnTo>
                  <a:pt x="453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BDBF3-BADC-414D-8FA0-71B1B2F7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354" y="2077492"/>
            <a:ext cx="453" cy="1270687"/>
          </a:xfrm>
          <a:custGeom xmlns:a="http://schemas.openxmlformats.org/drawingml/2006/main">
            <a:pathLst>
              <a:path w="453" h="1270687" fill="none">
                <a:moveTo>
                  <a:pt x="0" y="1270687"/>
                </a:moveTo>
                <a:lnTo>
                  <a:pt x="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2DA1E-8C3C-4B23-BE43-6665CF1C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987" y="2081705"/>
            <a:ext cx="2449757" cy="249294"/>
          </a:xfrm>
          <a:custGeom xmlns:a="http://schemas.openxmlformats.org/drawingml/2006/main">
            <a:pathLst>
              <a:path w="2449757" h="249294">
                <a:moveTo>
                  <a:pt x="0" y="41546"/>
                </a:moveTo>
                <a:lnTo>
                  <a:pt x="0" y="41546"/>
                </a:lnTo>
                <a:cubicBezTo>
                  <a:pt x="0" y="18607"/>
                  <a:pt x="18607" y="0"/>
                  <a:pt x="41546" y="0"/>
                </a:cubicBezTo>
                <a:lnTo>
                  <a:pt x="2408211" y="0"/>
                </a:lnTo>
                <a:cubicBezTo>
                  <a:pt x="2419238" y="0"/>
                  <a:pt x="2429791" y="4371"/>
                  <a:pt x="2437589" y="12168"/>
                </a:cubicBezTo>
                <a:cubicBezTo>
                  <a:pt x="2445386" y="19966"/>
                  <a:pt x="2449757" y="30539"/>
                  <a:pt x="2449757" y="41546"/>
                </a:cubicBezTo>
                <a:lnTo>
                  <a:pt x="2449757" y="207748"/>
                </a:lnTo>
                <a:cubicBezTo>
                  <a:pt x="2449757" y="230706"/>
                  <a:pt x="2431150" y="249294"/>
                  <a:pt x="2408211" y="249294"/>
                </a:cubicBezTo>
                <a:lnTo>
                  <a:pt x="41546" y="249294"/>
                </a:lnTo>
                <a:cubicBezTo>
                  <a:pt x="18607" y="249294"/>
                  <a:pt x="0" y="230706"/>
                  <a:pt x="0" y="207748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8EE9F-CA88-4FBA-915B-8ADD376C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987" y="2081705"/>
            <a:ext cx="2449757" cy="249294"/>
          </a:xfrm>
          <a:custGeom xmlns:a="http://schemas.openxmlformats.org/drawingml/2006/main">
            <a:pathLst>
              <a:path w="2449757" h="249294" fill="none">
                <a:moveTo>
                  <a:pt x="0" y="41546"/>
                </a:moveTo>
                <a:lnTo>
                  <a:pt x="0" y="41546"/>
                </a:lnTo>
                <a:cubicBezTo>
                  <a:pt x="0" y="18607"/>
                  <a:pt x="18607" y="0"/>
                  <a:pt x="41546" y="0"/>
                </a:cubicBezTo>
                <a:lnTo>
                  <a:pt x="2408211" y="0"/>
                </a:lnTo>
                <a:cubicBezTo>
                  <a:pt x="2419238" y="0"/>
                  <a:pt x="2429791" y="4371"/>
                  <a:pt x="2437589" y="12168"/>
                </a:cubicBezTo>
                <a:cubicBezTo>
                  <a:pt x="2445386" y="19966"/>
                  <a:pt x="2449757" y="30539"/>
                  <a:pt x="2449757" y="41546"/>
                </a:cubicBezTo>
                <a:lnTo>
                  <a:pt x="2449757" y="207748"/>
                </a:lnTo>
                <a:cubicBezTo>
                  <a:pt x="2449757" y="230706"/>
                  <a:pt x="2431150" y="249294"/>
                  <a:pt x="2408211" y="249294"/>
                </a:cubicBezTo>
                <a:lnTo>
                  <a:pt x="41546" y="249294"/>
                </a:lnTo>
                <a:cubicBezTo>
                  <a:pt x="18607" y="249294"/>
                  <a:pt x="0" y="230706"/>
                  <a:pt x="0" y="207748"/>
                </a:cubicBezTo>
                <a:lnTo>
                  <a:pt x="0" y="41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75" name="Text Per-FrameSelf-Attention">
            <a:extLst xmlns:a="http://schemas.openxmlformats.org/drawingml/2006/main">
              <a:ext uri="{FF2B5EF4-FFF2-40B4-BE49-F238E27FC236}">
                <a16:creationId xmlns:a16="http://schemas.microsoft.com/office/drawing/2014/main" id="{9542B7B4-DC9D-40A8-984D-D420863F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288" y="2157530"/>
            <a:ext cx="1602543" cy="101580"/>
          </a:xfrm>
          <a:custGeom xmlns:a="http://schemas.openxmlformats.org/drawingml/2006/main">
            <a:pathLst>
              <a:path w="1602543" h="101580">
                <a:moveTo>
                  <a:pt x="898924" y="30461"/>
                </a:moveTo>
                <a:lnTo>
                  <a:pt x="898924" y="40247"/>
                </a:lnTo>
                <a:lnTo>
                  <a:pt x="909538" y="40247"/>
                </a:lnTo>
                <a:lnTo>
                  <a:pt x="909538" y="99927"/>
                </a:lnTo>
                <a:lnTo>
                  <a:pt x="921116" y="99927"/>
                </a:lnTo>
                <a:lnTo>
                  <a:pt x="921116" y="40247"/>
                </a:lnTo>
                <a:lnTo>
                  <a:pt x="938620" y="40247"/>
                </a:lnTo>
                <a:lnTo>
                  <a:pt x="938620" y="30461"/>
                </a:lnTo>
                <a:lnTo>
                  <a:pt x="921116" y="30461"/>
                </a:lnTo>
                <a:lnTo>
                  <a:pt x="921116" y="19986"/>
                </a:lnTo>
                <a:lnTo>
                  <a:pt x="921120" y="19555"/>
                </a:lnTo>
                <a:lnTo>
                  <a:pt x="921132" y="19135"/>
                </a:lnTo>
                <a:lnTo>
                  <a:pt x="921152" y="18726"/>
                </a:lnTo>
                <a:lnTo>
                  <a:pt x="921179" y="18328"/>
                </a:lnTo>
                <a:lnTo>
                  <a:pt x="921215" y="17941"/>
                </a:lnTo>
                <a:lnTo>
                  <a:pt x="921258" y="17566"/>
                </a:lnTo>
                <a:lnTo>
                  <a:pt x="921309" y="17201"/>
                </a:lnTo>
                <a:lnTo>
                  <a:pt x="921369" y="16847"/>
                </a:lnTo>
                <a:lnTo>
                  <a:pt x="921436" y="16504"/>
                </a:lnTo>
                <a:lnTo>
                  <a:pt x="921511" y="16172"/>
                </a:lnTo>
                <a:lnTo>
                  <a:pt x="921594" y="15851"/>
                </a:lnTo>
                <a:lnTo>
                  <a:pt x="921684" y="15541"/>
                </a:lnTo>
                <a:lnTo>
                  <a:pt x="921783" y="15243"/>
                </a:lnTo>
                <a:lnTo>
                  <a:pt x="921890" y="14955"/>
                </a:lnTo>
                <a:lnTo>
                  <a:pt x="922004" y="14678"/>
                </a:lnTo>
                <a:lnTo>
                  <a:pt x="922127" y="14412"/>
                </a:lnTo>
                <a:lnTo>
                  <a:pt x="922257" y="14157"/>
                </a:lnTo>
                <a:lnTo>
                  <a:pt x="922395" y="13913"/>
                </a:lnTo>
                <a:lnTo>
                  <a:pt x="922541" y="13681"/>
                </a:lnTo>
                <a:lnTo>
                  <a:pt x="922695" y="13459"/>
                </a:lnTo>
                <a:lnTo>
                  <a:pt x="922857" y="13248"/>
                </a:lnTo>
                <a:lnTo>
                  <a:pt x="923026" y="13048"/>
                </a:lnTo>
                <a:lnTo>
                  <a:pt x="923204" y="12860"/>
                </a:lnTo>
                <a:lnTo>
                  <a:pt x="923390" y="12682"/>
                </a:lnTo>
                <a:lnTo>
                  <a:pt x="923584" y="12513"/>
                </a:lnTo>
                <a:lnTo>
                  <a:pt x="923788" y="12352"/>
                </a:lnTo>
                <a:lnTo>
                  <a:pt x="924002" y="12197"/>
                </a:lnTo>
                <a:lnTo>
                  <a:pt x="924226" y="12050"/>
                </a:lnTo>
                <a:lnTo>
                  <a:pt x="924460" y="11910"/>
                </a:lnTo>
                <a:lnTo>
                  <a:pt x="924703" y="11777"/>
                </a:lnTo>
                <a:lnTo>
                  <a:pt x="924956" y="11652"/>
                </a:lnTo>
                <a:lnTo>
                  <a:pt x="925219" y="11533"/>
                </a:lnTo>
                <a:lnTo>
                  <a:pt x="925492" y="11422"/>
                </a:lnTo>
                <a:lnTo>
                  <a:pt x="925775" y="11318"/>
                </a:lnTo>
                <a:lnTo>
                  <a:pt x="926067" y="11221"/>
                </a:lnTo>
                <a:lnTo>
                  <a:pt x="926370" y="11131"/>
                </a:lnTo>
                <a:lnTo>
                  <a:pt x="926682" y="11049"/>
                </a:lnTo>
                <a:lnTo>
                  <a:pt x="927004" y="10973"/>
                </a:lnTo>
                <a:lnTo>
                  <a:pt x="927335" y="10905"/>
                </a:lnTo>
                <a:lnTo>
                  <a:pt x="927677" y="10844"/>
                </a:lnTo>
                <a:lnTo>
                  <a:pt x="928028" y="10790"/>
                </a:lnTo>
                <a:lnTo>
                  <a:pt x="928390" y="10744"/>
                </a:lnTo>
                <a:lnTo>
                  <a:pt x="928761" y="10704"/>
                </a:lnTo>
                <a:lnTo>
                  <a:pt x="929142" y="10672"/>
                </a:lnTo>
                <a:lnTo>
                  <a:pt x="929532" y="10647"/>
                </a:lnTo>
                <a:lnTo>
                  <a:pt x="929933" y="10629"/>
                </a:lnTo>
                <a:lnTo>
                  <a:pt x="930343" y="10618"/>
                </a:lnTo>
                <a:lnTo>
                  <a:pt x="930763" y="10614"/>
                </a:lnTo>
                <a:lnTo>
                  <a:pt x="936828" y="10614"/>
                </a:lnTo>
                <a:lnTo>
                  <a:pt x="936828" y="690"/>
                </a:lnTo>
                <a:lnTo>
                  <a:pt x="928971" y="690"/>
                </a:lnTo>
                <a:lnTo>
                  <a:pt x="928446" y="693"/>
                </a:lnTo>
                <a:lnTo>
                  <a:pt x="927928" y="704"/>
                </a:lnTo>
                <a:lnTo>
                  <a:pt x="927417" y="721"/>
                </a:lnTo>
                <a:lnTo>
                  <a:pt x="926913" y="745"/>
                </a:lnTo>
                <a:lnTo>
                  <a:pt x="926416" y="777"/>
                </a:lnTo>
                <a:lnTo>
                  <a:pt x="925926" y="815"/>
                </a:lnTo>
                <a:lnTo>
                  <a:pt x="925442" y="860"/>
                </a:lnTo>
                <a:lnTo>
                  <a:pt x="924966" y="912"/>
                </a:lnTo>
                <a:lnTo>
                  <a:pt x="924497" y="971"/>
                </a:lnTo>
                <a:lnTo>
                  <a:pt x="924034" y="1037"/>
                </a:lnTo>
                <a:lnTo>
                  <a:pt x="923579" y="1110"/>
                </a:lnTo>
                <a:lnTo>
                  <a:pt x="923130" y="1190"/>
                </a:lnTo>
                <a:lnTo>
                  <a:pt x="922689" y="1277"/>
                </a:lnTo>
                <a:lnTo>
                  <a:pt x="922254" y="1370"/>
                </a:lnTo>
                <a:lnTo>
                  <a:pt x="921826" y="1471"/>
                </a:lnTo>
                <a:lnTo>
                  <a:pt x="921406" y="1579"/>
                </a:lnTo>
                <a:lnTo>
                  <a:pt x="920992" y="1693"/>
                </a:lnTo>
                <a:lnTo>
                  <a:pt x="920585" y="1815"/>
                </a:lnTo>
                <a:lnTo>
                  <a:pt x="920185" y="1943"/>
                </a:lnTo>
                <a:lnTo>
                  <a:pt x="919792" y="2079"/>
                </a:lnTo>
                <a:lnTo>
                  <a:pt x="919406" y="2221"/>
                </a:lnTo>
                <a:lnTo>
                  <a:pt x="919027" y="2370"/>
                </a:lnTo>
                <a:lnTo>
                  <a:pt x="918655" y="2527"/>
                </a:lnTo>
                <a:lnTo>
                  <a:pt x="918290" y="2690"/>
                </a:lnTo>
                <a:lnTo>
                  <a:pt x="917931" y="2860"/>
                </a:lnTo>
                <a:lnTo>
                  <a:pt x="917581" y="3038"/>
                </a:lnTo>
                <a:lnTo>
                  <a:pt x="917238" y="3224"/>
                </a:lnTo>
                <a:lnTo>
                  <a:pt x="916902" y="3417"/>
                </a:lnTo>
                <a:lnTo>
                  <a:pt x="916573" y="3618"/>
                </a:lnTo>
                <a:lnTo>
                  <a:pt x="916253" y="3827"/>
                </a:lnTo>
                <a:lnTo>
                  <a:pt x="915939" y="4043"/>
                </a:lnTo>
                <a:lnTo>
                  <a:pt x="915633" y="4267"/>
                </a:lnTo>
                <a:lnTo>
                  <a:pt x="915334" y="4499"/>
                </a:lnTo>
                <a:lnTo>
                  <a:pt x="915043" y="4738"/>
                </a:lnTo>
                <a:lnTo>
                  <a:pt x="914759" y="4985"/>
                </a:lnTo>
                <a:lnTo>
                  <a:pt x="914482" y="5239"/>
                </a:lnTo>
                <a:lnTo>
                  <a:pt x="914213" y="5502"/>
                </a:lnTo>
                <a:lnTo>
                  <a:pt x="913952" y="5772"/>
                </a:lnTo>
                <a:lnTo>
                  <a:pt x="913697" y="6049"/>
                </a:lnTo>
                <a:lnTo>
                  <a:pt x="913450" y="6334"/>
                </a:lnTo>
                <a:lnTo>
                  <a:pt x="913211" y="6627"/>
                </a:lnTo>
                <a:lnTo>
                  <a:pt x="912979" y="6928"/>
                </a:lnTo>
                <a:lnTo>
                  <a:pt x="912754" y="7236"/>
                </a:lnTo>
                <a:lnTo>
                  <a:pt x="912537" y="7552"/>
                </a:lnTo>
                <a:lnTo>
                  <a:pt x="912327" y="7875"/>
                </a:lnTo>
                <a:lnTo>
                  <a:pt x="912125" y="8207"/>
                </a:lnTo>
                <a:lnTo>
                  <a:pt x="911930" y="8545"/>
                </a:lnTo>
                <a:lnTo>
                  <a:pt x="911743" y="8892"/>
                </a:lnTo>
                <a:lnTo>
                  <a:pt x="911563" y="9246"/>
                </a:lnTo>
                <a:lnTo>
                  <a:pt x="911391" y="9609"/>
                </a:lnTo>
                <a:lnTo>
                  <a:pt x="911226" y="9980"/>
                </a:lnTo>
                <a:lnTo>
                  <a:pt x="911069" y="10360"/>
                </a:lnTo>
                <a:lnTo>
                  <a:pt x="910920" y="10748"/>
                </a:lnTo>
                <a:lnTo>
                  <a:pt x="910778" y="11144"/>
                </a:lnTo>
                <a:lnTo>
                  <a:pt x="910644" y="11548"/>
                </a:lnTo>
                <a:lnTo>
                  <a:pt x="910518" y="11962"/>
                </a:lnTo>
                <a:lnTo>
                  <a:pt x="910399" y="12383"/>
                </a:lnTo>
                <a:lnTo>
                  <a:pt x="910288" y="12813"/>
                </a:lnTo>
                <a:lnTo>
                  <a:pt x="910185" y="13251"/>
                </a:lnTo>
                <a:lnTo>
                  <a:pt x="910089" y="13698"/>
                </a:lnTo>
                <a:lnTo>
                  <a:pt x="910001" y="14152"/>
                </a:lnTo>
                <a:lnTo>
                  <a:pt x="909921" y="14616"/>
                </a:lnTo>
                <a:lnTo>
                  <a:pt x="909848" y="15088"/>
                </a:lnTo>
                <a:lnTo>
                  <a:pt x="909783" y="15568"/>
                </a:lnTo>
                <a:lnTo>
                  <a:pt x="909726" y="16056"/>
                </a:lnTo>
                <a:lnTo>
                  <a:pt x="909676" y="16553"/>
                </a:lnTo>
                <a:lnTo>
                  <a:pt x="909634" y="17058"/>
                </a:lnTo>
                <a:lnTo>
                  <a:pt x="909600" y="17572"/>
                </a:lnTo>
                <a:lnTo>
                  <a:pt x="909573" y="18094"/>
                </a:lnTo>
                <a:lnTo>
                  <a:pt x="909554" y="18624"/>
                </a:lnTo>
                <a:lnTo>
                  <a:pt x="909542" y="19163"/>
                </a:lnTo>
                <a:lnTo>
                  <a:pt x="909538" y="19710"/>
                </a:lnTo>
                <a:lnTo>
                  <a:pt x="909538" y="30461"/>
                </a:lnTo>
                <a:lnTo>
                  <a:pt x="898924" y="30461"/>
                </a:lnTo>
                <a:close/>
                <a:moveTo>
                  <a:pt x="886521" y="99927"/>
                </a:moveTo>
                <a:lnTo>
                  <a:pt x="886521" y="690"/>
                </a:lnTo>
                <a:lnTo>
                  <a:pt x="874943" y="690"/>
                </a:lnTo>
                <a:lnTo>
                  <a:pt x="874943" y="99927"/>
                </a:lnTo>
                <a:lnTo>
                  <a:pt x="886521" y="99927"/>
                </a:lnTo>
                <a:close/>
                <a:moveTo>
                  <a:pt x="752515" y="101413"/>
                </a:moveTo>
                <a:lnTo>
                  <a:pt x="753351" y="101339"/>
                </a:lnTo>
                <a:lnTo>
                  <a:pt x="754174" y="101252"/>
                </a:lnTo>
                <a:lnTo>
                  <a:pt x="754985" y="101151"/>
                </a:lnTo>
                <a:lnTo>
                  <a:pt x="755782" y="101037"/>
                </a:lnTo>
                <a:lnTo>
                  <a:pt x="756567" y="100910"/>
                </a:lnTo>
                <a:lnTo>
                  <a:pt x="757338" y="100769"/>
                </a:lnTo>
                <a:lnTo>
                  <a:pt x="758097" y="100615"/>
                </a:lnTo>
                <a:lnTo>
                  <a:pt x="758843" y="100448"/>
                </a:lnTo>
                <a:lnTo>
                  <a:pt x="759576" y="100267"/>
                </a:lnTo>
                <a:lnTo>
                  <a:pt x="760296" y="100073"/>
                </a:lnTo>
                <a:lnTo>
                  <a:pt x="761003" y="99865"/>
                </a:lnTo>
                <a:lnTo>
                  <a:pt x="761697" y="99644"/>
                </a:lnTo>
                <a:lnTo>
                  <a:pt x="762378" y="99409"/>
                </a:lnTo>
                <a:lnTo>
                  <a:pt x="763047" y="99161"/>
                </a:lnTo>
                <a:lnTo>
                  <a:pt x="763702" y="98900"/>
                </a:lnTo>
                <a:lnTo>
                  <a:pt x="764345" y="98625"/>
                </a:lnTo>
                <a:lnTo>
                  <a:pt x="764974" y="98337"/>
                </a:lnTo>
                <a:lnTo>
                  <a:pt x="765591" y="98036"/>
                </a:lnTo>
                <a:lnTo>
                  <a:pt x="766195" y="97721"/>
                </a:lnTo>
                <a:lnTo>
                  <a:pt x="766786" y="97395"/>
                </a:lnTo>
                <a:lnTo>
                  <a:pt x="767365" y="97062"/>
                </a:lnTo>
                <a:lnTo>
                  <a:pt x="767932" y="96721"/>
                </a:lnTo>
                <a:lnTo>
                  <a:pt x="768486" y="96371"/>
                </a:lnTo>
                <a:lnTo>
                  <a:pt x="769028" y="96014"/>
                </a:lnTo>
                <a:lnTo>
                  <a:pt x="769559" y="95649"/>
                </a:lnTo>
                <a:lnTo>
                  <a:pt x="770076" y="95276"/>
                </a:lnTo>
                <a:lnTo>
                  <a:pt x="770582" y="94895"/>
                </a:lnTo>
                <a:lnTo>
                  <a:pt x="771076" y="94507"/>
                </a:lnTo>
                <a:lnTo>
                  <a:pt x="771557" y="94110"/>
                </a:lnTo>
                <a:lnTo>
                  <a:pt x="772026" y="93706"/>
                </a:lnTo>
                <a:lnTo>
                  <a:pt x="772483" y="93293"/>
                </a:lnTo>
                <a:lnTo>
                  <a:pt x="772928" y="92873"/>
                </a:lnTo>
                <a:lnTo>
                  <a:pt x="773360" y="92445"/>
                </a:lnTo>
                <a:lnTo>
                  <a:pt x="773780" y="92009"/>
                </a:lnTo>
                <a:lnTo>
                  <a:pt x="774188" y="91565"/>
                </a:lnTo>
                <a:lnTo>
                  <a:pt x="774584" y="91113"/>
                </a:lnTo>
                <a:lnTo>
                  <a:pt x="774968" y="90653"/>
                </a:lnTo>
                <a:lnTo>
                  <a:pt x="775339" y="90186"/>
                </a:lnTo>
                <a:lnTo>
                  <a:pt x="775698" y="89710"/>
                </a:lnTo>
                <a:lnTo>
                  <a:pt x="776045" y="89227"/>
                </a:lnTo>
                <a:lnTo>
                  <a:pt x="776380" y="88735"/>
                </a:lnTo>
                <a:lnTo>
                  <a:pt x="776703" y="88236"/>
                </a:lnTo>
                <a:lnTo>
                  <a:pt x="777013" y="87729"/>
                </a:lnTo>
                <a:lnTo>
                  <a:pt x="777311" y="87217"/>
                </a:lnTo>
                <a:lnTo>
                  <a:pt x="777596" y="86702"/>
                </a:lnTo>
                <a:lnTo>
                  <a:pt x="777869" y="86184"/>
                </a:lnTo>
                <a:lnTo>
                  <a:pt x="778129" y="85664"/>
                </a:lnTo>
                <a:lnTo>
                  <a:pt x="778377" y="85141"/>
                </a:lnTo>
                <a:lnTo>
                  <a:pt x="778611" y="84615"/>
                </a:lnTo>
                <a:lnTo>
                  <a:pt x="778833" y="84087"/>
                </a:lnTo>
                <a:lnTo>
                  <a:pt x="779042" y="83556"/>
                </a:lnTo>
                <a:lnTo>
                  <a:pt x="779239" y="83023"/>
                </a:lnTo>
                <a:lnTo>
                  <a:pt x="779423" y="82487"/>
                </a:lnTo>
                <a:lnTo>
                  <a:pt x="779594" y="81948"/>
                </a:lnTo>
                <a:lnTo>
                  <a:pt x="779753" y="81407"/>
                </a:lnTo>
                <a:lnTo>
                  <a:pt x="779899" y="80863"/>
                </a:lnTo>
                <a:lnTo>
                  <a:pt x="780032" y="80316"/>
                </a:lnTo>
                <a:lnTo>
                  <a:pt x="780152" y="79767"/>
                </a:lnTo>
                <a:lnTo>
                  <a:pt x="780260" y="79215"/>
                </a:lnTo>
                <a:lnTo>
                  <a:pt x="780355" y="78660"/>
                </a:lnTo>
                <a:lnTo>
                  <a:pt x="780438" y="78103"/>
                </a:lnTo>
                <a:lnTo>
                  <a:pt x="780508" y="77543"/>
                </a:lnTo>
                <a:lnTo>
                  <a:pt x="780565" y="76981"/>
                </a:lnTo>
                <a:lnTo>
                  <a:pt x="780609" y="76416"/>
                </a:lnTo>
                <a:lnTo>
                  <a:pt x="780641" y="75848"/>
                </a:lnTo>
                <a:lnTo>
                  <a:pt x="780660" y="75277"/>
                </a:lnTo>
                <a:lnTo>
                  <a:pt x="780666" y="74704"/>
                </a:lnTo>
                <a:lnTo>
                  <a:pt x="780661" y="74032"/>
                </a:lnTo>
                <a:lnTo>
                  <a:pt x="780645" y="73369"/>
                </a:lnTo>
                <a:lnTo>
                  <a:pt x="780618" y="72717"/>
                </a:lnTo>
                <a:lnTo>
                  <a:pt x="780580" y="72074"/>
                </a:lnTo>
                <a:lnTo>
                  <a:pt x="780531" y="71442"/>
                </a:lnTo>
                <a:lnTo>
                  <a:pt x="780472" y="70819"/>
                </a:lnTo>
                <a:lnTo>
                  <a:pt x="780402" y="70207"/>
                </a:lnTo>
                <a:lnTo>
                  <a:pt x="780321" y="69604"/>
                </a:lnTo>
                <a:lnTo>
                  <a:pt x="780230" y="69012"/>
                </a:lnTo>
                <a:lnTo>
                  <a:pt x="780128" y="68430"/>
                </a:lnTo>
                <a:lnTo>
                  <a:pt x="780014" y="67858"/>
                </a:lnTo>
                <a:lnTo>
                  <a:pt x="779891" y="67296"/>
                </a:lnTo>
                <a:lnTo>
                  <a:pt x="779756" y="66744"/>
                </a:lnTo>
                <a:lnTo>
                  <a:pt x="779611" y="66202"/>
                </a:lnTo>
                <a:lnTo>
                  <a:pt x="779454" y="65670"/>
                </a:lnTo>
                <a:lnTo>
                  <a:pt x="779287" y="65148"/>
                </a:lnTo>
                <a:lnTo>
                  <a:pt x="779110" y="64636"/>
                </a:lnTo>
                <a:lnTo>
                  <a:pt x="778921" y="64134"/>
                </a:lnTo>
                <a:lnTo>
                  <a:pt x="778722" y="63643"/>
                </a:lnTo>
                <a:lnTo>
                  <a:pt x="778512" y="63161"/>
                </a:lnTo>
                <a:lnTo>
                  <a:pt x="778291" y="62689"/>
                </a:lnTo>
                <a:lnTo>
                  <a:pt x="778059" y="62228"/>
                </a:lnTo>
                <a:lnTo>
                  <a:pt x="777817" y="61776"/>
                </a:lnTo>
                <a:lnTo>
                  <a:pt x="777564" y="61335"/>
                </a:lnTo>
                <a:lnTo>
                  <a:pt x="777302" y="60902"/>
                </a:lnTo>
                <a:lnTo>
                  <a:pt x="777031" y="60475"/>
                </a:lnTo>
                <a:lnTo>
                  <a:pt x="776752" y="60055"/>
                </a:lnTo>
                <a:lnTo>
                  <a:pt x="776466" y="59641"/>
                </a:lnTo>
                <a:lnTo>
                  <a:pt x="776171" y="59234"/>
                </a:lnTo>
                <a:lnTo>
                  <a:pt x="775867" y="58833"/>
                </a:lnTo>
                <a:lnTo>
                  <a:pt x="775556" y="58438"/>
                </a:lnTo>
                <a:lnTo>
                  <a:pt x="775237" y="58050"/>
                </a:lnTo>
                <a:lnTo>
                  <a:pt x="774909" y="57669"/>
                </a:lnTo>
                <a:lnTo>
                  <a:pt x="774574" y="57294"/>
                </a:lnTo>
                <a:lnTo>
                  <a:pt x="774230" y="56925"/>
                </a:lnTo>
                <a:lnTo>
                  <a:pt x="773878" y="56563"/>
                </a:lnTo>
                <a:lnTo>
                  <a:pt x="773518" y="56207"/>
                </a:lnTo>
                <a:lnTo>
                  <a:pt x="773149" y="55858"/>
                </a:lnTo>
                <a:lnTo>
                  <a:pt x="772773" y="55515"/>
                </a:lnTo>
                <a:lnTo>
                  <a:pt x="772388" y="55179"/>
                </a:lnTo>
                <a:lnTo>
                  <a:pt x="771996" y="54849"/>
                </a:lnTo>
                <a:lnTo>
                  <a:pt x="771595" y="54526"/>
                </a:lnTo>
                <a:lnTo>
                  <a:pt x="771186" y="54209"/>
                </a:lnTo>
                <a:lnTo>
                  <a:pt x="770769" y="53898"/>
                </a:lnTo>
                <a:lnTo>
                  <a:pt x="770344" y="53594"/>
                </a:lnTo>
                <a:lnTo>
                  <a:pt x="769910" y="53297"/>
                </a:lnTo>
                <a:lnTo>
                  <a:pt x="769469" y="53005"/>
                </a:lnTo>
                <a:lnTo>
                  <a:pt x="769019" y="52721"/>
                </a:lnTo>
                <a:lnTo>
                  <a:pt x="768563" y="52441"/>
                </a:lnTo>
                <a:lnTo>
                  <a:pt x="768101" y="52165"/>
                </a:lnTo>
                <a:lnTo>
                  <a:pt x="767634" y="51892"/>
                </a:lnTo>
                <a:lnTo>
                  <a:pt x="767161" y="51624"/>
                </a:lnTo>
                <a:lnTo>
                  <a:pt x="766682" y="51358"/>
                </a:lnTo>
                <a:lnTo>
                  <a:pt x="766198" y="51097"/>
                </a:lnTo>
                <a:lnTo>
                  <a:pt x="765709" y="50838"/>
                </a:lnTo>
                <a:lnTo>
                  <a:pt x="765214" y="50584"/>
                </a:lnTo>
                <a:lnTo>
                  <a:pt x="764714" y="50333"/>
                </a:lnTo>
                <a:lnTo>
                  <a:pt x="764208" y="50086"/>
                </a:lnTo>
                <a:lnTo>
                  <a:pt x="763696" y="49842"/>
                </a:lnTo>
                <a:lnTo>
                  <a:pt x="763179" y="49602"/>
                </a:lnTo>
                <a:lnTo>
                  <a:pt x="762657" y="49365"/>
                </a:lnTo>
                <a:lnTo>
                  <a:pt x="762129" y="49132"/>
                </a:lnTo>
                <a:lnTo>
                  <a:pt x="761595" y="48903"/>
                </a:lnTo>
                <a:lnTo>
                  <a:pt x="761056" y="48677"/>
                </a:lnTo>
                <a:lnTo>
                  <a:pt x="760512" y="48455"/>
                </a:lnTo>
                <a:lnTo>
                  <a:pt x="759962" y="48236"/>
                </a:lnTo>
                <a:lnTo>
                  <a:pt x="759406" y="48021"/>
                </a:lnTo>
                <a:lnTo>
                  <a:pt x="758845" y="47810"/>
                </a:lnTo>
                <a:lnTo>
                  <a:pt x="758278" y="47602"/>
                </a:lnTo>
                <a:lnTo>
                  <a:pt x="757706" y="47398"/>
                </a:lnTo>
                <a:lnTo>
                  <a:pt x="757129" y="47197"/>
                </a:lnTo>
                <a:lnTo>
                  <a:pt x="756546" y="47000"/>
                </a:lnTo>
                <a:lnTo>
                  <a:pt x="756031" y="46829"/>
                </a:lnTo>
                <a:lnTo>
                  <a:pt x="755520" y="46659"/>
                </a:lnTo>
                <a:lnTo>
                  <a:pt x="755012" y="46490"/>
                </a:lnTo>
                <a:lnTo>
                  <a:pt x="754509" y="46323"/>
                </a:lnTo>
                <a:lnTo>
                  <a:pt x="754009" y="46157"/>
                </a:lnTo>
                <a:lnTo>
                  <a:pt x="753513" y="45992"/>
                </a:lnTo>
                <a:lnTo>
                  <a:pt x="753021" y="45830"/>
                </a:lnTo>
                <a:lnTo>
                  <a:pt x="752533" y="45668"/>
                </a:lnTo>
                <a:lnTo>
                  <a:pt x="752049" y="45508"/>
                </a:lnTo>
                <a:lnTo>
                  <a:pt x="751568" y="45349"/>
                </a:lnTo>
                <a:lnTo>
                  <a:pt x="751092" y="45192"/>
                </a:lnTo>
                <a:lnTo>
                  <a:pt x="750619" y="45036"/>
                </a:lnTo>
                <a:lnTo>
                  <a:pt x="750150" y="44882"/>
                </a:lnTo>
                <a:lnTo>
                  <a:pt x="749685" y="44729"/>
                </a:lnTo>
                <a:lnTo>
                  <a:pt x="749223" y="44578"/>
                </a:lnTo>
                <a:lnTo>
                  <a:pt x="748766" y="44428"/>
                </a:lnTo>
                <a:lnTo>
                  <a:pt x="748312" y="44279"/>
                </a:lnTo>
                <a:lnTo>
                  <a:pt x="747862" y="44132"/>
                </a:lnTo>
                <a:lnTo>
                  <a:pt x="747416" y="43987"/>
                </a:lnTo>
                <a:lnTo>
                  <a:pt x="746974" y="43842"/>
                </a:lnTo>
                <a:lnTo>
                  <a:pt x="746536" y="43700"/>
                </a:lnTo>
                <a:lnTo>
                  <a:pt x="746101" y="43558"/>
                </a:lnTo>
                <a:lnTo>
                  <a:pt x="745670" y="43418"/>
                </a:lnTo>
                <a:lnTo>
                  <a:pt x="745243" y="43280"/>
                </a:lnTo>
                <a:lnTo>
                  <a:pt x="744821" y="43141"/>
                </a:lnTo>
                <a:lnTo>
                  <a:pt x="744403" y="43002"/>
                </a:lnTo>
                <a:lnTo>
                  <a:pt x="743989" y="42861"/>
                </a:lnTo>
                <a:lnTo>
                  <a:pt x="743580" y="42719"/>
                </a:lnTo>
                <a:lnTo>
                  <a:pt x="743176" y="42575"/>
                </a:lnTo>
                <a:lnTo>
                  <a:pt x="742776" y="42431"/>
                </a:lnTo>
                <a:lnTo>
                  <a:pt x="742381" y="42285"/>
                </a:lnTo>
                <a:lnTo>
                  <a:pt x="741990" y="42138"/>
                </a:lnTo>
                <a:lnTo>
                  <a:pt x="741604" y="41990"/>
                </a:lnTo>
                <a:lnTo>
                  <a:pt x="741222" y="41841"/>
                </a:lnTo>
                <a:lnTo>
                  <a:pt x="740845" y="41691"/>
                </a:lnTo>
                <a:lnTo>
                  <a:pt x="740472" y="41539"/>
                </a:lnTo>
                <a:lnTo>
                  <a:pt x="740104" y="41386"/>
                </a:lnTo>
                <a:lnTo>
                  <a:pt x="739740" y="41232"/>
                </a:lnTo>
                <a:lnTo>
                  <a:pt x="739381" y="41077"/>
                </a:lnTo>
                <a:lnTo>
                  <a:pt x="739027" y="40921"/>
                </a:lnTo>
                <a:lnTo>
                  <a:pt x="738677" y="40763"/>
                </a:lnTo>
                <a:lnTo>
                  <a:pt x="738331" y="40604"/>
                </a:lnTo>
                <a:lnTo>
                  <a:pt x="737990" y="40444"/>
                </a:lnTo>
                <a:lnTo>
                  <a:pt x="737654" y="40283"/>
                </a:lnTo>
                <a:lnTo>
                  <a:pt x="737322" y="40121"/>
                </a:lnTo>
                <a:lnTo>
                  <a:pt x="736995" y="39957"/>
                </a:lnTo>
                <a:lnTo>
                  <a:pt x="736672" y="39793"/>
                </a:lnTo>
                <a:lnTo>
                  <a:pt x="736354" y="39627"/>
                </a:lnTo>
                <a:lnTo>
                  <a:pt x="736041" y="39459"/>
                </a:lnTo>
                <a:lnTo>
                  <a:pt x="735734" y="39288"/>
                </a:lnTo>
                <a:lnTo>
                  <a:pt x="735434" y="39113"/>
                </a:lnTo>
                <a:lnTo>
                  <a:pt x="735140" y="38936"/>
                </a:lnTo>
                <a:lnTo>
                  <a:pt x="734852" y="38755"/>
                </a:lnTo>
                <a:lnTo>
                  <a:pt x="734571" y="38572"/>
                </a:lnTo>
                <a:lnTo>
                  <a:pt x="734295" y="38385"/>
                </a:lnTo>
                <a:lnTo>
                  <a:pt x="734026" y="38195"/>
                </a:lnTo>
                <a:lnTo>
                  <a:pt x="733763" y="38002"/>
                </a:lnTo>
                <a:lnTo>
                  <a:pt x="733507" y="37806"/>
                </a:lnTo>
                <a:lnTo>
                  <a:pt x="733256" y="37607"/>
                </a:lnTo>
                <a:lnTo>
                  <a:pt x="733012" y="37405"/>
                </a:lnTo>
                <a:lnTo>
                  <a:pt x="732774" y="37199"/>
                </a:lnTo>
                <a:lnTo>
                  <a:pt x="732542" y="36991"/>
                </a:lnTo>
                <a:lnTo>
                  <a:pt x="732316" y="36779"/>
                </a:lnTo>
                <a:lnTo>
                  <a:pt x="732097" y="36565"/>
                </a:lnTo>
                <a:lnTo>
                  <a:pt x="731884" y="36347"/>
                </a:lnTo>
                <a:lnTo>
                  <a:pt x="731677" y="36126"/>
                </a:lnTo>
                <a:lnTo>
                  <a:pt x="731476" y="35902"/>
                </a:lnTo>
                <a:lnTo>
                  <a:pt x="731282" y="35675"/>
                </a:lnTo>
                <a:lnTo>
                  <a:pt x="731093" y="35444"/>
                </a:lnTo>
                <a:lnTo>
                  <a:pt x="730911" y="35211"/>
                </a:lnTo>
                <a:lnTo>
                  <a:pt x="730735" y="34975"/>
                </a:lnTo>
                <a:lnTo>
                  <a:pt x="730566" y="34735"/>
                </a:lnTo>
                <a:lnTo>
                  <a:pt x="730403" y="34490"/>
                </a:lnTo>
                <a:lnTo>
                  <a:pt x="730247" y="34240"/>
                </a:lnTo>
                <a:lnTo>
                  <a:pt x="730098" y="33983"/>
                </a:lnTo>
                <a:lnTo>
                  <a:pt x="729955" y="33720"/>
                </a:lnTo>
                <a:lnTo>
                  <a:pt x="729820" y="33451"/>
                </a:lnTo>
                <a:lnTo>
                  <a:pt x="729692" y="33175"/>
                </a:lnTo>
                <a:lnTo>
                  <a:pt x="729570" y="32893"/>
                </a:lnTo>
                <a:lnTo>
                  <a:pt x="729456" y="32605"/>
                </a:lnTo>
                <a:lnTo>
                  <a:pt x="729348" y="32311"/>
                </a:lnTo>
                <a:lnTo>
                  <a:pt x="729248" y="32011"/>
                </a:lnTo>
                <a:lnTo>
                  <a:pt x="729154" y="31704"/>
                </a:lnTo>
                <a:lnTo>
                  <a:pt x="729067" y="31392"/>
                </a:lnTo>
                <a:lnTo>
                  <a:pt x="728988" y="31072"/>
                </a:lnTo>
                <a:lnTo>
                  <a:pt x="728915" y="30747"/>
                </a:lnTo>
                <a:lnTo>
                  <a:pt x="728849" y="30416"/>
                </a:lnTo>
                <a:lnTo>
                  <a:pt x="728790" y="30078"/>
                </a:lnTo>
                <a:lnTo>
                  <a:pt x="728738" y="29734"/>
                </a:lnTo>
                <a:lnTo>
                  <a:pt x="728693" y="29384"/>
                </a:lnTo>
                <a:lnTo>
                  <a:pt x="728655" y="29028"/>
                </a:lnTo>
                <a:lnTo>
                  <a:pt x="728623" y="28665"/>
                </a:lnTo>
                <a:lnTo>
                  <a:pt x="728599" y="28297"/>
                </a:lnTo>
                <a:lnTo>
                  <a:pt x="728582" y="27922"/>
                </a:lnTo>
                <a:lnTo>
                  <a:pt x="728571" y="27541"/>
                </a:lnTo>
                <a:lnTo>
                  <a:pt x="728568" y="27153"/>
                </a:lnTo>
                <a:lnTo>
                  <a:pt x="728572" y="26742"/>
                </a:lnTo>
                <a:lnTo>
                  <a:pt x="728584" y="26337"/>
                </a:lnTo>
                <a:lnTo>
                  <a:pt x="728603" y="25937"/>
                </a:lnTo>
                <a:lnTo>
                  <a:pt x="728631" y="25542"/>
                </a:lnTo>
                <a:lnTo>
                  <a:pt x="728667" y="25152"/>
                </a:lnTo>
                <a:lnTo>
                  <a:pt x="728710" y="24767"/>
                </a:lnTo>
                <a:lnTo>
                  <a:pt x="728761" y="24388"/>
                </a:lnTo>
                <a:lnTo>
                  <a:pt x="728821" y="24014"/>
                </a:lnTo>
                <a:lnTo>
                  <a:pt x="728888" y="23646"/>
                </a:lnTo>
                <a:lnTo>
                  <a:pt x="728963" y="23282"/>
                </a:lnTo>
                <a:lnTo>
                  <a:pt x="729046" y="22924"/>
                </a:lnTo>
                <a:lnTo>
                  <a:pt x="729136" y="22571"/>
                </a:lnTo>
                <a:lnTo>
                  <a:pt x="729235" y="22223"/>
                </a:lnTo>
                <a:lnTo>
                  <a:pt x="729342" y="21881"/>
                </a:lnTo>
                <a:lnTo>
                  <a:pt x="729456" y="21544"/>
                </a:lnTo>
                <a:lnTo>
                  <a:pt x="729578" y="21212"/>
                </a:lnTo>
                <a:lnTo>
                  <a:pt x="729709" y="20886"/>
                </a:lnTo>
                <a:lnTo>
                  <a:pt x="729847" y="20564"/>
                </a:lnTo>
                <a:lnTo>
                  <a:pt x="729993" y="20248"/>
                </a:lnTo>
                <a:lnTo>
                  <a:pt x="730147" y="19938"/>
                </a:lnTo>
                <a:lnTo>
                  <a:pt x="730309" y="19632"/>
                </a:lnTo>
                <a:lnTo>
                  <a:pt x="730478" y="19332"/>
                </a:lnTo>
                <a:lnTo>
                  <a:pt x="730656" y="19037"/>
                </a:lnTo>
                <a:lnTo>
                  <a:pt x="730841" y="18747"/>
                </a:lnTo>
                <a:lnTo>
                  <a:pt x="731034" y="18463"/>
                </a:lnTo>
                <a:lnTo>
                  <a:pt x="731233" y="18184"/>
                </a:lnTo>
                <a:lnTo>
                  <a:pt x="731438" y="17910"/>
                </a:lnTo>
                <a:lnTo>
                  <a:pt x="731649" y="17642"/>
                </a:lnTo>
                <a:lnTo>
                  <a:pt x="731866" y="17380"/>
                </a:lnTo>
                <a:lnTo>
                  <a:pt x="732090" y="17123"/>
                </a:lnTo>
                <a:lnTo>
                  <a:pt x="732320" y="16871"/>
                </a:lnTo>
                <a:lnTo>
                  <a:pt x="732556" y="16625"/>
                </a:lnTo>
                <a:lnTo>
                  <a:pt x="732798" y="16385"/>
                </a:lnTo>
                <a:lnTo>
                  <a:pt x="733047" y="16150"/>
                </a:lnTo>
                <a:lnTo>
                  <a:pt x="733302" y="15920"/>
                </a:lnTo>
                <a:lnTo>
                  <a:pt x="733563" y="15697"/>
                </a:lnTo>
                <a:lnTo>
                  <a:pt x="733830" y="15478"/>
                </a:lnTo>
                <a:lnTo>
                  <a:pt x="734103" y="15265"/>
                </a:lnTo>
                <a:lnTo>
                  <a:pt x="734383" y="15058"/>
                </a:lnTo>
                <a:lnTo>
                  <a:pt x="734669" y="14856"/>
                </a:lnTo>
                <a:lnTo>
                  <a:pt x="734961" y="14659"/>
                </a:lnTo>
                <a:lnTo>
                  <a:pt x="735259" y="14469"/>
                </a:lnTo>
                <a:lnTo>
                  <a:pt x="735564" y="14283"/>
                </a:lnTo>
                <a:lnTo>
                  <a:pt x="735875" y="14103"/>
                </a:lnTo>
                <a:lnTo>
                  <a:pt x="736192" y="13929"/>
                </a:lnTo>
                <a:lnTo>
                  <a:pt x="736515" y="13760"/>
                </a:lnTo>
                <a:lnTo>
                  <a:pt x="736844" y="13597"/>
                </a:lnTo>
                <a:lnTo>
                  <a:pt x="737180" y="13439"/>
                </a:lnTo>
                <a:lnTo>
                  <a:pt x="737521" y="13287"/>
                </a:lnTo>
                <a:lnTo>
                  <a:pt x="737866" y="13143"/>
                </a:lnTo>
                <a:lnTo>
                  <a:pt x="738215" y="13005"/>
                </a:lnTo>
                <a:lnTo>
                  <a:pt x="738568" y="12874"/>
                </a:lnTo>
                <a:lnTo>
                  <a:pt x="738926" y="12750"/>
                </a:lnTo>
                <a:lnTo>
                  <a:pt x="739287" y="12633"/>
                </a:lnTo>
                <a:lnTo>
                  <a:pt x="739652" y="12523"/>
                </a:lnTo>
                <a:lnTo>
                  <a:pt x="740022" y="12420"/>
                </a:lnTo>
                <a:lnTo>
                  <a:pt x="740395" y="12324"/>
                </a:lnTo>
                <a:lnTo>
                  <a:pt x="740773" y="12235"/>
                </a:lnTo>
                <a:lnTo>
                  <a:pt x="741154" y="12153"/>
                </a:lnTo>
                <a:lnTo>
                  <a:pt x="741540" y="12078"/>
                </a:lnTo>
                <a:lnTo>
                  <a:pt x="741930" y="12009"/>
                </a:lnTo>
                <a:lnTo>
                  <a:pt x="742323" y="11948"/>
                </a:lnTo>
                <a:lnTo>
                  <a:pt x="742721" y="11894"/>
                </a:lnTo>
                <a:lnTo>
                  <a:pt x="743123" y="11846"/>
                </a:lnTo>
                <a:lnTo>
                  <a:pt x="743529" y="11806"/>
                </a:lnTo>
                <a:lnTo>
                  <a:pt x="743939" y="11772"/>
                </a:lnTo>
                <a:lnTo>
                  <a:pt x="744353" y="11745"/>
                </a:lnTo>
                <a:lnTo>
                  <a:pt x="744771" y="11726"/>
                </a:lnTo>
                <a:lnTo>
                  <a:pt x="745193" y="11713"/>
                </a:lnTo>
                <a:lnTo>
                  <a:pt x="745620" y="11707"/>
                </a:lnTo>
                <a:lnTo>
                  <a:pt x="746050" y="11708"/>
                </a:lnTo>
                <a:lnTo>
                  <a:pt x="746484" y="11716"/>
                </a:lnTo>
                <a:lnTo>
                  <a:pt x="747009" y="11721"/>
                </a:lnTo>
                <a:lnTo>
                  <a:pt x="747526" y="11734"/>
                </a:lnTo>
                <a:lnTo>
                  <a:pt x="748036" y="11756"/>
                </a:lnTo>
                <a:lnTo>
                  <a:pt x="748539" y="11787"/>
                </a:lnTo>
                <a:lnTo>
                  <a:pt x="749034" y="11827"/>
                </a:lnTo>
                <a:lnTo>
                  <a:pt x="749521" y="11876"/>
                </a:lnTo>
                <a:lnTo>
                  <a:pt x="750001" y="11933"/>
                </a:lnTo>
                <a:lnTo>
                  <a:pt x="750474" y="12000"/>
                </a:lnTo>
                <a:lnTo>
                  <a:pt x="750939" y="12075"/>
                </a:lnTo>
                <a:lnTo>
                  <a:pt x="751397" y="12159"/>
                </a:lnTo>
                <a:lnTo>
                  <a:pt x="751848" y="12252"/>
                </a:lnTo>
                <a:lnTo>
                  <a:pt x="752291" y="12354"/>
                </a:lnTo>
                <a:lnTo>
                  <a:pt x="752727" y="12465"/>
                </a:lnTo>
                <a:lnTo>
                  <a:pt x="753155" y="12584"/>
                </a:lnTo>
                <a:lnTo>
                  <a:pt x="753576" y="12713"/>
                </a:lnTo>
                <a:lnTo>
                  <a:pt x="753989" y="12850"/>
                </a:lnTo>
                <a:lnTo>
                  <a:pt x="754395" y="12996"/>
                </a:lnTo>
                <a:lnTo>
                  <a:pt x="754794" y="13151"/>
                </a:lnTo>
                <a:lnTo>
                  <a:pt x="755185" y="13315"/>
                </a:lnTo>
                <a:lnTo>
                  <a:pt x="755569" y="13488"/>
                </a:lnTo>
                <a:lnTo>
                  <a:pt x="755945" y="13670"/>
                </a:lnTo>
                <a:lnTo>
                  <a:pt x="756314" y="13860"/>
                </a:lnTo>
                <a:lnTo>
                  <a:pt x="756675" y="14059"/>
                </a:lnTo>
                <a:lnTo>
                  <a:pt x="757029" y="14267"/>
                </a:lnTo>
                <a:lnTo>
                  <a:pt x="757376" y="14482"/>
                </a:lnTo>
                <a:lnTo>
                  <a:pt x="757715" y="14701"/>
                </a:lnTo>
                <a:lnTo>
                  <a:pt x="758047" y="14925"/>
                </a:lnTo>
                <a:lnTo>
                  <a:pt x="758371" y="15154"/>
                </a:lnTo>
                <a:lnTo>
                  <a:pt x="758688" y="15386"/>
                </a:lnTo>
                <a:lnTo>
                  <a:pt x="758998" y="15624"/>
                </a:lnTo>
                <a:lnTo>
                  <a:pt x="759300" y="15866"/>
                </a:lnTo>
                <a:lnTo>
                  <a:pt x="759595" y="16112"/>
                </a:lnTo>
                <a:lnTo>
                  <a:pt x="759882" y="16363"/>
                </a:lnTo>
                <a:lnTo>
                  <a:pt x="760162" y="16619"/>
                </a:lnTo>
                <a:lnTo>
                  <a:pt x="760434" y="16879"/>
                </a:lnTo>
                <a:lnTo>
                  <a:pt x="760699" y="17144"/>
                </a:lnTo>
                <a:lnTo>
                  <a:pt x="760957" y="17413"/>
                </a:lnTo>
                <a:lnTo>
                  <a:pt x="761207" y="17687"/>
                </a:lnTo>
                <a:lnTo>
                  <a:pt x="761450" y="17965"/>
                </a:lnTo>
                <a:lnTo>
                  <a:pt x="761685" y="18248"/>
                </a:lnTo>
                <a:lnTo>
                  <a:pt x="761913" y="18536"/>
                </a:lnTo>
                <a:lnTo>
                  <a:pt x="762134" y="18828"/>
                </a:lnTo>
                <a:lnTo>
                  <a:pt x="762347" y="19125"/>
                </a:lnTo>
                <a:lnTo>
                  <a:pt x="762552" y="19426"/>
                </a:lnTo>
                <a:lnTo>
                  <a:pt x="762751" y="19731"/>
                </a:lnTo>
                <a:lnTo>
                  <a:pt x="762941" y="20042"/>
                </a:lnTo>
                <a:lnTo>
                  <a:pt x="763125" y="20356"/>
                </a:lnTo>
                <a:lnTo>
                  <a:pt x="763301" y="20676"/>
                </a:lnTo>
                <a:lnTo>
                  <a:pt x="763469" y="20997"/>
                </a:lnTo>
                <a:lnTo>
                  <a:pt x="763631" y="21320"/>
                </a:lnTo>
                <a:lnTo>
                  <a:pt x="763785" y="21643"/>
                </a:lnTo>
                <a:lnTo>
                  <a:pt x="763932" y="21966"/>
                </a:lnTo>
                <a:lnTo>
                  <a:pt x="764072" y="22290"/>
                </a:lnTo>
                <a:lnTo>
                  <a:pt x="764205" y="22614"/>
                </a:lnTo>
                <a:lnTo>
                  <a:pt x="764331" y="22938"/>
                </a:lnTo>
                <a:lnTo>
                  <a:pt x="764449" y="23264"/>
                </a:lnTo>
                <a:lnTo>
                  <a:pt x="764561" y="23589"/>
                </a:lnTo>
                <a:lnTo>
                  <a:pt x="764665" y="23915"/>
                </a:lnTo>
                <a:lnTo>
                  <a:pt x="764762" y="24242"/>
                </a:lnTo>
                <a:lnTo>
                  <a:pt x="764851" y="24569"/>
                </a:lnTo>
                <a:lnTo>
                  <a:pt x="764934" y="24897"/>
                </a:lnTo>
                <a:lnTo>
                  <a:pt x="765009" y="25225"/>
                </a:lnTo>
                <a:lnTo>
                  <a:pt x="765077" y="25553"/>
                </a:lnTo>
                <a:lnTo>
                  <a:pt x="765138" y="25882"/>
                </a:lnTo>
                <a:lnTo>
                  <a:pt x="765192" y="26211"/>
                </a:lnTo>
                <a:lnTo>
                  <a:pt x="765239" y="26541"/>
                </a:lnTo>
                <a:lnTo>
                  <a:pt x="765278" y="26872"/>
                </a:lnTo>
                <a:lnTo>
                  <a:pt x="765311" y="27203"/>
                </a:lnTo>
                <a:lnTo>
                  <a:pt x="765336" y="27534"/>
                </a:lnTo>
                <a:lnTo>
                  <a:pt x="765354" y="27866"/>
                </a:lnTo>
                <a:lnTo>
                  <a:pt x="765364" y="28198"/>
                </a:lnTo>
                <a:lnTo>
                  <a:pt x="765368" y="28531"/>
                </a:lnTo>
                <a:lnTo>
                  <a:pt x="777497" y="28531"/>
                </a:lnTo>
                <a:lnTo>
                  <a:pt x="777490" y="27879"/>
                </a:lnTo>
                <a:lnTo>
                  <a:pt x="777470" y="27234"/>
                </a:lnTo>
                <a:lnTo>
                  <a:pt x="777436" y="26596"/>
                </a:lnTo>
                <a:lnTo>
                  <a:pt x="777390" y="25964"/>
                </a:lnTo>
                <a:lnTo>
                  <a:pt x="777329" y="25338"/>
                </a:lnTo>
                <a:lnTo>
                  <a:pt x="777256" y="24719"/>
                </a:lnTo>
                <a:lnTo>
                  <a:pt x="777168" y="24107"/>
                </a:lnTo>
                <a:lnTo>
                  <a:pt x="777068" y="23501"/>
                </a:lnTo>
                <a:lnTo>
                  <a:pt x="776954" y="22901"/>
                </a:lnTo>
                <a:lnTo>
                  <a:pt x="776827" y="22308"/>
                </a:lnTo>
                <a:lnTo>
                  <a:pt x="776686" y="21721"/>
                </a:lnTo>
                <a:lnTo>
                  <a:pt x="776532" y="21140"/>
                </a:lnTo>
                <a:lnTo>
                  <a:pt x="776364" y="20567"/>
                </a:lnTo>
                <a:lnTo>
                  <a:pt x="776184" y="19999"/>
                </a:lnTo>
                <a:lnTo>
                  <a:pt x="775989" y="19438"/>
                </a:lnTo>
                <a:lnTo>
                  <a:pt x="775782" y="18884"/>
                </a:lnTo>
                <a:lnTo>
                  <a:pt x="775560" y="18335"/>
                </a:lnTo>
                <a:lnTo>
                  <a:pt x="775326" y="17794"/>
                </a:lnTo>
                <a:lnTo>
                  <a:pt x="775078" y="17259"/>
                </a:lnTo>
                <a:lnTo>
                  <a:pt x="774817" y="16730"/>
                </a:lnTo>
                <a:lnTo>
                  <a:pt x="774542" y="16208"/>
                </a:lnTo>
                <a:lnTo>
                  <a:pt x="774254" y="15692"/>
                </a:lnTo>
                <a:lnTo>
                  <a:pt x="773952" y="15183"/>
                </a:lnTo>
                <a:lnTo>
                  <a:pt x="773638" y="14680"/>
                </a:lnTo>
                <a:lnTo>
                  <a:pt x="773311" y="14184"/>
                </a:lnTo>
                <a:lnTo>
                  <a:pt x="772974" y="13698"/>
                </a:lnTo>
                <a:lnTo>
                  <a:pt x="772626" y="13221"/>
                </a:lnTo>
                <a:lnTo>
                  <a:pt x="772269" y="12752"/>
                </a:lnTo>
                <a:lnTo>
                  <a:pt x="771901" y="12292"/>
                </a:lnTo>
                <a:lnTo>
                  <a:pt x="771523" y="11841"/>
                </a:lnTo>
                <a:lnTo>
                  <a:pt x="771134" y="11399"/>
                </a:lnTo>
                <a:lnTo>
                  <a:pt x="770735" y="10966"/>
                </a:lnTo>
                <a:lnTo>
                  <a:pt x="770326" y="10541"/>
                </a:lnTo>
                <a:lnTo>
                  <a:pt x="769907" y="10126"/>
                </a:lnTo>
                <a:lnTo>
                  <a:pt x="769477" y="9719"/>
                </a:lnTo>
                <a:lnTo>
                  <a:pt x="769037" y="9321"/>
                </a:lnTo>
                <a:lnTo>
                  <a:pt x="768587" y="8933"/>
                </a:lnTo>
                <a:lnTo>
                  <a:pt x="768127" y="8552"/>
                </a:lnTo>
                <a:lnTo>
                  <a:pt x="767656" y="8181"/>
                </a:lnTo>
                <a:lnTo>
                  <a:pt x="767175" y="7819"/>
                </a:lnTo>
                <a:lnTo>
                  <a:pt x="766684" y="7465"/>
                </a:lnTo>
                <a:lnTo>
                  <a:pt x="766182" y="7121"/>
                </a:lnTo>
                <a:lnTo>
                  <a:pt x="765670" y="6785"/>
                </a:lnTo>
                <a:lnTo>
                  <a:pt x="765148" y="6458"/>
                </a:lnTo>
                <a:lnTo>
                  <a:pt x="764615" y="6140"/>
                </a:lnTo>
                <a:lnTo>
                  <a:pt x="764072" y="5831"/>
                </a:lnTo>
                <a:lnTo>
                  <a:pt x="763519" y="5530"/>
                </a:lnTo>
                <a:lnTo>
                  <a:pt x="762956" y="5239"/>
                </a:lnTo>
                <a:lnTo>
                  <a:pt x="762383" y="4958"/>
                </a:lnTo>
                <a:lnTo>
                  <a:pt x="761802" y="4688"/>
                </a:lnTo>
                <a:lnTo>
                  <a:pt x="761213" y="4431"/>
                </a:lnTo>
                <a:lnTo>
                  <a:pt x="760615" y="4186"/>
                </a:lnTo>
                <a:lnTo>
                  <a:pt x="760008" y="3952"/>
                </a:lnTo>
                <a:lnTo>
                  <a:pt x="759394" y="3731"/>
                </a:lnTo>
                <a:lnTo>
                  <a:pt x="758771" y="3521"/>
                </a:lnTo>
                <a:lnTo>
                  <a:pt x="758139" y="3324"/>
                </a:lnTo>
                <a:lnTo>
                  <a:pt x="757500" y="3138"/>
                </a:lnTo>
                <a:lnTo>
                  <a:pt x="756852" y="2965"/>
                </a:lnTo>
                <a:lnTo>
                  <a:pt x="756195" y="2803"/>
                </a:lnTo>
                <a:lnTo>
                  <a:pt x="755530" y="2654"/>
                </a:lnTo>
                <a:lnTo>
                  <a:pt x="754857" y="2516"/>
                </a:lnTo>
                <a:lnTo>
                  <a:pt x="754175" y="2390"/>
                </a:lnTo>
                <a:lnTo>
                  <a:pt x="753485" y="2277"/>
                </a:lnTo>
                <a:lnTo>
                  <a:pt x="752787" y="2175"/>
                </a:lnTo>
                <a:lnTo>
                  <a:pt x="752080" y="2085"/>
                </a:lnTo>
                <a:lnTo>
                  <a:pt x="751365" y="2007"/>
                </a:lnTo>
                <a:lnTo>
                  <a:pt x="750642" y="1941"/>
                </a:lnTo>
                <a:lnTo>
                  <a:pt x="749910" y="1888"/>
                </a:lnTo>
                <a:lnTo>
                  <a:pt x="749170" y="1846"/>
                </a:lnTo>
                <a:lnTo>
                  <a:pt x="748421" y="1816"/>
                </a:lnTo>
                <a:lnTo>
                  <a:pt x="747664" y="1798"/>
                </a:lnTo>
                <a:lnTo>
                  <a:pt x="746899" y="1792"/>
                </a:lnTo>
                <a:lnTo>
                  <a:pt x="746122" y="1798"/>
                </a:lnTo>
                <a:lnTo>
                  <a:pt x="745354" y="1815"/>
                </a:lnTo>
                <a:lnTo>
                  <a:pt x="744595" y="1845"/>
                </a:lnTo>
                <a:lnTo>
                  <a:pt x="743845" y="1886"/>
                </a:lnTo>
                <a:lnTo>
                  <a:pt x="743104" y="1938"/>
                </a:lnTo>
                <a:lnTo>
                  <a:pt x="742371" y="2003"/>
                </a:lnTo>
                <a:lnTo>
                  <a:pt x="741648" y="2079"/>
                </a:lnTo>
                <a:lnTo>
                  <a:pt x="740933" y="2167"/>
                </a:lnTo>
                <a:lnTo>
                  <a:pt x="740227" y="2267"/>
                </a:lnTo>
                <a:lnTo>
                  <a:pt x="739530" y="2378"/>
                </a:lnTo>
                <a:lnTo>
                  <a:pt x="738842" y="2501"/>
                </a:lnTo>
                <a:lnTo>
                  <a:pt x="738163" y="2636"/>
                </a:lnTo>
                <a:lnTo>
                  <a:pt x="737492" y="2783"/>
                </a:lnTo>
                <a:lnTo>
                  <a:pt x="736831" y="2941"/>
                </a:lnTo>
                <a:lnTo>
                  <a:pt x="736178" y="3111"/>
                </a:lnTo>
                <a:lnTo>
                  <a:pt x="735534" y="3293"/>
                </a:lnTo>
                <a:lnTo>
                  <a:pt x="734899" y="3487"/>
                </a:lnTo>
                <a:lnTo>
                  <a:pt x="734273" y="3692"/>
                </a:lnTo>
                <a:lnTo>
                  <a:pt x="733656" y="3909"/>
                </a:lnTo>
                <a:lnTo>
                  <a:pt x="733048" y="4137"/>
                </a:lnTo>
                <a:lnTo>
                  <a:pt x="732448" y="4378"/>
                </a:lnTo>
                <a:lnTo>
                  <a:pt x="731857" y="4630"/>
                </a:lnTo>
                <a:lnTo>
                  <a:pt x="731276" y="4894"/>
                </a:lnTo>
                <a:lnTo>
                  <a:pt x="730703" y="5169"/>
                </a:lnTo>
                <a:lnTo>
                  <a:pt x="730140" y="5455"/>
                </a:lnTo>
                <a:lnTo>
                  <a:pt x="729587" y="5750"/>
                </a:lnTo>
                <a:lnTo>
                  <a:pt x="729046" y="6054"/>
                </a:lnTo>
                <a:lnTo>
                  <a:pt x="728516" y="6366"/>
                </a:lnTo>
                <a:lnTo>
                  <a:pt x="727997" y="6687"/>
                </a:lnTo>
                <a:lnTo>
                  <a:pt x="727489" y="7018"/>
                </a:lnTo>
                <a:lnTo>
                  <a:pt x="726992" y="7357"/>
                </a:lnTo>
                <a:lnTo>
                  <a:pt x="726506" y="7704"/>
                </a:lnTo>
                <a:lnTo>
                  <a:pt x="726031" y="8061"/>
                </a:lnTo>
                <a:lnTo>
                  <a:pt x="725567" y="8427"/>
                </a:lnTo>
                <a:lnTo>
                  <a:pt x="725114" y="8801"/>
                </a:lnTo>
                <a:lnTo>
                  <a:pt x="724672" y="9184"/>
                </a:lnTo>
                <a:lnTo>
                  <a:pt x="724241" y="9576"/>
                </a:lnTo>
                <a:lnTo>
                  <a:pt x="723821" y="9977"/>
                </a:lnTo>
                <a:lnTo>
                  <a:pt x="723413" y="10387"/>
                </a:lnTo>
                <a:lnTo>
                  <a:pt x="723015" y="10806"/>
                </a:lnTo>
                <a:lnTo>
                  <a:pt x="722628" y="11233"/>
                </a:lnTo>
                <a:lnTo>
                  <a:pt x="722252" y="11670"/>
                </a:lnTo>
                <a:lnTo>
                  <a:pt x="721887" y="12115"/>
                </a:lnTo>
                <a:lnTo>
                  <a:pt x="721533" y="12569"/>
                </a:lnTo>
                <a:lnTo>
                  <a:pt x="721190" y="13032"/>
                </a:lnTo>
                <a:lnTo>
                  <a:pt x="720858" y="13504"/>
                </a:lnTo>
                <a:lnTo>
                  <a:pt x="720537" y="13984"/>
                </a:lnTo>
                <a:lnTo>
                  <a:pt x="720227" y="14474"/>
                </a:lnTo>
                <a:lnTo>
                  <a:pt x="719929" y="14971"/>
                </a:lnTo>
                <a:lnTo>
                  <a:pt x="719644" y="15475"/>
                </a:lnTo>
                <a:lnTo>
                  <a:pt x="719371" y="15985"/>
                </a:lnTo>
                <a:lnTo>
                  <a:pt x="719111" y="16503"/>
                </a:lnTo>
                <a:lnTo>
                  <a:pt x="718864" y="17027"/>
                </a:lnTo>
                <a:lnTo>
                  <a:pt x="718630" y="17557"/>
                </a:lnTo>
                <a:lnTo>
                  <a:pt x="718408" y="18095"/>
                </a:lnTo>
                <a:lnTo>
                  <a:pt x="718199" y="18639"/>
                </a:lnTo>
                <a:lnTo>
                  <a:pt x="718002" y="19190"/>
                </a:lnTo>
                <a:lnTo>
                  <a:pt x="717818" y="19747"/>
                </a:lnTo>
                <a:lnTo>
                  <a:pt x="717647" y="20311"/>
                </a:lnTo>
                <a:lnTo>
                  <a:pt x="717489" y="20882"/>
                </a:lnTo>
                <a:lnTo>
                  <a:pt x="717343" y="21460"/>
                </a:lnTo>
                <a:lnTo>
                  <a:pt x="717210" y="22044"/>
                </a:lnTo>
                <a:lnTo>
                  <a:pt x="717089" y="22635"/>
                </a:lnTo>
                <a:lnTo>
                  <a:pt x="716982" y="23233"/>
                </a:lnTo>
                <a:lnTo>
                  <a:pt x="716887" y="23837"/>
                </a:lnTo>
                <a:lnTo>
                  <a:pt x="716804" y="24448"/>
                </a:lnTo>
                <a:lnTo>
                  <a:pt x="716734" y="25066"/>
                </a:lnTo>
                <a:lnTo>
                  <a:pt x="716677" y="25690"/>
                </a:lnTo>
                <a:lnTo>
                  <a:pt x="716633" y="26322"/>
                </a:lnTo>
                <a:lnTo>
                  <a:pt x="716601" y="26959"/>
                </a:lnTo>
                <a:lnTo>
                  <a:pt x="716582" y="27604"/>
                </a:lnTo>
                <a:lnTo>
                  <a:pt x="716576" y="28255"/>
                </a:lnTo>
                <a:lnTo>
                  <a:pt x="716585" y="29019"/>
                </a:lnTo>
                <a:lnTo>
                  <a:pt x="716613" y="29770"/>
                </a:lnTo>
                <a:lnTo>
                  <a:pt x="716660" y="30510"/>
                </a:lnTo>
                <a:lnTo>
                  <a:pt x="716725" y="31238"/>
                </a:lnTo>
                <a:lnTo>
                  <a:pt x="716809" y="31954"/>
                </a:lnTo>
                <a:lnTo>
                  <a:pt x="716912" y="32657"/>
                </a:lnTo>
                <a:lnTo>
                  <a:pt x="717033" y="33349"/>
                </a:lnTo>
                <a:lnTo>
                  <a:pt x="717173" y="34029"/>
                </a:lnTo>
                <a:lnTo>
                  <a:pt x="717332" y="34697"/>
                </a:lnTo>
                <a:lnTo>
                  <a:pt x="717509" y="35353"/>
                </a:lnTo>
                <a:lnTo>
                  <a:pt x="717705" y="35997"/>
                </a:lnTo>
                <a:lnTo>
                  <a:pt x="717920" y="36629"/>
                </a:lnTo>
                <a:lnTo>
                  <a:pt x="718153" y="37249"/>
                </a:lnTo>
                <a:lnTo>
                  <a:pt x="718405" y="37857"/>
                </a:lnTo>
                <a:lnTo>
                  <a:pt x="718676" y="38453"/>
                </a:lnTo>
                <a:lnTo>
                  <a:pt x="718965" y="39037"/>
                </a:lnTo>
                <a:lnTo>
                  <a:pt x="719273" y="39609"/>
                </a:lnTo>
                <a:lnTo>
                  <a:pt x="719600" y="40170"/>
                </a:lnTo>
                <a:lnTo>
                  <a:pt x="719945" y="40718"/>
                </a:lnTo>
                <a:lnTo>
                  <a:pt x="720309" y="41254"/>
                </a:lnTo>
                <a:lnTo>
                  <a:pt x="720692" y="41779"/>
                </a:lnTo>
                <a:lnTo>
                  <a:pt x="721093" y="42291"/>
                </a:lnTo>
                <a:lnTo>
                  <a:pt x="721513" y="42791"/>
                </a:lnTo>
                <a:lnTo>
                  <a:pt x="721952" y="43280"/>
                </a:lnTo>
                <a:lnTo>
                  <a:pt x="722410" y="43759"/>
                </a:lnTo>
                <a:lnTo>
                  <a:pt x="722890" y="44231"/>
                </a:lnTo>
                <a:lnTo>
                  <a:pt x="723390" y="44697"/>
                </a:lnTo>
                <a:lnTo>
                  <a:pt x="723912" y="45156"/>
                </a:lnTo>
                <a:lnTo>
                  <a:pt x="724455" y="45608"/>
                </a:lnTo>
                <a:lnTo>
                  <a:pt x="725018" y="46053"/>
                </a:lnTo>
                <a:lnTo>
                  <a:pt x="725603" y="46492"/>
                </a:lnTo>
                <a:lnTo>
                  <a:pt x="726209" y="46924"/>
                </a:lnTo>
                <a:lnTo>
                  <a:pt x="726836" y="47349"/>
                </a:lnTo>
                <a:lnTo>
                  <a:pt x="727484" y="47768"/>
                </a:lnTo>
                <a:lnTo>
                  <a:pt x="728153" y="48180"/>
                </a:lnTo>
                <a:lnTo>
                  <a:pt x="728843" y="48585"/>
                </a:lnTo>
                <a:lnTo>
                  <a:pt x="729554" y="48984"/>
                </a:lnTo>
                <a:lnTo>
                  <a:pt x="730286" y="49376"/>
                </a:lnTo>
                <a:lnTo>
                  <a:pt x="731039" y="49761"/>
                </a:lnTo>
                <a:lnTo>
                  <a:pt x="731814" y="50140"/>
                </a:lnTo>
                <a:lnTo>
                  <a:pt x="732609" y="50512"/>
                </a:lnTo>
                <a:lnTo>
                  <a:pt x="733425" y="50877"/>
                </a:lnTo>
                <a:lnTo>
                  <a:pt x="734263" y="51235"/>
                </a:lnTo>
                <a:lnTo>
                  <a:pt x="735121" y="51587"/>
                </a:lnTo>
                <a:lnTo>
                  <a:pt x="736001" y="51932"/>
                </a:lnTo>
                <a:lnTo>
                  <a:pt x="736902" y="52270"/>
                </a:lnTo>
                <a:lnTo>
                  <a:pt x="737823" y="52602"/>
                </a:lnTo>
                <a:lnTo>
                  <a:pt x="738766" y="52927"/>
                </a:lnTo>
                <a:lnTo>
                  <a:pt x="739259" y="53087"/>
                </a:lnTo>
                <a:lnTo>
                  <a:pt x="739750" y="53247"/>
                </a:lnTo>
                <a:lnTo>
                  <a:pt x="740240" y="53406"/>
                </a:lnTo>
                <a:lnTo>
                  <a:pt x="740728" y="53565"/>
                </a:lnTo>
                <a:lnTo>
                  <a:pt x="741214" y="53722"/>
                </a:lnTo>
                <a:lnTo>
                  <a:pt x="741699" y="53879"/>
                </a:lnTo>
                <a:lnTo>
                  <a:pt x="742182" y="54035"/>
                </a:lnTo>
                <a:lnTo>
                  <a:pt x="742663" y="54191"/>
                </a:lnTo>
                <a:lnTo>
                  <a:pt x="743143" y="54346"/>
                </a:lnTo>
                <a:lnTo>
                  <a:pt x="743621" y="54500"/>
                </a:lnTo>
                <a:lnTo>
                  <a:pt x="744097" y="54653"/>
                </a:lnTo>
                <a:lnTo>
                  <a:pt x="744572" y="54805"/>
                </a:lnTo>
                <a:lnTo>
                  <a:pt x="745045" y="54957"/>
                </a:lnTo>
                <a:lnTo>
                  <a:pt x="745516" y="55108"/>
                </a:lnTo>
                <a:lnTo>
                  <a:pt x="745986" y="55259"/>
                </a:lnTo>
                <a:lnTo>
                  <a:pt x="746454" y="55408"/>
                </a:lnTo>
                <a:lnTo>
                  <a:pt x="746920" y="55557"/>
                </a:lnTo>
                <a:lnTo>
                  <a:pt x="747385" y="55706"/>
                </a:lnTo>
                <a:lnTo>
                  <a:pt x="747848" y="55853"/>
                </a:lnTo>
                <a:lnTo>
                  <a:pt x="748309" y="56000"/>
                </a:lnTo>
                <a:lnTo>
                  <a:pt x="748769" y="56146"/>
                </a:lnTo>
                <a:lnTo>
                  <a:pt x="749227" y="56291"/>
                </a:lnTo>
                <a:lnTo>
                  <a:pt x="749683" y="56436"/>
                </a:lnTo>
                <a:lnTo>
                  <a:pt x="750137" y="56580"/>
                </a:lnTo>
                <a:lnTo>
                  <a:pt x="750589" y="56724"/>
                </a:lnTo>
                <a:lnTo>
                  <a:pt x="751036" y="56870"/>
                </a:lnTo>
                <a:lnTo>
                  <a:pt x="751478" y="57018"/>
                </a:lnTo>
                <a:lnTo>
                  <a:pt x="751916" y="57167"/>
                </a:lnTo>
                <a:lnTo>
                  <a:pt x="752349" y="57319"/>
                </a:lnTo>
                <a:lnTo>
                  <a:pt x="752778" y="57471"/>
                </a:lnTo>
                <a:lnTo>
                  <a:pt x="753202" y="57626"/>
                </a:lnTo>
                <a:lnTo>
                  <a:pt x="753622" y="57782"/>
                </a:lnTo>
                <a:lnTo>
                  <a:pt x="754037" y="57940"/>
                </a:lnTo>
                <a:lnTo>
                  <a:pt x="754447" y="58099"/>
                </a:lnTo>
                <a:lnTo>
                  <a:pt x="754853" y="58260"/>
                </a:lnTo>
                <a:lnTo>
                  <a:pt x="755255" y="58423"/>
                </a:lnTo>
                <a:lnTo>
                  <a:pt x="755652" y="58588"/>
                </a:lnTo>
                <a:lnTo>
                  <a:pt x="756044" y="58754"/>
                </a:lnTo>
                <a:lnTo>
                  <a:pt x="756432" y="58922"/>
                </a:lnTo>
                <a:lnTo>
                  <a:pt x="756815" y="59091"/>
                </a:lnTo>
                <a:lnTo>
                  <a:pt x="757194" y="59263"/>
                </a:lnTo>
                <a:lnTo>
                  <a:pt x="757568" y="59436"/>
                </a:lnTo>
                <a:lnTo>
                  <a:pt x="757937" y="59610"/>
                </a:lnTo>
                <a:lnTo>
                  <a:pt x="758302" y="59787"/>
                </a:lnTo>
                <a:lnTo>
                  <a:pt x="758663" y="59965"/>
                </a:lnTo>
                <a:lnTo>
                  <a:pt x="759019" y="60144"/>
                </a:lnTo>
                <a:lnTo>
                  <a:pt x="759370" y="60325"/>
                </a:lnTo>
                <a:lnTo>
                  <a:pt x="759717" y="60508"/>
                </a:lnTo>
                <a:lnTo>
                  <a:pt x="760059" y="60694"/>
                </a:lnTo>
                <a:lnTo>
                  <a:pt x="760394" y="60885"/>
                </a:lnTo>
                <a:lnTo>
                  <a:pt x="760724" y="61080"/>
                </a:lnTo>
                <a:lnTo>
                  <a:pt x="761047" y="61280"/>
                </a:lnTo>
                <a:lnTo>
                  <a:pt x="761365" y="61484"/>
                </a:lnTo>
                <a:lnTo>
                  <a:pt x="761677" y="61693"/>
                </a:lnTo>
                <a:lnTo>
                  <a:pt x="761982" y="61906"/>
                </a:lnTo>
                <a:lnTo>
                  <a:pt x="762282" y="62124"/>
                </a:lnTo>
                <a:lnTo>
                  <a:pt x="762576" y="62346"/>
                </a:lnTo>
                <a:lnTo>
                  <a:pt x="762864" y="62573"/>
                </a:lnTo>
                <a:lnTo>
                  <a:pt x="763145" y="62805"/>
                </a:lnTo>
                <a:lnTo>
                  <a:pt x="763421" y="63041"/>
                </a:lnTo>
                <a:lnTo>
                  <a:pt x="763691" y="63281"/>
                </a:lnTo>
                <a:lnTo>
                  <a:pt x="763955" y="63526"/>
                </a:lnTo>
                <a:lnTo>
                  <a:pt x="764213" y="63776"/>
                </a:lnTo>
                <a:lnTo>
                  <a:pt x="764464" y="64030"/>
                </a:lnTo>
                <a:lnTo>
                  <a:pt x="764710" y="64289"/>
                </a:lnTo>
                <a:lnTo>
                  <a:pt x="764950" y="64553"/>
                </a:lnTo>
                <a:lnTo>
                  <a:pt x="765184" y="64821"/>
                </a:lnTo>
                <a:lnTo>
                  <a:pt x="765412" y="65093"/>
                </a:lnTo>
                <a:lnTo>
                  <a:pt x="765634" y="65370"/>
                </a:lnTo>
                <a:lnTo>
                  <a:pt x="765850" y="65652"/>
                </a:lnTo>
                <a:lnTo>
                  <a:pt x="766060" y="65938"/>
                </a:lnTo>
                <a:lnTo>
                  <a:pt x="766264" y="66229"/>
                </a:lnTo>
                <a:lnTo>
                  <a:pt x="766461" y="66526"/>
                </a:lnTo>
                <a:lnTo>
                  <a:pt x="766649" y="66829"/>
                </a:lnTo>
                <a:lnTo>
                  <a:pt x="766829" y="67141"/>
                </a:lnTo>
                <a:lnTo>
                  <a:pt x="767001" y="67460"/>
                </a:lnTo>
                <a:lnTo>
                  <a:pt x="767164" y="67786"/>
                </a:lnTo>
                <a:lnTo>
                  <a:pt x="767319" y="68120"/>
                </a:lnTo>
                <a:lnTo>
                  <a:pt x="767466" y="68461"/>
                </a:lnTo>
                <a:lnTo>
                  <a:pt x="767604" y="68809"/>
                </a:lnTo>
                <a:lnTo>
                  <a:pt x="767734" y="69165"/>
                </a:lnTo>
                <a:lnTo>
                  <a:pt x="767855" y="69528"/>
                </a:lnTo>
                <a:lnTo>
                  <a:pt x="767969" y="69899"/>
                </a:lnTo>
                <a:lnTo>
                  <a:pt x="768073" y="70277"/>
                </a:lnTo>
                <a:lnTo>
                  <a:pt x="768170" y="70663"/>
                </a:lnTo>
                <a:lnTo>
                  <a:pt x="768257" y="71056"/>
                </a:lnTo>
                <a:lnTo>
                  <a:pt x="768337" y="71456"/>
                </a:lnTo>
                <a:lnTo>
                  <a:pt x="768408" y="71864"/>
                </a:lnTo>
                <a:lnTo>
                  <a:pt x="768471" y="72280"/>
                </a:lnTo>
                <a:lnTo>
                  <a:pt x="768526" y="72702"/>
                </a:lnTo>
                <a:lnTo>
                  <a:pt x="768572" y="73132"/>
                </a:lnTo>
                <a:lnTo>
                  <a:pt x="768609" y="73570"/>
                </a:lnTo>
                <a:lnTo>
                  <a:pt x="768639" y="74015"/>
                </a:lnTo>
                <a:lnTo>
                  <a:pt x="768660" y="74467"/>
                </a:lnTo>
                <a:lnTo>
                  <a:pt x="768672" y="74927"/>
                </a:lnTo>
                <a:lnTo>
                  <a:pt x="768676" y="75394"/>
                </a:lnTo>
                <a:lnTo>
                  <a:pt x="768672" y="75783"/>
                </a:lnTo>
                <a:lnTo>
                  <a:pt x="768660" y="76169"/>
                </a:lnTo>
                <a:lnTo>
                  <a:pt x="768639" y="76551"/>
                </a:lnTo>
                <a:lnTo>
                  <a:pt x="768609" y="76929"/>
                </a:lnTo>
                <a:lnTo>
                  <a:pt x="768572" y="77305"/>
                </a:lnTo>
                <a:lnTo>
                  <a:pt x="768526" y="77677"/>
                </a:lnTo>
                <a:lnTo>
                  <a:pt x="768471" y="78046"/>
                </a:lnTo>
                <a:lnTo>
                  <a:pt x="768408" y="78411"/>
                </a:lnTo>
                <a:lnTo>
                  <a:pt x="768337" y="78773"/>
                </a:lnTo>
                <a:lnTo>
                  <a:pt x="768257" y="79132"/>
                </a:lnTo>
                <a:lnTo>
                  <a:pt x="768170" y="79487"/>
                </a:lnTo>
                <a:lnTo>
                  <a:pt x="768073" y="79839"/>
                </a:lnTo>
                <a:lnTo>
                  <a:pt x="767969" y="80188"/>
                </a:lnTo>
                <a:lnTo>
                  <a:pt x="767855" y="80533"/>
                </a:lnTo>
                <a:lnTo>
                  <a:pt x="767734" y="80875"/>
                </a:lnTo>
                <a:lnTo>
                  <a:pt x="767604" y="81214"/>
                </a:lnTo>
                <a:lnTo>
                  <a:pt x="767466" y="81549"/>
                </a:lnTo>
                <a:lnTo>
                  <a:pt x="767319" y="81881"/>
                </a:lnTo>
                <a:lnTo>
                  <a:pt x="767164" y="82210"/>
                </a:lnTo>
                <a:lnTo>
                  <a:pt x="767001" y="82535"/>
                </a:lnTo>
                <a:lnTo>
                  <a:pt x="766829" y="82857"/>
                </a:lnTo>
                <a:lnTo>
                  <a:pt x="766649" y="83175"/>
                </a:lnTo>
                <a:lnTo>
                  <a:pt x="766461" y="83491"/>
                </a:lnTo>
                <a:lnTo>
                  <a:pt x="766264" y="83803"/>
                </a:lnTo>
                <a:lnTo>
                  <a:pt x="766059" y="84110"/>
                </a:lnTo>
                <a:lnTo>
                  <a:pt x="765847" y="84412"/>
                </a:lnTo>
                <a:lnTo>
                  <a:pt x="765626" y="84708"/>
                </a:lnTo>
                <a:lnTo>
                  <a:pt x="765399" y="84999"/>
                </a:lnTo>
                <a:lnTo>
                  <a:pt x="765163" y="85284"/>
                </a:lnTo>
                <a:lnTo>
                  <a:pt x="764920" y="85564"/>
                </a:lnTo>
                <a:lnTo>
                  <a:pt x="764669" y="85838"/>
                </a:lnTo>
                <a:lnTo>
                  <a:pt x="764411" y="86107"/>
                </a:lnTo>
                <a:lnTo>
                  <a:pt x="764145" y="86370"/>
                </a:lnTo>
                <a:lnTo>
                  <a:pt x="763871" y="86628"/>
                </a:lnTo>
                <a:lnTo>
                  <a:pt x="763589" y="86880"/>
                </a:lnTo>
                <a:lnTo>
                  <a:pt x="763300" y="87127"/>
                </a:lnTo>
                <a:lnTo>
                  <a:pt x="763003" y="87368"/>
                </a:lnTo>
                <a:lnTo>
                  <a:pt x="762699" y="87604"/>
                </a:lnTo>
                <a:lnTo>
                  <a:pt x="762387" y="87834"/>
                </a:lnTo>
                <a:lnTo>
                  <a:pt x="762067" y="88059"/>
                </a:lnTo>
                <a:lnTo>
                  <a:pt x="761740" y="88278"/>
                </a:lnTo>
                <a:lnTo>
                  <a:pt x="761405" y="88492"/>
                </a:lnTo>
                <a:lnTo>
                  <a:pt x="761062" y="88701"/>
                </a:lnTo>
                <a:lnTo>
                  <a:pt x="760712" y="88903"/>
                </a:lnTo>
                <a:lnTo>
                  <a:pt x="760353" y="89101"/>
                </a:lnTo>
                <a:lnTo>
                  <a:pt x="759988" y="89293"/>
                </a:lnTo>
                <a:lnTo>
                  <a:pt x="759614" y="89479"/>
                </a:lnTo>
                <a:lnTo>
                  <a:pt x="759233" y="89660"/>
                </a:lnTo>
                <a:lnTo>
                  <a:pt x="758845" y="89834"/>
                </a:lnTo>
                <a:lnTo>
                  <a:pt x="758451" y="90001"/>
                </a:lnTo>
                <a:lnTo>
                  <a:pt x="758050" y="90160"/>
                </a:lnTo>
                <a:lnTo>
                  <a:pt x="757643" y="90312"/>
                </a:lnTo>
                <a:lnTo>
                  <a:pt x="757229" y="90456"/>
                </a:lnTo>
                <a:lnTo>
                  <a:pt x="756809" y="90594"/>
                </a:lnTo>
                <a:lnTo>
                  <a:pt x="756382" y="90723"/>
                </a:lnTo>
                <a:lnTo>
                  <a:pt x="755949" y="90846"/>
                </a:lnTo>
                <a:lnTo>
                  <a:pt x="755509" y="90960"/>
                </a:lnTo>
                <a:lnTo>
                  <a:pt x="755063" y="91068"/>
                </a:lnTo>
                <a:lnTo>
                  <a:pt x="754611" y="91168"/>
                </a:lnTo>
                <a:lnTo>
                  <a:pt x="754152" y="91261"/>
                </a:lnTo>
                <a:lnTo>
                  <a:pt x="753686" y="91346"/>
                </a:lnTo>
                <a:lnTo>
                  <a:pt x="753214" y="91424"/>
                </a:lnTo>
                <a:lnTo>
                  <a:pt x="752736" y="91494"/>
                </a:lnTo>
                <a:lnTo>
                  <a:pt x="752251" y="91557"/>
                </a:lnTo>
                <a:lnTo>
                  <a:pt x="751760" y="91613"/>
                </a:lnTo>
                <a:lnTo>
                  <a:pt x="751262" y="91661"/>
                </a:lnTo>
                <a:lnTo>
                  <a:pt x="750758" y="91702"/>
                </a:lnTo>
                <a:lnTo>
                  <a:pt x="750247" y="91735"/>
                </a:lnTo>
                <a:lnTo>
                  <a:pt x="749730" y="91761"/>
                </a:lnTo>
                <a:lnTo>
                  <a:pt x="749206" y="91779"/>
                </a:lnTo>
                <a:lnTo>
                  <a:pt x="748676" y="91791"/>
                </a:lnTo>
                <a:lnTo>
                  <a:pt x="748139" y="91794"/>
                </a:lnTo>
                <a:lnTo>
                  <a:pt x="747523" y="91789"/>
                </a:lnTo>
                <a:lnTo>
                  <a:pt x="746916" y="91775"/>
                </a:lnTo>
                <a:lnTo>
                  <a:pt x="746316" y="91750"/>
                </a:lnTo>
                <a:lnTo>
                  <a:pt x="745725" y="91716"/>
                </a:lnTo>
                <a:lnTo>
                  <a:pt x="745143" y="91672"/>
                </a:lnTo>
                <a:lnTo>
                  <a:pt x="744569" y="91618"/>
                </a:lnTo>
                <a:lnTo>
                  <a:pt x="744003" y="91554"/>
                </a:lnTo>
                <a:lnTo>
                  <a:pt x="743446" y="91480"/>
                </a:lnTo>
                <a:lnTo>
                  <a:pt x="742896" y="91397"/>
                </a:lnTo>
                <a:lnTo>
                  <a:pt x="742356" y="91304"/>
                </a:lnTo>
                <a:lnTo>
                  <a:pt x="741824" y="91201"/>
                </a:lnTo>
                <a:lnTo>
                  <a:pt x="741300" y="91088"/>
                </a:lnTo>
                <a:lnTo>
                  <a:pt x="740784" y="90966"/>
                </a:lnTo>
                <a:lnTo>
                  <a:pt x="740277" y="90833"/>
                </a:lnTo>
                <a:lnTo>
                  <a:pt x="739778" y="90691"/>
                </a:lnTo>
                <a:lnTo>
                  <a:pt x="739288" y="90539"/>
                </a:lnTo>
                <a:lnTo>
                  <a:pt x="738806" y="90377"/>
                </a:lnTo>
                <a:lnTo>
                  <a:pt x="738332" y="90206"/>
                </a:lnTo>
                <a:lnTo>
                  <a:pt x="737867" y="90024"/>
                </a:lnTo>
                <a:lnTo>
                  <a:pt x="737410" y="89833"/>
                </a:lnTo>
                <a:lnTo>
                  <a:pt x="736961" y="89632"/>
                </a:lnTo>
                <a:lnTo>
                  <a:pt x="736521" y="89421"/>
                </a:lnTo>
                <a:lnTo>
                  <a:pt x="736089" y="89200"/>
                </a:lnTo>
                <a:lnTo>
                  <a:pt x="735666" y="88970"/>
                </a:lnTo>
                <a:lnTo>
                  <a:pt x="735251" y="88731"/>
                </a:lnTo>
                <a:lnTo>
                  <a:pt x="734844" y="88485"/>
                </a:lnTo>
                <a:lnTo>
                  <a:pt x="734446" y="88233"/>
                </a:lnTo>
                <a:lnTo>
                  <a:pt x="734056" y="87974"/>
                </a:lnTo>
                <a:lnTo>
                  <a:pt x="733674" y="87708"/>
                </a:lnTo>
                <a:lnTo>
                  <a:pt x="733301" y="87436"/>
                </a:lnTo>
                <a:lnTo>
                  <a:pt x="732936" y="87157"/>
                </a:lnTo>
                <a:lnTo>
                  <a:pt x="732580" y="86871"/>
                </a:lnTo>
                <a:lnTo>
                  <a:pt x="732232" y="86579"/>
                </a:lnTo>
                <a:lnTo>
                  <a:pt x="731892" y="86280"/>
                </a:lnTo>
                <a:lnTo>
                  <a:pt x="731561" y="85974"/>
                </a:lnTo>
                <a:lnTo>
                  <a:pt x="731238" y="85661"/>
                </a:lnTo>
                <a:lnTo>
                  <a:pt x="730923" y="85342"/>
                </a:lnTo>
                <a:lnTo>
                  <a:pt x="730617" y="85016"/>
                </a:lnTo>
                <a:lnTo>
                  <a:pt x="730319" y="84683"/>
                </a:lnTo>
                <a:lnTo>
                  <a:pt x="730030" y="84344"/>
                </a:lnTo>
                <a:lnTo>
                  <a:pt x="729748" y="83998"/>
                </a:lnTo>
                <a:lnTo>
                  <a:pt x="729476" y="83645"/>
                </a:lnTo>
                <a:lnTo>
                  <a:pt x="729211" y="83286"/>
                </a:lnTo>
                <a:lnTo>
                  <a:pt x="728955" y="82920"/>
                </a:lnTo>
                <a:lnTo>
                  <a:pt x="728708" y="82547"/>
                </a:lnTo>
                <a:lnTo>
                  <a:pt x="728468" y="82167"/>
                </a:lnTo>
                <a:lnTo>
                  <a:pt x="728237" y="81781"/>
                </a:lnTo>
                <a:lnTo>
                  <a:pt x="728015" y="81388"/>
                </a:lnTo>
                <a:lnTo>
                  <a:pt x="727801" y="80990"/>
                </a:lnTo>
                <a:lnTo>
                  <a:pt x="727597" y="80589"/>
                </a:lnTo>
                <a:lnTo>
                  <a:pt x="727401" y="80185"/>
                </a:lnTo>
                <a:lnTo>
                  <a:pt x="727215" y="79778"/>
                </a:lnTo>
                <a:lnTo>
                  <a:pt x="727037" y="79368"/>
                </a:lnTo>
                <a:lnTo>
                  <a:pt x="726869" y="78955"/>
                </a:lnTo>
                <a:lnTo>
                  <a:pt x="726710" y="78538"/>
                </a:lnTo>
                <a:lnTo>
                  <a:pt x="726560" y="78119"/>
                </a:lnTo>
                <a:lnTo>
                  <a:pt x="726419" y="77696"/>
                </a:lnTo>
                <a:lnTo>
                  <a:pt x="726287" y="77270"/>
                </a:lnTo>
                <a:lnTo>
                  <a:pt x="726165" y="76841"/>
                </a:lnTo>
                <a:lnTo>
                  <a:pt x="726051" y="76409"/>
                </a:lnTo>
                <a:lnTo>
                  <a:pt x="725946" y="75974"/>
                </a:lnTo>
                <a:lnTo>
                  <a:pt x="725851" y="75536"/>
                </a:lnTo>
                <a:lnTo>
                  <a:pt x="725765" y="75094"/>
                </a:lnTo>
                <a:lnTo>
                  <a:pt x="725687" y="74650"/>
                </a:lnTo>
                <a:lnTo>
                  <a:pt x="725619" y="74202"/>
                </a:lnTo>
                <a:lnTo>
                  <a:pt x="725560" y="73751"/>
                </a:lnTo>
                <a:lnTo>
                  <a:pt x="725510" y="73298"/>
                </a:lnTo>
                <a:lnTo>
                  <a:pt x="725469" y="72841"/>
                </a:lnTo>
                <a:lnTo>
                  <a:pt x="725437" y="72381"/>
                </a:lnTo>
                <a:lnTo>
                  <a:pt x="725415" y="71918"/>
                </a:lnTo>
                <a:lnTo>
                  <a:pt x="725401" y="71451"/>
                </a:lnTo>
                <a:lnTo>
                  <a:pt x="725396" y="70982"/>
                </a:lnTo>
                <a:lnTo>
                  <a:pt x="713268" y="70982"/>
                </a:lnTo>
                <a:lnTo>
                  <a:pt x="713275" y="71736"/>
                </a:lnTo>
                <a:lnTo>
                  <a:pt x="713297" y="72483"/>
                </a:lnTo>
                <a:lnTo>
                  <a:pt x="713335" y="73222"/>
                </a:lnTo>
                <a:lnTo>
                  <a:pt x="713386" y="73953"/>
                </a:lnTo>
                <a:lnTo>
                  <a:pt x="713453" y="74677"/>
                </a:lnTo>
                <a:lnTo>
                  <a:pt x="713535" y="75393"/>
                </a:lnTo>
                <a:lnTo>
                  <a:pt x="713631" y="76101"/>
                </a:lnTo>
                <a:lnTo>
                  <a:pt x="713742" y="76802"/>
                </a:lnTo>
                <a:lnTo>
                  <a:pt x="713868" y="77495"/>
                </a:lnTo>
                <a:lnTo>
                  <a:pt x="714009" y="78181"/>
                </a:lnTo>
                <a:lnTo>
                  <a:pt x="714165" y="78858"/>
                </a:lnTo>
                <a:lnTo>
                  <a:pt x="714336" y="79528"/>
                </a:lnTo>
                <a:lnTo>
                  <a:pt x="714521" y="80191"/>
                </a:lnTo>
                <a:lnTo>
                  <a:pt x="714721" y="80846"/>
                </a:lnTo>
                <a:lnTo>
                  <a:pt x="714936" y="81493"/>
                </a:lnTo>
                <a:lnTo>
                  <a:pt x="715166" y="82132"/>
                </a:lnTo>
                <a:lnTo>
                  <a:pt x="715411" y="82764"/>
                </a:lnTo>
                <a:lnTo>
                  <a:pt x="715670" y="83388"/>
                </a:lnTo>
                <a:lnTo>
                  <a:pt x="715945" y="84005"/>
                </a:lnTo>
                <a:lnTo>
                  <a:pt x="716234" y="84613"/>
                </a:lnTo>
                <a:lnTo>
                  <a:pt x="716538" y="85214"/>
                </a:lnTo>
                <a:lnTo>
                  <a:pt x="716857" y="85808"/>
                </a:lnTo>
                <a:lnTo>
                  <a:pt x="717191" y="86394"/>
                </a:lnTo>
                <a:lnTo>
                  <a:pt x="717539" y="86972"/>
                </a:lnTo>
                <a:lnTo>
                  <a:pt x="717902" y="87541"/>
                </a:lnTo>
                <a:lnTo>
                  <a:pt x="718276" y="88099"/>
                </a:lnTo>
                <a:lnTo>
                  <a:pt x="718664" y="88647"/>
                </a:lnTo>
                <a:lnTo>
                  <a:pt x="719063" y="89184"/>
                </a:lnTo>
                <a:lnTo>
                  <a:pt x="719475" y="89711"/>
                </a:lnTo>
                <a:lnTo>
                  <a:pt x="719900" y="90227"/>
                </a:lnTo>
                <a:lnTo>
                  <a:pt x="720337" y="90733"/>
                </a:lnTo>
                <a:lnTo>
                  <a:pt x="720786" y="91228"/>
                </a:lnTo>
                <a:lnTo>
                  <a:pt x="721248" y="91713"/>
                </a:lnTo>
                <a:lnTo>
                  <a:pt x="721722" y="92187"/>
                </a:lnTo>
                <a:lnTo>
                  <a:pt x="722209" y="92651"/>
                </a:lnTo>
                <a:lnTo>
                  <a:pt x="722708" y="93104"/>
                </a:lnTo>
                <a:lnTo>
                  <a:pt x="723220" y="93547"/>
                </a:lnTo>
                <a:lnTo>
                  <a:pt x="723744" y="93979"/>
                </a:lnTo>
                <a:lnTo>
                  <a:pt x="724280" y="94400"/>
                </a:lnTo>
                <a:lnTo>
                  <a:pt x="724829" y="94811"/>
                </a:lnTo>
                <a:lnTo>
                  <a:pt x="725390" y="95212"/>
                </a:lnTo>
                <a:lnTo>
                  <a:pt x="725964" y="95602"/>
                </a:lnTo>
                <a:lnTo>
                  <a:pt x="726550" y="95981"/>
                </a:lnTo>
                <a:lnTo>
                  <a:pt x="727149" y="96350"/>
                </a:lnTo>
                <a:lnTo>
                  <a:pt x="727760" y="96709"/>
                </a:lnTo>
                <a:lnTo>
                  <a:pt x="728384" y="97057"/>
                </a:lnTo>
                <a:lnTo>
                  <a:pt x="729019" y="97394"/>
                </a:lnTo>
                <a:lnTo>
                  <a:pt x="729668" y="97721"/>
                </a:lnTo>
                <a:lnTo>
                  <a:pt x="730327" y="98036"/>
                </a:lnTo>
                <a:lnTo>
                  <a:pt x="730997" y="98337"/>
                </a:lnTo>
                <a:lnTo>
                  <a:pt x="731675" y="98625"/>
                </a:lnTo>
                <a:lnTo>
                  <a:pt x="732363" y="98900"/>
                </a:lnTo>
                <a:lnTo>
                  <a:pt x="733061" y="99161"/>
                </a:lnTo>
                <a:lnTo>
                  <a:pt x="733769" y="99409"/>
                </a:lnTo>
                <a:lnTo>
                  <a:pt x="734486" y="99644"/>
                </a:lnTo>
                <a:lnTo>
                  <a:pt x="735212" y="99865"/>
                </a:lnTo>
                <a:lnTo>
                  <a:pt x="735948" y="100073"/>
                </a:lnTo>
                <a:lnTo>
                  <a:pt x="736694" y="100267"/>
                </a:lnTo>
                <a:lnTo>
                  <a:pt x="737449" y="100448"/>
                </a:lnTo>
                <a:lnTo>
                  <a:pt x="738214" y="100615"/>
                </a:lnTo>
                <a:lnTo>
                  <a:pt x="738989" y="100769"/>
                </a:lnTo>
                <a:lnTo>
                  <a:pt x="739773" y="100910"/>
                </a:lnTo>
                <a:lnTo>
                  <a:pt x="740566" y="101037"/>
                </a:lnTo>
                <a:lnTo>
                  <a:pt x="741370" y="101151"/>
                </a:lnTo>
                <a:lnTo>
                  <a:pt x="742182" y="101252"/>
                </a:lnTo>
                <a:lnTo>
                  <a:pt x="743005" y="101339"/>
                </a:lnTo>
                <a:lnTo>
                  <a:pt x="743836" y="101413"/>
                </a:lnTo>
                <a:lnTo>
                  <a:pt x="744678" y="101473"/>
                </a:lnTo>
                <a:lnTo>
                  <a:pt x="745529" y="101520"/>
                </a:lnTo>
                <a:lnTo>
                  <a:pt x="746390" y="101553"/>
                </a:lnTo>
                <a:lnTo>
                  <a:pt x="747260" y="101573"/>
                </a:lnTo>
                <a:lnTo>
                  <a:pt x="748139" y="101580"/>
                </a:lnTo>
                <a:lnTo>
                  <a:pt x="749040" y="101573"/>
                </a:lnTo>
                <a:lnTo>
                  <a:pt x="749928" y="101553"/>
                </a:lnTo>
                <a:lnTo>
                  <a:pt x="750803" y="101520"/>
                </a:lnTo>
                <a:lnTo>
                  <a:pt x="751665" y="101473"/>
                </a:lnTo>
                <a:lnTo>
                  <a:pt x="752515" y="101413"/>
                </a:lnTo>
                <a:close/>
                <a:moveTo>
                  <a:pt x="33325" y="60206"/>
                </a:moveTo>
                <a:lnTo>
                  <a:pt x="34252" y="60173"/>
                </a:lnTo>
                <a:lnTo>
                  <a:pt x="35165" y="60126"/>
                </a:lnTo>
                <a:lnTo>
                  <a:pt x="36063" y="60065"/>
                </a:lnTo>
                <a:lnTo>
                  <a:pt x="36946" y="59992"/>
                </a:lnTo>
                <a:lnTo>
                  <a:pt x="37815" y="59905"/>
                </a:lnTo>
                <a:lnTo>
                  <a:pt x="38668" y="59804"/>
                </a:lnTo>
                <a:lnTo>
                  <a:pt x="39507" y="59690"/>
                </a:lnTo>
                <a:lnTo>
                  <a:pt x="40331" y="59563"/>
                </a:lnTo>
                <a:lnTo>
                  <a:pt x="41140" y="59422"/>
                </a:lnTo>
                <a:lnTo>
                  <a:pt x="41934" y="59268"/>
                </a:lnTo>
                <a:lnTo>
                  <a:pt x="42713" y="59101"/>
                </a:lnTo>
                <a:lnTo>
                  <a:pt x="43478" y="58920"/>
                </a:lnTo>
                <a:lnTo>
                  <a:pt x="44227" y="58725"/>
                </a:lnTo>
                <a:lnTo>
                  <a:pt x="44962" y="58518"/>
                </a:lnTo>
                <a:lnTo>
                  <a:pt x="45682" y="58297"/>
                </a:lnTo>
                <a:lnTo>
                  <a:pt x="46387" y="58062"/>
                </a:lnTo>
                <a:lnTo>
                  <a:pt x="47077" y="57814"/>
                </a:lnTo>
                <a:lnTo>
                  <a:pt x="47753" y="57553"/>
                </a:lnTo>
                <a:lnTo>
                  <a:pt x="48414" y="57278"/>
                </a:lnTo>
                <a:lnTo>
                  <a:pt x="49059" y="56990"/>
                </a:lnTo>
                <a:lnTo>
                  <a:pt x="49690" y="56689"/>
                </a:lnTo>
                <a:lnTo>
                  <a:pt x="50306" y="56374"/>
                </a:lnTo>
                <a:lnTo>
                  <a:pt x="50909" y="56048"/>
                </a:lnTo>
                <a:lnTo>
                  <a:pt x="51498" y="55713"/>
                </a:lnTo>
                <a:lnTo>
                  <a:pt x="52074" y="55369"/>
                </a:lnTo>
                <a:lnTo>
                  <a:pt x="52636" y="55017"/>
                </a:lnTo>
                <a:lnTo>
                  <a:pt x="53186" y="54655"/>
                </a:lnTo>
                <a:lnTo>
                  <a:pt x="53722" y="54285"/>
                </a:lnTo>
                <a:lnTo>
                  <a:pt x="54246" y="53906"/>
                </a:lnTo>
                <a:lnTo>
                  <a:pt x="54756" y="53518"/>
                </a:lnTo>
                <a:lnTo>
                  <a:pt x="55253" y="53121"/>
                </a:lnTo>
                <a:lnTo>
                  <a:pt x="55737" y="52715"/>
                </a:lnTo>
                <a:lnTo>
                  <a:pt x="56207" y="52301"/>
                </a:lnTo>
                <a:lnTo>
                  <a:pt x="56665" y="51877"/>
                </a:lnTo>
                <a:lnTo>
                  <a:pt x="57109" y="51445"/>
                </a:lnTo>
                <a:lnTo>
                  <a:pt x="57540" y="51004"/>
                </a:lnTo>
                <a:lnTo>
                  <a:pt x="57958" y="50554"/>
                </a:lnTo>
                <a:lnTo>
                  <a:pt x="58363" y="50095"/>
                </a:lnTo>
                <a:lnTo>
                  <a:pt x="58754" y="49628"/>
                </a:lnTo>
                <a:lnTo>
                  <a:pt x="59133" y="49151"/>
                </a:lnTo>
                <a:lnTo>
                  <a:pt x="59498" y="48666"/>
                </a:lnTo>
                <a:lnTo>
                  <a:pt x="59850" y="48172"/>
                </a:lnTo>
                <a:lnTo>
                  <a:pt x="60189" y="47669"/>
                </a:lnTo>
                <a:lnTo>
                  <a:pt x="60515" y="47157"/>
                </a:lnTo>
                <a:lnTo>
                  <a:pt x="60827" y="46636"/>
                </a:lnTo>
                <a:lnTo>
                  <a:pt x="61127" y="46106"/>
                </a:lnTo>
                <a:lnTo>
                  <a:pt x="61414" y="45570"/>
                </a:lnTo>
                <a:lnTo>
                  <a:pt x="61688" y="45028"/>
                </a:lnTo>
                <a:lnTo>
                  <a:pt x="61951" y="44481"/>
                </a:lnTo>
                <a:lnTo>
                  <a:pt x="62201" y="43929"/>
                </a:lnTo>
                <a:lnTo>
                  <a:pt x="62439" y="43373"/>
                </a:lnTo>
                <a:lnTo>
                  <a:pt x="62665" y="42811"/>
                </a:lnTo>
                <a:lnTo>
                  <a:pt x="62879" y="42244"/>
                </a:lnTo>
                <a:lnTo>
                  <a:pt x="63080" y="41672"/>
                </a:lnTo>
                <a:lnTo>
                  <a:pt x="63270" y="41095"/>
                </a:lnTo>
                <a:lnTo>
                  <a:pt x="63447" y="40513"/>
                </a:lnTo>
                <a:lnTo>
                  <a:pt x="63611" y="39926"/>
                </a:lnTo>
                <a:lnTo>
                  <a:pt x="63764" y="39334"/>
                </a:lnTo>
                <a:lnTo>
                  <a:pt x="63905" y="38737"/>
                </a:lnTo>
                <a:lnTo>
                  <a:pt x="64033" y="38135"/>
                </a:lnTo>
                <a:lnTo>
                  <a:pt x="64149" y="37528"/>
                </a:lnTo>
                <a:lnTo>
                  <a:pt x="64252" y="36916"/>
                </a:lnTo>
                <a:lnTo>
                  <a:pt x="64344" y="36299"/>
                </a:lnTo>
                <a:lnTo>
                  <a:pt x="64423" y="35677"/>
                </a:lnTo>
                <a:lnTo>
                  <a:pt x="64491" y="35050"/>
                </a:lnTo>
                <a:lnTo>
                  <a:pt x="64546" y="34418"/>
                </a:lnTo>
                <a:lnTo>
                  <a:pt x="64588" y="33781"/>
                </a:lnTo>
                <a:lnTo>
                  <a:pt x="64619" y="33138"/>
                </a:lnTo>
                <a:lnTo>
                  <a:pt x="64637" y="32491"/>
                </a:lnTo>
                <a:lnTo>
                  <a:pt x="64643" y="31839"/>
                </a:lnTo>
                <a:lnTo>
                  <a:pt x="64637" y="31164"/>
                </a:lnTo>
                <a:lnTo>
                  <a:pt x="64619" y="30496"/>
                </a:lnTo>
                <a:lnTo>
                  <a:pt x="64588" y="29834"/>
                </a:lnTo>
                <a:lnTo>
                  <a:pt x="64546" y="29178"/>
                </a:lnTo>
                <a:lnTo>
                  <a:pt x="64491" y="28529"/>
                </a:lnTo>
                <a:lnTo>
                  <a:pt x="64423" y="27885"/>
                </a:lnTo>
                <a:lnTo>
                  <a:pt x="64344" y="27248"/>
                </a:lnTo>
                <a:lnTo>
                  <a:pt x="64252" y="26617"/>
                </a:lnTo>
                <a:lnTo>
                  <a:pt x="64149" y="25993"/>
                </a:lnTo>
                <a:lnTo>
                  <a:pt x="64033" y="25374"/>
                </a:lnTo>
                <a:lnTo>
                  <a:pt x="63905" y="24762"/>
                </a:lnTo>
                <a:lnTo>
                  <a:pt x="63764" y="24156"/>
                </a:lnTo>
                <a:lnTo>
                  <a:pt x="63611" y="23556"/>
                </a:lnTo>
                <a:lnTo>
                  <a:pt x="63447" y="22962"/>
                </a:lnTo>
                <a:lnTo>
                  <a:pt x="63270" y="22375"/>
                </a:lnTo>
                <a:lnTo>
                  <a:pt x="63080" y="21794"/>
                </a:lnTo>
                <a:lnTo>
                  <a:pt x="62879" y="21219"/>
                </a:lnTo>
                <a:lnTo>
                  <a:pt x="62665" y="20650"/>
                </a:lnTo>
                <a:lnTo>
                  <a:pt x="62439" y="20087"/>
                </a:lnTo>
                <a:lnTo>
                  <a:pt x="62201" y="19531"/>
                </a:lnTo>
                <a:lnTo>
                  <a:pt x="61951" y="18981"/>
                </a:lnTo>
                <a:lnTo>
                  <a:pt x="61688" y="18437"/>
                </a:lnTo>
                <a:lnTo>
                  <a:pt x="61414" y="17899"/>
                </a:lnTo>
                <a:lnTo>
                  <a:pt x="61127" y="17367"/>
                </a:lnTo>
                <a:lnTo>
                  <a:pt x="60827" y="16843"/>
                </a:lnTo>
                <a:lnTo>
                  <a:pt x="60514" y="16328"/>
                </a:lnTo>
                <a:lnTo>
                  <a:pt x="60188" y="15822"/>
                </a:lnTo>
                <a:lnTo>
                  <a:pt x="59848" y="15325"/>
                </a:lnTo>
                <a:lnTo>
                  <a:pt x="59495" y="14836"/>
                </a:lnTo>
                <a:lnTo>
                  <a:pt x="59128" y="14356"/>
                </a:lnTo>
                <a:lnTo>
                  <a:pt x="58749" y="13886"/>
                </a:lnTo>
                <a:lnTo>
                  <a:pt x="58355" y="13424"/>
                </a:lnTo>
                <a:lnTo>
                  <a:pt x="57948" y="12971"/>
                </a:lnTo>
                <a:lnTo>
                  <a:pt x="57528" y="12526"/>
                </a:lnTo>
                <a:lnTo>
                  <a:pt x="57095" y="12091"/>
                </a:lnTo>
                <a:lnTo>
                  <a:pt x="56648" y="11664"/>
                </a:lnTo>
                <a:lnTo>
                  <a:pt x="56187" y="11247"/>
                </a:lnTo>
                <a:lnTo>
                  <a:pt x="55714" y="10838"/>
                </a:lnTo>
                <a:lnTo>
                  <a:pt x="55226" y="10438"/>
                </a:lnTo>
                <a:lnTo>
                  <a:pt x="54726" y="10047"/>
                </a:lnTo>
                <a:lnTo>
                  <a:pt x="54212" y="9665"/>
                </a:lnTo>
                <a:lnTo>
                  <a:pt x="53685" y="9291"/>
                </a:lnTo>
                <a:lnTo>
                  <a:pt x="53144" y="8927"/>
                </a:lnTo>
                <a:lnTo>
                  <a:pt x="52590" y="8571"/>
                </a:lnTo>
                <a:lnTo>
                  <a:pt x="52022" y="8224"/>
                </a:lnTo>
                <a:lnTo>
                  <a:pt x="51441" y="7886"/>
                </a:lnTo>
                <a:lnTo>
                  <a:pt x="50847" y="7557"/>
                </a:lnTo>
                <a:lnTo>
                  <a:pt x="50239" y="7237"/>
                </a:lnTo>
                <a:lnTo>
                  <a:pt x="49618" y="6928"/>
                </a:lnTo>
                <a:lnTo>
                  <a:pt x="48982" y="6631"/>
                </a:lnTo>
                <a:lnTo>
                  <a:pt x="48332" y="6349"/>
                </a:lnTo>
                <a:lnTo>
                  <a:pt x="47668" y="6079"/>
                </a:lnTo>
                <a:lnTo>
                  <a:pt x="46990" y="5822"/>
                </a:lnTo>
                <a:lnTo>
                  <a:pt x="46298" y="5579"/>
                </a:lnTo>
                <a:lnTo>
                  <a:pt x="45592" y="5348"/>
                </a:lnTo>
                <a:lnTo>
                  <a:pt x="44871" y="5131"/>
                </a:lnTo>
                <a:lnTo>
                  <a:pt x="44137" y="4927"/>
                </a:lnTo>
                <a:lnTo>
                  <a:pt x="43388" y="4737"/>
                </a:lnTo>
                <a:lnTo>
                  <a:pt x="42626" y="4559"/>
                </a:lnTo>
                <a:lnTo>
                  <a:pt x="41849" y="4394"/>
                </a:lnTo>
                <a:lnTo>
                  <a:pt x="41058" y="4243"/>
                </a:lnTo>
                <a:lnTo>
                  <a:pt x="40253" y="4105"/>
                </a:lnTo>
                <a:lnTo>
                  <a:pt x="39433" y="3980"/>
                </a:lnTo>
                <a:lnTo>
                  <a:pt x="38600" y="3868"/>
                </a:lnTo>
                <a:lnTo>
                  <a:pt x="37752" y="3769"/>
                </a:lnTo>
                <a:lnTo>
                  <a:pt x="36891" y="3684"/>
                </a:lnTo>
                <a:lnTo>
                  <a:pt x="36015" y="3611"/>
                </a:lnTo>
                <a:lnTo>
                  <a:pt x="35125" y="3552"/>
                </a:lnTo>
                <a:lnTo>
                  <a:pt x="34221" y="3506"/>
                </a:lnTo>
                <a:lnTo>
                  <a:pt x="33303" y="3473"/>
                </a:lnTo>
                <a:lnTo>
                  <a:pt x="32371" y="3454"/>
                </a:lnTo>
                <a:lnTo>
                  <a:pt x="31425" y="3447"/>
                </a:lnTo>
                <a:lnTo>
                  <a:pt x="0" y="3447"/>
                </a:lnTo>
                <a:lnTo>
                  <a:pt x="0" y="99927"/>
                </a:lnTo>
                <a:lnTo>
                  <a:pt x="11578" y="99927"/>
                </a:lnTo>
                <a:lnTo>
                  <a:pt x="11578" y="60233"/>
                </a:lnTo>
                <a:lnTo>
                  <a:pt x="31425" y="60233"/>
                </a:lnTo>
                <a:lnTo>
                  <a:pt x="32382" y="60226"/>
                </a:lnTo>
                <a:lnTo>
                  <a:pt x="33325" y="60206"/>
                </a:lnTo>
                <a:close/>
                <a:moveTo>
                  <a:pt x="34079" y="13170"/>
                </a:moveTo>
                <a:lnTo>
                  <a:pt x="34963" y="13230"/>
                </a:lnTo>
                <a:lnTo>
                  <a:pt x="35825" y="13306"/>
                </a:lnTo>
                <a:lnTo>
                  <a:pt x="36663" y="13400"/>
                </a:lnTo>
                <a:lnTo>
                  <a:pt x="37479" y="13510"/>
                </a:lnTo>
                <a:lnTo>
                  <a:pt x="38271" y="13638"/>
                </a:lnTo>
                <a:lnTo>
                  <a:pt x="39041" y="13782"/>
                </a:lnTo>
                <a:lnTo>
                  <a:pt x="39787" y="13944"/>
                </a:lnTo>
                <a:lnTo>
                  <a:pt x="40511" y="14122"/>
                </a:lnTo>
                <a:lnTo>
                  <a:pt x="41211" y="14317"/>
                </a:lnTo>
                <a:lnTo>
                  <a:pt x="41889" y="14530"/>
                </a:lnTo>
                <a:lnTo>
                  <a:pt x="42544" y="14759"/>
                </a:lnTo>
                <a:lnTo>
                  <a:pt x="43175" y="15006"/>
                </a:lnTo>
                <a:lnTo>
                  <a:pt x="43784" y="15269"/>
                </a:lnTo>
                <a:lnTo>
                  <a:pt x="44370" y="15549"/>
                </a:lnTo>
                <a:lnTo>
                  <a:pt x="44933" y="15847"/>
                </a:lnTo>
                <a:lnTo>
                  <a:pt x="45472" y="16161"/>
                </a:lnTo>
                <a:lnTo>
                  <a:pt x="45989" y="16493"/>
                </a:lnTo>
                <a:lnTo>
                  <a:pt x="46483" y="16841"/>
                </a:lnTo>
                <a:lnTo>
                  <a:pt x="46954" y="17206"/>
                </a:lnTo>
                <a:lnTo>
                  <a:pt x="47402" y="17589"/>
                </a:lnTo>
                <a:lnTo>
                  <a:pt x="47827" y="17988"/>
                </a:lnTo>
                <a:lnTo>
                  <a:pt x="48232" y="18403"/>
                </a:lnTo>
                <a:lnTo>
                  <a:pt x="48619" y="18831"/>
                </a:lnTo>
                <a:lnTo>
                  <a:pt x="48990" y="19274"/>
                </a:lnTo>
                <a:lnTo>
                  <a:pt x="49343" y="19731"/>
                </a:lnTo>
                <a:lnTo>
                  <a:pt x="49679" y="20203"/>
                </a:lnTo>
                <a:lnTo>
                  <a:pt x="49997" y="20688"/>
                </a:lnTo>
                <a:lnTo>
                  <a:pt x="50299" y="21187"/>
                </a:lnTo>
                <a:lnTo>
                  <a:pt x="50583" y="21701"/>
                </a:lnTo>
                <a:lnTo>
                  <a:pt x="50850" y="22229"/>
                </a:lnTo>
                <a:lnTo>
                  <a:pt x="51100" y="22771"/>
                </a:lnTo>
                <a:lnTo>
                  <a:pt x="51332" y="23326"/>
                </a:lnTo>
                <a:lnTo>
                  <a:pt x="51548" y="23897"/>
                </a:lnTo>
                <a:lnTo>
                  <a:pt x="51746" y="24481"/>
                </a:lnTo>
                <a:lnTo>
                  <a:pt x="51927" y="25079"/>
                </a:lnTo>
                <a:lnTo>
                  <a:pt x="52090" y="25691"/>
                </a:lnTo>
                <a:lnTo>
                  <a:pt x="52237" y="26318"/>
                </a:lnTo>
                <a:lnTo>
                  <a:pt x="52366" y="26959"/>
                </a:lnTo>
                <a:lnTo>
                  <a:pt x="52478" y="27614"/>
                </a:lnTo>
                <a:lnTo>
                  <a:pt x="52573" y="28282"/>
                </a:lnTo>
                <a:lnTo>
                  <a:pt x="52650" y="28966"/>
                </a:lnTo>
                <a:lnTo>
                  <a:pt x="52710" y="29663"/>
                </a:lnTo>
                <a:lnTo>
                  <a:pt x="52754" y="30374"/>
                </a:lnTo>
                <a:lnTo>
                  <a:pt x="52779" y="31099"/>
                </a:lnTo>
                <a:lnTo>
                  <a:pt x="52788" y="31839"/>
                </a:lnTo>
                <a:lnTo>
                  <a:pt x="52779" y="32534"/>
                </a:lnTo>
                <a:lnTo>
                  <a:pt x="52754" y="33217"/>
                </a:lnTo>
                <a:lnTo>
                  <a:pt x="52710" y="33889"/>
                </a:lnTo>
                <a:lnTo>
                  <a:pt x="52650" y="34550"/>
                </a:lnTo>
                <a:lnTo>
                  <a:pt x="52573" y="35199"/>
                </a:lnTo>
                <a:lnTo>
                  <a:pt x="52478" y="35836"/>
                </a:lnTo>
                <a:lnTo>
                  <a:pt x="52366" y="36462"/>
                </a:lnTo>
                <a:lnTo>
                  <a:pt x="52237" y="37077"/>
                </a:lnTo>
                <a:lnTo>
                  <a:pt x="52090" y="37680"/>
                </a:lnTo>
                <a:lnTo>
                  <a:pt x="51927" y="38271"/>
                </a:lnTo>
                <a:lnTo>
                  <a:pt x="51746" y="38852"/>
                </a:lnTo>
                <a:lnTo>
                  <a:pt x="51548" y="39420"/>
                </a:lnTo>
                <a:lnTo>
                  <a:pt x="51332" y="39977"/>
                </a:lnTo>
                <a:lnTo>
                  <a:pt x="51100" y="40523"/>
                </a:lnTo>
                <a:lnTo>
                  <a:pt x="50850" y="41057"/>
                </a:lnTo>
                <a:lnTo>
                  <a:pt x="50583" y="41580"/>
                </a:lnTo>
                <a:lnTo>
                  <a:pt x="50299" y="42091"/>
                </a:lnTo>
                <a:lnTo>
                  <a:pt x="49997" y="42590"/>
                </a:lnTo>
                <a:lnTo>
                  <a:pt x="49679" y="43079"/>
                </a:lnTo>
                <a:lnTo>
                  <a:pt x="49343" y="43555"/>
                </a:lnTo>
                <a:lnTo>
                  <a:pt x="48990" y="44020"/>
                </a:lnTo>
                <a:lnTo>
                  <a:pt x="48619" y="44474"/>
                </a:lnTo>
                <a:lnTo>
                  <a:pt x="48232" y="44916"/>
                </a:lnTo>
                <a:lnTo>
                  <a:pt x="47827" y="45347"/>
                </a:lnTo>
                <a:lnTo>
                  <a:pt x="47402" y="45763"/>
                </a:lnTo>
                <a:lnTo>
                  <a:pt x="46954" y="46162"/>
                </a:lnTo>
                <a:lnTo>
                  <a:pt x="46483" y="46543"/>
                </a:lnTo>
                <a:lnTo>
                  <a:pt x="45989" y="46906"/>
                </a:lnTo>
                <a:lnTo>
                  <a:pt x="45472" y="47251"/>
                </a:lnTo>
                <a:lnTo>
                  <a:pt x="44933" y="47578"/>
                </a:lnTo>
                <a:lnTo>
                  <a:pt x="44370" y="47888"/>
                </a:lnTo>
                <a:lnTo>
                  <a:pt x="43784" y="48181"/>
                </a:lnTo>
                <a:lnTo>
                  <a:pt x="43175" y="48455"/>
                </a:lnTo>
                <a:lnTo>
                  <a:pt x="42544" y="48712"/>
                </a:lnTo>
                <a:lnTo>
                  <a:pt x="41889" y="48951"/>
                </a:lnTo>
                <a:lnTo>
                  <a:pt x="41211" y="49172"/>
                </a:lnTo>
                <a:lnTo>
                  <a:pt x="40511" y="49376"/>
                </a:lnTo>
                <a:lnTo>
                  <a:pt x="39787" y="49562"/>
                </a:lnTo>
                <a:lnTo>
                  <a:pt x="39041" y="49730"/>
                </a:lnTo>
                <a:lnTo>
                  <a:pt x="38271" y="49881"/>
                </a:lnTo>
                <a:lnTo>
                  <a:pt x="37479" y="50013"/>
                </a:lnTo>
                <a:lnTo>
                  <a:pt x="36663" y="50128"/>
                </a:lnTo>
                <a:lnTo>
                  <a:pt x="35825" y="50226"/>
                </a:lnTo>
                <a:lnTo>
                  <a:pt x="34963" y="50306"/>
                </a:lnTo>
                <a:lnTo>
                  <a:pt x="34079" y="50368"/>
                </a:lnTo>
                <a:lnTo>
                  <a:pt x="33172" y="50412"/>
                </a:lnTo>
                <a:lnTo>
                  <a:pt x="32241" y="50438"/>
                </a:lnTo>
                <a:lnTo>
                  <a:pt x="31288" y="50447"/>
                </a:lnTo>
                <a:lnTo>
                  <a:pt x="11578" y="50447"/>
                </a:lnTo>
                <a:lnTo>
                  <a:pt x="11578" y="13094"/>
                </a:lnTo>
                <a:lnTo>
                  <a:pt x="31288" y="13094"/>
                </a:lnTo>
                <a:lnTo>
                  <a:pt x="32241" y="13102"/>
                </a:lnTo>
                <a:lnTo>
                  <a:pt x="33172" y="13128"/>
                </a:lnTo>
                <a:lnTo>
                  <a:pt x="34079" y="13170"/>
                </a:lnTo>
                <a:close/>
                <a:moveTo>
                  <a:pt x="291510" y="46864"/>
                </a:moveTo>
                <a:lnTo>
                  <a:pt x="291510" y="12957"/>
                </a:lnTo>
                <a:lnTo>
                  <a:pt x="338649" y="12957"/>
                </a:lnTo>
                <a:lnTo>
                  <a:pt x="338649" y="3447"/>
                </a:lnTo>
                <a:lnTo>
                  <a:pt x="279932" y="3447"/>
                </a:lnTo>
                <a:lnTo>
                  <a:pt x="279932" y="99927"/>
                </a:lnTo>
                <a:lnTo>
                  <a:pt x="291510" y="99927"/>
                </a:lnTo>
                <a:lnTo>
                  <a:pt x="291510" y="56235"/>
                </a:lnTo>
                <a:lnTo>
                  <a:pt x="331618" y="56235"/>
                </a:lnTo>
                <a:lnTo>
                  <a:pt x="331618" y="46864"/>
                </a:lnTo>
                <a:lnTo>
                  <a:pt x="291510" y="46864"/>
                </a:lnTo>
                <a:close/>
                <a:moveTo>
                  <a:pt x="259534" y="64092"/>
                </a:moveTo>
                <a:lnTo>
                  <a:pt x="259534" y="54306"/>
                </a:lnTo>
                <a:lnTo>
                  <a:pt x="204952" y="54306"/>
                </a:lnTo>
                <a:lnTo>
                  <a:pt x="204952" y="64092"/>
                </a:lnTo>
                <a:lnTo>
                  <a:pt x="259534" y="64092"/>
                </a:lnTo>
                <a:close/>
                <a:moveTo>
                  <a:pt x="165287" y="62471"/>
                </a:moveTo>
                <a:lnTo>
                  <a:pt x="165308" y="61946"/>
                </a:lnTo>
                <a:lnTo>
                  <a:pt x="165335" y="61428"/>
                </a:lnTo>
                <a:lnTo>
                  <a:pt x="165368" y="60918"/>
                </a:lnTo>
                <a:lnTo>
                  <a:pt x="165407" y="60414"/>
                </a:lnTo>
                <a:lnTo>
                  <a:pt x="165452" y="59919"/>
                </a:lnTo>
                <a:lnTo>
                  <a:pt x="165503" y="59430"/>
                </a:lnTo>
                <a:lnTo>
                  <a:pt x="165559" y="58950"/>
                </a:lnTo>
                <a:lnTo>
                  <a:pt x="165622" y="58476"/>
                </a:lnTo>
                <a:lnTo>
                  <a:pt x="165691" y="58010"/>
                </a:lnTo>
                <a:lnTo>
                  <a:pt x="165766" y="57551"/>
                </a:lnTo>
                <a:lnTo>
                  <a:pt x="165846" y="57100"/>
                </a:lnTo>
                <a:lnTo>
                  <a:pt x="165933" y="56656"/>
                </a:lnTo>
                <a:lnTo>
                  <a:pt x="166026" y="56220"/>
                </a:lnTo>
                <a:lnTo>
                  <a:pt x="166125" y="55791"/>
                </a:lnTo>
                <a:lnTo>
                  <a:pt x="166229" y="55370"/>
                </a:lnTo>
                <a:lnTo>
                  <a:pt x="166340" y="54955"/>
                </a:lnTo>
                <a:lnTo>
                  <a:pt x="166456" y="54549"/>
                </a:lnTo>
                <a:lnTo>
                  <a:pt x="166579" y="54149"/>
                </a:lnTo>
                <a:lnTo>
                  <a:pt x="166708" y="53758"/>
                </a:lnTo>
                <a:lnTo>
                  <a:pt x="166842" y="53373"/>
                </a:lnTo>
                <a:lnTo>
                  <a:pt x="166983" y="52996"/>
                </a:lnTo>
                <a:lnTo>
                  <a:pt x="167129" y="52626"/>
                </a:lnTo>
                <a:lnTo>
                  <a:pt x="167279" y="52263"/>
                </a:lnTo>
                <a:lnTo>
                  <a:pt x="167435" y="51905"/>
                </a:lnTo>
                <a:lnTo>
                  <a:pt x="167595" y="51555"/>
                </a:lnTo>
                <a:lnTo>
                  <a:pt x="167760" y="51210"/>
                </a:lnTo>
                <a:lnTo>
                  <a:pt x="167930" y="50873"/>
                </a:lnTo>
                <a:lnTo>
                  <a:pt x="168105" y="50541"/>
                </a:lnTo>
                <a:lnTo>
                  <a:pt x="168284" y="50217"/>
                </a:lnTo>
                <a:lnTo>
                  <a:pt x="168468" y="49898"/>
                </a:lnTo>
                <a:lnTo>
                  <a:pt x="168657" y="49586"/>
                </a:lnTo>
                <a:lnTo>
                  <a:pt x="168851" y="49281"/>
                </a:lnTo>
                <a:lnTo>
                  <a:pt x="169050" y="48982"/>
                </a:lnTo>
                <a:lnTo>
                  <a:pt x="169253" y="48689"/>
                </a:lnTo>
                <a:lnTo>
                  <a:pt x="169461" y="48403"/>
                </a:lnTo>
                <a:lnTo>
                  <a:pt x="169674" y="48124"/>
                </a:lnTo>
                <a:lnTo>
                  <a:pt x="169892" y="47851"/>
                </a:lnTo>
                <a:lnTo>
                  <a:pt x="170114" y="47584"/>
                </a:lnTo>
                <a:lnTo>
                  <a:pt x="170341" y="47324"/>
                </a:lnTo>
                <a:lnTo>
                  <a:pt x="170573" y="47070"/>
                </a:lnTo>
                <a:lnTo>
                  <a:pt x="170810" y="46823"/>
                </a:lnTo>
                <a:lnTo>
                  <a:pt x="171052" y="46582"/>
                </a:lnTo>
                <a:lnTo>
                  <a:pt x="171298" y="46348"/>
                </a:lnTo>
                <a:lnTo>
                  <a:pt x="171549" y="46120"/>
                </a:lnTo>
                <a:lnTo>
                  <a:pt x="171805" y="45898"/>
                </a:lnTo>
                <a:lnTo>
                  <a:pt x="172065" y="45683"/>
                </a:lnTo>
                <a:lnTo>
                  <a:pt x="172328" y="45472"/>
                </a:lnTo>
                <a:lnTo>
                  <a:pt x="172595" y="45266"/>
                </a:lnTo>
                <a:lnTo>
                  <a:pt x="172864" y="45066"/>
                </a:lnTo>
                <a:lnTo>
                  <a:pt x="173137" y="44870"/>
                </a:lnTo>
                <a:lnTo>
                  <a:pt x="173412" y="44679"/>
                </a:lnTo>
                <a:lnTo>
                  <a:pt x="173691" y="44494"/>
                </a:lnTo>
                <a:lnTo>
                  <a:pt x="173973" y="44313"/>
                </a:lnTo>
                <a:lnTo>
                  <a:pt x="174257" y="44138"/>
                </a:lnTo>
                <a:lnTo>
                  <a:pt x="174545" y="43967"/>
                </a:lnTo>
                <a:lnTo>
                  <a:pt x="174837" y="43802"/>
                </a:lnTo>
                <a:lnTo>
                  <a:pt x="175131" y="43642"/>
                </a:lnTo>
                <a:lnTo>
                  <a:pt x="175428" y="43486"/>
                </a:lnTo>
                <a:lnTo>
                  <a:pt x="175728" y="43336"/>
                </a:lnTo>
                <a:lnTo>
                  <a:pt x="176032" y="43190"/>
                </a:lnTo>
                <a:lnTo>
                  <a:pt x="176339" y="43050"/>
                </a:lnTo>
                <a:lnTo>
                  <a:pt x="176648" y="42915"/>
                </a:lnTo>
                <a:lnTo>
                  <a:pt x="176961" y="42785"/>
                </a:lnTo>
                <a:lnTo>
                  <a:pt x="177277" y="42659"/>
                </a:lnTo>
                <a:lnTo>
                  <a:pt x="177596" y="42539"/>
                </a:lnTo>
                <a:lnTo>
                  <a:pt x="177918" y="42424"/>
                </a:lnTo>
                <a:lnTo>
                  <a:pt x="178243" y="42314"/>
                </a:lnTo>
                <a:lnTo>
                  <a:pt x="178572" y="42209"/>
                </a:lnTo>
                <a:lnTo>
                  <a:pt x="178903" y="42108"/>
                </a:lnTo>
                <a:lnTo>
                  <a:pt x="179237" y="42013"/>
                </a:lnTo>
                <a:lnTo>
                  <a:pt x="179572" y="41921"/>
                </a:lnTo>
                <a:lnTo>
                  <a:pt x="179909" y="41834"/>
                </a:lnTo>
                <a:lnTo>
                  <a:pt x="180247" y="41750"/>
                </a:lnTo>
                <a:lnTo>
                  <a:pt x="180587" y="41671"/>
                </a:lnTo>
                <a:lnTo>
                  <a:pt x="180928" y="41596"/>
                </a:lnTo>
                <a:lnTo>
                  <a:pt x="181270" y="41525"/>
                </a:lnTo>
                <a:lnTo>
                  <a:pt x="181614" y="41458"/>
                </a:lnTo>
                <a:lnTo>
                  <a:pt x="181960" y="41395"/>
                </a:lnTo>
                <a:lnTo>
                  <a:pt x="182306" y="41336"/>
                </a:lnTo>
                <a:lnTo>
                  <a:pt x="182655" y="41281"/>
                </a:lnTo>
                <a:lnTo>
                  <a:pt x="183004" y="41230"/>
                </a:lnTo>
                <a:lnTo>
                  <a:pt x="183355" y="41183"/>
                </a:lnTo>
                <a:lnTo>
                  <a:pt x="183708" y="41140"/>
                </a:lnTo>
                <a:lnTo>
                  <a:pt x="184062" y="41102"/>
                </a:lnTo>
                <a:lnTo>
                  <a:pt x="184417" y="41067"/>
                </a:lnTo>
                <a:lnTo>
                  <a:pt x="184774" y="41037"/>
                </a:lnTo>
                <a:lnTo>
                  <a:pt x="185132" y="41010"/>
                </a:lnTo>
                <a:lnTo>
                  <a:pt x="185492" y="40988"/>
                </a:lnTo>
                <a:lnTo>
                  <a:pt x="185853" y="40970"/>
                </a:lnTo>
                <a:lnTo>
                  <a:pt x="186215" y="40955"/>
                </a:lnTo>
                <a:lnTo>
                  <a:pt x="186579" y="40945"/>
                </a:lnTo>
                <a:lnTo>
                  <a:pt x="186945" y="40939"/>
                </a:lnTo>
                <a:lnTo>
                  <a:pt x="187311" y="40937"/>
                </a:lnTo>
                <a:lnTo>
                  <a:pt x="191585" y="40937"/>
                </a:lnTo>
                <a:lnTo>
                  <a:pt x="191585" y="28806"/>
                </a:lnTo>
                <a:lnTo>
                  <a:pt x="191036" y="28809"/>
                </a:lnTo>
                <a:lnTo>
                  <a:pt x="190492" y="28819"/>
                </a:lnTo>
                <a:lnTo>
                  <a:pt x="189953" y="28834"/>
                </a:lnTo>
                <a:lnTo>
                  <a:pt x="189420" y="28856"/>
                </a:lnTo>
                <a:lnTo>
                  <a:pt x="188891" y="28884"/>
                </a:lnTo>
                <a:lnTo>
                  <a:pt x="188367" y="28918"/>
                </a:lnTo>
                <a:lnTo>
                  <a:pt x="187848" y="28959"/>
                </a:lnTo>
                <a:lnTo>
                  <a:pt x="187335" y="29005"/>
                </a:lnTo>
                <a:lnTo>
                  <a:pt x="186826" y="29058"/>
                </a:lnTo>
                <a:lnTo>
                  <a:pt x="186322" y="29117"/>
                </a:lnTo>
                <a:lnTo>
                  <a:pt x="185824" y="29183"/>
                </a:lnTo>
                <a:lnTo>
                  <a:pt x="185330" y="29254"/>
                </a:lnTo>
                <a:lnTo>
                  <a:pt x="184842" y="29332"/>
                </a:lnTo>
                <a:lnTo>
                  <a:pt x="184358" y="29416"/>
                </a:lnTo>
                <a:lnTo>
                  <a:pt x="183880" y="29506"/>
                </a:lnTo>
                <a:lnTo>
                  <a:pt x="183406" y="29603"/>
                </a:lnTo>
                <a:lnTo>
                  <a:pt x="182938" y="29705"/>
                </a:lnTo>
                <a:lnTo>
                  <a:pt x="182474" y="29814"/>
                </a:lnTo>
                <a:lnTo>
                  <a:pt x="182016" y="29929"/>
                </a:lnTo>
                <a:lnTo>
                  <a:pt x="181562" y="30051"/>
                </a:lnTo>
                <a:lnTo>
                  <a:pt x="181114" y="30178"/>
                </a:lnTo>
                <a:lnTo>
                  <a:pt x="180671" y="30312"/>
                </a:lnTo>
                <a:lnTo>
                  <a:pt x="180232" y="30452"/>
                </a:lnTo>
                <a:lnTo>
                  <a:pt x="179799" y="30598"/>
                </a:lnTo>
                <a:lnTo>
                  <a:pt x="179371" y="30750"/>
                </a:lnTo>
                <a:lnTo>
                  <a:pt x="178948" y="30907"/>
                </a:lnTo>
                <a:lnTo>
                  <a:pt x="178531" y="31070"/>
                </a:lnTo>
                <a:lnTo>
                  <a:pt x="178119" y="31238"/>
                </a:lnTo>
                <a:lnTo>
                  <a:pt x="177712" y="31411"/>
                </a:lnTo>
                <a:lnTo>
                  <a:pt x="177310" y="31589"/>
                </a:lnTo>
                <a:lnTo>
                  <a:pt x="176914" y="31772"/>
                </a:lnTo>
                <a:lnTo>
                  <a:pt x="176522" y="31961"/>
                </a:lnTo>
                <a:lnTo>
                  <a:pt x="176137" y="32155"/>
                </a:lnTo>
                <a:lnTo>
                  <a:pt x="175756" y="32355"/>
                </a:lnTo>
                <a:lnTo>
                  <a:pt x="175380" y="32559"/>
                </a:lnTo>
                <a:lnTo>
                  <a:pt x="175010" y="32769"/>
                </a:lnTo>
                <a:lnTo>
                  <a:pt x="174645" y="32984"/>
                </a:lnTo>
                <a:lnTo>
                  <a:pt x="174286" y="33205"/>
                </a:lnTo>
                <a:lnTo>
                  <a:pt x="173931" y="33430"/>
                </a:lnTo>
                <a:lnTo>
                  <a:pt x="173582" y="33661"/>
                </a:lnTo>
                <a:lnTo>
                  <a:pt x="173238" y="33897"/>
                </a:lnTo>
                <a:lnTo>
                  <a:pt x="172900" y="34139"/>
                </a:lnTo>
                <a:lnTo>
                  <a:pt x="172567" y="34386"/>
                </a:lnTo>
                <a:lnTo>
                  <a:pt x="172238" y="34638"/>
                </a:lnTo>
                <a:lnTo>
                  <a:pt x="171916" y="34895"/>
                </a:lnTo>
                <a:lnTo>
                  <a:pt x="171598" y="35157"/>
                </a:lnTo>
                <a:lnTo>
                  <a:pt x="171286" y="35425"/>
                </a:lnTo>
                <a:lnTo>
                  <a:pt x="170979" y="35698"/>
                </a:lnTo>
                <a:lnTo>
                  <a:pt x="170677" y="35976"/>
                </a:lnTo>
                <a:lnTo>
                  <a:pt x="170379" y="36259"/>
                </a:lnTo>
                <a:lnTo>
                  <a:pt x="170086" y="36547"/>
                </a:lnTo>
                <a:lnTo>
                  <a:pt x="169798" y="36839"/>
                </a:lnTo>
                <a:lnTo>
                  <a:pt x="169514" y="37136"/>
                </a:lnTo>
                <a:lnTo>
                  <a:pt x="169235" y="37438"/>
                </a:lnTo>
                <a:lnTo>
                  <a:pt x="168960" y="37745"/>
                </a:lnTo>
                <a:lnTo>
                  <a:pt x="168690" y="38057"/>
                </a:lnTo>
                <a:lnTo>
                  <a:pt x="168424" y="38373"/>
                </a:lnTo>
                <a:lnTo>
                  <a:pt x="168163" y="38694"/>
                </a:lnTo>
                <a:lnTo>
                  <a:pt x="167906" y="39020"/>
                </a:lnTo>
                <a:lnTo>
                  <a:pt x="167654" y="39351"/>
                </a:lnTo>
                <a:lnTo>
                  <a:pt x="167407" y="39686"/>
                </a:lnTo>
                <a:lnTo>
                  <a:pt x="167164" y="40026"/>
                </a:lnTo>
                <a:lnTo>
                  <a:pt x="166925" y="40371"/>
                </a:lnTo>
                <a:lnTo>
                  <a:pt x="166691" y="40721"/>
                </a:lnTo>
                <a:lnTo>
                  <a:pt x="166462" y="41076"/>
                </a:lnTo>
                <a:lnTo>
                  <a:pt x="166237" y="41435"/>
                </a:lnTo>
                <a:lnTo>
                  <a:pt x="166016" y="41799"/>
                </a:lnTo>
                <a:lnTo>
                  <a:pt x="165801" y="42168"/>
                </a:lnTo>
                <a:lnTo>
                  <a:pt x="165589" y="42542"/>
                </a:lnTo>
                <a:lnTo>
                  <a:pt x="165383" y="42921"/>
                </a:lnTo>
                <a:lnTo>
                  <a:pt x="165180" y="43304"/>
                </a:lnTo>
                <a:lnTo>
                  <a:pt x="164983" y="43692"/>
                </a:lnTo>
                <a:lnTo>
                  <a:pt x="164156" y="30461"/>
                </a:lnTo>
                <a:lnTo>
                  <a:pt x="153683" y="30461"/>
                </a:lnTo>
                <a:lnTo>
                  <a:pt x="153683" y="99927"/>
                </a:lnTo>
                <a:lnTo>
                  <a:pt x="165260" y="99927"/>
                </a:lnTo>
                <a:lnTo>
                  <a:pt x="165260" y="64092"/>
                </a:lnTo>
                <a:lnTo>
                  <a:pt x="165263" y="63545"/>
                </a:lnTo>
                <a:lnTo>
                  <a:pt x="165272" y="63004"/>
                </a:lnTo>
                <a:lnTo>
                  <a:pt x="165287" y="62471"/>
                </a:lnTo>
                <a:close/>
                <a:moveTo>
                  <a:pt x="364588" y="62471"/>
                </a:moveTo>
                <a:lnTo>
                  <a:pt x="364609" y="61946"/>
                </a:lnTo>
                <a:lnTo>
                  <a:pt x="364635" y="61428"/>
                </a:lnTo>
                <a:lnTo>
                  <a:pt x="364668" y="60918"/>
                </a:lnTo>
                <a:lnTo>
                  <a:pt x="364707" y="60414"/>
                </a:lnTo>
                <a:lnTo>
                  <a:pt x="364752" y="59919"/>
                </a:lnTo>
                <a:lnTo>
                  <a:pt x="364803" y="59430"/>
                </a:lnTo>
                <a:lnTo>
                  <a:pt x="364860" y="58950"/>
                </a:lnTo>
                <a:lnTo>
                  <a:pt x="364922" y="58476"/>
                </a:lnTo>
                <a:lnTo>
                  <a:pt x="364991" y="58010"/>
                </a:lnTo>
                <a:lnTo>
                  <a:pt x="365066" y="57551"/>
                </a:lnTo>
                <a:lnTo>
                  <a:pt x="365147" y="57100"/>
                </a:lnTo>
                <a:lnTo>
                  <a:pt x="365233" y="56656"/>
                </a:lnTo>
                <a:lnTo>
                  <a:pt x="365326" y="56220"/>
                </a:lnTo>
                <a:lnTo>
                  <a:pt x="365425" y="55791"/>
                </a:lnTo>
                <a:lnTo>
                  <a:pt x="365530" y="55370"/>
                </a:lnTo>
                <a:lnTo>
                  <a:pt x="365640" y="54955"/>
                </a:lnTo>
                <a:lnTo>
                  <a:pt x="365757" y="54549"/>
                </a:lnTo>
                <a:lnTo>
                  <a:pt x="365879" y="54149"/>
                </a:lnTo>
                <a:lnTo>
                  <a:pt x="366008" y="53758"/>
                </a:lnTo>
                <a:lnTo>
                  <a:pt x="366143" y="53373"/>
                </a:lnTo>
                <a:lnTo>
                  <a:pt x="366283" y="52996"/>
                </a:lnTo>
                <a:lnTo>
                  <a:pt x="366429" y="52626"/>
                </a:lnTo>
                <a:lnTo>
                  <a:pt x="366580" y="52263"/>
                </a:lnTo>
                <a:lnTo>
                  <a:pt x="366735" y="51905"/>
                </a:lnTo>
                <a:lnTo>
                  <a:pt x="366896" y="51555"/>
                </a:lnTo>
                <a:lnTo>
                  <a:pt x="367061" y="51210"/>
                </a:lnTo>
                <a:lnTo>
                  <a:pt x="367230" y="50873"/>
                </a:lnTo>
                <a:lnTo>
                  <a:pt x="367405" y="50541"/>
                </a:lnTo>
                <a:lnTo>
                  <a:pt x="367584" y="50217"/>
                </a:lnTo>
                <a:lnTo>
                  <a:pt x="367769" y="49898"/>
                </a:lnTo>
                <a:lnTo>
                  <a:pt x="367958" y="49586"/>
                </a:lnTo>
                <a:lnTo>
                  <a:pt x="368151" y="49281"/>
                </a:lnTo>
                <a:lnTo>
                  <a:pt x="368350" y="48982"/>
                </a:lnTo>
                <a:lnTo>
                  <a:pt x="368553" y="48689"/>
                </a:lnTo>
                <a:lnTo>
                  <a:pt x="368761" y="48403"/>
                </a:lnTo>
                <a:lnTo>
                  <a:pt x="368974" y="48124"/>
                </a:lnTo>
                <a:lnTo>
                  <a:pt x="369192" y="47851"/>
                </a:lnTo>
                <a:lnTo>
                  <a:pt x="369414" y="47584"/>
                </a:lnTo>
                <a:lnTo>
                  <a:pt x="369642" y="47324"/>
                </a:lnTo>
                <a:lnTo>
                  <a:pt x="369874" y="47070"/>
                </a:lnTo>
                <a:lnTo>
                  <a:pt x="370110" y="46823"/>
                </a:lnTo>
                <a:lnTo>
                  <a:pt x="370352" y="46582"/>
                </a:lnTo>
                <a:lnTo>
                  <a:pt x="370598" y="46348"/>
                </a:lnTo>
                <a:lnTo>
                  <a:pt x="370850" y="46120"/>
                </a:lnTo>
                <a:lnTo>
                  <a:pt x="371106" y="45898"/>
                </a:lnTo>
                <a:lnTo>
                  <a:pt x="371366" y="45683"/>
                </a:lnTo>
                <a:lnTo>
                  <a:pt x="371629" y="45472"/>
                </a:lnTo>
                <a:lnTo>
                  <a:pt x="371895" y="45266"/>
                </a:lnTo>
                <a:lnTo>
                  <a:pt x="372164" y="45066"/>
                </a:lnTo>
                <a:lnTo>
                  <a:pt x="372437" y="44870"/>
                </a:lnTo>
                <a:lnTo>
                  <a:pt x="372712" y="44679"/>
                </a:lnTo>
                <a:lnTo>
                  <a:pt x="372991" y="44494"/>
                </a:lnTo>
                <a:lnTo>
                  <a:pt x="373273" y="44313"/>
                </a:lnTo>
                <a:lnTo>
                  <a:pt x="373558" y="44138"/>
                </a:lnTo>
                <a:lnTo>
                  <a:pt x="373846" y="43967"/>
                </a:lnTo>
                <a:lnTo>
                  <a:pt x="374137" y="43802"/>
                </a:lnTo>
                <a:lnTo>
                  <a:pt x="374431" y="43642"/>
                </a:lnTo>
                <a:lnTo>
                  <a:pt x="374728" y="43486"/>
                </a:lnTo>
                <a:lnTo>
                  <a:pt x="375029" y="43336"/>
                </a:lnTo>
                <a:lnTo>
                  <a:pt x="375332" y="43190"/>
                </a:lnTo>
                <a:lnTo>
                  <a:pt x="375639" y="43050"/>
                </a:lnTo>
                <a:lnTo>
                  <a:pt x="375949" y="42915"/>
                </a:lnTo>
                <a:lnTo>
                  <a:pt x="376261" y="42785"/>
                </a:lnTo>
                <a:lnTo>
                  <a:pt x="376577" y="42659"/>
                </a:lnTo>
                <a:lnTo>
                  <a:pt x="376896" y="42539"/>
                </a:lnTo>
                <a:lnTo>
                  <a:pt x="377219" y="42424"/>
                </a:lnTo>
                <a:lnTo>
                  <a:pt x="377544" y="42314"/>
                </a:lnTo>
                <a:lnTo>
                  <a:pt x="377872" y="42209"/>
                </a:lnTo>
                <a:lnTo>
                  <a:pt x="378204" y="42108"/>
                </a:lnTo>
                <a:lnTo>
                  <a:pt x="378537" y="42013"/>
                </a:lnTo>
                <a:lnTo>
                  <a:pt x="378873" y="41921"/>
                </a:lnTo>
                <a:lnTo>
                  <a:pt x="379209" y="41834"/>
                </a:lnTo>
                <a:lnTo>
                  <a:pt x="379548" y="41750"/>
                </a:lnTo>
                <a:lnTo>
                  <a:pt x="379887" y="41671"/>
                </a:lnTo>
                <a:lnTo>
                  <a:pt x="380228" y="41596"/>
                </a:lnTo>
                <a:lnTo>
                  <a:pt x="380571" y="41525"/>
                </a:lnTo>
                <a:lnTo>
                  <a:pt x="380915" y="41458"/>
                </a:lnTo>
                <a:lnTo>
                  <a:pt x="381260" y="41395"/>
                </a:lnTo>
                <a:lnTo>
                  <a:pt x="381607" y="41336"/>
                </a:lnTo>
                <a:lnTo>
                  <a:pt x="381955" y="41281"/>
                </a:lnTo>
                <a:lnTo>
                  <a:pt x="382305" y="41230"/>
                </a:lnTo>
                <a:lnTo>
                  <a:pt x="382656" y="41183"/>
                </a:lnTo>
                <a:lnTo>
                  <a:pt x="383008" y="41140"/>
                </a:lnTo>
                <a:lnTo>
                  <a:pt x="383362" y="41102"/>
                </a:lnTo>
                <a:lnTo>
                  <a:pt x="383717" y="41067"/>
                </a:lnTo>
                <a:lnTo>
                  <a:pt x="384074" y="41037"/>
                </a:lnTo>
                <a:lnTo>
                  <a:pt x="384432" y="41010"/>
                </a:lnTo>
                <a:lnTo>
                  <a:pt x="384792" y="40988"/>
                </a:lnTo>
                <a:lnTo>
                  <a:pt x="385153" y="40970"/>
                </a:lnTo>
                <a:lnTo>
                  <a:pt x="385516" y="40955"/>
                </a:lnTo>
                <a:lnTo>
                  <a:pt x="385880" y="40945"/>
                </a:lnTo>
                <a:lnTo>
                  <a:pt x="386245" y="40939"/>
                </a:lnTo>
                <a:lnTo>
                  <a:pt x="386612" y="40937"/>
                </a:lnTo>
                <a:lnTo>
                  <a:pt x="390885" y="40937"/>
                </a:lnTo>
                <a:lnTo>
                  <a:pt x="390885" y="28806"/>
                </a:lnTo>
                <a:lnTo>
                  <a:pt x="390336" y="28809"/>
                </a:lnTo>
                <a:lnTo>
                  <a:pt x="389793" y="28819"/>
                </a:lnTo>
                <a:lnTo>
                  <a:pt x="389254" y="28834"/>
                </a:lnTo>
                <a:lnTo>
                  <a:pt x="388720" y="28856"/>
                </a:lnTo>
                <a:lnTo>
                  <a:pt x="388191" y="28884"/>
                </a:lnTo>
                <a:lnTo>
                  <a:pt x="387668" y="28918"/>
                </a:lnTo>
                <a:lnTo>
                  <a:pt x="387149" y="28959"/>
                </a:lnTo>
                <a:lnTo>
                  <a:pt x="386635" y="29005"/>
                </a:lnTo>
                <a:lnTo>
                  <a:pt x="386126" y="29058"/>
                </a:lnTo>
                <a:lnTo>
                  <a:pt x="385623" y="29117"/>
                </a:lnTo>
                <a:lnTo>
                  <a:pt x="385124" y="29183"/>
                </a:lnTo>
                <a:lnTo>
                  <a:pt x="384631" y="29254"/>
                </a:lnTo>
                <a:lnTo>
                  <a:pt x="384142" y="29332"/>
                </a:lnTo>
                <a:lnTo>
                  <a:pt x="383659" y="29416"/>
                </a:lnTo>
                <a:lnTo>
                  <a:pt x="383180" y="29506"/>
                </a:lnTo>
                <a:lnTo>
                  <a:pt x="382707" y="29603"/>
                </a:lnTo>
                <a:lnTo>
                  <a:pt x="382238" y="29705"/>
                </a:lnTo>
                <a:lnTo>
                  <a:pt x="381775" y="29814"/>
                </a:lnTo>
                <a:lnTo>
                  <a:pt x="381316" y="29929"/>
                </a:lnTo>
                <a:lnTo>
                  <a:pt x="380863" y="30051"/>
                </a:lnTo>
                <a:lnTo>
                  <a:pt x="380414" y="30178"/>
                </a:lnTo>
                <a:lnTo>
                  <a:pt x="379971" y="30312"/>
                </a:lnTo>
                <a:lnTo>
                  <a:pt x="379533" y="30452"/>
                </a:lnTo>
                <a:lnTo>
                  <a:pt x="379099" y="30598"/>
                </a:lnTo>
                <a:lnTo>
                  <a:pt x="378671" y="30750"/>
                </a:lnTo>
                <a:lnTo>
                  <a:pt x="378249" y="30907"/>
                </a:lnTo>
                <a:lnTo>
                  <a:pt x="377831" y="31070"/>
                </a:lnTo>
                <a:lnTo>
                  <a:pt x="377419" y="31238"/>
                </a:lnTo>
                <a:lnTo>
                  <a:pt x="377012" y="31411"/>
                </a:lnTo>
                <a:lnTo>
                  <a:pt x="376610" y="31589"/>
                </a:lnTo>
                <a:lnTo>
                  <a:pt x="376214" y="31772"/>
                </a:lnTo>
                <a:lnTo>
                  <a:pt x="375823" y="31961"/>
                </a:lnTo>
                <a:lnTo>
                  <a:pt x="375437" y="32155"/>
                </a:lnTo>
                <a:lnTo>
                  <a:pt x="375056" y="32355"/>
                </a:lnTo>
                <a:lnTo>
                  <a:pt x="374681" y="32559"/>
                </a:lnTo>
                <a:lnTo>
                  <a:pt x="374311" y="32769"/>
                </a:lnTo>
                <a:lnTo>
                  <a:pt x="373946" y="32984"/>
                </a:lnTo>
                <a:lnTo>
                  <a:pt x="373586" y="33205"/>
                </a:lnTo>
                <a:lnTo>
                  <a:pt x="373232" y="33430"/>
                </a:lnTo>
                <a:lnTo>
                  <a:pt x="372883" y="33661"/>
                </a:lnTo>
                <a:lnTo>
                  <a:pt x="372539" y="33897"/>
                </a:lnTo>
                <a:lnTo>
                  <a:pt x="372200" y="34139"/>
                </a:lnTo>
                <a:lnTo>
                  <a:pt x="371867" y="34386"/>
                </a:lnTo>
                <a:lnTo>
                  <a:pt x="371539" y="34638"/>
                </a:lnTo>
                <a:lnTo>
                  <a:pt x="371216" y="34895"/>
                </a:lnTo>
                <a:lnTo>
                  <a:pt x="370898" y="35157"/>
                </a:lnTo>
                <a:lnTo>
                  <a:pt x="370586" y="35425"/>
                </a:lnTo>
                <a:lnTo>
                  <a:pt x="370279" y="35698"/>
                </a:lnTo>
                <a:lnTo>
                  <a:pt x="369977" y="35976"/>
                </a:lnTo>
                <a:lnTo>
                  <a:pt x="369680" y="36259"/>
                </a:lnTo>
                <a:lnTo>
                  <a:pt x="369387" y="36547"/>
                </a:lnTo>
                <a:lnTo>
                  <a:pt x="369098" y="36839"/>
                </a:lnTo>
                <a:lnTo>
                  <a:pt x="368814" y="37136"/>
                </a:lnTo>
                <a:lnTo>
                  <a:pt x="368535" y="37438"/>
                </a:lnTo>
                <a:lnTo>
                  <a:pt x="368260" y="37745"/>
                </a:lnTo>
                <a:lnTo>
                  <a:pt x="367990" y="38057"/>
                </a:lnTo>
                <a:lnTo>
                  <a:pt x="367724" y="38373"/>
                </a:lnTo>
                <a:lnTo>
                  <a:pt x="367463" y="38694"/>
                </a:lnTo>
                <a:lnTo>
                  <a:pt x="367207" y="39020"/>
                </a:lnTo>
                <a:lnTo>
                  <a:pt x="366955" y="39351"/>
                </a:lnTo>
                <a:lnTo>
                  <a:pt x="366707" y="39686"/>
                </a:lnTo>
                <a:lnTo>
                  <a:pt x="366464" y="40026"/>
                </a:lnTo>
                <a:lnTo>
                  <a:pt x="366225" y="40371"/>
                </a:lnTo>
                <a:lnTo>
                  <a:pt x="365991" y="40721"/>
                </a:lnTo>
                <a:lnTo>
                  <a:pt x="365762" y="41076"/>
                </a:lnTo>
                <a:lnTo>
                  <a:pt x="365537" y="41435"/>
                </a:lnTo>
                <a:lnTo>
                  <a:pt x="365317" y="41799"/>
                </a:lnTo>
                <a:lnTo>
                  <a:pt x="365101" y="42168"/>
                </a:lnTo>
                <a:lnTo>
                  <a:pt x="364890" y="42542"/>
                </a:lnTo>
                <a:lnTo>
                  <a:pt x="364683" y="42921"/>
                </a:lnTo>
                <a:lnTo>
                  <a:pt x="364481" y="43304"/>
                </a:lnTo>
                <a:lnTo>
                  <a:pt x="364283" y="43692"/>
                </a:lnTo>
                <a:lnTo>
                  <a:pt x="363457" y="30461"/>
                </a:lnTo>
                <a:lnTo>
                  <a:pt x="352983" y="30461"/>
                </a:lnTo>
                <a:lnTo>
                  <a:pt x="352983" y="99927"/>
                </a:lnTo>
                <a:lnTo>
                  <a:pt x="364561" y="99927"/>
                </a:lnTo>
                <a:lnTo>
                  <a:pt x="364561" y="64092"/>
                </a:lnTo>
                <a:lnTo>
                  <a:pt x="364564" y="63545"/>
                </a:lnTo>
                <a:lnTo>
                  <a:pt x="364573" y="63004"/>
                </a:lnTo>
                <a:lnTo>
                  <a:pt x="364588" y="62471"/>
                </a:lnTo>
                <a:close/>
                <a:moveTo>
                  <a:pt x="490575" y="61063"/>
                </a:moveTo>
                <a:lnTo>
                  <a:pt x="490606" y="60439"/>
                </a:lnTo>
                <a:lnTo>
                  <a:pt x="490644" y="59823"/>
                </a:lnTo>
                <a:lnTo>
                  <a:pt x="490692" y="59215"/>
                </a:lnTo>
                <a:lnTo>
                  <a:pt x="490748" y="58617"/>
                </a:lnTo>
                <a:lnTo>
                  <a:pt x="490812" y="58027"/>
                </a:lnTo>
                <a:lnTo>
                  <a:pt x="490885" y="57445"/>
                </a:lnTo>
                <a:lnTo>
                  <a:pt x="490967" y="56873"/>
                </a:lnTo>
                <a:lnTo>
                  <a:pt x="491058" y="56308"/>
                </a:lnTo>
                <a:lnTo>
                  <a:pt x="491157" y="55753"/>
                </a:lnTo>
                <a:lnTo>
                  <a:pt x="491264" y="55206"/>
                </a:lnTo>
                <a:lnTo>
                  <a:pt x="491380" y="54668"/>
                </a:lnTo>
                <a:lnTo>
                  <a:pt x="491505" y="54138"/>
                </a:lnTo>
                <a:lnTo>
                  <a:pt x="491639" y="53617"/>
                </a:lnTo>
                <a:lnTo>
                  <a:pt x="491781" y="53104"/>
                </a:lnTo>
                <a:lnTo>
                  <a:pt x="491931" y="52600"/>
                </a:lnTo>
                <a:lnTo>
                  <a:pt x="492091" y="52105"/>
                </a:lnTo>
                <a:lnTo>
                  <a:pt x="492259" y="51618"/>
                </a:lnTo>
                <a:lnTo>
                  <a:pt x="492435" y="51140"/>
                </a:lnTo>
                <a:lnTo>
                  <a:pt x="492620" y="50671"/>
                </a:lnTo>
                <a:lnTo>
                  <a:pt x="492814" y="50210"/>
                </a:lnTo>
                <a:lnTo>
                  <a:pt x="493016" y="49757"/>
                </a:lnTo>
                <a:lnTo>
                  <a:pt x="493226" y="49314"/>
                </a:lnTo>
                <a:lnTo>
                  <a:pt x="493442" y="48879"/>
                </a:lnTo>
                <a:lnTo>
                  <a:pt x="493664" y="48453"/>
                </a:lnTo>
                <a:lnTo>
                  <a:pt x="493891" y="48036"/>
                </a:lnTo>
                <a:lnTo>
                  <a:pt x="494125" y="47628"/>
                </a:lnTo>
                <a:lnTo>
                  <a:pt x="494365" y="47229"/>
                </a:lnTo>
                <a:lnTo>
                  <a:pt x="494610" y="46839"/>
                </a:lnTo>
                <a:lnTo>
                  <a:pt x="494862" y="46457"/>
                </a:lnTo>
                <a:lnTo>
                  <a:pt x="495120" y="46084"/>
                </a:lnTo>
                <a:lnTo>
                  <a:pt x="495383" y="45721"/>
                </a:lnTo>
                <a:lnTo>
                  <a:pt x="495653" y="45366"/>
                </a:lnTo>
                <a:lnTo>
                  <a:pt x="495929" y="45020"/>
                </a:lnTo>
                <a:lnTo>
                  <a:pt x="496210" y="44682"/>
                </a:lnTo>
                <a:lnTo>
                  <a:pt x="496498" y="44354"/>
                </a:lnTo>
                <a:lnTo>
                  <a:pt x="496791" y="44034"/>
                </a:lnTo>
                <a:lnTo>
                  <a:pt x="497091" y="43724"/>
                </a:lnTo>
                <a:lnTo>
                  <a:pt x="497396" y="43422"/>
                </a:lnTo>
                <a:lnTo>
                  <a:pt x="497708" y="43129"/>
                </a:lnTo>
                <a:lnTo>
                  <a:pt x="498025" y="42845"/>
                </a:lnTo>
                <a:lnTo>
                  <a:pt x="498349" y="42570"/>
                </a:lnTo>
                <a:lnTo>
                  <a:pt x="498678" y="42303"/>
                </a:lnTo>
                <a:lnTo>
                  <a:pt x="499013" y="42046"/>
                </a:lnTo>
                <a:lnTo>
                  <a:pt x="499355" y="41797"/>
                </a:lnTo>
                <a:lnTo>
                  <a:pt x="499702" y="41557"/>
                </a:lnTo>
                <a:lnTo>
                  <a:pt x="500054" y="41327"/>
                </a:lnTo>
                <a:lnTo>
                  <a:pt x="500410" y="41106"/>
                </a:lnTo>
                <a:lnTo>
                  <a:pt x="500769" y="40895"/>
                </a:lnTo>
                <a:lnTo>
                  <a:pt x="501132" y="40694"/>
                </a:lnTo>
                <a:lnTo>
                  <a:pt x="501499" y="40502"/>
                </a:lnTo>
                <a:lnTo>
                  <a:pt x="501869" y="40321"/>
                </a:lnTo>
                <a:lnTo>
                  <a:pt x="502242" y="40149"/>
                </a:lnTo>
                <a:lnTo>
                  <a:pt x="502620" y="39987"/>
                </a:lnTo>
                <a:lnTo>
                  <a:pt x="503000" y="39835"/>
                </a:lnTo>
                <a:lnTo>
                  <a:pt x="503385" y="39693"/>
                </a:lnTo>
                <a:lnTo>
                  <a:pt x="503773" y="39560"/>
                </a:lnTo>
                <a:lnTo>
                  <a:pt x="504164" y="39437"/>
                </a:lnTo>
                <a:lnTo>
                  <a:pt x="504559" y="39325"/>
                </a:lnTo>
                <a:lnTo>
                  <a:pt x="504958" y="39222"/>
                </a:lnTo>
                <a:lnTo>
                  <a:pt x="505361" y="39128"/>
                </a:lnTo>
                <a:lnTo>
                  <a:pt x="505766" y="39045"/>
                </a:lnTo>
                <a:lnTo>
                  <a:pt x="506176" y="38971"/>
                </a:lnTo>
                <a:lnTo>
                  <a:pt x="506589" y="38907"/>
                </a:lnTo>
                <a:lnTo>
                  <a:pt x="507006" y="38854"/>
                </a:lnTo>
                <a:lnTo>
                  <a:pt x="507426" y="38809"/>
                </a:lnTo>
                <a:lnTo>
                  <a:pt x="507850" y="38775"/>
                </a:lnTo>
                <a:lnTo>
                  <a:pt x="508277" y="38750"/>
                </a:lnTo>
                <a:lnTo>
                  <a:pt x="508708" y="38736"/>
                </a:lnTo>
                <a:lnTo>
                  <a:pt x="509143" y="38731"/>
                </a:lnTo>
                <a:lnTo>
                  <a:pt x="509791" y="38740"/>
                </a:lnTo>
                <a:lnTo>
                  <a:pt x="510427" y="38767"/>
                </a:lnTo>
                <a:lnTo>
                  <a:pt x="511051" y="38813"/>
                </a:lnTo>
                <a:lnTo>
                  <a:pt x="511662" y="38876"/>
                </a:lnTo>
                <a:lnTo>
                  <a:pt x="512260" y="38958"/>
                </a:lnTo>
                <a:lnTo>
                  <a:pt x="512847" y="39058"/>
                </a:lnTo>
                <a:lnTo>
                  <a:pt x="513420" y="39176"/>
                </a:lnTo>
                <a:lnTo>
                  <a:pt x="513982" y="39313"/>
                </a:lnTo>
                <a:lnTo>
                  <a:pt x="514531" y="39468"/>
                </a:lnTo>
                <a:lnTo>
                  <a:pt x="515067" y="39640"/>
                </a:lnTo>
                <a:lnTo>
                  <a:pt x="515591" y="39831"/>
                </a:lnTo>
                <a:lnTo>
                  <a:pt x="516103" y="40041"/>
                </a:lnTo>
                <a:lnTo>
                  <a:pt x="516602" y="40268"/>
                </a:lnTo>
                <a:lnTo>
                  <a:pt x="517088" y="40513"/>
                </a:lnTo>
                <a:lnTo>
                  <a:pt x="517563" y="40777"/>
                </a:lnTo>
                <a:lnTo>
                  <a:pt x="518025" y="41059"/>
                </a:lnTo>
                <a:lnTo>
                  <a:pt x="518474" y="41359"/>
                </a:lnTo>
                <a:lnTo>
                  <a:pt x="518911" y="41678"/>
                </a:lnTo>
                <a:lnTo>
                  <a:pt x="519335" y="42014"/>
                </a:lnTo>
                <a:lnTo>
                  <a:pt x="519748" y="42369"/>
                </a:lnTo>
                <a:lnTo>
                  <a:pt x="520147" y="42742"/>
                </a:lnTo>
                <a:lnTo>
                  <a:pt x="520534" y="43133"/>
                </a:lnTo>
                <a:lnTo>
                  <a:pt x="520909" y="43542"/>
                </a:lnTo>
                <a:lnTo>
                  <a:pt x="521272" y="43970"/>
                </a:lnTo>
                <a:lnTo>
                  <a:pt x="521620" y="44415"/>
                </a:lnTo>
                <a:lnTo>
                  <a:pt x="521954" y="44879"/>
                </a:lnTo>
                <a:lnTo>
                  <a:pt x="522273" y="45361"/>
                </a:lnTo>
                <a:lnTo>
                  <a:pt x="522577" y="45861"/>
                </a:lnTo>
                <a:lnTo>
                  <a:pt x="522867" y="46379"/>
                </a:lnTo>
                <a:lnTo>
                  <a:pt x="523141" y="46915"/>
                </a:lnTo>
                <a:lnTo>
                  <a:pt x="523401" y="47470"/>
                </a:lnTo>
                <a:lnTo>
                  <a:pt x="523646" y="48043"/>
                </a:lnTo>
                <a:lnTo>
                  <a:pt x="523876" y="48634"/>
                </a:lnTo>
                <a:lnTo>
                  <a:pt x="524091" y="49243"/>
                </a:lnTo>
                <a:lnTo>
                  <a:pt x="524291" y="49870"/>
                </a:lnTo>
                <a:lnTo>
                  <a:pt x="524477" y="50516"/>
                </a:lnTo>
                <a:lnTo>
                  <a:pt x="524647" y="51179"/>
                </a:lnTo>
                <a:lnTo>
                  <a:pt x="524803" y="51861"/>
                </a:lnTo>
                <a:lnTo>
                  <a:pt x="524944" y="52561"/>
                </a:lnTo>
                <a:lnTo>
                  <a:pt x="525070" y="53279"/>
                </a:lnTo>
                <a:lnTo>
                  <a:pt x="525181" y="54016"/>
                </a:lnTo>
                <a:lnTo>
                  <a:pt x="525278" y="54770"/>
                </a:lnTo>
                <a:lnTo>
                  <a:pt x="525360" y="55543"/>
                </a:lnTo>
                <a:lnTo>
                  <a:pt x="525426" y="56334"/>
                </a:lnTo>
                <a:lnTo>
                  <a:pt x="525478" y="57143"/>
                </a:lnTo>
                <a:lnTo>
                  <a:pt x="525515" y="57971"/>
                </a:lnTo>
                <a:lnTo>
                  <a:pt x="525538" y="58816"/>
                </a:lnTo>
                <a:lnTo>
                  <a:pt x="525545" y="59680"/>
                </a:lnTo>
                <a:lnTo>
                  <a:pt x="525545" y="99927"/>
                </a:lnTo>
                <a:lnTo>
                  <a:pt x="537123" y="99927"/>
                </a:lnTo>
                <a:lnTo>
                  <a:pt x="537123" y="62988"/>
                </a:lnTo>
                <a:lnTo>
                  <a:pt x="537127" y="62338"/>
                </a:lnTo>
                <a:lnTo>
                  <a:pt x="537140" y="61696"/>
                </a:lnTo>
                <a:lnTo>
                  <a:pt x="537161" y="61063"/>
                </a:lnTo>
                <a:lnTo>
                  <a:pt x="537191" y="60439"/>
                </a:lnTo>
                <a:lnTo>
                  <a:pt x="537230" y="59823"/>
                </a:lnTo>
                <a:lnTo>
                  <a:pt x="537278" y="59215"/>
                </a:lnTo>
                <a:lnTo>
                  <a:pt x="537334" y="58617"/>
                </a:lnTo>
                <a:lnTo>
                  <a:pt x="537398" y="58027"/>
                </a:lnTo>
                <a:lnTo>
                  <a:pt x="537471" y="57445"/>
                </a:lnTo>
                <a:lnTo>
                  <a:pt x="537553" y="56873"/>
                </a:lnTo>
                <a:lnTo>
                  <a:pt x="537643" y="56308"/>
                </a:lnTo>
                <a:lnTo>
                  <a:pt x="537743" y="55753"/>
                </a:lnTo>
                <a:lnTo>
                  <a:pt x="537850" y="55206"/>
                </a:lnTo>
                <a:lnTo>
                  <a:pt x="537966" y="54668"/>
                </a:lnTo>
                <a:lnTo>
                  <a:pt x="538091" y="54138"/>
                </a:lnTo>
                <a:lnTo>
                  <a:pt x="538225" y="53617"/>
                </a:lnTo>
                <a:lnTo>
                  <a:pt x="538367" y="53104"/>
                </a:lnTo>
                <a:lnTo>
                  <a:pt x="538517" y="52600"/>
                </a:lnTo>
                <a:lnTo>
                  <a:pt x="538677" y="52105"/>
                </a:lnTo>
                <a:lnTo>
                  <a:pt x="538845" y="51618"/>
                </a:lnTo>
                <a:lnTo>
                  <a:pt x="539021" y="51140"/>
                </a:lnTo>
                <a:lnTo>
                  <a:pt x="539206" y="50671"/>
                </a:lnTo>
                <a:lnTo>
                  <a:pt x="539400" y="50210"/>
                </a:lnTo>
                <a:lnTo>
                  <a:pt x="539602" y="49757"/>
                </a:lnTo>
                <a:lnTo>
                  <a:pt x="539812" y="49314"/>
                </a:lnTo>
                <a:lnTo>
                  <a:pt x="540028" y="48879"/>
                </a:lnTo>
                <a:lnTo>
                  <a:pt x="540251" y="48453"/>
                </a:lnTo>
                <a:lnTo>
                  <a:pt x="540479" y="48036"/>
                </a:lnTo>
                <a:lnTo>
                  <a:pt x="540714" y="47628"/>
                </a:lnTo>
                <a:lnTo>
                  <a:pt x="540955" y="47229"/>
                </a:lnTo>
                <a:lnTo>
                  <a:pt x="541202" y="46839"/>
                </a:lnTo>
                <a:lnTo>
                  <a:pt x="541455" y="46457"/>
                </a:lnTo>
                <a:lnTo>
                  <a:pt x="541715" y="46084"/>
                </a:lnTo>
                <a:lnTo>
                  <a:pt x="541981" y="45721"/>
                </a:lnTo>
                <a:lnTo>
                  <a:pt x="542253" y="45366"/>
                </a:lnTo>
                <a:lnTo>
                  <a:pt x="542531" y="45020"/>
                </a:lnTo>
                <a:lnTo>
                  <a:pt x="542816" y="44682"/>
                </a:lnTo>
                <a:lnTo>
                  <a:pt x="543106" y="44354"/>
                </a:lnTo>
                <a:lnTo>
                  <a:pt x="543403" y="44034"/>
                </a:lnTo>
                <a:lnTo>
                  <a:pt x="543707" y="43724"/>
                </a:lnTo>
                <a:lnTo>
                  <a:pt x="544016" y="43422"/>
                </a:lnTo>
                <a:lnTo>
                  <a:pt x="544331" y="43129"/>
                </a:lnTo>
                <a:lnTo>
                  <a:pt x="544653" y="42845"/>
                </a:lnTo>
                <a:lnTo>
                  <a:pt x="544981" y="42570"/>
                </a:lnTo>
                <a:lnTo>
                  <a:pt x="545315" y="42303"/>
                </a:lnTo>
                <a:lnTo>
                  <a:pt x="545656" y="42046"/>
                </a:lnTo>
                <a:lnTo>
                  <a:pt x="546002" y="41797"/>
                </a:lnTo>
                <a:lnTo>
                  <a:pt x="546355" y="41557"/>
                </a:lnTo>
                <a:lnTo>
                  <a:pt x="546713" y="41327"/>
                </a:lnTo>
                <a:lnTo>
                  <a:pt x="547075" y="41106"/>
                </a:lnTo>
                <a:lnTo>
                  <a:pt x="547441" y="40895"/>
                </a:lnTo>
                <a:lnTo>
                  <a:pt x="547810" y="40694"/>
                </a:lnTo>
                <a:lnTo>
                  <a:pt x="548184" y="40502"/>
                </a:lnTo>
                <a:lnTo>
                  <a:pt x="548561" y="40321"/>
                </a:lnTo>
                <a:lnTo>
                  <a:pt x="548942" y="40149"/>
                </a:lnTo>
                <a:lnTo>
                  <a:pt x="549327" y="39987"/>
                </a:lnTo>
                <a:lnTo>
                  <a:pt x="549715" y="39835"/>
                </a:lnTo>
                <a:lnTo>
                  <a:pt x="550108" y="39693"/>
                </a:lnTo>
                <a:lnTo>
                  <a:pt x="550504" y="39560"/>
                </a:lnTo>
                <a:lnTo>
                  <a:pt x="550904" y="39437"/>
                </a:lnTo>
                <a:lnTo>
                  <a:pt x="551308" y="39325"/>
                </a:lnTo>
                <a:lnTo>
                  <a:pt x="551716" y="39222"/>
                </a:lnTo>
                <a:lnTo>
                  <a:pt x="552128" y="39128"/>
                </a:lnTo>
                <a:lnTo>
                  <a:pt x="552543" y="39045"/>
                </a:lnTo>
                <a:lnTo>
                  <a:pt x="552962" y="38971"/>
                </a:lnTo>
                <a:lnTo>
                  <a:pt x="553385" y="38907"/>
                </a:lnTo>
                <a:lnTo>
                  <a:pt x="553812" y="38854"/>
                </a:lnTo>
                <a:lnTo>
                  <a:pt x="554243" y="38809"/>
                </a:lnTo>
                <a:lnTo>
                  <a:pt x="554678" y="38775"/>
                </a:lnTo>
                <a:lnTo>
                  <a:pt x="555116" y="38750"/>
                </a:lnTo>
                <a:lnTo>
                  <a:pt x="555558" y="38736"/>
                </a:lnTo>
                <a:lnTo>
                  <a:pt x="556004" y="38731"/>
                </a:lnTo>
                <a:lnTo>
                  <a:pt x="556642" y="38740"/>
                </a:lnTo>
                <a:lnTo>
                  <a:pt x="557267" y="38767"/>
                </a:lnTo>
                <a:lnTo>
                  <a:pt x="557880" y="38813"/>
                </a:lnTo>
                <a:lnTo>
                  <a:pt x="558481" y="38876"/>
                </a:lnTo>
                <a:lnTo>
                  <a:pt x="559071" y="38958"/>
                </a:lnTo>
                <a:lnTo>
                  <a:pt x="559648" y="39058"/>
                </a:lnTo>
                <a:lnTo>
                  <a:pt x="560213" y="39176"/>
                </a:lnTo>
                <a:lnTo>
                  <a:pt x="560767" y="39313"/>
                </a:lnTo>
                <a:lnTo>
                  <a:pt x="561308" y="39468"/>
                </a:lnTo>
                <a:lnTo>
                  <a:pt x="561838" y="39640"/>
                </a:lnTo>
                <a:lnTo>
                  <a:pt x="562355" y="39831"/>
                </a:lnTo>
                <a:lnTo>
                  <a:pt x="562861" y="40041"/>
                </a:lnTo>
                <a:lnTo>
                  <a:pt x="563355" y="40268"/>
                </a:lnTo>
                <a:lnTo>
                  <a:pt x="563836" y="40513"/>
                </a:lnTo>
                <a:lnTo>
                  <a:pt x="564306" y="40777"/>
                </a:lnTo>
                <a:lnTo>
                  <a:pt x="564764" y="41059"/>
                </a:lnTo>
                <a:lnTo>
                  <a:pt x="565209" y="41359"/>
                </a:lnTo>
                <a:lnTo>
                  <a:pt x="565643" y="41678"/>
                </a:lnTo>
                <a:lnTo>
                  <a:pt x="566065" y="42014"/>
                </a:lnTo>
                <a:lnTo>
                  <a:pt x="566475" y="42369"/>
                </a:lnTo>
                <a:lnTo>
                  <a:pt x="566872" y="42742"/>
                </a:lnTo>
                <a:lnTo>
                  <a:pt x="567258" y="43133"/>
                </a:lnTo>
                <a:lnTo>
                  <a:pt x="567632" y="43542"/>
                </a:lnTo>
                <a:lnTo>
                  <a:pt x="567994" y="43970"/>
                </a:lnTo>
                <a:lnTo>
                  <a:pt x="568343" y="44415"/>
                </a:lnTo>
                <a:lnTo>
                  <a:pt x="568677" y="44879"/>
                </a:lnTo>
                <a:lnTo>
                  <a:pt x="568996" y="45361"/>
                </a:lnTo>
                <a:lnTo>
                  <a:pt x="569300" y="45861"/>
                </a:lnTo>
                <a:lnTo>
                  <a:pt x="569589" y="46379"/>
                </a:lnTo>
                <a:lnTo>
                  <a:pt x="569864" y="46915"/>
                </a:lnTo>
                <a:lnTo>
                  <a:pt x="570123" y="47470"/>
                </a:lnTo>
                <a:lnTo>
                  <a:pt x="570368" y="48043"/>
                </a:lnTo>
                <a:lnTo>
                  <a:pt x="570598" y="48634"/>
                </a:lnTo>
                <a:lnTo>
                  <a:pt x="570813" y="49243"/>
                </a:lnTo>
                <a:lnTo>
                  <a:pt x="571014" y="49870"/>
                </a:lnTo>
                <a:lnTo>
                  <a:pt x="571199" y="50516"/>
                </a:lnTo>
                <a:lnTo>
                  <a:pt x="571370" y="51179"/>
                </a:lnTo>
                <a:lnTo>
                  <a:pt x="571526" y="51861"/>
                </a:lnTo>
                <a:lnTo>
                  <a:pt x="571667" y="52561"/>
                </a:lnTo>
                <a:lnTo>
                  <a:pt x="571793" y="53279"/>
                </a:lnTo>
                <a:lnTo>
                  <a:pt x="571904" y="54016"/>
                </a:lnTo>
                <a:lnTo>
                  <a:pt x="572001" y="54770"/>
                </a:lnTo>
                <a:lnTo>
                  <a:pt x="572082" y="55543"/>
                </a:lnTo>
                <a:lnTo>
                  <a:pt x="572149" y="56334"/>
                </a:lnTo>
                <a:lnTo>
                  <a:pt x="572201" y="57143"/>
                </a:lnTo>
                <a:lnTo>
                  <a:pt x="572238" y="57971"/>
                </a:lnTo>
                <a:lnTo>
                  <a:pt x="572260" y="58816"/>
                </a:lnTo>
                <a:lnTo>
                  <a:pt x="572268" y="59680"/>
                </a:lnTo>
                <a:lnTo>
                  <a:pt x="572268" y="99927"/>
                </a:lnTo>
                <a:lnTo>
                  <a:pt x="583709" y="99927"/>
                </a:lnTo>
                <a:lnTo>
                  <a:pt x="583709" y="58441"/>
                </a:lnTo>
                <a:lnTo>
                  <a:pt x="583703" y="57609"/>
                </a:lnTo>
                <a:lnTo>
                  <a:pt x="583686" y="56789"/>
                </a:lnTo>
                <a:lnTo>
                  <a:pt x="583658" y="55981"/>
                </a:lnTo>
                <a:lnTo>
                  <a:pt x="583619" y="55185"/>
                </a:lnTo>
                <a:lnTo>
                  <a:pt x="583568" y="54401"/>
                </a:lnTo>
                <a:lnTo>
                  <a:pt x="583506" y="53630"/>
                </a:lnTo>
                <a:lnTo>
                  <a:pt x="583433" y="52871"/>
                </a:lnTo>
                <a:lnTo>
                  <a:pt x="583349" y="52124"/>
                </a:lnTo>
                <a:lnTo>
                  <a:pt x="583253" y="51389"/>
                </a:lnTo>
                <a:lnTo>
                  <a:pt x="583146" y="50667"/>
                </a:lnTo>
                <a:lnTo>
                  <a:pt x="583028" y="49957"/>
                </a:lnTo>
                <a:lnTo>
                  <a:pt x="582899" y="49258"/>
                </a:lnTo>
                <a:lnTo>
                  <a:pt x="582758" y="48573"/>
                </a:lnTo>
                <a:lnTo>
                  <a:pt x="582606" y="47899"/>
                </a:lnTo>
                <a:lnTo>
                  <a:pt x="582443" y="47237"/>
                </a:lnTo>
                <a:lnTo>
                  <a:pt x="582269" y="46588"/>
                </a:lnTo>
                <a:lnTo>
                  <a:pt x="582084" y="45951"/>
                </a:lnTo>
                <a:lnTo>
                  <a:pt x="581887" y="45326"/>
                </a:lnTo>
                <a:lnTo>
                  <a:pt x="581679" y="44713"/>
                </a:lnTo>
                <a:lnTo>
                  <a:pt x="581459" y="44113"/>
                </a:lnTo>
                <a:lnTo>
                  <a:pt x="581229" y="43525"/>
                </a:lnTo>
                <a:lnTo>
                  <a:pt x="580987" y="42948"/>
                </a:lnTo>
                <a:lnTo>
                  <a:pt x="580734" y="42385"/>
                </a:lnTo>
                <a:lnTo>
                  <a:pt x="580470" y="41833"/>
                </a:lnTo>
                <a:lnTo>
                  <a:pt x="580195" y="41293"/>
                </a:lnTo>
                <a:lnTo>
                  <a:pt x="579911" y="40765"/>
                </a:lnTo>
                <a:lnTo>
                  <a:pt x="579617" y="40248"/>
                </a:lnTo>
                <a:lnTo>
                  <a:pt x="579314" y="39742"/>
                </a:lnTo>
                <a:lnTo>
                  <a:pt x="579001" y="39249"/>
                </a:lnTo>
                <a:lnTo>
                  <a:pt x="578678" y="38766"/>
                </a:lnTo>
                <a:lnTo>
                  <a:pt x="578346" y="38295"/>
                </a:lnTo>
                <a:lnTo>
                  <a:pt x="578004" y="37836"/>
                </a:lnTo>
                <a:lnTo>
                  <a:pt x="577653" y="37388"/>
                </a:lnTo>
                <a:lnTo>
                  <a:pt x="577292" y="36951"/>
                </a:lnTo>
                <a:lnTo>
                  <a:pt x="576922" y="36526"/>
                </a:lnTo>
                <a:lnTo>
                  <a:pt x="576542" y="36113"/>
                </a:lnTo>
                <a:lnTo>
                  <a:pt x="576152" y="35711"/>
                </a:lnTo>
                <a:lnTo>
                  <a:pt x="575753" y="35320"/>
                </a:lnTo>
                <a:lnTo>
                  <a:pt x="575344" y="34941"/>
                </a:lnTo>
                <a:lnTo>
                  <a:pt x="574926" y="34574"/>
                </a:lnTo>
                <a:lnTo>
                  <a:pt x="574498" y="34218"/>
                </a:lnTo>
                <a:lnTo>
                  <a:pt x="574061" y="33873"/>
                </a:lnTo>
                <a:lnTo>
                  <a:pt x="573614" y="33540"/>
                </a:lnTo>
                <a:lnTo>
                  <a:pt x="573157" y="33219"/>
                </a:lnTo>
                <a:lnTo>
                  <a:pt x="572691" y="32909"/>
                </a:lnTo>
                <a:lnTo>
                  <a:pt x="572215" y="32610"/>
                </a:lnTo>
                <a:lnTo>
                  <a:pt x="571730" y="32323"/>
                </a:lnTo>
                <a:lnTo>
                  <a:pt x="571235" y="32047"/>
                </a:lnTo>
                <a:lnTo>
                  <a:pt x="570732" y="31783"/>
                </a:lnTo>
                <a:lnTo>
                  <a:pt x="570222" y="31530"/>
                </a:lnTo>
                <a:lnTo>
                  <a:pt x="569705" y="31288"/>
                </a:lnTo>
                <a:lnTo>
                  <a:pt x="569181" y="31057"/>
                </a:lnTo>
                <a:lnTo>
                  <a:pt x="568650" y="30837"/>
                </a:lnTo>
                <a:lnTo>
                  <a:pt x="568112" y="30629"/>
                </a:lnTo>
                <a:lnTo>
                  <a:pt x="567567" y="30432"/>
                </a:lnTo>
                <a:lnTo>
                  <a:pt x="567016" y="30247"/>
                </a:lnTo>
                <a:lnTo>
                  <a:pt x="566457" y="30072"/>
                </a:lnTo>
                <a:lnTo>
                  <a:pt x="565892" y="29909"/>
                </a:lnTo>
                <a:lnTo>
                  <a:pt x="565319" y="29757"/>
                </a:lnTo>
                <a:lnTo>
                  <a:pt x="564740" y="29616"/>
                </a:lnTo>
                <a:lnTo>
                  <a:pt x="564153" y="29487"/>
                </a:lnTo>
                <a:lnTo>
                  <a:pt x="563560" y="29369"/>
                </a:lnTo>
                <a:lnTo>
                  <a:pt x="562960" y="29262"/>
                </a:lnTo>
                <a:lnTo>
                  <a:pt x="562352" y="29166"/>
                </a:lnTo>
                <a:lnTo>
                  <a:pt x="561738" y="29082"/>
                </a:lnTo>
                <a:lnTo>
                  <a:pt x="561117" y="29009"/>
                </a:lnTo>
                <a:lnTo>
                  <a:pt x="560489" y="28947"/>
                </a:lnTo>
                <a:lnTo>
                  <a:pt x="559854" y="28896"/>
                </a:lnTo>
                <a:lnTo>
                  <a:pt x="559212" y="28857"/>
                </a:lnTo>
                <a:lnTo>
                  <a:pt x="558564" y="28829"/>
                </a:lnTo>
                <a:lnTo>
                  <a:pt x="557908" y="28812"/>
                </a:lnTo>
                <a:lnTo>
                  <a:pt x="557245" y="28806"/>
                </a:lnTo>
                <a:lnTo>
                  <a:pt x="556649" y="28812"/>
                </a:lnTo>
                <a:lnTo>
                  <a:pt x="556057" y="28831"/>
                </a:lnTo>
                <a:lnTo>
                  <a:pt x="555467" y="28861"/>
                </a:lnTo>
                <a:lnTo>
                  <a:pt x="554881" y="28904"/>
                </a:lnTo>
                <a:lnTo>
                  <a:pt x="554298" y="28959"/>
                </a:lnTo>
                <a:lnTo>
                  <a:pt x="553717" y="29026"/>
                </a:lnTo>
                <a:lnTo>
                  <a:pt x="553140" y="29105"/>
                </a:lnTo>
                <a:lnTo>
                  <a:pt x="552566" y="29197"/>
                </a:lnTo>
                <a:lnTo>
                  <a:pt x="551996" y="29301"/>
                </a:lnTo>
                <a:lnTo>
                  <a:pt x="551428" y="29417"/>
                </a:lnTo>
                <a:lnTo>
                  <a:pt x="550863" y="29545"/>
                </a:lnTo>
                <a:lnTo>
                  <a:pt x="550302" y="29685"/>
                </a:lnTo>
                <a:lnTo>
                  <a:pt x="549743" y="29838"/>
                </a:lnTo>
                <a:lnTo>
                  <a:pt x="549188" y="30003"/>
                </a:lnTo>
                <a:lnTo>
                  <a:pt x="548636" y="30180"/>
                </a:lnTo>
                <a:lnTo>
                  <a:pt x="548087" y="30369"/>
                </a:lnTo>
                <a:lnTo>
                  <a:pt x="547541" y="30571"/>
                </a:lnTo>
                <a:lnTo>
                  <a:pt x="546998" y="30784"/>
                </a:lnTo>
                <a:lnTo>
                  <a:pt x="546458" y="31010"/>
                </a:lnTo>
                <a:lnTo>
                  <a:pt x="545922" y="31248"/>
                </a:lnTo>
                <a:lnTo>
                  <a:pt x="545388" y="31498"/>
                </a:lnTo>
                <a:lnTo>
                  <a:pt x="544858" y="31761"/>
                </a:lnTo>
                <a:lnTo>
                  <a:pt x="544330" y="32036"/>
                </a:lnTo>
                <a:lnTo>
                  <a:pt x="543806" y="32323"/>
                </a:lnTo>
                <a:lnTo>
                  <a:pt x="543288" y="32620"/>
                </a:lnTo>
                <a:lnTo>
                  <a:pt x="542780" y="32928"/>
                </a:lnTo>
                <a:lnTo>
                  <a:pt x="542280" y="33245"/>
                </a:lnTo>
                <a:lnTo>
                  <a:pt x="541790" y="33573"/>
                </a:lnTo>
                <a:lnTo>
                  <a:pt x="541310" y="33910"/>
                </a:lnTo>
                <a:lnTo>
                  <a:pt x="540839" y="34256"/>
                </a:lnTo>
                <a:lnTo>
                  <a:pt x="540377" y="34613"/>
                </a:lnTo>
                <a:lnTo>
                  <a:pt x="539924" y="34979"/>
                </a:lnTo>
                <a:lnTo>
                  <a:pt x="539481" y="35356"/>
                </a:lnTo>
                <a:lnTo>
                  <a:pt x="539047" y="35742"/>
                </a:lnTo>
                <a:lnTo>
                  <a:pt x="538622" y="36137"/>
                </a:lnTo>
                <a:lnTo>
                  <a:pt x="538207" y="36543"/>
                </a:lnTo>
                <a:lnTo>
                  <a:pt x="537801" y="36959"/>
                </a:lnTo>
                <a:lnTo>
                  <a:pt x="537404" y="37384"/>
                </a:lnTo>
                <a:lnTo>
                  <a:pt x="537017" y="37819"/>
                </a:lnTo>
                <a:lnTo>
                  <a:pt x="536639" y="38264"/>
                </a:lnTo>
                <a:lnTo>
                  <a:pt x="536270" y="38718"/>
                </a:lnTo>
                <a:lnTo>
                  <a:pt x="535911" y="39183"/>
                </a:lnTo>
                <a:lnTo>
                  <a:pt x="535561" y="39657"/>
                </a:lnTo>
                <a:lnTo>
                  <a:pt x="535220" y="40141"/>
                </a:lnTo>
                <a:lnTo>
                  <a:pt x="534889" y="40635"/>
                </a:lnTo>
                <a:lnTo>
                  <a:pt x="534567" y="41139"/>
                </a:lnTo>
                <a:lnTo>
                  <a:pt x="534254" y="41652"/>
                </a:lnTo>
                <a:lnTo>
                  <a:pt x="533951" y="42176"/>
                </a:lnTo>
                <a:lnTo>
                  <a:pt x="533777" y="41800"/>
                </a:lnTo>
                <a:lnTo>
                  <a:pt x="533598" y="41429"/>
                </a:lnTo>
                <a:lnTo>
                  <a:pt x="533415" y="41064"/>
                </a:lnTo>
                <a:lnTo>
                  <a:pt x="533228" y="40704"/>
                </a:lnTo>
                <a:lnTo>
                  <a:pt x="533036" y="40350"/>
                </a:lnTo>
                <a:lnTo>
                  <a:pt x="532840" y="40001"/>
                </a:lnTo>
                <a:lnTo>
                  <a:pt x="532640" y="39658"/>
                </a:lnTo>
                <a:lnTo>
                  <a:pt x="532435" y="39320"/>
                </a:lnTo>
                <a:lnTo>
                  <a:pt x="532226" y="38988"/>
                </a:lnTo>
                <a:lnTo>
                  <a:pt x="532013" y="38662"/>
                </a:lnTo>
                <a:lnTo>
                  <a:pt x="531795" y="38340"/>
                </a:lnTo>
                <a:lnTo>
                  <a:pt x="531574" y="38025"/>
                </a:lnTo>
                <a:lnTo>
                  <a:pt x="531347" y="37715"/>
                </a:lnTo>
                <a:lnTo>
                  <a:pt x="531117" y="37410"/>
                </a:lnTo>
                <a:lnTo>
                  <a:pt x="530882" y="37111"/>
                </a:lnTo>
                <a:lnTo>
                  <a:pt x="530643" y="36817"/>
                </a:lnTo>
                <a:lnTo>
                  <a:pt x="530400" y="36529"/>
                </a:lnTo>
                <a:lnTo>
                  <a:pt x="530152" y="36246"/>
                </a:lnTo>
                <a:lnTo>
                  <a:pt x="529900" y="35969"/>
                </a:lnTo>
                <a:lnTo>
                  <a:pt x="529644" y="35697"/>
                </a:lnTo>
                <a:lnTo>
                  <a:pt x="529383" y="35431"/>
                </a:lnTo>
                <a:lnTo>
                  <a:pt x="529118" y="35170"/>
                </a:lnTo>
                <a:lnTo>
                  <a:pt x="528849" y="34915"/>
                </a:lnTo>
                <a:lnTo>
                  <a:pt x="528576" y="34666"/>
                </a:lnTo>
                <a:lnTo>
                  <a:pt x="528298" y="34421"/>
                </a:lnTo>
                <a:lnTo>
                  <a:pt x="528017" y="34182"/>
                </a:lnTo>
                <a:lnTo>
                  <a:pt x="527733" y="33948"/>
                </a:lnTo>
                <a:lnTo>
                  <a:pt x="527445" y="33720"/>
                </a:lnTo>
                <a:lnTo>
                  <a:pt x="527153" y="33497"/>
                </a:lnTo>
                <a:lnTo>
                  <a:pt x="526858" y="33279"/>
                </a:lnTo>
                <a:lnTo>
                  <a:pt x="526559" y="33066"/>
                </a:lnTo>
                <a:lnTo>
                  <a:pt x="526256" y="32858"/>
                </a:lnTo>
                <a:lnTo>
                  <a:pt x="525950" y="32656"/>
                </a:lnTo>
                <a:lnTo>
                  <a:pt x="525641" y="32459"/>
                </a:lnTo>
                <a:lnTo>
                  <a:pt x="525327" y="32268"/>
                </a:lnTo>
                <a:lnTo>
                  <a:pt x="525010" y="32081"/>
                </a:lnTo>
                <a:lnTo>
                  <a:pt x="524690" y="31900"/>
                </a:lnTo>
                <a:lnTo>
                  <a:pt x="524366" y="31724"/>
                </a:lnTo>
                <a:lnTo>
                  <a:pt x="524038" y="31554"/>
                </a:lnTo>
                <a:lnTo>
                  <a:pt x="523707" y="31388"/>
                </a:lnTo>
                <a:lnTo>
                  <a:pt x="523372" y="31228"/>
                </a:lnTo>
                <a:lnTo>
                  <a:pt x="523033" y="31074"/>
                </a:lnTo>
                <a:lnTo>
                  <a:pt x="522691" y="30924"/>
                </a:lnTo>
                <a:lnTo>
                  <a:pt x="522345" y="30780"/>
                </a:lnTo>
                <a:lnTo>
                  <a:pt x="521996" y="30641"/>
                </a:lnTo>
                <a:lnTo>
                  <a:pt x="521643" y="30507"/>
                </a:lnTo>
                <a:lnTo>
                  <a:pt x="521287" y="30379"/>
                </a:lnTo>
                <a:lnTo>
                  <a:pt x="520927" y="30255"/>
                </a:lnTo>
                <a:lnTo>
                  <a:pt x="520563" y="30137"/>
                </a:lnTo>
                <a:lnTo>
                  <a:pt x="520196" y="30024"/>
                </a:lnTo>
                <a:lnTo>
                  <a:pt x="519825" y="29916"/>
                </a:lnTo>
                <a:lnTo>
                  <a:pt x="519451" y="29813"/>
                </a:lnTo>
                <a:lnTo>
                  <a:pt x="519073" y="29714"/>
                </a:lnTo>
                <a:lnTo>
                  <a:pt x="518692" y="29621"/>
                </a:lnTo>
                <a:lnTo>
                  <a:pt x="518306" y="29533"/>
                </a:lnTo>
                <a:lnTo>
                  <a:pt x="517918" y="29450"/>
                </a:lnTo>
                <a:lnTo>
                  <a:pt x="517525" y="29372"/>
                </a:lnTo>
                <a:lnTo>
                  <a:pt x="517130" y="29299"/>
                </a:lnTo>
                <a:lnTo>
                  <a:pt x="516730" y="29231"/>
                </a:lnTo>
                <a:lnTo>
                  <a:pt x="516327" y="29169"/>
                </a:lnTo>
                <a:lnTo>
                  <a:pt x="515920" y="29111"/>
                </a:lnTo>
                <a:lnTo>
                  <a:pt x="515510" y="29058"/>
                </a:lnTo>
                <a:lnTo>
                  <a:pt x="515096" y="29010"/>
                </a:lnTo>
                <a:lnTo>
                  <a:pt x="514679" y="28967"/>
                </a:lnTo>
                <a:lnTo>
                  <a:pt x="514258" y="28930"/>
                </a:lnTo>
                <a:lnTo>
                  <a:pt x="513833" y="28897"/>
                </a:lnTo>
                <a:lnTo>
                  <a:pt x="513405" y="28869"/>
                </a:lnTo>
                <a:lnTo>
                  <a:pt x="512973" y="28847"/>
                </a:lnTo>
                <a:lnTo>
                  <a:pt x="512538" y="28829"/>
                </a:lnTo>
                <a:lnTo>
                  <a:pt x="512099" y="28816"/>
                </a:lnTo>
                <a:lnTo>
                  <a:pt x="511656" y="28809"/>
                </a:lnTo>
                <a:lnTo>
                  <a:pt x="511210" y="28806"/>
                </a:lnTo>
                <a:lnTo>
                  <a:pt x="510661" y="28812"/>
                </a:lnTo>
                <a:lnTo>
                  <a:pt x="510115" y="28828"/>
                </a:lnTo>
                <a:lnTo>
                  <a:pt x="509572" y="28855"/>
                </a:lnTo>
                <a:lnTo>
                  <a:pt x="509034" y="28892"/>
                </a:lnTo>
                <a:lnTo>
                  <a:pt x="508498" y="28941"/>
                </a:lnTo>
                <a:lnTo>
                  <a:pt x="507967" y="29000"/>
                </a:lnTo>
                <a:lnTo>
                  <a:pt x="507439" y="29070"/>
                </a:lnTo>
                <a:lnTo>
                  <a:pt x="506914" y="29151"/>
                </a:lnTo>
                <a:lnTo>
                  <a:pt x="506393" y="29242"/>
                </a:lnTo>
                <a:lnTo>
                  <a:pt x="505876" y="29345"/>
                </a:lnTo>
                <a:lnTo>
                  <a:pt x="505363" y="29458"/>
                </a:lnTo>
                <a:lnTo>
                  <a:pt x="504853" y="29582"/>
                </a:lnTo>
                <a:lnTo>
                  <a:pt x="504346" y="29716"/>
                </a:lnTo>
                <a:lnTo>
                  <a:pt x="503843" y="29862"/>
                </a:lnTo>
                <a:lnTo>
                  <a:pt x="503344" y="30018"/>
                </a:lnTo>
                <a:lnTo>
                  <a:pt x="502848" y="30185"/>
                </a:lnTo>
                <a:lnTo>
                  <a:pt x="502356" y="30363"/>
                </a:lnTo>
                <a:lnTo>
                  <a:pt x="501868" y="30551"/>
                </a:lnTo>
                <a:lnTo>
                  <a:pt x="501383" y="30750"/>
                </a:lnTo>
                <a:lnTo>
                  <a:pt x="500902" y="30960"/>
                </a:lnTo>
                <a:lnTo>
                  <a:pt x="500424" y="31181"/>
                </a:lnTo>
                <a:lnTo>
                  <a:pt x="499950" y="31413"/>
                </a:lnTo>
                <a:lnTo>
                  <a:pt x="499479" y="31655"/>
                </a:lnTo>
                <a:lnTo>
                  <a:pt x="499012" y="31908"/>
                </a:lnTo>
                <a:lnTo>
                  <a:pt x="498551" y="32171"/>
                </a:lnTo>
                <a:lnTo>
                  <a:pt x="498098" y="32441"/>
                </a:lnTo>
                <a:lnTo>
                  <a:pt x="497652" y="32719"/>
                </a:lnTo>
                <a:lnTo>
                  <a:pt x="497215" y="33005"/>
                </a:lnTo>
                <a:lnTo>
                  <a:pt x="496785" y="33299"/>
                </a:lnTo>
                <a:lnTo>
                  <a:pt x="496363" y="33601"/>
                </a:lnTo>
                <a:lnTo>
                  <a:pt x="495950" y="33911"/>
                </a:lnTo>
                <a:lnTo>
                  <a:pt x="495544" y="34229"/>
                </a:lnTo>
                <a:lnTo>
                  <a:pt x="495146" y="34554"/>
                </a:lnTo>
                <a:lnTo>
                  <a:pt x="494756" y="34888"/>
                </a:lnTo>
                <a:lnTo>
                  <a:pt x="494373" y="35229"/>
                </a:lnTo>
                <a:lnTo>
                  <a:pt x="493999" y="35578"/>
                </a:lnTo>
                <a:lnTo>
                  <a:pt x="493632" y="35935"/>
                </a:lnTo>
                <a:lnTo>
                  <a:pt x="493274" y="36300"/>
                </a:lnTo>
                <a:lnTo>
                  <a:pt x="492923" y="36673"/>
                </a:lnTo>
                <a:lnTo>
                  <a:pt x="492580" y="37054"/>
                </a:lnTo>
                <a:lnTo>
                  <a:pt x="492246" y="37443"/>
                </a:lnTo>
                <a:lnTo>
                  <a:pt x="491919" y="37839"/>
                </a:lnTo>
                <a:lnTo>
                  <a:pt x="491599" y="38244"/>
                </a:lnTo>
                <a:lnTo>
                  <a:pt x="491288" y="38656"/>
                </a:lnTo>
                <a:lnTo>
                  <a:pt x="490985" y="39076"/>
                </a:lnTo>
                <a:lnTo>
                  <a:pt x="490690" y="39504"/>
                </a:lnTo>
                <a:lnTo>
                  <a:pt x="490402" y="39940"/>
                </a:lnTo>
                <a:lnTo>
                  <a:pt x="490122" y="40384"/>
                </a:lnTo>
                <a:lnTo>
                  <a:pt x="489433" y="30461"/>
                </a:lnTo>
                <a:lnTo>
                  <a:pt x="478959" y="30461"/>
                </a:lnTo>
                <a:lnTo>
                  <a:pt x="478959" y="99927"/>
                </a:lnTo>
                <a:lnTo>
                  <a:pt x="490537" y="99927"/>
                </a:lnTo>
                <a:lnTo>
                  <a:pt x="490537" y="62988"/>
                </a:lnTo>
                <a:lnTo>
                  <a:pt x="490541" y="62338"/>
                </a:lnTo>
                <a:lnTo>
                  <a:pt x="490554" y="61696"/>
                </a:lnTo>
                <a:lnTo>
                  <a:pt x="490575" y="61063"/>
                </a:lnTo>
                <a:close/>
                <a:moveTo>
                  <a:pt x="138011" y="67181"/>
                </a:moveTo>
                <a:lnTo>
                  <a:pt x="138020" y="67027"/>
                </a:lnTo>
                <a:lnTo>
                  <a:pt x="138029" y="66874"/>
                </a:lnTo>
                <a:lnTo>
                  <a:pt x="138037" y="66723"/>
                </a:lnTo>
                <a:lnTo>
                  <a:pt x="138045" y="66573"/>
                </a:lnTo>
                <a:lnTo>
                  <a:pt x="138052" y="66424"/>
                </a:lnTo>
                <a:lnTo>
                  <a:pt x="138059" y="66277"/>
                </a:lnTo>
                <a:lnTo>
                  <a:pt x="138066" y="66131"/>
                </a:lnTo>
                <a:lnTo>
                  <a:pt x="138071" y="65987"/>
                </a:lnTo>
                <a:lnTo>
                  <a:pt x="138077" y="65844"/>
                </a:lnTo>
                <a:lnTo>
                  <a:pt x="138082" y="65703"/>
                </a:lnTo>
                <a:lnTo>
                  <a:pt x="138086" y="65563"/>
                </a:lnTo>
                <a:lnTo>
                  <a:pt x="138090" y="65424"/>
                </a:lnTo>
                <a:lnTo>
                  <a:pt x="138094" y="65287"/>
                </a:lnTo>
                <a:lnTo>
                  <a:pt x="138097" y="65152"/>
                </a:lnTo>
                <a:lnTo>
                  <a:pt x="138100" y="65017"/>
                </a:lnTo>
                <a:lnTo>
                  <a:pt x="138102" y="64885"/>
                </a:lnTo>
                <a:lnTo>
                  <a:pt x="138104" y="64753"/>
                </a:lnTo>
                <a:lnTo>
                  <a:pt x="138105" y="64623"/>
                </a:lnTo>
                <a:lnTo>
                  <a:pt x="138105" y="64495"/>
                </a:lnTo>
                <a:lnTo>
                  <a:pt x="138106" y="64368"/>
                </a:lnTo>
                <a:lnTo>
                  <a:pt x="138106" y="64242"/>
                </a:lnTo>
                <a:lnTo>
                  <a:pt x="138106" y="64116"/>
                </a:lnTo>
                <a:lnTo>
                  <a:pt x="138106" y="63991"/>
                </a:lnTo>
                <a:lnTo>
                  <a:pt x="138106" y="63866"/>
                </a:lnTo>
                <a:lnTo>
                  <a:pt x="138106" y="63742"/>
                </a:lnTo>
                <a:lnTo>
                  <a:pt x="138106" y="63618"/>
                </a:lnTo>
                <a:lnTo>
                  <a:pt x="138106" y="63495"/>
                </a:lnTo>
                <a:lnTo>
                  <a:pt x="138106" y="63372"/>
                </a:lnTo>
                <a:lnTo>
                  <a:pt x="138106" y="63250"/>
                </a:lnTo>
                <a:lnTo>
                  <a:pt x="138106" y="63128"/>
                </a:lnTo>
                <a:lnTo>
                  <a:pt x="138106" y="63006"/>
                </a:lnTo>
                <a:lnTo>
                  <a:pt x="138106" y="62886"/>
                </a:lnTo>
                <a:lnTo>
                  <a:pt x="138106" y="62765"/>
                </a:lnTo>
                <a:lnTo>
                  <a:pt x="138106" y="62645"/>
                </a:lnTo>
                <a:lnTo>
                  <a:pt x="138106" y="62526"/>
                </a:lnTo>
                <a:lnTo>
                  <a:pt x="138106" y="62407"/>
                </a:lnTo>
                <a:lnTo>
                  <a:pt x="138106" y="62288"/>
                </a:lnTo>
                <a:lnTo>
                  <a:pt x="138106" y="62170"/>
                </a:lnTo>
                <a:lnTo>
                  <a:pt x="138106" y="62052"/>
                </a:lnTo>
                <a:lnTo>
                  <a:pt x="138106" y="61935"/>
                </a:lnTo>
                <a:lnTo>
                  <a:pt x="138106" y="61819"/>
                </a:lnTo>
                <a:lnTo>
                  <a:pt x="138106" y="61703"/>
                </a:lnTo>
                <a:lnTo>
                  <a:pt x="138106" y="61587"/>
                </a:lnTo>
                <a:lnTo>
                  <a:pt x="138106" y="61472"/>
                </a:lnTo>
                <a:lnTo>
                  <a:pt x="138099" y="60739"/>
                </a:lnTo>
                <a:lnTo>
                  <a:pt x="138079" y="60012"/>
                </a:lnTo>
                <a:lnTo>
                  <a:pt x="138046" y="59289"/>
                </a:lnTo>
                <a:lnTo>
                  <a:pt x="138000" y="58572"/>
                </a:lnTo>
                <a:lnTo>
                  <a:pt x="137941" y="57859"/>
                </a:lnTo>
                <a:lnTo>
                  <a:pt x="137869" y="57152"/>
                </a:lnTo>
                <a:lnTo>
                  <a:pt x="137783" y="56450"/>
                </a:lnTo>
                <a:lnTo>
                  <a:pt x="137685" y="55752"/>
                </a:lnTo>
                <a:lnTo>
                  <a:pt x="137573" y="55060"/>
                </a:lnTo>
                <a:lnTo>
                  <a:pt x="137448" y="54373"/>
                </a:lnTo>
                <a:lnTo>
                  <a:pt x="137310" y="53690"/>
                </a:lnTo>
                <a:lnTo>
                  <a:pt x="137158" y="53013"/>
                </a:lnTo>
                <a:lnTo>
                  <a:pt x="136994" y="52341"/>
                </a:lnTo>
                <a:lnTo>
                  <a:pt x="136816" y="51674"/>
                </a:lnTo>
                <a:lnTo>
                  <a:pt x="136625" y="51011"/>
                </a:lnTo>
                <a:lnTo>
                  <a:pt x="136421" y="50354"/>
                </a:lnTo>
                <a:lnTo>
                  <a:pt x="136204" y="49702"/>
                </a:lnTo>
                <a:lnTo>
                  <a:pt x="135974" y="49055"/>
                </a:lnTo>
                <a:lnTo>
                  <a:pt x="135730" y="48413"/>
                </a:lnTo>
                <a:lnTo>
                  <a:pt x="135474" y="47776"/>
                </a:lnTo>
                <a:lnTo>
                  <a:pt x="135204" y="47144"/>
                </a:lnTo>
                <a:lnTo>
                  <a:pt x="134921" y="46517"/>
                </a:lnTo>
                <a:lnTo>
                  <a:pt x="134625" y="45895"/>
                </a:lnTo>
                <a:lnTo>
                  <a:pt x="134316" y="45278"/>
                </a:lnTo>
                <a:lnTo>
                  <a:pt x="133994" y="44668"/>
                </a:lnTo>
                <a:lnTo>
                  <a:pt x="133661" y="44068"/>
                </a:lnTo>
                <a:lnTo>
                  <a:pt x="133317" y="43479"/>
                </a:lnTo>
                <a:lnTo>
                  <a:pt x="132961" y="42898"/>
                </a:lnTo>
                <a:lnTo>
                  <a:pt x="132593" y="42328"/>
                </a:lnTo>
                <a:lnTo>
                  <a:pt x="132214" y="41768"/>
                </a:lnTo>
                <a:lnTo>
                  <a:pt x="131824" y="41217"/>
                </a:lnTo>
                <a:lnTo>
                  <a:pt x="131422" y="40676"/>
                </a:lnTo>
                <a:lnTo>
                  <a:pt x="131008" y="40145"/>
                </a:lnTo>
                <a:lnTo>
                  <a:pt x="130583" y="39624"/>
                </a:lnTo>
                <a:lnTo>
                  <a:pt x="130147" y="39112"/>
                </a:lnTo>
                <a:lnTo>
                  <a:pt x="129699" y="38610"/>
                </a:lnTo>
                <a:lnTo>
                  <a:pt x="129240" y="38119"/>
                </a:lnTo>
                <a:lnTo>
                  <a:pt x="128769" y="37636"/>
                </a:lnTo>
                <a:lnTo>
                  <a:pt x="128286" y="37164"/>
                </a:lnTo>
                <a:lnTo>
                  <a:pt x="127792" y="36702"/>
                </a:lnTo>
                <a:lnTo>
                  <a:pt x="127287" y="36249"/>
                </a:lnTo>
                <a:lnTo>
                  <a:pt x="126770" y="35806"/>
                </a:lnTo>
                <a:lnTo>
                  <a:pt x="126242" y="35373"/>
                </a:lnTo>
                <a:lnTo>
                  <a:pt x="125702" y="34950"/>
                </a:lnTo>
                <a:lnTo>
                  <a:pt x="125151" y="34537"/>
                </a:lnTo>
                <a:lnTo>
                  <a:pt x="124588" y="34133"/>
                </a:lnTo>
                <a:lnTo>
                  <a:pt x="124014" y="33739"/>
                </a:lnTo>
                <a:lnTo>
                  <a:pt x="123428" y="33355"/>
                </a:lnTo>
                <a:lnTo>
                  <a:pt x="122831" y="32984"/>
                </a:lnTo>
                <a:lnTo>
                  <a:pt x="122224" y="32629"/>
                </a:lnTo>
                <a:lnTo>
                  <a:pt x="121605" y="32289"/>
                </a:lnTo>
                <a:lnTo>
                  <a:pt x="120976" y="31965"/>
                </a:lnTo>
                <a:lnTo>
                  <a:pt x="120336" y="31657"/>
                </a:lnTo>
                <a:lnTo>
                  <a:pt x="119685" y="31365"/>
                </a:lnTo>
                <a:lnTo>
                  <a:pt x="119024" y="31089"/>
                </a:lnTo>
                <a:lnTo>
                  <a:pt x="118351" y="30828"/>
                </a:lnTo>
                <a:lnTo>
                  <a:pt x="117668" y="30583"/>
                </a:lnTo>
                <a:lnTo>
                  <a:pt x="116975" y="30354"/>
                </a:lnTo>
                <a:lnTo>
                  <a:pt x="116270" y="30141"/>
                </a:lnTo>
                <a:lnTo>
                  <a:pt x="115555" y="29944"/>
                </a:lnTo>
                <a:lnTo>
                  <a:pt x="114828" y="29762"/>
                </a:lnTo>
                <a:lnTo>
                  <a:pt x="114092" y="29596"/>
                </a:lnTo>
                <a:lnTo>
                  <a:pt x="113344" y="29446"/>
                </a:lnTo>
                <a:lnTo>
                  <a:pt x="112585" y="29312"/>
                </a:lnTo>
                <a:lnTo>
                  <a:pt x="111816" y="29193"/>
                </a:lnTo>
                <a:lnTo>
                  <a:pt x="111036" y="29091"/>
                </a:lnTo>
                <a:lnTo>
                  <a:pt x="110245" y="29004"/>
                </a:lnTo>
                <a:lnTo>
                  <a:pt x="109444" y="28933"/>
                </a:lnTo>
                <a:lnTo>
                  <a:pt x="108632" y="28877"/>
                </a:lnTo>
                <a:lnTo>
                  <a:pt x="107808" y="28838"/>
                </a:lnTo>
                <a:lnTo>
                  <a:pt x="106975" y="28814"/>
                </a:lnTo>
                <a:lnTo>
                  <a:pt x="106130" y="28806"/>
                </a:lnTo>
                <a:lnTo>
                  <a:pt x="105307" y="28814"/>
                </a:lnTo>
                <a:lnTo>
                  <a:pt x="104492" y="28838"/>
                </a:lnTo>
                <a:lnTo>
                  <a:pt x="103684" y="28877"/>
                </a:lnTo>
                <a:lnTo>
                  <a:pt x="102885" y="28933"/>
                </a:lnTo>
                <a:lnTo>
                  <a:pt x="102094" y="29004"/>
                </a:lnTo>
                <a:lnTo>
                  <a:pt x="101310" y="29091"/>
                </a:lnTo>
                <a:lnTo>
                  <a:pt x="100534" y="29193"/>
                </a:lnTo>
                <a:lnTo>
                  <a:pt x="99766" y="29312"/>
                </a:lnTo>
                <a:lnTo>
                  <a:pt x="99007" y="29446"/>
                </a:lnTo>
                <a:lnTo>
                  <a:pt x="98255" y="29596"/>
                </a:lnTo>
                <a:lnTo>
                  <a:pt x="97511" y="29762"/>
                </a:lnTo>
                <a:lnTo>
                  <a:pt x="96774" y="29944"/>
                </a:lnTo>
                <a:lnTo>
                  <a:pt x="96046" y="30141"/>
                </a:lnTo>
                <a:lnTo>
                  <a:pt x="95326" y="30354"/>
                </a:lnTo>
                <a:lnTo>
                  <a:pt x="94613" y="30583"/>
                </a:lnTo>
                <a:lnTo>
                  <a:pt x="93909" y="30828"/>
                </a:lnTo>
                <a:lnTo>
                  <a:pt x="93212" y="31089"/>
                </a:lnTo>
                <a:lnTo>
                  <a:pt x="92523" y="31365"/>
                </a:lnTo>
                <a:lnTo>
                  <a:pt x="91842" y="31657"/>
                </a:lnTo>
                <a:lnTo>
                  <a:pt x="91169" y="31965"/>
                </a:lnTo>
                <a:lnTo>
                  <a:pt x="90504" y="32289"/>
                </a:lnTo>
                <a:lnTo>
                  <a:pt x="89847" y="32629"/>
                </a:lnTo>
                <a:lnTo>
                  <a:pt x="89198" y="32984"/>
                </a:lnTo>
                <a:lnTo>
                  <a:pt x="88556" y="33355"/>
                </a:lnTo>
                <a:lnTo>
                  <a:pt x="87925" y="33741"/>
                </a:lnTo>
                <a:lnTo>
                  <a:pt x="87306" y="34138"/>
                </a:lnTo>
                <a:lnTo>
                  <a:pt x="86698" y="34549"/>
                </a:lnTo>
                <a:lnTo>
                  <a:pt x="86102" y="34971"/>
                </a:lnTo>
                <a:lnTo>
                  <a:pt x="85519" y="35406"/>
                </a:lnTo>
                <a:lnTo>
                  <a:pt x="84947" y="35854"/>
                </a:lnTo>
                <a:lnTo>
                  <a:pt x="84388" y="36314"/>
                </a:lnTo>
                <a:lnTo>
                  <a:pt x="83840" y="36786"/>
                </a:lnTo>
                <a:lnTo>
                  <a:pt x="83304" y="37271"/>
                </a:lnTo>
                <a:lnTo>
                  <a:pt x="82780" y="37768"/>
                </a:lnTo>
                <a:lnTo>
                  <a:pt x="82269" y="38278"/>
                </a:lnTo>
                <a:lnTo>
                  <a:pt x="81769" y="38800"/>
                </a:lnTo>
                <a:lnTo>
                  <a:pt x="81281" y="39335"/>
                </a:lnTo>
                <a:lnTo>
                  <a:pt x="80805" y="39882"/>
                </a:lnTo>
                <a:lnTo>
                  <a:pt x="80341" y="40441"/>
                </a:lnTo>
                <a:lnTo>
                  <a:pt x="79889" y="41013"/>
                </a:lnTo>
                <a:lnTo>
                  <a:pt x="79449" y="41598"/>
                </a:lnTo>
                <a:lnTo>
                  <a:pt x="79021" y="42195"/>
                </a:lnTo>
                <a:lnTo>
                  <a:pt x="78605" y="42804"/>
                </a:lnTo>
                <a:lnTo>
                  <a:pt x="78200" y="43426"/>
                </a:lnTo>
                <a:lnTo>
                  <a:pt x="77808" y="44060"/>
                </a:lnTo>
                <a:lnTo>
                  <a:pt x="77428" y="44706"/>
                </a:lnTo>
                <a:lnTo>
                  <a:pt x="77060" y="45366"/>
                </a:lnTo>
                <a:lnTo>
                  <a:pt x="76703" y="46037"/>
                </a:lnTo>
                <a:lnTo>
                  <a:pt x="76360" y="46720"/>
                </a:lnTo>
                <a:lnTo>
                  <a:pt x="76032" y="47412"/>
                </a:lnTo>
                <a:lnTo>
                  <a:pt x="75718" y="48115"/>
                </a:lnTo>
                <a:lnTo>
                  <a:pt x="75419" y="48828"/>
                </a:lnTo>
                <a:lnTo>
                  <a:pt x="75134" y="49550"/>
                </a:lnTo>
                <a:lnTo>
                  <a:pt x="74864" y="50283"/>
                </a:lnTo>
                <a:lnTo>
                  <a:pt x="74609" y="51026"/>
                </a:lnTo>
                <a:lnTo>
                  <a:pt x="74368" y="51779"/>
                </a:lnTo>
                <a:lnTo>
                  <a:pt x="74141" y="52542"/>
                </a:lnTo>
                <a:lnTo>
                  <a:pt x="73930" y="53315"/>
                </a:lnTo>
                <a:lnTo>
                  <a:pt x="73733" y="54098"/>
                </a:lnTo>
                <a:lnTo>
                  <a:pt x="73550" y="54892"/>
                </a:lnTo>
                <a:lnTo>
                  <a:pt x="73382" y="55695"/>
                </a:lnTo>
                <a:lnTo>
                  <a:pt x="73229" y="56508"/>
                </a:lnTo>
                <a:lnTo>
                  <a:pt x="73090" y="57332"/>
                </a:lnTo>
                <a:lnTo>
                  <a:pt x="72966" y="58165"/>
                </a:lnTo>
                <a:lnTo>
                  <a:pt x="72857" y="59008"/>
                </a:lnTo>
                <a:lnTo>
                  <a:pt x="72762" y="59862"/>
                </a:lnTo>
                <a:lnTo>
                  <a:pt x="72682" y="60725"/>
                </a:lnTo>
                <a:lnTo>
                  <a:pt x="72616" y="61599"/>
                </a:lnTo>
                <a:lnTo>
                  <a:pt x="72565" y="62483"/>
                </a:lnTo>
                <a:lnTo>
                  <a:pt x="72528" y="63377"/>
                </a:lnTo>
                <a:lnTo>
                  <a:pt x="72507" y="64280"/>
                </a:lnTo>
                <a:lnTo>
                  <a:pt x="72499" y="65194"/>
                </a:lnTo>
                <a:lnTo>
                  <a:pt x="72507" y="66097"/>
                </a:lnTo>
                <a:lnTo>
                  <a:pt x="72529" y="66990"/>
                </a:lnTo>
                <a:lnTo>
                  <a:pt x="72566" y="67874"/>
                </a:lnTo>
                <a:lnTo>
                  <a:pt x="72618" y="68749"/>
                </a:lnTo>
                <a:lnTo>
                  <a:pt x="72685" y="69614"/>
                </a:lnTo>
                <a:lnTo>
                  <a:pt x="72766" y="70470"/>
                </a:lnTo>
                <a:lnTo>
                  <a:pt x="72863" y="71317"/>
                </a:lnTo>
                <a:lnTo>
                  <a:pt x="72974" y="72154"/>
                </a:lnTo>
                <a:lnTo>
                  <a:pt x="73100" y="72982"/>
                </a:lnTo>
                <a:lnTo>
                  <a:pt x="73241" y="73801"/>
                </a:lnTo>
                <a:lnTo>
                  <a:pt x="73397" y="74611"/>
                </a:lnTo>
                <a:lnTo>
                  <a:pt x="73567" y="75411"/>
                </a:lnTo>
                <a:lnTo>
                  <a:pt x="73752" y="76201"/>
                </a:lnTo>
                <a:lnTo>
                  <a:pt x="73953" y="76983"/>
                </a:lnTo>
                <a:lnTo>
                  <a:pt x="74168" y="77755"/>
                </a:lnTo>
                <a:lnTo>
                  <a:pt x="74398" y="78518"/>
                </a:lnTo>
                <a:lnTo>
                  <a:pt x="74642" y="79271"/>
                </a:lnTo>
                <a:lnTo>
                  <a:pt x="74902" y="80015"/>
                </a:lnTo>
                <a:lnTo>
                  <a:pt x="75176" y="80750"/>
                </a:lnTo>
                <a:lnTo>
                  <a:pt x="75466" y="81475"/>
                </a:lnTo>
                <a:lnTo>
                  <a:pt x="75770" y="82192"/>
                </a:lnTo>
                <a:lnTo>
                  <a:pt x="76088" y="82898"/>
                </a:lnTo>
                <a:lnTo>
                  <a:pt x="76422" y="83596"/>
                </a:lnTo>
                <a:lnTo>
                  <a:pt x="76771" y="84284"/>
                </a:lnTo>
                <a:lnTo>
                  <a:pt x="77132" y="84961"/>
                </a:lnTo>
                <a:lnTo>
                  <a:pt x="77505" y="85625"/>
                </a:lnTo>
                <a:lnTo>
                  <a:pt x="77890" y="86277"/>
                </a:lnTo>
                <a:lnTo>
                  <a:pt x="78285" y="86916"/>
                </a:lnTo>
                <a:lnTo>
                  <a:pt x="78692" y="87542"/>
                </a:lnTo>
                <a:lnTo>
                  <a:pt x="79110" y="88156"/>
                </a:lnTo>
                <a:lnTo>
                  <a:pt x="79539" y="88757"/>
                </a:lnTo>
                <a:lnTo>
                  <a:pt x="79980" y="89345"/>
                </a:lnTo>
                <a:lnTo>
                  <a:pt x="80431" y="89921"/>
                </a:lnTo>
                <a:lnTo>
                  <a:pt x="80894" y="90484"/>
                </a:lnTo>
                <a:lnTo>
                  <a:pt x="81368" y="91034"/>
                </a:lnTo>
                <a:lnTo>
                  <a:pt x="81854" y="91571"/>
                </a:lnTo>
                <a:lnTo>
                  <a:pt x="82351" y="92096"/>
                </a:lnTo>
                <a:lnTo>
                  <a:pt x="82859" y="92608"/>
                </a:lnTo>
                <a:lnTo>
                  <a:pt x="83378" y="93108"/>
                </a:lnTo>
                <a:lnTo>
                  <a:pt x="83908" y="93595"/>
                </a:lnTo>
                <a:lnTo>
                  <a:pt x="84450" y="94069"/>
                </a:lnTo>
                <a:lnTo>
                  <a:pt x="85003" y="94530"/>
                </a:lnTo>
                <a:lnTo>
                  <a:pt x="85567" y="94979"/>
                </a:lnTo>
                <a:lnTo>
                  <a:pt x="86142" y="95415"/>
                </a:lnTo>
                <a:lnTo>
                  <a:pt x="86729" y="95839"/>
                </a:lnTo>
                <a:lnTo>
                  <a:pt x="87327" y="96250"/>
                </a:lnTo>
                <a:lnTo>
                  <a:pt x="87936" y="96648"/>
                </a:lnTo>
                <a:lnTo>
                  <a:pt x="88556" y="97033"/>
                </a:lnTo>
                <a:lnTo>
                  <a:pt x="89186" y="97404"/>
                </a:lnTo>
                <a:lnTo>
                  <a:pt x="89824" y="97759"/>
                </a:lnTo>
                <a:lnTo>
                  <a:pt x="90470" y="98099"/>
                </a:lnTo>
                <a:lnTo>
                  <a:pt x="91124" y="98422"/>
                </a:lnTo>
                <a:lnTo>
                  <a:pt x="91785" y="98730"/>
                </a:lnTo>
                <a:lnTo>
                  <a:pt x="92455" y="99022"/>
                </a:lnTo>
                <a:lnTo>
                  <a:pt x="93132" y="99299"/>
                </a:lnTo>
                <a:lnTo>
                  <a:pt x="93817" y="99559"/>
                </a:lnTo>
                <a:lnTo>
                  <a:pt x="94510" y="99804"/>
                </a:lnTo>
                <a:lnTo>
                  <a:pt x="95211" y="100033"/>
                </a:lnTo>
                <a:lnTo>
                  <a:pt x="95920" y="100246"/>
                </a:lnTo>
                <a:lnTo>
                  <a:pt x="96637" y="100443"/>
                </a:lnTo>
                <a:lnTo>
                  <a:pt x="97362" y="100625"/>
                </a:lnTo>
                <a:lnTo>
                  <a:pt x="98094" y="100791"/>
                </a:lnTo>
                <a:lnTo>
                  <a:pt x="98835" y="100941"/>
                </a:lnTo>
                <a:lnTo>
                  <a:pt x="99583" y="101075"/>
                </a:lnTo>
                <a:lnTo>
                  <a:pt x="100340" y="101193"/>
                </a:lnTo>
                <a:lnTo>
                  <a:pt x="101104" y="101296"/>
                </a:lnTo>
                <a:lnTo>
                  <a:pt x="101876" y="101383"/>
                </a:lnTo>
                <a:lnTo>
                  <a:pt x="102656" y="101454"/>
                </a:lnTo>
                <a:lnTo>
                  <a:pt x="103444" y="101509"/>
                </a:lnTo>
                <a:lnTo>
                  <a:pt x="104239" y="101548"/>
                </a:lnTo>
                <a:lnTo>
                  <a:pt x="105043" y="101572"/>
                </a:lnTo>
                <a:lnTo>
                  <a:pt x="105855" y="101580"/>
                </a:lnTo>
                <a:lnTo>
                  <a:pt x="106529" y="101575"/>
                </a:lnTo>
                <a:lnTo>
                  <a:pt x="107196" y="101560"/>
                </a:lnTo>
                <a:lnTo>
                  <a:pt x="107856" y="101536"/>
                </a:lnTo>
                <a:lnTo>
                  <a:pt x="108510" y="101502"/>
                </a:lnTo>
                <a:lnTo>
                  <a:pt x="109156" y="101457"/>
                </a:lnTo>
                <a:lnTo>
                  <a:pt x="109796" y="101404"/>
                </a:lnTo>
                <a:lnTo>
                  <a:pt x="110428" y="101340"/>
                </a:lnTo>
                <a:lnTo>
                  <a:pt x="111054" y="101266"/>
                </a:lnTo>
                <a:lnTo>
                  <a:pt x="111673" y="101183"/>
                </a:lnTo>
                <a:lnTo>
                  <a:pt x="112285" y="101090"/>
                </a:lnTo>
                <a:lnTo>
                  <a:pt x="112889" y="100987"/>
                </a:lnTo>
                <a:lnTo>
                  <a:pt x="113487" y="100874"/>
                </a:lnTo>
                <a:lnTo>
                  <a:pt x="114078" y="100751"/>
                </a:lnTo>
                <a:lnTo>
                  <a:pt x="114662" y="100619"/>
                </a:lnTo>
                <a:lnTo>
                  <a:pt x="115239" y="100477"/>
                </a:lnTo>
                <a:lnTo>
                  <a:pt x="115809" y="100325"/>
                </a:lnTo>
                <a:lnTo>
                  <a:pt x="116372" y="100163"/>
                </a:lnTo>
                <a:lnTo>
                  <a:pt x="116929" y="99991"/>
                </a:lnTo>
                <a:lnTo>
                  <a:pt x="117478" y="99810"/>
                </a:lnTo>
                <a:lnTo>
                  <a:pt x="118020" y="99619"/>
                </a:lnTo>
                <a:lnTo>
                  <a:pt x="118555" y="99418"/>
                </a:lnTo>
                <a:lnTo>
                  <a:pt x="119084" y="99207"/>
                </a:lnTo>
                <a:lnTo>
                  <a:pt x="119605" y="98986"/>
                </a:lnTo>
                <a:lnTo>
                  <a:pt x="120120" y="98756"/>
                </a:lnTo>
                <a:lnTo>
                  <a:pt x="120627" y="98516"/>
                </a:lnTo>
                <a:lnTo>
                  <a:pt x="121128" y="98270"/>
                </a:lnTo>
                <a:lnTo>
                  <a:pt x="121622" y="98016"/>
                </a:lnTo>
                <a:lnTo>
                  <a:pt x="122109" y="97754"/>
                </a:lnTo>
                <a:lnTo>
                  <a:pt x="122588" y="97485"/>
                </a:lnTo>
                <a:lnTo>
                  <a:pt x="123061" y="97209"/>
                </a:lnTo>
                <a:lnTo>
                  <a:pt x="123527" y="96925"/>
                </a:lnTo>
                <a:lnTo>
                  <a:pt x="123986" y="96634"/>
                </a:lnTo>
                <a:lnTo>
                  <a:pt x="124438" y="96335"/>
                </a:lnTo>
                <a:lnTo>
                  <a:pt x="124884" y="96030"/>
                </a:lnTo>
                <a:lnTo>
                  <a:pt x="125322" y="95716"/>
                </a:lnTo>
                <a:lnTo>
                  <a:pt x="125753" y="95395"/>
                </a:lnTo>
                <a:lnTo>
                  <a:pt x="126177" y="95067"/>
                </a:lnTo>
                <a:lnTo>
                  <a:pt x="126595" y="94732"/>
                </a:lnTo>
                <a:lnTo>
                  <a:pt x="127005" y="94389"/>
                </a:lnTo>
                <a:lnTo>
                  <a:pt x="127409" y="94038"/>
                </a:lnTo>
                <a:lnTo>
                  <a:pt x="127805" y="93680"/>
                </a:lnTo>
                <a:lnTo>
                  <a:pt x="128195" y="93315"/>
                </a:lnTo>
                <a:lnTo>
                  <a:pt x="128578" y="92942"/>
                </a:lnTo>
                <a:lnTo>
                  <a:pt x="128954" y="92562"/>
                </a:lnTo>
                <a:lnTo>
                  <a:pt x="129322" y="92175"/>
                </a:lnTo>
                <a:lnTo>
                  <a:pt x="129684" y="91780"/>
                </a:lnTo>
                <a:lnTo>
                  <a:pt x="130039" y="91378"/>
                </a:lnTo>
                <a:lnTo>
                  <a:pt x="130387" y="90968"/>
                </a:lnTo>
                <a:lnTo>
                  <a:pt x="130728" y="90552"/>
                </a:lnTo>
                <a:lnTo>
                  <a:pt x="131059" y="90132"/>
                </a:lnTo>
                <a:lnTo>
                  <a:pt x="131382" y="89708"/>
                </a:lnTo>
                <a:lnTo>
                  <a:pt x="131697" y="89280"/>
                </a:lnTo>
                <a:lnTo>
                  <a:pt x="132002" y="88847"/>
                </a:lnTo>
                <a:lnTo>
                  <a:pt x="132300" y="88410"/>
                </a:lnTo>
                <a:lnTo>
                  <a:pt x="132588" y="87968"/>
                </a:lnTo>
                <a:lnTo>
                  <a:pt x="132868" y="87522"/>
                </a:lnTo>
                <a:lnTo>
                  <a:pt x="133140" y="87072"/>
                </a:lnTo>
                <a:lnTo>
                  <a:pt x="133402" y="86618"/>
                </a:lnTo>
                <a:lnTo>
                  <a:pt x="133657" y="86159"/>
                </a:lnTo>
                <a:lnTo>
                  <a:pt x="133902" y="85696"/>
                </a:lnTo>
                <a:lnTo>
                  <a:pt x="134139" y="85229"/>
                </a:lnTo>
                <a:lnTo>
                  <a:pt x="134367" y="84757"/>
                </a:lnTo>
                <a:lnTo>
                  <a:pt x="134587" y="84282"/>
                </a:lnTo>
                <a:lnTo>
                  <a:pt x="134798" y="83801"/>
                </a:lnTo>
                <a:lnTo>
                  <a:pt x="135001" y="83317"/>
                </a:lnTo>
                <a:lnTo>
                  <a:pt x="135195" y="82828"/>
                </a:lnTo>
                <a:lnTo>
                  <a:pt x="135380" y="82335"/>
                </a:lnTo>
                <a:lnTo>
                  <a:pt x="135557" y="81837"/>
                </a:lnTo>
                <a:lnTo>
                  <a:pt x="135725" y="81336"/>
                </a:lnTo>
                <a:lnTo>
                  <a:pt x="135884" y="80830"/>
                </a:lnTo>
                <a:lnTo>
                  <a:pt x="136035" y="80319"/>
                </a:lnTo>
                <a:lnTo>
                  <a:pt x="136177" y="79805"/>
                </a:lnTo>
                <a:lnTo>
                  <a:pt x="124736" y="79805"/>
                </a:lnTo>
                <a:lnTo>
                  <a:pt x="124559" y="80260"/>
                </a:lnTo>
                <a:lnTo>
                  <a:pt x="124373" y="80707"/>
                </a:lnTo>
                <a:lnTo>
                  <a:pt x="124177" y="81147"/>
                </a:lnTo>
                <a:lnTo>
                  <a:pt x="123972" y="81579"/>
                </a:lnTo>
                <a:lnTo>
                  <a:pt x="123758" y="82003"/>
                </a:lnTo>
                <a:lnTo>
                  <a:pt x="123535" y="82419"/>
                </a:lnTo>
                <a:lnTo>
                  <a:pt x="123302" y="82827"/>
                </a:lnTo>
                <a:lnTo>
                  <a:pt x="123059" y="83227"/>
                </a:lnTo>
                <a:lnTo>
                  <a:pt x="122808" y="83619"/>
                </a:lnTo>
                <a:lnTo>
                  <a:pt x="122547" y="84003"/>
                </a:lnTo>
                <a:lnTo>
                  <a:pt x="122277" y="84380"/>
                </a:lnTo>
                <a:lnTo>
                  <a:pt x="121997" y="84748"/>
                </a:lnTo>
                <a:lnTo>
                  <a:pt x="121708" y="85109"/>
                </a:lnTo>
                <a:lnTo>
                  <a:pt x="121410" y="85462"/>
                </a:lnTo>
                <a:lnTo>
                  <a:pt x="121102" y="85807"/>
                </a:lnTo>
                <a:lnTo>
                  <a:pt x="120785" y="86144"/>
                </a:lnTo>
                <a:lnTo>
                  <a:pt x="120459" y="86473"/>
                </a:lnTo>
                <a:lnTo>
                  <a:pt x="120123" y="86794"/>
                </a:lnTo>
                <a:lnTo>
                  <a:pt x="119778" y="87107"/>
                </a:lnTo>
                <a:lnTo>
                  <a:pt x="119424" y="87413"/>
                </a:lnTo>
                <a:lnTo>
                  <a:pt x="119061" y="87710"/>
                </a:lnTo>
                <a:lnTo>
                  <a:pt x="118688" y="88000"/>
                </a:lnTo>
                <a:lnTo>
                  <a:pt x="118305" y="88282"/>
                </a:lnTo>
                <a:lnTo>
                  <a:pt x="117914" y="88556"/>
                </a:lnTo>
                <a:lnTo>
                  <a:pt x="117513" y="88820"/>
                </a:lnTo>
                <a:lnTo>
                  <a:pt x="117104" y="89073"/>
                </a:lnTo>
                <a:lnTo>
                  <a:pt x="116685" y="89315"/>
                </a:lnTo>
                <a:lnTo>
                  <a:pt x="116258" y="89545"/>
                </a:lnTo>
                <a:lnTo>
                  <a:pt x="115822" y="89764"/>
                </a:lnTo>
                <a:lnTo>
                  <a:pt x="115377" y="89972"/>
                </a:lnTo>
                <a:lnTo>
                  <a:pt x="114923" y="90169"/>
                </a:lnTo>
                <a:lnTo>
                  <a:pt x="114460" y="90355"/>
                </a:lnTo>
                <a:lnTo>
                  <a:pt x="113989" y="90529"/>
                </a:lnTo>
                <a:lnTo>
                  <a:pt x="113509" y="90692"/>
                </a:lnTo>
                <a:lnTo>
                  <a:pt x="113019" y="90844"/>
                </a:lnTo>
                <a:lnTo>
                  <a:pt x="112521" y="90985"/>
                </a:lnTo>
                <a:lnTo>
                  <a:pt x="112014" y="91114"/>
                </a:lnTo>
                <a:lnTo>
                  <a:pt x="111499" y="91232"/>
                </a:lnTo>
                <a:lnTo>
                  <a:pt x="110974" y="91339"/>
                </a:lnTo>
                <a:lnTo>
                  <a:pt x="110441" y="91434"/>
                </a:lnTo>
                <a:lnTo>
                  <a:pt x="109898" y="91519"/>
                </a:lnTo>
                <a:lnTo>
                  <a:pt x="109347" y="91592"/>
                </a:lnTo>
                <a:lnTo>
                  <a:pt x="108787" y="91654"/>
                </a:lnTo>
                <a:lnTo>
                  <a:pt x="108218" y="91704"/>
                </a:lnTo>
                <a:lnTo>
                  <a:pt x="107641" y="91744"/>
                </a:lnTo>
                <a:lnTo>
                  <a:pt x="107054" y="91772"/>
                </a:lnTo>
                <a:lnTo>
                  <a:pt x="106459" y="91789"/>
                </a:lnTo>
                <a:lnTo>
                  <a:pt x="105855" y="91794"/>
                </a:lnTo>
                <a:lnTo>
                  <a:pt x="105373" y="91789"/>
                </a:lnTo>
                <a:lnTo>
                  <a:pt x="104895" y="91774"/>
                </a:lnTo>
                <a:lnTo>
                  <a:pt x="104419" y="91749"/>
                </a:lnTo>
                <a:lnTo>
                  <a:pt x="103946" y="91714"/>
                </a:lnTo>
                <a:lnTo>
                  <a:pt x="103475" y="91669"/>
                </a:lnTo>
                <a:lnTo>
                  <a:pt x="103007" y="91613"/>
                </a:lnTo>
                <a:lnTo>
                  <a:pt x="102542" y="91548"/>
                </a:lnTo>
                <a:lnTo>
                  <a:pt x="102079" y="91473"/>
                </a:lnTo>
                <a:lnTo>
                  <a:pt x="101619" y="91387"/>
                </a:lnTo>
                <a:lnTo>
                  <a:pt x="101161" y="91292"/>
                </a:lnTo>
                <a:lnTo>
                  <a:pt x="100707" y="91186"/>
                </a:lnTo>
                <a:lnTo>
                  <a:pt x="100254" y="91071"/>
                </a:lnTo>
                <a:lnTo>
                  <a:pt x="99805" y="90945"/>
                </a:lnTo>
                <a:lnTo>
                  <a:pt x="99358" y="90810"/>
                </a:lnTo>
                <a:lnTo>
                  <a:pt x="98914" y="90664"/>
                </a:lnTo>
                <a:lnTo>
                  <a:pt x="98472" y="90508"/>
                </a:lnTo>
                <a:lnTo>
                  <a:pt x="98033" y="90342"/>
                </a:lnTo>
                <a:lnTo>
                  <a:pt x="97597" y="90167"/>
                </a:lnTo>
                <a:lnTo>
                  <a:pt x="97163" y="89981"/>
                </a:lnTo>
                <a:lnTo>
                  <a:pt x="96732" y="89785"/>
                </a:lnTo>
                <a:lnTo>
                  <a:pt x="96304" y="89579"/>
                </a:lnTo>
                <a:lnTo>
                  <a:pt x="95878" y="89363"/>
                </a:lnTo>
                <a:lnTo>
                  <a:pt x="95455" y="89137"/>
                </a:lnTo>
                <a:lnTo>
                  <a:pt x="95034" y="88900"/>
                </a:lnTo>
                <a:lnTo>
                  <a:pt x="94618" y="88654"/>
                </a:lnTo>
                <a:lnTo>
                  <a:pt x="94209" y="88398"/>
                </a:lnTo>
                <a:lnTo>
                  <a:pt x="93807" y="88132"/>
                </a:lnTo>
                <a:lnTo>
                  <a:pt x="93411" y="87855"/>
                </a:lnTo>
                <a:lnTo>
                  <a:pt x="93022" y="87569"/>
                </a:lnTo>
                <a:lnTo>
                  <a:pt x="92639" y="87273"/>
                </a:lnTo>
                <a:lnTo>
                  <a:pt x="92264" y="86966"/>
                </a:lnTo>
                <a:lnTo>
                  <a:pt x="91895" y="86650"/>
                </a:lnTo>
                <a:lnTo>
                  <a:pt x="91532" y="86323"/>
                </a:lnTo>
                <a:lnTo>
                  <a:pt x="91177" y="85986"/>
                </a:lnTo>
                <a:lnTo>
                  <a:pt x="90828" y="85640"/>
                </a:lnTo>
                <a:lnTo>
                  <a:pt x="90486" y="85283"/>
                </a:lnTo>
                <a:lnTo>
                  <a:pt x="90150" y="84916"/>
                </a:lnTo>
                <a:lnTo>
                  <a:pt x="89821" y="84540"/>
                </a:lnTo>
                <a:lnTo>
                  <a:pt x="89499" y="84153"/>
                </a:lnTo>
                <a:lnTo>
                  <a:pt x="89184" y="83756"/>
                </a:lnTo>
                <a:lnTo>
                  <a:pt x="88875" y="83349"/>
                </a:lnTo>
                <a:lnTo>
                  <a:pt x="88573" y="82932"/>
                </a:lnTo>
                <a:lnTo>
                  <a:pt x="88278" y="82505"/>
                </a:lnTo>
                <a:lnTo>
                  <a:pt x="87989" y="82068"/>
                </a:lnTo>
                <a:lnTo>
                  <a:pt x="87707" y="81621"/>
                </a:lnTo>
                <a:lnTo>
                  <a:pt x="87432" y="81163"/>
                </a:lnTo>
                <a:lnTo>
                  <a:pt x="87163" y="80696"/>
                </a:lnTo>
                <a:lnTo>
                  <a:pt x="86901" y="80219"/>
                </a:lnTo>
                <a:lnTo>
                  <a:pt x="86648" y="79732"/>
                </a:lnTo>
                <a:lnTo>
                  <a:pt x="86406" y="79235"/>
                </a:lnTo>
                <a:lnTo>
                  <a:pt x="86175" y="78728"/>
                </a:lnTo>
                <a:lnTo>
                  <a:pt x="85954" y="78212"/>
                </a:lnTo>
                <a:lnTo>
                  <a:pt x="85744" y="77687"/>
                </a:lnTo>
                <a:lnTo>
                  <a:pt x="85545" y="77152"/>
                </a:lnTo>
                <a:lnTo>
                  <a:pt x="85357" y="76607"/>
                </a:lnTo>
                <a:lnTo>
                  <a:pt x="85179" y="76053"/>
                </a:lnTo>
                <a:lnTo>
                  <a:pt x="85012" y="75489"/>
                </a:lnTo>
                <a:lnTo>
                  <a:pt x="84856" y="74916"/>
                </a:lnTo>
                <a:lnTo>
                  <a:pt x="84711" y="74333"/>
                </a:lnTo>
                <a:lnTo>
                  <a:pt x="84576" y="73740"/>
                </a:lnTo>
                <a:lnTo>
                  <a:pt x="84453" y="73138"/>
                </a:lnTo>
                <a:lnTo>
                  <a:pt x="84340" y="72526"/>
                </a:lnTo>
                <a:lnTo>
                  <a:pt x="84237" y="71905"/>
                </a:lnTo>
                <a:lnTo>
                  <a:pt x="84146" y="71275"/>
                </a:lnTo>
                <a:lnTo>
                  <a:pt x="84065" y="70634"/>
                </a:lnTo>
                <a:lnTo>
                  <a:pt x="83995" y="69984"/>
                </a:lnTo>
                <a:lnTo>
                  <a:pt x="83936" y="69325"/>
                </a:lnTo>
                <a:lnTo>
                  <a:pt x="83887" y="68656"/>
                </a:lnTo>
                <a:lnTo>
                  <a:pt x="83850" y="67977"/>
                </a:lnTo>
                <a:lnTo>
                  <a:pt x="83843" y="67813"/>
                </a:lnTo>
                <a:lnTo>
                  <a:pt x="137969" y="67813"/>
                </a:lnTo>
                <a:lnTo>
                  <a:pt x="137980" y="67653"/>
                </a:lnTo>
                <a:lnTo>
                  <a:pt x="137991" y="67494"/>
                </a:lnTo>
                <a:lnTo>
                  <a:pt x="138001" y="67337"/>
                </a:lnTo>
                <a:lnTo>
                  <a:pt x="138011" y="67181"/>
                </a:lnTo>
                <a:close/>
                <a:moveTo>
                  <a:pt x="84138" y="57162"/>
                </a:moveTo>
                <a:lnTo>
                  <a:pt x="84228" y="56594"/>
                </a:lnTo>
                <a:lnTo>
                  <a:pt x="84328" y="56035"/>
                </a:lnTo>
                <a:lnTo>
                  <a:pt x="84438" y="55485"/>
                </a:lnTo>
                <a:lnTo>
                  <a:pt x="84560" y="54944"/>
                </a:lnTo>
                <a:lnTo>
                  <a:pt x="84691" y="54411"/>
                </a:lnTo>
                <a:lnTo>
                  <a:pt x="84833" y="53887"/>
                </a:lnTo>
                <a:lnTo>
                  <a:pt x="84986" y="53373"/>
                </a:lnTo>
                <a:lnTo>
                  <a:pt x="85149" y="52867"/>
                </a:lnTo>
                <a:lnTo>
                  <a:pt x="85323" y="52369"/>
                </a:lnTo>
                <a:lnTo>
                  <a:pt x="85507" y="51881"/>
                </a:lnTo>
                <a:lnTo>
                  <a:pt x="85702" y="51402"/>
                </a:lnTo>
                <a:lnTo>
                  <a:pt x="85907" y="50931"/>
                </a:lnTo>
                <a:lnTo>
                  <a:pt x="86123" y="50469"/>
                </a:lnTo>
                <a:lnTo>
                  <a:pt x="86350" y="50016"/>
                </a:lnTo>
                <a:lnTo>
                  <a:pt x="86587" y="49572"/>
                </a:lnTo>
                <a:lnTo>
                  <a:pt x="86834" y="49137"/>
                </a:lnTo>
                <a:lnTo>
                  <a:pt x="87090" y="48711"/>
                </a:lnTo>
                <a:lnTo>
                  <a:pt x="87353" y="48293"/>
                </a:lnTo>
                <a:lnTo>
                  <a:pt x="87623" y="47883"/>
                </a:lnTo>
                <a:lnTo>
                  <a:pt x="87900" y="47483"/>
                </a:lnTo>
                <a:lnTo>
                  <a:pt x="88184" y="47091"/>
                </a:lnTo>
                <a:lnTo>
                  <a:pt x="88475" y="46707"/>
                </a:lnTo>
                <a:lnTo>
                  <a:pt x="88773" y="46333"/>
                </a:lnTo>
                <a:lnTo>
                  <a:pt x="89078" y="45966"/>
                </a:lnTo>
                <a:lnTo>
                  <a:pt x="89389" y="45609"/>
                </a:lnTo>
                <a:lnTo>
                  <a:pt x="89708" y="45260"/>
                </a:lnTo>
                <a:lnTo>
                  <a:pt x="90034" y="44920"/>
                </a:lnTo>
                <a:lnTo>
                  <a:pt x="90366" y="44588"/>
                </a:lnTo>
                <a:lnTo>
                  <a:pt x="90706" y="44265"/>
                </a:lnTo>
                <a:lnTo>
                  <a:pt x="91052" y="43950"/>
                </a:lnTo>
                <a:lnTo>
                  <a:pt x="91405" y="43645"/>
                </a:lnTo>
                <a:lnTo>
                  <a:pt x="91766" y="43347"/>
                </a:lnTo>
                <a:lnTo>
                  <a:pt x="92133" y="43059"/>
                </a:lnTo>
                <a:lnTo>
                  <a:pt x="92507" y="42779"/>
                </a:lnTo>
                <a:lnTo>
                  <a:pt x="92888" y="42507"/>
                </a:lnTo>
                <a:lnTo>
                  <a:pt x="93276" y="42245"/>
                </a:lnTo>
                <a:lnTo>
                  <a:pt x="93671" y="41991"/>
                </a:lnTo>
                <a:lnTo>
                  <a:pt x="94073" y="41745"/>
                </a:lnTo>
                <a:lnTo>
                  <a:pt x="94482" y="41508"/>
                </a:lnTo>
                <a:lnTo>
                  <a:pt x="94897" y="41280"/>
                </a:lnTo>
                <a:lnTo>
                  <a:pt x="95318" y="41060"/>
                </a:lnTo>
                <a:lnTo>
                  <a:pt x="95742" y="40850"/>
                </a:lnTo>
                <a:lnTo>
                  <a:pt x="96169" y="40650"/>
                </a:lnTo>
                <a:lnTo>
                  <a:pt x="96599" y="40459"/>
                </a:lnTo>
                <a:lnTo>
                  <a:pt x="97032" y="40277"/>
                </a:lnTo>
                <a:lnTo>
                  <a:pt x="97469" y="40104"/>
                </a:lnTo>
                <a:lnTo>
                  <a:pt x="97908" y="39941"/>
                </a:lnTo>
                <a:lnTo>
                  <a:pt x="98351" y="39787"/>
                </a:lnTo>
                <a:lnTo>
                  <a:pt x="98796" y="39642"/>
                </a:lnTo>
                <a:lnTo>
                  <a:pt x="99245" y="39507"/>
                </a:lnTo>
                <a:lnTo>
                  <a:pt x="99697" y="39381"/>
                </a:lnTo>
                <a:lnTo>
                  <a:pt x="100152" y="39264"/>
                </a:lnTo>
                <a:lnTo>
                  <a:pt x="100610" y="39157"/>
                </a:lnTo>
                <a:lnTo>
                  <a:pt x="101071" y="39059"/>
                </a:lnTo>
                <a:lnTo>
                  <a:pt x="101536" y="38970"/>
                </a:lnTo>
                <a:lnTo>
                  <a:pt x="102003" y="38891"/>
                </a:lnTo>
                <a:lnTo>
                  <a:pt x="102474" y="38821"/>
                </a:lnTo>
                <a:lnTo>
                  <a:pt x="102947" y="38760"/>
                </a:lnTo>
                <a:lnTo>
                  <a:pt x="103424" y="38709"/>
                </a:lnTo>
                <a:lnTo>
                  <a:pt x="103904" y="38667"/>
                </a:lnTo>
                <a:lnTo>
                  <a:pt x="104387" y="38634"/>
                </a:lnTo>
                <a:lnTo>
                  <a:pt x="104873" y="38611"/>
                </a:lnTo>
                <a:lnTo>
                  <a:pt x="105362" y="38597"/>
                </a:lnTo>
                <a:lnTo>
                  <a:pt x="105855" y="38592"/>
                </a:lnTo>
                <a:lnTo>
                  <a:pt x="106584" y="38601"/>
                </a:lnTo>
                <a:lnTo>
                  <a:pt x="107304" y="38629"/>
                </a:lnTo>
                <a:lnTo>
                  <a:pt x="108013" y="38676"/>
                </a:lnTo>
                <a:lnTo>
                  <a:pt x="108712" y="38741"/>
                </a:lnTo>
                <a:lnTo>
                  <a:pt x="109401" y="38825"/>
                </a:lnTo>
                <a:lnTo>
                  <a:pt x="110080" y="38928"/>
                </a:lnTo>
                <a:lnTo>
                  <a:pt x="110748" y="39049"/>
                </a:lnTo>
                <a:lnTo>
                  <a:pt x="111406" y="39189"/>
                </a:lnTo>
                <a:lnTo>
                  <a:pt x="112053" y="39348"/>
                </a:lnTo>
                <a:lnTo>
                  <a:pt x="112690" y="39525"/>
                </a:lnTo>
                <a:lnTo>
                  <a:pt x="113317" y="39721"/>
                </a:lnTo>
                <a:lnTo>
                  <a:pt x="113934" y="39936"/>
                </a:lnTo>
                <a:lnTo>
                  <a:pt x="114541" y="40169"/>
                </a:lnTo>
                <a:lnTo>
                  <a:pt x="115137" y="40421"/>
                </a:lnTo>
                <a:lnTo>
                  <a:pt x="115723" y="40692"/>
                </a:lnTo>
                <a:lnTo>
                  <a:pt x="116298" y="40981"/>
                </a:lnTo>
                <a:lnTo>
                  <a:pt x="116863" y="41289"/>
                </a:lnTo>
                <a:lnTo>
                  <a:pt x="117418" y="41616"/>
                </a:lnTo>
                <a:lnTo>
                  <a:pt x="117963" y="41961"/>
                </a:lnTo>
                <a:lnTo>
                  <a:pt x="118497" y="42325"/>
                </a:lnTo>
                <a:lnTo>
                  <a:pt x="119022" y="42708"/>
                </a:lnTo>
                <a:lnTo>
                  <a:pt x="119535" y="43109"/>
                </a:lnTo>
                <a:lnTo>
                  <a:pt x="120039" y="43529"/>
                </a:lnTo>
                <a:lnTo>
                  <a:pt x="120532" y="43968"/>
                </a:lnTo>
                <a:lnTo>
                  <a:pt x="121011" y="44423"/>
                </a:lnTo>
                <a:lnTo>
                  <a:pt x="121471" y="44892"/>
                </a:lnTo>
                <a:lnTo>
                  <a:pt x="121912" y="45376"/>
                </a:lnTo>
                <a:lnTo>
                  <a:pt x="122334" y="45874"/>
                </a:lnTo>
                <a:lnTo>
                  <a:pt x="122737" y="46387"/>
                </a:lnTo>
                <a:lnTo>
                  <a:pt x="123121" y="46914"/>
                </a:lnTo>
                <a:lnTo>
                  <a:pt x="123487" y="47455"/>
                </a:lnTo>
                <a:lnTo>
                  <a:pt x="123833" y="48011"/>
                </a:lnTo>
                <a:lnTo>
                  <a:pt x="124161" y="48581"/>
                </a:lnTo>
                <a:lnTo>
                  <a:pt x="124469" y="49165"/>
                </a:lnTo>
                <a:lnTo>
                  <a:pt x="124759" y="49764"/>
                </a:lnTo>
                <a:lnTo>
                  <a:pt x="125030" y="50377"/>
                </a:lnTo>
                <a:lnTo>
                  <a:pt x="125281" y="51004"/>
                </a:lnTo>
                <a:lnTo>
                  <a:pt x="125514" y="51646"/>
                </a:lnTo>
                <a:lnTo>
                  <a:pt x="125728" y="52302"/>
                </a:lnTo>
                <a:lnTo>
                  <a:pt x="125924" y="52973"/>
                </a:lnTo>
                <a:lnTo>
                  <a:pt x="126100" y="53657"/>
                </a:lnTo>
                <a:lnTo>
                  <a:pt x="126257" y="54357"/>
                </a:lnTo>
                <a:lnTo>
                  <a:pt x="126395" y="55070"/>
                </a:lnTo>
                <a:lnTo>
                  <a:pt x="126515" y="55798"/>
                </a:lnTo>
                <a:lnTo>
                  <a:pt x="126615" y="56540"/>
                </a:lnTo>
                <a:lnTo>
                  <a:pt x="126697" y="57297"/>
                </a:lnTo>
                <a:lnTo>
                  <a:pt x="126760" y="58068"/>
                </a:lnTo>
                <a:lnTo>
                  <a:pt x="126804" y="58853"/>
                </a:lnTo>
                <a:lnTo>
                  <a:pt x="83939" y="58853"/>
                </a:lnTo>
                <a:lnTo>
                  <a:pt x="83991" y="58325"/>
                </a:lnTo>
                <a:lnTo>
                  <a:pt x="84059" y="57739"/>
                </a:lnTo>
                <a:lnTo>
                  <a:pt x="84138" y="57162"/>
                </a:lnTo>
                <a:close/>
                <a:moveTo>
                  <a:pt x="428490" y="101532"/>
                </a:moveTo>
                <a:lnTo>
                  <a:pt x="428861" y="101511"/>
                </a:lnTo>
                <a:lnTo>
                  <a:pt x="429228" y="101486"/>
                </a:lnTo>
                <a:lnTo>
                  <a:pt x="429592" y="101458"/>
                </a:lnTo>
                <a:lnTo>
                  <a:pt x="429952" y="101425"/>
                </a:lnTo>
                <a:lnTo>
                  <a:pt x="430308" y="101389"/>
                </a:lnTo>
                <a:lnTo>
                  <a:pt x="430661" y="101349"/>
                </a:lnTo>
                <a:lnTo>
                  <a:pt x="431010" y="101305"/>
                </a:lnTo>
                <a:lnTo>
                  <a:pt x="431356" y="101257"/>
                </a:lnTo>
                <a:lnTo>
                  <a:pt x="431698" y="101205"/>
                </a:lnTo>
                <a:lnTo>
                  <a:pt x="432037" y="101150"/>
                </a:lnTo>
                <a:lnTo>
                  <a:pt x="432371" y="101090"/>
                </a:lnTo>
                <a:lnTo>
                  <a:pt x="432703" y="101027"/>
                </a:lnTo>
                <a:lnTo>
                  <a:pt x="433030" y="100960"/>
                </a:lnTo>
                <a:lnTo>
                  <a:pt x="433354" y="100889"/>
                </a:lnTo>
                <a:lnTo>
                  <a:pt x="433675" y="100815"/>
                </a:lnTo>
                <a:lnTo>
                  <a:pt x="433992" y="100736"/>
                </a:lnTo>
                <a:lnTo>
                  <a:pt x="434305" y="100654"/>
                </a:lnTo>
                <a:lnTo>
                  <a:pt x="434615" y="100568"/>
                </a:lnTo>
                <a:lnTo>
                  <a:pt x="434921" y="100478"/>
                </a:lnTo>
                <a:lnTo>
                  <a:pt x="435224" y="100385"/>
                </a:lnTo>
                <a:lnTo>
                  <a:pt x="435524" y="100289"/>
                </a:lnTo>
                <a:lnTo>
                  <a:pt x="435822" y="100191"/>
                </a:lnTo>
                <a:lnTo>
                  <a:pt x="436117" y="100090"/>
                </a:lnTo>
                <a:lnTo>
                  <a:pt x="436410" y="99986"/>
                </a:lnTo>
                <a:lnTo>
                  <a:pt x="436700" y="99880"/>
                </a:lnTo>
                <a:lnTo>
                  <a:pt x="436987" y="99771"/>
                </a:lnTo>
                <a:lnTo>
                  <a:pt x="437272" y="99659"/>
                </a:lnTo>
                <a:lnTo>
                  <a:pt x="437554" y="99545"/>
                </a:lnTo>
                <a:lnTo>
                  <a:pt x="437833" y="99428"/>
                </a:lnTo>
                <a:lnTo>
                  <a:pt x="438110" y="99308"/>
                </a:lnTo>
                <a:lnTo>
                  <a:pt x="438384" y="99186"/>
                </a:lnTo>
                <a:lnTo>
                  <a:pt x="438655" y="99061"/>
                </a:lnTo>
                <a:lnTo>
                  <a:pt x="438924" y="98934"/>
                </a:lnTo>
                <a:lnTo>
                  <a:pt x="439190" y="98804"/>
                </a:lnTo>
                <a:lnTo>
                  <a:pt x="439454" y="98671"/>
                </a:lnTo>
                <a:lnTo>
                  <a:pt x="439715" y="98536"/>
                </a:lnTo>
                <a:lnTo>
                  <a:pt x="439973" y="98398"/>
                </a:lnTo>
                <a:lnTo>
                  <a:pt x="440229" y="98257"/>
                </a:lnTo>
                <a:lnTo>
                  <a:pt x="440482" y="98114"/>
                </a:lnTo>
                <a:lnTo>
                  <a:pt x="440732" y="97968"/>
                </a:lnTo>
                <a:lnTo>
                  <a:pt x="440980" y="97820"/>
                </a:lnTo>
                <a:lnTo>
                  <a:pt x="441225" y="97669"/>
                </a:lnTo>
                <a:lnTo>
                  <a:pt x="441468" y="97515"/>
                </a:lnTo>
                <a:lnTo>
                  <a:pt x="441708" y="97358"/>
                </a:lnTo>
                <a:lnTo>
                  <a:pt x="441945" y="97200"/>
                </a:lnTo>
                <a:lnTo>
                  <a:pt x="442180" y="97039"/>
                </a:lnTo>
                <a:lnTo>
                  <a:pt x="442412" y="96875"/>
                </a:lnTo>
                <a:lnTo>
                  <a:pt x="442641" y="96709"/>
                </a:lnTo>
                <a:lnTo>
                  <a:pt x="442868" y="96541"/>
                </a:lnTo>
                <a:lnTo>
                  <a:pt x="443092" y="96371"/>
                </a:lnTo>
                <a:lnTo>
                  <a:pt x="443314" y="96198"/>
                </a:lnTo>
                <a:lnTo>
                  <a:pt x="443533" y="96022"/>
                </a:lnTo>
                <a:lnTo>
                  <a:pt x="443749" y="95844"/>
                </a:lnTo>
                <a:lnTo>
                  <a:pt x="443962" y="95664"/>
                </a:lnTo>
                <a:lnTo>
                  <a:pt x="444173" y="95482"/>
                </a:lnTo>
                <a:lnTo>
                  <a:pt x="444382" y="95297"/>
                </a:lnTo>
                <a:lnTo>
                  <a:pt x="444587" y="95109"/>
                </a:lnTo>
                <a:lnTo>
                  <a:pt x="444790" y="94920"/>
                </a:lnTo>
                <a:lnTo>
                  <a:pt x="444991" y="94727"/>
                </a:lnTo>
                <a:lnTo>
                  <a:pt x="445188" y="94533"/>
                </a:lnTo>
                <a:lnTo>
                  <a:pt x="445383" y="94336"/>
                </a:lnTo>
                <a:lnTo>
                  <a:pt x="445576" y="94137"/>
                </a:lnTo>
                <a:lnTo>
                  <a:pt x="445766" y="93935"/>
                </a:lnTo>
                <a:lnTo>
                  <a:pt x="445953" y="93731"/>
                </a:lnTo>
                <a:lnTo>
                  <a:pt x="446137" y="93525"/>
                </a:lnTo>
                <a:lnTo>
                  <a:pt x="446319" y="93316"/>
                </a:lnTo>
                <a:lnTo>
                  <a:pt x="446498" y="93105"/>
                </a:lnTo>
                <a:lnTo>
                  <a:pt x="446675" y="92892"/>
                </a:lnTo>
                <a:lnTo>
                  <a:pt x="446849" y="92677"/>
                </a:lnTo>
                <a:lnTo>
                  <a:pt x="447021" y="92462"/>
                </a:lnTo>
                <a:lnTo>
                  <a:pt x="447189" y="92245"/>
                </a:lnTo>
                <a:lnTo>
                  <a:pt x="447356" y="92027"/>
                </a:lnTo>
                <a:lnTo>
                  <a:pt x="447519" y="91808"/>
                </a:lnTo>
                <a:lnTo>
                  <a:pt x="447680" y="91588"/>
                </a:lnTo>
                <a:lnTo>
                  <a:pt x="447839" y="91367"/>
                </a:lnTo>
                <a:lnTo>
                  <a:pt x="447994" y="91144"/>
                </a:lnTo>
                <a:lnTo>
                  <a:pt x="448147" y="90920"/>
                </a:lnTo>
                <a:lnTo>
                  <a:pt x="448298" y="90695"/>
                </a:lnTo>
                <a:lnTo>
                  <a:pt x="448446" y="90469"/>
                </a:lnTo>
                <a:lnTo>
                  <a:pt x="448591" y="90241"/>
                </a:lnTo>
                <a:lnTo>
                  <a:pt x="448733" y="90013"/>
                </a:lnTo>
                <a:lnTo>
                  <a:pt x="448873" y="89783"/>
                </a:lnTo>
                <a:lnTo>
                  <a:pt x="449011" y="89552"/>
                </a:lnTo>
                <a:lnTo>
                  <a:pt x="449145" y="89319"/>
                </a:lnTo>
                <a:lnTo>
                  <a:pt x="449277" y="89086"/>
                </a:lnTo>
                <a:lnTo>
                  <a:pt x="449407" y="88851"/>
                </a:lnTo>
                <a:lnTo>
                  <a:pt x="449534" y="88615"/>
                </a:lnTo>
                <a:lnTo>
                  <a:pt x="449658" y="88378"/>
                </a:lnTo>
                <a:lnTo>
                  <a:pt x="449779" y="88140"/>
                </a:lnTo>
                <a:lnTo>
                  <a:pt x="449898" y="87900"/>
                </a:lnTo>
                <a:lnTo>
                  <a:pt x="450015" y="87660"/>
                </a:lnTo>
                <a:lnTo>
                  <a:pt x="450702" y="99927"/>
                </a:lnTo>
                <a:lnTo>
                  <a:pt x="461039" y="99927"/>
                </a:lnTo>
                <a:lnTo>
                  <a:pt x="461039" y="56925"/>
                </a:lnTo>
                <a:lnTo>
                  <a:pt x="461034" y="56217"/>
                </a:lnTo>
                <a:lnTo>
                  <a:pt x="461017" y="55516"/>
                </a:lnTo>
                <a:lnTo>
                  <a:pt x="460990" y="54824"/>
                </a:lnTo>
                <a:lnTo>
                  <a:pt x="460951" y="54140"/>
                </a:lnTo>
                <a:lnTo>
                  <a:pt x="460902" y="53463"/>
                </a:lnTo>
                <a:lnTo>
                  <a:pt x="460841" y="52794"/>
                </a:lnTo>
                <a:lnTo>
                  <a:pt x="460770" y="52134"/>
                </a:lnTo>
                <a:lnTo>
                  <a:pt x="460687" y="51481"/>
                </a:lnTo>
                <a:lnTo>
                  <a:pt x="460593" y="50836"/>
                </a:lnTo>
                <a:lnTo>
                  <a:pt x="460489" y="50199"/>
                </a:lnTo>
                <a:lnTo>
                  <a:pt x="460373" y="49570"/>
                </a:lnTo>
                <a:lnTo>
                  <a:pt x="460247" y="48948"/>
                </a:lnTo>
                <a:lnTo>
                  <a:pt x="460109" y="48335"/>
                </a:lnTo>
                <a:lnTo>
                  <a:pt x="459961" y="47729"/>
                </a:lnTo>
                <a:lnTo>
                  <a:pt x="459801" y="47132"/>
                </a:lnTo>
                <a:lnTo>
                  <a:pt x="459631" y="46542"/>
                </a:lnTo>
                <a:lnTo>
                  <a:pt x="459449" y="45960"/>
                </a:lnTo>
                <a:lnTo>
                  <a:pt x="459256" y="45386"/>
                </a:lnTo>
                <a:lnTo>
                  <a:pt x="459053" y="44820"/>
                </a:lnTo>
                <a:lnTo>
                  <a:pt x="458838" y="44262"/>
                </a:lnTo>
                <a:lnTo>
                  <a:pt x="458613" y="43712"/>
                </a:lnTo>
                <a:lnTo>
                  <a:pt x="458376" y="43169"/>
                </a:lnTo>
                <a:lnTo>
                  <a:pt x="458128" y="42635"/>
                </a:lnTo>
                <a:lnTo>
                  <a:pt x="457870" y="42108"/>
                </a:lnTo>
                <a:lnTo>
                  <a:pt x="457600" y="41591"/>
                </a:lnTo>
                <a:lnTo>
                  <a:pt x="457319" y="41082"/>
                </a:lnTo>
                <a:lnTo>
                  <a:pt x="457027" y="40584"/>
                </a:lnTo>
                <a:lnTo>
                  <a:pt x="456723" y="40095"/>
                </a:lnTo>
                <a:lnTo>
                  <a:pt x="456408" y="39615"/>
                </a:lnTo>
                <a:lnTo>
                  <a:pt x="456082" y="39145"/>
                </a:lnTo>
                <a:lnTo>
                  <a:pt x="455745" y="38685"/>
                </a:lnTo>
                <a:lnTo>
                  <a:pt x="455397" y="38234"/>
                </a:lnTo>
                <a:lnTo>
                  <a:pt x="455037" y="37793"/>
                </a:lnTo>
                <a:lnTo>
                  <a:pt x="454666" y="37361"/>
                </a:lnTo>
                <a:lnTo>
                  <a:pt x="454284" y="36939"/>
                </a:lnTo>
                <a:lnTo>
                  <a:pt x="453890" y="36526"/>
                </a:lnTo>
                <a:lnTo>
                  <a:pt x="453485" y="36123"/>
                </a:lnTo>
                <a:lnTo>
                  <a:pt x="453069" y="35730"/>
                </a:lnTo>
                <a:lnTo>
                  <a:pt x="452642" y="35346"/>
                </a:lnTo>
                <a:lnTo>
                  <a:pt x="452203" y="34972"/>
                </a:lnTo>
                <a:lnTo>
                  <a:pt x="451754" y="34607"/>
                </a:lnTo>
                <a:lnTo>
                  <a:pt x="451293" y="34252"/>
                </a:lnTo>
                <a:lnTo>
                  <a:pt x="450820" y="33907"/>
                </a:lnTo>
                <a:lnTo>
                  <a:pt x="450337" y="33571"/>
                </a:lnTo>
                <a:lnTo>
                  <a:pt x="449842" y="33244"/>
                </a:lnTo>
                <a:lnTo>
                  <a:pt x="449336" y="32928"/>
                </a:lnTo>
                <a:lnTo>
                  <a:pt x="448819" y="32620"/>
                </a:lnTo>
                <a:lnTo>
                  <a:pt x="448290" y="32323"/>
                </a:lnTo>
                <a:lnTo>
                  <a:pt x="447750" y="32036"/>
                </a:lnTo>
                <a:lnTo>
                  <a:pt x="447200" y="31761"/>
                </a:lnTo>
                <a:lnTo>
                  <a:pt x="446637" y="31498"/>
                </a:lnTo>
                <a:lnTo>
                  <a:pt x="446064" y="31248"/>
                </a:lnTo>
                <a:lnTo>
                  <a:pt x="445479" y="31010"/>
                </a:lnTo>
                <a:lnTo>
                  <a:pt x="444883" y="30784"/>
                </a:lnTo>
                <a:lnTo>
                  <a:pt x="444276" y="30571"/>
                </a:lnTo>
                <a:lnTo>
                  <a:pt x="443658" y="30369"/>
                </a:lnTo>
                <a:lnTo>
                  <a:pt x="443028" y="30180"/>
                </a:lnTo>
                <a:lnTo>
                  <a:pt x="442387" y="30003"/>
                </a:lnTo>
                <a:lnTo>
                  <a:pt x="441735" y="29838"/>
                </a:lnTo>
                <a:lnTo>
                  <a:pt x="441072" y="29685"/>
                </a:lnTo>
                <a:lnTo>
                  <a:pt x="440397" y="29545"/>
                </a:lnTo>
                <a:lnTo>
                  <a:pt x="439711" y="29417"/>
                </a:lnTo>
                <a:lnTo>
                  <a:pt x="439014" y="29301"/>
                </a:lnTo>
                <a:lnTo>
                  <a:pt x="438305" y="29197"/>
                </a:lnTo>
                <a:lnTo>
                  <a:pt x="437586" y="29105"/>
                </a:lnTo>
                <a:lnTo>
                  <a:pt x="436855" y="29026"/>
                </a:lnTo>
                <a:lnTo>
                  <a:pt x="436113" y="28959"/>
                </a:lnTo>
                <a:lnTo>
                  <a:pt x="435359" y="28904"/>
                </a:lnTo>
                <a:lnTo>
                  <a:pt x="434594" y="28861"/>
                </a:lnTo>
                <a:lnTo>
                  <a:pt x="433819" y="28831"/>
                </a:lnTo>
                <a:lnTo>
                  <a:pt x="433031" y="28812"/>
                </a:lnTo>
                <a:lnTo>
                  <a:pt x="432233" y="28806"/>
                </a:lnTo>
                <a:lnTo>
                  <a:pt x="431648" y="28811"/>
                </a:lnTo>
                <a:lnTo>
                  <a:pt x="431065" y="28825"/>
                </a:lnTo>
                <a:lnTo>
                  <a:pt x="430484" y="28848"/>
                </a:lnTo>
                <a:lnTo>
                  <a:pt x="429905" y="28881"/>
                </a:lnTo>
                <a:lnTo>
                  <a:pt x="429328" y="28923"/>
                </a:lnTo>
                <a:lnTo>
                  <a:pt x="428753" y="28974"/>
                </a:lnTo>
                <a:lnTo>
                  <a:pt x="428180" y="29035"/>
                </a:lnTo>
                <a:lnTo>
                  <a:pt x="427608" y="29105"/>
                </a:lnTo>
                <a:lnTo>
                  <a:pt x="427039" y="29184"/>
                </a:lnTo>
                <a:lnTo>
                  <a:pt x="426471" y="29273"/>
                </a:lnTo>
                <a:lnTo>
                  <a:pt x="425906" y="29371"/>
                </a:lnTo>
                <a:lnTo>
                  <a:pt x="425342" y="29478"/>
                </a:lnTo>
                <a:lnTo>
                  <a:pt x="424780" y="29595"/>
                </a:lnTo>
                <a:lnTo>
                  <a:pt x="424220" y="29721"/>
                </a:lnTo>
                <a:lnTo>
                  <a:pt x="423662" y="29856"/>
                </a:lnTo>
                <a:lnTo>
                  <a:pt x="423106" y="30001"/>
                </a:lnTo>
                <a:lnTo>
                  <a:pt x="422552" y="30155"/>
                </a:lnTo>
                <a:lnTo>
                  <a:pt x="422000" y="30318"/>
                </a:lnTo>
                <a:lnTo>
                  <a:pt x="421450" y="30491"/>
                </a:lnTo>
                <a:lnTo>
                  <a:pt x="420901" y="30673"/>
                </a:lnTo>
                <a:lnTo>
                  <a:pt x="420355" y="30864"/>
                </a:lnTo>
                <a:lnTo>
                  <a:pt x="419810" y="31065"/>
                </a:lnTo>
                <a:lnTo>
                  <a:pt x="419267" y="31275"/>
                </a:lnTo>
                <a:lnTo>
                  <a:pt x="418727" y="31494"/>
                </a:lnTo>
                <a:lnTo>
                  <a:pt x="418191" y="31722"/>
                </a:lnTo>
                <a:lnTo>
                  <a:pt x="417663" y="31958"/>
                </a:lnTo>
                <a:lnTo>
                  <a:pt x="417143" y="32203"/>
                </a:lnTo>
                <a:lnTo>
                  <a:pt x="416631" y="32455"/>
                </a:lnTo>
                <a:lnTo>
                  <a:pt x="416126" y="32716"/>
                </a:lnTo>
                <a:lnTo>
                  <a:pt x="415630" y="32984"/>
                </a:lnTo>
                <a:lnTo>
                  <a:pt x="415142" y="33261"/>
                </a:lnTo>
                <a:lnTo>
                  <a:pt x="414661" y="33546"/>
                </a:lnTo>
                <a:lnTo>
                  <a:pt x="414188" y="33839"/>
                </a:lnTo>
                <a:lnTo>
                  <a:pt x="413723" y="34141"/>
                </a:lnTo>
                <a:lnTo>
                  <a:pt x="413267" y="34450"/>
                </a:lnTo>
                <a:lnTo>
                  <a:pt x="412818" y="34768"/>
                </a:lnTo>
                <a:lnTo>
                  <a:pt x="412376" y="35093"/>
                </a:lnTo>
                <a:lnTo>
                  <a:pt x="411943" y="35427"/>
                </a:lnTo>
                <a:lnTo>
                  <a:pt x="411518" y="35769"/>
                </a:lnTo>
                <a:lnTo>
                  <a:pt x="411100" y="36119"/>
                </a:lnTo>
                <a:lnTo>
                  <a:pt x="410691" y="36477"/>
                </a:lnTo>
                <a:lnTo>
                  <a:pt x="410289" y="36844"/>
                </a:lnTo>
                <a:lnTo>
                  <a:pt x="409895" y="37218"/>
                </a:lnTo>
                <a:lnTo>
                  <a:pt x="409510" y="37601"/>
                </a:lnTo>
                <a:lnTo>
                  <a:pt x="409132" y="37991"/>
                </a:lnTo>
                <a:lnTo>
                  <a:pt x="408761" y="38390"/>
                </a:lnTo>
                <a:lnTo>
                  <a:pt x="408399" y="38797"/>
                </a:lnTo>
                <a:lnTo>
                  <a:pt x="408045" y="39212"/>
                </a:lnTo>
                <a:lnTo>
                  <a:pt x="407701" y="39636"/>
                </a:lnTo>
                <a:lnTo>
                  <a:pt x="407368" y="40068"/>
                </a:lnTo>
                <a:lnTo>
                  <a:pt x="407047" y="40508"/>
                </a:lnTo>
                <a:lnTo>
                  <a:pt x="406737" y="40956"/>
                </a:lnTo>
                <a:lnTo>
                  <a:pt x="406440" y="41413"/>
                </a:lnTo>
                <a:lnTo>
                  <a:pt x="406154" y="41879"/>
                </a:lnTo>
                <a:lnTo>
                  <a:pt x="405880" y="42352"/>
                </a:lnTo>
                <a:lnTo>
                  <a:pt x="405618" y="42834"/>
                </a:lnTo>
                <a:lnTo>
                  <a:pt x="405367" y="43325"/>
                </a:lnTo>
                <a:lnTo>
                  <a:pt x="405128" y="43823"/>
                </a:lnTo>
                <a:lnTo>
                  <a:pt x="404901" y="44331"/>
                </a:lnTo>
                <a:lnTo>
                  <a:pt x="404685" y="44846"/>
                </a:lnTo>
                <a:lnTo>
                  <a:pt x="404482" y="45370"/>
                </a:lnTo>
                <a:lnTo>
                  <a:pt x="404290" y="45902"/>
                </a:lnTo>
                <a:lnTo>
                  <a:pt x="404109" y="46443"/>
                </a:lnTo>
                <a:lnTo>
                  <a:pt x="403941" y="46992"/>
                </a:lnTo>
                <a:lnTo>
                  <a:pt x="403784" y="47549"/>
                </a:lnTo>
                <a:lnTo>
                  <a:pt x="403639" y="48115"/>
                </a:lnTo>
                <a:lnTo>
                  <a:pt x="403505" y="48689"/>
                </a:lnTo>
                <a:lnTo>
                  <a:pt x="403384" y="49272"/>
                </a:lnTo>
                <a:lnTo>
                  <a:pt x="403274" y="49863"/>
                </a:lnTo>
                <a:lnTo>
                  <a:pt x="403176" y="50462"/>
                </a:lnTo>
                <a:lnTo>
                  <a:pt x="403089" y="51070"/>
                </a:lnTo>
                <a:lnTo>
                  <a:pt x="403014" y="51686"/>
                </a:lnTo>
                <a:lnTo>
                  <a:pt x="414868" y="51686"/>
                </a:lnTo>
                <a:lnTo>
                  <a:pt x="414966" y="51152"/>
                </a:lnTo>
                <a:lnTo>
                  <a:pt x="415077" y="50628"/>
                </a:lnTo>
                <a:lnTo>
                  <a:pt x="415201" y="50116"/>
                </a:lnTo>
                <a:lnTo>
                  <a:pt x="415338" y="49615"/>
                </a:lnTo>
                <a:lnTo>
                  <a:pt x="415488" y="49125"/>
                </a:lnTo>
                <a:lnTo>
                  <a:pt x="415651" y="48645"/>
                </a:lnTo>
                <a:lnTo>
                  <a:pt x="415827" y="48177"/>
                </a:lnTo>
                <a:lnTo>
                  <a:pt x="416016" y="47720"/>
                </a:lnTo>
                <a:lnTo>
                  <a:pt x="416218" y="47273"/>
                </a:lnTo>
                <a:lnTo>
                  <a:pt x="416432" y="46838"/>
                </a:lnTo>
                <a:lnTo>
                  <a:pt x="416660" y="46414"/>
                </a:lnTo>
                <a:lnTo>
                  <a:pt x="416900" y="46001"/>
                </a:lnTo>
                <a:lnTo>
                  <a:pt x="417154" y="45598"/>
                </a:lnTo>
                <a:lnTo>
                  <a:pt x="417420" y="45207"/>
                </a:lnTo>
                <a:lnTo>
                  <a:pt x="417699" y="44827"/>
                </a:lnTo>
                <a:lnTo>
                  <a:pt x="417991" y="44458"/>
                </a:lnTo>
                <a:lnTo>
                  <a:pt x="418296" y="44100"/>
                </a:lnTo>
                <a:lnTo>
                  <a:pt x="418614" y="43752"/>
                </a:lnTo>
                <a:lnTo>
                  <a:pt x="418945" y="43416"/>
                </a:lnTo>
                <a:lnTo>
                  <a:pt x="419289" y="43091"/>
                </a:lnTo>
                <a:lnTo>
                  <a:pt x="419646" y="42777"/>
                </a:lnTo>
                <a:lnTo>
                  <a:pt x="420016" y="42474"/>
                </a:lnTo>
                <a:lnTo>
                  <a:pt x="420398" y="42181"/>
                </a:lnTo>
                <a:lnTo>
                  <a:pt x="420794" y="41900"/>
                </a:lnTo>
                <a:lnTo>
                  <a:pt x="421199" y="41630"/>
                </a:lnTo>
                <a:lnTo>
                  <a:pt x="421611" y="41372"/>
                </a:lnTo>
                <a:lnTo>
                  <a:pt x="422028" y="41125"/>
                </a:lnTo>
                <a:lnTo>
                  <a:pt x="422452" y="40889"/>
                </a:lnTo>
                <a:lnTo>
                  <a:pt x="422882" y="40665"/>
                </a:lnTo>
                <a:lnTo>
                  <a:pt x="423318" y="40453"/>
                </a:lnTo>
                <a:lnTo>
                  <a:pt x="423761" y="40252"/>
                </a:lnTo>
                <a:lnTo>
                  <a:pt x="424209" y="40062"/>
                </a:lnTo>
                <a:lnTo>
                  <a:pt x="424664" y="39884"/>
                </a:lnTo>
                <a:lnTo>
                  <a:pt x="425125" y="39718"/>
                </a:lnTo>
                <a:lnTo>
                  <a:pt x="425593" y="39563"/>
                </a:lnTo>
                <a:lnTo>
                  <a:pt x="426066" y="39419"/>
                </a:lnTo>
                <a:lnTo>
                  <a:pt x="426546" y="39287"/>
                </a:lnTo>
                <a:lnTo>
                  <a:pt x="427032" y="39166"/>
                </a:lnTo>
                <a:lnTo>
                  <a:pt x="427524" y="39057"/>
                </a:lnTo>
                <a:lnTo>
                  <a:pt x="428022" y="38960"/>
                </a:lnTo>
                <a:lnTo>
                  <a:pt x="428527" y="38873"/>
                </a:lnTo>
                <a:lnTo>
                  <a:pt x="429038" y="38799"/>
                </a:lnTo>
                <a:lnTo>
                  <a:pt x="429555" y="38736"/>
                </a:lnTo>
                <a:lnTo>
                  <a:pt x="430078" y="38684"/>
                </a:lnTo>
                <a:lnTo>
                  <a:pt x="430607" y="38644"/>
                </a:lnTo>
                <a:lnTo>
                  <a:pt x="431143" y="38615"/>
                </a:lnTo>
                <a:lnTo>
                  <a:pt x="431685" y="38598"/>
                </a:lnTo>
                <a:lnTo>
                  <a:pt x="432233" y="38592"/>
                </a:lnTo>
                <a:lnTo>
                  <a:pt x="432701" y="38596"/>
                </a:lnTo>
                <a:lnTo>
                  <a:pt x="433162" y="38607"/>
                </a:lnTo>
                <a:lnTo>
                  <a:pt x="433617" y="38626"/>
                </a:lnTo>
                <a:lnTo>
                  <a:pt x="434065" y="38653"/>
                </a:lnTo>
                <a:lnTo>
                  <a:pt x="434507" y="38688"/>
                </a:lnTo>
                <a:lnTo>
                  <a:pt x="434942" y="38730"/>
                </a:lnTo>
                <a:lnTo>
                  <a:pt x="435371" y="38780"/>
                </a:lnTo>
                <a:lnTo>
                  <a:pt x="435793" y="38837"/>
                </a:lnTo>
                <a:lnTo>
                  <a:pt x="436209" y="38902"/>
                </a:lnTo>
                <a:lnTo>
                  <a:pt x="436619" y="38975"/>
                </a:lnTo>
                <a:lnTo>
                  <a:pt x="437022" y="39055"/>
                </a:lnTo>
                <a:lnTo>
                  <a:pt x="437419" y="39144"/>
                </a:lnTo>
                <a:lnTo>
                  <a:pt x="437809" y="39239"/>
                </a:lnTo>
                <a:lnTo>
                  <a:pt x="438192" y="39343"/>
                </a:lnTo>
                <a:lnTo>
                  <a:pt x="438570" y="39454"/>
                </a:lnTo>
                <a:lnTo>
                  <a:pt x="438940" y="39573"/>
                </a:lnTo>
                <a:lnTo>
                  <a:pt x="439305" y="39699"/>
                </a:lnTo>
                <a:lnTo>
                  <a:pt x="439662" y="39833"/>
                </a:lnTo>
                <a:lnTo>
                  <a:pt x="440014" y="39975"/>
                </a:lnTo>
                <a:lnTo>
                  <a:pt x="440359" y="40124"/>
                </a:lnTo>
                <a:lnTo>
                  <a:pt x="440697" y="40281"/>
                </a:lnTo>
                <a:lnTo>
                  <a:pt x="441029" y="40446"/>
                </a:lnTo>
                <a:lnTo>
                  <a:pt x="441355" y="40618"/>
                </a:lnTo>
                <a:lnTo>
                  <a:pt x="441674" y="40798"/>
                </a:lnTo>
                <a:lnTo>
                  <a:pt x="441987" y="40986"/>
                </a:lnTo>
                <a:lnTo>
                  <a:pt x="442293" y="41181"/>
                </a:lnTo>
                <a:lnTo>
                  <a:pt x="442594" y="41383"/>
                </a:lnTo>
                <a:lnTo>
                  <a:pt x="442888" y="41593"/>
                </a:lnTo>
                <a:lnTo>
                  <a:pt x="443176" y="41810"/>
                </a:lnTo>
                <a:lnTo>
                  <a:pt x="443458" y="42035"/>
                </a:lnTo>
                <a:lnTo>
                  <a:pt x="443733" y="42267"/>
                </a:lnTo>
                <a:lnTo>
                  <a:pt x="444002" y="42506"/>
                </a:lnTo>
                <a:lnTo>
                  <a:pt x="444265" y="42753"/>
                </a:lnTo>
                <a:lnTo>
                  <a:pt x="444522" y="43007"/>
                </a:lnTo>
                <a:lnTo>
                  <a:pt x="444773" y="43269"/>
                </a:lnTo>
                <a:lnTo>
                  <a:pt x="445017" y="43538"/>
                </a:lnTo>
                <a:lnTo>
                  <a:pt x="445255" y="43814"/>
                </a:lnTo>
                <a:lnTo>
                  <a:pt x="445487" y="44098"/>
                </a:lnTo>
                <a:lnTo>
                  <a:pt x="445713" y="44390"/>
                </a:lnTo>
                <a:lnTo>
                  <a:pt x="445932" y="44688"/>
                </a:lnTo>
                <a:lnTo>
                  <a:pt x="446145" y="44995"/>
                </a:lnTo>
                <a:lnTo>
                  <a:pt x="446352" y="45308"/>
                </a:lnTo>
                <a:lnTo>
                  <a:pt x="446553" y="45629"/>
                </a:lnTo>
                <a:lnTo>
                  <a:pt x="446748" y="45958"/>
                </a:lnTo>
                <a:lnTo>
                  <a:pt x="446936" y="46293"/>
                </a:lnTo>
                <a:lnTo>
                  <a:pt x="447118" y="46637"/>
                </a:lnTo>
                <a:lnTo>
                  <a:pt x="447294" y="46987"/>
                </a:lnTo>
                <a:lnTo>
                  <a:pt x="447464" y="47345"/>
                </a:lnTo>
                <a:lnTo>
                  <a:pt x="447627" y="47711"/>
                </a:lnTo>
                <a:lnTo>
                  <a:pt x="447783" y="48083"/>
                </a:lnTo>
                <a:lnTo>
                  <a:pt x="447932" y="48464"/>
                </a:lnTo>
                <a:lnTo>
                  <a:pt x="448074" y="48851"/>
                </a:lnTo>
                <a:lnTo>
                  <a:pt x="448209" y="49247"/>
                </a:lnTo>
                <a:lnTo>
                  <a:pt x="448338" y="49649"/>
                </a:lnTo>
                <a:lnTo>
                  <a:pt x="448459" y="50059"/>
                </a:lnTo>
                <a:lnTo>
                  <a:pt x="448574" y="50477"/>
                </a:lnTo>
                <a:lnTo>
                  <a:pt x="448681" y="50902"/>
                </a:lnTo>
                <a:lnTo>
                  <a:pt x="448782" y="51334"/>
                </a:lnTo>
                <a:lnTo>
                  <a:pt x="448875" y="51774"/>
                </a:lnTo>
                <a:lnTo>
                  <a:pt x="448962" y="52221"/>
                </a:lnTo>
                <a:lnTo>
                  <a:pt x="449042" y="52675"/>
                </a:lnTo>
                <a:lnTo>
                  <a:pt x="449115" y="53137"/>
                </a:lnTo>
                <a:lnTo>
                  <a:pt x="449181" y="53607"/>
                </a:lnTo>
                <a:lnTo>
                  <a:pt x="449240" y="54084"/>
                </a:lnTo>
                <a:lnTo>
                  <a:pt x="449292" y="54568"/>
                </a:lnTo>
                <a:lnTo>
                  <a:pt x="449337" y="55059"/>
                </a:lnTo>
                <a:lnTo>
                  <a:pt x="449375" y="55559"/>
                </a:lnTo>
                <a:lnTo>
                  <a:pt x="449406" y="56065"/>
                </a:lnTo>
                <a:lnTo>
                  <a:pt x="449430" y="56579"/>
                </a:lnTo>
                <a:lnTo>
                  <a:pt x="449448" y="57101"/>
                </a:lnTo>
                <a:lnTo>
                  <a:pt x="449458" y="57629"/>
                </a:lnTo>
                <a:lnTo>
                  <a:pt x="449462" y="58166"/>
                </a:lnTo>
                <a:lnTo>
                  <a:pt x="431131" y="58166"/>
                </a:lnTo>
                <a:lnTo>
                  <a:pt x="430377" y="58170"/>
                </a:lnTo>
                <a:lnTo>
                  <a:pt x="429632" y="58183"/>
                </a:lnTo>
                <a:lnTo>
                  <a:pt x="428895" y="58205"/>
                </a:lnTo>
                <a:lnTo>
                  <a:pt x="428166" y="58236"/>
                </a:lnTo>
                <a:lnTo>
                  <a:pt x="427445" y="58276"/>
                </a:lnTo>
                <a:lnTo>
                  <a:pt x="426733" y="58325"/>
                </a:lnTo>
                <a:lnTo>
                  <a:pt x="426030" y="58382"/>
                </a:lnTo>
                <a:lnTo>
                  <a:pt x="425335" y="58449"/>
                </a:lnTo>
                <a:lnTo>
                  <a:pt x="424648" y="58524"/>
                </a:lnTo>
                <a:lnTo>
                  <a:pt x="423969" y="58608"/>
                </a:lnTo>
                <a:lnTo>
                  <a:pt x="423299" y="58701"/>
                </a:lnTo>
                <a:lnTo>
                  <a:pt x="422637" y="58803"/>
                </a:lnTo>
                <a:lnTo>
                  <a:pt x="421984" y="58914"/>
                </a:lnTo>
                <a:lnTo>
                  <a:pt x="421339" y="59033"/>
                </a:lnTo>
                <a:lnTo>
                  <a:pt x="420702" y="59161"/>
                </a:lnTo>
                <a:lnTo>
                  <a:pt x="420074" y="59299"/>
                </a:lnTo>
                <a:lnTo>
                  <a:pt x="419454" y="59445"/>
                </a:lnTo>
                <a:lnTo>
                  <a:pt x="418843" y="59599"/>
                </a:lnTo>
                <a:lnTo>
                  <a:pt x="418239" y="59763"/>
                </a:lnTo>
                <a:lnTo>
                  <a:pt x="417645" y="59936"/>
                </a:lnTo>
                <a:lnTo>
                  <a:pt x="417058" y="60117"/>
                </a:lnTo>
                <a:lnTo>
                  <a:pt x="416480" y="60307"/>
                </a:lnTo>
                <a:lnTo>
                  <a:pt x="415910" y="60507"/>
                </a:lnTo>
                <a:lnTo>
                  <a:pt x="415349" y="60715"/>
                </a:lnTo>
                <a:lnTo>
                  <a:pt x="414797" y="60931"/>
                </a:lnTo>
                <a:lnTo>
                  <a:pt x="414256" y="61156"/>
                </a:lnTo>
                <a:lnTo>
                  <a:pt x="413726" y="61388"/>
                </a:lnTo>
                <a:lnTo>
                  <a:pt x="413205" y="61629"/>
                </a:lnTo>
                <a:lnTo>
                  <a:pt x="412696" y="61878"/>
                </a:lnTo>
                <a:lnTo>
                  <a:pt x="412197" y="62136"/>
                </a:lnTo>
                <a:lnTo>
                  <a:pt x="411708" y="62401"/>
                </a:lnTo>
                <a:lnTo>
                  <a:pt x="411230" y="62674"/>
                </a:lnTo>
                <a:lnTo>
                  <a:pt x="410763" y="62956"/>
                </a:lnTo>
                <a:lnTo>
                  <a:pt x="410306" y="63246"/>
                </a:lnTo>
                <a:lnTo>
                  <a:pt x="409859" y="63544"/>
                </a:lnTo>
                <a:lnTo>
                  <a:pt x="409423" y="63850"/>
                </a:lnTo>
                <a:lnTo>
                  <a:pt x="408998" y="64164"/>
                </a:lnTo>
                <a:lnTo>
                  <a:pt x="408583" y="64486"/>
                </a:lnTo>
                <a:lnTo>
                  <a:pt x="408178" y="64817"/>
                </a:lnTo>
                <a:lnTo>
                  <a:pt x="407784" y="65155"/>
                </a:lnTo>
                <a:lnTo>
                  <a:pt x="407401" y="65502"/>
                </a:lnTo>
                <a:lnTo>
                  <a:pt x="407028" y="65857"/>
                </a:lnTo>
                <a:lnTo>
                  <a:pt x="406666" y="66220"/>
                </a:lnTo>
                <a:lnTo>
                  <a:pt x="406314" y="66591"/>
                </a:lnTo>
                <a:lnTo>
                  <a:pt x="405973" y="66971"/>
                </a:lnTo>
                <a:lnTo>
                  <a:pt x="405642" y="67358"/>
                </a:lnTo>
                <a:lnTo>
                  <a:pt x="405322" y="67754"/>
                </a:lnTo>
                <a:lnTo>
                  <a:pt x="405012" y="68157"/>
                </a:lnTo>
                <a:lnTo>
                  <a:pt x="404714" y="68569"/>
                </a:lnTo>
                <a:lnTo>
                  <a:pt x="404429" y="68988"/>
                </a:lnTo>
                <a:lnTo>
                  <a:pt x="404156" y="69414"/>
                </a:lnTo>
                <a:lnTo>
                  <a:pt x="403896" y="69848"/>
                </a:lnTo>
                <a:lnTo>
                  <a:pt x="403649" y="70289"/>
                </a:lnTo>
                <a:lnTo>
                  <a:pt x="403414" y="70737"/>
                </a:lnTo>
                <a:lnTo>
                  <a:pt x="403192" y="71193"/>
                </a:lnTo>
                <a:lnTo>
                  <a:pt x="402983" y="71656"/>
                </a:lnTo>
                <a:lnTo>
                  <a:pt x="402786" y="72127"/>
                </a:lnTo>
                <a:lnTo>
                  <a:pt x="402602" y="72605"/>
                </a:lnTo>
                <a:lnTo>
                  <a:pt x="402431" y="73091"/>
                </a:lnTo>
                <a:lnTo>
                  <a:pt x="402273" y="73584"/>
                </a:lnTo>
                <a:lnTo>
                  <a:pt x="402127" y="74085"/>
                </a:lnTo>
                <a:lnTo>
                  <a:pt x="401993" y="74592"/>
                </a:lnTo>
                <a:lnTo>
                  <a:pt x="401873" y="75108"/>
                </a:lnTo>
                <a:lnTo>
                  <a:pt x="401765" y="75631"/>
                </a:lnTo>
                <a:lnTo>
                  <a:pt x="401670" y="76161"/>
                </a:lnTo>
                <a:lnTo>
                  <a:pt x="401588" y="76698"/>
                </a:lnTo>
                <a:lnTo>
                  <a:pt x="401518" y="77243"/>
                </a:lnTo>
                <a:lnTo>
                  <a:pt x="401461" y="77796"/>
                </a:lnTo>
                <a:lnTo>
                  <a:pt x="401416" y="78356"/>
                </a:lnTo>
                <a:lnTo>
                  <a:pt x="401385" y="78923"/>
                </a:lnTo>
                <a:lnTo>
                  <a:pt x="401366" y="79498"/>
                </a:lnTo>
                <a:lnTo>
                  <a:pt x="401359" y="80080"/>
                </a:lnTo>
                <a:lnTo>
                  <a:pt x="401364" y="80561"/>
                </a:lnTo>
                <a:lnTo>
                  <a:pt x="401378" y="81038"/>
                </a:lnTo>
                <a:lnTo>
                  <a:pt x="401402" y="81513"/>
                </a:lnTo>
                <a:lnTo>
                  <a:pt x="401436" y="81984"/>
                </a:lnTo>
                <a:lnTo>
                  <a:pt x="401479" y="82453"/>
                </a:lnTo>
                <a:lnTo>
                  <a:pt x="401532" y="82918"/>
                </a:lnTo>
                <a:lnTo>
                  <a:pt x="401594" y="83380"/>
                </a:lnTo>
                <a:lnTo>
                  <a:pt x="401666" y="83839"/>
                </a:lnTo>
                <a:lnTo>
                  <a:pt x="401747" y="84295"/>
                </a:lnTo>
                <a:lnTo>
                  <a:pt x="401838" y="84748"/>
                </a:lnTo>
                <a:lnTo>
                  <a:pt x="401938" y="85198"/>
                </a:lnTo>
                <a:lnTo>
                  <a:pt x="402049" y="85644"/>
                </a:lnTo>
                <a:lnTo>
                  <a:pt x="402168" y="86088"/>
                </a:lnTo>
                <a:lnTo>
                  <a:pt x="402297" y="86528"/>
                </a:lnTo>
                <a:lnTo>
                  <a:pt x="402436" y="86966"/>
                </a:lnTo>
                <a:lnTo>
                  <a:pt x="402585" y="87400"/>
                </a:lnTo>
                <a:lnTo>
                  <a:pt x="402743" y="87831"/>
                </a:lnTo>
                <a:lnTo>
                  <a:pt x="402910" y="88259"/>
                </a:lnTo>
                <a:lnTo>
                  <a:pt x="403087" y="88684"/>
                </a:lnTo>
                <a:lnTo>
                  <a:pt x="403274" y="89106"/>
                </a:lnTo>
                <a:lnTo>
                  <a:pt x="403470" y="89524"/>
                </a:lnTo>
                <a:lnTo>
                  <a:pt x="403676" y="89940"/>
                </a:lnTo>
                <a:lnTo>
                  <a:pt x="403891" y="90352"/>
                </a:lnTo>
                <a:lnTo>
                  <a:pt x="404116" y="90762"/>
                </a:lnTo>
                <a:lnTo>
                  <a:pt x="404351" y="91166"/>
                </a:lnTo>
                <a:lnTo>
                  <a:pt x="404596" y="91564"/>
                </a:lnTo>
                <a:lnTo>
                  <a:pt x="404851" y="91955"/>
                </a:lnTo>
                <a:lnTo>
                  <a:pt x="405116" y="92339"/>
                </a:lnTo>
                <a:lnTo>
                  <a:pt x="405391" y="92716"/>
                </a:lnTo>
                <a:lnTo>
                  <a:pt x="405676" y="93087"/>
                </a:lnTo>
                <a:lnTo>
                  <a:pt x="405971" y="93451"/>
                </a:lnTo>
                <a:lnTo>
                  <a:pt x="406276" y="93809"/>
                </a:lnTo>
                <a:lnTo>
                  <a:pt x="406591" y="94159"/>
                </a:lnTo>
                <a:lnTo>
                  <a:pt x="406916" y="94503"/>
                </a:lnTo>
                <a:lnTo>
                  <a:pt x="407252" y="94841"/>
                </a:lnTo>
                <a:lnTo>
                  <a:pt x="407597" y="95171"/>
                </a:lnTo>
                <a:lnTo>
                  <a:pt x="407952" y="95495"/>
                </a:lnTo>
                <a:lnTo>
                  <a:pt x="408318" y="95813"/>
                </a:lnTo>
                <a:lnTo>
                  <a:pt x="408693" y="96123"/>
                </a:lnTo>
                <a:lnTo>
                  <a:pt x="409079" y="96427"/>
                </a:lnTo>
                <a:lnTo>
                  <a:pt x="409474" y="96724"/>
                </a:lnTo>
                <a:lnTo>
                  <a:pt x="409880" y="97015"/>
                </a:lnTo>
                <a:lnTo>
                  <a:pt x="410296" y="97298"/>
                </a:lnTo>
                <a:lnTo>
                  <a:pt x="410721" y="97575"/>
                </a:lnTo>
                <a:lnTo>
                  <a:pt x="411157" y="97846"/>
                </a:lnTo>
                <a:lnTo>
                  <a:pt x="411603" y="98110"/>
                </a:lnTo>
                <a:lnTo>
                  <a:pt x="412059" y="98367"/>
                </a:lnTo>
                <a:lnTo>
                  <a:pt x="412525" y="98617"/>
                </a:lnTo>
                <a:lnTo>
                  <a:pt x="413000" y="98859"/>
                </a:lnTo>
                <a:lnTo>
                  <a:pt x="413486" y="99090"/>
                </a:lnTo>
                <a:lnTo>
                  <a:pt x="413980" y="99311"/>
                </a:lnTo>
                <a:lnTo>
                  <a:pt x="414485" y="99522"/>
                </a:lnTo>
                <a:lnTo>
                  <a:pt x="414999" y="99723"/>
                </a:lnTo>
                <a:lnTo>
                  <a:pt x="415522" y="99913"/>
                </a:lnTo>
                <a:lnTo>
                  <a:pt x="416055" y="100093"/>
                </a:lnTo>
                <a:lnTo>
                  <a:pt x="416598" y="100263"/>
                </a:lnTo>
                <a:lnTo>
                  <a:pt x="417150" y="100423"/>
                </a:lnTo>
                <a:lnTo>
                  <a:pt x="417712" y="100572"/>
                </a:lnTo>
                <a:lnTo>
                  <a:pt x="418284" y="100711"/>
                </a:lnTo>
                <a:lnTo>
                  <a:pt x="418864" y="100839"/>
                </a:lnTo>
                <a:lnTo>
                  <a:pt x="419455" y="100958"/>
                </a:lnTo>
                <a:lnTo>
                  <a:pt x="420055" y="101066"/>
                </a:lnTo>
                <a:lnTo>
                  <a:pt x="420665" y="101163"/>
                </a:lnTo>
                <a:lnTo>
                  <a:pt x="421284" y="101251"/>
                </a:lnTo>
                <a:lnTo>
                  <a:pt x="421913" y="101328"/>
                </a:lnTo>
                <a:lnTo>
                  <a:pt x="422551" y="101395"/>
                </a:lnTo>
                <a:lnTo>
                  <a:pt x="423199" y="101451"/>
                </a:lnTo>
                <a:lnTo>
                  <a:pt x="423856" y="101498"/>
                </a:lnTo>
                <a:lnTo>
                  <a:pt x="424523" y="101534"/>
                </a:lnTo>
                <a:lnTo>
                  <a:pt x="425200" y="101559"/>
                </a:lnTo>
                <a:lnTo>
                  <a:pt x="425886" y="101575"/>
                </a:lnTo>
                <a:lnTo>
                  <a:pt x="426582" y="101580"/>
                </a:lnTo>
                <a:lnTo>
                  <a:pt x="426971" y="101578"/>
                </a:lnTo>
                <a:lnTo>
                  <a:pt x="427356" y="101572"/>
                </a:lnTo>
                <a:lnTo>
                  <a:pt x="427738" y="101563"/>
                </a:lnTo>
                <a:lnTo>
                  <a:pt x="428116" y="101549"/>
                </a:lnTo>
                <a:lnTo>
                  <a:pt x="428490" y="101532"/>
                </a:lnTo>
                <a:close/>
                <a:moveTo>
                  <a:pt x="426478" y="91729"/>
                </a:moveTo>
                <a:lnTo>
                  <a:pt x="426113" y="91700"/>
                </a:lnTo>
                <a:lnTo>
                  <a:pt x="425752" y="91665"/>
                </a:lnTo>
                <a:lnTo>
                  <a:pt x="425395" y="91626"/>
                </a:lnTo>
                <a:lnTo>
                  <a:pt x="425043" y="91581"/>
                </a:lnTo>
                <a:lnTo>
                  <a:pt x="424696" y="91531"/>
                </a:lnTo>
                <a:lnTo>
                  <a:pt x="424353" y="91476"/>
                </a:lnTo>
                <a:lnTo>
                  <a:pt x="424015" y="91416"/>
                </a:lnTo>
                <a:lnTo>
                  <a:pt x="423681" y="91350"/>
                </a:lnTo>
                <a:lnTo>
                  <a:pt x="423352" y="91279"/>
                </a:lnTo>
                <a:lnTo>
                  <a:pt x="423027" y="91203"/>
                </a:lnTo>
                <a:lnTo>
                  <a:pt x="422707" y="91121"/>
                </a:lnTo>
                <a:lnTo>
                  <a:pt x="422392" y="91035"/>
                </a:lnTo>
                <a:lnTo>
                  <a:pt x="422081" y="90943"/>
                </a:lnTo>
                <a:lnTo>
                  <a:pt x="421774" y="90845"/>
                </a:lnTo>
                <a:lnTo>
                  <a:pt x="421473" y="90743"/>
                </a:lnTo>
                <a:lnTo>
                  <a:pt x="421175" y="90635"/>
                </a:lnTo>
                <a:lnTo>
                  <a:pt x="420882" y="90522"/>
                </a:lnTo>
                <a:lnTo>
                  <a:pt x="420594" y="90404"/>
                </a:lnTo>
                <a:lnTo>
                  <a:pt x="420310" y="90280"/>
                </a:lnTo>
                <a:lnTo>
                  <a:pt x="420032" y="90152"/>
                </a:lnTo>
                <a:lnTo>
                  <a:pt x="419759" y="90019"/>
                </a:lnTo>
                <a:lnTo>
                  <a:pt x="419492" y="89882"/>
                </a:lnTo>
                <a:lnTo>
                  <a:pt x="419231" y="89740"/>
                </a:lnTo>
                <a:lnTo>
                  <a:pt x="418976" y="89594"/>
                </a:lnTo>
                <a:lnTo>
                  <a:pt x="418726" y="89444"/>
                </a:lnTo>
                <a:lnTo>
                  <a:pt x="418482" y="89290"/>
                </a:lnTo>
                <a:lnTo>
                  <a:pt x="418244" y="89131"/>
                </a:lnTo>
                <a:lnTo>
                  <a:pt x="418011" y="88968"/>
                </a:lnTo>
                <a:lnTo>
                  <a:pt x="417784" y="88801"/>
                </a:lnTo>
                <a:lnTo>
                  <a:pt x="417563" y="88629"/>
                </a:lnTo>
                <a:lnTo>
                  <a:pt x="417348" y="88454"/>
                </a:lnTo>
                <a:lnTo>
                  <a:pt x="417139" y="88273"/>
                </a:lnTo>
                <a:lnTo>
                  <a:pt x="416935" y="88089"/>
                </a:lnTo>
                <a:lnTo>
                  <a:pt x="416737" y="87900"/>
                </a:lnTo>
                <a:lnTo>
                  <a:pt x="416544" y="87707"/>
                </a:lnTo>
                <a:lnTo>
                  <a:pt x="416358" y="87509"/>
                </a:lnTo>
                <a:lnTo>
                  <a:pt x="416177" y="87308"/>
                </a:lnTo>
                <a:lnTo>
                  <a:pt x="416002" y="87102"/>
                </a:lnTo>
                <a:lnTo>
                  <a:pt x="415832" y="86891"/>
                </a:lnTo>
                <a:lnTo>
                  <a:pt x="415669" y="86676"/>
                </a:lnTo>
                <a:lnTo>
                  <a:pt x="415511" y="86457"/>
                </a:lnTo>
                <a:lnTo>
                  <a:pt x="415359" y="86234"/>
                </a:lnTo>
                <a:lnTo>
                  <a:pt x="415212" y="86007"/>
                </a:lnTo>
                <a:lnTo>
                  <a:pt x="415072" y="85775"/>
                </a:lnTo>
                <a:lnTo>
                  <a:pt x="414937" y="85540"/>
                </a:lnTo>
                <a:lnTo>
                  <a:pt x="414809" y="85302"/>
                </a:lnTo>
                <a:lnTo>
                  <a:pt x="414686" y="85061"/>
                </a:lnTo>
                <a:lnTo>
                  <a:pt x="414569" y="84816"/>
                </a:lnTo>
                <a:lnTo>
                  <a:pt x="414459" y="84568"/>
                </a:lnTo>
                <a:lnTo>
                  <a:pt x="414354" y="84316"/>
                </a:lnTo>
                <a:lnTo>
                  <a:pt x="414255" y="84061"/>
                </a:lnTo>
                <a:lnTo>
                  <a:pt x="414163" y="83803"/>
                </a:lnTo>
                <a:lnTo>
                  <a:pt x="414076" y="83542"/>
                </a:lnTo>
                <a:lnTo>
                  <a:pt x="413995" y="83277"/>
                </a:lnTo>
                <a:lnTo>
                  <a:pt x="413921" y="83009"/>
                </a:lnTo>
                <a:lnTo>
                  <a:pt x="413852" y="82737"/>
                </a:lnTo>
                <a:lnTo>
                  <a:pt x="413789" y="82462"/>
                </a:lnTo>
                <a:lnTo>
                  <a:pt x="413732" y="82184"/>
                </a:lnTo>
                <a:lnTo>
                  <a:pt x="413681" y="81902"/>
                </a:lnTo>
                <a:lnTo>
                  <a:pt x="413636" y="81617"/>
                </a:lnTo>
                <a:lnTo>
                  <a:pt x="413598" y="81329"/>
                </a:lnTo>
                <a:lnTo>
                  <a:pt x="413565" y="81037"/>
                </a:lnTo>
                <a:lnTo>
                  <a:pt x="413538" y="80742"/>
                </a:lnTo>
                <a:lnTo>
                  <a:pt x="413517" y="80444"/>
                </a:lnTo>
                <a:lnTo>
                  <a:pt x="413502" y="80142"/>
                </a:lnTo>
                <a:lnTo>
                  <a:pt x="413493" y="79837"/>
                </a:lnTo>
                <a:lnTo>
                  <a:pt x="413490" y="79529"/>
                </a:lnTo>
                <a:lnTo>
                  <a:pt x="413493" y="79232"/>
                </a:lnTo>
                <a:lnTo>
                  <a:pt x="413502" y="78937"/>
                </a:lnTo>
                <a:lnTo>
                  <a:pt x="413518" y="78645"/>
                </a:lnTo>
                <a:lnTo>
                  <a:pt x="413540" y="78356"/>
                </a:lnTo>
                <a:lnTo>
                  <a:pt x="413568" y="78069"/>
                </a:lnTo>
                <a:lnTo>
                  <a:pt x="413602" y="77785"/>
                </a:lnTo>
                <a:lnTo>
                  <a:pt x="413642" y="77503"/>
                </a:lnTo>
                <a:lnTo>
                  <a:pt x="413689" y="77224"/>
                </a:lnTo>
                <a:lnTo>
                  <a:pt x="413742" y="76948"/>
                </a:lnTo>
                <a:lnTo>
                  <a:pt x="413801" y="76674"/>
                </a:lnTo>
                <a:lnTo>
                  <a:pt x="413866" y="76403"/>
                </a:lnTo>
                <a:lnTo>
                  <a:pt x="413937" y="76135"/>
                </a:lnTo>
                <a:lnTo>
                  <a:pt x="414015" y="75869"/>
                </a:lnTo>
                <a:lnTo>
                  <a:pt x="414099" y="75606"/>
                </a:lnTo>
                <a:lnTo>
                  <a:pt x="414189" y="75346"/>
                </a:lnTo>
                <a:lnTo>
                  <a:pt x="414285" y="75088"/>
                </a:lnTo>
                <a:lnTo>
                  <a:pt x="414388" y="74833"/>
                </a:lnTo>
                <a:lnTo>
                  <a:pt x="414497" y="74581"/>
                </a:lnTo>
                <a:lnTo>
                  <a:pt x="414612" y="74331"/>
                </a:lnTo>
                <a:lnTo>
                  <a:pt x="414733" y="74083"/>
                </a:lnTo>
                <a:lnTo>
                  <a:pt x="414860" y="73839"/>
                </a:lnTo>
                <a:lnTo>
                  <a:pt x="414994" y="73597"/>
                </a:lnTo>
                <a:lnTo>
                  <a:pt x="415134" y="73358"/>
                </a:lnTo>
                <a:lnTo>
                  <a:pt x="415280" y="73121"/>
                </a:lnTo>
                <a:lnTo>
                  <a:pt x="415433" y="72887"/>
                </a:lnTo>
                <a:lnTo>
                  <a:pt x="415595" y="72658"/>
                </a:lnTo>
                <a:lnTo>
                  <a:pt x="415764" y="72434"/>
                </a:lnTo>
                <a:lnTo>
                  <a:pt x="415942" y="72213"/>
                </a:lnTo>
                <a:lnTo>
                  <a:pt x="416128" y="71997"/>
                </a:lnTo>
                <a:lnTo>
                  <a:pt x="416322" y="71785"/>
                </a:lnTo>
                <a:lnTo>
                  <a:pt x="416524" y="71578"/>
                </a:lnTo>
                <a:lnTo>
                  <a:pt x="416735" y="71374"/>
                </a:lnTo>
                <a:lnTo>
                  <a:pt x="416953" y="71175"/>
                </a:lnTo>
                <a:lnTo>
                  <a:pt x="417180" y="70981"/>
                </a:lnTo>
                <a:lnTo>
                  <a:pt x="417414" y="70790"/>
                </a:lnTo>
                <a:lnTo>
                  <a:pt x="417657" y="70604"/>
                </a:lnTo>
                <a:lnTo>
                  <a:pt x="417908" y="70423"/>
                </a:lnTo>
                <a:lnTo>
                  <a:pt x="418167" y="70245"/>
                </a:lnTo>
                <a:lnTo>
                  <a:pt x="418435" y="70072"/>
                </a:lnTo>
                <a:lnTo>
                  <a:pt x="418710" y="69904"/>
                </a:lnTo>
                <a:lnTo>
                  <a:pt x="418994" y="69739"/>
                </a:lnTo>
                <a:lnTo>
                  <a:pt x="419285" y="69579"/>
                </a:lnTo>
                <a:lnTo>
                  <a:pt x="419585" y="69423"/>
                </a:lnTo>
                <a:lnTo>
                  <a:pt x="419893" y="69272"/>
                </a:lnTo>
                <a:lnTo>
                  <a:pt x="420209" y="69124"/>
                </a:lnTo>
                <a:lnTo>
                  <a:pt x="420533" y="68981"/>
                </a:lnTo>
                <a:lnTo>
                  <a:pt x="420866" y="68843"/>
                </a:lnTo>
                <a:lnTo>
                  <a:pt x="421206" y="68709"/>
                </a:lnTo>
                <a:lnTo>
                  <a:pt x="421556" y="68579"/>
                </a:lnTo>
                <a:lnTo>
                  <a:pt x="421914" y="68455"/>
                </a:lnTo>
                <a:lnTo>
                  <a:pt x="422281" y="68337"/>
                </a:lnTo>
                <a:lnTo>
                  <a:pt x="422658" y="68224"/>
                </a:lnTo>
                <a:lnTo>
                  <a:pt x="423043" y="68117"/>
                </a:lnTo>
                <a:lnTo>
                  <a:pt x="423438" y="68015"/>
                </a:lnTo>
                <a:lnTo>
                  <a:pt x="423842" y="67918"/>
                </a:lnTo>
                <a:lnTo>
                  <a:pt x="424255" y="67828"/>
                </a:lnTo>
                <a:lnTo>
                  <a:pt x="424677" y="67742"/>
                </a:lnTo>
                <a:lnTo>
                  <a:pt x="425108" y="67662"/>
                </a:lnTo>
                <a:lnTo>
                  <a:pt x="425548" y="67588"/>
                </a:lnTo>
                <a:lnTo>
                  <a:pt x="425997" y="67519"/>
                </a:lnTo>
                <a:lnTo>
                  <a:pt x="426455" y="67456"/>
                </a:lnTo>
                <a:lnTo>
                  <a:pt x="426923" y="67398"/>
                </a:lnTo>
                <a:lnTo>
                  <a:pt x="427399" y="67346"/>
                </a:lnTo>
                <a:lnTo>
                  <a:pt x="427885" y="67299"/>
                </a:lnTo>
                <a:lnTo>
                  <a:pt x="428379" y="67258"/>
                </a:lnTo>
                <a:lnTo>
                  <a:pt x="428883" y="67222"/>
                </a:lnTo>
                <a:lnTo>
                  <a:pt x="429396" y="67192"/>
                </a:lnTo>
                <a:lnTo>
                  <a:pt x="429918" y="67167"/>
                </a:lnTo>
                <a:lnTo>
                  <a:pt x="430449" y="67148"/>
                </a:lnTo>
                <a:lnTo>
                  <a:pt x="430989" y="67134"/>
                </a:lnTo>
                <a:lnTo>
                  <a:pt x="431538" y="67126"/>
                </a:lnTo>
                <a:lnTo>
                  <a:pt x="432096" y="67123"/>
                </a:lnTo>
                <a:lnTo>
                  <a:pt x="449462" y="67123"/>
                </a:lnTo>
                <a:lnTo>
                  <a:pt x="449462" y="67537"/>
                </a:lnTo>
                <a:lnTo>
                  <a:pt x="449459" y="67927"/>
                </a:lnTo>
                <a:lnTo>
                  <a:pt x="449451" y="68315"/>
                </a:lnTo>
                <a:lnTo>
                  <a:pt x="449439" y="68702"/>
                </a:lnTo>
                <a:lnTo>
                  <a:pt x="449421" y="69088"/>
                </a:lnTo>
                <a:lnTo>
                  <a:pt x="449399" y="69472"/>
                </a:lnTo>
                <a:lnTo>
                  <a:pt x="449371" y="69854"/>
                </a:lnTo>
                <a:lnTo>
                  <a:pt x="449338" y="70235"/>
                </a:lnTo>
                <a:lnTo>
                  <a:pt x="449301" y="70615"/>
                </a:lnTo>
                <a:lnTo>
                  <a:pt x="449258" y="70993"/>
                </a:lnTo>
                <a:lnTo>
                  <a:pt x="449210" y="71370"/>
                </a:lnTo>
                <a:lnTo>
                  <a:pt x="449158" y="71746"/>
                </a:lnTo>
                <a:lnTo>
                  <a:pt x="449100" y="72120"/>
                </a:lnTo>
                <a:lnTo>
                  <a:pt x="449037" y="72492"/>
                </a:lnTo>
                <a:lnTo>
                  <a:pt x="448969" y="72863"/>
                </a:lnTo>
                <a:lnTo>
                  <a:pt x="448896" y="73233"/>
                </a:lnTo>
                <a:lnTo>
                  <a:pt x="448818" y="73602"/>
                </a:lnTo>
                <a:lnTo>
                  <a:pt x="448736" y="73968"/>
                </a:lnTo>
                <a:lnTo>
                  <a:pt x="448648" y="74334"/>
                </a:lnTo>
                <a:lnTo>
                  <a:pt x="448555" y="74698"/>
                </a:lnTo>
                <a:lnTo>
                  <a:pt x="448457" y="75060"/>
                </a:lnTo>
                <a:lnTo>
                  <a:pt x="448354" y="75421"/>
                </a:lnTo>
                <a:lnTo>
                  <a:pt x="448246" y="75781"/>
                </a:lnTo>
                <a:lnTo>
                  <a:pt x="448133" y="76139"/>
                </a:lnTo>
                <a:lnTo>
                  <a:pt x="448015" y="76496"/>
                </a:lnTo>
                <a:lnTo>
                  <a:pt x="447892" y="76851"/>
                </a:lnTo>
                <a:lnTo>
                  <a:pt x="447764" y="77203"/>
                </a:lnTo>
                <a:lnTo>
                  <a:pt x="447632" y="77552"/>
                </a:lnTo>
                <a:lnTo>
                  <a:pt x="447496" y="77899"/>
                </a:lnTo>
                <a:lnTo>
                  <a:pt x="447355" y="78243"/>
                </a:lnTo>
                <a:lnTo>
                  <a:pt x="447209" y="78585"/>
                </a:lnTo>
                <a:lnTo>
                  <a:pt x="447059" y="78924"/>
                </a:lnTo>
                <a:lnTo>
                  <a:pt x="446904" y="79260"/>
                </a:lnTo>
                <a:lnTo>
                  <a:pt x="446745" y="79594"/>
                </a:lnTo>
                <a:lnTo>
                  <a:pt x="446581" y="79925"/>
                </a:lnTo>
                <a:lnTo>
                  <a:pt x="446413" y="80253"/>
                </a:lnTo>
                <a:lnTo>
                  <a:pt x="446240" y="80579"/>
                </a:lnTo>
                <a:lnTo>
                  <a:pt x="446063" y="80902"/>
                </a:lnTo>
                <a:lnTo>
                  <a:pt x="445881" y="81223"/>
                </a:lnTo>
                <a:lnTo>
                  <a:pt x="445694" y="81541"/>
                </a:lnTo>
                <a:lnTo>
                  <a:pt x="445503" y="81856"/>
                </a:lnTo>
                <a:lnTo>
                  <a:pt x="445307" y="82169"/>
                </a:lnTo>
                <a:lnTo>
                  <a:pt x="445107" y="82479"/>
                </a:lnTo>
                <a:lnTo>
                  <a:pt x="444902" y="82786"/>
                </a:lnTo>
                <a:lnTo>
                  <a:pt x="444693" y="83091"/>
                </a:lnTo>
                <a:lnTo>
                  <a:pt x="444479" y="83393"/>
                </a:lnTo>
                <a:lnTo>
                  <a:pt x="444261" y="83693"/>
                </a:lnTo>
                <a:lnTo>
                  <a:pt x="444038" y="83990"/>
                </a:lnTo>
                <a:lnTo>
                  <a:pt x="443810" y="84284"/>
                </a:lnTo>
                <a:lnTo>
                  <a:pt x="443579" y="84574"/>
                </a:lnTo>
                <a:lnTo>
                  <a:pt x="443343" y="84859"/>
                </a:lnTo>
                <a:lnTo>
                  <a:pt x="443103" y="85139"/>
                </a:lnTo>
                <a:lnTo>
                  <a:pt x="442860" y="85413"/>
                </a:lnTo>
                <a:lnTo>
                  <a:pt x="442612" y="85683"/>
                </a:lnTo>
                <a:lnTo>
                  <a:pt x="442360" y="85946"/>
                </a:lnTo>
                <a:lnTo>
                  <a:pt x="442104" y="86205"/>
                </a:lnTo>
                <a:lnTo>
                  <a:pt x="441843" y="86458"/>
                </a:lnTo>
                <a:lnTo>
                  <a:pt x="441579" y="86707"/>
                </a:lnTo>
                <a:lnTo>
                  <a:pt x="441311" y="86949"/>
                </a:lnTo>
                <a:lnTo>
                  <a:pt x="441038" y="87187"/>
                </a:lnTo>
                <a:lnTo>
                  <a:pt x="440762" y="87419"/>
                </a:lnTo>
                <a:lnTo>
                  <a:pt x="440481" y="87646"/>
                </a:lnTo>
                <a:lnTo>
                  <a:pt x="440197" y="87868"/>
                </a:lnTo>
                <a:lnTo>
                  <a:pt x="439908" y="88085"/>
                </a:lnTo>
                <a:lnTo>
                  <a:pt x="439615" y="88296"/>
                </a:lnTo>
                <a:lnTo>
                  <a:pt x="439319" y="88502"/>
                </a:lnTo>
                <a:lnTo>
                  <a:pt x="439018" y="88703"/>
                </a:lnTo>
                <a:lnTo>
                  <a:pt x="438713" y="88898"/>
                </a:lnTo>
                <a:lnTo>
                  <a:pt x="438404" y="89088"/>
                </a:lnTo>
                <a:lnTo>
                  <a:pt x="438091" y="89273"/>
                </a:lnTo>
                <a:lnTo>
                  <a:pt x="437773" y="89453"/>
                </a:lnTo>
                <a:lnTo>
                  <a:pt x="437452" y="89627"/>
                </a:lnTo>
                <a:lnTo>
                  <a:pt x="437127" y="89796"/>
                </a:lnTo>
                <a:lnTo>
                  <a:pt x="436798" y="89959"/>
                </a:lnTo>
                <a:lnTo>
                  <a:pt x="436466" y="90115"/>
                </a:lnTo>
                <a:lnTo>
                  <a:pt x="436131" y="90265"/>
                </a:lnTo>
                <a:lnTo>
                  <a:pt x="435792" y="90407"/>
                </a:lnTo>
                <a:lnTo>
                  <a:pt x="435451" y="90542"/>
                </a:lnTo>
                <a:lnTo>
                  <a:pt x="435106" y="90670"/>
                </a:lnTo>
                <a:lnTo>
                  <a:pt x="434759" y="90792"/>
                </a:lnTo>
                <a:lnTo>
                  <a:pt x="434408" y="90906"/>
                </a:lnTo>
                <a:lnTo>
                  <a:pt x="434054" y="91014"/>
                </a:lnTo>
                <a:lnTo>
                  <a:pt x="433697" y="91114"/>
                </a:lnTo>
                <a:lnTo>
                  <a:pt x="433337" y="91208"/>
                </a:lnTo>
                <a:lnTo>
                  <a:pt x="432974" y="91295"/>
                </a:lnTo>
                <a:lnTo>
                  <a:pt x="432608" y="91375"/>
                </a:lnTo>
                <a:lnTo>
                  <a:pt x="432239" y="91447"/>
                </a:lnTo>
                <a:lnTo>
                  <a:pt x="431866" y="91513"/>
                </a:lnTo>
                <a:lnTo>
                  <a:pt x="431490" y="91572"/>
                </a:lnTo>
                <a:lnTo>
                  <a:pt x="431112" y="91624"/>
                </a:lnTo>
                <a:lnTo>
                  <a:pt x="430730" y="91669"/>
                </a:lnTo>
                <a:lnTo>
                  <a:pt x="430345" y="91708"/>
                </a:lnTo>
                <a:lnTo>
                  <a:pt x="429957" y="91739"/>
                </a:lnTo>
                <a:lnTo>
                  <a:pt x="429566" y="91763"/>
                </a:lnTo>
                <a:lnTo>
                  <a:pt x="429172" y="91780"/>
                </a:lnTo>
                <a:lnTo>
                  <a:pt x="428774" y="91791"/>
                </a:lnTo>
                <a:lnTo>
                  <a:pt x="428374" y="91794"/>
                </a:lnTo>
                <a:lnTo>
                  <a:pt x="427985" y="91792"/>
                </a:lnTo>
                <a:lnTo>
                  <a:pt x="427602" y="91784"/>
                </a:lnTo>
                <a:lnTo>
                  <a:pt x="427223" y="91771"/>
                </a:lnTo>
                <a:lnTo>
                  <a:pt x="426848" y="91752"/>
                </a:lnTo>
                <a:lnTo>
                  <a:pt x="426478" y="91729"/>
                </a:lnTo>
                <a:close/>
                <a:moveTo>
                  <a:pt x="664390" y="67027"/>
                </a:moveTo>
                <a:lnTo>
                  <a:pt x="664399" y="66874"/>
                </a:lnTo>
                <a:lnTo>
                  <a:pt x="664407" y="66723"/>
                </a:lnTo>
                <a:lnTo>
                  <a:pt x="664415" y="66573"/>
                </a:lnTo>
                <a:lnTo>
                  <a:pt x="664422" y="66424"/>
                </a:lnTo>
                <a:lnTo>
                  <a:pt x="664429" y="66277"/>
                </a:lnTo>
                <a:lnTo>
                  <a:pt x="664435" y="66131"/>
                </a:lnTo>
                <a:lnTo>
                  <a:pt x="664441" y="65987"/>
                </a:lnTo>
                <a:lnTo>
                  <a:pt x="664447" y="65844"/>
                </a:lnTo>
                <a:lnTo>
                  <a:pt x="664452" y="65703"/>
                </a:lnTo>
                <a:lnTo>
                  <a:pt x="664456" y="65563"/>
                </a:lnTo>
                <a:lnTo>
                  <a:pt x="664460" y="65424"/>
                </a:lnTo>
                <a:lnTo>
                  <a:pt x="664464" y="65287"/>
                </a:lnTo>
                <a:lnTo>
                  <a:pt x="664467" y="65152"/>
                </a:lnTo>
                <a:lnTo>
                  <a:pt x="664470" y="65017"/>
                </a:lnTo>
                <a:lnTo>
                  <a:pt x="664472" y="64885"/>
                </a:lnTo>
                <a:lnTo>
                  <a:pt x="664473" y="64753"/>
                </a:lnTo>
                <a:lnTo>
                  <a:pt x="664475" y="64623"/>
                </a:lnTo>
                <a:lnTo>
                  <a:pt x="664475" y="64495"/>
                </a:lnTo>
                <a:lnTo>
                  <a:pt x="664475" y="64368"/>
                </a:lnTo>
                <a:lnTo>
                  <a:pt x="664475" y="64242"/>
                </a:lnTo>
                <a:lnTo>
                  <a:pt x="664475" y="64116"/>
                </a:lnTo>
                <a:lnTo>
                  <a:pt x="664475" y="63991"/>
                </a:lnTo>
                <a:lnTo>
                  <a:pt x="664475" y="63866"/>
                </a:lnTo>
                <a:lnTo>
                  <a:pt x="664475" y="63742"/>
                </a:lnTo>
                <a:lnTo>
                  <a:pt x="664475" y="63618"/>
                </a:lnTo>
                <a:lnTo>
                  <a:pt x="664475" y="63495"/>
                </a:lnTo>
                <a:lnTo>
                  <a:pt x="664475" y="63372"/>
                </a:lnTo>
                <a:lnTo>
                  <a:pt x="664475" y="63250"/>
                </a:lnTo>
                <a:lnTo>
                  <a:pt x="664475" y="63128"/>
                </a:lnTo>
                <a:lnTo>
                  <a:pt x="664475" y="63006"/>
                </a:lnTo>
                <a:lnTo>
                  <a:pt x="664475" y="62886"/>
                </a:lnTo>
                <a:lnTo>
                  <a:pt x="664475" y="62765"/>
                </a:lnTo>
                <a:lnTo>
                  <a:pt x="664475" y="62645"/>
                </a:lnTo>
                <a:lnTo>
                  <a:pt x="664475" y="62526"/>
                </a:lnTo>
                <a:lnTo>
                  <a:pt x="664475" y="62407"/>
                </a:lnTo>
                <a:lnTo>
                  <a:pt x="664475" y="62288"/>
                </a:lnTo>
                <a:lnTo>
                  <a:pt x="664475" y="62170"/>
                </a:lnTo>
                <a:lnTo>
                  <a:pt x="664475" y="62052"/>
                </a:lnTo>
                <a:lnTo>
                  <a:pt x="664475" y="61935"/>
                </a:lnTo>
                <a:lnTo>
                  <a:pt x="664475" y="61819"/>
                </a:lnTo>
                <a:lnTo>
                  <a:pt x="664475" y="61703"/>
                </a:lnTo>
                <a:lnTo>
                  <a:pt x="664475" y="61587"/>
                </a:lnTo>
                <a:lnTo>
                  <a:pt x="664475" y="61472"/>
                </a:lnTo>
                <a:lnTo>
                  <a:pt x="664469" y="60739"/>
                </a:lnTo>
                <a:lnTo>
                  <a:pt x="664449" y="60012"/>
                </a:lnTo>
                <a:lnTo>
                  <a:pt x="664416" y="59289"/>
                </a:lnTo>
                <a:lnTo>
                  <a:pt x="664370" y="58572"/>
                </a:lnTo>
                <a:lnTo>
                  <a:pt x="664311" y="57859"/>
                </a:lnTo>
                <a:lnTo>
                  <a:pt x="664239" y="57152"/>
                </a:lnTo>
                <a:lnTo>
                  <a:pt x="664153" y="56450"/>
                </a:lnTo>
                <a:lnTo>
                  <a:pt x="664054" y="55752"/>
                </a:lnTo>
                <a:lnTo>
                  <a:pt x="663943" y="55060"/>
                </a:lnTo>
                <a:lnTo>
                  <a:pt x="663818" y="54373"/>
                </a:lnTo>
                <a:lnTo>
                  <a:pt x="663679" y="53690"/>
                </a:lnTo>
                <a:lnTo>
                  <a:pt x="663528" y="53013"/>
                </a:lnTo>
                <a:lnTo>
                  <a:pt x="663364" y="52341"/>
                </a:lnTo>
                <a:lnTo>
                  <a:pt x="663186" y="51674"/>
                </a:lnTo>
                <a:lnTo>
                  <a:pt x="662995" y="51011"/>
                </a:lnTo>
                <a:lnTo>
                  <a:pt x="662791" y="50354"/>
                </a:lnTo>
                <a:lnTo>
                  <a:pt x="662574" y="49702"/>
                </a:lnTo>
                <a:lnTo>
                  <a:pt x="662344" y="49055"/>
                </a:lnTo>
                <a:lnTo>
                  <a:pt x="662100" y="48413"/>
                </a:lnTo>
                <a:lnTo>
                  <a:pt x="661844" y="47776"/>
                </a:lnTo>
                <a:lnTo>
                  <a:pt x="661574" y="47144"/>
                </a:lnTo>
                <a:lnTo>
                  <a:pt x="661291" y="46517"/>
                </a:lnTo>
                <a:lnTo>
                  <a:pt x="660995" y="45895"/>
                </a:lnTo>
                <a:lnTo>
                  <a:pt x="660686" y="45278"/>
                </a:lnTo>
                <a:lnTo>
                  <a:pt x="660364" y="44668"/>
                </a:lnTo>
                <a:lnTo>
                  <a:pt x="660031" y="44068"/>
                </a:lnTo>
                <a:lnTo>
                  <a:pt x="659687" y="43479"/>
                </a:lnTo>
                <a:lnTo>
                  <a:pt x="659330" y="42898"/>
                </a:lnTo>
                <a:lnTo>
                  <a:pt x="658963" y="42328"/>
                </a:lnTo>
                <a:lnTo>
                  <a:pt x="658584" y="41768"/>
                </a:lnTo>
                <a:lnTo>
                  <a:pt x="658194" y="41217"/>
                </a:lnTo>
                <a:lnTo>
                  <a:pt x="657792" y="40676"/>
                </a:lnTo>
                <a:lnTo>
                  <a:pt x="657378" y="40145"/>
                </a:lnTo>
                <a:lnTo>
                  <a:pt x="656953" y="39624"/>
                </a:lnTo>
                <a:lnTo>
                  <a:pt x="656517" y="39112"/>
                </a:lnTo>
                <a:lnTo>
                  <a:pt x="656069" y="38610"/>
                </a:lnTo>
                <a:lnTo>
                  <a:pt x="655609" y="38119"/>
                </a:lnTo>
                <a:lnTo>
                  <a:pt x="655139" y="37636"/>
                </a:lnTo>
                <a:lnTo>
                  <a:pt x="654656" y="37164"/>
                </a:lnTo>
                <a:lnTo>
                  <a:pt x="654162" y="36702"/>
                </a:lnTo>
                <a:lnTo>
                  <a:pt x="653657" y="36249"/>
                </a:lnTo>
                <a:lnTo>
                  <a:pt x="653140" y="35806"/>
                </a:lnTo>
                <a:lnTo>
                  <a:pt x="652612" y="35373"/>
                </a:lnTo>
                <a:lnTo>
                  <a:pt x="652072" y="34950"/>
                </a:lnTo>
                <a:lnTo>
                  <a:pt x="651521" y="34537"/>
                </a:lnTo>
                <a:lnTo>
                  <a:pt x="650958" y="34133"/>
                </a:lnTo>
                <a:lnTo>
                  <a:pt x="650384" y="33739"/>
                </a:lnTo>
                <a:lnTo>
                  <a:pt x="649798" y="33355"/>
                </a:lnTo>
                <a:lnTo>
                  <a:pt x="649201" y="32984"/>
                </a:lnTo>
                <a:lnTo>
                  <a:pt x="648593" y="32629"/>
                </a:lnTo>
                <a:lnTo>
                  <a:pt x="647975" y="32289"/>
                </a:lnTo>
                <a:lnTo>
                  <a:pt x="647346" y="31965"/>
                </a:lnTo>
                <a:lnTo>
                  <a:pt x="646706" y="31657"/>
                </a:lnTo>
                <a:lnTo>
                  <a:pt x="646055" y="31365"/>
                </a:lnTo>
                <a:lnTo>
                  <a:pt x="645393" y="31089"/>
                </a:lnTo>
                <a:lnTo>
                  <a:pt x="644721" y="30828"/>
                </a:lnTo>
                <a:lnTo>
                  <a:pt x="644038" y="30583"/>
                </a:lnTo>
                <a:lnTo>
                  <a:pt x="643344" y="30354"/>
                </a:lnTo>
                <a:lnTo>
                  <a:pt x="642640" y="30141"/>
                </a:lnTo>
                <a:lnTo>
                  <a:pt x="641924" y="29944"/>
                </a:lnTo>
                <a:lnTo>
                  <a:pt x="641198" y="29762"/>
                </a:lnTo>
                <a:lnTo>
                  <a:pt x="640461" y="29596"/>
                </a:lnTo>
                <a:lnTo>
                  <a:pt x="639714" y="29446"/>
                </a:lnTo>
                <a:lnTo>
                  <a:pt x="638955" y="29312"/>
                </a:lnTo>
                <a:lnTo>
                  <a:pt x="638186" y="29193"/>
                </a:lnTo>
                <a:lnTo>
                  <a:pt x="637406" y="29091"/>
                </a:lnTo>
                <a:lnTo>
                  <a:pt x="636615" y="29004"/>
                </a:lnTo>
                <a:lnTo>
                  <a:pt x="635814" y="28933"/>
                </a:lnTo>
                <a:lnTo>
                  <a:pt x="635001" y="28877"/>
                </a:lnTo>
                <a:lnTo>
                  <a:pt x="634178" y="28838"/>
                </a:lnTo>
                <a:lnTo>
                  <a:pt x="633344" y="28814"/>
                </a:lnTo>
                <a:lnTo>
                  <a:pt x="632500" y="28806"/>
                </a:lnTo>
                <a:lnTo>
                  <a:pt x="631677" y="28814"/>
                </a:lnTo>
                <a:lnTo>
                  <a:pt x="630862" y="28838"/>
                </a:lnTo>
                <a:lnTo>
                  <a:pt x="630054" y="28877"/>
                </a:lnTo>
                <a:lnTo>
                  <a:pt x="629255" y="28933"/>
                </a:lnTo>
                <a:lnTo>
                  <a:pt x="628463" y="29004"/>
                </a:lnTo>
                <a:lnTo>
                  <a:pt x="627680" y="29091"/>
                </a:lnTo>
                <a:lnTo>
                  <a:pt x="626904" y="29193"/>
                </a:lnTo>
                <a:lnTo>
                  <a:pt x="626136" y="29312"/>
                </a:lnTo>
                <a:lnTo>
                  <a:pt x="625376" y="29446"/>
                </a:lnTo>
                <a:lnTo>
                  <a:pt x="624624" y="29596"/>
                </a:lnTo>
                <a:lnTo>
                  <a:pt x="623880" y="29762"/>
                </a:lnTo>
                <a:lnTo>
                  <a:pt x="623144" y="29944"/>
                </a:lnTo>
                <a:lnTo>
                  <a:pt x="622416" y="30141"/>
                </a:lnTo>
                <a:lnTo>
                  <a:pt x="621695" y="30354"/>
                </a:lnTo>
                <a:lnTo>
                  <a:pt x="620983" y="30583"/>
                </a:lnTo>
                <a:lnTo>
                  <a:pt x="620278" y="30828"/>
                </a:lnTo>
                <a:lnTo>
                  <a:pt x="619582" y="31089"/>
                </a:lnTo>
                <a:lnTo>
                  <a:pt x="618893" y="31365"/>
                </a:lnTo>
                <a:lnTo>
                  <a:pt x="618212" y="31657"/>
                </a:lnTo>
                <a:lnTo>
                  <a:pt x="617539" y="31965"/>
                </a:lnTo>
                <a:lnTo>
                  <a:pt x="616874" y="32289"/>
                </a:lnTo>
                <a:lnTo>
                  <a:pt x="616217" y="32629"/>
                </a:lnTo>
                <a:lnTo>
                  <a:pt x="615568" y="32984"/>
                </a:lnTo>
                <a:lnTo>
                  <a:pt x="614926" y="33355"/>
                </a:lnTo>
                <a:lnTo>
                  <a:pt x="614295" y="33741"/>
                </a:lnTo>
                <a:lnTo>
                  <a:pt x="613675" y="34138"/>
                </a:lnTo>
                <a:lnTo>
                  <a:pt x="613068" y="34549"/>
                </a:lnTo>
                <a:lnTo>
                  <a:pt x="612472" y="34971"/>
                </a:lnTo>
                <a:lnTo>
                  <a:pt x="611889" y="35406"/>
                </a:lnTo>
                <a:lnTo>
                  <a:pt x="611317" y="35854"/>
                </a:lnTo>
                <a:lnTo>
                  <a:pt x="610757" y="36314"/>
                </a:lnTo>
                <a:lnTo>
                  <a:pt x="610210" y="36786"/>
                </a:lnTo>
                <a:lnTo>
                  <a:pt x="609674" y="37271"/>
                </a:lnTo>
                <a:lnTo>
                  <a:pt x="609150" y="37768"/>
                </a:lnTo>
                <a:lnTo>
                  <a:pt x="608638" y="38278"/>
                </a:lnTo>
                <a:lnTo>
                  <a:pt x="608138" y="38800"/>
                </a:lnTo>
                <a:lnTo>
                  <a:pt x="607651" y="39335"/>
                </a:lnTo>
                <a:lnTo>
                  <a:pt x="607175" y="39882"/>
                </a:lnTo>
                <a:lnTo>
                  <a:pt x="606711" y="40441"/>
                </a:lnTo>
                <a:lnTo>
                  <a:pt x="606259" y="41013"/>
                </a:lnTo>
                <a:lnTo>
                  <a:pt x="605819" y="41598"/>
                </a:lnTo>
                <a:lnTo>
                  <a:pt x="605391" y="42195"/>
                </a:lnTo>
                <a:lnTo>
                  <a:pt x="604974" y="42804"/>
                </a:lnTo>
                <a:lnTo>
                  <a:pt x="604570" y="43426"/>
                </a:lnTo>
                <a:lnTo>
                  <a:pt x="604178" y="44060"/>
                </a:lnTo>
                <a:lnTo>
                  <a:pt x="603798" y="44706"/>
                </a:lnTo>
                <a:lnTo>
                  <a:pt x="603429" y="45366"/>
                </a:lnTo>
                <a:lnTo>
                  <a:pt x="603073" y="46037"/>
                </a:lnTo>
                <a:lnTo>
                  <a:pt x="602730" y="46720"/>
                </a:lnTo>
                <a:lnTo>
                  <a:pt x="602402" y="47412"/>
                </a:lnTo>
                <a:lnTo>
                  <a:pt x="602088" y="48115"/>
                </a:lnTo>
                <a:lnTo>
                  <a:pt x="601789" y="48828"/>
                </a:lnTo>
                <a:lnTo>
                  <a:pt x="601504" y="49550"/>
                </a:lnTo>
                <a:lnTo>
                  <a:pt x="601234" y="50283"/>
                </a:lnTo>
                <a:lnTo>
                  <a:pt x="600978" y="51026"/>
                </a:lnTo>
                <a:lnTo>
                  <a:pt x="600738" y="51779"/>
                </a:lnTo>
                <a:lnTo>
                  <a:pt x="600511" y="52542"/>
                </a:lnTo>
                <a:lnTo>
                  <a:pt x="600300" y="53315"/>
                </a:lnTo>
                <a:lnTo>
                  <a:pt x="600103" y="54098"/>
                </a:lnTo>
                <a:lnTo>
                  <a:pt x="599920" y="54892"/>
                </a:lnTo>
                <a:lnTo>
                  <a:pt x="599752" y="55695"/>
                </a:lnTo>
                <a:lnTo>
                  <a:pt x="599599" y="56508"/>
                </a:lnTo>
                <a:lnTo>
                  <a:pt x="599460" y="57332"/>
                </a:lnTo>
                <a:lnTo>
                  <a:pt x="599336" y="58165"/>
                </a:lnTo>
                <a:lnTo>
                  <a:pt x="599227" y="59008"/>
                </a:lnTo>
                <a:lnTo>
                  <a:pt x="599132" y="59862"/>
                </a:lnTo>
                <a:lnTo>
                  <a:pt x="599052" y="60725"/>
                </a:lnTo>
                <a:lnTo>
                  <a:pt x="598986" y="61599"/>
                </a:lnTo>
                <a:lnTo>
                  <a:pt x="598935" y="62483"/>
                </a:lnTo>
                <a:lnTo>
                  <a:pt x="598898" y="63377"/>
                </a:lnTo>
                <a:lnTo>
                  <a:pt x="598876" y="64280"/>
                </a:lnTo>
                <a:lnTo>
                  <a:pt x="598869" y="65194"/>
                </a:lnTo>
                <a:lnTo>
                  <a:pt x="598876" y="66097"/>
                </a:lnTo>
                <a:lnTo>
                  <a:pt x="598899" y="66990"/>
                </a:lnTo>
                <a:lnTo>
                  <a:pt x="598936" y="67874"/>
                </a:lnTo>
                <a:lnTo>
                  <a:pt x="598988" y="68749"/>
                </a:lnTo>
                <a:lnTo>
                  <a:pt x="599054" y="69614"/>
                </a:lnTo>
                <a:lnTo>
                  <a:pt x="599136" y="70470"/>
                </a:lnTo>
                <a:lnTo>
                  <a:pt x="599232" y="71317"/>
                </a:lnTo>
                <a:lnTo>
                  <a:pt x="599344" y="72154"/>
                </a:lnTo>
                <a:lnTo>
                  <a:pt x="599470" y="72982"/>
                </a:lnTo>
                <a:lnTo>
                  <a:pt x="599611" y="73801"/>
                </a:lnTo>
                <a:lnTo>
                  <a:pt x="599766" y="74611"/>
                </a:lnTo>
                <a:lnTo>
                  <a:pt x="599937" y="75411"/>
                </a:lnTo>
                <a:lnTo>
                  <a:pt x="600122" y="76201"/>
                </a:lnTo>
                <a:lnTo>
                  <a:pt x="600322" y="76983"/>
                </a:lnTo>
                <a:lnTo>
                  <a:pt x="600538" y="77755"/>
                </a:lnTo>
                <a:lnTo>
                  <a:pt x="600767" y="78518"/>
                </a:lnTo>
                <a:lnTo>
                  <a:pt x="601012" y="79271"/>
                </a:lnTo>
                <a:lnTo>
                  <a:pt x="601272" y="80015"/>
                </a:lnTo>
                <a:lnTo>
                  <a:pt x="601546" y="80750"/>
                </a:lnTo>
                <a:lnTo>
                  <a:pt x="601835" y="81475"/>
                </a:lnTo>
                <a:lnTo>
                  <a:pt x="602139" y="82192"/>
                </a:lnTo>
                <a:lnTo>
                  <a:pt x="602458" y="82898"/>
                </a:lnTo>
                <a:lnTo>
                  <a:pt x="602792" y="83596"/>
                </a:lnTo>
                <a:lnTo>
                  <a:pt x="603140" y="84284"/>
                </a:lnTo>
                <a:lnTo>
                  <a:pt x="603502" y="84961"/>
                </a:lnTo>
                <a:lnTo>
                  <a:pt x="603875" y="85625"/>
                </a:lnTo>
                <a:lnTo>
                  <a:pt x="604259" y="86277"/>
                </a:lnTo>
                <a:lnTo>
                  <a:pt x="604655" y="86916"/>
                </a:lnTo>
                <a:lnTo>
                  <a:pt x="605062" y="87542"/>
                </a:lnTo>
                <a:lnTo>
                  <a:pt x="605480" y="88156"/>
                </a:lnTo>
                <a:lnTo>
                  <a:pt x="605909" y="88757"/>
                </a:lnTo>
                <a:lnTo>
                  <a:pt x="606349" y="89345"/>
                </a:lnTo>
                <a:lnTo>
                  <a:pt x="606801" y="89921"/>
                </a:lnTo>
                <a:lnTo>
                  <a:pt x="607264" y="90484"/>
                </a:lnTo>
                <a:lnTo>
                  <a:pt x="607738" y="91034"/>
                </a:lnTo>
                <a:lnTo>
                  <a:pt x="608224" y="91571"/>
                </a:lnTo>
                <a:lnTo>
                  <a:pt x="608720" y="92096"/>
                </a:lnTo>
                <a:lnTo>
                  <a:pt x="609228" y="92608"/>
                </a:lnTo>
                <a:lnTo>
                  <a:pt x="609747" y="93108"/>
                </a:lnTo>
                <a:lnTo>
                  <a:pt x="610278" y="93595"/>
                </a:lnTo>
                <a:lnTo>
                  <a:pt x="610820" y="94069"/>
                </a:lnTo>
                <a:lnTo>
                  <a:pt x="611373" y="94530"/>
                </a:lnTo>
                <a:lnTo>
                  <a:pt x="611937" y="94979"/>
                </a:lnTo>
                <a:lnTo>
                  <a:pt x="612512" y="95415"/>
                </a:lnTo>
                <a:lnTo>
                  <a:pt x="613099" y="95839"/>
                </a:lnTo>
                <a:lnTo>
                  <a:pt x="613697" y="96250"/>
                </a:lnTo>
                <a:lnTo>
                  <a:pt x="614306" y="96648"/>
                </a:lnTo>
                <a:lnTo>
                  <a:pt x="614926" y="97033"/>
                </a:lnTo>
                <a:lnTo>
                  <a:pt x="615556" y="97404"/>
                </a:lnTo>
                <a:lnTo>
                  <a:pt x="616194" y="97759"/>
                </a:lnTo>
                <a:lnTo>
                  <a:pt x="616840" y="98099"/>
                </a:lnTo>
                <a:lnTo>
                  <a:pt x="617494" y="98422"/>
                </a:lnTo>
                <a:lnTo>
                  <a:pt x="618155" y="98730"/>
                </a:lnTo>
                <a:lnTo>
                  <a:pt x="618824" y="99022"/>
                </a:lnTo>
                <a:lnTo>
                  <a:pt x="619502" y="99299"/>
                </a:lnTo>
                <a:lnTo>
                  <a:pt x="620187" y="99559"/>
                </a:lnTo>
                <a:lnTo>
                  <a:pt x="620880" y="99804"/>
                </a:lnTo>
                <a:lnTo>
                  <a:pt x="621581" y="100033"/>
                </a:lnTo>
                <a:lnTo>
                  <a:pt x="622290" y="100246"/>
                </a:lnTo>
                <a:lnTo>
                  <a:pt x="623007" y="100443"/>
                </a:lnTo>
                <a:lnTo>
                  <a:pt x="623732" y="100625"/>
                </a:lnTo>
                <a:lnTo>
                  <a:pt x="624464" y="100791"/>
                </a:lnTo>
                <a:lnTo>
                  <a:pt x="625205" y="100941"/>
                </a:lnTo>
                <a:lnTo>
                  <a:pt x="625953" y="101075"/>
                </a:lnTo>
                <a:lnTo>
                  <a:pt x="626709" y="101193"/>
                </a:lnTo>
                <a:lnTo>
                  <a:pt x="627474" y="101296"/>
                </a:lnTo>
                <a:lnTo>
                  <a:pt x="628246" y="101383"/>
                </a:lnTo>
                <a:lnTo>
                  <a:pt x="629026" y="101454"/>
                </a:lnTo>
                <a:lnTo>
                  <a:pt x="629813" y="101509"/>
                </a:lnTo>
                <a:lnTo>
                  <a:pt x="630609" y="101548"/>
                </a:lnTo>
                <a:lnTo>
                  <a:pt x="631413" y="101572"/>
                </a:lnTo>
                <a:lnTo>
                  <a:pt x="632224" y="101580"/>
                </a:lnTo>
                <a:lnTo>
                  <a:pt x="632899" y="101575"/>
                </a:lnTo>
                <a:lnTo>
                  <a:pt x="633566" y="101560"/>
                </a:lnTo>
                <a:lnTo>
                  <a:pt x="634226" y="101536"/>
                </a:lnTo>
                <a:lnTo>
                  <a:pt x="634880" y="101502"/>
                </a:lnTo>
                <a:lnTo>
                  <a:pt x="635526" y="101457"/>
                </a:lnTo>
                <a:lnTo>
                  <a:pt x="636166" y="101404"/>
                </a:lnTo>
                <a:lnTo>
                  <a:pt x="636798" y="101340"/>
                </a:lnTo>
                <a:lnTo>
                  <a:pt x="637424" y="101266"/>
                </a:lnTo>
                <a:lnTo>
                  <a:pt x="638043" y="101183"/>
                </a:lnTo>
                <a:lnTo>
                  <a:pt x="638654" y="101090"/>
                </a:lnTo>
                <a:lnTo>
                  <a:pt x="639259" y="100987"/>
                </a:lnTo>
                <a:lnTo>
                  <a:pt x="639857" y="100874"/>
                </a:lnTo>
                <a:lnTo>
                  <a:pt x="640448" y="100751"/>
                </a:lnTo>
                <a:lnTo>
                  <a:pt x="641032" y="100619"/>
                </a:lnTo>
                <a:lnTo>
                  <a:pt x="641609" y="100477"/>
                </a:lnTo>
                <a:lnTo>
                  <a:pt x="642179" y="100325"/>
                </a:lnTo>
                <a:lnTo>
                  <a:pt x="642742" y="100163"/>
                </a:lnTo>
                <a:lnTo>
                  <a:pt x="643298" y="99991"/>
                </a:lnTo>
                <a:lnTo>
                  <a:pt x="643848" y="99810"/>
                </a:lnTo>
                <a:lnTo>
                  <a:pt x="644390" y="99619"/>
                </a:lnTo>
                <a:lnTo>
                  <a:pt x="644925" y="99418"/>
                </a:lnTo>
                <a:lnTo>
                  <a:pt x="645454" y="99207"/>
                </a:lnTo>
                <a:lnTo>
                  <a:pt x="645975" y="98986"/>
                </a:lnTo>
                <a:lnTo>
                  <a:pt x="646490" y="98756"/>
                </a:lnTo>
                <a:lnTo>
                  <a:pt x="646997" y="98516"/>
                </a:lnTo>
                <a:lnTo>
                  <a:pt x="647498" y="98270"/>
                </a:lnTo>
                <a:lnTo>
                  <a:pt x="647992" y="98016"/>
                </a:lnTo>
                <a:lnTo>
                  <a:pt x="648478" y="97754"/>
                </a:lnTo>
                <a:lnTo>
                  <a:pt x="648958" y="97485"/>
                </a:lnTo>
                <a:lnTo>
                  <a:pt x="649431" y="97209"/>
                </a:lnTo>
                <a:lnTo>
                  <a:pt x="649897" y="96925"/>
                </a:lnTo>
                <a:lnTo>
                  <a:pt x="650356" y="96634"/>
                </a:lnTo>
                <a:lnTo>
                  <a:pt x="650808" y="96335"/>
                </a:lnTo>
                <a:lnTo>
                  <a:pt x="651253" y="96030"/>
                </a:lnTo>
                <a:lnTo>
                  <a:pt x="651692" y="95716"/>
                </a:lnTo>
                <a:lnTo>
                  <a:pt x="652123" y="95395"/>
                </a:lnTo>
                <a:lnTo>
                  <a:pt x="652547" y="95067"/>
                </a:lnTo>
                <a:lnTo>
                  <a:pt x="652965" y="94732"/>
                </a:lnTo>
                <a:lnTo>
                  <a:pt x="653375" y="94389"/>
                </a:lnTo>
                <a:lnTo>
                  <a:pt x="653779" y="94038"/>
                </a:lnTo>
                <a:lnTo>
                  <a:pt x="654175" y="93680"/>
                </a:lnTo>
                <a:lnTo>
                  <a:pt x="654565" y="93315"/>
                </a:lnTo>
                <a:lnTo>
                  <a:pt x="654948" y="92942"/>
                </a:lnTo>
                <a:lnTo>
                  <a:pt x="655323" y="92562"/>
                </a:lnTo>
                <a:lnTo>
                  <a:pt x="655692" y="92175"/>
                </a:lnTo>
                <a:lnTo>
                  <a:pt x="656054" y="91780"/>
                </a:lnTo>
                <a:lnTo>
                  <a:pt x="656409" y="91378"/>
                </a:lnTo>
                <a:lnTo>
                  <a:pt x="656757" y="90968"/>
                </a:lnTo>
                <a:lnTo>
                  <a:pt x="657097" y="90552"/>
                </a:lnTo>
                <a:lnTo>
                  <a:pt x="657429" y="90132"/>
                </a:lnTo>
                <a:lnTo>
                  <a:pt x="657752" y="89708"/>
                </a:lnTo>
                <a:lnTo>
                  <a:pt x="658066" y="89280"/>
                </a:lnTo>
                <a:lnTo>
                  <a:pt x="658372" y="88847"/>
                </a:lnTo>
                <a:lnTo>
                  <a:pt x="658669" y="88410"/>
                </a:lnTo>
                <a:lnTo>
                  <a:pt x="658958" y="87968"/>
                </a:lnTo>
                <a:lnTo>
                  <a:pt x="659238" y="87522"/>
                </a:lnTo>
                <a:lnTo>
                  <a:pt x="659509" y="87072"/>
                </a:lnTo>
                <a:lnTo>
                  <a:pt x="659772" y="86618"/>
                </a:lnTo>
                <a:lnTo>
                  <a:pt x="660026" y="86159"/>
                </a:lnTo>
                <a:lnTo>
                  <a:pt x="660272" y="85696"/>
                </a:lnTo>
                <a:lnTo>
                  <a:pt x="660509" y="85229"/>
                </a:lnTo>
                <a:lnTo>
                  <a:pt x="660737" y="84757"/>
                </a:lnTo>
                <a:lnTo>
                  <a:pt x="660957" y="84282"/>
                </a:lnTo>
                <a:lnTo>
                  <a:pt x="661168" y="83801"/>
                </a:lnTo>
                <a:lnTo>
                  <a:pt x="661370" y="83317"/>
                </a:lnTo>
                <a:lnTo>
                  <a:pt x="661564" y="82828"/>
                </a:lnTo>
                <a:lnTo>
                  <a:pt x="661750" y="82335"/>
                </a:lnTo>
                <a:lnTo>
                  <a:pt x="661926" y="81837"/>
                </a:lnTo>
                <a:lnTo>
                  <a:pt x="662094" y="81336"/>
                </a:lnTo>
                <a:lnTo>
                  <a:pt x="662254" y="80830"/>
                </a:lnTo>
                <a:lnTo>
                  <a:pt x="662405" y="80319"/>
                </a:lnTo>
                <a:lnTo>
                  <a:pt x="662547" y="79805"/>
                </a:lnTo>
                <a:lnTo>
                  <a:pt x="651106" y="79805"/>
                </a:lnTo>
                <a:lnTo>
                  <a:pt x="650929" y="80260"/>
                </a:lnTo>
                <a:lnTo>
                  <a:pt x="650743" y="80707"/>
                </a:lnTo>
                <a:lnTo>
                  <a:pt x="650547" y="81147"/>
                </a:lnTo>
                <a:lnTo>
                  <a:pt x="650342" y="81579"/>
                </a:lnTo>
                <a:lnTo>
                  <a:pt x="650128" y="82003"/>
                </a:lnTo>
                <a:lnTo>
                  <a:pt x="649904" y="82419"/>
                </a:lnTo>
                <a:lnTo>
                  <a:pt x="649671" y="82827"/>
                </a:lnTo>
                <a:lnTo>
                  <a:pt x="649429" y="83227"/>
                </a:lnTo>
                <a:lnTo>
                  <a:pt x="649178" y="83619"/>
                </a:lnTo>
                <a:lnTo>
                  <a:pt x="648917" y="84003"/>
                </a:lnTo>
                <a:lnTo>
                  <a:pt x="648646" y="84380"/>
                </a:lnTo>
                <a:lnTo>
                  <a:pt x="648367" y="84748"/>
                </a:lnTo>
                <a:lnTo>
                  <a:pt x="648078" y="85109"/>
                </a:lnTo>
                <a:lnTo>
                  <a:pt x="647780" y="85462"/>
                </a:lnTo>
                <a:lnTo>
                  <a:pt x="647472" y="85807"/>
                </a:lnTo>
                <a:lnTo>
                  <a:pt x="647155" y="86144"/>
                </a:lnTo>
                <a:lnTo>
                  <a:pt x="646829" y="86473"/>
                </a:lnTo>
                <a:lnTo>
                  <a:pt x="646493" y="86794"/>
                </a:lnTo>
                <a:lnTo>
                  <a:pt x="646148" y="87107"/>
                </a:lnTo>
                <a:lnTo>
                  <a:pt x="645794" y="87413"/>
                </a:lnTo>
                <a:lnTo>
                  <a:pt x="645430" y="87710"/>
                </a:lnTo>
                <a:lnTo>
                  <a:pt x="645057" y="88000"/>
                </a:lnTo>
                <a:lnTo>
                  <a:pt x="644675" y="88282"/>
                </a:lnTo>
                <a:lnTo>
                  <a:pt x="644284" y="88556"/>
                </a:lnTo>
                <a:lnTo>
                  <a:pt x="643883" y="88820"/>
                </a:lnTo>
                <a:lnTo>
                  <a:pt x="643473" y="89073"/>
                </a:lnTo>
                <a:lnTo>
                  <a:pt x="643055" y="89315"/>
                </a:lnTo>
                <a:lnTo>
                  <a:pt x="642628" y="89545"/>
                </a:lnTo>
                <a:lnTo>
                  <a:pt x="642192" y="89764"/>
                </a:lnTo>
                <a:lnTo>
                  <a:pt x="641747" y="89972"/>
                </a:lnTo>
                <a:lnTo>
                  <a:pt x="641293" y="90169"/>
                </a:lnTo>
                <a:lnTo>
                  <a:pt x="640830" y="90355"/>
                </a:lnTo>
                <a:lnTo>
                  <a:pt x="640359" y="90529"/>
                </a:lnTo>
                <a:lnTo>
                  <a:pt x="639878" y="90692"/>
                </a:lnTo>
                <a:lnTo>
                  <a:pt x="639389" y="90844"/>
                </a:lnTo>
                <a:lnTo>
                  <a:pt x="638891" y="90985"/>
                </a:lnTo>
                <a:lnTo>
                  <a:pt x="638384" y="91114"/>
                </a:lnTo>
                <a:lnTo>
                  <a:pt x="637869" y="91232"/>
                </a:lnTo>
                <a:lnTo>
                  <a:pt x="637344" y="91339"/>
                </a:lnTo>
                <a:lnTo>
                  <a:pt x="636810" y="91434"/>
                </a:lnTo>
                <a:lnTo>
                  <a:pt x="636268" y="91519"/>
                </a:lnTo>
                <a:lnTo>
                  <a:pt x="635717" y="91592"/>
                </a:lnTo>
                <a:lnTo>
                  <a:pt x="635157" y="91654"/>
                </a:lnTo>
                <a:lnTo>
                  <a:pt x="634588" y="91704"/>
                </a:lnTo>
                <a:lnTo>
                  <a:pt x="634011" y="91744"/>
                </a:lnTo>
                <a:lnTo>
                  <a:pt x="633424" y="91772"/>
                </a:lnTo>
                <a:lnTo>
                  <a:pt x="632829" y="91789"/>
                </a:lnTo>
                <a:lnTo>
                  <a:pt x="632224" y="91794"/>
                </a:lnTo>
                <a:lnTo>
                  <a:pt x="631743" y="91789"/>
                </a:lnTo>
                <a:lnTo>
                  <a:pt x="631265" y="91774"/>
                </a:lnTo>
                <a:lnTo>
                  <a:pt x="630789" y="91749"/>
                </a:lnTo>
                <a:lnTo>
                  <a:pt x="630315" y="91714"/>
                </a:lnTo>
                <a:lnTo>
                  <a:pt x="629845" y="91669"/>
                </a:lnTo>
                <a:lnTo>
                  <a:pt x="629377" y="91613"/>
                </a:lnTo>
                <a:lnTo>
                  <a:pt x="628911" y="91548"/>
                </a:lnTo>
                <a:lnTo>
                  <a:pt x="628449" y="91473"/>
                </a:lnTo>
                <a:lnTo>
                  <a:pt x="627989" y="91387"/>
                </a:lnTo>
                <a:lnTo>
                  <a:pt x="627531" y="91292"/>
                </a:lnTo>
                <a:lnTo>
                  <a:pt x="627076" y="91186"/>
                </a:lnTo>
                <a:lnTo>
                  <a:pt x="626624" y="91071"/>
                </a:lnTo>
                <a:lnTo>
                  <a:pt x="626175" y="90945"/>
                </a:lnTo>
                <a:lnTo>
                  <a:pt x="625728" y="90810"/>
                </a:lnTo>
                <a:lnTo>
                  <a:pt x="625284" y="90664"/>
                </a:lnTo>
                <a:lnTo>
                  <a:pt x="624842" y="90508"/>
                </a:lnTo>
                <a:lnTo>
                  <a:pt x="624403" y="90342"/>
                </a:lnTo>
                <a:lnTo>
                  <a:pt x="623967" y="90167"/>
                </a:lnTo>
                <a:lnTo>
                  <a:pt x="623533" y="89981"/>
                </a:lnTo>
                <a:lnTo>
                  <a:pt x="623102" y="89785"/>
                </a:lnTo>
                <a:lnTo>
                  <a:pt x="622673" y="89579"/>
                </a:lnTo>
                <a:lnTo>
                  <a:pt x="622248" y="89363"/>
                </a:lnTo>
                <a:lnTo>
                  <a:pt x="621824" y="89137"/>
                </a:lnTo>
                <a:lnTo>
                  <a:pt x="621404" y="88900"/>
                </a:lnTo>
                <a:lnTo>
                  <a:pt x="620988" y="88654"/>
                </a:lnTo>
                <a:lnTo>
                  <a:pt x="620579" y="88398"/>
                </a:lnTo>
                <a:lnTo>
                  <a:pt x="620176" y="88132"/>
                </a:lnTo>
                <a:lnTo>
                  <a:pt x="619781" y="87855"/>
                </a:lnTo>
                <a:lnTo>
                  <a:pt x="619391" y="87569"/>
                </a:lnTo>
                <a:lnTo>
                  <a:pt x="619009" y="87273"/>
                </a:lnTo>
                <a:lnTo>
                  <a:pt x="618633" y="86966"/>
                </a:lnTo>
                <a:lnTo>
                  <a:pt x="618264" y="86650"/>
                </a:lnTo>
                <a:lnTo>
                  <a:pt x="617902" y="86323"/>
                </a:lnTo>
                <a:lnTo>
                  <a:pt x="617546" y="85986"/>
                </a:lnTo>
                <a:lnTo>
                  <a:pt x="617198" y="85640"/>
                </a:lnTo>
                <a:lnTo>
                  <a:pt x="616855" y="85283"/>
                </a:lnTo>
                <a:lnTo>
                  <a:pt x="616520" y="84916"/>
                </a:lnTo>
                <a:lnTo>
                  <a:pt x="616191" y="84540"/>
                </a:lnTo>
                <a:lnTo>
                  <a:pt x="615869" y="84153"/>
                </a:lnTo>
                <a:lnTo>
                  <a:pt x="615553" y="83756"/>
                </a:lnTo>
                <a:lnTo>
                  <a:pt x="615245" y="83349"/>
                </a:lnTo>
                <a:lnTo>
                  <a:pt x="614943" y="82932"/>
                </a:lnTo>
                <a:lnTo>
                  <a:pt x="614647" y="82505"/>
                </a:lnTo>
                <a:lnTo>
                  <a:pt x="614359" y="82068"/>
                </a:lnTo>
                <a:lnTo>
                  <a:pt x="614077" y="81621"/>
                </a:lnTo>
                <a:lnTo>
                  <a:pt x="613802" y="81163"/>
                </a:lnTo>
                <a:lnTo>
                  <a:pt x="613533" y="80696"/>
                </a:lnTo>
                <a:lnTo>
                  <a:pt x="613271" y="80219"/>
                </a:lnTo>
                <a:lnTo>
                  <a:pt x="613018" y="79732"/>
                </a:lnTo>
                <a:lnTo>
                  <a:pt x="612776" y="79235"/>
                </a:lnTo>
                <a:lnTo>
                  <a:pt x="612545" y="78728"/>
                </a:lnTo>
                <a:lnTo>
                  <a:pt x="612324" y="78212"/>
                </a:lnTo>
                <a:lnTo>
                  <a:pt x="612114" y="77687"/>
                </a:lnTo>
                <a:lnTo>
                  <a:pt x="611915" y="77152"/>
                </a:lnTo>
                <a:lnTo>
                  <a:pt x="611726" y="76607"/>
                </a:lnTo>
                <a:lnTo>
                  <a:pt x="611549" y="76053"/>
                </a:lnTo>
                <a:lnTo>
                  <a:pt x="611382" y="75489"/>
                </a:lnTo>
                <a:lnTo>
                  <a:pt x="611226" y="74916"/>
                </a:lnTo>
                <a:lnTo>
                  <a:pt x="611081" y="74333"/>
                </a:lnTo>
                <a:lnTo>
                  <a:pt x="610946" y="73740"/>
                </a:lnTo>
                <a:lnTo>
                  <a:pt x="610822" y="73138"/>
                </a:lnTo>
                <a:lnTo>
                  <a:pt x="610709" y="72526"/>
                </a:lnTo>
                <a:lnTo>
                  <a:pt x="610607" y="71905"/>
                </a:lnTo>
                <a:lnTo>
                  <a:pt x="610516" y="71275"/>
                </a:lnTo>
                <a:lnTo>
                  <a:pt x="610435" y="70634"/>
                </a:lnTo>
                <a:lnTo>
                  <a:pt x="610365" y="69984"/>
                </a:lnTo>
                <a:lnTo>
                  <a:pt x="610306" y="69325"/>
                </a:lnTo>
                <a:lnTo>
                  <a:pt x="610257" y="68656"/>
                </a:lnTo>
                <a:lnTo>
                  <a:pt x="610220" y="67977"/>
                </a:lnTo>
                <a:lnTo>
                  <a:pt x="610213" y="67813"/>
                </a:lnTo>
                <a:lnTo>
                  <a:pt x="664339" y="67813"/>
                </a:lnTo>
                <a:lnTo>
                  <a:pt x="664350" y="67653"/>
                </a:lnTo>
                <a:lnTo>
                  <a:pt x="664361" y="67494"/>
                </a:lnTo>
                <a:lnTo>
                  <a:pt x="664371" y="67337"/>
                </a:lnTo>
                <a:lnTo>
                  <a:pt x="664381" y="67181"/>
                </a:lnTo>
                <a:lnTo>
                  <a:pt x="664390" y="67027"/>
                </a:lnTo>
                <a:close/>
                <a:moveTo>
                  <a:pt x="610598" y="56594"/>
                </a:moveTo>
                <a:lnTo>
                  <a:pt x="610698" y="56035"/>
                </a:lnTo>
                <a:lnTo>
                  <a:pt x="610808" y="55485"/>
                </a:lnTo>
                <a:lnTo>
                  <a:pt x="610929" y="54944"/>
                </a:lnTo>
                <a:lnTo>
                  <a:pt x="611061" y="54411"/>
                </a:lnTo>
                <a:lnTo>
                  <a:pt x="611203" y="53887"/>
                </a:lnTo>
                <a:lnTo>
                  <a:pt x="611356" y="53373"/>
                </a:lnTo>
                <a:lnTo>
                  <a:pt x="611519" y="52867"/>
                </a:lnTo>
                <a:lnTo>
                  <a:pt x="611693" y="52369"/>
                </a:lnTo>
                <a:lnTo>
                  <a:pt x="611877" y="51881"/>
                </a:lnTo>
                <a:lnTo>
                  <a:pt x="612072" y="51402"/>
                </a:lnTo>
                <a:lnTo>
                  <a:pt x="612277" y="50931"/>
                </a:lnTo>
                <a:lnTo>
                  <a:pt x="612493" y="50469"/>
                </a:lnTo>
                <a:lnTo>
                  <a:pt x="612719" y="50016"/>
                </a:lnTo>
                <a:lnTo>
                  <a:pt x="612956" y="49572"/>
                </a:lnTo>
                <a:lnTo>
                  <a:pt x="613204" y="49137"/>
                </a:lnTo>
                <a:lnTo>
                  <a:pt x="613460" y="48711"/>
                </a:lnTo>
                <a:lnTo>
                  <a:pt x="613723" y="48293"/>
                </a:lnTo>
                <a:lnTo>
                  <a:pt x="613993" y="47883"/>
                </a:lnTo>
                <a:lnTo>
                  <a:pt x="614270" y="47483"/>
                </a:lnTo>
                <a:lnTo>
                  <a:pt x="614554" y="47091"/>
                </a:lnTo>
                <a:lnTo>
                  <a:pt x="614845" y="46707"/>
                </a:lnTo>
                <a:lnTo>
                  <a:pt x="615143" y="46333"/>
                </a:lnTo>
                <a:lnTo>
                  <a:pt x="615448" y="45966"/>
                </a:lnTo>
                <a:lnTo>
                  <a:pt x="615759" y="45609"/>
                </a:lnTo>
                <a:lnTo>
                  <a:pt x="616078" y="45260"/>
                </a:lnTo>
                <a:lnTo>
                  <a:pt x="616403" y="44920"/>
                </a:lnTo>
                <a:lnTo>
                  <a:pt x="616736" y="44588"/>
                </a:lnTo>
                <a:lnTo>
                  <a:pt x="617075" y="44265"/>
                </a:lnTo>
                <a:lnTo>
                  <a:pt x="617422" y="43950"/>
                </a:lnTo>
                <a:lnTo>
                  <a:pt x="617775" y="43645"/>
                </a:lnTo>
                <a:lnTo>
                  <a:pt x="618135" y="43347"/>
                </a:lnTo>
                <a:lnTo>
                  <a:pt x="618503" y="43059"/>
                </a:lnTo>
                <a:lnTo>
                  <a:pt x="618877" y="42779"/>
                </a:lnTo>
                <a:lnTo>
                  <a:pt x="619258" y="42507"/>
                </a:lnTo>
                <a:lnTo>
                  <a:pt x="619646" y="42245"/>
                </a:lnTo>
                <a:lnTo>
                  <a:pt x="620041" y="41991"/>
                </a:lnTo>
                <a:lnTo>
                  <a:pt x="620443" y="41745"/>
                </a:lnTo>
                <a:lnTo>
                  <a:pt x="620851" y="41508"/>
                </a:lnTo>
                <a:lnTo>
                  <a:pt x="621267" y="41280"/>
                </a:lnTo>
                <a:lnTo>
                  <a:pt x="621688" y="41060"/>
                </a:lnTo>
                <a:lnTo>
                  <a:pt x="622112" y="40850"/>
                </a:lnTo>
                <a:lnTo>
                  <a:pt x="622539" y="40650"/>
                </a:lnTo>
                <a:lnTo>
                  <a:pt x="622969" y="40459"/>
                </a:lnTo>
                <a:lnTo>
                  <a:pt x="623402" y="40277"/>
                </a:lnTo>
                <a:lnTo>
                  <a:pt x="623838" y="40104"/>
                </a:lnTo>
                <a:lnTo>
                  <a:pt x="624278" y="39941"/>
                </a:lnTo>
                <a:lnTo>
                  <a:pt x="624720" y="39787"/>
                </a:lnTo>
                <a:lnTo>
                  <a:pt x="625166" y="39642"/>
                </a:lnTo>
                <a:lnTo>
                  <a:pt x="625615" y="39507"/>
                </a:lnTo>
                <a:lnTo>
                  <a:pt x="626067" y="39381"/>
                </a:lnTo>
                <a:lnTo>
                  <a:pt x="626522" y="39264"/>
                </a:lnTo>
                <a:lnTo>
                  <a:pt x="626980" y="39157"/>
                </a:lnTo>
                <a:lnTo>
                  <a:pt x="627441" y="39059"/>
                </a:lnTo>
                <a:lnTo>
                  <a:pt x="627905" y="38970"/>
                </a:lnTo>
                <a:lnTo>
                  <a:pt x="628373" y="38891"/>
                </a:lnTo>
                <a:lnTo>
                  <a:pt x="628843" y="38821"/>
                </a:lnTo>
                <a:lnTo>
                  <a:pt x="629317" y="38760"/>
                </a:lnTo>
                <a:lnTo>
                  <a:pt x="629794" y="38709"/>
                </a:lnTo>
                <a:lnTo>
                  <a:pt x="630274" y="38667"/>
                </a:lnTo>
                <a:lnTo>
                  <a:pt x="630757" y="38634"/>
                </a:lnTo>
                <a:lnTo>
                  <a:pt x="631243" y="38611"/>
                </a:lnTo>
                <a:lnTo>
                  <a:pt x="631732" y="38597"/>
                </a:lnTo>
                <a:lnTo>
                  <a:pt x="632224" y="38592"/>
                </a:lnTo>
                <a:lnTo>
                  <a:pt x="632954" y="38601"/>
                </a:lnTo>
                <a:lnTo>
                  <a:pt x="633674" y="38629"/>
                </a:lnTo>
                <a:lnTo>
                  <a:pt x="634383" y="38676"/>
                </a:lnTo>
                <a:lnTo>
                  <a:pt x="635082" y="38741"/>
                </a:lnTo>
                <a:lnTo>
                  <a:pt x="635771" y="38825"/>
                </a:lnTo>
                <a:lnTo>
                  <a:pt x="636449" y="38928"/>
                </a:lnTo>
                <a:lnTo>
                  <a:pt x="637117" y="39049"/>
                </a:lnTo>
                <a:lnTo>
                  <a:pt x="637775" y="39189"/>
                </a:lnTo>
                <a:lnTo>
                  <a:pt x="638423" y="39348"/>
                </a:lnTo>
                <a:lnTo>
                  <a:pt x="639060" y="39525"/>
                </a:lnTo>
                <a:lnTo>
                  <a:pt x="639687" y="39721"/>
                </a:lnTo>
                <a:lnTo>
                  <a:pt x="640304" y="39936"/>
                </a:lnTo>
                <a:lnTo>
                  <a:pt x="640910" y="40169"/>
                </a:lnTo>
                <a:lnTo>
                  <a:pt x="641506" y="40421"/>
                </a:lnTo>
                <a:lnTo>
                  <a:pt x="642092" y="40692"/>
                </a:lnTo>
                <a:lnTo>
                  <a:pt x="642668" y="40981"/>
                </a:lnTo>
                <a:lnTo>
                  <a:pt x="643233" y="41289"/>
                </a:lnTo>
                <a:lnTo>
                  <a:pt x="643788" y="41616"/>
                </a:lnTo>
                <a:lnTo>
                  <a:pt x="644333" y="41961"/>
                </a:lnTo>
                <a:lnTo>
                  <a:pt x="644867" y="42325"/>
                </a:lnTo>
                <a:lnTo>
                  <a:pt x="645391" y="42708"/>
                </a:lnTo>
                <a:lnTo>
                  <a:pt x="645905" y="43109"/>
                </a:lnTo>
                <a:lnTo>
                  <a:pt x="646409" y="43529"/>
                </a:lnTo>
                <a:lnTo>
                  <a:pt x="646902" y="43968"/>
                </a:lnTo>
                <a:lnTo>
                  <a:pt x="647381" y="44423"/>
                </a:lnTo>
                <a:lnTo>
                  <a:pt x="647841" y="44892"/>
                </a:lnTo>
                <a:lnTo>
                  <a:pt x="648282" y="45376"/>
                </a:lnTo>
                <a:lnTo>
                  <a:pt x="648704" y="45874"/>
                </a:lnTo>
                <a:lnTo>
                  <a:pt x="649107" y="46387"/>
                </a:lnTo>
                <a:lnTo>
                  <a:pt x="649491" y="46914"/>
                </a:lnTo>
                <a:lnTo>
                  <a:pt x="649856" y="47455"/>
                </a:lnTo>
                <a:lnTo>
                  <a:pt x="650203" y="48011"/>
                </a:lnTo>
                <a:lnTo>
                  <a:pt x="650530" y="48581"/>
                </a:lnTo>
                <a:lnTo>
                  <a:pt x="650839" y="49165"/>
                </a:lnTo>
                <a:lnTo>
                  <a:pt x="651129" y="49764"/>
                </a:lnTo>
                <a:lnTo>
                  <a:pt x="651399" y="50377"/>
                </a:lnTo>
                <a:lnTo>
                  <a:pt x="651651" y="51004"/>
                </a:lnTo>
                <a:lnTo>
                  <a:pt x="651884" y="51646"/>
                </a:lnTo>
                <a:lnTo>
                  <a:pt x="652098" y="52302"/>
                </a:lnTo>
                <a:lnTo>
                  <a:pt x="652293" y="52973"/>
                </a:lnTo>
                <a:lnTo>
                  <a:pt x="652470" y="53657"/>
                </a:lnTo>
                <a:lnTo>
                  <a:pt x="652627" y="54357"/>
                </a:lnTo>
                <a:lnTo>
                  <a:pt x="652765" y="55070"/>
                </a:lnTo>
                <a:lnTo>
                  <a:pt x="652885" y="55798"/>
                </a:lnTo>
                <a:lnTo>
                  <a:pt x="652985" y="56540"/>
                </a:lnTo>
                <a:lnTo>
                  <a:pt x="653067" y="57297"/>
                </a:lnTo>
                <a:lnTo>
                  <a:pt x="653130" y="58068"/>
                </a:lnTo>
                <a:lnTo>
                  <a:pt x="653173" y="58853"/>
                </a:lnTo>
                <a:lnTo>
                  <a:pt x="610309" y="58853"/>
                </a:lnTo>
                <a:lnTo>
                  <a:pt x="610361" y="58325"/>
                </a:lnTo>
                <a:lnTo>
                  <a:pt x="610429" y="57739"/>
                </a:lnTo>
                <a:lnTo>
                  <a:pt x="610508" y="57162"/>
                </a:lnTo>
                <a:lnTo>
                  <a:pt x="610598" y="56594"/>
                </a:lnTo>
                <a:close/>
                <a:moveTo>
                  <a:pt x="859281" y="67027"/>
                </a:moveTo>
                <a:lnTo>
                  <a:pt x="859289" y="66874"/>
                </a:lnTo>
                <a:lnTo>
                  <a:pt x="859298" y="66723"/>
                </a:lnTo>
                <a:lnTo>
                  <a:pt x="859306" y="66573"/>
                </a:lnTo>
                <a:lnTo>
                  <a:pt x="859313" y="66424"/>
                </a:lnTo>
                <a:lnTo>
                  <a:pt x="859320" y="66277"/>
                </a:lnTo>
                <a:lnTo>
                  <a:pt x="859326" y="66131"/>
                </a:lnTo>
                <a:lnTo>
                  <a:pt x="859332" y="65987"/>
                </a:lnTo>
                <a:lnTo>
                  <a:pt x="859338" y="65844"/>
                </a:lnTo>
                <a:lnTo>
                  <a:pt x="859343" y="65703"/>
                </a:lnTo>
                <a:lnTo>
                  <a:pt x="859347" y="65563"/>
                </a:lnTo>
                <a:lnTo>
                  <a:pt x="859351" y="65424"/>
                </a:lnTo>
                <a:lnTo>
                  <a:pt x="859355" y="65287"/>
                </a:lnTo>
                <a:lnTo>
                  <a:pt x="859358" y="65152"/>
                </a:lnTo>
                <a:lnTo>
                  <a:pt x="859360" y="65017"/>
                </a:lnTo>
                <a:lnTo>
                  <a:pt x="859363" y="64885"/>
                </a:lnTo>
                <a:lnTo>
                  <a:pt x="859364" y="64753"/>
                </a:lnTo>
                <a:lnTo>
                  <a:pt x="859365" y="64623"/>
                </a:lnTo>
                <a:lnTo>
                  <a:pt x="859366" y="64495"/>
                </a:lnTo>
                <a:lnTo>
                  <a:pt x="859366" y="64368"/>
                </a:lnTo>
                <a:lnTo>
                  <a:pt x="859366" y="64242"/>
                </a:lnTo>
                <a:lnTo>
                  <a:pt x="859366" y="64116"/>
                </a:lnTo>
                <a:lnTo>
                  <a:pt x="859366" y="63991"/>
                </a:lnTo>
                <a:lnTo>
                  <a:pt x="859366" y="63866"/>
                </a:lnTo>
                <a:lnTo>
                  <a:pt x="859366" y="63742"/>
                </a:lnTo>
                <a:lnTo>
                  <a:pt x="859366" y="63618"/>
                </a:lnTo>
                <a:lnTo>
                  <a:pt x="859366" y="63495"/>
                </a:lnTo>
                <a:lnTo>
                  <a:pt x="859366" y="63372"/>
                </a:lnTo>
                <a:lnTo>
                  <a:pt x="859366" y="63250"/>
                </a:lnTo>
                <a:lnTo>
                  <a:pt x="859366" y="63128"/>
                </a:lnTo>
                <a:lnTo>
                  <a:pt x="859366" y="63006"/>
                </a:lnTo>
                <a:lnTo>
                  <a:pt x="859366" y="62886"/>
                </a:lnTo>
                <a:lnTo>
                  <a:pt x="859366" y="62765"/>
                </a:lnTo>
                <a:lnTo>
                  <a:pt x="859366" y="62645"/>
                </a:lnTo>
                <a:lnTo>
                  <a:pt x="859366" y="62526"/>
                </a:lnTo>
                <a:lnTo>
                  <a:pt x="859366" y="62407"/>
                </a:lnTo>
                <a:lnTo>
                  <a:pt x="859366" y="62288"/>
                </a:lnTo>
                <a:lnTo>
                  <a:pt x="859366" y="62170"/>
                </a:lnTo>
                <a:lnTo>
                  <a:pt x="859366" y="62052"/>
                </a:lnTo>
                <a:lnTo>
                  <a:pt x="859366" y="61935"/>
                </a:lnTo>
                <a:lnTo>
                  <a:pt x="859366" y="61819"/>
                </a:lnTo>
                <a:lnTo>
                  <a:pt x="859366" y="61703"/>
                </a:lnTo>
                <a:lnTo>
                  <a:pt x="859366" y="61587"/>
                </a:lnTo>
                <a:lnTo>
                  <a:pt x="859366" y="61472"/>
                </a:lnTo>
                <a:lnTo>
                  <a:pt x="859360" y="60739"/>
                </a:lnTo>
                <a:lnTo>
                  <a:pt x="859340" y="60012"/>
                </a:lnTo>
                <a:lnTo>
                  <a:pt x="859307" y="59289"/>
                </a:lnTo>
                <a:lnTo>
                  <a:pt x="859261" y="58572"/>
                </a:lnTo>
                <a:lnTo>
                  <a:pt x="859202" y="57859"/>
                </a:lnTo>
                <a:lnTo>
                  <a:pt x="859130" y="57152"/>
                </a:lnTo>
                <a:lnTo>
                  <a:pt x="859044" y="56450"/>
                </a:lnTo>
                <a:lnTo>
                  <a:pt x="858945" y="55752"/>
                </a:lnTo>
                <a:lnTo>
                  <a:pt x="858833" y="55060"/>
                </a:lnTo>
                <a:lnTo>
                  <a:pt x="858708" y="54373"/>
                </a:lnTo>
                <a:lnTo>
                  <a:pt x="858570" y="53690"/>
                </a:lnTo>
                <a:lnTo>
                  <a:pt x="858419" y="53013"/>
                </a:lnTo>
                <a:lnTo>
                  <a:pt x="858254" y="52341"/>
                </a:lnTo>
                <a:lnTo>
                  <a:pt x="858077" y="51674"/>
                </a:lnTo>
                <a:lnTo>
                  <a:pt x="857886" y="51011"/>
                </a:lnTo>
                <a:lnTo>
                  <a:pt x="857682" y="50354"/>
                </a:lnTo>
                <a:lnTo>
                  <a:pt x="857465" y="49702"/>
                </a:lnTo>
                <a:lnTo>
                  <a:pt x="857235" y="49055"/>
                </a:lnTo>
                <a:lnTo>
                  <a:pt x="856991" y="48413"/>
                </a:lnTo>
                <a:lnTo>
                  <a:pt x="856735" y="47776"/>
                </a:lnTo>
                <a:lnTo>
                  <a:pt x="856465" y="47144"/>
                </a:lnTo>
                <a:lnTo>
                  <a:pt x="856182" y="46517"/>
                </a:lnTo>
                <a:lnTo>
                  <a:pt x="855886" y="45895"/>
                </a:lnTo>
                <a:lnTo>
                  <a:pt x="855577" y="45278"/>
                </a:lnTo>
                <a:lnTo>
                  <a:pt x="855255" y="44668"/>
                </a:lnTo>
                <a:lnTo>
                  <a:pt x="854922" y="44068"/>
                </a:lnTo>
                <a:lnTo>
                  <a:pt x="854577" y="43479"/>
                </a:lnTo>
                <a:lnTo>
                  <a:pt x="854221" y="42898"/>
                </a:lnTo>
                <a:lnTo>
                  <a:pt x="853854" y="42328"/>
                </a:lnTo>
                <a:lnTo>
                  <a:pt x="853475" y="41768"/>
                </a:lnTo>
                <a:lnTo>
                  <a:pt x="853084" y="41217"/>
                </a:lnTo>
                <a:lnTo>
                  <a:pt x="852682" y="40676"/>
                </a:lnTo>
                <a:lnTo>
                  <a:pt x="852269" y="40145"/>
                </a:lnTo>
                <a:lnTo>
                  <a:pt x="851844" y="39624"/>
                </a:lnTo>
                <a:lnTo>
                  <a:pt x="851408" y="39112"/>
                </a:lnTo>
                <a:lnTo>
                  <a:pt x="850960" y="38610"/>
                </a:lnTo>
                <a:lnTo>
                  <a:pt x="850500" y="38119"/>
                </a:lnTo>
                <a:lnTo>
                  <a:pt x="850029" y="37636"/>
                </a:lnTo>
                <a:lnTo>
                  <a:pt x="849547" y="37164"/>
                </a:lnTo>
                <a:lnTo>
                  <a:pt x="849053" y="36702"/>
                </a:lnTo>
                <a:lnTo>
                  <a:pt x="848548" y="36249"/>
                </a:lnTo>
                <a:lnTo>
                  <a:pt x="848031" y="35806"/>
                </a:lnTo>
                <a:lnTo>
                  <a:pt x="847503" y="35373"/>
                </a:lnTo>
                <a:lnTo>
                  <a:pt x="846963" y="34950"/>
                </a:lnTo>
                <a:lnTo>
                  <a:pt x="846412" y="34537"/>
                </a:lnTo>
                <a:lnTo>
                  <a:pt x="845849" y="34133"/>
                </a:lnTo>
                <a:lnTo>
                  <a:pt x="845275" y="33739"/>
                </a:lnTo>
                <a:lnTo>
                  <a:pt x="844689" y="33355"/>
                </a:lnTo>
                <a:lnTo>
                  <a:pt x="844092" y="32984"/>
                </a:lnTo>
                <a:lnTo>
                  <a:pt x="843484" y="32629"/>
                </a:lnTo>
                <a:lnTo>
                  <a:pt x="842866" y="32289"/>
                </a:lnTo>
                <a:lnTo>
                  <a:pt x="842237" y="31965"/>
                </a:lnTo>
                <a:lnTo>
                  <a:pt x="841597" y="31657"/>
                </a:lnTo>
                <a:lnTo>
                  <a:pt x="840946" y="31365"/>
                </a:lnTo>
                <a:lnTo>
                  <a:pt x="840284" y="31089"/>
                </a:lnTo>
                <a:lnTo>
                  <a:pt x="839612" y="30828"/>
                </a:lnTo>
                <a:lnTo>
                  <a:pt x="838929" y="30583"/>
                </a:lnTo>
                <a:lnTo>
                  <a:pt x="838235" y="30354"/>
                </a:lnTo>
                <a:lnTo>
                  <a:pt x="837531" y="30141"/>
                </a:lnTo>
                <a:lnTo>
                  <a:pt x="836815" y="29944"/>
                </a:lnTo>
                <a:lnTo>
                  <a:pt x="836089" y="29762"/>
                </a:lnTo>
                <a:lnTo>
                  <a:pt x="835352" y="29596"/>
                </a:lnTo>
                <a:lnTo>
                  <a:pt x="834605" y="29446"/>
                </a:lnTo>
                <a:lnTo>
                  <a:pt x="833846" y="29312"/>
                </a:lnTo>
                <a:lnTo>
                  <a:pt x="833077" y="29193"/>
                </a:lnTo>
                <a:lnTo>
                  <a:pt x="832297" y="29091"/>
                </a:lnTo>
                <a:lnTo>
                  <a:pt x="831506" y="29004"/>
                </a:lnTo>
                <a:lnTo>
                  <a:pt x="830705" y="28933"/>
                </a:lnTo>
                <a:lnTo>
                  <a:pt x="829892" y="28877"/>
                </a:lnTo>
                <a:lnTo>
                  <a:pt x="829069" y="28838"/>
                </a:lnTo>
                <a:lnTo>
                  <a:pt x="828235" y="28814"/>
                </a:lnTo>
                <a:lnTo>
                  <a:pt x="827391" y="28806"/>
                </a:lnTo>
                <a:lnTo>
                  <a:pt x="826568" y="28814"/>
                </a:lnTo>
                <a:lnTo>
                  <a:pt x="825752" y="28838"/>
                </a:lnTo>
                <a:lnTo>
                  <a:pt x="824945" y="28877"/>
                </a:lnTo>
                <a:lnTo>
                  <a:pt x="824146" y="28933"/>
                </a:lnTo>
                <a:lnTo>
                  <a:pt x="823354" y="29004"/>
                </a:lnTo>
                <a:lnTo>
                  <a:pt x="822571" y="29091"/>
                </a:lnTo>
                <a:lnTo>
                  <a:pt x="821795" y="29193"/>
                </a:lnTo>
                <a:lnTo>
                  <a:pt x="821027" y="29312"/>
                </a:lnTo>
                <a:lnTo>
                  <a:pt x="820267" y="29446"/>
                </a:lnTo>
                <a:lnTo>
                  <a:pt x="819515" y="29596"/>
                </a:lnTo>
                <a:lnTo>
                  <a:pt x="818771" y="29762"/>
                </a:lnTo>
                <a:lnTo>
                  <a:pt x="818035" y="29944"/>
                </a:lnTo>
                <a:lnTo>
                  <a:pt x="817307" y="30141"/>
                </a:lnTo>
                <a:lnTo>
                  <a:pt x="816586" y="30354"/>
                </a:lnTo>
                <a:lnTo>
                  <a:pt x="815874" y="30583"/>
                </a:lnTo>
                <a:lnTo>
                  <a:pt x="815169" y="30828"/>
                </a:lnTo>
                <a:lnTo>
                  <a:pt x="814473" y="31089"/>
                </a:lnTo>
                <a:lnTo>
                  <a:pt x="813784" y="31365"/>
                </a:lnTo>
                <a:lnTo>
                  <a:pt x="813103" y="31657"/>
                </a:lnTo>
                <a:lnTo>
                  <a:pt x="812430" y="31965"/>
                </a:lnTo>
                <a:lnTo>
                  <a:pt x="811765" y="32289"/>
                </a:lnTo>
                <a:lnTo>
                  <a:pt x="811108" y="32629"/>
                </a:lnTo>
                <a:lnTo>
                  <a:pt x="810459" y="32984"/>
                </a:lnTo>
                <a:lnTo>
                  <a:pt x="809817" y="33355"/>
                </a:lnTo>
                <a:lnTo>
                  <a:pt x="809186" y="33741"/>
                </a:lnTo>
                <a:lnTo>
                  <a:pt x="808566" y="34138"/>
                </a:lnTo>
                <a:lnTo>
                  <a:pt x="807959" y="34549"/>
                </a:lnTo>
                <a:lnTo>
                  <a:pt x="807363" y="34971"/>
                </a:lnTo>
                <a:lnTo>
                  <a:pt x="806780" y="35406"/>
                </a:lnTo>
                <a:lnTo>
                  <a:pt x="806208" y="35854"/>
                </a:lnTo>
                <a:lnTo>
                  <a:pt x="805648" y="36314"/>
                </a:lnTo>
                <a:lnTo>
                  <a:pt x="805101" y="36786"/>
                </a:lnTo>
                <a:lnTo>
                  <a:pt x="804565" y="37271"/>
                </a:lnTo>
                <a:lnTo>
                  <a:pt x="804041" y="37768"/>
                </a:lnTo>
                <a:lnTo>
                  <a:pt x="803529" y="38278"/>
                </a:lnTo>
                <a:lnTo>
                  <a:pt x="803029" y="38800"/>
                </a:lnTo>
                <a:lnTo>
                  <a:pt x="802542" y="39335"/>
                </a:lnTo>
                <a:lnTo>
                  <a:pt x="802066" y="39882"/>
                </a:lnTo>
                <a:lnTo>
                  <a:pt x="801602" y="40441"/>
                </a:lnTo>
                <a:lnTo>
                  <a:pt x="801150" y="41013"/>
                </a:lnTo>
                <a:lnTo>
                  <a:pt x="800710" y="41598"/>
                </a:lnTo>
                <a:lnTo>
                  <a:pt x="800281" y="42195"/>
                </a:lnTo>
                <a:lnTo>
                  <a:pt x="799865" y="42804"/>
                </a:lnTo>
                <a:lnTo>
                  <a:pt x="799461" y="43426"/>
                </a:lnTo>
                <a:lnTo>
                  <a:pt x="799069" y="44060"/>
                </a:lnTo>
                <a:lnTo>
                  <a:pt x="798689" y="44706"/>
                </a:lnTo>
                <a:lnTo>
                  <a:pt x="798320" y="45366"/>
                </a:lnTo>
                <a:lnTo>
                  <a:pt x="797964" y="46037"/>
                </a:lnTo>
                <a:lnTo>
                  <a:pt x="797621" y="46720"/>
                </a:lnTo>
                <a:lnTo>
                  <a:pt x="797293" y="47412"/>
                </a:lnTo>
                <a:lnTo>
                  <a:pt x="796979" y="48115"/>
                </a:lnTo>
                <a:lnTo>
                  <a:pt x="796679" y="48828"/>
                </a:lnTo>
                <a:lnTo>
                  <a:pt x="796395" y="49550"/>
                </a:lnTo>
                <a:lnTo>
                  <a:pt x="796125" y="50283"/>
                </a:lnTo>
                <a:lnTo>
                  <a:pt x="795869" y="51026"/>
                </a:lnTo>
                <a:lnTo>
                  <a:pt x="795628" y="51779"/>
                </a:lnTo>
                <a:lnTo>
                  <a:pt x="795402" y="52542"/>
                </a:lnTo>
                <a:lnTo>
                  <a:pt x="795191" y="53315"/>
                </a:lnTo>
                <a:lnTo>
                  <a:pt x="794993" y="54098"/>
                </a:lnTo>
                <a:lnTo>
                  <a:pt x="794811" y="54892"/>
                </a:lnTo>
                <a:lnTo>
                  <a:pt x="794643" y="55695"/>
                </a:lnTo>
                <a:lnTo>
                  <a:pt x="794490" y="56508"/>
                </a:lnTo>
                <a:lnTo>
                  <a:pt x="794351" y="57332"/>
                </a:lnTo>
                <a:lnTo>
                  <a:pt x="794227" y="58165"/>
                </a:lnTo>
                <a:lnTo>
                  <a:pt x="794118" y="59008"/>
                </a:lnTo>
                <a:lnTo>
                  <a:pt x="794023" y="59862"/>
                </a:lnTo>
                <a:lnTo>
                  <a:pt x="793942" y="60725"/>
                </a:lnTo>
                <a:lnTo>
                  <a:pt x="793877" y="61599"/>
                </a:lnTo>
                <a:lnTo>
                  <a:pt x="793826" y="62483"/>
                </a:lnTo>
                <a:lnTo>
                  <a:pt x="793789" y="63377"/>
                </a:lnTo>
                <a:lnTo>
                  <a:pt x="793767" y="64280"/>
                </a:lnTo>
                <a:lnTo>
                  <a:pt x="793760" y="65194"/>
                </a:lnTo>
                <a:lnTo>
                  <a:pt x="793767" y="66097"/>
                </a:lnTo>
                <a:lnTo>
                  <a:pt x="793790" y="66990"/>
                </a:lnTo>
                <a:lnTo>
                  <a:pt x="793827" y="67874"/>
                </a:lnTo>
                <a:lnTo>
                  <a:pt x="793879" y="68749"/>
                </a:lnTo>
                <a:lnTo>
                  <a:pt x="793945" y="69614"/>
                </a:lnTo>
                <a:lnTo>
                  <a:pt x="794027" y="70470"/>
                </a:lnTo>
                <a:lnTo>
                  <a:pt x="794123" y="71317"/>
                </a:lnTo>
                <a:lnTo>
                  <a:pt x="794235" y="72154"/>
                </a:lnTo>
                <a:lnTo>
                  <a:pt x="794361" y="72982"/>
                </a:lnTo>
                <a:lnTo>
                  <a:pt x="794502" y="73801"/>
                </a:lnTo>
                <a:lnTo>
                  <a:pt x="794657" y="74611"/>
                </a:lnTo>
                <a:lnTo>
                  <a:pt x="794828" y="75411"/>
                </a:lnTo>
                <a:lnTo>
                  <a:pt x="795013" y="76201"/>
                </a:lnTo>
                <a:lnTo>
                  <a:pt x="795213" y="76983"/>
                </a:lnTo>
                <a:lnTo>
                  <a:pt x="795428" y="77755"/>
                </a:lnTo>
                <a:lnTo>
                  <a:pt x="795658" y="78518"/>
                </a:lnTo>
                <a:lnTo>
                  <a:pt x="795903" y="79271"/>
                </a:lnTo>
                <a:lnTo>
                  <a:pt x="796163" y="80015"/>
                </a:lnTo>
                <a:lnTo>
                  <a:pt x="796437" y="80750"/>
                </a:lnTo>
                <a:lnTo>
                  <a:pt x="796726" y="81475"/>
                </a:lnTo>
                <a:lnTo>
                  <a:pt x="797030" y="82192"/>
                </a:lnTo>
                <a:lnTo>
                  <a:pt x="797349" y="82898"/>
                </a:lnTo>
                <a:lnTo>
                  <a:pt x="797683" y="83596"/>
                </a:lnTo>
                <a:lnTo>
                  <a:pt x="798031" y="84284"/>
                </a:lnTo>
                <a:lnTo>
                  <a:pt x="798393" y="84961"/>
                </a:lnTo>
                <a:lnTo>
                  <a:pt x="798766" y="85625"/>
                </a:lnTo>
                <a:lnTo>
                  <a:pt x="799150" y="86277"/>
                </a:lnTo>
                <a:lnTo>
                  <a:pt x="799546" y="86916"/>
                </a:lnTo>
                <a:lnTo>
                  <a:pt x="799953" y="87542"/>
                </a:lnTo>
                <a:lnTo>
                  <a:pt x="800371" y="88156"/>
                </a:lnTo>
                <a:lnTo>
                  <a:pt x="800800" y="88757"/>
                </a:lnTo>
                <a:lnTo>
                  <a:pt x="801240" y="89345"/>
                </a:lnTo>
                <a:lnTo>
                  <a:pt x="801692" y="89921"/>
                </a:lnTo>
                <a:lnTo>
                  <a:pt x="802155" y="90484"/>
                </a:lnTo>
                <a:lnTo>
                  <a:pt x="802629" y="91034"/>
                </a:lnTo>
                <a:lnTo>
                  <a:pt x="803115" y="91571"/>
                </a:lnTo>
                <a:lnTo>
                  <a:pt x="803611" y="92096"/>
                </a:lnTo>
                <a:lnTo>
                  <a:pt x="804119" y="92608"/>
                </a:lnTo>
                <a:lnTo>
                  <a:pt x="804638" y="93108"/>
                </a:lnTo>
                <a:lnTo>
                  <a:pt x="805169" y="93595"/>
                </a:lnTo>
                <a:lnTo>
                  <a:pt x="805711" y="94069"/>
                </a:lnTo>
                <a:lnTo>
                  <a:pt x="806263" y="94530"/>
                </a:lnTo>
                <a:lnTo>
                  <a:pt x="806828" y="94979"/>
                </a:lnTo>
                <a:lnTo>
                  <a:pt x="807403" y="95415"/>
                </a:lnTo>
                <a:lnTo>
                  <a:pt x="807990" y="95839"/>
                </a:lnTo>
                <a:lnTo>
                  <a:pt x="808588" y="96250"/>
                </a:lnTo>
                <a:lnTo>
                  <a:pt x="809197" y="96648"/>
                </a:lnTo>
                <a:lnTo>
                  <a:pt x="809817" y="97033"/>
                </a:lnTo>
                <a:lnTo>
                  <a:pt x="810447" y="97404"/>
                </a:lnTo>
                <a:lnTo>
                  <a:pt x="811085" y="97759"/>
                </a:lnTo>
                <a:lnTo>
                  <a:pt x="811731" y="98099"/>
                </a:lnTo>
                <a:lnTo>
                  <a:pt x="812384" y="98422"/>
                </a:lnTo>
                <a:lnTo>
                  <a:pt x="813046" y="98730"/>
                </a:lnTo>
                <a:lnTo>
                  <a:pt x="813715" y="99022"/>
                </a:lnTo>
                <a:lnTo>
                  <a:pt x="814393" y="99299"/>
                </a:lnTo>
                <a:lnTo>
                  <a:pt x="815078" y="99559"/>
                </a:lnTo>
                <a:lnTo>
                  <a:pt x="815771" y="99804"/>
                </a:lnTo>
                <a:lnTo>
                  <a:pt x="816472" y="100033"/>
                </a:lnTo>
                <a:lnTo>
                  <a:pt x="817181" y="100246"/>
                </a:lnTo>
                <a:lnTo>
                  <a:pt x="817898" y="100443"/>
                </a:lnTo>
                <a:lnTo>
                  <a:pt x="818623" y="100625"/>
                </a:lnTo>
                <a:lnTo>
                  <a:pt x="819355" y="100791"/>
                </a:lnTo>
                <a:lnTo>
                  <a:pt x="820096" y="100941"/>
                </a:lnTo>
                <a:lnTo>
                  <a:pt x="820844" y="101075"/>
                </a:lnTo>
                <a:lnTo>
                  <a:pt x="821600" y="101193"/>
                </a:lnTo>
                <a:lnTo>
                  <a:pt x="822364" y="101296"/>
                </a:lnTo>
                <a:lnTo>
                  <a:pt x="823137" y="101383"/>
                </a:lnTo>
                <a:lnTo>
                  <a:pt x="823916" y="101454"/>
                </a:lnTo>
                <a:lnTo>
                  <a:pt x="824704" y="101509"/>
                </a:lnTo>
                <a:lnTo>
                  <a:pt x="825500" y="101548"/>
                </a:lnTo>
                <a:lnTo>
                  <a:pt x="826304" y="101572"/>
                </a:lnTo>
                <a:lnTo>
                  <a:pt x="827115" y="101580"/>
                </a:lnTo>
                <a:lnTo>
                  <a:pt x="827789" y="101575"/>
                </a:lnTo>
                <a:lnTo>
                  <a:pt x="828457" y="101560"/>
                </a:lnTo>
                <a:lnTo>
                  <a:pt x="829117" y="101536"/>
                </a:lnTo>
                <a:lnTo>
                  <a:pt x="829771" y="101502"/>
                </a:lnTo>
                <a:lnTo>
                  <a:pt x="830417" y="101457"/>
                </a:lnTo>
                <a:lnTo>
                  <a:pt x="831057" y="101404"/>
                </a:lnTo>
                <a:lnTo>
                  <a:pt x="831689" y="101340"/>
                </a:lnTo>
                <a:lnTo>
                  <a:pt x="832315" y="101266"/>
                </a:lnTo>
                <a:lnTo>
                  <a:pt x="832934" y="101183"/>
                </a:lnTo>
                <a:lnTo>
                  <a:pt x="833545" y="101090"/>
                </a:lnTo>
                <a:lnTo>
                  <a:pt x="834150" y="100987"/>
                </a:lnTo>
                <a:lnTo>
                  <a:pt x="834748" y="100874"/>
                </a:lnTo>
                <a:lnTo>
                  <a:pt x="835339" y="100751"/>
                </a:lnTo>
                <a:lnTo>
                  <a:pt x="835923" y="100619"/>
                </a:lnTo>
                <a:lnTo>
                  <a:pt x="836500" y="100477"/>
                </a:lnTo>
                <a:lnTo>
                  <a:pt x="837070" y="100325"/>
                </a:lnTo>
                <a:lnTo>
                  <a:pt x="837633" y="100163"/>
                </a:lnTo>
                <a:lnTo>
                  <a:pt x="838189" y="99991"/>
                </a:lnTo>
                <a:lnTo>
                  <a:pt x="838739" y="99810"/>
                </a:lnTo>
                <a:lnTo>
                  <a:pt x="839281" y="99619"/>
                </a:lnTo>
                <a:lnTo>
                  <a:pt x="839816" y="99418"/>
                </a:lnTo>
                <a:lnTo>
                  <a:pt x="840345" y="99207"/>
                </a:lnTo>
                <a:lnTo>
                  <a:pt x="840866" y="98986"/>
                </a:lnTo>
                <a:lnTo>
                  <a:pt x="841381" y="98756"/>
                </a:lnTo>
                <a:lnTo>
                  <a:pt x="841888" y="98516"/>
                </a:lnTo>
                <a:lnTo>
                  <a:pt x="842389" y="98270"/>
                </a:lnTo>
                <a:lnTo>
                  <a:pt x="842883" y="98016"/>
                </a:lnTo>
                <a:lnTo>
                  <a:pt x="843369" y="97754"/>
                </a:lnTo>
                <a:lnTo>
                  <a:pt x="843849" y="97485"/>
                </a:lnTo>
                <a:lnTo>
                  <a:pt x="844322" y="97209"/>
                </a:lnTo>
                <a:lnTo>
                  <a:pt x="844788" y="96925"/>
                </a:lnTo>
                <a:lnTo>
                  <a:pt x="845247" y="96634"/>
                </a:lnTo>
                <a:lnTo>
                  <a:pt x="845699" y="96335"/>
                </a:lnTo>
                <a:lnTo>
                  <a:pt x="846144" y="96030"/>
                </a:lnTo>
                <a:lnTo>
                  <a:pt x="846583" y="95716"/>
                </a:lnTo>
                <a:lnTo>
                  <a:pt x="847014" y="95395"/>
                </a:lnTo>
                <a:lnTo>
                  <a:pt x="847438" y="95067"/>
                </a:lnTo>
                <a:lnTo>
                  <a:pt x="847856" y="94732"/>
                </a:lnTo>
                <a:lnTo>
                  <a:pt x="848266" y="94389"/>
                </a:lnTo>
                <a:lnTo>
                  <a:pt x="848670" y="94038"/>
                </a:lnTo>
                <a:lnTo>
                  <a:pt x="849066" y="93680"/>
                </a:lnTo>
                <a:lnTo>
                  <a:pt x="849456" y="93315"/>
                </a:lnTo>
                <a:lnTo>
                  <a:pt x="849838" y="92942"/>
                </a:lnTo>
                <a:lnTo>
                  <a:pt x="850214" y="92562"/>
                </a:lnTo>
                <a:lnTo>
                  <a:pt x="850583" y="92175"/>
                </a:lnTo>
                <a:lnTo>
                  <a:pt x="850945" y="91780"/>
                </a:lnTo>
                <a:lnTo>
                  <a:pt x="851300" y="91378"/>
                </a:lnTo>
                <a:lnTo>
                  <a:pt x="851648" y="90968"/>
                </a:lnTo>
                <a:lnTo>
                  <a:pt x="851988" y="90552"/>
                </a:lnTo>
                <a:lnTo>
                  <a:pt x="852320" y="90132"/>
                </a:lnTo>
                <a:lnTo>
                  <a:pt x="852643" y="89708"/>
                </a:lnTo>
                <a:lnTo>
                  <a:pt x="852957" y="89280"/>
                </a:lnTo>
                <a:lnTo>
                  <a:pt x="853263" y="88847"/>
                </a:lnTo>
                <a:lnTo>
                  <a:pt x="853560" y="88410"/>
                </a:lnTo>
                <a:lnTo>
                  <a:pt x="853849" y="87968"/>
                </a:lnTo>
                <a:lnTo>
                  <a:pt x="854129" y="87522"/>
                </a:lnTo>
                <a:lnTo>
                  <a:pt x="854400" y="87072"/>
                </a:lnTo>
                <a:lnTo>
                  <a:pt x="854663" y="86618"/>
                </a:lnTo>
                <a:lnTo>
                  <a:pt x="854917" y="86159"/>
                </a:lnTo>
                <a:lnTo>
                  <a:pt x="855163" y="85696"/>
                </a:lnTo>
                <a:lnTo>
                  <a:pt x="855400" y="85229"/>
                </a:lnTo>
                <a:lnTo>
                  <a:pt x="855628" y="84757"/>
                </a:lnTo>
                <a:lnTo>
                  <a:pt x="855848" y="84282"/>
                </a:lnTo>
                <a:lnTo>
                  <a:pt x="856059" y="83801"/>
                </a:lnTo>
                <a:lnTo>
                  <a:pt x="856261" y="83317"/>
                </a:lnTo>
                <a:lnTo>
                  <a:pt x="856455" y="82828"/>
                </a:lnTo>
                <a:lnTo>
                  <a:pt x="856641" y="82335"/>
                </a:lnTo>
                <a:lnTo>
                  <a:pt x="856817" y="81837"/>
                </a:lnTo>
                <a:lnTo>
                  <a:pt x="856985" y="81336"/>
                </a:lnTo>
                <a:lnTo>
                  <a:pt x="857145" y="80830"/>
                </a:lnTo>
                <a:lnTo>
                  <a:pt x="857296" y="80319"/>
                </a:lnTo>
                <a:lnTo>
                  <a:pt x="857438" y="79805"/>
                </a:lnTo>
                <a:lnTo>
                  <a:pt x="845997" y="79805"/>
                </a:lnTo>
                <a:lnTo>
                  <a:pt x="845820" y="80260"/>
                </a:lnTo>
                <a:lnTo>
                  <a:pt x="845634" y="80707"/>
                </a:lnTo>
                <a:lnTo>
                  <a:pt x="845438" y="81147"/>
                </a:lnTo>
                <a:lnTo>
                  <a:pt x="845233" y="81579"/>
                </a:lnTo>
                <a:lnTo>
                  <a:pt x="845019" y="82003"/>
                </a:lnTo>
                <a:lnTo>
                  <a:pt x="844795" y="82419"/>
                </a:lnTo>
                <a:lnTo>
                  <a:pt x="844562" y="82827"/>
                </a:lnTo>
                <a:lnTo>
                  <a:pt x="844320" y="83227"/>
                </a:lnTo>
                <a:lnTo>
                  <a:pt x="844068" y="83619"/>
                </a:lnTo>
                <a:lnTo>
                  <a:pt x="843808" y="84003"/>
                </a:lnTo>
                <a:lnTo>
                  <a:pt x="843537" y="84380"/>
                </a:lnTo>
                <a:lnTo>
                  <a:pt x="843258" y="84748"/>
                </a:lnTo>
                <a:lnTo>
                  <a:pt x="842969" y="85109"/>
                </a:lnTo>
                <a:lnTo>
                  <a:pt x="842670" y="85462"/>
                </a:lnTo>
                <a:lnTo>
                  <a:pt x="842363" y="85807"/>
                </a:lnTo>
                <a:lnTo>
                  <a:pt x="842046" y="86144"/>
                </a:lnTo>
                <a:lnTo>
                  <a:pt x="841720" y="86473"/>
                </a:lnTo>
                <a:lnTo>
                  <a:pt x="841384" y="86794"/>
                </a:lnTo>
                <a:lnTo>
                  <a:pt x="841039" y="87107"/>
                </a:lnTo>
                <a:lnTo>
                  <a:pt x="840685" y="87413"/>
                </a:lnTo>
                <a:lnTo>
                  <a:pt x="840321" y="87710"/>
                </a:lnTo>
                <a:lnTo>
                  <a:pt x="839948" y="88000"/>
                </a:lnTo>
                <a:lnTo>
                  <a:pt x="839566" y="88282"/>
                </a:lnTo>
                <a:lnTo>
                  <a:pt x="839174" y="88556"/>
                </a:lnTo>
                <a:lnTo>
                  <a:pt x="838774" y="88820"/>
                </a:lnTo>
                <a:lnTo>
                  <a:pt x="838364" y="89073"/>
                </a:lnTo>
                <a:lnTo>
                  <a:pt x="837946" y="89315"/>
                </a:lnTo>
                <a:lnTo>
                  <a:pt x="837519" y="89545"/>
                </a:lnTo>
                <a:lnTo>
                  <a:pt x="837083" y="89764"/>
                </a:lnTo>
                <a:lnTo>
                  <a:pt x="836638" y="89972"/>
                </a:lnTo>
                <a:lnTo>
                  <a:pt x="836184" y="90169"/>
                </a:lnTo>
                <a:lnTo>
                  <a:pt x="835721" y="90355"/>
                </a:lnTo>
                <a:lnTo>
                  <a:pt x="835250" y="90529"/>
                </a:lnTo>
                <a:lnTo>
                  <a:pt x="834769" y="90692"/>
                </a:lnTo>
                <a:lnTo>
                  <a:pt x="834280" y="90844"/>
                </a:lnTo>
                <a:lnTo>
                  <a:pt x="833782" y="90985"/>
                </a:lnTo>
                <a:lnTo>
                  <a:pt x="833275" y="91114"/>
                </a:lnTo>
                <a:lnTo>
                  <a:pt x="832759" y="91232"/>
                </a:lnTo>
                <a:lnTo>
                  <a:pt x="832235" y="91339"/>
                </a:lnTo>
                <a:lnTo>
                  <a:pt x="831701" y="91434"/>
                </a:lnTo>
                <a:lnTo>
                  <a:pt x="831159" y="91519"/>
                </a:lnTo>
                <a:lnTo>
                  <a:pt x="830608" y="91592"/>
                </a:lnTo>
                <a:lnTo>
                  <a:pt x="830048" y="91654"/>
                </a:lnTo>
                <a:lnTo>
                  <a:pt x="829479" y="91704"/>
                </a:lnTo>
                <a:lnTo>
                  <a:pt x="828901" y="91744"/>
                </a:lnTo>
                <a:lnTo>
                  <a:pt x="828315" y="91772"/>
                </a:lnTo>
                <a:lnTo>
                  <a:pt x="827719" y="91789"/>
                </a:lnTo>
                <a:lnTo>
                  <a:pt x="827115" y="91794"/>
                </a:lnTo>
                <a:lnTo>
                  <a:pt x="826634" y="91789"/>
                </a:lnTo>
                <a:lnTo>
                  <a:pt x="826156" y="91774"/>
                </a:lnTo>
                <a:lnTo>
                  <a:pt x="825680" y="91749"/>
                </a:lnTo>
                <a:lnTo>
                  <a:pt x="825206" y="91714"/>
                </a:lnTo>
                <a:lnTo>
                  <a:pt x="824736" y="91669"/>
                </a:lnTo>
                <a:lnTo>
                  <a:pt x="824268" y="91613"/>
                </a:lnTo>
                <a:lnTo>
                  <a:pt x="823802" y="91548"/>
                </a:lnTo>
                <a:lnTo>
                  <a:pt x="823340" y="91473"/>
                </a:lnTo>
                <a:lnTo>
                  <a:pt x="822880" y="91387"/>
                </a:lnTo>
                <a:lnTo>
                  <a:pt x="822422" y="91292"/>
                </a:lnTo>
                <a:lnTo>
                  <a:pt x="821967" y="91186"/>
                </a:lnTo>
                <a:lnTo>
                  <a:pt x="821515" y="91071"/>
                </a:lnTo>
                <a:lnTo>
                  <a:pt x="821066" y="90945"/>
                </a:lnTo>
                <a:lnTo>
                  <a:pt x="820619" y="90810"/>
                </a:lnTo>
                <a:lnTo>
                  <a:pt x="820174" y="90664"/>
                </a:lnTo>
                <a:lnTo>
                  <a:pt x="819733" y="90508"/>
                </a:lnTo>
                <a:lnTo>
                  <a:pt x="819294" y="90342"/>
                </a:lnTo>
                <a:lnTo>
                  <a:pt x="818858" y="90167"/>
                </a:lnTo>
                <a:lnTo>
                  <a:pt x="818424" y="89981"/>
                </a:lnTo>
                <a:lnTo>
                  <a:pt x="817993" y="89785"/>
                </a:lnTo>
                <a:lnTo>
                  <a:pt x="817564" y="89579"/>
                </a:lnTo>
                <a:lnTo>
                  <a:pt x="817138" y="89363"/>
                </a:lnTo>
                <a:lnTo>
                  <a:pt x="816715" y="89137"/>
                </a:lnTo>
                <a:lnTo>
                  <a:pt x="816295" y="88900"/>
                </a:lnTo>
                <a:lnTo>
                  <a:pt x="815879" y="88654"/>
                </a:lnTo>
                <a:lnTo>
                  <a:pt x="815470" y="88398"/>
                </a:lnTo>
                <a:lnTo>
                  <a:pt x="815067" y="88132"/>
                </a:lnTo>
                <a:lnTo>
                  <a:pt x="814671" y="87855"/>
                </a:lnTo>
                <a:lnTo>
                  <a:pt x="814282" y="87569"/>
                </a:lnTo>
                <a:lnTo>
                  <a:pt x="813900" y="87273"/>
                </a:lnTo>
                <a:lnTo>
                  <a:pt x="813524" y="86966"/>
                </a:lnTo>
                <a:lnTo>
                  <a:pt x="813155" y="86650"/>
                </a:lnTo>
                <a:lnTo>
                  <a:pt x="812793" y="86323"/>
                </a:lnTo>
                <a:lnTo>
                  <a:pt x="812437" y="85986"/>
                </a:lnTo>
                <a:lnTo>
                  <a:pt x="812088" y="85640"/>
                </a:lnTo>
                <a:lnTo>
                  <a:pt x="811746" y="85283"/>
                </a:lnTo>
                <a:lnTo>
                  <a:pt x="811411" y="84916"/>
                </a:lnTo>
                <a:lnTo>
                  <a:pt x="811082" y="84540"/>
                </a:lnTo>
                <a:lnTo>
                  <a:pt x="810760" y="84153"/>
                </a:lnTo>
                <a:lnTo>
                  <a:pt x="810444" y="83756"/>
                </a:lnTo>
                <a:lnTo>
                  <a:pt x="810136" y="83349"/>
                </a:lnTo>
                <a:lnTo>
                  <a:pt x="809834" y="82932"/>
                </a:lnTo>
                <a:lnTo>
                  <a:pt x="809538" y="82505"/>
                </a:lnTo>
                <a:lnTo>
                  <a:pt x="809250" y="82068"/>
                </a:lnTo>
                <a:lnTo>
                  <a:pt x="808968" y="81621"/>
                </a:lnTo>
                <a:lnTo>
                  <a:pt x="808692" y="81163"/>
                </a:lnTo>
                <a:lnTo>
                  <a:pt x="808424" y="80696"/>
                </a:lnTo>
                <a:lnTo>
                  <a:pt x="808162" y="80219"/>
                </a:lnTo>
                <a:lnTo>
                  <a:pt x="807909" y="79732"/>
                </a:lnTo>
                <a:lnTo>
                  <a:pt x="807667" y="79235"/>
                </a:lnTo>
                <a:lnTo>
                  <a:pt x="807435" y="78728"/>
                </a:lnTo>
                <a:lnTo>
                  <a:pt x="807215" y="78212"/>
                </a:lnTo>
                <a:lnTo>
                  <a:pt x="807005" y="77687"/>
                </a:lnTo>
                <a:lnTo>
                  <a:pt x="806806" y="77152"/>
                </a:lnTo>
                <a:lnTo>
                  <a:pt x="806617" y="76607"/>
                </a:lnTo>
                <a:lnTo>
                  <a:pt x="806440" y="76053"/>
                </a:lnTo>
                <a:lnTo>
                  <a:pt x="806273" y="75489"/>
                </a:lnTo>
                <a:lnTo>
                  <a:pt x="806117" y="74916"/>
                </a:lnTo>
                <a:lnTo>
                  <a:pt x="805972" y="74333"/>
                </a:lnTo>
                <a:lnTo>
                  <a:pt x="805837" y="73740"/>
                </a:lnTo>
                <a:lnTo>
                  <a:pt x="805713" y="73138"/>
                </a:lnTo>
                <a:lnTo>
                  <a:pt x="805600" y="72526"/>
                </a:lnTo>
                <a:lnTo>
                  <a:pt x="805498" y="71905"/>
                </a:lnTo>
                <a:lnTo>
                  <a:pt x="805406" y="71275"/>
                </a:lnTo>
                <a:lnTo>
                  <a:pt x="805326" y="70634"/>
                </a:lnTo>
                <a:lnTo>
                  <a:pt x="805256" y="69984"/>
                </a:lnTo>
                <a:lnTo>
                  <a:pt x="805197" y="69325"/>
                </a:lnTo>
                <a:lnTo>
                  <a:pt x="805148" y="68656"/>
                </a:lnTo>
                <a:lnTo>
                  <a:pt x="805110" y="67977"/>
                </a:lnTo>
                <a:lnTo>
                  <a:pt x="805104" y="67813"/>
                </a:lnTo>
                <a:lnTo>
                  <a:pt x="859230" y="67813"/>
                </a:lnTo>
                <a:lnTo>
                  <a:pt x="859241" y="67653"/>
                </a:lnTo>
                <a:lnTo>
                  <a:pt x="859252" y="67494"/>
                </a:lnTo>
                <a:lnTo>
                  <a:pt x="859262" y="67337"/>
                </a:lnTo>
                <a:lnTo>
                  <a:pt x="859271" y="67181"/>
                </a:lnTo>
                <a:lnTo>
                  <a:pt x="859281" y="67027"/>
                </a:lnTo>
                <a:close/>
                <a:moveTo>
                  <a:pt x="805489" y="56594"/>
                </a:moveTo>
                <a:lnTo>
                  <a:pt x="805589" y="56035"/>
                </a:lnTo>
                <a:lnTo>
                  <a:pt x="805699" y="55485"/>
                </a:lnTo>
                <a:lnTo>
                  <a:pt x="805820" y="54944"/>
                </a:lnTo>
                <a:lnTo>
                  <a:pt x="805952" y="54411"/>
                </a:lnTo>
                <a:lnTo>
                  <a:pt x="806094" y="53887"/>
                </a:lnTo>
                <a:lnTo>
                  <a:pt x="806247" y="53373"/>
                </a:lnTo>
                <a:lnTo>
                  <a:pt x="806410" y="52867"/>
                </a:lnTo>
                <a:lnTo>
                  <a:pt x="806584" y="52369"/>
                </a:lnTo>
                <a:lnTo>
                  <a:pt x="806768" y="51881"/>
                </a:lnTo>
                <a:lnTo>
                  <a:pt x="806963" y="51402"/>
                </a:lnTo>
                <a:lnTo>
                  <a:pt x="807168" y="50931"/>
                </a:lnTo>
                <a:lnTo>
                  <a:pt x="807384" y="50469"/>
                </a:lnTo>
                <a:lnTo>
                  <a:pt x="807610" y="50016"/>
                </a:lnTo>
                <a:lnTo>
                  <a:pt x="807847" y="49572"/>
                </a:lnTo>
                <a:lnTo>
                  <a:pt x="808095" y="49137"/>
                </a:lnTo>
                <a:lnTo>
                  <a:pt x="808351" y="48711"/>
                </a:lnTo>
                <a:lnTo>
                  <a:pt x="808614" y="48293"/>
                </a:lnTo>
                <a:lnTo>
                  <a:pt x="808884" y="47883"/>
                </a:lnTo>
                <a:lnTo>
                  <a:pt x="809161" y="47483"/>
                </a:lnTo>
                <a:lnTo>
                  <a:pt x="809445" y="47091"/>
                </a:lnTo>
                <a:lnTo>
                  <a:pt x="809736" y="46707"/>
                </a:lnTo>
                <a:lnTo>
                  <a:pt x="810034" y="46333"/>
                </a:lnTo>
                <a:lnTo>
                  <a:pt x="810339" y="45966"/>
                </a:lnTo>
                <a:lnTo>
                  <a:pt x="810650" y="45609"/>
                </a:lnTo>
                <a:lnTo>
                  <a:pt x="810969" y="45260"/>
                </a:lnTo>
                <a:lnTo>
                  <a:pt x="811294" y="44920"/>
                </a:lnTo>
                <a:lnTo>
                  <a:pt x="811627" y="44588"/>
                </a:lnTo>
                <a:lnTo>
                  <a:pt x="811966" y="44265"/>
                </a:lnTo>
                <a:lnTo>
                  <a:pt x="812313" y="43950"/>
                </a:lnTo>
                <a:lnTo>
                  <a:pt x="812666" y="43645"/>
                </a:lnTo>
                <a:lnTo>
                  <a:pt x="813026" y="43347"/>
                </a:lnTo>
                <a:lnTo>
                  <a:pt x="813393" y="43059"/>
                </a:lnTo>
                <a:lnTo>
                  <a:pt x="813768" y="42779"/>
                </a:lnTo>
                <a:lnTo>
                  <a:pt x="814149" y="42507"/>
                </a:lnTo>
                <a:lnTo>
                  <a:pt x="814537" y="42245"/>
                </a:lnTo>
                <a:lnTo>
                  <a:pt x="814932" y="41991"/>
                </a:lnTo>
                <a:lnTo>
                  <a:pt x="815333" y="41745"/>
                </a:lnTo>
                <a:lnTo>
                  <a:pt x="815742" y="41508"/>
                </a:lnTo>
                <a:lnTo>
                  <a:pt x="816158" y="41280"/>
                </a:lnTo>
                <a:lnTo>
                  <a:pt x="816579" y="41060"/>
                </a:lnTo>
                <a:lnTo>
                  <a:pt x="817003" y="40850"/>
                </a:lnTo>
                <a:lnTo>
                  <a:pt x="817430" y="40650"/>
                </a:lnTo>
                <a:lnTo>
                  <a:pt x="817860" y="40459"/>
                </a:lnTo>
                <a:lnTo>
                  <a:pt x="818293" y="40277"/>
                </a:lnTo>
                <a:lnTo>
                  <a:pt x="818729" y="40104"/>
                </a:lnTo>
                <a:lnTo>
                  <a:pt x="819169" y="39941"/>
                </a:lnTo>
                <a:lnTo>
                  <a:pt x="819611" y="39787"/>
                </a:lnTo>
                <a:lnTo>
                  <a:pt x="820057" y="39642"/>
                </a:lnTo>
                <a:lnTo>
                  <a:pt x="820506" y="39507"/>
                </a:lnTo>
                <a:lnTo>
                  <a:pt x="820958" y="39381"/>
                </a:lnTo>
                <a:lnTo>
                  <a:pt x="821413" y="39264"/>
                </a:lnTo>
                <a:lnTo>
                  <a:pt x="821871" y="39157"/>
                </a:lnTo>
                <a:lnTo>
                  <a:pt x="822332" y="39059"/>
                </a:lnTo>
                <a:lnTo>
                  <a:pt x="822796" y="38970"/>
                </a:lnTo>
                <a:lnTo>
                  <a:pt x="823264" y="38891"/>
                </a:lnTo>
                <a:lnTo>
                  <a:pt x="823734" y="38821"/>
                </a:lnTo>
                <a:lnTo>
                  <a:pt x="824208" y="38760"/>
                </a:lnTo>
                <a:lnTo>
                  <a:pt x="824685" y="38709"/>
                </a:lnTo>
                <a:lnTo>
                  <a:pt x="825165" y="38667"/>
                </a:lnTo>
                <a:lnTo>
                  <a:pt x="825648" y="38634"/>
                </a:lnTo>
                <a:lnTo>
                  <a:pt x="826134" y="38611"/>
                </a:lnTo>
                <a:lnTo>
                  <a:pt x="826623" y="38597"/>
                </a:lnTo>
                <a:lnTo>
                  <a:pt x="827115" y="38592"/>
                </a:lnTo>
                <a:lnTo>
                  <a:pt x="827845" y="38601"/>
                </a:lnTo>
                <a:lnTo>
                  <a:pt x="828565" y="38629"/>
                </a:lnTo>
                <a:lnTo>
                  <a:pt x="829274" y="38676"/>
                </a:lnTo>
                <a:lnTo>
                  <a:pt x="829973" y="38741"/>
                </a:lnTo>
                <a:lnTo>
                  <a:pt x="830662" y="38825"/>
                </a:lnTo>
                <a:lnTo>
                  <a:pt x="831340" y="38928"/>
                </a:lnTo>
                <a:lnTo>
                  <a:pt x="832008" y="39049"/>
                </a:lnTo>
                <a:lnTo>
                  <a:pt x="832666" y="39189"/>
                </a:lnTo>
                <a:lnTo>
                  <a:pt x="833314" y="39348"/>
                </a:lnTo>
                <a:lnTo>
                  <a:pt x="833951" y="39525"/>
                </a:lnTo>
                <a:lnTo>
                  <a:pt x="834578" y="39721"/>
                </a:lnTo>
                <a:lnTo>
                  <a:pt x="835195" y="39936"/>
                </a:lnTo>
                <a:lnTo>
                  <a:pt x="835801" y="40169"/>
                </a:lnTo>
                <a:lnTo>
                  <a:pt x="836397" y="40421"/>
                </a:lnTo>
                <a:lnTo>
                  <a:pt x="836983" y="40692"/>
                </a:lnTo>
                <a:lnTo>
                  <a:pt x="837559" y="40981"/>
                </a:lnTo>
                <a:lnTo>
                  <a:pt x="838124" y="41289"/>
                </a:lnTo>
                <a:lnTo>
                  <a:pt x="838679" y="41616"/>
                </a:lnTo>
                <a:lnTo>
                  <a:pt x="839224" y="41961"/>
                </a:lnTo>
                <a:lnTo>
                  <a:pt x="839758" y="42325"/>
                </a:lnTo>
                <a:lnTo>
                  <a:pt x="840282" y="42708"/>
                </a:lnTo>
                <a:lnTo>
                  <a:pt x="840796" y="43109"/>
                </a:lnTo>
                <a:lnTo>
                  <a:pt x="841300" y="43529"/>
                </a:lnTo>
                <a:lnTo>
                  <a:pt x="841793" y="43968"/>
                </a:lnTo>
                <a:lnTo>
                  <a:pt x="842272" y="44423"/>
                </a:lnTo>
                <a:lnTo>
                  <a:pt x="842732" y="44892"/>
                </a:lnTo>
                <a:lnTo>
                  <a:pt x="843173" y="45376"/>
                </a:lnTo>
                <a:lnTo>
                  <a:pt x="843595" y="45874"/>
                </a:lnTo>
                <a:lnTo>
                  <a:pt x="843998" y="46387"/>
                </a:lnTo>
                <a:lnTo>
                  <a:pt x="844382" y="46914"/>
                </a:lnTo>
                <a:lnTo>
                  <a:pt x="844747" y="47455"/>
                </a:lnTo>
                <a:lnTo>
                  <a:pt x="845094" y="48011"/>
                </a:lnTo>
                <a:lnTo>
                  <a:pt x="845421" y="48581"/>
                </a:lnTo>
                <a:lnTo>
                  <a:pt x="845730" y="49165"/>
                </a:lnTo>
                <a:lnTo>
                  <a:pt x="846020" y="49764"/>
                </a:lnTo>
                <a:lnTo>
                  <a:pt x="846290" y="50377"/>
                </a:lnTo>
                <a:lnTo>
                  <a:pt x="846542" y="51004"/>
                </a:lnTo>
                <a:lnTo>
                  <a:pt x="846775" y="51646"/>
                </a:lnTo>
                <a:lnTo>
                  <a:pt x="846989" y="52302"/>
                </a:lnTo>
                <a:lnTo>
                  <a:pt x="847184" y="52973"/>
                </a:lnTo>
                <a:lnTo>
                  <a:pt x="847360" y="53657"/>
                </a:lnTo>
                <a:lnTo>
                  <a:pt x="847518" y="54357"/>
                </a:lnTo>
                <a:lnTo>
                  <a:pt x="847656" y="55070"/>
                </a:lnTo>
                <a:lnTo>
                  <a:pt x="847776" y="55798"/>
                </a:lnTo>
                <a:lnTo>
                  <a:pt x="847876" y="56540"/>
                </a:lnTo>
                <a:lnTo>
                  <a:pt x="847958" y="57297"/>
                </a:lnTo>
                <a:lnTo>
                  <a:pt x="848020" y="58068"/>
                </a:lnTo>
                <a:lnTo>
                  <a:pt x="848064" y="58853"/>
                </a:lnTo>
                <a:lnTo>
                  <a:pt x="805200" y="58853"/>
                </a:lnTo>
                <a:lnTo>
                  <a:pt x="805252" y="58325"/>
                </a:lnTo>
                <a:lnTo>
                  <a:pt x="805320" y="57739"/>
                </a:lnTo>
                <a:lnTo>
                  <a:pt x="805399" y="57162"/>
                </a:lnTo>
                <a:lnTo>
                  <a:pt x="805489" y="56594"/>
                </a:lnTo>
                <a:close/>
                <a:moveTo>
                  <a:pt x="1434900" y="15616"/>
                </a:moveTo>
                <a:lnTo>
                  <a:pt x="1435157" y="15572"/>
                </a:lnTo>
                <a:lnTo>
                  <a:pt x="1435411" y="15521"/>
                </a:lnTo>
                <a:lnTo>
                  <a:pt x="1435662" y="15462"/>
                </a:lnTo>
                <a:lnTo>
                  <a:pt x="1435909" y="15395"/>
                </a:lnTo>
                <a:lnTo>
                  <a:pt x="1436153" y="15320"/>
                </a:lnTo>
                <a:lnTo>
                  <a:pt x="1436393" y="15237"/>
                </a:lnTo>
                <a:lnTo>
                  <a:pt x="1436630" y="15146"/>
                </a:lnTo>
                <a:lnTo>
                  <a:pt x="1436864" y="15047"/>
                </a:lnTo>
                <a:lnTo>
                  <a:pt x="1437095" y="14941"/>
                </a:lnTo>
                <a:lnTo>
                  <a:pt x="1437322" y="14826"/>
                </a:lnTo>
                <a:lnTo>
                  <a:pt x="1437545" y="14704"/>
                </a:lnTo>
                <a:lnTo>
                  <a:pt x="1437766" y="14574"/>
                </a:lnTo>
                <a:lnTo>
                  <a:pt x="1437983" y="14436"/>
                </a:lnTo>
                <a:lnTo>
                  <a:pt x="1438197" y="14290"/>
                </a:lnTo>
                <a:lnTo>
                  <a:pt x="1438407" y="14136"/>
                </a:lnTo>
                <a:lnTo>
                  <a:pt x="1438614" y="13974"/>
                </a:lnTo>
                <a:lnTo>
                  <a:pt x="1438817" y="13804"/>
                </a:lnTo>
                <a:lnTo>
                  <a:pt x="1439018" y="13626"/>
                </a:lnTo>
                <a:lnTo>
                  <a:pt x="1439215" y="13441"/>
                </a:lnTo>
                <a:lnTo>
                  <a:pt x="1439406" y="13249"/>
                </a:lnTo>
                <a:lnTo>
                  <a:pt x="1439589" y="13054"/>
                </a:lnTo>
                <a:lnTo>
                  <a:pt x="1439764" y="12854"/>
                </a:lnTo>
                <a:lnTo>
                  <a:pt x="1439931" y="12650"/>
                </a:lnTo>
                <a:lnTo>
                  <a:pt x="1440089" y="12442"/>
                </a:lnTo>
                <a:lnTo>
                  <a:pt x="1440240" y="12230"/>
                </a:lnTo>
                <a:lnTo>
                  <a:pt x="1440382" y="12014"/>
                </a:lnTo>
                <a:lnTo>
                  <a:pt x="1440516" y="11794"/>
                </a:lnTo>
                <a:lnTo>
                  <a:pt x="1440642" y="11570"/>
                </a:lnTo>
                <a:lnTo>
                  <a:pt x="1440760" y="11341"/>
                </a:lnTo>
                <a:lnTo>
                  <a:pt x="1440870" y="11109"/>
                </a:lnTo>
                <a:lnTo>
                  <a:pt x="1440972" y="10873"/>
                </a:lnTo>
                <a:lnTo>
                  <a:pt x="1441065" y="10632"/>
                </a:lnTo>
                <a:lnTo>
                  <a:pt x="1441151" y="10388"/>
                </a:lnTo>
                <a:lnTo>
                  <a:pt x="1441228" y="10139"/>
                </a:lnTo>
                <a:lnTo>
                  <a:pt x="1441297" y="9886"/>
                </a:lnTo>
                <a:lnTo>
                  <a:pt x="1441358" y="9629"/>
                </a:lnTo>
                <a:lnTo>
                  <a:pt x="1441411" y="9369"/>
                </a:lnTo>
                <a:lnTo>
                  <a:pt x="1441456" y="9104"/>
                </a:lnTo>
                <a:lnTo>
                  <a:pt x="1441492" y="8835"/>
                </a:lnTo>
                <a:lnTo>
                  <a:pt x="1441521" y="8562"/>
                </a:lnTo>
                <a:lnTo>
                  <a:pt x="1441541" y="8285"/>
                </a:lnTo>
                <a:lnTo>
                  <a:pt x="1441553" y="8004"/>
                </a:lnTo>
                <a:lnTo>
                  <a:pt x="1441558" y="7718"/>
                </a:lnTo>
                <a:lnTo>
                  <a:pt x="1441553" y="7434"/>
                </a:lnTo>
                <a:lnTo>
                  <a:pt x="1441541" y="7153"/>
                </a:lnTo>
                <a:lnTo>
                  <a:pt x="1441521" y="6878"/>
                </a:lnTo>
                <a:lnTo>
                  <a:pt x="1441492" y="6606"/>
                </a:lnTo>
                <a:lnTo>
                  <a:pt x="1441456" y="6340"/>
                </a:lnTo>
                <a:lnTo>
                  <a:pt x="1441411" y="6078"/>
                </a:lnTo>
                <a:lnTo>
                  <a:pt x="1441358" y="5820"/>
                </a:lnTo>
                <a:lnTo>
                  <a:pt x="1441297" y="5567"/>
                </a:lnTo>
                <a:lnTo>
                  <a:pt x="1441228" y="5319"/>
                </a:lnTo>
                <a:lnTo>
                  <a:pt x="1441151" y="5075"/>
                </a:lnTo>
                <a:lnTo>
                  <a:pt x="1441065" y="4835"/>
                </a:lnTo>
                <a:lnTo>
                  <a:pt x="1440972" y="4601"/>
                </a:lnTo>
                <a:lnTo>
                  <a:pt x="1440870" y="4370"/>
                </a:lnTo>
                <a:lnTo>
                  <a:pt x="1440760" y="4144"/>
                </a:lnTo>
                <a:lnTo>
                  <a:pt x="1440642" y="3923"/>
                </a:lnTo>
                <a:lnTo>
                  <a:pt x="1440516" y="3707"/>
                </a:lnTo>
                <a:lnTo>
                  <a:pt x="1440382" y="3494"/>
                </a:lnTo>
                <a:lnTo>
                  <a:pt x="1440240" y="3287"/>
                </a:lnTo>
                <a:lnTo>
                  <a:pt x="1440089" y="3084"/>
                </a:lnTo>
                <a:lnTo>
                  <a:pt x="1439931" y="2885"/>
                </a:lnTo>
                <a:lnTo>
                  <a:pt x="1439764" y="2691"/>
                </a:lnTo>
                <a:lnTo>
                  <a:pt x="1439589" y="2502"/>
                </a:lnTo>
                <a:lnTo>
                  <a:pt x="1439406" y="2317"/>
                </a:lnTo>
                <a:lnTo>
                  <a:pt x="1439215" y="2137"/>
                </a:lnTo>
                <a:lnTo>
                  <a:pt x="1439018" y="1962"/>
                </a:lnTo>
                <a:lnTo>
                  <a:pt x="1438817" y="1795"/>
                </a:lnTo>
                <a:lnTo>
                  <a:pt x="1438614" y="1636"/>
                </a:lnTo>
                <a:lnTo>
                  <a:pt x="1438407" y="1484"/>
                </a:lnTo>
                <a:lnTo>
                  <a:pt x="1438197" y="1339"/>
                </a:lnTo>
                <a:lnTo>
                  <a:pt x="1437983" y="1202"/>
                </a:lnTo>
                <a:lnTo>
                  <a:pt x="1437766" y="1072"/>
                </a:lnTo>
                <a:lnTo>
                  <a:pt x="1437545" y="950"/>
                </a:lnTo>
                <a:lnTo>
                  <a:pt x="1437322" y="835"/>
                </a:lnTo>
                <a:lnTo>
                  <a:pt x="1437095" y="727"/>
                </a:lnTo>
                <a:lnTo>
                  <a:pt x="1436864" y="627"/>
                </a:lnTo>
                <a:lnTo>
                  <a:pt x="1436630" y="534"/>
                </a:lnTo>
                <a:lnTo>
                  <a:pt x="1436393" y="449"/>
                </a:lnTo>
                <a:lnTo>
                  <a:pt x="1436153" y="371"/>
                </a:lnTo>
                <a:lnTo>
                  <a:pt x="1435909" y="300"/>
                </a:lnTo>
                <a:lnTo>
                  <a:pt x="1435662" y="237"/>
                </a:lnTo>
                <a:lnTo>
                  <a:pt x="1435411" y="182"/>
                </a:lnTo>
                <a:lnTo>
                  <a:pt x="1435157" y="134"/>
                </a:lnTo>
                <a:lnTo>
                  <a:pt x="1434900" y="93"/>
                </a:lnTo>
                <a:lnTo>
                  <a:pt x="1434640" y="59"/>
                </a:lnTo>
                <a:lnTo>
                  <a:pt x="1434376" y="33"/>
                </a:lnTo>
                <a:lnTo>
                  <a:pt x="1434108" y="15"/>
                </a:lnTo>
                <a:lnTo>
                  <a:pt x="1433838" y="4"/>
                </a:lnTo>
                <a:lnTo>
                  <a:pt x="1433564" y="0"/>
                </a:lnTo>
                <a:lnTo>
                  <a:pt x="1433279" y="4"/>
                </a:lnTo>
                <a:lnTo>
                  <a:pt x="1432998" y="15"/>
                </a:lnTo>
                <a:lnTo>
                  <a:pt x="1432721" y="33"/>
                </a:lnTo>
                <a:lnTo>
                  <a:pt x="1432448" y="59"/>
                </a:lnTo>
                <a:lnTo>
                  <a:pt x="1432179" y="93"/>
                </a:lnTo>
                <a:lnTo>
                  <a:pt x="1431914" y="134"/>
                </a:lnTo>
                <a:lnTo>
                  <a:pt x="1431654" y="182"/>
                </a:lnTo>
                <a:lnTo>
                  <a:pt x="1431397" y="237"/>
                </a:lnTo>
                <a:lnTo>
                  <a:pt x="1431144" y="300"/>
                </a:lnTo>
                <a:lnTo>
                  <a:pt x="1430896" y="371"/>
                </a:lnTo>
                <a:lnTo>
                  <a:pt x="1430651" y="449"/>
                </a:lnTo>
                <a:lnTo>
                  <a:pt x="1430411" y="534"/>
                </a:lnTo>
                <a:lnTo>
                  <a:pt x="1430175" y="627"/>
                </a:lnTo>
                <a:lnTo>
                  <a:pt x="1429942" y="727"/>
                </a:lnTo>
                <a:lnTo>
                  <a:pt x="1429714" y="835"/>
                </a:lnTo>
                <a:lnTo>
                  <a:pt x="1429490" y="950"/>
                </a:lnTo>
                <a:lnTo>
                  <a:pt x="1429270" y="1072"/>
                </a:lnTo>
                <a:lnTo>
                  <a:pt x="1429054" y="1202"/>
                </a:lnTo>
                <a:lnTo>
                  <a:pt x="1428842" y="1339"/>
                </a:lnTo>
                <a:lnTo>
                  <a:pt x="1428634" y="1484"/>
                </a:lnTo>
                <a:lnTo>
                  <a:pt x="1428430" y="1636"/>
                </a:lnTo>
                <a:lnTo>
                  <a:pt x="1428231" y="1795"/>
                </a:lnTo>
                <a:lnTo>
                  <a:pt x="1428035" y="1962"/>
                </a:lnTo>
                <a:lnTo>
                  <a:pt x="1427843" y="2137"/>
                </a:lnTo>
                <a:lnTo>
                  <a:pt x="1427658" y="2317"/>
                </a:lnTo>
                <a:lnTo>
                  <a:pt x="1427480" y="2502"/>
                </a:lnTo>
                <a:lnTo>
                  <a:pt x="1427310" y="2691"/>
                </a:lnTo>
                <a:lnTo>
                  <a:pt x="1427148" y="2885"/>
                </a:lnTo>
                <a:lnTo>
                  <a:pt x="1426995" y="3084"/>
                </a:lnTo>
                <a:lnTo>
                  <a:pt x="1426849" y="3287"/>
                </a:lnTo>
                <a:lnTo>
                  <a:pt x="1426710" y="3494"/>
                </a:lnTo>
                <a:lnTo>
                  <a:pt x="1426580" y="3707"/>
                </a:lnTo>
                <a:lnTo>
                  <a:pt x="1426458" y="3923"/>
                </a:lnTo>
                <a:lnTo>
                  <a:pt x="1426343" y="4144"/>
                </a:lnTo>
                <a:lnTo>
                  <a:pt x="1426237" y="4370"/>
                </a:lnTo>
                <a:lnTo>
                  <a:pt x="1426138" y="4601"/>
                </a:lnTo>
                <a:lnTo>
                  <a:pt x="1426047" y="4835"/>
                </a:lnTo>
                <a:lnTo>
                  <a:pt x="1425964" y="5075"/>
                </a:lnTo>
                <a:lnTo>
                  <a:pt x="1425889" y="5319"/>
                </a:lnTo>
                <a:lnTo>
                  <a:pt x="1425822" y="5567"/>
                </a:lnTo>
                <a:lnTo>
                  <a:pt x="1425763" y="5820"/>
                </a:lnTo>
                <a:lnTo>
                  <a:pt x="1425712" y="6078"/>
                </a:lnTo>
                <a:lnTo>
                  <a:pt x="1425668" y="6340"/>
                </a:lnTo>
                <a:lnTo>
                  <a:pt x="1425633" y="6606"/>
                </a:lnTo>
                <a:lnTo>
                  <a:pt x="1425605" y="6878"/>
                </a:lnTo>
                <a:lnTo>
                  <a:pt x="1425585" y="7153"/>
                </a:lnTo>
                <a:lnTo>
                  <a:pt x="1425574" y="7434"/>
                </a:lnTo>
                <a:lnTo>
                  <a:pt x="1425570" y="7718"/>
                </a:lnTo>
                <a:lnTo>
                  <a:pt x="1425574" y="8004"/>
                </a:lnTo>
                <a:lnTo>
                  <a:pt x="1425585" y="8285"/>
                </a:lnTo>
                <a:lnTo>
                  <a:pt x="1425605" y="8562"/>
                </a:lnTo>
                <a:lnTo>
                  <a:pt x="1425633" y="8835"/>
                </a:lnTo>
                <a:lnTo>
                  <a:pt x="1425668" y="9104"/>
                </a:lnTo>
                <a:lnTo>
                  <a:pt x="1425712" y="9369"/>
                </a:lnTo>
                <a:lnTo>
                  <a:pt x="1425763" y="9629"/>
                </a:lnTo>
                <a:lnTo>
                  <a:pt x="1425822" y="9886"/>
                </a:lnTo>
                <a:lnTo>
                  <a:pt x="1425889" y="10139"/>
                </a:lnTo>
                <a:lnTo>
                  <a:pt x="1425964" y="10388"/>
                </a:lnTo>
                <a:lnTo>
                  <a:pt x="1426047" y="10632"/>
                </a:lnTo>
                <a:lnTo>
                  <a:pt x="1426138" y="10873"/>
                </a:lnTo>
                <a:lnTo>
                  <a:pt x="1426237" y="11109"/>
                </a:lnTo>
                <a:lnTo>
                  <a:pt x="1426343" y="11341"/>
                </a:lnTo>
                <a:lnTo>
                  <a:pt x="1426458" y="11570"/>
                </a:lnTo>
                <a:lnTo>
                  <a:pt x="1426580" y="11794"/>
                </a:lnTo>
                <a:lnTo>
                  <a:pt x="1426710" y="12014"/>
                </a:lnTo>
                <a:lnTo>
                  <a:pt x="1426849" y="12230"/>
                </a:lnTo>
                <a:lnTo>
                  <a:pt x="1426995" y="12442"/>
                </a:lnTo>
                <a:lnTo>
                  <a:pt x="1427148" y="12650"/>
                </a:lnTo>
                <a:lnTo>
                  <a:pt x="1427310" y="12854"/>
                </a:lnTo>
                <a:lnTo>
                  <a:pt x="1427480" y="13054"/>
                </a:lnTo>
                <a:lnTo>
                  <a:pt x="1427658" y="13249"/>
                </a:lnTo>
                <a:lnTo>
                  <a:pt x="1427843" y="13441"/>
                </a:lnTo>
                <a:lnTo>
                  <a:pt x="1428035" y="13626"/>
                </a:lnTo>
                <a:lnTo>
                  <a:pt x="1428231" y="13804"/>
                </a:lnTo>
                <a:lnTo>
                  <a:pt x="1428430" y="13974"/>
                </a:lnTo>
                <a:lnTo>
                  <a:pt x="1428634" y="14136"/>
                </a:lnTo>
                <a:lnTo>
                  <a:pt x="1428842" y="14290"/>
                </a:lnTo>
                <a:lnTo>
                  <a:pt x="1429054" y="14436"/>
                </a:lnTo>
                <a:lnTo>
                  <a:pt x="1429270" y="14574"/>
                </a:lnTo>
                <a:lnTo>
                  <a:pt x="1429490" y="14704"/>
                </a:lnTo>
                <a:lnTo>
                  <a:pt x="1429714" y="14826"/>
                </a:lnTo>
                <a:lnTo>
                  <a:pt x="1429942" y="14941"/>
                </a:lnTo>
                <a:lnTo>
                  <a:pt x="1430175" y="15047"/>
                </a:lnTo>
                <a:lnTo>
                  <a:pt x="1430411" y="15146"/>
                </a:lnTo>
                <a:lnTo>
                  <a:pt x="1430651" y="15237"/>
                </a:lnTo>
                <a:lnTo>
                  <a:pt x="1430896" y="15320"/>
                </a:lnTo>
                <a:lnTo>
                  <a:pt x="1431144" y="15395"/>
                </a:lnTo>
                <a:lnTo>
                  <a:pt x="1431397" y="15462"/>
                </a:lnTo>
                <a:lnTo>
                  <a:pt x="1431654" y="15521"/>
                </a:lnTo>
                <a:lnTo>
                  <a:pt x="1431914" y="15572"/>
                </a:lnTo>
                <a:lnTo>
                  <a:pt x="1432179" y="15616"/>
                </a:lnTo>
                <a:lnTo>
                  <a:pt x="1432448" y="15651"/>
                </a:lnTo>
                <a:lnTo>
                  <a:pt x="1432721" y="15679"/>
                </a:lnTo>
                <a:lnTo>
                  <a:pt x="1432998" y="15699"/>
                </a:lnTo>
                <a:lnTo>
                  <a:pt x="1433279" y="15710"/>
                </a:lnTo>
                <a:lnTo>
                  <a:pt x="1433564" y="15714"/>
                </a:lnTo>
                <a:lnTo>
                  <a:pt x="1433838" y="15710"/>
                </a:lnTo>
                <a:lnTo>
                  <a:pt x="1434108" y="15699"/>
                </a:lnTo>
                <a:lnTo>
                  <a:pt x="1434376" y="15679"/>
                </a:lnTo>
                <a:lnTo>
                  <a:pt x="1434640" y="15651"/>
                </a:lnTo>
                <a:lnTo>
                  <a:pt x="1434900" y="15616"/>
                </a:lnTo>
                <a:close/>
                <a:moveTo>
                  <a:pt x="1017594" y="99927"/>
                </a:moveTo>
                <a:lnTo>
                  <a:pt x="1029723" y="99927"/>
                </a:lnTo>
                <a:lnTo>
                  <a:pt x="1038646" y="75119"/>
                </a:lnTo>
                <a:lnTo>
                  <a:pt x="1079696" y="75119"/>
                </a:lnTo>
                <a:lnTo>
                  <a:pt x="1088576" y="99927"/>
                </a:lnTo>
                <a:lnTo>
                  <a:pt x="1100844" y="99927"/>
                </a:lnTo>
                <a:lnTo>
                  <a:pt x="1065421" y="3447"/>
                </a:lnTo>
                <a:lnTo>
                  <a:pt x="1053154" y="3447"/>
                </a:lnTo>
                <a:lnTo>
                  <a:pt x="1017594" y="99927"/>
                </a:lnTo>
                <a:close/>
                <a:moveTo>
                  <a:pt x="1076340" y="65745"/>
                </a:moveTo>
                <a:lnTo>
                  <a:pt x="1042017" y="65745"/>
                </a:lnTo>
                <a:lnTo>
                  <a:pt x="1059219" y="17918"/>
                </a:lnTo>
                <a:lnTo>
                  <a:pt x="1076340" y="65745"/>
                </a:lnTo>
                <a:close/>
                <a:moveTo>
                  <a:pt x="1138499" y="89987"/>
                </a:moveTo>
                <a:lnTo>
                  <a:pt x="1137982" y="89967"/>
                </a:lnTo>
                <a:lnTo>
                  <a:pt x="1137479" y="89939"/>
                </a:lnTo>
                <a:lnTo>
                  <a:pt x="1136990" y="89904"/>
                </a:lnTo>
                <a:lnTo>
                  <a:pt x="1136515" y="89860"/>
                </a:lnTo>
                <a:lnTo>
                  <a:pt x="1136054" y="89809"/>
                </a:lnTo>
                <a:lnTo>
                  <a:pt x="1135607" y="89750"/>
                </a:lnTo>
                <a:lnTo>
                  <a:pt x="1135173" y="89683"/>
                </a:lnTo>
                <a:lnTo>
                  <a:pt x="1134754" y="89608"/>
                </a:lnTo>
                <a:lnTo>
                  <a:pt x="1134348" y="89525"/>
                </a:lnTo>
                <a:lnTo>
                  <a:pt x="1133956" y="89434"/>
                </a:lnTo>
                <a:lnTo>
                  <a:pt x="1133578" y="89335"/>
                </a:lnTo>
                <a:lnTo>
                  <a:pt x="1133214" y="89229"/>
                </a:lnTo>
                <a:lnTo>
                  <a:pt x="1132864" y="89114"/>
                </a:lnTo>
                <a:lnTo>
                  <a:pt x="1132528" y="88992"/>
                </a:lnTo>
                <a:lnTo>
                  <a:pt x="1132205" y="88862"/>
                </a:lnTo>
                <a:lnTo>
                  <a:pt x="1131897" y="88724"/>
                </a:lnTo>
                <a:lnTo>
                  <a:pt x="1131602" y="88578"/>
                </a:lnTo>
                <a:lnTo>
                  <a:pt x="1131321" y="88424"/>
                </a:lnTo>
                <a:lnTo>
                  <a:pt x="1131054" y="88262"/>
                </a:lnTo>
                <a:lnTo>
                  <a:pt x="1130801" y="88092"/>
                </a:lnTo>
                <a:lnTo>
                  <a:pt x="1130562" y="87915"/>
                </a:lnTo>
                <a:lnTo>
                  <a:pt x="1130337" y="87729"/>
                </a:lnTo>
                <a:lnTo>
                  <a:pt x="1130123" y="87532"/>
                </a:lnTo>
                <a:lnTo>
                  <a:pt x="1129919" y="87321"/>
                </a:lnTo>
                <a:lnTo>
                  <a:pt x="1129723" y="87095"/>
                </a:lnTo>
                <a:lnTo>
                  <a:pt x="1129537" y="86854"/>
                </a:lnTo>
                <a:lnTo>
                  <a:pt x="1129359" y="86599"/>
                </a:lnTo>
                <a:lnTo>
                  <a:pt x="1129191" y="86330"/>
                </a:lnTo>
                <a:lnTo>
                  <a:pt x="1129032" y="86045"/>
                </a:lnTo>
                <a:lnTo>
                  <a:pt x="1128882" y="85746"/>
                </a:lnTo>
                <a:lnTo>
                  <a:pt x="1128741" y="85433"/>
                </a:lnTo>
                <a:lnTo>
                  <a:pt x="1128609" y="85105"/>
                </a:lnTo>
                <a:lnTo>
                  <a:pt x="1128487" y="84762"/>
                </a:lnTo>
                <a:lnTo>
                  <a:pt x="1128373" y="84405"/>
                </a:lnTo>
                <a:lnTo>
                  <a:pt x="1128268" y="84033"/>
                </a:lnTo>
                <a:lnTo>
                  <a:pt x="1128173" y="83646"/>
                </a:lnTo>
                <a:lnTo>
                  <a:pt x="1128087" y="83245"/>
                </a:lnTo>
                <a:lnTo>
                  <a:pt x="1128009" y="82829"/>
                </a:lnTo>
                <a:lnTo>
                  <a:pt x="1127941" y="82399"/>
                </a:lnTo>
                <a:lnTo>
                  <a:pt x="1127882" y="81954"/>
                </a:lnTo>
                <a:lnTo>
                  <a:pt x="1127832" y="81494"/>
                </a:lnTo>
                <a:lnTo>
                  <a:pt x="1127791" y="81020"/>
                </a:lnTo>
                <a:lnTo>
                  <a:pt x="1127759" y="80532"/>
                </a:lnTo>
                <a:lnTo>
                  <a:pt x="1127737" y="80028"/>
                </a:lnTo>
                <a:lnTo>
                  <a:pt x="1127723" y="79510"/>
                </a:lnTo>
                <a:lnTo>
                  <a:pt x="1127718" y="78978"/>
                </a:lnTo>
                <a:lnTo>
                  <a:pt x="1127718" y="40247"/>
                </a:lnTo>
                <a:lnTo>
                  <a:pt x="1147843" y="40247"/>
                </a:lnTo>
                <a:lnTo>
                  <a:pt x="1147843" y="30461"/>
                </a:lnTo>
                <a:lnTo>
                  <a:pt x="1127718" y="30461"/>
                </a:lnTo>
                <a:lnTo>
                  <a:pt x="1127718" y="13645"/>
                </a:lnTo>
                <a:lnTo>
                  <a:pt x="1117657" y="13645"/>
                </a:lnTo>
                <a:lnTo>
                  <a:pt x="1116141" y="30461"/>
                </a:lnTo>
                <a:lnTo>
                  <a:pt x="1104012" y="30461"/>
                </a:lnTo>
                <a:lnTo>
                  <a:pt x="1104012" y="40247"/>
                </a:lnTo>
                <a:lnTo>
                  <a:pt x="1116141" y="40247"/>
                </a:lnTo>
                <a:lnTo>
                  <a:pt x="1116141" y="78978"/>
                </a:lnTo>
                <a:lnTo>
                  <a:pt x="1116145" y="79627"/>
                </a:lnTo>
                <a:lnTo>
                  <a:pt x="1116158" y="80265"/>
                </a:lnTo>
                <a:lnTo>
                  <a:pt x="1116179" y="80891"/>
                </a:lnTo>
                <a:lnTo>
                  <a:pt x="1116208" y="81506"/>
                </a:lnTo>
                <a:lnTo>
                  <a:pt x="1116246" y="82110"/>
                </a:lnTo>
                <a:lnTo>
                  <a:pt x="1116292" y="82703"/>
                </a:lnTo>
                <a:lnTo>
                  <a:pt x="1116346" y="83285"/>
                </a:lnTo>
                <a:lnTo>
                  <a:pt x="1116409" y="83855"/>
                </a:lnTo>
                <a:lnTo>
                  <a:pt x="1116480" y="84414"/>
                </a:lnTo>
                <a:lnTo>
                  <a:pt x="1116560" y="84962"/>
                </a:lnTo>
                <a:lnTo>
                  <a:pt x="1116648" y="85499"/>
                </a:lnTo>
                <a:lnTo>
                  <a:pt x="1116744" y="86024"/>
                </a:lnTo>
                <a:lnTo>
                  <a:pt x="1116849" y="86538"/>
                </a:lnTo>
                <a:lnTo>
                  <a:pt x="1116962" y="87041"/>
                </a:lnTo>
                <a:lnTo>
                  <a:pt x="1117083" y="87533"/>
                </a:lnTo>
                <a:lnTo>
                  <a:pt x="1117213" y="88013"/>
                </a:lnTo>
                <a:lnTo>
                  <a:pt x="1117351" y="88482"/>
                </a:lnTo>
                <a:lnTo>
                  <a:pt x="1117498" y="88940"/>
                </a:lnTo>
                <a:lnTo>
                  <a:pt x="1117653" y="89387"/>
                </a:lnTo>
                <a:lnTo>
                  <a:pt x="1117816" y="89822"/>
                </a:lnTo>
                <a:lnTo>
                  <a:pt x="1117988" y="90246"/>
                </a:lnTo>
                <a:lnTo>
                  <a:pt x="1118168" y="90659"/>
                </a:lnTo>
                <a:lnTo>
                  <a:pt x="1118356" y="91061"/>
                </a:lnTo>
                <a:lnTo>
                  <a:pt x="1118553" y="91452"/>
                </a:lnTo>
                <a:lnTo>
                  <a:pt x="1118758" y="91832"/>
                </a:lnTo>
                <a:lnTo>
                  <a:pt x="1118970" y="92202"/>
                </a:lnTo>
                <a:lnTo>
                  <a:pt x="1119190" y="92564"/>
                </a:lnTo>
                <a:lnTo>
                  <a:pt x="1119417" y="92916"/>
                </a:lnTo>
                <a:lnTo>
                  <a:pt x="1119651" y="93258"/>
                </a:lnTo>
                <a:lnTo>
                  <a:pt x="1119893" y="93592"/>
                </a:lnTo>
                <a:lnTo>
                  <a:pt x="1120142" y="93916"/>
                </a:lnTo>
                <a:lnTo>
                  <a:pt x="1120399" y="94231"/>
                </a:lnTo>
                <a:lnTo>
                  <a:pt x="1120663" y="94536"/>
                </a:lnTo>
                <a:lnTo>
                  <a:pt x="1120934" y="94832"/>
                </a:lnTo>
                <a:lnTo>
                  <a:pt x="1121213" y="95119"/>
                </a:lnTo>
                <a:lnTo>
                  <a:pt x="1121500" y="95396"/>
                </a:lnTo>
                <a:lnTo>
                  <a:pt x="1121793" y="95665"/>
                </a:lnTo>
                <a:lnTo>
                  <a:pt x="1122094" y="95923"/>
                </a:lnTo>
                <a:lnTo>
                  <a:pt x="1122403" y="96173"/>
                </a:lnTo>
                <a:lnTo>
                  <a:pt x="1122719" y="96413"/>
                </a:lnTo>
                <a:lnTo>
                  <a:pt x="1123043" y="96644"/>
                </a:lnTo>
                <a:lnTo>
                  <a:pt x="1123373" y="96865"/>
                </a:lnTo>
                <a:lnTo>
                  <a:pt x="1123712" y="97077"/>
                </a:lnTo>
                <a:lnTo>
                  <a:pt x="1124057" y="97280"/>
                </a:lnTo>
                <a:lnTo>
                  <a:pt x="1124411" y="97474"/>
                </a:lnTo>
                <a:lnTo>
                  <a:pt x="1124771" y="97658"/>
                </a:lnTo>
                <a:lnTo>
                  <a:pt x="1125139" y="97833"/>
                </a:lnTo>
                <a:lnTo>
                  <a:pt x="1125514" y="97998"/>
                </a:lnTo>
                <a:lnTo>
                  <a:pt x="1125896" y="98156"/>
                </a:lnTo>
                <a:lnTo>
                  <a:pt x="1126284" y="98307"/>
                </a:lnTo>
                <a:lnTo>
                  <a:pt x="1126677" y="98450"/>
                </a:lnTo>
                <a:lnTo>
                  <a:pt x="1127077" y="98588"/>
                </a:lnTo>
                <a:lnTo>
                  <a:pt x="1127482" y="98718"/>
                </a:lnTo>
                <a:lnTo>
                  <a:pt x="1127892" y="98842"/>
                </a:lnTo>
                <a:lnTo>
                  <a:pt x="1128309" y="98959"/>
                </a:lnTo>
                <a:lnTo>
                  <a:pt x="1128731" y="99070"/>
                </a:lnTo>
                <a:lnTo>
                  <a:pt x="1129159" y="99174"/>
                </a:lnTo>
                <a:lnTo>
                  <a:pt x="1129592" y="99271"/>
                </a:lnTo>
                <a:lnTo>
                  <a:pt x="1130032" y="99361"/>
                </a:lnTo>
                <a:lnTo>
                  <a:pt x="1130477" y="99445"/>
                </a:lnTo>
                <a:lnTo>
                  <a:pt x="1130927" y="99522"/>
                </a:lnTo>
                <a:lnTo>
                  <a:pt x="1131384" y="99592"/>
                </a:lnTo>
                <a:lnTo>
                  <a:pt x="1131846" y="99656"/>
                </a:lnTo>
                <a:lnTo>
                  <a:pt x="1132314" y="99713"/>
                </a:lnTo>
                <a:lnTo>
                  <a:pt x="1132788" y="99763"/>
                </a:lnTo>
                <a:lnTo>
                  <a:pt x="1133268" y="99806"/>
                </a:lnTo>
                <a:lnTo>
                  <a:pt x="1133753" y="99843"/>
                </a:lnTo>
                <a:lnTo>
                  <a:pt x="1134244" y="99873"/>
                </a:lnTo>
                <a:lnTo>
                  <a:pt x="1134741" y="99897"/>
                </a:lnTo>
                <a:lnTo>
                  <a:pt x="1135243" y="99914"/>
                </a:lnTo>
                <a:lnTo>
                  <a:pt x="1135751" y="99924"/>
                </a:lnTo>
                <a:lnTo>
                  <a:pt x="1136265" y="99927"/>
                </a:lnTo>
                <a:lnTo>
                  <a:pt x="1147014" y="99927"/>
                </a:lnTo>
                <a:lnTo>
                  <a:pt x="1147014" y="90002"/>
                </a:lnTo>
                <a:lnTo>
                  <a:pt x="1139574" y="90002"/>
                </a:lnTo>
                <a:lnTo>
                  <a:pt x="1139029" y="89999"/>
                </a:lnTo>
                <a:lnTo>
                  <a:pt x="1138499" y="89987"/>
                </a:lnTo>
                <a:close/>
                <a:moveTo>
                  <a:pt x="1192528" y="89987"/>
                </a:moveTo>
                <a:lnTo>
                  <a:pt x="1192011" y="89967"/>
                </a:lnTo>
                <a:lnTo>
                  <a:pt x="1191508" y="89939"/>
                </a:lnTo>
                <a:lnTo>
                  <a:pt x="1191019" y="89904"/>
                </a:lnTo>
                <a:lnTo>
                  <a:pt x="1190544" y="89860"/>
                </a:lnTo>
                <a:lnTo>
                  <a:pt x="1190083" y="89809"/>
                </a:lnTo>
                <a:lnTo>
                  <a:pt x="1189636" y="89750"/>
                </a:lnTo>
                <a:lnTo>
                  <a:pt x="1189202" y="89683"/>
                </a:lnTo>
                <a:lnTo>
                  <a:pt x="1188783" y="89608"/>
                </a:lnTo>
                <a:lnTo>
                  <a:pt x="1188377" y="89525"/>
                </a:lnTo>
                <a:lnTo>
                  <a:pt x="1187985" y="89434"/>
                </a:lnTo>
                <a:lnTo>
                  <a:pt x="1187607" y="89335"/>
                </a:lnTo>
                <a:lnTo>
                  <a:pt x="1187243" y="89229"/>
                </a:lnTo>
                <a:lnTo>
                  <a:pt x="1186893" y="89114"/>
                </a:lnTo>
                <a:lnTo>
                  <a:pt x="1186557" y="88992"/>
                </a:lnTo>
                <a:lnTo>
                  <a:pt x="1186234" y="88862"/>
                </a:lnTo>
                <a:lnTo>
                  <a:pt x="1185926" y="88724"/>
                </a:lnTo>
                <a:lnTo>
                  <a:pt x="1185631" y="88578"/>
                </a:lnTo>
                <a:lnTo>
                  <a:pt x="1185350" y="88424"/>
                </a:lnTo>
                <a:lnTo>
                  <a:pt x="1185083" y="88262"/>
                </a:lnTo>
                <a:lnTo>
                  <a:pt x="1184830" y="88092"/>
                </a:lnTo>
                <a:lnTo>
                  <a:pt x="1184591" y="87915"/>
                </a:lnTo>
                <a:lnTo>
                  <a:pt x="1184366" y="87729"/>
                </a:lnTo>
                <a:lnTo>
                  <a:pt x="1184152" y="87532"/>
                </a:lnTo>
                <a:lnTo>
                  <a:pt x="1183948" y="87321"/>
                </a:lnTo>
                <a:lnTo>
                  <a:pt x="1183752" y="87095"/>
                </a:lnTo>
                <a:lnTo>
                  <a:pt x="1183566" y="86854"/>
                </a:lnTo>
                <a:lnTo>
                  <a:pt x="1183389" y="86599"/>
                </a:lnTo>
                <a:lnTo>
                  <a:pt x="1183220" y="86330"/>
                </a:lnTo>
                <a:lnTo>
                  <a:pt x="1183061" y="86045"/>
                </a:lnTo>
                <a:lnTo>
                  <a:pt x="1182911" y="85746"/>
                </a:lnTo>
                <a:lnTo>
                  <a:pt x="1182770" y="85433"/>
                </a:lnTo>
                <a:lnTo>
                  <a:pt x="1182638" y="85105"/>
                </a:lnTo>
                <a:lnTo>
                  <a:pt x="1182516" y="84762"/>
                </a:lnTo>
                <a:lnTo>
                  <a:pt x="1182402" y="84405"/>
                </a:lnTo>
                <a:lnTo>
                  <a:pt x="1182298" y="84033"/>
                </a:lnTo>
                <a:lnTo>
                  <a:pt x="1182202" y="83646"/>
                </a:lnTo>
                <a:lnTo>
                  <a:pt x="1182116" y="83245"/>
                </a:lnTo>
                <a:lnTo>
                  <a:pt x="1182038" y="82829"/>
                </a:lnTo>
                <a:lnTo>
                  <a:pt x="1181970" y="82399"/>
                </a:lnTo>
                <a:lnTo>
                  <a:pt x="1181911" y="81954"/>
                </a:lnTo>
                <a:lnTo>
                  <a:pt x="1181861" y="81494"/>
                </a:lnTo>
                <a:lnTo>
                  <a:pt x="1181820" y="81020"/>
                </a:lnTo>
                <a:lnTo>
                  <a:pt x="1181788" y="80532"/>
                </a:lnTo>
                <a:lnTo>
                  <a:pt x="1181766" y="80028"/>
                </a:lnTo>
                <a:lnTo>
                  <a:pt x="1181752" y="79510"/>
                </a:lnTo>
                <a:lnTo>
                  <a:pt x="1181747" y="78978"/>
                </a:lnTo>
                <a:lnTo>
                  <a:pt x="1181747" y="40247"/>
                </a:lnTo>
                <a:lnTo>
                  <a:pt x="1201872" y="40247"/>
                </a:lnTo>
                <a:lnTo>
                  <a:pt x="1201872" y="30461"/>
                </a:lnTo>
                <a:lnTo>
                  <a:pt x="1181747" y="30461"/>
                </a:lnTo>
                <a:lnTo>
                  <a:pt x="1181747" y="13645"/>
                </a:lnTo>
                <a:lnTo>
                  <a:pt x="1171686" y="13645"/>
                </a:lnTo>
                <a:lnTo>
                  <a:pt x="1170170" y="30461"/>
                </a:lnTo>
                <a:lnTo>
                  <a:pt x="1158041" y="30461"/>
                </a:lnTo>
                <a:lnTo>
                  <a:pt x="1158041" y="40247"/>
                </a:lnTo>
                <a:lnTo>
                  <a:pt x="1170170" y="40247"/>
                </a:lnTo>
                <a:lnTo>
                  <a:pt x="1170170" y="78978"/>
                </a:lnTo>
                <a:lnTo>
                  <a:pt x="1170174" y="79627"/>
                </a:lnTo>
                <a:lnTo>
                  <a:pt x="1170187" y="80265"/>
                </a:lnTo>
                <a:lnTo>
                  <a:pt x="1170208" y="80891"/>
                </a:lnTo>
                <a:lnTo>
                  <a:pt x="1170237" y="81506"/>
                </a:lnTo>
                <a:lnTo>
                  <a:pt x="1170275" y="82110"/>
                </a:lnTo>
                <a:lnTo>
                  <a:pt x="1170321" y="82703"/>
                </a:lnTo>
                <a:lnTo>
                  <a:pt x="1170375" y="83285"/>
                </a:lnTo>
                <a:lnTo>
                  <a:pt x="1170438" y="83855"/>
                </a:lnTo>
                <a:lnTo>
                  <a:pt x="1170509" y="84414"/>
                </a:lnTo>
                <a:lnTo>
                  <a:pt x="1170589" y="84962"/>
                </a:lnTo>
                <a:lnTo>
                  <a:pt x="1170677" y="85499"/>
                </a:lnTo>
                <a:lnTo>
                  <a:pt x="1170773" y="86024"/>
                </a:lnTo>
                <a:lnTo>
                  <a:pt x="1170878" y="86538"/>
                </a:lnTo>
                <a:lnTo>
                  <a:pt x="1170991" y="87041"/>
                </a:lnTo>
                <a:lnTo>
                  <a:pt x="1171112" y="87533"/>
                </a:lnTo>
                <a:lnTo>
                  <a:pt x="1171242" y="88013"/>
                </a:lnTo>
                <a:lnTo>
                  <a:pt x="1171380" y="88482"/>
                </a:lnTo>
                <a:lnTo>
                  <a:pt x="1171527" y="88940"/>
                </a:lnTo>
                <a:lnTo>
                  <a:pt x="1171682" y="89387"/>
                </a:lnTo>
                <a:lnTo>
                  <a:pt x="1171845" y="89822"/>
                </a:lnTo>
                <a:lnTo>
                  <a:pt x="1172017" y="90246"/>
                </a:lnTo>
                <a:lnTo>
                  <a:pt x="1172197" y="90659"/>
                </a:lnTo>
                <a:lnTo>
                  <a:pt x="1172385" y="91061"/>
                </a:lnTo>
                <a:lnTo>
                  <a:pt x="1172582" y="91452"/>
                </a:lnTo>
                <a:lnTo>
                  <a:pt x="1172787" y="91832"/>
                </a:lnTo>
                <a:lnTo>
                  <a:pt x="1172999" y="92202"/>
                </a:lnTo>
                <a:lnTo>
                  <a:pt x="1173219" y="92564"/>
                </a:lnTo>
                <a:lnTo>
                  <a:pt x="1173446" y="92916"/>
                </a:lnTo>
                <a:lnTo>
                  <a:pt x="1173680" y="93258"/>
                </a:lnTo>
                <a:lnTo>
                  <a:pt x="1173922" y="93592"/>
                </a:lnTo>
                <a:lnTo>
                  <a:pt x="1174171" y="93916"/>
                </a:lnTo>
                <a:lnTo>
                  <a:pt x="1174428" y="94231"/>
                </a:lnTo>
                <a:lnTo>
                  <a:pt x="1174692" y="94536"/>
                </a:lnTo>
                <a:lnTo>
                  <a:pt x="1174963" y="94832"/>
                </a:lnTo>
                <a:lnTo>
                  <a:pt x="1175242" y="95119"/>
                </a:lnTo>
                <a:lnTo>
                  <a:pt x="1175529" y="95396"/>
                </a:lnTo>
                <a:lnTo>
                  <a:pt x="1175822" y="95665"/>
                </a:lnTo>
                <a:lnTo>
                  <a:pt x="1176124" y="95923"/>
                </a:lnTo>
                <a:lnTo>
                  <a:pt x="1176432" y="96173"/>
                </a:lnTo>
                <a:lnTo>
                  <a:pt x="1176748" y="96413"/>
                </a:lnTo>
                <a:lnTo>
                  <a:pt x="1177072" y="96644"/>
                </a:lnTo>
                <a:lnTo>
                  <a:pt x="1177402" y="96865"/>
                </a:lnTo>
                <a:lnTo>
                  <a:pt x="1177741" y="97077"/>
                </a:lnTo>
                <a:lnTo>
                  <a:pt x="1178086" y="97280"/>
                </a:lnTo>
                <a:lnTo>
                  <a:pt x="1178440" y="97474"/>
                </a:lnTo>
                <a:lnTo>
                  <a:pt x="1178800" y="97658"/>
                </a:lnTo>
                <a:lnTo>
                  <a:pt x="1179168" y="97833"/>
                </a:lnTo>
                <a:lnTo>
                  <a:pt x="1179543" y="97998"/>
                </a:lnTo>
                <a:lnTo>
                  <a:pt x="1179925" y="98156"/>
                </a:lnTo>
                <a:lnTo>
                  <a:pt x="1180313" y="98307"/>
                </a:lnTo>
                <a:lnTo>
                  <a:pt x="1180707" y="98450"/>
                </a:lnTo>
                <a:lnTo>
                  <a:pt x="1181106" y="98588"/>
                </a:lnTo>
                <a:lnTo>
                  <a:pt x="1181511" y="98718"/>
                </a:lnTo>
                <a:lnTo>
                  <a:pt x="1181921" y="98842"/>
                </a:lnTo>
                <a:lnTo>
                  <a:pt x="1182338" y="98959"/>
                </a:lnTo>
                <a:lnTo>
                  <a:pt x="1182760" y="99070"/>
                </a:lnTo>
                <a:lnTo>
                  <a:pt x="1183188" y="99174"/>
                </a:lnTo>
                <a:lnTo>
                  <a:pt x="1183621" y="99271"/>
                </a:lnTo>
                <a:lnTo>
                  <a:pt x="1184061" y="99361"/>
                </a:lnTo>
                <a:lnTo>
                  <a:pt x="1184506" y="99445"/>
                </a:lnTo>
                <a:lnTo>
                  <a:pt x="1184957" y="99522"/>
                </a:lnTo>
                <a:lnTo>
                  <a:pt x="1185413" y="99592"/>
                </a:lnTo>
                <a:lnTo>
                  <a:pt x="1185875" y="99656"/>
                </a:lnTo>
                <a:lnTo>
                  <a:pt x="1186343" y="99713"/>
                </a:lnTo>
                <a:lnTo>
                  <a:pt x="1186817" y="99763"/>
                </a:lnTo>
                <a:lnTo>
                  <a:pt x="1187297" y="99806"/>
                </a:lnTo>
                <a:lnTo>
                  <a:pt x="1187782" y="99843"/>
                </a:lnTo>
                <a:lnTo>
                  <a:pt x="1188273" y="99873"/>
                </a:lnTo>
                <a:lnTo>
                  <a:pt x="1188770" y="99897"/>
                </a:lnTo>
                <a:lnTo>
                  <a:pt x="1189272" y="99914"/>
                </a:lnTo>
                <a:lnTo>
                  <a:pt x="1189781" y="99924"/>
                </a:lnTo>
                <a:lnTo>
                  <a:pt x="1190295" y="99927"/>
                </a:lnTo>
                <a:lnTo>
                  <a:pt x="1201043" y="99927"/>
                </a:lnTo>
                <a:lnTo>
                  <a:pt x="1201043" y="90002"/>
                </a:lnTo>
                <a:lnTo>
                  <a:pt x="1193603" y="90002"/>
                </a:lnTo>
                <a:lnTo>
                  <a:pt x="1193058" y="89999"/>
                </a:lnTo>
                <a:lnTo>
                  <a:pt x="1192528" y="89987"/>
                </a:lnTo>
                <a:close/>
                <a:moveTo>
                  <a:pt x="1401652" y="89967"/>
                </a:moveTo>
                <a:lnTo>
                  <a:pt x="1401149" y="89939"/>
                </a:lnTo>
                <a:lnTo>
                  <a:pt x="1400660" y="89904"/>
                </a:lnTo>
                <a:lnTo>
                  <a:pt x="1400185" y="89860"/>
                </a:lnTo>
                <a:lnTo>
                  <a:pt x="1399724" y="89809"/>
                </a:lnTo>
                <a:lnTo>
                  <a:pt x="1399276" y="89750"/>
                </a:lnTo>
                <a:lnTo>
                  <a:pt x="1398843" y="89683"/>
                </a:lnTo>
                <a:lnTo>
                  <a:pt x="1398423" y="89608"/>
                </a:lnTo>
                <a:lnTo>
                  <a:pt x="1398018" y="89525"/>
                </a:lnTo>
                <a:lnTo>
                  <a:pt x="1397626" y="89434"/>
                </a:lnTo>
                <a:lnTo>
                  <a:pt x="1397248" y="89335"/>
                </a:lnTo>
                <a:lnTo>
                  <a:pt x="1396884" y="89229"/>
                </a:lnTo>
                <a:lnTo>
                  <a:pt x="1396534" y="89114"/>
                </a:lnTo>
                <a:lnTo>
                  <a:pt x="1396197" y="88992"/>
                </a:lnTo>
                <a:lnTo>
                  <a:pt x="1395875" y="88862"/>
                </a:lnTo>
                <a:lnTo>
                  <a:pt x="1395566" y="88724"/>
                </a:lnTo>
                <a:lnTo>
                  <a:pt x="1395272" y="88578"/>
                </a:lnTo>
                <a:lnTo>
                  <a:pt x="1394991" y="88424"/>
                </a:lnTo>
                <a:lnTo>
                  <a:pt x="1394724" y="88262"/>
                </a:lnTo>
                <a:lnTo>
                  <a:pt x="1394471" y="88092"/>
                </a:lnTo>
                <a:lnTo>
                  <a:pt x="1394232" y="87915"/>
                </a:lnTo>
                <a:lnTo>
                  <a:pt x="1394006" y="87729"/>
                </a:lnTo>
                <a:lnTo>
                  <a:pt x="1393793" y="87532"/>
                </a:lnTo>
                <a:lnTo>
                  <a:pt x="1393588" y="87321"/>
                </a:lnTo>
                <a:lnTo>
                  <a:pt x="1393393" y="87095"/>
                </a:lnTo>
                <a:lnTo>
                  <a:pt x="1393206" y="86854"/>
                </a:lnTo>
                <a:lnTo>
                  <a:pt x="1393029" y="86599"/>
                </a:lnTo>
                <a:lnTo>
                  <a:pt x="1392861" y="86330"/>
                </a:lnTo>
                <a:lnTo>
                  <a:pt x="1392702" y="86045"/>
                </a:lnTo>
                <a:lnTo>
                  <a:pt x="1392552" y="85746"/>
                </a:lnTo>
                <a:lnTo>
                  <a:pt x="1392411" y="85433"/>
                </a:lnTo>
                <a:lnTo>
                  <a:pt x="1392279" y="85105"/>
                </a:lnTo>
                <a:lnTo>
                  <a:pt x="1392156" y="84762"/>
                </a:lnTo>
                <a:lnTo>
                  <a:pt x="1392043" y="84405"/>
                </a:lnTo>
                <a:lnTo>
                  <a:pt x="1391938" y="84033"/>
                </a:lnTo>
                <a:lnTo>
                  <a:pt x="1391843" y="83646"/>
                </a:lnTo>
                <a:lnTo>
                  <a:pt x="1391756" y="83245"/>
                </a:lnTo>
                <a:lnTo>
                  <a:pt x="1391679" y="82829"/>
                </a:lnTo>
                <a:lnTo>
                  <a:pt x="1391611" y="82399"/>
                </a:lnTo>
                <a:lnTo>
                  <a:pt x="1391552" y="81954"/>
                </a:lnTo>
                <a:lnTo>
                  <a:pt x="1391502" y="81494"/>
                </a:lnTo>
                <a:lnTo>
                  <a:pt x="1391461" y="81020"/>
                </a:lnTo>
                <a:lnTo>
                  <a:pt x="1391429" y="80532"/>
                </a:lnTo>
                <a:lnTo>
                  <a:pt x="1391406" y="80028"/>
                </a:lnTo>
                <a:lnTo>
                  <a:pt x="1391393" y="79510"/>
                </a:lnTo>
                <a:lnTo>
                  <a:pt x="1391388" y="78978"/>
                </a:lnTo>
                <a:lnTo>
                  <a:pt x="1391388" y="40247"/>
                </a:lnTo>
                <a:lnTo>
                  <a:pt x="1411513" y="40247"/>
                </a:lnTo>
                <a:lnTo>
                  <a:pt x="1411513" y="30461"/>
                </a:lnTo>
                <a:lnTo>
                  <a:pt x="1391388" y="30461"/>
                </a:lnTo>
                <a:lnTo>
                  <a:pt x="1391388" y="13645"/>
                </a:lnTo>
                <a:lnTo>
                  <a:pt x="1381327" y="13645"/>
                </a:lnTo>
                <a:lnTo>
                  <a:pt x="1379810" y="30461"/>
                </a:lnTo>
                <a:lnTo>
                  <a:pt x="1367682" y="30461"/>
                </a:lnTo>
                <a:lnTo>
                  <a:pt x="1367682" y="40247"/>
                </a:lnTo>
                <a:lnTo>
                  <a:pt x="1379810" y="40247"/>
                </a:lnTo>
                <a:lnTo>
                  <a:pt x="1379810" y="78978"/>
                </a:lnTo>
                <a:lnTo>
                  <a:pt x="1379815" y="79627"/>
                </a:lnTo>
                <a:lnTo>
                  <a:pt x="1379827" y="80265"/>
                </a:lnTo>
                <a:lnTo>
                  <a:pt x="1379848" y="80891"/>
                </a:lnTo>
                <a:lnTo>
                  <a:pt x="1379877" y="81506"/>
                </a:lnTo>
                <a:lnTo>
                  <a:pt x="1379915" y="82110"/>
                </a:lnTo>
                <a:lnTo>
                  <a:pt x="1379961" y="82703"/>
                </a:lnTo>
                <a:lnTo>
                  <a:pt x="1380016" y="83285"/>
                </a:lnTo>
                <a:lnTo>
                  <a:pt x="1380078" y="83855"/>
                </a:lnTo>
                <a:lnTo>
                  <a:pt x="1380150" y="84414"/>
                </a:lnTo>
                <a:lnTo>
                  <a:pt x="1380229" y="84962"/>
                </a:lnTo>
                <a:lnTo>
                  <a:pt x="1380317" y="85499"/>
                </a:lnTo>
                <a:lnTo>
                  <a:pt x="1380413" y="86024"/>
                </a:lnTo>
                <a:lnTo>
                  <a:pt x="1380518" y="86538"/>
                </a:lnTo>
                <a:lnTo>
                  <a:pt x="1380631" y="87041"/>
                </a:lnTo>
                <a:lnTo>
                  <a:pt x="1380753" y="87533"/>
                </a:lnTo>
                <a:lnTo>
                  <a:pt x="1380882" y="88013"/>
                </a:lnTo>
                <a:lnTo>
                  <a:pt x="1381021" y="88482"/>
                </a:lnTo>
                <a:lnTo>
                  <a:pt x="1381167" y="88940"/>
                </a:lnTo>
                <a:lnTo>
                  <a:pt x="1381322" y="89387"/>
                </a:lnTo>
                <a:lnTo>
                  <a:pt x="1381486" y="89822"/>
                </a:lnTo>
                <a:lnTo>
                  <a:pt x="1381657" y="90246"/>
                </a:lnTo>
                <a:lnTo>
                  <a:pt x="1381837" y="90659"/>
                </a:lnTo>
                <a:lnTo>
                  <a:pt x="1382026" y="91061"/>
                </a:lnTo>
                <a:lnTo>
                  <a:pt x="1382223" y="91452"/>
                </a:lnTo>
                <a:lnTo>
                  <a:pt x="1382427" y="91832"/>
                </a:lnTo>
                <a:lnTo>
                  <a:pt x="1382640" y="92202"/>
                </a:lnTo>
                <a:lnTo>
                  <a:pt x="1382859" y="92564"/>
                </a:lnTo>
                <a:lnTo>
                  <a:pt x="1383086" y="92916"/>
                </a:lnTo>
                <a:lnTo>
                  <a:pt x="1383320" y="93258"/>
                </a:lnTo>
                <a:lnTo>
                  <a:pt x="1383562" y="93592"/>
                </a:lnTo>
                <a:lnTo>
                  <a:pt x="1383812" y="93916"/>
                </a:lnTo>
                <a:lnTo>
                  <a:pt x="1384068" y="94231"/>
                </a:lnTo>
                <a:lnTo>
                  <a:pt x="1384332" y="94536"/>
                </a:lnTo>
                <a:lnTo>
                  <a:pt x="1384604" y="94832"/>
                </a:lnTo>
                <a:lnTo>
                  <a:pt x="1384883" y="95119"/>
                </a:lnTo>
                <a:lnTo>
                  <a:pt x="1385169" y="95396"/>
                </a:lnTo>
                <a:lnTo>
                  <a:pt x="1385463" y="95665"/>
                </a:lnTo>
                <a:lnTo>
                  <a:pt x="1385764" y="95923"/>
                </a:lnTo>
                <a:lnTo>
                  <a:pt x="1386073" y="96173"/>
                </a:lnTo>
                <a:lnTo>
                  <a:pt x="1386389" y="96413"/>
                </a:lnTo>
                <a:lnTo>
                  <a:pt x="1386712" y="96644"/>
                </a:lnTo>
                <a:lnTo>
                  <a:pt x="1387043" y="96865"/>
                </a:lnTo>
                <a:lnTo>
                  <a:pt x="1387381" y="97077"/>
                </a:lnTo>
                <a:lnTo>
                  <a:pt x="1387727" y="97280"/>
                </a:lnTo>
                <a:lnTo>
                  <a:pt x="1388080" y="97474"/>
                </a:lnTo>
                <a:lnTo>
                  <a:pt x="1388441" y="97658"/>
                </a:lnTo>
                <a:lnTo>
                  <a:pt x="1388809" y="97833"/>
                </a:lnTo>
                <a:lnTo>
                  <a:pt x="1389184" y="97998"/>
                </a:lnTo>
                <a:lnTo>
                  <a:pt x="1389566" y="98156"/>
                </a:lnTo>
                <a:lnTo>
                  <a:pt x="1389954" y="98307"/>
                </a:lnTo>
                <a:lnTo>
                  <a:pt x="1390347" y="98450"/>
                </a:lnTo>
                <a:lnTo>
                  <a:pt x="1390746" y="98588"/>
                </a:lnTo>
                <a:lnTo>
                  <a:pt x="1391151" y="98718"/>
                </a:lnTo>
                <a:lnTo>
                  <a:pt x="1391562" y="98842"/>
                </a:lnTo>
                <a:lnTo>
                  <a:pt x="1391978" y="98959"/>
                </a:lnTo>
                <a:lnTo>
                  <a:pt x="1392400" y="99070"/>
                </a:lnTo>
                <a:lnTo>
                  <a:pt x="1392828" y="99174"/>
                </a:lnTo>
                <a:lnTo>
                  <a:pt x="1393262" y="99271"/>
                </a:lnTo>
                <a:lnTo>
                  <a:pt x="1393701" y="99361"/>
                </a:lnTo>
                <a:lnTo>
                  <a:pt x="1394146" y="99445"/>
                </a:lnTo>
                <a:lnTo>
                  <a:pt x="1394597" y="99522"/>
                </a:lnTo>
                <a:lnTo>
                  <a:pt x="1395054" y="99592"/>
                </a:lnTo>
                <a:lnTo>
                  <a:pt x="1395516" y="99656"/>
                </a:lnTo>
                <a:lnTo>
                  <a:pt x="1395984" y="99713"/>
                </a:lnTo>
                <a:lnTo>
                  <a:pt x="1396458" y="99763"/>
                </a:lnTo>
                <a:lnTo>
                  <a:pt x="1396937" y="99806"/>
                </a:lnTo>
                <a:lnTo>
                  <a:pt x="1397423" y="99843"/>
                </a:lnTo>
                <a:lnTo>
                  <a:pt x="1397914" y="99873"/>
                </a:lnTo>
                <a:lnTo>
                  <a:pt x="1398410" y="99897"/>
                </a:lnTo>
                <a:lnTo>
                  <a:pt x="1398913" y="99914"/>
                </a:lnTo>
                <a:lnTo>
                  <a:pt x="1399421" y="99924"/>
                </a:lnTo>
                <a:lnTo>
                  <a:pt x="1399935" y="99927"/>
                </a:lnTo>
                <a:lnTo>
                  <a:pt x="1410684" y="99927"/>
                </a:lnTo>
                <a:lnTo>
                  <a:pt x="1410684" y="90002"/>
                </a:lnTo>
                <a:lnTo>
                  <a:pt x="1403243" y="90002"/>
                </a:lnTo>
                <a:lnTo>
                  <a:pt x="1402699" y="89999"/>
                </a:lnTo>
                <a:lnTo>
                  <a:pt x="1402168" y="89987"/>
                </a:lnTo>
                <a:lnTo>
                  <a:pt x="1401652" y="89967"/>
                </a:lnTo>
                <a:close/>
                <a:moveTo>
                  <a:pt x="1007396" y="54306"/>
                </a:moveTo>
                <a:lnTo>
                  <a:pt x="952815" y="54306"/>
                </a:lnTo>
                <a:lnTo>
                  <a:pt x="952815" y="64092"/>
                </a:lnTo>
                <a:lnTo>
                  <a:pt x="1007396" y="64092"/>
                </a:lnTo>
                <a:lnTo>
                  <a:pt x="1007396" y="54306"/>
                </a:lnTo>
                <a:close/>
                <a:moveTo>
                  <a:pt x="1305151" y="60927"/>
                </a:moveTo>
                <a:lnTo>
                  <a:pt x="1305183" y="60303"/>
                </a:lnTo>
                <a:lnTo>
                  <a:pt x="1305225" y="59688"/>
                </a:lnTo>
                <a:lnTo>
                  <a:pt x="1305277" y="59082"/>
                </a:lnTo>
                <a:lnTo>
                  <a:pt x="1305337" y="58485"/>
                </a:lnTo>
                <a:lnTo>
                  <a:pt x="1305407" y="57897"/>
                </a:lnTo>
                <a:lnTo>
                  <a:pt x="1305486" y="57317"/>
                </a:lnTo>
                <a:lnTo>
                  <a:pt x="1305575" y="56747"/>
                </a:lnTo>
                <a:lnTo>
                  <a:pt x="1305673" y="56185"/>
                </a:lnTo>
                <a:lnTo>
                  <a:pt x="1305780" y="55632"/>
                </a:lnTo>
                <a:lnTo>
                  <a:pt x="1305897" y="55088"/>
                </a:lnTo>
                <a:lnTo>
                  <a:pt x="1306023" y="54553"/>
                </a:lnTo>
                <a:lnTo>
                  <a:pt x="1306158" y="54026"/>
                </a:lnTo>
                <a:lnTo>
                  <a:pt x="1306302" y="53509"/>
                </a:lnTo>
                <a:lnTo>
                  <a:pt x="1306456" y="53000"/>
                </a:lnTo>
                <a:lnTo>
                  <a:pt x="1306619" y="52501"/>
                </a:lnTo>
                <a:lnTo>
                  <a:pt x="1306792" y="52010"/>
                </a:lnTo>
                <a:lnTo>
                  <a:pt x="1306974" y="51528"/>
                </a:lnTo>
                <a:lnTo>
                  <a:pt x="1307165" y="51054"/>
                </a:lnTo>
                <a:lnTo>
                  <a:pt x="1307365" y="50590"/>
                </a:lnTo>
                <a:lnTo>
                  <a:pt x="1307575" y="50135"/>
                </a:lnTo>
                <a:lnTo>
                  <a:pt x="1307794" y="49688"/>
                </a:lnTo>
                <a:lnTo>
                  <a:pt x="1308022" y="49250"/>
                </a:lnTo>
                <a:lnTo>
                  <a:pt x="1308255" y="48821"/>
                </a:lnTo>
                <a:lnTo>
                  <a:pt x="1308495" y="48400"/>
                </a:lnTo>
                <a:lnTo>
                  <a:pt x="1308742" y="47988"/>
                </a:lnTo>
                <a:lnTo>
                  <a:pt x="1308995" y="47585"/>
                </a:lnTo>
                <a:lnTo>
                  <a:pt x="1309255" y="47190"/>
                </a:lnTo>
                <a:lnTo>
                  <a:pt x="1309521" y="46804"/>
                </a:lnTo>
                <a:lnTo>
                  <a:pt x="1309793" y="46426"/>
                </a:lnTo>
                <a:lnTo>
                  <a:pt x="1310072" y="46057"/>
                </a:lnTo>
                <a:lnTo>
                  <a:pt x="1310357" y="45697"/>
                </a:lnTo>
                <a:lnTo>
                  <a:pt x="1310649" y="45345"/>
                </a:lnTo>
                <a:lnTo>
                  <a:pt x="1310948" y="45002"/>
                </a:lnTo>
                <a:lnTo>
                  <a:pt x="1311252" y="44668"/>
                </a:lnTo>
                <a:lnTo>
                  <a:pt x="1311564" y="44342"/>
                </a:lnTo>
                <a:lnTo>
                  <a:pt x="1311881" y="44025"/>
                </a:lnTo>
                <a:lnTo>
                  <a:pt x="1312205" y="43716"/>
                </a:lnTo>
                <a:lnTo>
                  <a:pt x="1312536" y="43416"/>
                </a:lnTo>
                <a:lnTo>
                  <a:pt x="1312873" y="43125"/>
                </a:lnTo>
                <a:lnTo>
                  <a:pt x="1313217" y="42842"/>
                </a:lnTo>
                <a:lnTo>
                  <a:pt x="1313567" y="42568"/>
                </a:lnTo>
                <a:lnTo>
                  <a:pt x="1313923" y="42302"/>
                </a:lnTo>
                <a:lnTo>
                  <a:pt x="1314286" y="42045"/>
                </a:lnTo>
                <a:lnTo>
                  <a:pt x="1314655" y="41797"/>
                </a:lnTo>
                <a:lnTo>
                  <a:pt x="1315031" y="41557"/>
                </a:lnTo>
                <a:lnTo>
                  <a:pt x="1315412" y="41327"/>
                </a:lnTo>
                <a:lnTo>
                  <a:pt x="1315798" y="41106"/>
                </a:lnTo>
                <a:lnTo>
                  <a:pt x="1316188" y="40895"/>
                </a:lnTo>
                <a:lnTo>
                  <a:pt x="1316582" y="40694"/>
                </a:lnTo>
                <a:lnTo>
                  <a:pt x="1316980" y="40502"/>
                </a:lnTo>
                <a:lnTo>
                  <a:pt x="1317383" y="40321"/>
                </a:lnTo>
                <a:lnTo>
                  <a:pt x="1317790" y="40149"/>
                </a:lnTo>
                <a:lnTo>
                  <a:pt x="1318202" y="39987"/>
                </a:lnTo>
                <a:lnTo>
                  <a:pt x="1318617" y="39835"/>
                </a:lnTo>
                <a:lnTo>
                  <a:pt x="1319037" y="39693"/>
                </a:lnTo>
                <a:lnTo>
                  <a:pt x="1319461" y="39560"/>
                </a:lnTo>
                <a:lnTo>
                  <a:pt x="1319890" y="39437"/>
                </a:lnTo>
                <a:lnTo>
                  <a:pt x="1320323" y="39325"/>
                </a:lnTo>
                <a:lnTo>
                  <a:pt x="1320760" y="39222"/>
                </a:lnTo>
                <a:lnTo>
                  <a:pt x="1321201" y="39128"/>
                </a:lnTo>
                <a:lnTo>
                  <a:pt x="1321647" y="39045"/>
                </a:lnTo>
                <a:lnTo>
                  <a:pt x="1322097" y="38971"/>
                </a:lnTo>
                <a:lnTo>
                  <a:pt x="1322552" y="38907"/>
                </a:lnTo>
                <a:lnTo>
                  <a:pt x="1323010" y="38854"/>
                </a:lnTo>
                <a:lnTo>
                  <a:pt x="1323473" y="38809"/>
                </a:lnTo>
                <a:lnTo>
                  <a:pt x="1323940" y="38775"/>
                </a:lnTo>
                <a:lnTo>
                  <a:pt x="1324412" y="38750"/>
                </a:lnTo>
                <a:lnTo>
                  <a:pt x="1324888" y="38736"/>
                </a:lnTo>
                <a:lnTo>
                  <a:pt x="1325368" y="38731"/>
                </a:lnTo>
                <a:lnTo>
                  <a:pt x="1326062" y="38740"/>
                </a:lnTo>
                <a:lnTo>
                  <a:pt x="1326743" y="38767"/>
                </a:lnTo>
                <a:lnTo>
                  <a:pt x="1327411" y="38813"/>
                </a:lnTo>
                <a:lnTo>
                  <a:pt x="1328065" y="38876"/>
                </a:lnTo>
                <a:lnTo>
                  <a:pt x="1328707" y="38958"/>
                </a:lnTo>
                <a:lnTo>
                  <a:pt x="1329335" y="39058"/>
                </a:lnTo>
                <a:lnTo>
                  <a:pt x="1329950" y="39176"/>
                </a:lnTo>
                <a:lnTo>
                  <a:pt x="1330552" y="39313"/>
                </a:lnTo>
                <a:lnTo>
                  <a:pt x="1331141" y="39468"/>
                </a:lnTo>
                <a:lnTo>
                  <a:pt x="1331717" y="39640"/>
                </a:lnTo>
                <a:lnTo>
                  <a:pt x="1332279" y="39831"/>
                </a:lnTo>
                <a:lnTo>
                  <a:pt x="1332828" y="40041"/>
                </a:lnTo>
                <a:lnTo>
                  <a:pt x="1333364" y="40268"/>
                </a:lnTo>
                <a:lnTo>
                  <a:pt x="1333887" y="40513"/>
                </a:lnTo>
                <a:lnTo>
                  <a:pt x="1334397" y="40777"/>
                </a:lnTo>
                <a:lnTo>
                  <a:pt x="1334894" y="41059"/>
                </a:lnTo>
                <a:lnTo>
                  <a:pt x="1335377" y="41359"/>
                </a:lnTo>
                <a:lnTo>
                  <a:pt x="1335847" y="41678"/>
                </a:lnTo>
                <a:lnTo>
                  <a:pt x="1336305" y="42014"/>
                </a:lnTo>
                <a:lnTo>
                  <a:pt x="1336748" y="42369"/>
                </a:lnTo>
                <a:lnTo>
                  <a:pt x="1337179" y="42742"/>
                </a:lnTo>
                <a:lnTo>
                  <a:pt x="1337597" y="43133"/>
                </a:lnTo>
                <a:lnTo>
                  <a:pt x="1338001" y="43542"/>
                </a:lnTo>
                <a:lnTo>
                  <a:pt x="1338393" y="43970"/>
                </a:lnTo>
                <a:lnTo>
                  <a:pt x="1338769" y="44415"/>
                </a:lnTo>
                <a:lnTo>
                  <a:pt x="1339130" y="44879"/>
                </a:lnTo>
                <a:lnTo>
                  <a:pt x="1339475" y="45361"/>
                </a:lnTo>
                <a:lnTo>
                  <a:pt x="1339804" y="45861"/>
                </a:lnTo>
                <a:lnTo>
                  <a:pt x="1340116" y="46379"/>
                </a:lnTo>
                <a:lnTo>
                  <a:pt x="1340413" y="46915"/>
                </a:lnTo>
                <a:lnTo>
                  <a:pt x="1340694" y="47470"/>
                </a:lnTo>
                <a:lnTo>
                  <a:pt x="1340958" y="48043"/>
                </a:lnTo>
                <a:lnTo>
                  <a:pt x="1341207" y="48634"/>
                </a:lnTo>
                <a:lnTo>
                  <a:pt x="1341439" y="49243"/>
                </a:lnTo>
                <a:lnTo>
                  <a:pt x="1341656" y="49870"/>
                </a:lnTo>
                <a:lnTo>
                  <a:pt x="1341856" y="50516"/>
                </a:lnTo>
                <a:lnTo>
                  <a:pt x="1342041" y="51179"/>
                </a:lnTo>
                <a:lnTo>
                  <a:pt x="1342209" y="51861"/>
                </a:lnTo>
                <a:lnTo>
                  <a:pt x="1342362" y="52561"/>
                </a:lnTo>
                <a:lnTo>
                  <a:pt x="1342498" y="53279"/>
                </a:lnTo>
                <a:lnTo>
                  <a:pt x="1342618" y="54016"/>
                </a:lnTo>
                <a:lnTo>
                  <a:pt x="1342722" y="54770"/>
                </a:lnTo>
                <a:lnTo>
                  <a:pt x="1342811" y="55543"/>
                </a:lnTo>
                <a:lnTo>
                  <a:pt x="1342883" y="56334"/>
                </a:lnTo>
                <a:lnTo>
                  <a:pt x="1342939" y="57143"/>
                </a:lnTo>
                <a:lnTo>
                  <a:pt x="1342979" y="57971"/>
                </a:lnTo>
                <a:lnTo>
                  <a:pt x="1343003" y="58816"/>
                </a:lnTo>
                <a:lnTo>
                  <a:pt x="1343011" y="59680"/>
                </a:lnTo>
                <a:lnTo>
                  <a:pt x="1343011" y="99927"/>
                </a:lnTo>
                <a:lnTo>
                  <a:pt x="1354589" y="99927"/>
                </a:lnTo>
                <a:lnTo>
                  <a:pt x="1354589" y="58441"/>
                </a:lnTo>
                <a:lnTo>
                  <a:pt x="1354583" y="57609"/>
                </a:lnTo>
                <a:lnTo>
                  <a:pt x="1354566" y="56789"/>
                </a:lnTo>
                <a:lnTo>
                  <a:pt x="1354537" y="55981"/>
                </a:lnTo>
                <a:lnTo>
                  <a:pt x="1354497" y="55185"/>
                </a:lnTo>
                <a:lnTo>
                  <a:pt x="1354445" y="54401"/>
                </a:lnTo>
                <a:lnTo>
                  <a:pt x="1354382" y="53630"/>
                </a:lnTo>
                <a:lnTo>
                  <a:pt x="1354307" y="52871"/>
                </a:lnTo>
                <a:lnTo>
                  <a:pt x="1354221" y="52124"/>
                </a:lnTo>
                <a:lnTo>
                  <a:pt x="1354123" y="51389"/>
                </a:lnTo>
                <a:lnTo>
                  <a:pt x="1354014" y="50667"/>
                </a:lnTo>
                <a:lnTo>
                  <a:pt x="1353894" y="49957"/>
                </a:lnTo>
                <a:lnTo>
                  <a:pt x="1353762" y="49258"/>
                </a:lnTo>
                <a:lnTo>
                  <a:pt x="1353618" y="48573"/>
                </a:lnTo>
                <a:lnTo>
                  <a:pt x="1353463" y="47899"/>
                </a:lnTo>
                <a:lnTo>
                  <a:pt x="1353296" y="47237"/>
                </a:lnTo>
                <a:lnTo>
                  <a:pt x="1353118" y="46588"/>
                </a:lnTo>
                <a:lnTo>
                  <a:pt x="1352929" y="45951"/>
                </a:lnTo>
                <a:lnTo>
                  <a:pt x="1352728" y="45326"/>
                </a:lnTo>
                <a:lnTo>
                  <a:pt x="1352515" y="44713"/>
                </a:lnTo>
                <a:lnTo>
                  <a:pt x="1352291" y="44113"/>
                </a:lnTo>
                <a:lnTo>
                  <a:pt x="1352056" y="43525"/>
                </a:lnTo>
                <a:lnTo>
                  <a:pt x="1351809" y="42948"/>
                </a:lnTo>
                <a:lnTo>
                  <a:pt x="1351550" y="42385"/>
                </a:lnTo>
                <a:lnTo>
                  <a:pt x="1351280" y="41833"/>
                </a:lnTo>
                <a:lnTo>
                  <a:pt x="1351000" y="41293"/>
                </a:lnTo>
                <a:lnTo>
                  <a:pt x="1350711" y="40765"/>
                </a:lnTo>
                <a:lnTo>
                  <a:pt x="1350412" y="40248"/>
                </a:lnTo>
                <a:lnTo>
                  <a:pt x="1350105" y="39742"/>
                </a:lnTo>
                <a:lnTo>
                  <a:pt x="1349788" y="39249"/>
                </a:lnTo>
                <a:lnTo>
                  <a:pt x="1349463" y="38766"/>
                </a:lnTo>
                <a:lnTo>
                  <a:pt x="1349128" y="38295"/>
                </a:lnTo>
                <a:lnTo>
                  <a:pt x="1348784" y="37836"/>
                </a:lnTo>
                <a:lnTo>
                  <a:pt x="1348431" y="37388"/>
                </a:lnTo>
                <a:lnTo>
                  <a:pt x="1348069" y="36951"/>
                </a:lnTo>
                <a:lnTo>
                  <a:pt x="1347698" y="36526"/>
                </a:lnTo>
                <a:lnTo>
                  <a:pt x="1347318" y="36113"/>
                </a:lnTo>
                <a:lnTo>
                  <a:pt x="1346928" y="35711"/>
                </a:lnTo>
                <a:lnTo>
                  <a:pt x="1346530" y="35320"/>
                </a:lnTo>
                <a:lnTo>
                  <a:pt x="1346122" y="34941"/>
                </a:lnTo>
                <a:lnTo>
                  <a:pt x="1345706" y="34574"/>
                </a:lnTo>
                <a:lnTo>
                  <a:pt x="1345280" y="34218"/>
                </a:lnTo>
                <a:lnTo>
                  <a:pt x="1344845" y="33873"/>
                </a:lnTo>
                <a:lnTo>
                  <a:pt x="1344401" y="33540"/>
                </a:lnTo>
                <a:lnTo>
                  <a:pt x="1343948" y="33219"/>
                </a:lnTo>
                <a:lnTo>
                  <a:pt x="1343486" y="32909"/>
                </a:lnTo>
                <a:lnTo>
                  <a:pt x="1343015" y="32610"/>
                </a:lnTo>
                <a:lnTo>
                  <a:pt x="1342535" y="32323"/>
                </a:lnTo>
                <a:lnTo>
                  <a:pt x="1342046" y="32047"/>
                </a:lnTo>
                <a:lnTo>
                  <a:pt x="1341548" y="31783"/>
                </a:lnTo>
                <a:lnTo>
                  <a:pt x="1341043" y="31530"/>
                </a:lnTo>
                <a:lnTo>
                  <a:pt x="1340530" y="31288"/>
                </a:lnTo>
                <a:lnTo>
                  <a:pt x="1340009" y="31057"/>
                </a:lnTo>
                <a:lnTo>
                  <a:pt x="1339481" y="30837"/>
                </a:lnTo>
                <a:lnTo>
                  <a:pt x="1338945" y="30629"/>
                </a:lnTo>
                <a:lnTo>
                  <a:pt x="1338401" y="30432"/>
                </a:lnTo>
                <a:lnTo>
                  <a:pt x="1337850" y="30247"/>
                </a:lnTo>
                <a:lnTo>
                  <a:pt x="1337291" y="30072"/>
                </a:lnTo>
                <a:lnTo>
                  <a:pt x="1336724" y="29909"/>
                </a:lnTo>
                <a:lnTo>
                  <a:pt x="1336150" y="29757"/>
                </a:lnTo>
                <a:lnTo>
                  <a:pt x="1335568" y="29616"/>
                </a:lnTo>
                <a:lnTo>
                  <a:pt x="1334979" y="29487"/>
                </a:lnTo>
                <a:lnTo>
                  <a:pt x="1334381" y="29369"/>
                </a:lnTo>
                <a:lnTo>
                  <a:pt x="1333777" y="29262"/>
                </a:lnTo>
                <a:lnTo>
                  <a:pt x="1333164" y="29166"/>
                </a:lnTo>
                <a:lnTo>
                  <a:pt x="1332544" y="29082"/>
                </a:lnTo>
                <a:lnTo>
                  <a:pt x="1331916" y="29009"/>
                </a:lnTo>
                <a:lnTo>
                  <a:pt x="1331281" y="28947"/>
                </a:lnTo>
                <a:lnTo>
                  <a:pt x="1330637" y="28896"/>
                </a:lnTo>
                <a:lnTo>
                  <a:pt x="1329987" y="28857"/>
                </a:lnTo>
                <a:lnTo>
                  <a:pt x="1329328" y="28829"/>
                </a:lnTo>
                <a:lnTo>
                  <a:pt x="1328662" y="28812"/>
                </a:lnTo>
                <a:lnTo>
                  <a:pt x="1327988" y="28806"/>
                </a:lnTo>
                <a:lnTo>
                  <a:pt x="1327337" y="28813"/>
                </a:lnTo>
                <a:lnTo>
                  <a:pt x="1326691" y="28832"/>
                </a:lnTo>
                <a:lnTo>
                  <a:pt x="1326051" y="28863"/>
                </a:lnTo>
                <a:lnTo>
                  <a:pt x="1325417" y="28908"/>
                </a:lnTo>
                <a:lnTo>
                  <a:pt x="1324789" y="28965"/>
                </a:lnTo>
                <a:lnTo>
                  <a:pt x="1324168" y="29035"/>
                </a:lnTo>
                <a:lnTo>
                  <a:pt x="1323552" y="29117"/>
                </a:lnTo>
                <a:lnTo>
                  <a:pt x="1322942" y="29212"/>
                </a:lnTo>
                <a:lnTo>
                  <a:pt x="1322338" y="29320"/>
                </a:lnTo>
                <a:lnTo>
                  <a:pt x="1321740" y="29440"/>
                </a:lnTo>
                <a:lnTo>
                  <a:pt x="1321148" y="29574"/>
                </a:lnTo>
                <a:lnTo>
                  <a:pt x="1320562" y="29720"/>
                </a:lnTo>
                <a:lnTo>
                  <a:pt x="1319982" y="29878"/>
                </a:lnTo>
                <a:lnTo>
                  <a:pt x="1319408" y="30049"/>
                </a:lnTo>
                <a:lnTo>
                  <a:pt x="1318840" y="30233"/>
                </a:lnTo>
                <a:lnTo>
                  <a:pt x="1318278" y="30430"/>
                </a:lnTo>
                <a:lnTo>
                  <a:pt x="1317722" y="30639"/>
                </a:lnTo>
                <a:lnTo>
                  <a:pt x="1317172" y="30861"/>
                </a:lnTo>
                <a:lnTo>
                  <a:pt x="1316627" y="31096"/>
                </a:lnTo>
                <a:lnTo>
                  <a:pt x="1316089" y="31343"/>
                </a:lnTo>
                <a:lnTo>
                  <a:pt x="1315557" y="31603"/>
                </a:lnTo>
                <a:lnTo>
                  <a:pt x="1315031" y="31876"/>
                </a:lnTo>
                <a:lnTo>
                  <a:pt x="1314511" y="32161"/>
                </a:lnTo>
                <a:lnTo>
                  <a:pt x="1313997" y="32459"/>
                </a:lnTo>
                <a:lnTo>
                  <a:pt x="1313490" y="32769"/>
                </a:lnTo>
                <a:lnTo>
                  <a:pt x="1312994" y="33088"/>
                </a:lnTo>
                <a:lnTo>
                  <a:pt x="1312507" y="33417"/>
                </a:lnTo>
                <a:lnTo>
                  <a:pt x="1312031" y="33756"/>
                </a:lnTo>
                <a:lnTo>
                  <a:pt x="1311564" y="34104"/>
                </a:lnTo>
                <a:lnTo>
                  <a:pt x="1311107" y="34462"/>
                </a:lnTo>
                <a:lnTo>
                  <a:pt x="1310659" y="34831"/>
                </a:lnTo>
                <a:lnTo>
                  <a:pt x="1310222" y="35209"/>
                </a:lnTo>
                <a:lnTo>
                  <a:pt x="1309794" y="35596"/>
                </a:lnTo>
                <a:lnTo>
                  <a:pt x="1309376" y="35994"/>
                </a:lnTo>
                <a:lnTo>
                  <a:pt x="1308968" y="36401"/>
                </a:lnTo>
                <a:lnTo>
                  <a:pt x="1308570" y="36819"/>
                </a:lnTo>
                <a:lnTo>
                  <a:pt x="1308182" y="37246"/>
                </a:lnTo>
                <a:lnTo>
                  <a:pt x="1307803" y="37682"/>
                </a:lnTo>
                <a:lnTo>
                  <a:pt x="1307434" y="38129"/>
                </a:lnTo>
                <a:lnTo>
                  <a:pt x="1307075" y="38585"/>
                </a:lnTo>
                <a:lnTo>
                  <a:pt x="1306726" y="39052"/>
                </a:lnTo>
                <a:lnTo>
                  <a:pt x="1306386" y="39528"/>
                </a:lnTo>
                <a:lnTo>
                  <a:pt x="1306057" y="40014"/>
                </a:lnTo>
                <a:lnTo>
                  <a:pt x="1305737" y="40509"/>
                </a:lnTo>
                <a:lnTo>
                  <a:pt x="1305427" y="41015"/>
                </a:lnTo>
                <a:lnTo>
                  <a:pt x="1305127" y="41530"/>
                </a:lnTo>
                <a:lnTo>
                  <a:pt x="1304836" y="42055"/>
                </a:lnTo>
                <a:lnTo>
                  <a:pt x="1304556" y="42590"/>
                </a:lnTo>
                <a:lnTo>
                  <a:pt x="1304005" y="30461"/>
                </a:lnTo>
                <a:lnTo>
                  <a:pt x="1293531" y="30461"/>
                </a:lnTo>
                <a:lnTo>
                  <a:pt x="1293531" y="99927"/>
                </a:lnTo>
                <a:lnTo>
                  <a:pt x="1305109" y="99927"/>
                </a:lnTo>
                <a:lnTo>
                  <a:pt x="1305109" y="62851"/>
                </a:lnTo>
                <a:lnTo>
                  <a:pt x="1305113" y="62201"/>
                </a:lnTo>
                <a:lnTo>
                  <a:pt x="1305127" y="61560"/>
                </a:lnTo>
                <a:lnTo>
                  <a:pt x="1305151" y="60927"/>
                </a:lnTo>
                <a:close/>
                <a:moveTo>
                  <a:pt x="1553105" y="60927"/>
                </a:moveTo>
                <a:lnTo>
                  <a:pt x="1553138" y="60303"/>
                </a:lnTo>
                <a:lnTo>
                  <a:pt x="1553179" y="59688"/>
                </a:lnTo>
                <a:lnTo>
                  <a:pt x="1553231" y="59082"/>
                </a:lnTo>
                <a:lnTo>
                  <a:pt x="1553291" y="58485"/>
                </a:lnTo>
                <a:lnTo>
                  <a:pt x="1553361" y="57897"/>
                </a:lnTo>
                <a:lnTo>
                  <a:pt x="1553441" y="57317"/>
                </a:lnTo>
                <a:lnTo>
                  <a:pt x="1553529" y="56747"/>
                </a:lnTo>
                <a:lnTo>
                  <a:pt x="1553627" y="56185"/>
                </a:lnTo>
                <a:lnTo>
                  <a:pt x="1553734" y="55632"/>
                </a:lnTo>
                <a:lnTo>
                  <a:pt x="1553851" y="55088"/>
                </a:lnTo>
                <a:lnTo>
                  <a:pt x="1553977" y="54553"/>
                </a:lnTo>
                <a:lnTo>
                  <a:pt x="1554112" y="54026"/>
                </a:lnTo>
                <a:lnTo>
                  <a:pt x="1554257" y="53509"/>
                </a:lnTo>
                <a:lnTo>
                  <a:pt x="1554410" y="53000"/>
                </a:lnTo>
                <a:lnTo>
                  <a:pt x="1554574" y="52501"/>
                </a:lnTo>
                <a:lnTo>
                  <a:pt x="1554746" y="52010"/>
                </a:lnTo>
                <a:lnTo>
                  <a:pt x="1554928" y="51528"/>
                </a:lnTo>
                <a:lnTo>
                  <a:pt x="1555119" y="51054"/>
                </a:lnTo>
                <a:lnTo>
                  <a:pt x="1555320" y="50590"/>
                </a:lnTo>
                <a:lnTo>
                  <a:pt x="1555529" y="50135"/>
                </a:lnTo>
                <a:lnTo>
                  <a:pt x="1555749" y="49688"/>
                </a:lnTo>
                <a:lnTo>
                  <a:pt x="1555976" y="49250"/>
                </a:lnTo>
                <a:lnTo>
                  <a:pt x="1556209" y="48821"/>
                </a:lnTo>
                <a:lnTo>
                  <a:pt x="1556450" y="48400"/>
                </a:lnTo>
                <a:lnTo>
                  <a:pt x="1556696" y="47988"/>
                </a:lnTo>
                <a:lnTo>
                  <a:pt x="1556949" y="47585"/>
                </a:lnTo>
                <a:lnTo>
                  <a:pt x="1557209" y="47190"/>
                </a:lnTo>
                <a:lnTo>
                  <a:pt x="1557475" y="46804"/>
                </a:lnTo>
                <a:lnTo>
                  <a:pt x="1557747" y="46426"/>
                </a:lnTo>
                <a:lnTo>
                  <a:pt x="1558026" y="46057"/>
                </a:lnTo>
                <a:lnTo>
                  <a:pt x="1558312" y="45697"/>
                </a:lnTo>
                <a:lnTo>
                  <a:pt x="1558603" y="45345"/>
                </a:lnTo>
                <a:lnTo>
                  <a:pt x="1558902" y="45002"/>
                </a:lnTo>
                <a:lnTo>
                  <a:pt x="1559206" y="44668"/>
                </a:lnTo>
                <a:lnTo>
                  <a:pt x="1559518" y="44342"/>
                </a:lnTo>
                <a:lnTo>
                  <a:pt x="1559835" y="44025"/>
                </a:lnTo>
                <a:lnTo>
                  <a:pt x="1560160" y="43716"/>
                </a:lnTo>
                <a:lnTo>
                  <a:pt x="1560490" y="43416"/>
                </a:lnTo>
                <a:lnTo>
                  <a:pt x="1560827" y="43125"/>
                </a:lnTo>
                <a:lnTo>
                  <a:pt x="1561171" y="42842"/>
                </a:lnTo>
                <a:lnTo>
                  <a:pt x="1561521" y="42568"/>
                </a:lnTo>
                <a:lnTo>
                  <a:pt x="1561877" y="42302"/>
                </a:lnTo>
                <a:lnTo>
                  <a:pt x="1562240" y="42045"/>
                </a:lnTo>
                <a:lnTo>
                  <a:pt x="1562610" y="41797"/>
                </a:lnTo>
                <a:lnTo>
                  <a:pt x="1562985" y="41557"/>
                </a:lnTo>
                <a:lnTo>
                  <a:pt x="1563367" y="41327"/>
                </a:lnTo>
                <a:lnTo>
                  <a:pt x="1563752" y="41106"/>
                </a:lnTo>
                <a:lnTo>
                  <a:pt x="1564142" y="40895"/>
                </a:lnTo>
                <a:lnTo>
                  <a:pt x="1564536" y="40694"/>
                </a:lnTo>
                <a:lnTo>
                  <a:pt x="1564935" y="40502"/>
                </a:lnTo>
                <a:lnTo>
                  <a:pt x="1565337" y="40321"/>
                </a:lnTo>
                <a:lnTo>
                  <a:pt x="1565744" y="40149"/>
                </a:lnTo>
                <a:lnTo>
                  <a:pt x="1566156" y="39987"/>
                </a:lnTo>
                <a:lnTo>
                  <a:pt x="1566571" y="39835"/>
                </a:lnTo>
                <a:lnTo>
                  <a:pt x="1566991" y="39693"/>
                </a:lnTo>
                <a:lnTo>
                  <a:pt x="1567416" y="39560"/>
                </a:lnTo>
                <a:lnTo>
                  <a:pt x="1567844" y="39437"/>
                </a:lnTo>
                <a:lnTo>
                  <a:pt x="1568277" y="39325"/>
                </a:lnTo>
                <a:lnTo>
                  <a:pt x="1568714" y="39222"/>
                </a:lnTo>
                <a:lnTo>
                  <a:pt x="1569156" y="39128"/>
                </a:lnTo>
                <a:lnTo>
                  <a:pt x="1569601" y="39045"/>
                </a:lnTo>
                <a:lnTo>
                  <a:pt x="1570051" y="38971"/>
                </a:lnTo>
                <a:lnTo>
                  <a:pt x="1570506" y="38907"/>
                </a:lnTo>
                <a:lnTo>
                  <a:pt x="1570964" y="38854"/>
                </a:lnTo>
                <a:lnTo>
                  <a:pt x="1571427" y="38809"/>
                </a:lnTo>
                <a:lnTo>
                  <a:pt x="1571895" y="38775"/>
                </a:lnTo>
                <a:lnTo>
                  <a:pt x="1572366" y="38750"/>
                </a:lnTo>
                <a:lnTo>
                  <a:pt x="1572842" y="38736"/>
                </a:lnTo>
                <a:lnTo>
                  <a:pt x="1573322" y="38731"/>
                </a:lnTo>
                <a:lnTo>
                  <a:pt x="1574016" y="38740"/>
                </a:lnTo>
                <a:lnTo>
                  <a:pt x="1574697" y="38767"/>
                </a:lnTo>
                <a:lnTo>
                  <a:pt x="1575365" y="38813"/>
                </a:lnTo>
                <a:lnTo>
                  <a:pt x="1576020" y="38876"/>
                </a:lnTo>
                <a:lnTo>
                  <a:pt x="1576661" y="38958"/>
                </a:lnTo>
                <a:lnTo>
                  <a:pt x="1577289" y="39058"/>
                </a:lnTo>
                <a:lnTo>
                  <a:pt x="1577904" y="39176"/>
                </a:lnTo>
                <a:lnTo>
                  <a:pt x="1578506" y="39313"/>
                </a:lnTo>
                <a:lnTo>
                  <a:pt x="1579095" y="39468"/>
                </a:lnTo>
                <a:lnTo>
                  <a:pt x="1579671" y="39640"/>
                </a:lnTo>
                <a:lnTo>
                  <a:pt x="1580233" y="39831"/>
                </a:lnTo>
                <a:lnTo>
                  <a:pt x="1580782" y="40041"/>
                </a:lnTo>
                <a:lnTo>
                  <a:pt x="1581319" y="40268"/>
                </a:lnTo>
                <a:lnTo>
                  <a:pt x="1581841" y="40513"/>
                </a:lnTo>
                <a:lnTo>
                  <a:pt x="1582351" y="40777"/>
                </a:lnTo>
                <a:lnTo>
                  <a:pt x="1582848" y="41059"/>
                </a:lnTo>
                <a:lnTo>
                  <a:pt x="1583331" y="41359"/>
                </a:lnTo>
                <a:lnTo>
                  <a:pt x="1583802" y="41678"/>
                </a:lnTo>
                <a:lnTo>
                  <a:pt x="1584259" y="42014"/>
                </a:lnTo>
                <a:lnTo>
                  <a:pt x="1584703" y="42369"/>
                </a:lnTo>
                <a:lnTo>
                  <a:pt x="1585133" y="42742"/>
                </a:lnTo>
                <a:lnTo>
                  <a:pt x="1585551" y="43133"/>
                </a:lnTo>
                <a:lnTo>
                  <a:pt x="1585955" y="43542"/>
                </a:lnTo>
                <a:lnTo>
                  <a:pt x="1586347" y="43970"/>
                </a:lnTo>
                <a:lnTo>
                  <a:pt x="1586724" y="44415"/>
                </a:lnTo>
                <a:lnTo>
                  <a:pt x="1587084" y="44879"/>
                </a:lnTo>
                <a:lnTo>
                  <a:pt x="1587429" y="45361"/>
                </a:lnTo>
                <a:lnTo>
                  <a:pt x="1587758" y="45861"/>
                </a:lnTo>
                <a:lnTo>
                  <a:pt x="1588071" y="46379"/>
                </a:lnTo>
                <a:lnTo>
                  <a:pt x="1588367" y="46915"/>
                </a:lnTo>
                <a:lnTo>
                  <a:pt x="1588648" y="47470"/>
                </a:lnTo>
                <a:lnTo>
                  <a:pt x="1588912" y="48043"/>
                </a:lnTo>
                <a:lnTo>
                  <a:pt x="1589161" y="48634"/>
                </a:lnTo>
                <a:lnTo>
                  <a:pt x="1589394" y="49243"/>
                </a:lnTo>
                <a:lnTo>
                  <a:pt x="1589610" y="49870"/>
                </a:lnTo>
                <a:lnTo>
                  <a:pt x="1589811" y="50516"/>
                </a:lnTo>
                <a:lnTo>
                  <a:pt x="1589995" y="51179"/>
                </a:lnTo>
                <a:lnTo>
                  <a:pt x="1590163" y="51861"/>
                </a:lnTo>
                <a:lnTo>
                  <a:pt x="1590316" y="52561"/>
                </a:lnTo>
                <a:lnTo>
                  <a:pt x="1590452" y="53279"/>
                </a:lnTo>
                <a:lnTo>
                  <a:pt x="1590572" y="54016"/>
                </a:lnTo>
                <a:lnTo>
                  <a:pt x="1590676" y="54770"/>
                </a:lnTo>
                <a:lnTo>
                  <a:pt x="1590765" y="55543"/>
                </a:lnTo>
                <a:lnTo>
                  <a:pt x="1590837" y="56334"/>
                </a:lnTo>
                <a:lnTo>
                  <a:pt x="1590893" y="57143"/>
                </a:lnTo>
                <a:lnTo>
                  <a:pt x="1590933" y="57971"/>
                </a:lnTo>
                <a:lnTo>
                  <a:pt x="1590957" y="58816"/>
                </a:lnTo>
                <a:lnTo>
                  <a:pt x="1590965" y="59680"/>
                </a:lnTo>
                <a:lnTo>
                  <a:pt x="1590965" y="99927"/>
                </a:lnTo>
                <a:lnTo>
                  <a:pt x="1602543" y="99927"/>
                </a:lnTo>
                <a:lnTo>
                  <a:pt x="1602543" y="58441"/>
                </a:lnTo>
                <a:lnTo>
                  <a:pt x="1602537" y="57609"/>
                </a:lnTo>
                <a:lnTo>
                  <a:pt x="1602520" y="56789"/>
                </a:lnTo>
                <a:lnTo>
                  <a:pt x="1602491" y="55981"/>
                </a:lnTo>
                <a:lnTo>
                  <a:pt x="1602451" y="55185"/>
                </a:lnTo>
                <a:lnTo>
                  <a:pt x="1602399" y="54401"/>
                </a:lnTo>
                <a:lnTo>
                  <a:pt x="1602336" y="53630"/>
                </a:lnTo>
                <a:lnTo>
                  <a:pt x="1602261" y="52871"/>
                </a:lnTo>
                <a:lnTo>
                  <a:pt x="1602175" y="52124"/>
                </a:lnTo>
                <a:lnTo>
                  <a:pt x="1602078" y="51389"/>
                </a:lnTo>
                <a:lnTo>
                  <a:pt x="1601968" y="50667"/>
                </a:lnTo>
                <a:lnTo>
                  <a:pt x="1601848" y="49957"/>
                </a:lnTo>
                <a:lnTo>
                  <a:pt x="1601716" y="49258"/>
                </a:lnTo>
                <a:lnTo>
                  <a:pt x="1601572" y="48573"/>
                </a:lnTo>
                <a:lnTo>
                  <a:pt x="1601417" y="47899"/>
                </a:lnTo>
                <a:lnTo>
                  <a:pt x="1601250" y="47237"/>
                </a:lnTo>
                <a:lnTo>
                  <a:pt x="1601072" y="46588"/>
                </a:lnTo>
                <a:lnTo>
                  <a:pt x="1600883" y="45951"/>
                </a:lnTo>
                <a:lnTo>
                  <a:pt x="1600682" y="45326"/>
                </a:lnTo>
                <a:lnTo>
                  <a:pt x="1600469" y="44713"/>
                </a:lnTo>
                <a:lnTo>
                  <a:pt x="1600245" y="44113"/>
                </a:lnTo>
                <a:lnTo>
                  <a:pt x="1600010" y="43525"/>
                </a:lnTo>
                <a:lnTo>
                  <a:pt x="1599763" y="42948"/>
                </a:lnTo>
                <a:lnTo>
                  <a:pt x="1599504" y="42385"/>
                </a:lnTo>
                <a:lnTo>
                  <a:pt x="1599235" y="41833"/>
                </a:lnTo>
                <a:lnTo>
                  <a:pt x="1598954" y="41293"/>
                </a:lnTo>
                <a:lnTo>
                  <a:pt x="1598665" y="40765"/>
                </a:lnTo>
                <a:lnTo>
                  <a:pt x="1598367" y="40248"/>
                </a:lnTo>
                <a:lnTo>
                  <a:pt x="1598059" y="39742"/>
                </a:lnTo>
                <a:lnTo>
                  <a:pt x="1597742" y="39249"/>
                </a:lnTo>
                <a:lnTo>
                  <a:pt x="1597417" y="38766"/>
                </a:lnTo>
                <a:lnTo>
                  <a:pt x="1597082" y="38295"/>
                </a:lnTo>
                <a:lnTo>
                  <a:pt x="1596738" y="37836"/>
                </a:lnTo>
                <a:lnTo>
                  <a:pt x="1596385" y="37388"/>
                </a:lnTo>
                <a:lnTo>
                  <a:pt x="1596023" y="36951"/>
                </a:lnTo>
                <a:lnTo>
                  <a:pt x="1595652" y="36526"/>
                </a:lnTo>
                <a:lnTo>
                  <a:pt x="1595272" y="36113"/>
                </a:lnTo>
                <a:lnTo>
                  <a:pt x="1594882" y="35711"/>
                </a:lnTo>
                <a:lnTo>
                  <a:pt x="1594484" y="35320"/>
                </a:lnTo>
                <a:lnTo>
                  <a:pt x="1594077" y="34941"/>
                </a:lnTo>
                <a:lnTo>
                  <a:pt x="1593660" y="34574"/>
                </a:lnTo>
                <a:lnTo>
                  <a:pt x="1593234" y="34218"/>
                </a:lnTo>
                <a:lnTo>
                  <a:pt x="1592799" y="33873"/>
                </a:lnTo>
                <a:lnTo>
                  <a:pt x="1592356" y="33540"/>
                </a:lnTo>
                <a:lnTo>
                  <a:pt x="1591903" y="33219"/>
                </a:lnTo>
                <a:lnTo>
                  <a:pt x="1591441" y="32909"/>
                </a:lnTo>
                <a:lnTo>
                  <a:pt x="1590969" y="32610"/>
                </a:lnTo>
                <a:lnTo>
                  <a:pt x="1590489" y="32323"/>
                </a:lnTo>
                <a:lnTo>
                  <a:pt x="1590000" y="32047"/>
                </a:lnTo>
                <a:lnTo>
                  <a:pt x="1589502" y="31783"/>
                </a:lnTo>
                <a:lnTo>
                  <a:pt x="1588997" y="31530"/>
                </a:lnTo>
                <a:lnTo>
                  <a:pt x="1588484" y="31288"/>
                </a:lnTo>
                <a:lnTo>
                  <a:pt x="1587963" y="31057"/>
                </a:lnTo>
                <a:lnTo>
                  <a:pt x="1587435" y="30837"/>
                </a:lnTo>
                <a:lnTo>
                  <a:pt x="1586899" y="30629"/>
                </a:lnTo>
                <a:lnTo>
                  <a:pt x="1586355" y="30432"/>
                </a:lnTo>
                <a:lnTo>
                  <a:pt x="1585804" y="30247"/>
                </a:lnTo>
                <a:lnTo>
                  <a:pt x="1585245" y="30072"/>
                </a:lnTo>
                <a:lnTo>
                  <a:pt x="1584678" y="29909"/>
                </a:lnTo>
                <a:lnTo>
                  <a:pt x="1584104" y="29757"/>
                </a:lnTo>
                <a:lnTo>
                  <a:pt x="1583522" y="29616"/>
                </a:lnTo>
                <a:lnTo>
                  <a:pt x="1582933" y="29487"/>
                </a:lnTo>
                <a:lnTo>
                  <a:pt x="1582335" y="29369"/>
                </a:lnTo>
                <a:lnTo>
                  <a:pt x="1581731" y="29262"/>
                </a:lnTo>
                <a:lnTo>
                  <a:pt x="1581118" y="29166"/>
                </a:lnTo>
                <a:lnTo>
                  <a:pt x="1580498" y="29082"/>
                </a:lnTo>
                <a:lnTo>
                  <a:pt x="1579870" y="29009"/>
                </a:lnTo>
                <a:lnTo>
                  <a:pt x="1579235" y="28947"/>
                </a:lnTo>
                <a:lnTo>
                  <a:pt x="1578592" y="28896"/>
                </a:lnTo>
                <a:lnTo>
                  <a:pt x="1577941" y="28857"/>
                </a:lnTo>
                <a:lnTo>
                  <a:pt x="1577282" y="28829"/>
                </a:lnTo>
                <a:lnTo>
                  <a:pt x="1576616" y="28812"/>
                </a:lnTo>
                <a:lnTo>
                  <a:pt x="1575943" y="28806"/>
                </a:lnTo>
                <a:lnTo>
                  <a:pt x="1575291" y="28813"/>
                </a:lnTo>
                <a:lnTo>
                  <a:pt x="1574645" y="28832"/>
                </a:lnTo>
                <a:lnTo>
                  <a:pt x="1574005" y="28863"/>
                </a:lnTo>
                <a:lnTo>
                  <a:pt x="1573371" y="28908"/>
                </a:lnTo>
                <a:lnTo>
                  <a:pt x="1572744" y="28965"/>
                </a:lnTo>
                <a:lnTo>
                  <a:pt x="1572122" y="29035"/>
                </a:lnTo>
                <a:lnTo>
                  <a:pt x="1571506" y="29117"/>
                </a:lnTo>
                <a:lnTo>
                  <a:pt x="1570896" y="29212"/>
                </a:lnTo>
                <a:lnTo>
                  <a:pt x="1570292" y="29320"/>
                </a:lnTo>
                <a:lnTo>
                  <a:pt x="1569694" y="29440"/>
                </a:lnTo>
                <a:lnTo>
                  <a:pt x="1569102" y="29574"/>
                </a:lnTo>
                <a:lnTo>
                  <a:pt x="1568516" y="29720"/>
                </a:lnTo>
                <a:lnTo>
                  <a:pt x="1567936" y="29878"/>
                </a:lnTo>
                <a:lnTo>
                  <a:pt x="1567362" y="30049"/>
                </a:lnTo>
                <a:lnTo>
                  <a:pt x="1566794" y="30233"/>
                </a:lnTo>
                <a:lnTo>
                  <a:pt x="1566232" y="30430"/>
                </a:lnTo>
                <a:lnTo>
                  <a:pt x="1565676" y="30639"/>
                </a:lnTo>
                <a:lnTo>
                  <a:pt x="1565126" y="30861"/>
                </a:lnTo>
                <a:lnTo>
                  <a:pt x="1564582" y="31096"/>
                </a:lnTo>
                <a:lnTo>
                  <a:pt x="1564043" y="31343"/>
                </a:lnTo>
                <a:lnTo>
                  <a:pt x="1563511" y="31603"/>
                </a:lnTo>
                <a:lnTo>
                  <a:pt x="1562985" y="31876"/>
                </a:lnTo>
                <a:lnTo>
                  <a:pt x="1562465" y="32161"/>
                </a:lnTo>
                <a:lnTo>
                  <a:pt x="1561951" y="32459"/>
                </a:lnTo>
                <a:lnTo>
                  <a:pt x="1561445" y="32769"/>
                </a:lnTo>
                <a:lnTo>
                  <a:pt x="1560948" y="33088"/>
                </a:lnTo>
                <a:lnTo>
                  <a:pt x="1560462" y="33417"/>
                </a:lnTo>
                <a:lnTo>
                  <a:pt x="1559985" y="33756"/>
                </a:lnTo>
                <a:lnTo>
                  <a:pt x="1559518" y="34104"/>
                </a:lnTo>
                <a:lnTo>
                  <a:pt x="1559061" y="34462"/>
                </a:lnTo>
                <a:lnTo>
                  <a:pt x="1558614" y="34831"/>
                </a:lnTo>
                <a:lnTo>
                  <a:pt x="1558176" y="35209"/>
                </a:lnTo>
                <a:lnTo>
                  <a:pt x="1557748" y="35596"/>
                </a:lnTo>
                <a:lnTo>
                  <a:pt x="1557330" y="35994"/>
                </a:lnTo>
                <a:lnTo>
                  <a:pt x="1556922" y="36401"/>
                </a:lnTo>
                <a:lnTo>
                  <a:pt x="1556524" y="36819"/>
                </a:lnTo>
                <a:lnTo>
                  <a:pt x="1556136" y="37246"/>
                </a:lnTo>
                <a:lnTo>
                  <a:pt x="1555757" y="37682"/>
                </a:lnTo>
                <a:lnTo>
                  <a:pt x="1555388" y="38129"/>
                </a:lnTo>
                <a:lnTo>
                  <a:pt x="1555029" y="38585"/>
                </a:lnTo>
                <a:lnTo>
                  <a:pt x="1554680" y="39052"/>
                </a:lnTo>
                <a:lnTo>
                  <a:pt x="1554340" y="39528"/>
                </a:lnTo>
                <a:lnTo>
                  <a:pt x="1554011" y="40014"/>
                </a:lnTo>
                <a:lnTo>
                  <a:pt x="1553691" y="40509"/>
                </a:lnTo>
                <a:lnTo>
                  <a:pt x="1553381" y="41015"/>
                </a:lnTo>
                <a:lnTo>
                  <a:pt x="1553081" y="41530"/>
                </a:lnTo>
                <a:lnTo>
                  <a:pt x="1552790" y="42055"/>
                </a:lnTo>
                <a:lnTo>
                  <a:pt x="1552510" y="42590"/>
                </a:lnTo>
                <a:lnTo>
                  <a:pt x="1551959" y="30461"/>
                </a:lnTo>
                <a:lnTo>
                  <a:pt x="1541485" y="30461"/>
                </a:lnTo>
                <a:lnTo>
                  <a:pt x="1541485" y="99927"/>
                </a:lnTo>
                <a:lnTo>
                  <a:pt x="1553063" y="99927"/>
                </a:lnTo>
                <a:lnTo>
                  <a:pt x="1553063" y="62851"/>
                </a:lnTo>
                <a:lnTo>
                  <a:pt x="1553068" y="62201"/>
                </a:lnTo>
                <a:lnTo>
                  <a:pt x="1553082" y="61560"/>
                </a:lnTo>
                <a:lnTo>
                  <a:pt x="1553105" y="60927"/>
                </a:lnTo>
                <a:close/>
                <a:moveTo>
                  <a:pt x="1277859" y="67181"/>
                </a:moveTo>
                <a:lnTo>
                  <a:pt x="1277868" y="67027"/>
                </a:lnTo>
                <a:lnTo>
                  <a:pt x="1277877" y="66874"/>
                </a:lnTo>
                <a:lnTo>
                  <a:pt x="1277886" y="66723"/>
                </a:lnTo>
                <a:lnTo>
                  <a:pt x="1277893" y="66573"/>
                </a:lnTo>
                <a:lnTo>
                  <a:pt x="1277901" y="66424"/>
                </a:lnTo>
                <a:lnTo>
                  <a:pt x="1277908" y="66277"/>
                </a:lnTo>
                <a:lnTo>
                  <a:pt x="1277914" y="66131"/>
                </a:lnTo>
                <a:lnTo>
                  <a:pt x="1277920" y="65987"/>
                </a:lnTo>
                <a:lnTo>
                  <a:pt x="1277925" y="65844"/>
                </a:lnTo>
                <a:lnTo>
                  <a:pt x="1277930" y="65703"/>
                </a:lnTo>
                <a:lnTo>
                  <a:pt x="1277935" y="65563"/>
                </a:lnTo>
                <a:lnTo>
                  <a:pt x="1277939" y="65424"/>
                </a:lnTo>
                <a:lnTo>
                  <a:pt x="1277943" y="65287"/>
                </a:lnTo>
                <a:lnTo>
                  <a:pt x="1277946" y="65152"/>
                </a:lnTo>
                <a:lnTo>
                  <a:pt x="1277948" y="65017"/>
                </a:lnTo>
                <a:lnTo>
                  <a:pt x="1277950" y="64885"/>
                </a:lnTo>
                <a:lnTo>
                  <a:pt x="1277952" y="64753"/>
                </a:lnTo>
                <a:lnTo>
                  <a:pt x="1277953" y="64623"/>
                </a:lnTo>
                <a:lnTo>
                  <a:pt x="1277954" y="64495"/>
                </a:lnTo>
                <a:lnTo>
                  <a:pt x="1277954" y="64368"/>
                </a:lnTo>
                <a:lnTo>
                  <a:pt x="1277954" y="64242"/>
                </a:lnTo>
                <a:lnTo>
                  <a:pt x="1277954" y="64116"/>
                </a:lnTo>
                <a:lnTo>
                  <a:pt x="1277954" y="63991"/>
                </a:lnTo>
                <a:lnTo>
                  <a:pt x="1277954" y="63866"/>
                </a:lnTo>
                <a:lnTo>
                  <a:pt x="1277954" y="63742"/>
                </a:lnTo>
                <a:lnTo>
                  <a:pt x="1277954" y="63618"/>
                </a:lnTo>
                <a:lnTo>
                  <a:pt x="1277954" y="63495"/>
                </a:lnTo>
                <a:lnTo>
                  <a:pt x="1277954" y="63372"/>
                </a:lnTo>
                <a:lnTo>
                  <a:pt x="1277954" y="63250"/>
                </a:lnTo>
                <a:lnTo>
                  <a:pt x="1277954" y="63128"/>
                </a:lnTo>
                <a:lnTo>
                  <a:pt x="1277954" y="63006"/>
                </a:lnTo>
                <a:lnTo>
                  <a:pt x="1277954" y="62886"/>
                </a:lnTo>
                <a:lnTo>
                  <a:pt x="1277954" y="62765"/>
                </a:lnTo>
                <a:lnTo>
                  <a:pt x="1277954" y="62645"/>
                </a:lnTo>
                <a:lnTo>
                  <a:pt x="1277954" y="62526"/>
                </a:lnTo>
                <a:lnTo>
                  <a:pt x="1277954" y="62407"/>
                </a:lnTo>
                <a:lnTo>
                  <a:pt x="1277954" y="62288"/>
                </a:lnTo>
                <a:lnTo>
                  <a:pt x="1277954" y="62170"/>
                </a:lnTo>
                <a:lnTo>
                  <a:pt x="1277954" y="62052"/>
                </a:lnTo>
                <a:lnTo>
                  <a:pt x="1277954" y="61935"/>
                </a:lnTo>
                <a:lnTo>
                  <a:pt x="1277954" y="61819"/>
                </a:lnTo>
                <a:lnTo>
                  <a:pt x="1277954" y="61703"/>
                </a:lnTo>
                <a:lnTo>
                  <a:pt x="1277954" y="61587"/>
                </a:lnTo>
                <a:lnTo>
                  <a:pt x="1277954" y="61472"/>
                </a:lnTo>
                <a:lnTo>
                  <a:pt x="1277948" y="60739"/>
                </a:lnTo>
                <a:lnTo>
                  <a:pt x="1277928" y="60012"/>
                </a:lnTo>
                <a:lnTo>
                  <a:pt x="1277895" y="59289"/>
                </a:lnTo>
                <a:lnTo>
                  <a:pt x="1277849" y="58572"/>
                </a:lnTo>
                <a:lnTo>
                  <a:pt x="1277790" y="57859"/>
                </a:lnTo>
                <a:lnTo>
                  <a:pt x="1277717" y="57152"/>
                </a:lnTo>
                <a:lnTo>
                  <a:pt x="1277632" y="56450"/>
                </a:lnTo>
                <a:lnTo>
                  <a:pt x="1277533" y="55752"/>
                </a:lnTo>
                <a:lnTo>
                  <a:pt x="1277421" y="55060"/>
                </a:lnTo>
                <a:lnTo>
                  <a:pt x="1277296" y="54373"/>
                </a:lnTo>
                <a:lnTo>
                  <a:pt x="1277158" y="53690"/>
                </a:lnTo>
                <a:lnTo>
                  <a:pt x="1277007" y="53013"/>
                </a:lnTo>
                <a:lnTo>
                  <a:pt x="1276842" y="52341"/>
                </a:lnTo>
                <a:lnTo>
                  <a:pt x="1276665" y="51674"/>
                </a:lnTo>
                <a:lnTo>
                  <a:pt x="1276474" y="51011"/>
                </a:lnTo>
                <a:lnTo>
                  <a:pt x="1276270" y="50354"/>
                </a:lnTo>
                <a:lnTo>
                  <a:pt x="1276053" y="49702"/>
                </a:lnTo>
                <a:lnTo>
                  <a:pt x="1275822" y="49055"/>
                </a:lnTo>
                <a:lnTo>
                  <a:pt x="1275579" y="48413"/>
                </a:lnTo>
                <a:lnTo>
                  <a:pt x="1275322" y="47776"/>
                </a:lnTo>
                <a:lnTo>
                  <a:pt x="1275053" y="47144"/>
                </a:lnTo>
                <a:lnTo>
                  <a:pt x="1274770" y="46517"/>
                </a:lnTo>
                <a:lnTo>
                  <a:pt x="1274474" y="45895"/>
                </a:lnTo>
                <a:lnTo>
                  <a:pt x="1274164" y="45278"/>
                </a:lnTo>
                <a:lnTo>
                  <a:pt x="1273843" y="44668"/>
                </a:lnTo>
                <a:lnTo>
                  <a:pt x="1273510" y="44068"/>
                </a:lnTo>
                <a:lnTo>
                  <a:pt x="1273165" y="43479"/>
                </a:lnTo>
                <a:lnTo>
                  <a:pt x="1272809" y="42898"/>
                </a:lnTo>
                <a:lnTo>
                  <a:pt x="1272442" y="42328"/>
                </a:lnTo>
                <a:lnTo>
                  <a:pt x="1272063" y="41768"/>
                </a:lnTo>
                <a:lnTo>
                  <a:pt x="1271672" y="41217"/>
                </a:lnTo>
                <a:lnTo>
                  <a:pt x="1271270" y="40676"/>
                </a:lnTo>
                <a:lnTo>
                  <a:pt x="1270857" y="40145"/>
                </a:lnTo>
                <a:lnTo>
                  <a:pt x="1270432" y="39624"/>
                </a:lnTo>
                <a:lnTo>
                  <a:pt x="1269995" y="39112"/>
                </a:lnTo>
                <a:lnTo>
                  <a:pt x="1269547" y="38610"/>
                </a:lnTo>
                <a:lnTo>
                  <a:pt x="1269088" y="38119"/>
                </a:lnTo>
                <a:lnTo>
                  <a:pt x="1268617" y="37636"/>
                </a:lnTo>
                <a:lnTo>
                  <a:pt x="1268135" y="37164"/>
                </a:lnTo>
                <a:lnTo>
                  <a:pt x="1267641" y="36702"/>
                </a:lnTo>
                <a:lnTo>
                  <a:pt x="1267136" y="36249"/>
                </a:lnTo>
                <a:lnTo>
                  <a:pt x="1266619" y="35806"/>
                </a:lnTo>
                <a:lnTo>
                  <a:pt x="1266090" y="35373"/>
                </a:lnTo>
                <a:lnTo>
                  <a:pt x="1265551" y="34950"/>
                </a:lnTo>
                <a:lnTo>
                  <a:pt x="1264999" y="34537"/>
                </a:lnTo>
                <a:lnTo>
                  <a:pt x="1264437" y="34133"/>
                </a:lnTo>
                <a:lnTo>
                  <a:pt x="1263862" y="33739"/>
                </a:lnTo>
                <a:lnTo>
                  <a:pt x="1263277" y="33355"/>
                </a:lnTo>
                <a:lnTo>
                  <a:pt x="1262680" y="32984"/>
                </a:lnTo>
                <a:lnTo>
                  <a:pt x="1262072" y="32629"/>
                </a:lnTo>
                <a:lnTo>
                  <a:pt x="1261454" y="32289"/>
                </a:lnTo>
                <a:lnTo>
                  <a:pt x="1260824" y="31965"/>
                </a:lnTo>
                <a:lnTo>
                  <a:pt x="1260184" y="31657"/>
                </a:lnTo>
                <a:lnTo>
                  <a:pt x="1259534" y="31365"/>
                </a:lnTo>
                <a:lnTo>
                  <a:pt x="1258872" y="31089"/>
                </a:lnTo>
                <a:lnTo>
                  <a:pt x="1258200" y="30828"/>
                </a:lnTo>
                <a:lnTo>
                  <a:pt x="1257517" y="30583"/>
                </a:lnTo>
                <a:lnTo>
                  <a:pt x="1256823" y="30354"/>
                </a:lnTo>
                <a:lnTo>
                  <a:pt x="1256118" y="30141"/>
                </a:lnTo>
                <a:lnTo>
                  <a:pt x="1255403" y="29944"/>
                </a:lnTo>
                <a:lnTo>
                  <a:pt x="1254677" y="29762"/>
                </a:lnTo>
                <a:lnTo>
                  <a:pt x="1253940" y="29596"/>
                </a:lnTo>
                <a:lnTo>
                  <a:pt x="1253192" y="29446"/>
                </a:lnTo>
                <a:lnTo>
                  <a:pt x="1252434" y="29312"/>
                </a:lnTo>
                <a:lnTo>
                  <a:pt x="1251665" y="29193"/>
                </a:lnTo>
                <a:lnTo>
                  <a:pt x="1250885" y="29091"/>
                </a:lnTo>
                <a:lnTo>
                  <a:pt x="1250094" y="29004"/>
                </a:lnTo>
                <a:lnTo>
                  <a:pt x="1249292" y="28933"/>
                </a:lnTo>
                <a:lnTo>
                  <a:pt x="1248480" y="28877"/>
                </a:lnTo>
                <a:lnTo>
                  <a:pt x="1247657" y="28838"/>
                </a:lnTo>
                <a:lnTo>
                  <a:pt x="1246823" y="28814"/>
                </a:lnTo>
                <a:lnTo>
                  <a:pt x="1245978" y="28806"/>
                </a:lnTo>
                <a:lnTo>
                  <a:pt x="1245155" y="28814"/>
                </a:lnTo>
                <a:lnTo>
                  <a:pt x="1244340" y="28838"/>
                </a:lnTo>
                <a:lnTo>
                  <a:pt x="1243533" y="28877"/>
                </a:lnTo>
                <a:lnTo>
                  <a:pt x="1242734" y="28933"/>
                </a:lnTo>
                <a:lnTo>
                  <a:pt x="1241942" y="29004"/>
                </a:lnTo>
                <a:lnTo>
                  <a:pt x="1241158" y="29091"/>
                </a:lnTo>
                <a:lnTo>
                  <a:pt x="1240383" y="29193"/>
                </a:lnTo>
                <a:lnTo>
                  <a:pt x="1239615" y="29312"/>
                </a:lnTo>
                <a:lnTo>
                  <a:pt x="1238855" y="29446"/>
                </a:lnTo>
                <a:lnTo>
                  <a:pt x="1238103" y="29596"/>
                </a:lnTo>
                <a:lnTo>
                  <a:pt x="1237359" y="29762"/>
                </a:lnTo>
                <a:lnTo>
                  <a:pt x="1236623" y="29944"/>
                </a:lnTo>
                <a:lnTo>
                  <a:pt x="1235895" y="30141"/>
                </a:lnTo>
                <a:lnTo>
                  <a:pt x="1235174" y="30354"/>
                </a:lnTo>
                <a:lnTo>
                  <a:pt x="1234462" y="30583"/>
                </a:lnTo>
                <a:lnTo>
                  <a:pt x="1233757" y="30828"/>
                </a:lnTo>
                <a:lnTo>
                  <a:pt x="1233060" y="31089"/>
                </a:lnTo>
                <a:lnTo>
                  <a:pt x="1232372" y="31365"/>
                </a:lnTo>
                <a:lnTo>
                  <a:pt x="1231691" y="31657"/>
                </a:lnTo>
                <a:lnTo>
                  <a:pt x="1231018" y="31965"/>
                </a:lnTo>
                <a:lnTo>
                  <a:pt x="1230353" y="32289"/>
                </a:lnTo>
                <a:lnTo>
                  <a:pt x="1229696" y="32629"/>
                </a:lnTo>
                <a:lnTo>
                  <a:pt x="1229046" y="32984"/>
                </a:lnTo>
                <a:lnTo>
                  <a:pt x="1228405" y="33355"/>
                </a:lnTo>
                <a:lnTo>
                  <a:pt x="1227773" y="33741"/>
                </a:lnTo>
                <a:lnTo>
                  <a:pt x="1227154" y="34138"/>
                </a:lnTo>
                <a:lnTo>
                  <a:pt x="1226547" y="34549"/>
                </a:lnTo>
                <a:lnTo>
                  <a:pt x="1225951" y="34971"/>
                </a:lnTo>
                <a:lnTo>
                  <a:pt x="1225367" y="35406"/>
                </a:lnTo>
                <a:lnTo>
                  <a:pt x="1224796" y="35854"/>
                </a:lnTo>
                <a:lnTo>
                  <a:pt x="1224236" y="36314"/>
                </a:lnTo>
                <a:lnTo>
                  <a:pt x="1223688" y="36786"/>
                </a:lnTo>
                <a:lnTo>
                  <a:pt x="1223153" y="37271"/>
                </a:lnTo>
                <a:lnTo>
                  <a:pt x="1222629" y="37768"/>
                </a:lnTo>
                <a:lnTo>
                  <a:pt x="1222117" y="38278"/>
                </a:lnTo>
                <a:lnTo>
                  <a:pt x="1221617" y="38800"/>
                </a:lnTo>
                <a:lnTo>
                  <a:pt x="1221129" y="39335"/>
                </a:lnTo>
                <a:lnTo>
                  <a:pt x="1220653" y="39882"/>
                </a:lnTo>
                <a:lnTo>
                  <a:pt x="1220189" y="40441"/>
                </a:lnTo>
                <a:lnTo>
                  <a:pt x="1219737" y="41013"/>
                </a:lnTo>
                <a:lnTo>
                  <a:pt x="1219297" y="41598"/>
                </a:lnTo>
                <a:lnTo>
                  <a:pt x="1218869" y="42195"/>
                </a:lnTo>
                <a:lnTo>
                  <a:pt x="1218453" y="42804"/>
                </a:lnTo>
                <a:lnTo>
                  <a:pt x="1218049" y="43426"/>
                </a:lnTo>
                <a:lnTo>
                  <a:pt x="1217657" y="44060"/>
                </a:lnTo>
                <a:lnTo>
                  <a:pt x="1217276" y="44706"/>
                </a:lnTo>
                <a:lnTo>
                  <a:pt x="1216908" y="45366"/>
                </a:lnTo>
                <a:lnTo>
                  <a:pt x="1216552" y="46037"/>
                </a:lnTo>
                <a:lnTo>
                  <a:pt x="1216209" y="46720"/>
                </a:lnTo>
                <a:lnTo>
                  <a:pt x="1215880" y="47412"/>
                </a:lnTo>
                <a:lnTo>
                  <a:pt x="1215566" y="48115"/>
                </a:lnTo>
                <a:lnTo>
                  <a:pt x="1215267" y="48828"/>
                </a:lnTo>
                <a:lnTo>
                  <a:pt x="1214983" y="49550"/>
                </a:lnTo>
                <a:lnTo>
                  <a:pt x="1214713" y="50283"/>
                </a:lnTo>
                <a:lnTo>
                  <a:pt x="1214457" y="51026"/>
                </a:lnTo>
                <a:lnTo>
                  <a:pt x="1214216" y="51779"/>
                </a:lnTo>
                <a:lnTo>
                  <a:pt x="1213990" y="52542"/>
                </a:lnTo>
                <a:lnTo>
                  <a:pt x="1213778" y="53315"/>
                </a:lnTo>
                <a:lnTo>
                  <a:pt x="1213581" y="54098"/>
                </a:lnTo>
                <a:lnTo>
                  <a:pt x="1213399" y="54892"/>
                </a:lnTo>
                <a:lnTo>
                  <a:pt x="1213231" y="55695"/>
                </a:lnTo>
                <a:lnTo>
                  <a:pt x="1213078" y="56508"/>
                </a:lnTo>
                <a:lnTo>
                  <a:pt x="1212939" y="57332"/>
                </a:lnTo>
                <a:lnTo>
                  <a:pt x="1212815" y="58165"/>
                </a:lnTo>
                <a:lnTo>
                  <a:pt x="1212705" y="59008"/>
                </a:lnTo>
                <a:lnTo>
                  <a:pt x="1212610" y="59862"/>
                </a:lnTo>
                <a:lnTo>
                  <a:pt x="1212530" y="60725"/>
                </a:lnTo>
                <a:lnTo>
                  <a:pt x="1212464" y="61599"/>
                </a:lnTo>
                <a:lnTo>
                  <a:pt x="1212413" y="62483"/>
                </a:lnTo>
                <a:lnTo>
                  <a:pt x="1212377" y="63377"/>
                </a:lnTo>
                <a:lnTo>
                  <a:pt x="1212355" y="64280"/>
                </a:lnTo>
                <a:lnTo>
                  <a:pt x="1212348" y="65194"/>
                </a:lnTo>
                <a:lnTo>
                  <a:pt x="1212355" y="66097"/>
                </a:lnTo>
                <a:lnTo>
                  <a:pt x="1212377" y="66990"/>
                </a:lnTo>
                <a:lnTo>
                  <a:pt x="1212414" y="67874"/>
                </a:lnTo>
                <a:lnTo>
                  <a:pt x="1212466" y="68749"/>
                </a:lnTo>
                <a:lnTo>
                  <a:pt x="1212533" y="69614"/>
                </a:lnTo>
                <a:lnTo>
                  <a:pt x="1212615" y="70470"/>
                </a:lnTo>
                <a:lnTo>
                  <a:pt x="1212711" y="71317"/>
                </a:lnTo>
                <a:lnTo>
                  <a:pt x="1212822" y="72154"/>
                </a:lnTo>
                <a:lnTo>
                  <a:pt x="1212948" y="72982"/>
                </a:lnTo>
                <a:lnTo>
                  <a:pt x="1213089" y="73801"/>
                </a:lnTo>
                <a:lnTo>
                  <a:pt x="1213245" y="74611"/>
                </a:lnTo>
                <a:lnTo>
                  <a:pt x="1213416" y="75411"/>
                </a:lnTo>
                <a:lnTo>
                  <a:pt x="1213601" y="76201"/>
                </a:lnTo>
                <a:lnTo>
                  <a:pt x="1213801" y="76983"/>
                </a:lnTo>
                <a:lnTo>
                  <a:pt x="1214016" y="77755"/>
                </a:lnTo>
                <a:lnTo>
                  <a:pt x="1214246" y="78518"/>
                </a:lnTo>
                <a:lnTo>
                  <a:pt x="1214491" y="79271"/>
                </a:lnTo>
                <a:lnTo>
                  <a:pt x="1214750" y="80015"/>
                </a:lnTo>
                <a:lnTo>
                  <a:pt x="1215025" y="80750"/>
                </a:lnTo>
                <a:lnTo>
                  <a:pt x="1215314" y="81475"/>
                </a:lnTo>
                <a:lnTo>
                  <a:pt x="1215618" y="82192"/>
                </a:lnTo>
                <a:lnTo>
                  <a:pt x="1215937" y="82898"/>
                </a:lnTo>
                <a:lnTo>
                  <a:pt x="1216271" y="83596"/>
                </a:lnTo>
                <a:lnTo>
                  <a:pt x="1216619" y="84284"/>
                </a:lnTo>
                <a:lnTo>
                  <a:pt x="1216981" y="84961"/>
                </a:lnTo>
                <a:lnTo>
                  <a:pt x="1217354" y="85625"/>
                </a:lnTo>
                <a:lnTo>
                  <a:pt x="1217738" y="86277"/>
                </a:lnTo>
                <a:lnTo>
                  <a:pt x="1218134" y="86916"/>
                </a:lnTo>
                <a:lnTo>
                  <a:pt x="1218540" y="87542"/>
                </a:lnTo>
                <a:lnTo>
                  <a:pt x="1218958" y="88156"/>
                </a:lnTo>
                <a:lnTo>
                  <a:pt x="1219388" y="88757"/>
                </a:lnTo>
                <a:lnTo>
                  <a:pt x="1219828" y="89345"/>
                </a:lnTo>
                <a:lnTo>
                  <a:pt x="1220280" y="89921"/>
                </a:lnTo>
                <a:lnTo>
                  <a:pt x="1220743" y="90484"/>
                </a:lnTo>
                <a:lnTo>
                  <a:pt x="1221217" y="91034"/>
                </a:lnTo>
                <a:lnTo>
                  <a:pt x="1221702" y="91571"/>
                </a:lnTo>
                <a:lnTo>
                  <a:pt x="1222199" y="92096"/>
                </a:lnTo>
                <a:lnTo>
                  <a:pt x="1222707" y="92608"/>
                </a:lnTo>
                <a:lnTo>
                  <a:pt x="1223226" y="93108"/>
                </a:lnTo>
                <a:lnTo>
                  <a:pt x="1223757" y="93595"/>
                </a:lnTo>
                <a:lnTo>
                  <a:pt x="1224298" y="94069"/>
                </a:lnTo>
                <a:lnTo>
                  <a:pt x="1224851" y="94530"/>
                </a:lnTo>
                <a:lnTo>
                  <a:pt x="1225415" y="94979"/>
                </a:lnTo>
                <a:lnTo>
                  <a:pt x="1225991" y="95415"/>
                </a:lnTo>
                <a:lnTo>
                  <a:pt x="1226577" y="95839"/>
                </a:lnTo>
                <a:lnTo>
                  <a:pt x="1227175" y="96250"/>
                </a:lnTo>
                <a:lnTo>
                  <a:pt x="1227785" y="96648"/>
                </a:lnTo>
                <a:lnTo>
                  <a:pt x="1228405" y="97033"/>
                </a:lnTo>
                <a:lnTo>
                  <a:pt x="1229035" y="97404"/>
                </a:lnTo>
                <a:lnTo>
                  <a:pt x="1229673" y="97759"/>
                </a:lnTo>
                <a:lnTo>
                  <a:pt x="1230319" y="98099"/>
                </a:lnTo>
                <a:lnTo>
                  <a:pt x="1230972" y="98422"/>
                </a:lnTo>
                <a:lnTo>
                  <a:pt x="1231634" y="98730"/>
                </a:lnTo>
                <a:lnTo>
                  <a:pt x="1232303" y="99022"/>
                </a:lnTo>
                <a:lnTo>
                  <a:pt x="1232981" y="99299"/>
                </a:lnTo>
                <a:lnTo>
                  <a:pt x="1233666" y="99559"/>
                </a:lnTo>
                <a:lnTo>
                  <a:pt x="1234359" y="99804"/>
                </a:lnTo>
                <a:lnTo>
                  <a:pt x="1235060" y="100033"/>
                </a:lnTo>
                <a:lnTo>
                  <a:pt x="1235769" y="100246"/>
                </a:lnTo>
                <a:lnTo>
                  <a:pt x="1236486" y="100443"/>
                </a:lnTo>
                <a:lnTo>
                  <a:pt x="1237210" y="100625"/>
                </a:lnTo>
                <a:lnTo>
                  <a:pt x="1237943" y="100791"/>
                </a:lnTo>
                <a:lnTo>
                  <a:pt x="1238683" y="100941"/>
                </a:lnTo>
                <a:lnTo>
                  <a:pt x="1239432" y="101075"/>
                </a:lnTo>
                <a:lnTo>
                  <a:pt x="1240188" y="101193"/>
                </a:lnTo>
                <a:lnTo>
                  <a:pt x="1240952" y="101296"/>
                </a:lnTo>
                <a:lnTo>
                  <a:pt x="1241724" y="101383"/>
                </a:lnTo>
                <a:lnTo>
                  <a:pt x="1242504" y="101454"/>
                </a:lnTo>
                <a:lnTo>
                  <a:pt x="1243292" y="101509"/>
                </a:lnTo>
                <a:lnTo>
                  <a:pt x="1244088" y="101548"/>
                </a:lnTo>
                <a:lnTo>
                  <a:pt x="1244891" y="101572"/>
                </a:lnTo>
                <a:lnTo>
                  <a:pt x="1245703" y="101580"/>
                </a:lnTo>
                <a:lnTo>
                  <a:pt x="1246377" y="101575"/>
                </a:lnTo>
                <a:lnTo>
                  <a:pt x="1247045" y="101560"/>
                </a:lnTo>
                <a:lnTo>
                  <a:pt x="1247705" y="101536"/>
                </a:lnTo>
                <a:lnTo>
                  <a:pt x="1248358" y="101502"/>
                </a:lnTo>
                <a:lnTo>
                  <a:pt x="1249005" y="101457"/>
                </a:lnTo>
                <a:lnTo>
                  <a:pt x="1249644" y="101404"/>
                </a:lnTo>
                <a:lnTo>
                  <a:pt x="1250277" y="101340"/>
                </a:lnTo>
                <a:lnTo>
                  <a:pt x="1250903" y="101266"/>
                </a:lnTo>
                <a:lnTo>
                  <a:pt x="1251521" y="101183"/>
                </a:lnTo>
                <a:lnTo>
                  <a:pt x="1252133" y="101090"/>
                </a:lnTo>
                <a:lnTo>
                  <a:pt x="1252738" y="100987"/>
                </a:lnTo>
                <a:lnTo>
                  <a:pt x="1253336" y="100874"/>
                </a:lnTo>
                <a:lnTo>
                  <a:pt x="1253927" y="100751"/>
                </a:lnTo>
                <a:lnTo>
                  <a:pt x="1254511" y="100619"/>
                </a:lnTo>
                <a:lnTo>
                  <a:pt x="1255088" y="100477"/>
                </a:lnTo>
                <a:lnTo>
                  <a:pt x="1255658" y="100325"/>
                </a:lnTo>
                <a:lnTo>
                  <a:pt x="1256221" y="100163"/>
                </a:lnTo>
                <a:lnTo>
                  <a:pt x="1256777" y="99991"/>
                </a:lnTo>
                <a:lnTo>
                  <a:pt x="1257326" y="99810"/>
                </a:lnTo>
                <a:lnTo>
                  <a:pt x="1257869" y="99619"/>
                </a:lnTo>
                <a:lnTo>
                  <a:pt x="1258404" y="99418"/>
                </a:lnTo>
                <a:lnTo>
                  <a:pt x="1258932" y="99207"/>
                </a:lnTo>
                <a:lnTo>
                  <a:pt x="1259454" y="98986"/>
                </a:lnTo>
                <a:lnTo>
                  <a:pt x="1259968" y="98756"/>
                </a:lnTo>
                <a:lnTo>
                  <a:pt x="1260476" y="98516"/>
                </a:lnTo>
                <a:lnTo>
                  <a:pt x="1260977" y="98270"/>
                </a:lnTo>
                <a:lnTo>
                  <a:pt x="1261470" y="98016"/>
                </a:lnTo>
                <a:lnTo>
                  <a:pt x="1261957" y="97754"/>
                </a:lnTo>
                <a:lnTo>
                  <a:pt x="1262437" y="97485"/>
                </a:lnTo>
                <a:lnTo>
                  <a:pt x="1262910" y="97209"/>
                </a:lnTo>
                <a:lnTo>
                  <a:pt x="1263376" y="96925"/>
                </a:lnTo>
                <a:lnTo>
                  <a:pt x="1263835" y="96634"/>
                </a:lnTo>
                <a:lnTo>
                  <a:pt x="1264287" y="96335"/>
                </a:lnTo>
                <a:lnTo>
                  <a:pt x="1264732" y="96030"/>
                </a:lnTo>
                <a:lnTo>
                  <a:pt x="1265170" y="95716"/>
                </a:lnTo>
                <a:lnTo>
                  <a:pt x="1265602" y="95395"/>
                </a:lnTo>
                <a:lnTo>
                  <a:pt x="1266026" y="95067"/>
                </a:lnTo>
                <a:lnTo>
                  <a:pt x="1266443" y="94732"/>
                </a:lnTo>
                <a:lnTo>
                  <a:pt x="1266854" y="94389"/>
                </a:lnTo>
                <a:lnTo>
                  <a:pt x="1267257" y="94038"/>
                </a:lnTo>
                <a:lnTo>
                  <a:pt x="1267654" y="93680"/>
                </a:lnTo>
                <a:lnTo>
                  <a:pt x="1268044" y="93315"/>
                </a:lnTo>
                <a:lnTo>
                  <a:pt x="1268426" y="92942"/>
                </a:lnTo>
                <a:lnTo>
                  <a:pt x="1268802" y="92562"/>
                </a:lnTo>
                <a:lnTo>
                  <a:pt x="1269171" y="92175"/>
                </a:lnTo>
                <a:lnTo>
                  <a:pt x="1269533" y="91780"/>
                </a:lnTo>
                <a:lnTo>
                  <a:pt x="1269888" y="91378"/>
                </a:lnTo>
                <a:lnTo>
                  <a:pt x="1270236" y="90968"/>
                </a:lnTo>
                <a:lnTo>
                  <a:pt x="1270576" y="90552"/>
                </a:lnTo>
                <a:lnTo>
                  <a:pt x="1270908" y="90132"/>
                </a:lnTo>
                <a:lnTo>
                  <a:pt x="1271231" y="89708"/>
                </a:lnTo>
                <a:lnTo>
                  <a:pt x="1271545" y="89280"/>
                </a:lnTo>
                <a:lnTo>
                  <a:pt x="1271851" y="88847"/>
                </a:lnTo>
                <a:lnTo>
                  <a:pt x="1272148" y="88410"/>
                </a:lnTo>
                <a:lnTo>
                  <a:pt x="1272437" y="87968"/>
                </a:lnTo>
                <a:lnTo>
                  <a:pt x="1272717" y="87522"/>
                </a:lnTo>
                <a:lnTo>
                  <a:pt x="1272988" y="87072"/>
                </a:lnTo>
                <a:lnTo>
                  <a:pt x="1273251" y="86618"/>
                </a:lnTo>
                <a:lnTo>
                  <a:pt x="1273505" y="86159"/>
                </a:lnTo>
                <a:lnTo>
                  <a:pt x="1273751" y="85696"/>
                </a:lnTo>
                <a:lnTo>
                  <a:pt x="1273987" y="85229"/>
                </a:lnTo>
                <a:lnTo>
                  <a:pt x="1274216" y="84757"/>
                </a:lnTo>
                <a:lnTo>
                  <a:pt x="1274436" y="84282"/>
                </a:lnTo>
                <a:lnTo>
                  <a:pt x="1274647" y="83801"/>
                </a:lnTo>
                <a:lnTo>
                  <a:pt x="1274849" y="83317"/>
                </a:lnTo>
                <a:lnTo>
                  <a:pt x="1275043" y="82828"/>
                </a:lnTo>
                <a:lnTo>
                  <a:pt x="1275228" y="82335"/>
                </a:lnTo>
                <a:lnTo>
                  <a:pt x="1275405" y="81837"/>
                </a:lnTo>
                <a:lnTo>
                  <a:pt x="1275573" y="81336"/>
                </a:lnTo>
                <a:lnTo>
                  <a:pt x="1275733" y="80830"/>
                </a:lnTo>
                <a:lnTo>
                  <a:pt x="1275883" y="80319"/>
                </a:lnTo>
                <a:lnTo>
                  <a:pt x="1276026" y="79805"/>
                </a:lnTo>
                <a:lnTo>
                  <a:pt x="1264585" y="79805"/>
                </a:lnTo>
                <a:lnTo>
                  <a:pt x="1264408" y="80260"/>
                </a:lnTo>
                <a:lnTo>
                  <a:pt x="1264221" y="80707"/>
                </a:lnTo>
                <a:lnTo>
                  <a:pt x="1264026" y="81147"/>
                </a:lnTo>
                <a:lnTo>
                  <a:pt x="1263821" y="81579"/>
                </a:lnTo>
                <a:lnTo>
                  <a:pt x="1263607" y="82003"/>
                </a:lnTo>
                <a:lnTo>
                  <a:pt x="1263383" y="82419"/>
                </a:lnTo>
                <a:lnTo>
                  <a:pt x="1263150" y="82827"/>
                </a:lnTo>
                <a:lnTo>
                  <a:pt x="1262908" y="83227"/>
                </a:lnTo>
                <a:lnTo>
                  <a:pt x="1262656" y="83619"/>
                </a:lnTo>
                <a:lnTo>
                  <a:pt x="1262395" y="84003"/>
                </a:lnTo>
                <a:lnTo>
                  <a:pt x="1262125" y="84380"/>
                </a:lnTo>
                <a:lnTo>
                  <a:pt x="1261845" y="84748"/>
                </a:lnTo>
                <a:lnTo>
                  <a:pt x="1261556" y="85109"/>
                </a:lnTo>
                <a:lnTo>
                  <a:pt x="1261258" y="85462"/>
                </a:lnTo>
                <a:lnTo>
                  <a:pt x="1260951" y="85807"/>
                </a:lnTo>
                <a:lnTo>
                  <a:pt x="1260634" y="86144"/>
                </a:lnTo>
                <a:lnTo>
                  <a:pt x="1260307" y="86473"/>
                </a:lnTo>
                <a:lnTo>
                  <a:pt x="1259972" y="86794"/>
                </a:lnTo>
                <a:lnTo>
                  <a:pt x="1259627" y="87107"/>
                </a:lnTo>
                <a:lnTo>
                  <a:pt x="1259273" y="87413"/>
                </a:lnTo>
                <a:lnTo>
                  <a:pt x="1258909" y="87710"/>
                </a:lnTo>
                <a:lnTo>
                  <a:pt x="1258536" y="88000"/>
                </a:lnTo>
                <a:lnTo>
                  <a:pt x="1258154" y="88282"/>
                </a:lnTo>
                <a:lnTo>
                  <a:pt x="1257762" y="88556"/>
                </a:lnTo>
                <a:lnTo>
                  <a:pt x="1257362" y="88820"/>
                </a:lnTo>
                <a:lnTo>
                  <a:pt x="1256952" y="89073"/>
                </a:lnTo>
                <a:lnTo>
                  <a:pt x="1256534" y="89315"/>
                </a:lnTo>
                <a:lnTo>
                  <a:pt x="1256106" y="89545"/>
                </a:lnTo>
                <a:lnTo>
                  <a:pt x="1255670" y="89764"/>
                </a:lnTo>
                <a:lnTo>
                  <a:pt x="1255225" y="89972"/>
                </a:lnTo>
                <a:lnTo>
                  <a:pt x="1254772" y="90169"/>
                </a:lnTo>
                <a:lnTo>
                  <a:pt x="1254309" y="90355"/>
                </a:lnTo>
                <a:lnTo>
                  <a:pt x="1253837" y="90529"/>
                </a:lnTo>
                <a:lnTo>
                  <a:pt x="1253357" y="90692"/>
                </a:lnTo>
                <a:lnTo>
                  <a:pt x="1252868" y="90844"/>
                </a:lnTo>
                <a:lnTo>
                  <a:pt x="1252370" y="90985"/>
                </a:lnTo>
                <a:lnTo>
                  <a:pt x="1251863" y="91114"/>
                </a:lnTo>
                <a:lnTo>
                  <a:pt x="1251347" y="91232"/>
                </a:lnTo>
                <a:lnTo>
                  <a:pt x="1250823" y="91339"/>
                </a:lnTo>
                <a:lnTo>
                  <a:pt x="1250289" y="91434"/>
                </a:lnTo>
                <a:lnTo>
                  <a:pt x="1249747" y="91519"/>
                </a:lnTo>
                <a:lnTo>
                  <a:pt x="1249196" y="91592"/>
                </a:lnTo>
                <a:lnTo>
                  <a:pt x="1248636" y="91654"/>
                </a:lnTo>
                <a:lnTo>
                  <a:pt x="1248067" y="91704"/>
                </a:lnTo>
                <a:lnTo>
                  <a:pt x="1247489" y="91744"/>
                </a:lnTo>
                <a:lnTo>
                  <a:pt x="1246903" y="91772"/>
                </a:lnTo>
                <a:lnTo>
                  <a:pt x="1246307" y="91789"/>
                </a:lnTo>
                <a:lnTo>
                  <a:pt x="1245703" y="91794"/>
                </a:lnTo>
                <a:lnTo>
                  <a:pt x="1245222" y="91789"/>
                </a:lnTo>
                <a:lnTo>
                  <a:pt x="1244743" y="91774"/>
                </a:lnTo>
                <a:lnTo>
                  <a:pt x="1244267" y="91749"/>
                </a:lnTo>
                <a:lnTo>
                  <a:pt x="1243794" y="91714"/>
                </a:lnTo>
                <a:lnTo>
                  <a:pt x="1243323" y="91669"/>
                </a:lnTo>
                <a:lnTo>
                  <a:pt x="1242856" y="91613"/>
                </a:lnTo>
                <a:lnTo>
                  <a:pt x="1242390" y="91548"/>
                </a:lnTo>
                <a:lnTo>
                  <a:pt x="1241927" y="91473"/>
                </a:lnTo>
                <a:lnTo>
                  <a:pt x="1241467" y="91387"/>
                </a:lnTo>
                <a:lnTo>
                  <a:pt x="1241010" y="91292"/>
                </a:lnTo>
                <a:lnTo>
                  <a:pt x="1240555" y="91186"/>
                </a:lnTo>
                <a:lnTo>
                  <a:pt x="1240103" y="91071"/>
                </a:lnTo>
                <a:lnTo>
                  <a:pt x="1239653" y="90945"/>
                </a:lnTo>
                <a:lnTo>
                  <a:pt x="1239207" y="90810"/>
                </a:lnTo>
                <a:lnTo>
                  <a:pt x="1238762" y="90664"/>
                </a:lnTo>
                <a:lnTo>
                  <a:pt x="1238321" y="90508"/>
                </a:lnTo>
                <a:lnTo>
                  <a:pt x="1237882" y="90342"/>
                </a:lnTo>
                <a:lnTo>
                  <a:pt x="1237445" y="90167"/>
                </a:lnTo>
                <a:lnTo>
                  <a:pt x="1237012" y="89981"/>
                </a:lnTo>
                <a:lnTo>
                  <a:pt x="1236580" y="89785"/>
                </a:lnTo>
                <a:lnTo>
                  <a:pt x="1236152" y="89579"/>
                </a:lnTo>
                <a:lnTo>
                  <a:pt x="1235726" y="89363"/>
                </a:lnTo>
                <a:lnTo>
                  <a:pt x="1235303" y="89137"/>
                </a:lnTo>
                <a:lnTo>
                  <a:pt x="1234882" y="88900"/>
                </a:lnTo>
                <a:lnTo>
                  <a:pt x="1234467" y="88654"/>
                </a:lnTo>
                <a:lnTo>
                  <a:pt x="1234057" y="88398"/>
                </a:lnTo>
                <a:lnTo>
                  <a:pt x="1233655" y="88132"/>
                </a:lnTo>
                <a:lnTo>
                  <a:pt x="1233259" y="87855"/>
                </a:lnTo>
                <a:lnTo>
                  <a:pt x="1232870" y="87569"/>
                </a:lnTo>
                <a:lnTo>
                  <a:pt x="1232488" y="87273"/>
                </a:lnTo>
                <a:lnTo>
                  <a:pt x="1232112" y="86966"/>
                </a:lnTo>
                <a:lnTo>
                  <a:pt x="1231743" y="86650"/>
                </a:lnTo>
                <a:lnTo>
                  <a:pt x="1231381" y="86323"/>
                </a:lnTo>
                <a:lnTo>
                  <a:pt x="1231025" y="85986"/>
                </a:lnTo>
                <a:lnTo>
                  <a:pt x="1230676" y="85640"/>
                </a:lnTo>
                <a:lnTo>
                  <a:pt x="1230334" y="85283"/>
                </a:lnTo>
                <a:lnTo>
                  <a:pt x="1229998" y="84916"/>
                </a:lnTo>
                <a:lnTo>
                  <a:pt x="1229670" y="84540"/>
                </a:lnTo>
                <a:lnTo>
                  <a:pt x="1229348" y="84153"/>
                </a:lnTo>
                <a:lnTo>
                  <a:pt x="1229032" y="83756"/>
                </a:lnTo>
                <a:lnTo>
                  <a:pt x="1228723" y="83349"/>
                </a:lnTo>
                <a:lnTo>
                  <a:pt x="1228421" y="82932"/>
                </a:lnTo>
                <a:lnTo>
                  <a:pt x="1228126" y="82505"/>
                </a:lnTo>
                <a:lnTo>
                  <a:pt x="1227837" y="82068"/>
                </a:lnTo>
                <a:lnTo>
                  <a:pt x="1227555" y="81621"/>
                </a:lnTo>
                <a:lnTo>
                  <a:pt x="1227280" y="81163"/>
                </a:lnTo>
                <a:lnTo>
                  <a:pt x="1227012" y="80696"/>
                </a:lnTo>
                <a:lnTo>
                  <a:pt x="1226750" y="80219"/>
                </a:lnTo>
                <a:lnTo>
                  <a:pt x="1226497" y="79732"/>
                </a:lnTo>
                <a:lnTo>
                  <a:pt x="1226255" y="79235"/>
                </a:lnTo>
                <a:lnTo>
                  <a:pt x="1226023" y="78728"/>
                </a:lnTo>
                <a:lnTo>
                  <a:pt x="1225803" y="78212"/>
                </a:lnTo>
                <a:lnTo>
                  <a:pt x="1225593" y="77687"/>
                </a:lnTo>
                <a:lnTo>
                  <a:pt x="1225394" y="77152"/>
                </a:lnTo>
                <a:lnTo>
                  <a:pt x="1225205" y="76607"/>
                </a:lnTo>
                <a:lnTo>
                  <a:pt x="1225028" y="76053"/>
                </a:lnTo>
                <a:lnTo>
                  <a:pt x="1224861" y="75489"/>
                </a:lnTo>
                <a:lnTo>
                  <a:pt x="1224705" y="74916"/>
                </a:lnTo>
                <a:lnTo>
                  <a:pt x="1224559" y="74333"/>
                </a:lnTo>
                <a:lnTo>
                  <a:pt x="1224425" y="73740"/>
                </a:lnTo>
                <a:lnTo>
                  <a:pt x="1224301" y="73138"/>
                </a:lnTo>
                <a:lnTo>
                  <a:pt x="1224188" y="72526"/>
                </a:lnTo>
                <a:lnTo>
                  <a:pt x="1224086" y="71905"/>
                </a:lnTo>
                <a:lnTo>
                  <a:pt x="1223994" y="71275"/>
                </a:lnTo>
                <a:lnTo>
                  <a:pt x="1223914" y="70634"/>
                </a:lnTo>
                <a:lnTo>
                  <a:pt x="1223844" y="69984"/>
                </a:lnTo>
                <a:lnTo>
                  <a:pt x="1223784" y="69325"/>
                </a:lnTo>
                <a:lnTo>
                  <a:pt x="1223736" y="68656"/>
                </a:lnTo>
                <a:lnTo>
                  <a:pt x="1223698" y="67977"/>
                </a:lnTo>
                <a:lnTo>
                  <a:pt x="1223692" y="67813"/>
                </a:lnTo>
                <a:lnTo>
                  <a:pt x="1277817" y="67813"/>
                </a:lnTo>
                <a:lnTo>
                  <a:pt x="1277829" y="67653"/>
                </a:lnTo>
                <a:lnTo>
                  <a:pt x="1277839" y="67494"/>
                </a:lnTo>
                <a:lnTo>
                  <a:pt x="1277849" y="67337"/>
                </a:lnTo>
                <a:lnTo>
                  <a:pt x="1277859" y="67181"/>
                </a:lnTo>
                <a:close/>
                <a:moveTo>
                  <a:pt x="1224176" y="56035"/>
                </a:moveTo>
                <a:lnTo>
                  <a:pt x="1224287" y="55485"/>
                </a:lnTo>
                <a:lnTo>
                  <a:pt x="1224408" y="54944"/>
                </a:lnTo>
                <a:lnTo>
                  <a:pt x="1224540" y="54411"/>
                </a:lnTo>
                <a:lnTo>
                  <a:pt x="1224682" y="53887"/>
                </a:lnTo>
                <a:lnTo>
                  <a:pt x="1224834" y="53373"/>
                </a:lnTo>
                <a:lnTo>
                  <a:pt x="1224998" y="52867"/>
                </a:lnTo>
                <a:lnTo>
                  <a:pt x="1225171" y="52369"/>
                </a:lnTo>
                <a:lnTo>
                  <a:pt x="1225356" y="51881"/>
                </a:lnTo>
                <a:lnTo>
                  <a:pt x="1225550" y="51402"/>
                </a:lnTo>
                <a:lnTo>
                  <a:pt x="1225756" y="50931"/>
                </a:lnTo>
                <a:lnTo>
                  <a:pt x="1225972" y="50469"/>
                </a:lnTo>
                <a:lnTo>
                  <a:pt x="1226198" y="50016"/>
                </a:lnTo>
                <a:lnTo>
                  <a:pt x="1226435" y="49572"/>
                </a:lnTo>
                <a:lnTo>
                  <a:pt x="1226682" y="49137"/>
                </a:lnTo>
                <a:lnTo>
                  <a:pt x="1226939" y="48711"/>
                </a:lnTo>
                <a:lnTo>
                  <a:pt x="1227202" y="48293"/>
                </a:lnTo>
                <a:lnTo>
                  <a:pt x="1227472" y="47883"/>
                </a:lnTo>
                <a:lnTo>
                  <a:pt x="1227749" y="47483"/>
                </a:lnTo>
                <a:lnTo>
                  <a:pt x="1228033" y="47091"/>
                </a:lnTo>
                <a:lnTo>
                  <a:pt x="1228324" y="46707"/>
                </a:lnTo>
                <a:lnTo>
                  <a:pt x="1228622" y="46333"/>
                </a:lnTo>
                <a:lnTo>
                  <a:pt x="1228926" y="45966"/>
                </a:lnTo>
                <a:lnTo>
                  <a:pt x="1229238" y="45609"/>
                </a:lnTo>
                <a:lnTo>
                  <a:pt x="1229557" y="45260"/>
                </a:lnTo>
                <a:lnTo>
                  <a:pt x="1229882" y="44920"/>
                </a:lnTo>
                <a:lnTo>
                  <a:pt x="1230215" y="44588"/>
                </a:lnTo>
                <a:lnTo>
                  <a:pt x="1230554" y="44265"/>
                </a:lnTo>
                <a:lnTo>
                  <a:pt x="1230900" y="43950"/>
                </a:lnTo>
                <a:lnTo>
                  <a:pt x="1231254" y="43645"/>
                </a:lnTo>
                <a:lnTo>
                  <a:pt x="1231614" y="43347"/>
                </a:lnTo>
                <a:lnTo>
                  <a:pt x="1231981" y="43059"/>
                </a:lnTo>
                <a:lnTo>
                  <a:pt x="1232355" y="42779"/>
                </a:lnTo>
                <a:lnTo>
                  <a:pt x="1232736" y="42507"/>
                </a:lnTo>
                <a:lnTo>
                  <a:pt x="1233124" y="42245"/>
                </a:lnTo>
                <a:lnTo>
                  <a:pt x="1233519" y="41991"/>
                </a:lnTo>
                <a:lnTo>
                  <a:pt x="1233921" y="41745"/>
                </a:lnTo>
                <a:lnTo>
                  <a:pt x="1234330" y="41508"/>
                </a:lnTo>
                <a:lnTo>
                  <a:pt x="1234746" y="41280"/>
                </a:lnTo>
                <a:lnTo>
                  <a:pt x="1235167" y="41060"/>
                </a:lnTo>
                <a:lnTo>
                  <a:pt x="1235590" y="40850"/>
                </a:lnTo>
                <a:lnTo>
                  <a:pt x="1236017" y="40650"/>
                </a:lnTo>
                <a:lnTo>
                  <a:pt x="1236448" y="40459"/>
                </a:lnTo>
                <a:lnTo>
                  <a:pt x="1236881" y="40277"/>
                </a:lnTo>
                <a:lnTo>
                  <a:pt x="1237317" y="40104"/>
                </a:lnTo>
                <a:lnTo>
                  <a:pt x="1237757" y="39941"/>
                </a:lnTo>
                <a:lnTo>
                  <a:pt x="1238199" y="39787"/>
                </a:lnTo>
                <a:lnTo>
                  <a:pt x="1238645" y="39642"/>
                </a:lnTo>
                <a:lnTo>
                  <a:pt x="1239094" y="39507"/>
                </a:lnTo>
                <a:lnTo>
                  <a:pt x="1239545" y="39381"/>
                </a:lnTo>
                <a:lnTo>
                  <a:pt x="1240000" y="39264"/>
                </a:lnTo>
                <a:lnTo>
                  <a:pt x="1240459" y="39157"/>
                </a:lnTo>
                <a:lnTo>
                  <a:pt x="1240920" y="39059"/>
                </a:lnTo>
                <a:lnTo>
                  <a:pt x="1241384" y="38970"/>
                </a:lnTo>
                <a:lnTo>
                  <a:pt x="1241851" y="38891"/>
                </a:lnTo>
                <a:lnTo>
                  <a:pt x="1242322" y="38821"/>
                </a:lnTo>
                <a:lnTo>
                  <a:pt x="1242796" y="38760"/>
                </a:lnTo>
                <a:lnTo>
                  <a:pt x="1243272" y="38709"/>
                </a:lnTo>
                <a:lnTo>
                  <a:pt x="1243752" y="38667"/>
                </a:lnTo>
                <a:lnTo>
                  <a:pt x="1244235" y="38634"/>
                </a:lnTo>
                <a:lnTo>
                  <a:pt x="1244721" y="38611"/>
                </a:lnTo>
                <a:lnTo>
                  <a:pt x="1245211" y="38597"/>
                </a:lnTo>
                <a:lnTo>
                  <a:pt x="1245703" y="38592"/>
                </a:lnTo>
                <a:lnTo>
                  <a:pt x="1246433" y="38601"/>
                </a:lnTo>
                <a:lnTo>
                  <a:pt x="1247152" y="38629"/>
                </a:lnTo>
                <a:lnTo>
                  <a:pt x="1247862" y="38676"/>
                </a:lnTo>
                <a:lnTo>
                  <a:pt x="1248561" y="38741"/>
                </a:lnTo>
                <a:lnTo>
                  <a:pt x="1249250" y="38825"/>
                </a:lnTo>
                <a:lnTo>
                  <a:pt x="1249928" y="38928"/>
                </a:lnTo>
                <a:lnTo>
                  <a:pt x="1250596" y="39049"/>
                </a:lnTo>
                <a:lnTo>
                  <a:pt x="1251254" y="39189"/>
                </a:lnTo>
                <a:lnTo>
                  <a:pt x="1251902" y="39348"/>
                </a:lnTo>
                <a:lnTo>
                  <a:pt x="1252539" y="39525"/>
                </a:lnTo>
                <a:lnTo>
                  <a:pt x="1253166" y="39721"/>
                </a:lnTo>
                <a:lnTo>
                  <a:pt x="1253783" y="39936"/>
                </a:lnTo>
                <a:lnTo>
                  <a:pt x="1254389" y="40169"/>
                </a:lnTo>
                <a:lnTo>
                  <a:pt x="1254985" y="40421"/>
                </a:lnTo>
                <a:lnTo>
                  <a:pt x="1255571" y="40692"/>
                </a:lnTo>
                <a:lnTo>
                  <a:pt x="1256147" y="40981"/>
                </a:lnTo>
                <a:lnTo>
                  <a:pt x="1256712" y="41289"/>
                </a:lnTo>
                <a:lnTo>
                  <a:pt x="1257267" y="41616"/>
                </a:lnTo>
                <a:lnTo>
                  <a:pt x="1257811" y="41961"/>
                </a:lnTo>
                <a:lnTo>
                  <a:pt x="1258346" y="42325"/>
                </a:lnTo>
                <a:lnTo>
                  <a:pt x="1258870" y="42708"/>
                </a:lnTo>
                <a:lnTo>
                  <a:pt x="1259384" y="43109"/>
                </a:lnTo>
                <a:lnTo>
                  <a:pt x="1259887" y="43529"/>
                </a:lnTo>
                <a:lnTo>
                  <a:pt x="1260381" y="43968"/>
                </a:lnTo>
                <a:lnTo>
                  <a:pt x="1260859" y="44423"/>
                </a:lnTo>
                <a:lnTo>
                  <a:pt x="1261319" y="44892"/>
                </a:lnTo>
                <a:lnTo>
                  <a:pt x="1261760" y="45376"/>
                </a:lnTo>
                <a:lnTo>
                  <a:pt x="1262182" y="45874"/>
                </a:lnTo>
                <a:lnTo>
                  <a:pt x="1262586" y="46387"/>
                </a:lnTo>
                <a:lnTo>
                  <a:pt x="1262970" y="46914"/>
                </a:lnTo>
                <a:lnTo>
                  <a:pt x="1263335" y="47455"/>
                </a:lnTo>
                <a:lnTo>
                  <a:pt x="1263682" y="48011"/>
                </a:lnTo>
                <a:lnTo>
                  <a:pt x="1264009" y="48581"/>
                </a:lnTo>
                <a:lnTo>
                  <a:pt x="1264318" y="49165"/>
                </a:lnTo>
                <a:lnTo>
                  <a:pt x="1264607" y="49764"/>
                </a:lnTo>
                <a:lnTo>
                  <a:pt x="1264878" y="50377"/>
                </a:lnTo>
                <a:lnTo>
                  <a:pt x="1265130" y="51004"/>
                </a:lnTo>
                <a:lnTo>
                  <a:pt x="1265363" y="51646"/>
                </a:lnTo>
                <a:lnTo>
                  <a:pt x="1265577" y="52302"/>
                </a:lnTo>
                <a:lnTo>
                  <a:pt x="1265772" y="52973"/>
                </a:lnTo>
                <a:lnTo>
                  <a:pt x="1265948" y="53657"/>
                </a:lnTo>
                <a:lnTo>
                  <a:pt x="1266105" y="54357"/>
                </a:lnTo>
                <a:lnTo>
                  <a:pt x="1266244" y="55070"/>
                </a:lnTo>
                <a:lnTo>
                  <a:pt x="1266363" y="55798"/>
                </a:lnTo>
                <a:lnTo>
                  <a:pt x="1266464" y="56540"/>
                </a:lnTo>
                <a:lnTo>
                  <a:pt x="1266546" y="57297"/>
                </a:lnTo>
                <a:lnTo>
                  <a:pt x="1266608" y="58068"/>
                </a:lnTo>
                <a:lnTo>
                  <a:pt x="1266652" y="58853"/>
                </a:lnTo>
                <a:lnTo>
                  <a:pt x="1223788" y="58853"/>
                </a:lnTo>
                <a:lnTo>
                  <a:pt x="1223839" y="58325"/>
                </a:lnTo>
                <a:lnTo>
                  <a:pt x="1223908" y="57739"/>
                </a:lnTo>
                <a:lnTo>
                  <a:pt x="1223987" y="57162"/>
                </a:lnTo>
                <a:lnTo>
                  <a:pt x="1224076" y="56594"/>
                </a:lnTo>
                <a:lnTo>
                  <a:pt x="1224176" y="56035"/>
                </a:lnTo>
                <a:close/>
                <a:moveTo>
                  <a:pt x="1494803" y="101386"/>
                </a:moveTo>
                <a:lnTo>
                  <a:pt x="1495588" y="101300"/>
                </a:lnTo>
                <a:lnTo>
                  <a:pt x="1496365" y="101199"/>
                </a:lnTo>
                <a:lnTo>
                  <a:pt x="1497134" y="101083"/>
                </a:lnTo>
                <a:lnTo>
                  <a:pt x="1497896" y="100950"/>
                </a:lnTo>
                <a:lnTo>
                  <a:pt x="1498651" y="100803"/>
                </a:lnTo>
                <a:lnTo>
                  <a:pt x="1499397" y="100639"/>
                </a:lnTo>
                <a:lnTo>
                  <a:pt x="1500136" y="100461"/>
                </a:lnTo>
                <a:lnTo>
                  <a:pt x="1500867" y="100266"/>
                </a:lnTo>
                <a:lnTo>
                  <a:pt x="1501591" y="100056"/>
                </a:lnTo>
                <a:lnTo>
                  <a:pt x="1502307" y="99831"/>
                </a:lnTo>
                <a:lnTo>
                  <a:pt x="1503015" y="99590"/>
                </a:lnTo>
                <a:lnTo>
                  <a:pt x="1503716" y="99334"/>
                </a:lnTo>
                <a:lnTo>
                  <a:pt x="1504409" y="99061"/>
                </a:lnTo>
                <a:lnTo>
                  <a:pt x="1505094" y="98774"/>
                </a:lnTo>
                <a:lnTo>
                  <a:pt x="1505772" y="98471"/>
                </a:lnTo>
                <a:lnTo>
                  <a:pt x="1506442" y="98152"/>
                </a:lnTo>
                <a:lnTo>
                  <a:pt x="1507104" y="97818"/>
                </a:lnTo>
                <a:lnTo>
                  <a:pt x="1507759" y="97468"/>
                </a:lnTo>
                <a:lnTo>
                  <a:pt x="1508406" y="97103"/>
                </a:lnTo>
                <a:lnTo>
                  <a:pt x="1509044" y="96723"/>
                </a:lnTo>
                <a:lnTo>
                  <a:pt x="1509670" y="96330"/>
                </a:lnTo>
                <a:lnTo>
                  <a:pt x="1510286" y="95925"/>
                </a:lnTo>
                <a:lnTo>
                  <a:pt x="1510891" y="95506"/>
                </a:lnTo>
                <a:lnTo>
                  <a:pt x="1511484" y="95075"/>
                </a:lnTo>
                <a:lnTo>
                  <a:pt x="1512067" y="94630"/>
                </a:lnTo>
                <a:lnTo>
                  <a:pt x="1512639" y="94173"/>
                </a:lnTo>
                <a:lnTo>
                  <a:pt x="1513199" y="93703"/>
                </a:lnTo>
                <a:lnTo>
                  <a:pt x="1513749" y="93220"/>
                </a:lnTo>
                <a:lnTo>
                  <a:pt x="1514287" y="92724"/>
                </a:lnTo>
                <a:lnTo>
                  <a:pt x="1514815" y="92215"/>
                </a:lnTo>
                <a:lnTo>
                  <a:pt x="1515332" y="91693"/>
                </a:lnTo>
                <a:lnTo>
                  <a:pt x="1515837" y="91158"/>
                </a:lnTo>
                <a:lnTo>
                  <a:pt x="1516332" y="90610"/>
                </a:lnTo>
                <a:lnTo>
                  <a:pt x="1516815" y="90050"/>
                </a:lnTo>
                <a:lnTo>
                  <a:pt x="1517288" y="89476"/>
                </a:lnTo>
                <a:lnTo>
                  <a:pt x="1517749" y="88890"/>
                </a:lnTo>
                <a:lnTo>
                  <a:pt x="1518200" y="88290"/>
                </a:lnTo>
                <a:lnTo>
                  <a:pt x="1518639" y="87678"/>
                </a:lnTo>
                <a:lnTo>
                  <a:pt x="1519068" y="87053"/>
                </a:lnTo>
                <a:lnTo>
                  <a:pt x="1519485" y="86415"/>
                </a:lnTo>
                <a:lnTo>
                  <a:pt x="1519892" y="85764"/>
                </a:lnTo>
                <a:lnTo>
                  <a:pt x="1520287" y="85100"/>
                </a:lnTo>
                <a:lnTo>
                  <a:pt x="1520671" y="84423"/>
                </a:lnTo>
                <a:lnTo>
                  <a:pt x="1521043" y="83735"/>
                </a:lnTo>
                <a:lnTo>
                  <a:pt x="1521398" y="83036"/>
                </a:lnTo>
                <a:lnTo>
                  <a:pt x="1521738" y="82328"/>
                </a:lnTo>
                <a:lnTo>
                  <a:pt x="1522061" y="81610"/>
                </a:lnTo>
                <a:lnTo>
                  <a:pt x="1522369" y="80883"/>
                </a:lnTo>
                <a:lnTo>
                  <a:pt x="1522662" y="80145"/>
                </a:lnTo>
                <a:lnTo>
                  <a:pt x="1522938" y="79398"/>
                </a:lnTo>
                <a:lnTo>
                  <a:pt x="1523199" y="78641"/>
                </a:lnTo>
                <a:lnTo>
                  <a:pt x="1523443" y="77874"/>
                </a:lnTo>
                <a:lnTo>
                  <a:pt x="1523673" y="77097"/>
                </a:lnTo>
                <a:lnTo>
                  <a:pt x="1523886" y="76311"/>
                </a:lnTo>
                <a:lnTo>
                  <a:pt x="1524083" y="75515"/>
                </a:lnTo>
                <a:lnTo>
                  <a:pt x="1524265" y="74709"/>
                </a:lnTo>
                <a:lnTo>
                  <a:pt x="1524431" y="73893"/>
                </a:lnTo>
                <a:lnTo>
                  <a:pt x="1524581" y="73067"/>
                </a:lnTo>
                <a:lnTo>
                  <a:pt x="1524715" y="72231"/>
                </a:lnTo>
                <a:lnTo>
                  <a:pt x="1524833" y="71386"/>
                </a:lnTo>
                <a:lnTo>
                  <a:pt x="1524936" y="70531"/>
                </a:lnTo>
                <a:lnTo>
                  <a:pt x="1525023" y="69666"/>
                </a:lnTo>
                <a:lnTo>
                  <a:pt x="1525094" y="68791"/>
                </a:lnTo>
                <a:lnTo>
                  <a:pt x="1525149" y="67907"/>
                </a:lnTo>
                <a:lnTo>
                  <a:pt x="1525189" y="67012"/>
                </a:lnTo>
                <a:lnTo>
                  <a:pt x="1525213" y="66108"/>
                </a:lnTo>
                <a:lnTo>
                  <a:pt x="1525220" y="65194"/>
                </a:lnTo>
                <a:lnTo>
                  <a:pt x="1525213" y="64280"/>
                </a:lnTo>
                <a:lnTo>
                  <a:pt x="1525189" y="63376"/>
                </a:lnTo>
                <a:lnTo>
                  <a:pt x="1525150" y="62482"/>
                </a:lnTo>
                <a:lnTo>
                  <a:pt x="1525096" y="61597"/>
                </a:lnTo>
                <a:lnTo>
                  <a:pt x="1525026" y="60722"/>
                </a:lnTo>
                <a:lnTo>
                  <a:pt x="1524940" y="59858"/>
                </a:lnTo>
                <a:lnTo>
                  <a:pt x="1524839" y="59002"/>
                </a:lnTo>
                <a:lnTo>
                  <a:pt x="1524723" y="58157"/>
                </a:lnTo>
                <a:lnTo>
                  <a:pt x="1524590" y="57322"/>
                </a:lnTo>
                <a:lnTo>
                  <a:pt x="1524443" y="56496"/>
                </a:lnTo>
                <a:lnTo>
                  <a:pt x="1524279" y="55680"/>
                </a:lnTo>
                <a:lnTo>
                  <a:pt x="1524101" y="54874"/>
                </a:lnTo>
                <a:lnTo>
                  <a:pt x="1523906" y="54078"/>
                </a:lnTo>
                <a:lnTo>
                  <a:pt x="1523696" y="53292"/>
                </a:lnTo>
                <a:lnTo>
                  <a:pt x="1523471" y="52515"/>
                </a:lnTo>
                <a:lnTo>
                  <a:pt x="1523229" y="51748"/>
                </a:lnTo>
                <a:lnTo>
                  <a:pt x="1522973" y="50991"/>
                </a:lnTo>
                <a:lnTo>
                  <a:pt x="1522701" y="50244"/>
                </a:lnTo>
                <a:lnTo>
                  <a:pt x="1522413" y="49507"/>
                </a:lnTo>
                <a:lnTo>
                  <a:pt x="1522110" y="48779"/>
                </a:lnTo>
                <a:lnTo>
                  <a:pt x="1521791" y="48062"/>
                </a:lnTo>
                <a:lnTo>
                  <a:pt x="1521456" y="47354"/>
                </a:lnTo>
                <a:lnTo>
                  <a:pt x="1521106" y="46656"/>
                </a:lnTo>
                <a:lnTo>
                  <a:pt x="1520741" y="45968"/>
                </a:lnTo>
                <a:lnTo>
                  <a:pt x="1520362" y="45291"/>
                </a:lnTo>
                <a:lnTo>
                  <a:pt x="1519972" y="44626"/>
                </a:lnTo>
                <a:lnTo>
                  <a:pt x="1519571" y="43975"/>
                </a:lnTo>
                <a:lnTo>
                  <a:pt x="1519160" y="43337"/>
                </a:lnTo>
                <a:lnTo>
                  <a:pt x="1518737" y="42712"/>
                </a:lnTo>
                <a:lnTo>
                  <a:pt x="1518303" y="42099"/>
                </a:lnTo>
                <a:lnTo>
                  <a:pt x="1517858" y="41500"/>
                </a:lnTo>
                <a:lnTo>
                  <a:pt x="1517402" y="40913"/>
                </a:lnTo>
                <a:lnTo>
                  <a:pt x="1516935" y="40339"/>
                </a:lnTo>
                <a:lnTo>
                  <a:pt x="1516458" y="39779"/>
                </a:lnTo>
                <a:lnTo>
                  <a:pt x="1515969" y="39231"/>
                </a:lnTo>
                <a:lnTo>
                  <a:pt x="1515469" y="38696"/>
                </a:lnTo>
                <a:lnTo>
                  <a:pt x="1514958" y="38174"/>
                </a:lnTo>
                <a:lnTo>
                  <a:pt x="1514436" y="37665"/>
                </a:lnTo>
                <a:lnTo>
                  <a:pt x="1513903" y="37169"/>
                </a:lnTo>
                <a:lnTo>
                  <a:pt x="1513359" y="36686"/>
                </a:lnTo>
                <a:lnTo>
                  <a:pt x="1512804" y="36216"/>
                </a:lnTo>
                <a:lnTo>
                  <a:pt x="1512239" y="35758"/>
                </a:lnTo>
                <a:lnTo>
                  <a:pt x="1511662" y="35314"/>
                </a:lnTo>
                <a:lnTo>
                  <a:pt x="1511074" y="34882"/>
                </a:lnTo>
                <a:lnTo>
                  <a:pt x="1510475" y="34464"/>
                </a:lnTo>
                <a:lnTo>
                  <a:pt x="1509865" y="34058"/>
                </a:lnTo>
                <a:lnTo>
                  <a:pt x="1509244" y="33666"/>
                </a:lnTo>
                <a:lnTo>
                  <a:pt x="1508612" y="33286"/>
                </a:lnTo>
                <a:lnTo>
                  <a:pt x="1507971" y="32920"/>
                </a:lnTo>
                <a:lnTo>
                  <a:pt x="1507322" y="32570"/>
                </a:lnTo>
                <a:lnTo>
                  <a:pt x="1506664" y="32236"/>
                </a:lnTo>
                <a:lnTo>
                  <a:pt x="1505999" y="31917"/>
                </a:lnTo>
                <a:lnTo>
                  <a:pt x="1505326" y="31614"/>
                </a:lnTo>
                <a:lnTo>
                  <a:pt x="1504645" y="31326"/>
                </a:lnTo>
                <a:lnTo>
                  <a:pt x="1503957" y="31054"/>
                </a:lnTo>
                <a:lnTo>
                  <a:pt x="1503260" y="30797"/>
                </a:lnTo>
                <a:lnTo>
                  <a:pt x="1502555" y="30556"/>
                </a:lnTo>
                <a:lnTo>
                  <a:pt x="1501843" y="30331"/>
                </a:lnTo>
                <a:lnTo>
                  <a:pt x="1501123" y="30121"/>
                </a:lnTo>
                <a:lnTo>
                  <a:pt x="1500394" y="29926"/>
                </a:lnTo>
                <a:lnTo>
                  <a:pt x="1499658" y="29747"/>
                </a:lnTo>
                <a:lnTo>
                  <a:pt x="1498914" y="29584"/>
                </a:lnTo>
                <a:lnTo>
                  <a:pt x="1498162" y="29436"/>
                </a:lnTo>
                <a:lnTo>
                  <a:pt x="1497402" y="29304"/>
                </a:lnTo>
                <a:lnTo>
                  <a:pt x="1496634" y="29187"/>
                </a:lnTo>
                <a:lnTo>
                  <a:pt x="1495859" y="29086"/>
                </a:lnTo>
                <a:lnTo>
                  <a:pt x="1495075" y="29001"/>
                </a:lnTo>
                <a:lnTo>
                  <a:pt x="1494284" y="28931"/>
                </a:lnTo>
                <a:lnTo>
                  <a:pt x="1493484" y="28876"/>
                </a:lnTo>
                <a:lnTo>
                  <a:pt x="1492677" y="28837"/>
                </a:lnTo>
                <a:lnTo>
                  <a:pt x="1491862" y="28814"/>
                </a:lnTo>
                <a:lnTo>
                  <a:pt x="1491039" y="28806"/>
                </a:lnTo>
                <a:lnTo>
                  <a:pt x="1490238" y="28814"/>
                </a:lnTo>
                <a:lnTo>
                  <a:pt x="1489444" y="28837"/>
                </a:lnTo>
                <a:lnTo>
                  <a:pt x="1488656" y="28876"/>
                </a:lnTo>
                <a:lnTo>
                  <a:pt x="1487875" y="28931"/>
                </a:lnTo>
                <a:lnTo>
                  <a:pt x="1487100" y="29001"/>
                </a:lnTo>
                <a:lnTo>
                  <a:pt x="1486331" y="29086"/>
                </a:lnTo>
                <a:lnTo>
                  <a:pt x="1485569" y="29187"/>
                </a:lnTo>
                <a:lnTo>
                  <a:pt x="1484814" y="29304"/>
                </a:lnTo>
                <a:lnTo>
                  <a:pt x="1484065" y="29436"/>
                </a:lnTo>
                <a:lnTo>
                  <a:pt x="1483322" y="29584"/>
                </a:lnTo>
                <a:lnTo>
                  <a:pt x="1482586" y="29747"/>
                </a:lnTo>
                <a:lnTo>
                  <a:pt x="1481856" y="29926"/>
                </a:lnTo>
                <a:lnTo>
                  <a:pt x="1481133" y="30121"/>
                </a:lnTo>
                <a:lnTo>
                  <a:pt x="1480416" y="30331"/>
                </a:lnTo>
                <a:lnTo>
                  <a:pt x="1479706" y="30556"/>
                </a:lnTo>
                <a:lnTo>
                  <a:pt x="1479002" y="30797"/>
                </a:lnTo>
                <a:lnTo>
                  <a:pt x="1478305" y="31054"/>
                </a:lnTo>
                <a:lnTo>
                  <a:pt x="1477614" y="31326"/>
                </a:lnTo>
                <a:lnTo>
                  <a:pt x="1476929" y="31614"/>
                </a:lnTo>
                <a:lnTo>
                  <a:pt x="1476251" y="31917"/>
                </a:lnTo>
                <a:lnTo>
                  <a:pt x="1475580" y="32236"/>
                </a:lnTo>
                <a:lnTo>
                  <a:pt x="1474915" y="32570"/>
                </a:lnTo>
                <a:lnTo>
                  <a:pt x="1474256" y="32920"/>
                </a:lnTo>
                <a:lnTo>
                  <a:pt x="1473604" y="33286"/>
                </a:lnTo>
                <a:lnTo>
                  <a:pt x="1472961" y="33666"/>
                </a:lnTo>
                <a:lnTo>
                  <a:pt x="1472329" y="34058"/>
                </a:lnTo>
                <a:lnTo>
                  <a:pt x="1471709" y="34464"/>
                </a:lnTo>
                <a:lnTo>
                  <a:pt x="1471100" y="34882"/>
                </a:lnTo>
                <a:lnTo>
                  <a:pt x="1470503" y="35314"/>
                </a:lnTo>
                <a:lnTo>
                  <a:pt x="1469917" y="35758"/>
                </a:lnTo>
                <a:lnTo>
                  <a:pt x="1469342" y="36216"/>
                </a:lnTo>
                <a:lnTo>
                  <a:pt x="1468780" y="36686"/>
                </a:lnTo>
                <a:lnTo>
                  <a:pt x="1468228" y="37169"/>
                </a:lnTo>
                <a:lnTo>
                  <a:pt x="1467688" y="37665"/>
                </a:lnTo>
                <a:lnTo>
                  <a:pt x="1467160" y="38174"/>
                </a:lnTo>
                <a:lnTo>
                  <a:pt x="1466643" y="38696"/>
                </a:lnTo>
                <a:lnTo>
                  <a:pt x="1466138" y="39231"/>
                </a:lnTo>
                <a:lnTo>
                  <a:pt x="1465644" y="39779"/>
                </a:lnTo>
                <a:lnTo>
                  <a:pt x="1465161" y="40339"/>
                </a:lnTo>
                <a:lnTo>
                  <a:pt x="1464690" y="40913"/>
                </a:lnTo>
                <a:lnTo>
                  <a:pt x="1464231" y="41500"/>
                </a:lnTo>
                <a:lnTo>
                  <a:pt x="1463783" y="42099"/>
                </a:lnTo>
                <a:lnTo>
                  <a:pt x="1463347" y="42712"/>
                </a:lnTo>
                <a:lnTo>
                  <a:pt x="1462922" y="43337"/>
                </a:lnTo>
                <a:lnTo>
                  <a:pt x="1462508" y="43975"/>
                </a:lnTo>
                <a:lnTo>
                  <a:pt x="1462106" y="44626"/>
                </a:lnTo>
                <a:lnTo>
                  <a:pt x="1461716" y="45291"/>
                </a:lnTo>
                <a:lnTo>
                  <a:pt x="1461336" y="45968"/>
                </a:lnTo>
                <a:lnTo>
                  <a:pt x="1460971" y="46656"/>
                </a:lnTo>
                <a:lnTo>
                  <a:pt x="1460621" y="47355"/>
                </a:lnTo>
                <a:lnTo>
                  <a:pt x="1460287" y="48064"/>
                </a:lnTo>
                <a:lnTo>
                  <a:pt x="1459968" y="48783"/>
                </a:lnTo>
                <a:lnTo>
                  <a:pt x="1459664" y="49513"/>
                </a:lnTo>
                <a:lnTo>
                  <a:pt x="1459377" y="50253"/>
                </a:lnTo>
                <a:lnTo>
                  <a:pt x="1459104" y="51003"/>
                </a:lnTo>
                <a:lnTo>
                  <a:pt x="1458848" y="51764"/>
                </a:lnTo>
                <a:lnTo>
                  <a:pt x="1458607" y="52534"/>
                </a:lnTo>
                <a:lnTo>
                  <a:pt x="1458381" y="53315"/>
                </a:lnTo>
                <a:lnTo>
                  <a:pt x="1458171" y="54107"/>
                </a:lnTo>
                <a:lnTo>
                  <a:pt x="1457977" y="54908"/>
                </a:lnTo>
                <a:lnTo>
                  <a:pt x="1457798" y="55720"/>
                </a:lnTo>
                <a:lnTo>
                  <a:pt x="1457635" y="56543"/>
                </a:lnTo>
                <a:lnTo>
                  <a:pt x="1457487" y="57375"/>
                </a:lnTo>
                <a:lnTo>
                  <a:pt x="1457355" y="58218"/>
                </a:lnTo>
                <a:lnTo>
                  <a:pt x="1457238" y="59071"/>
                </a:lnTo>
                <a:lnTo>
                  <a:pt x="1457137" y="59934"/>
                </a:lnTo>
                <a:lnTo>
                  <a:pt x="1457051" y="60808"/>
                </a:lnTo>
                <a:lnTo>
                  <a:pt x="1456981" y="61692"/>
                </a:lnTo>
                <a:lnTo>
                  <a:pt x="1456927" y="62586"/>
                </a:lnTo>
                <a:lnTo>
                  <a:pt x="1456888" y="63491"/>
                </a:lnTo>
                <a:lnTo>
                  <a:pt x="1456865" y="64406"/>
                </a:lnTo>
                <a:lnTo>
                  <a:pt x="1456857" y="65331"/>
                </a:lnTo>
                <a:lnTo>
                  <a:pt x="1456864" y="66234"/>
                </a:lnTo>
                <a:lnTo>
                  <a:pt x="1456887" y="67127"/>
                </a:lnTo>
                <a:lnTo>
                  <a:pt x="1456926" y="68011"/>
                </a:lnTo>
                <a:lnTo>
                  <a:pt x="1456979" y="68886"/>
                </a:lnTo>
                <a:lnTo>
                  <a:pt x="1457048" y="69752"/>
                </a:lnTo>
                <a:lnTo>
                  <a:pt x="1457132" y="70608"/>
                </a:lnTo>
                <a:lnTo>
                  <a:pt x="1457232" y="71455"/>
                </a:lnTo>
                <a:lnTo>
                  <a:pt x="1457347" y="72292"/>
                </a:lnTo>
                <a:lnTo>
                  <a:pt x="1457477" y="73120"/>
                </a:lnTo>
                <a:lnTo>
                  <a:pt x="1457622" y="73939"/>
                </a:lnTo>
                <a:lnTo>
                  <a:pt x="1457783" y="74749"/>
                </a:lnTo>
                <a:lnTo>
                  <a:pt x="1457959" y="75549"/>
                </a:lnTo>
                <a:lnTo>
                  <a:pt x="1458151" y="76340"/>
                </a:lnTo>
                <a:lnTo>
                  <a:pt x="1458358" y="77121"/>
                </a:lnTo>
                <a:lnTo>
                  <a:pt x="1458580" y="77893"/>
                </a:lnTo>
                <a:lnTo>
                  <a:pt x="1458817" y="78656"/>
                </a:lnTo>
                <a:lnTo>
                  <a:pt x="1459070" y="79410"/>
                </a:lnTo>
                <a:lnTo>
                  <a:pt x="1459338" y="80154"/>
                </a:lnTo>
                <a:lnTo>
                  <a:pt x="1459621" y="80889"/>
                </a:lnTo>
                <a:lnTo>
                  <a:pt x="1459919" y="81614"/>
                </a:lnTo>
                <a:lnTo>
                  <a:pt x="1460233" y="82330"/>
                </a:lnTo>
                <a:lnTo>
                  <a:pt x="1460563" y="83037"/>
                </a:lnTo>
                <a:lnTo>
                  <a:pt x="1460907" y="83735"/>
                </a:lnTo>
                <a:lnTo>
                  <a:pt x="1461267" y="84423"/>
                </a:lnTo>
                <a:lnTo>
                  <a:pt x="1461640" y="85100"/>
                </a:lnTo>
                <a:lnTo>
                  <a:pt x="1462025" y="85764"/>
                </a:lnTo>
                <a:lnTo>
                  <a:pt x="1462422" y="86415"/>
                </a:lnTo>
                <a:lnTo>
                  <a:pt x="1462830" y="87053"/>
                </a:lnTo>
                <a:lnTo>
                  <a:pt x="1463249" y="87678"/>
                </a:lnTo>
                <a:lnTo>
                  <a:pt x="1463680" y="88290"/>
                </a:lnTo>
                <a:lnTo>
                  <a:pt x="1464122" y="88890"/>
                </a:lnTo>
                <a:lnTo>
                  <a:pt x="1464576" y="89476"/>
                </a:lnTo>
                <a:lnTo>
                  <a:pt x="1465041" y="90050"/>
                </a:lnTo>
                <a:lnTo>
                  <a:pt x="1465518" y="90610"/>
                </a:lnTo>
                <a:lnTo>
                  <a:pt x="1466006" y="91158"/>
                </a:lnTo>
                <a:lnTo>
                  <a:pt x="1466506" y="91693"/>
                </a:lnTo>
                <a:lnTo>
                  <a:pt x="1467017" y="92215"/>
                </a:lnTo>
                <a:lnTo>
                  <a:pt x="1467540" y="92724"/>
                </a:lnTo>
                <a:lnTo>
                  <a:pt x="1468074" y="93220"/>
                </a:lnTo>
                <a:lnTo>
                  <a:pt x="1468620" y="93703"/>
                </a:lnTo>
                <a:lnTo>
                  <a:pt x="1469177" y="94173"/>
                </a:lnTo>
                <a:lnTo>
                  <a:pt x="1469745" y="94630"/>
                </a:lnTo>
                <a:lnTo>
                  <a:pt x="1470325" y="95075"/>
                </a:lnTo>
                <a:lnTo>
                  <a:pt x="1470917" y="95506"/>
                </a:lnTo>
                <a:lnTo>
                  <a:pt x="1471520" y="95925"/>
                </a:lnTo>
                <a:lnTo>
                  <a:pt x="1472134" y="96330"/>
                </a:lnTo>
                <a:lnTo>
                  <a:pt x="1472760" y="96723"/>
                </a:lnTo>
                <a:lnTo>
                  <a:pt x="1473398" y="97103"/>
                </a:lnTo>
                <a:lnTo>
                  <a:pt x="1474044" y="97468"/>
                </a:lnTo>
                <a:lnTo>
                  <a:pt x="1474698" y="97818"/>
                </a:lnTo>
                <a:lnTo>
                  <a:pt x="1475358" y="98152"/>
                </a:lnTo>
                <a:lnTo>
                  <a:pt x="1476024" y="98471"/>
                </a:lnTo>
                <a:lnTo>
                  <a:pt x="1476697" y="98774"/>
                </a:lnTo>
                <a:lnTo>
                  <a:pt x="1477378" y="99061"/>
                </a:lnTo>
                <a:lnTo>
                  <a:pt x="1478064" y="99334"/>
                </a:lnTo>
                <a:lnTo>
                  <a:pt x="1478758" y="99590"/>
                </a:lnTo>
                <a:lnTo>
                  <a:pt x="1479458" y="99831"/>
                </a:lnTo>
                <a:lnTo>
                  <a:pt x="1480165" y="100056"/>
                </a:lnTo>
                <a:lnTo>
                  <a:pt x="1480878" y="100266"/>
                </a:lnTo>
                <a:lnTo>
                  <a:pt x="1481598" y="100461"/>
                </a:lnTo>
                <a:lnTo>
                  <a:pt x="1482325" y="100639"/>
                </a:lnTo>
                <a:lnTo>
                  <a:pt x="1483059" y="100803"/>
                </a:lnTo>
                <a:lnTo>
                  <a:pt x="1483799" y="100950"/>
                </a:lnTo>
                <a:lnTo>
                  <a:pt x="1484546" y="101083"/>
                </a:lnTo>
                <a:lnTo>
                  <a:pt x="1485300" y="101199"/>
                </a:lnTo>
                <a:lnTo>
                  <a:pt x="1486060" y="101300"/>
                </a:lnTo>
                <a:lnTo>
                  <a:pt x="1486827" y="101386"/>
                </a:lnTo>
                <a:lnTo>
                  <a:pt x="1487601" y="101456"/>
                </a:lnTo>
                <a:lnTo>
                  <a:pt x="1488382" y="101510"/>
                </a:lnTo>
                <a:lnTo>
                  <a:pt x="1489169" y="101549"/>
                </a:lnTo>
                <a:lnTo>
                  <a:pt x="1489963" y="101572"/>
                </a:lnTo>
                <a:lnTo>
                  <a:pt x="1490763" y="101580"/>
                </a:lnTo>
                <a:lnTo>
                  <a:pt x="1491586" y="101572"/>
                </a:lnTo>
                <a:lnTo>
                  <a:pt x="1492402" y="101549"/>
                </a:lnTo>
                <a:lnTo>
                  <a:pt x="1493210" y="101510"/>
                </a:lnTo>
                <a:lnTo>
                  <a:pt x="1494010" y="101456"/>
                </a:lnTo>
                <a:lnTo>
                  <a:pt x="1494803" y="101386"/>
                </a:lnTo>
                <a:close/>
                <a:moveTo>
                  <a:pt x="1488471" y="91529"/>
                </a:moveTo>
                <a:lnTo>
                  <a:pt x="1487995" y="91472"/>
                </a:lnTo>
                <a:lnTo>
                  <a:pt x="1487521" y="91406"/>
                </a:lnTo>
                <a:lnTo>
                  <a:pt x="1487050" y="91328"/>
                </a:lnTo>
                <a:lnTo>
                  <a:pt x="1486583" y="91241"/>
                </a:lnTo>
                <a:lnTo>
                  <a:pt x="1486118" y="91143"/>
                </a:lnTo>
                <a:lnTo>
                  <a:pt x="1485657" y="91035"/>
                </a:lnTo>
                <a:lnTo>
                  <a:pt x="1485199" y="90917"/>
                </a:lnTo>
                <a:lnTo>
                  <a:pt x="1484744" y="90788"/>
                </a:lnTo>
                <a:lnTo>
                  <a:pt x="1484292" y="90649"/>
                </a:lnTo>
                <a:lnTo>
                  <a:pt x="1483843" y="90500"/>
                </a:lnTo>
                <a:lnTo>
                  <a:pt x="1483397" y="90341"/>
                </a:lnTo>
                <a:lnTo>
                  <a:pt x="1482954" y="90171"/>
                </a:lnTo>
                <a:lnTo>
                  <a:pt x="1482515" y="89991"/>
                </a:lnTo>
                <a:lnTo>
                  <a:pt x="1482078" y="89800"/>
                </a:lnTo>
                <a:lnTo>
                  <a:pt x="1481645" y="89600"/>
                </a:lnTo>
                <a:lnTo>
                  <a:pt x="1481215" y="89389"/>
                </a:lnTo>
                <a:lnTo>
                  <a:pt x="1480788" y="89168"/>
                </a:lnTo>
                <a:lnTo>
                  <a:pt x="1480364" y="88936"/>
                </a:lnTo>
                <a:lnTo>
                  <a:pt x="1479943" y="88694"/>
                </a:lnTo>
                <a:lnTo>
                  <a:pt x="1479527" y="88442"/>
                </a:lnTo>
                <a:lnTo>
                  <a:pt x="1479118" y="88180"/>
                </a:lnTo>
                <a:lnTo>
                  <a:pt x="1478715" y="87907"/>
                </a:lnTo>
                <a:lnTo>
                  <a:pt x="1478319" y="87624"/>
                </a:lnTo>
                <a:lnTo>
                  <a:pt x="1477930" y="87331"/>
                </a:lnTo>
                <a:lnTo>
                  <a:pt x="1477548" y="87027"/>
                </a:lnTo>
                <a:lnTo>
                  <a:pt x="1477172" y="86714"/>
                </a:lnTo>
                <a:lnTo>
                  <a:pt x="1476803" y="86390"/>
                </a:lnTo>
                <a:lnTo>
                  <a:pt x="1476441" y="86055"/>
                </a:lnTo>
                <a:lnTo>
                  <a:pt x="1476085" y="85710"/>
                </a:lnTo>
                <a:lnTo>
                  <a:pt x="1475736" y="85356"/>
                </a:lnTo>
                <a:lnTo>
                  <a:pt x="1475394" y="84990"/>
                </a:lnTo>
                <a:lnTo>
                  <a:pt x="1475059" y="84615"/>
                </a:lnTo>
                <a:lnTo>
                  <a:pt x="1474730" y="84229"/>
                </a:lnTo>
                <a:lnTo>
                  <a:pt x="1474408" y="83833"/>
                </a:lnTo>
                <a:lnTo>
                  <a:pt x="1474092" y="83426"/>
                </a:lnTo>
                <a:lnTo>
                  <a:pt x="1473784" y="83010"/>
                </a:lnTo>
                <a:lnTo>
                  <a:pt x="1473482" y="82583"/>
                </a:lnTo>
                <a:lnTo>
                  <a:pt x="1473186" y="82145"/>
                </a:lnTo>
                <a:lnTo>
                  <a:pt x="1472898" y="81698"/>
                </a:lnTo>
                <a:lnTo>
                  <a:pt x="1472616" y="81240"/>
                </a:lnTo>
                <a:lnTo>
                  <a:pt x="1472340" y="80772"/>
                </a:lnTo>
                <a:lnTo>
                  <a:pt x="1472072" y="80293"/>
                </a:lnTo>
                <a:lnTo>
                  <a:pt x="1471810" y="79805"/>
                </a:lnTo>
                <a:lnTo>
                  <a:pt x="1471557" y="79306"/>
                </a:lnTo>
                <a:lnTo>
                  <a:pt x="1471315" y="78798"/>
                </a:lnTo>
                <a:lnTo>
                  <a:pt x="1471083" y="78280"/>
                </a:lnTo>
                <a:lnTo>
                  <a:pt x="1470863" y="77752"/>
                </a:lnTo>
                <a:lnTo>
                  <a:pt x="1470653" y="77215"/>
                </a:lnTo>
                <a:lnTo>
                  <a:pt x="1470454" y="76669"/>
                </a:lnTo>
                <a:lnTo>
                  <a:pt x="1470265" y="76113"/>
                </a:lnTo>
                <a:lnTo>
                  <a:pt x="1470088" y="75547"/>
                </a:lnTo>
                <a:lnTo>
                  <a:pt x="1469921" y="74972"/>
                </a:lnTo>
                <a:lnTo>
                  <a:pt x="1469765" y="74387"/>
                </a:lnTo>
                <a:lnTo>
                  <a:pt x="1469619" y="73793"/>
                </a:lnTo>
                <a:lnTo>
                  <a:pt x="1469485" y="73189"/>
                </a:lnTo>
                <a:lnTo>
                  <a:pt x="1469361" y="72575"/>
                </a:lnTo>
                <a:lnTo>
                  <a:pt x="1469248" y="71952"/>
                </a:lnTo>
                <a:lnTo>
                  <a:pt x="1469146" y="71319"/>
                </a:lnTo>
                <a:lnTo>
                  <a:pt x="1469054" y="70677"/>
                </a:lnTo>
                <a:lnTo>
                  <a:pt x="1468974" y="70025"/>
                </a:lnTo>
                <a:lnTo>
                  <a:pt x="1468904" y="69364"/>
                </a:lnTo>
                <a:lnTo>
                  <a:pt x="1468844" y="68693"/>
                </a:lnTo>
                <a:lnTo>
                  <a:pt x="1468796" y="68012"/>
                </a:lnTo>
                <a:lnTo>
                  <a:pt x="1468758" y="67322"/>
                </a:lnTo>
                <a:lnTo>
                  <a:pt x="1468731" y="66622"/>
                </a:lnTo>
                <a:lnTo>
                  <a:pt x="1468715" y="65913"/>
                </a:lnTo>
                <a:lnTo>
                  <a:pt x="1468710" y="65194"/>
                </a:lnTo>
                <a:lnTo>
                  <a:pt x="1468715" y="64464"/>
                </a:lnTo>
                <a:lnTo>
                  <a:pt x="1468731" y="63745"/>
                </a:lnTo>
                <a:lnTo>
                  <a:pt x="1468758" y="63035"/>
                </a:lnTo>
                <a:lnTo>
                  <a:pt x="1468796" y="62336"/>
                </a:lnTo>
                <a:lnTo>
                  <a:pt x="1468844" y="61648"/>
                </a:lnTo>
                <a:lnTo>
                  <a:pt x="1468904" y="60969"/>
                </a:lnTo>
                <a:lnTo>
                  <a:pt x="1468974" y="60301"/>
                </a:lnTo>
                <a:lnTo>
                  <a:pt x="1469054" y="59643"/>
                </a:lnTo>
                <a:lnTo>
                  <a:pt x="1469146" y="58996"/>
                </a:lnTo>
                <a:lnTo>
                  <a:pt x="1469248" y="58358"/>
                </a:lnTo>
                <a:lnTo>
                  <a:pt x="1469361" y="57731"/>
                </a:lnTo>
                <a:lnTo>
                  <a:pt x="1469485" y="57115"/>
                </a:lnTo>
                <a:lnTo>
                  <a:pt x="1469619" y="56508"/>
                </a:lnTo>
                <a:lnTo>
                  <a:pt x="1469765" y="55912"/>
                </a:lnTo>
                <a:lnTo>
                  <a:pt x="1469921" y="55326"/>
                </a:lnTo>
                <a:lnTo>
                  <a:pt x="1470088" y="54751"/>
                </a:lnTo>
                <a:lnTo>
                  <a:pt x="1470265" y="54185"/>
                </a:lnTo>
                <a:lnTo>
                  <a:pt x="1470454" y="53630"/>
                </a:lnTo>
                <a:lnTo>
                  <a:pt x="1470653" y="53086"/>
                </a:lnTo>
                <a:lnTo>
                  <a:pt x="1470863" y="52551"/>
                </a:lnTo>
                <a:lnTo>
                  <a:pt x="1471083" y="52027"/>
                </a:lnTo>
                <a:lnTo>
                  <a:pt x="1471315" y="51513"/>
                </a:lnTo>
                <a:lnTo>
                  <a:pt x="1471557" y="51010"/>
                </a:lnTo>
                <a:lnTo>
                  <a:pt x="1471810" y="50517"/>
                </a:lnTo>
                <a:lnTo>
                  <a:pt x="1472072" y="50033"/>
                </a:lnTo>
                <a:lnTo>
                  <a:pt x="1472341" y="49560"/>
                </a:lnTo>
                <a:lnTo>
                  <a:pt x="1472618" y="49097"/>
                </a:lnTo>
                <a:lnTo>
                  <a:pt x="1472901" y="48644"/>
                </a:lnTo>
                <a:lnTo>
                  <a:pt x="1473192" y="48201"/>
                </a:lnTo>
                <a:lnTo>
                  <a:pt x="1473490" y="47768"/>
                </a:lnTo>
                <a:lnTo>
                  <a:pt x="1473795" y="47345"/>
                </a:lnTo>
                <a:lnTo>
                  <a:pt x="1474108" y="46932"/>
                </a:lnTo>
                <a:lnTo>
                  <a:pt x="1474427" y="46529"/>
                </a:lnTo>
                <a:lnTo>
                  <a:pt x="1474754" y="46137"/>
                </a:lnTo>
                <a:lnTo>
                  <a:pt x="1475088" y="45754"/>
                </a:lnTo>
                <a:lnTo>
                  <a:pt x="1475429" y="45381"/>
                </a:lnTo>
                <a:lnTo>
                  <a:pt x="1475777" y="45019"/>
                </a:lnTo>
                <a:lnTo>
                  <a:pt x="1476132" y="44666"/>
                </a:lnTo>
                <a:lnTo>
                  <a:pt x="1476495" y="44324"/>
                </a:lnTo>
                <a:lnTo>
                  <a:pt x="1476865" y="43991"/>
                </a:lnTo>
                <a:lnTo>
                  <a:pt x="1477242" y="43669"/>
                </a:lnTo>
                <a:lnTo>
                  <a:pt x="1477626" y="43357"/>
                </a:lnTo>
                <a:lnTo>
                  <a:pt x="1478017" y="43054"/>
                </a:lnTo>
                <a:lnTo>
                  <a:pt x="1478416" y="42762"/>
                </a:lnTo>
                <a:lnTo>
                  <a:pt x="1478821" y="42480"/>
                </a:lnTo>
                <a:lnTo>
                  <a:pt x="1479234" y="42208"/>
                </a:lnTo>
                <a:lnTo>
                  <a:pt x="1479654" y="41946"/>
                </a:lnTo>
                <a:lnTo>
                  <a:pt x="1480081" y="41694"/>
                </a:lnTo>
                <a:lnTo>
                  <a:pt x="1480513" y="41452"/>
                </a:lnTo>
                <a:lnTo>
                  <a:pt x="1480947" y="41221"/>
                </a:lnTo>
                <a:lnTo>
                  <a:pt x="1481383" y="41000"/>
                </a:lnTo>
                <a:lnTo>
                  <a:pt x="1481822" y="40789"/>
                </a:lnTo>
                <a:lnTo>
                  <a:pt x="1482262" y="40588"/>
                </a:lnTo>
                <a:lnTo>
                  <a:pt x="1482705" y="40398"/>
                </a:lnTo>
                <a:lnTo>
                  <a:pt x="1483150" y="40218"/>
                </a:lnTo>
                <a:lnTo>
                  <a:pt x="1483596" y="40048"/>
                </a:lnTo>
                <a:lnTo>
                  <a:pt x="1484045" y="39888"/>
                </a:lnTo>
                <a:lnTo>
                  <a:pt x="1484497" y="39739"/>
                </a:lnTo>
                <a:lnTo>
                  <a:pt x="1484950" y="39600"/>
                </a:lnTo>
                <a:lnTo>
                  <a:pt x="1485405" y="39472"/>
                </a:lnTo>
                <a:lnTo>
                  <a:pt x="1485863" y="39353"/>
                </a:lnTo>
                <a:lnTo>
                  <a:pt x="1486323" y="39245"/>
                </a:lnTo>
                <a:lnTo>
                  <a:pt x="1486785" y="39148"/>
                </a:lnTo>
                <a:lnTo>
                  <a:pt x="1487249" y="39060"/>
                </a:lnTo>
                <a:lnTo>
                  <a:pt x="1487715" y="38983"/>
                </a:lnTo>
                <a:lnTo>
                  <a:pt x="1488183" y="38916"/>
                </a:lnTo>
                <a:lnTo>
                  <a:pt x="1488654" y="38859"/>
                </a:lnTo>
                <a:lnTo>
                  <a:pt x="1489127" y="38813"/>
                </a:lnTo>
                <a:lnTo>
                  <a:pt x="1489601" y="38777"/>
                </a:lnTo>
                <a:lnTo>
                  <a:pt x="1490078" y="38751"/>
                </a:lnTo>
                <a:lnTo>
                  <a:pt x="1490557" y="38736"/>
                </a:lnTo>
                <a:lnTo>
                  <a:pt x="1491039" y="38731"/>
                </a:lnTo>
                <a:lnTo>
                  <a:pt x="1491542" y="38736"/>
                </a:lnTo>
                <a:lnTo>
                  <a:pt x="1492042" y="38751"/>
                </a:lnTo>
                <a:lnTo>
                  <a:pt x="1492539" y="38777"/>
                </a:lnTo>
                <a:lnTo>
                  <a:pt x="1493032" y="38813"/>
                </a:lnTo>
                <a:lnTo>
                  <a:pt x="1493521" y="38859"/>
                </a:lnTo>
                <a:lnTo>
                  <a:pt x="1494007" y="38916"/>
                </a:lnTo>
                <a:lnTo>
                  <a:pt x="1494489" y="38983"/>
                </a:lnTo>
                <a:lnTo>
                  <a:pt x="1494967" y="39060"/>
                </a:lnTo>
                <a:lnTo>
                  <a:pt x="1495442" y="39148"/>
                </a:lnTo>
                <a:lnTo>
                  <a:pt x="1495913" y="39245"/>
                </a:lnTo>
                <a:lnTo>
                  <a:pt x="1496381" y="39353"/>
                </a:lnTo>
                <a:lnTo>
                  <a:pt x="1496845" y="39472"/>
                </a:lnTo>
                <a:lnTo>
                  <a:pt x="1497306" y="39600"/>
                </a:lnTo>
                <a:lnTo>
                  <a:pt x="1497763" y="39739"/>
                </a:lnTo>
                <a:lnTo>
                  <a:pt x="1498216" y="39888"/>
                </a:lnTo>
                <a:lnTo>
                  <a:pt x="1498666" y="40048"/>
                </a:lnTo>
                <a:lnTo>
                  <a:pt x="1499112" y="40218"/>
                </a:lnTo>
                <a:lnTo>
                  <a:pt x="1499555" y="40398"/>
                </a:lnTo>
                <a:lnTo>
                  <a:pt x="1499994" y="40588"/>
                </a:lnTo>
                <a:lnTo>
                  <a:pt x="1500429" y="40789"/>
                </a:lnTo>
                <a:lnTo>
                  <a:pt x="1500861" y="41000"/>
                </a:lnTo>
                <a:lnTo>
                  <a:pt x="1501289" y="41221"/>
                </a:lnTo>
                <a:lnTo>
                  <a:pt x="1501714" y="41452"/>
                </a:lnTo>
                <a:lnTo>
                  <a:pt x="1502135" y="41694"/>
                </a:lnTo>
                <a:lnTo>
                  <a:pt x="1502550" y="41946"/>
                </a:lnTo>
                <a:lnTo>
                  <a:pt x="1502960" y="42208"/>
                </a:lnTo>
                <a:lnTo>
                  <a:pt x="1503362" y="42480"/>
                </a:lnTo>
                <a:lnTo>
                  <a:pt x="1503758" y="42762"/>
                </a:lnTo>
                <a:lnTo>
                  <a:pt x="1504147" y="43054"/>
                </a:lnTo>
                <a:lnTo>
                  <a:pt x="1504529" y="43357"/>
                </a:lnTo>
                <a:lnTo>
                  <a:pt x="1504905" y="43669"/>
                </a:lnTo>
                <a:lnTo>
                  <a:pt x="1505274" y="43991"/>
                </a:lnTo>
                <a:lnTo>
                  <a:pt x="1505636" y="44324"/>
                </a:lnTo>
                <a:lnTo>
                  <a:pt x="1505992" y="44666"/>
                </a:lnTo>
                <a:lnTo>
                  <a:pt x="1506340" y="45019"/>
                </a:lnTo>
                <a:lnTo>
                  <a:pt x="1506683" y="45381"/>
                </a:lnTo>
                <a:lnTo>
                  <a:pt x="1507018" y="45754"/>
                </a:lnTo>
                <a:lnTo>
                  <a:pt x="1507347" y="46137"/>
                </a:lnTo>
                <a:lnTo>
                  <a:pt x="1507669" y="46529"/>
                </a:lnTo>
                <a:lnTo>
                  <a:pt x="1507984" y="46932"/>
                </a:lnTo>
                <a:lnTo>
                  <a:pt x="1508293" y="47345"/>
                </a:lnTo>
                <a:lnTo>
                  <a:pt x="1508595" y="47768"/>
                </a:lnTo>
                <a:lnTo>
                  <a:pt x="1508890" y="48201"/>
                </a:lnTo>
                <a:lnTo>
                  <a:pt x="1509178" y="48644"/>
                </a:lnTo>
                <a:lnTo>
                  <a:pt x="1509460" y="49097"/>
                </a:lnTo>
                <a:lnTo>
                  <a:pt x="1509735" y="49560"/>
                </a:lnTo>
                <a:lnTo>
                  <a:pt x="1510004" y="50033"/>
                </a:lnTo>
                <a:lnTo>
                  <a:pt x="1510265" y="50517"/>
                </a:lnTo>
                <a:lnTo>
                  <a:pt x="1510518" y="51010"/>
                </a:lnTo>
                <a:lnTo>
                  <a:pt x="1510761" y="51513"/>
                </a:lnTo>
                <a:lnTo>
                  <a:pt x="1510992" y="52027"/>
                </a:lnTo>
                <a:lnTo>
                  <a:pt x="1511213" y="52551"/>
                </a:lnTo>
                <a:lnTo>
                  <a:pt x="1511423" y="53086"/>
                </a:lnTo>
                <a:lnTo>
                  <a:pt x="1511622" y="53630"/>
                </a:lnTo>
                <a:lnTo>
                  <a:pt x="1511811" y="54185"/>
                </a:lnTo>
                <a:lnTo>
                  <a:pt x="1511989" y="54751"/>
                </a:lnTo>
                <a:lnTo>
                  <a:pt x="1512156" y="55326"/>
                </a:lnTo>
                <a:lnTo>
                  <a:pt x="1512312" y="55912"/>
                </a:lnTo>
                <a:lnTo>
                  <a:pt x="1512457" y="56508"/>
                </a:lnTo>
                <a:lnTo>
                  <a:pt x="1512592" y="57115"/>
                </a:lnTo>
                <a:lnTo>
                  <a:pt x="1512716" y="57731"/>
                </a:lnTo>
                <a:lnTo>
                  <a:pt x="1512829" y="58358"/>
                </a:lnTo>
                <a:lnTo>
                  <a:pt x="1512931" y="58996"/>
                </a:lnTo>
                <a:lnTo>
                  <a:pt x="1513023" y="59643"/>
                </a:lnTo>
                <a:lnTo>
                  <a:pt x="1513103" y="60301"/>
                </a:lnTo>
                <a:lnTo>
                  <a:pt x="1513173" y="60969"/>
                </a:lnTo>
                <a:lnTo>
                  <a:pt x="1513233" y="61648"/>
                </a:lnTo>
                <a:lnTo>
                  <a:pt x="1513281" y="62336"/>
                </a:lnTo>
                <a:lnTo>
                  <a:pt x="1513319" y="63035"/>
                </a:lnTo>
                <a:lnTo>
                  <a:pt x="1513346" y="63745"/>
                </a:lnTo>
                <a:lnTo>
                  <a:pt x="1513362" y="64464"/>
                </a:lnTo>
                <a:lnTo>
                  <a:pt x="1513367" y="65194"/>
                </a:lnTo>
                <a:lnTo>
                  <a:pt x="1513362" y="65913"/>
                </a:lnTo>
                <a:lnTo>
                  <a:pt x="1513345" y="66622"/>
                </a:lnTo>
                <a:lnTo>
                  <a:pt x="1513318" y="67322"/>
                </a:lnTo>
                <a:lnTo>
                  <a:pt x="1513279" y="68012"/>
                </a:lnTo>
                <a:lnTo>
                  <a:pt x="1513230" y="68693"/>
                </a:lnTo>
                <a:lnTo>
                  <a:pt x="1513169" y="69364"/>
                </a:lnTo>
                <a:lnTo>
                  <a:pt x="1513098" y="70025"/>
                </a:lnTo>
                <a:lnTo>
                  <a:pt x="1513015" y="70677"/>
                </a:lnTo>
                <a:lnTo>
                  <a:pt x="1512921" y="71319"/>
                </a:lnTo>
                <a:lnTo>
                  <a:pt x="1512817" y="71952"/>
                </a:lnTo>
                <a:lnTo>
                  <a:pt x="1512701" y="72575"/>
                </a:lnTo>
                <a:lnTo>
                  <a:pt x="1512574" y="73189"/>
                </a:lnTo>
                <a:lnTo>
                  <a:pt x="1512437" y="73793"/>
                </a:lnTo>
                <a:lnTo>
                  <a:pt x="1512288" y="74387"/>
                </a:lnTo>
                <a:lnTo>
                  <a:pt x="1512128" y="74972"/>
                </a:lnTo>
                <a:lnTo>
                  <a:pt x="1511958" y="75547"/>
                </a:lnTo>
                <a:lnTo>
                  <a:pt x="1511776" y="76113"/>
                </a:lnTo>
                <a:lnTo>
                  <a:pt x="1511583" y="76669"/>
                </a:lnTo>
                <a:lnTo>
                  <a:pt x="1511380" y="77215"/>
                </a:lnTo>
                <a:lnTo>
                  <a:pt x="1511165" y="77752"/>
                </a:lnTo>
                <a:lnTo>
                  <a:pt x="1510939" y="78280"/>
                </a:lnTo>
                <a:lnTo>
                  <a:pt x="1510702" y="78798"/>
                </a:lnTo>
                <a:lnTo>
                  <a:pt x="1510455" y="79306"/>
                </a:lnTo>
                <a:lnTo>
                  <a:pt x="1510196" y="79805"/>
                </a:lnTo>
                <a:lnTo>
                  <a:pt x="1509928" y="80293"/>
                </a:lnTo>
                <a:lnTo>
                  <a:pt x="1509654" y="80772"/>
                </a:lnTo>
                <a:lnTo>
                  <a:pt x="1509373" y="81240"/>
                </a:lnTo>
                <a:lnTo>
                  <a:pt x="1509086" y="81698"/>
                </a:lnTo>
                <a:lnTo>
                  <a:pt x="1508791" y="82145"/>
                </a:lnTo>
                <a:lnTo>
                  <a:pt x="1508490" y="82583"/>
                </a:lnTo>
                <a:lnTo>
                  <a:pt x="1508183" y="83010"/>
                </a:lnTo>
                <a:lnTo>
                  <a:pt x="1507868" y="83426"/>
                </a:lnTo>
                <a:lnTo>
                  <a:pt x="1507547" y="83833"/>
                </a:lnTo>
                <a:lnTo>
                  <a:pt x="1507220" y="84229"/>
                </a:lnTo>
                <a:lnTo>
                  <a:pt x="1506885" y="84615"/>
                </a:lnTo>
                <a:lnTo>
                  <a:pt x="1506544" y="84990"/>
                </a:lnTo>
                <a:lnTo>
                  <a:pt x="1506196" y="85356"/>
                </a:lnTo>
                <a:lnTo>
                  <a:pt x="1505841" y="85710"/>
                </a:lnTo>
                <a:lnTo>
                  <a:pt x="1505480" y="86055"/>
                </a:lnTo>
                <a:lnTo>
                  <a:pt x="1505112" y="86390"/>
                </a:lnTo>
                <a:lnTo>
                  <a:pt x="1504737" y="86714"/>
                </a:lnTo>
                <a:lnTo>
                  <a:pt x="1504356" y="87027"/>
                </a:lnTo>
                <a:lnTo>
                  <a:pt x="1503968" y="87331"/>
                </a:lnTo>
                <a:lnTo>
                  <a:pt x="1503573" y="87624"/>
                </a:lnTo>
                <a:lnTo>
                  <a:pt x="1503171" y="87907"/>
                </a:lnTo>
                <a:lnTo>
                  <a:pt x="1502763" y="88180"/>
                </a:lnTo>
                <a:lnTo>
                  <a:pt x="1502348" y="88442"/>
                </a:lnTo>
                <a:lnTo>
                  <a:pt x="1501926" y="88694"/>
                </a:lnTo>
                <a:lnTo>
                  <a:pt x="1501500" y="88936"/>
                </a:lnTo>
                <a:lnTo>
                  <a:pt x="1501071" y="89168"/>
                </a:lnTo>
                <a:lnTo>
                  <a:pt x="1500639" y="89389"/>
                </a:lnTo>
                <a:lnTo>
                  <a:pt x="1500204" y="89600"/>
                </a:lnTo>
                <a:lnTo>
                  <a:pt x="1499766" y="89800"/>
                </a:lnTo>
                <a:lnTo>
                  <a:pt x="1499326" y="89991"/>
                </a:lnTo>
                <a:lnTo>
                  <a:pt x="1498882" y="90171"/>
                </a:lnTo>
                <a:lnTo>
                  <a:pt x="1498436" y="90341"/>
                </a:lnTo>
                <a:lnTo>
                  <a:pt x="1497986" y="90500"/>
                </a:lnTo>
                <a:lnTo>
                  <a:pt x="1497534" y="90649"/>
                </a:lnTo>
                <a:lnTo>
                  <a:pt x="1497079" y="90788"/>
                </a:lnTo>
                <a:lnTo>
                  <a:pt x="1496621" y="90917"/>
                </a:lnTo>
                <a:lnTo>
                  <a:pt x="1496161" y="91035"/>
                </a:lnTo>
                <a:lnTo>
                  <a:pt x="1495697" y="91143"/>
                </a:lnTo>
                <a:lnTo>
                  <a:pt x="1495230" y="91241"/>
                </a:lnTo>
                <a:lnTo>
                  <a:pt x="1494761" y="91328"/>
                </a:lnTo>
                <a:lnTo>
                  <a:pt x="1494289" y="91406"/>
                </a:lnTo>
                <a:lnTo>
                  <a:pt x="1493813" y="91472"/>
                </a:lnTo>
                <a:lnTo>
                  <a:pt x="1493335" y="91529"/>
                </a:lnTo>
                <a:lnTo>
                  <a:pt x="1492854" y="91575"/>
                </a:lnTo>
                <a:lnTo>
                  <a:pt x="1492371" y="91611"/>
                </a:lnTo>
                <a:lnTo>
                  <a:pt x="1491884" y="91637"/>
                </a:lnTo>
                <a:lnTo>
                  <a:pt x="1491394" y="91652"/>
                </a:lnTo>
                <a:lnTo>
                  <a:pt x="1490902" y="91658"/>
                </a:lnTo>
                <a:lnTo>
                  <a:pt x="1490410" y="91652"/>
                </a:lnTo>
                <a:lnTo>
                  <a:pt x="1489920" y="91637"/>
                </a:lnTo>
                <a:lnTo>
                  <a:pt x="1489434" y="91611"/>
                </a:lnTo>
                <a:lnTo>
                  <a:pt x="1488951" y="91575"/>
                </a:lnTo>
                <a:lnTo>
                  <a:pt x="1488471" y="91529"/>
                </a:lnTo>
                <a:close/>
                <a:moveTo>
                  <a:pt x="1439353" y="99927"/>
                </a:moveTo>
                <a:lnTo>
                  <a:pt x="1439353" y="30461"/>
                </a:lnTo>
                <a:lnTo>
                  <a:pt x="1427776" y="30461"/>
                </a:lnTo>
                <a:lnTo>
                  <a:pt x="1427776" y="99927"/>
                </a:lnTo>
                <a:lnTo>
                  <a:pt x="1439353" y="99927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245EE-E642-4014-97FC-CA9F9C0F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148" y="2426318"/>
            <a:ext cx="1420921" cy="249294"/>
          </a:xfrm>
          <a:custGeom xmlns:a="http://schemas.openxmlformats.org/drawingml/2006/main">
            <a:pathLst>
              <a:path w="1420921" h="249294">
                <a:moveTo>
                  <a:pt x="0" y="41546"/>
                </a:moveTo>
                <a:lnTo>
                  <a:pt x="0" y="41546"/>
                </a:lnTo>
                <a:cubicBezTo>
                  <a:pt x="0" y="18607"/>
                  <a:pt x="18607" y="0"/>
                  <a:pt x="41546" y="0"/>
                </a:cubicBezTo>
                <a:lnTo>
                  <a:pt x="1379375" y="0"/>
                </a:lnTo>
                <a:cubicBezTo>
                  <a:pt x="1390402" y="0"/>
                  <a:pt x="1400975" y="4371"/>
                  <a:pt x="1408753" y="12168"/>
                </a:cubicBezTo>
                <a:cubicBezTo>
                  <a:pt x="1416550" y="19966"/>
                  <a:pt x="1420921" y="30539"/>
                  <a:pt x="1420921" y="41546"/>
                </a:cubicBezTo>
                <a:lnTo>
                  <a:pt x="1420921" y="207748"/>
                </a:lnTo>
                <a:cubicBezTo>
                  <a:pt x="1420921" y="230706"/>
                  <a:pt x="1402334" y="249294"/>
                  <a:pt x="1379375" y="249294"/>
                </a:cubicBezTo>
                <a:lnTo>
                  <a:pt x="41546" y="249294"/>
                </a:lnTo>
                <a:cubicBezTo>
                  <a:pt x="18607" y="249294"/>
                  <a:pt x="0" y="230706"/>
                  <a:pt x="0" y="207748"/>
                </a:cubicBez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4FDCB-A803-4171-A2AE-5B74D39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148" y="2426318"/>
            <a:ext cx="1420921" cy="249294"/>
          </a:xfrm>
          <a:custGeom xmlns:a="http://schemas.openxmlformats.org/drawingml/2006/main">
            <a:pathLst>
              <a:path w="1420921" h="249294" fill="none">
                <a:moveTo>
                  <a:pt x="0" y="41546"/>
                </a:moveTo>
                <a:lnTo>
                  <a:pt x="0" y="41546"/>
                </a:lnTo>
                <a:cubicBezTo>
                  <a:pt x="0" y="18607"/>
                  <a:pt x="18607" y="0"/>
                  <a:pt x="41546" y="0"/>
                </a:cubicBezTo>
                <a:lnTo>
                  <a:pt x="1379375" y="0"/>
                </a:lnTo>
                <a:cubicBezTo>
                  <a:pt x="1390402" y="0"/>
                  <a:pt x="1400975" y="4371"/>
                  <a:pt x="1408753" y="12168"/>
                </a:cubicBezTo>
                <a:cubicBezTo>
                  <a:pt x="1416550" y="19966"/>
                  <a:pt x="1420921" y="30539"/>
                  <a:pt x="1420921" y="41546"/>
                </a:cubicBezTo>
                <a:lnTo>
                  <a:pt x="1420921" y="207748"/>
                </a:lnTo>
                <a:cubicBezTo>
                  <a:pt x="1420921" y="230706"/>
                  <a:pt x="1402334" y="249294"/>
                  <a:pt x="1379375" y="249294"/>
                </a:cubicBezTo>
                <a:lnTo>
                  <a:pt x="41546" y="249294"/>
                </a:lnTo>
                <a:cubicBezTo>
                  <a:pt x="18607" y="249294"/>
                  <a:pt x="0" y="230706"/>
                  <a:pt x="0" y="207748"/>
                </a:cubicBezTo>
                <a:lnTo>
                  <a:pt x="0" y="41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78" name="Text MLP">
            <a:extLst xmlns:a="http://schemas.openxmlformats.org/drawingml/2006/main">
              <a:ext uri="{FF2B5EF4-FFF2-40B4-BE49-F238E27FC236}">
                <a16:creationId xmlns:a16="http://schemas.microsoft.com/office/drawing/2014/main" id="{5651FED1-F360-49F5-8259-022D6D53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788" y="2505589"/>
            <a:ext cx="253193" cy="96480"/>
          </a:xfrm>
          <a:custGeom xmlns:a="http://schemas.openxmlformats.org/drawingml/2006/main">
            <a:pathLst>
              <a:path w="253193" h="96480">
                <a:moveTo>
                  <a:pt x="0" y="96480"/>
                </a:moveTo>
                <a:lnTo>
                  <a:pt x="0" y="0"/>
                </a:lnTo>
                <a:lnTo>
                  <a:pt x="13508" y="0"/>
                </a:lnTo>
                <a:lnTo>
                  <a:pt x="47551" y="67398"/>
                </a:lnTo>
                <a:lnTo>
                  <a:pt x="81733" y="0"/>
                </a:lnTo>
                <a:lnTo>
                  <a:pt x="95378" y="0"/>
                </a:lnTo>
                <a:lnTo>
                  <a:pt x="95378" y="96480"/>
                </a:lnTo>
                <a:lnTo>
                  <a:pt x="83800" y="96480"/>
                </a:lnTo>
                <a:lnTo>
                  <a:pt x="83800" y="20674"/>
                </a:lnTo>
                <a:lnTo>
                  <a:pt x="51961" y="82972"/>
                </a:lnTo>
                <a:lnTo>
                  <a:pt x="43280" y="82972"/>
                </a:lnTo>
                <a:lnTo>
                  <a:pt x="11578" y="20949"/>
                </a:lnTo>
                <a:lnTo>
                  <a:pt x="11578" y="96480"/>
                </a:lnTo>
                <a:lnTo>
                  <a:pt x="0" y="96480"/>
                </a:lnTo>
                <a:close/>
                <a:moveTo>
                  <a:pt x="115914" y="96480"/>
                </a:moveTo>
                <a:lnTo>
                  <a:pt x="115914" y="0"/>
                </a:lnTo>
                <a:lnTo>
                  <a:pt x="127492" y="0"/>
                </a:lnTo>
                <a:lnTo>
                  <a:pt x="127492" y="87245"/>
                </a:lnTo>
                <a:lnTo>
                  <a:pt x="172424" y="87245"/>
                </a:lnTo>
                <a:lnTo>
                  <a:pt x="172424" y="96480"/>
                </a:lnTo>
                <a:lnTo>
                  <a:pt x="115914" y="96480"/>
                </a:lnTo>
                <a:close/>
                <a:moveTo>
                  <a:pt x="188550" y="96480"/>
                </a:moveTo>
                <a:lnTo>
                  <a:pt x="188550" y="0"/>
                </a:lnTo>
                <a:lnTo>
                  <a:pt x="219974" y="0"/>
                </a:lnTo>
                <a:cubicBezTo>
                  <a:pt x="227602" y="0"/>
                  <a:pt x="233873" y="1263"/>
                  <a:pt x="238789" y="3790"/>
                </a:cubicBezTo>
                <a:cubicBezTo>
                  <a:pt x="243705" y="6316"/>
                  <a:pt x="247334" y="9693"/>
                  <a:pt x="249677" y="13920"/>
                </a:cubicBezTo>
                <a:cubicBezTo>
                  <a:pt x="252021" y="18148"/>
                  <a:pt x="253193" y="22972"/>
                  <a:pt x="253193" y="28392"/>
                </a:cubicBezTo>
                <a:cubicBezTo>
                  <a:pt x="253193" y="33630"/>
                  <a:pt x="252021" y="38386"/>
                  <a:pt x="249677" y="42659"/>
                </a:cubicBezTo>
                <a:cubicBezTo>
                  <a:pt x="247334" y="46932"/>
                  <a:pt x="243727" y="50354"/>
                  <a:pt x="238856" y="52927"/>
                </a:cubicBezTo>
                <a:cubicBezTo>
                  <a:pt x="233987" y="55500"/>
                  <a:pt x="227693" y="56786"/>
                  <a:pt x="219974" y="56786"/>
                </a:cubicBezTo>
                <a:lnTo>
                  <a:pt x="200127" y="56786"/>
                </a:lnTo>
                <a:lnTo>
                  <a:pt x="200127" y="96480"/>
                </a:lnTo>
                <a:lnTo>
                  <a:pt x="188550" y="96480"/>
                </a:lnTo>
                <a:moveTo>
                  <a:pt x="200127" y="47000"/>
                </a:moveTo>
                <a:lnTo>
                  <a:pt x="219838" y="47000"/>
                </a:lnTo>
                <a:cubicBezTo>
                  <a:pt x="227556" y="47000"/>
                  <a:pt x="233069" y="45300"/>
                  <a:pt x="236377" y="41900"/>
                </a:cubicBezTo>
                <a:cubicBezTo>
                  <a:pt x="239684" y="38500"/>
                  <a:pt x="241338" y="33997"/>
                  <a:pt x="241338" y="28392"/>
                </a:cubicBezTo>
                <a:cubicBezTo>
                  <a:pt x="241338" y="22419"/>
                  <a:pt x="239684" y="17802"/>
                  <a:pt x="236377" y="14541"/>
                </a:cubicBezTo>
                <a:cubicBezTo>
                  <a:pt x="233069" y="11278"/>
                  <a:pt x="227556" y="9647"/>
                  <a:pt x="219838" y="9647"/>
                </a:cubicBezTo>
                <a:lnTo>
                  <a:pt x="200127" y="9647"/>
                </a:lnTo>
                <a:lnTo>
                  <a:pt x="200127" y="4700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70AD5-0CEC-458D-AEB7-CB36AF76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987" y="2770930"/>
            <a:ext cx="2449757" cy="249294"/>
          </a:xfrm>
          <a:custGeom xmlns:a="http://schemas.openxmlformats.org/drawingml/2006/main">
            <a:pathLst>
              <a:path w="2449757" h="249294">
                <a:moveTo>
                  <a:pt x="0" y="41546"/>
                </a:moveTo>
                <a:lnTo>
                  <a:pt x="0" y="41546"/>
                </a:lnTo>
                <a:cubicBezTo>
                  <a:pt x="0" y="18607"/>
                  <a:pt x="18607" y="0"/>
                  <a:pt x="41546" y="0"/>
                </a:cubicBezTo>
                <a:lnTo>
                  <a:pt x="2408211" y="0"/>
                </a:lnTo>
                <a:cubicBezTo>
                  <a:pt x="2419238" y="0"/>
                  <a:pt x="2429791" y="4371"/>
                  <a:pt x="2437589" y="12168"/>
                </a:cubicBezTo>
                <a:cubicBezTo>
                  <a:pt x="2445386" y="19966"/>
                  <a:pt x="2449757" y="30539"/>
                  <a:pt x="2449757" y="41546"/>
                </a:cubicBezTo>
                <a:lnTo>
                  <a:pt x="2449757" y="207748"/>
                </a:lnTo>
                <a:cubicBezTo>
                  <a:pt x="2449757" y="230706"/>
                  <a:pt x="2431150" y="249294"/>
                  <a:pt x="2408211" y="249294"/>
                </a:cubicBezTo>
                <a:lnTo>
                  <a:pt x="41546" y="249294"/>
                </a:lnTo>
                <a:cubicBezTo>
                  <a:pt x="18607" y="249294"/>
                  <a:pt x="0" y="230706"/>
                  <a:pt x="0" y="207748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9F989-8553-4205-B9B2-75EDE777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987" y="2770930"/>
            <a:ext cx="2449757" cy="249294"/>
          </a:xfrm>
          <a:custGeom xmlns:a="http://schemas.openxmlformats.org/drawingml/2006/main">
            <a:pathLst>
              <a:path w="2449757" h="249294" fill="none">
                <a:moveTo>
                  <a:pt x="0" y="41546"/>
                </a:moveTo>
                <a:lnTo>
                  <a:pt x="0" y="41546"/>
                </a:lnTo>
                <a:cubicBezTo>
                  <a:pt x="0" y="18607"/>
                  <a:pt x="18607" y="0"/>
                  <a:pt x="41546" y="0"/>
                </a:cubicBezTo>
                <a:lnTo>
                  <a:pt x="2408211" y="0"/>
                </a:lnTo>
                <a:cubicBezTo>
                  <a:pt x="2419238" y="0"/>
                  <a:pt x="2429791" y="4371"/>
                  <a:pt x="2437589" y="12168"/>
                </a:cubicBezTo>
                <a:cubicBezTo>
                  <a:pt x="2445386" y="19966"/>
                  <a:pt x="2449757" y="30539"/>
                  <a:pt x="2449757" y="41546"/>
                </a:cubicBezTo>
                <a:lnTo>
                  <a:pt x="2449757" y="207748"/>
                </a:lnTo>
                <a:cubicBezTo>
                  <a:pt x="2449757" y="230687"/>
                  <a:pt x="2431150" y="249294"/>
                  <a:pt x="2408211" y="249294"/>
                </a:cubicBezTo>
                <a:lnTo>
                  <a:pt x="41546" y="249294"/>
                </a:lnTo>
                <a:cubicBezTo>
                  <a:pt x="18607" y="249294"/>
                  <a:pt x="0" y="230687"/>
                  <a:pt x="0" y="207748"/>
                </a:cubicBezTo>
                <a:lnTo>
                  <a:pt x="0" y="41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81" name="Text GlobalSelf-Attention">
            <a:extLst xmlns:a="http://schemas.openxmlformats.org/drawingml/2006/main">
              <a:ext uri="{FF2B5EF4-FFF2-40B4-BE49-F238E27FC236}">
                <a16:creationId xmlns:a16="http://schemas.microsoft.com/office/drawing/2014/main" id="{8AF4825C-5D0D-44B5-B02F-45390EE5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330" y="2846755"/>
            <a:ext cx="1334463" cy="101580"/>
          </a:xfrm>
          <a:custGeom xmlns:a="http://schemas.openxmlformats.org/drawingml/2006/main">
            <a:pathLst>
              <a:path w="1334463" h="101580">
                <a:moveTo>
                  <a:pt x="653071" y="18726"/>
                </a:moveTo>
                <a:lnTo>
                  <a:pt x="653099" y="18328"/>
                </a:lnTo>
                <a:lnTo>
                  <a:pt x="653134" y="17941"/>
                </a:lnTo>
                <a:lnTo>
                  <a:pt x="653178" y="17566"/>
                </a:lnTo>
                <a:lnTo>
                  <a:pt x="653229" y="17201"/>
                </a:lnTo>
                <a:lnTo>
                  <a:pt x="653288" y="16847"/>
                </a:lnTo>
                <a:lnTo>
                  <a:pt x="653355" y="16504"/>
                </a:lnTo>
                <a:lnTo>
                  <a:pt x="653430" y="16172"/>
                </a:lnTo>
                <a:lnTo>
                  <a:pt x="653513" y="15851"/>
                </a:lnTo>
                <a:lnTo>
                  <a:pt x="653604" y="15541"/>
                </a:lnTo>
                <a:lnTo>
                  <a:pt x="653703" y="15243"/>
                </a:lnTo>
                <a:lnTo>
                  <a:pt x="653809" y="14955"/>
                </a:lnTo>
                <a:lnTo>
                  <a:pt x="653924" y="14678"/>
                </a:lnTo>
                <a:lnTo>
                  <a:pt x="654046" y="14412"/>
                </a:lnTo>
                <a:lnTo>
                  <a:pt x="654176" y="14157"/>
                </a:lnTo>
                <a:lnTo>
                  <a:pt x="654314" y="13913"/>
                </a:lnTo>
                <a:lnTo>
                  <a:pt x="654461" y="13681"/>
                </a:lnTo>
                <a:lnTo>
                  <a:pt x="654614" y="13459"/>
                </a:lnTo>
                <a:lnTo>
                  <a:pt x="654776" y="13248"/>
                </a:lnTo>
                <a:lnTo>
                  <a:pt x="654946" y="13048"/>
                </a:lnTo>
                <a:lnTo>
                  <a:pt x="655124" y="12860"/>
                </a:lnTo>
                <a:lnTo>
                  <a:pt x="655309" y="12682"/>
                </a:lnTo>
                <a:lnTo>
                  <a:pt x="655503" y="12513"/>
                </a:lnTo>
                <a:lnTo>
                  <a:pt x="655708" y="12352"/>
                </a:lnTo>
                <a:lnTo>
                  <a:pt x="655922" y="12197"/>
                </a:lnTo>
                <a:lnTo>
                  <a:pt x="656145" y="12050"/>
                </a:lnTo>
                <a:lnTo>
                  <a:pt x="656379" y="11910"/>
                </a:lnTo>
                <a:lnTo>
                  <a:pt x="656623" y="11777"/>
                </a:lnTo>
                <a:lnTo>
                  <a:pt x="656876" y="11652"/>
                </a:lnTo>
                <a:lnTo>
                  <a:pt x="657139" y="11533"/>
                </a:lnTo>
                <a:lnTo>
                  <a:pt x="657412" y="11422"/>
                </a:lnTo>
                <a:lnTo>
                  <a:pt x="657694" y="11318"/>
                </a:lnTo>
                <a:lnTo>
                  <a:pt x="657987" y="11221"/>
                </a:lnTo>
                <a:lnTo>
                  <a:pt x="658289" y="11131"/>
                </a:lnTo>
                <a:lnTo>
                  <a:pt x="658601" y="11049"/>
                </a:lnTo>
                <a:lnTo>
                  <a:pt x="658923" y="10973"/>
                </a:lnTo>
                <a:lnTo>
                  <a:pt x="659255" y="10905"/>
                </a:lnTo>
                <a:lnTo>
                  <a:pt x="659597" y="10844"/>
                </a:lnTo>
                <a:lnTo>
                  <a:pt x="659948" y="10790"/>
                </a:lnTo>
                <a:lnTo>
                  <a:pt x="660309" y="10744"/>
                </a:lnTo>
                <a:lnTo>
                  <a:pt x="660680" y="10704"/>
                </a:lnTo>
                <a:lnTo>
                  <a:pt x="661061" y="10672"/>
                </a:lnTo>
                <a:lnTo>
                  <a:pt x="661452" y="10647"/>
                </a:lnTo>
                <a:lnTo>
                  <a:pt x="661852" y="10629"/>
                </a:lnTo>
                <a:lnTo>
                  <a:pt x="662263" y="10618"/>
                </a:lnTo>
                <a:lnTo>
                  <a:pt x="662683" y="10614"/>
                </a:lnTo>
                <a:lnTo>
                  <a:pt x="668748" y="10614"/>
                </a:lnTo>
                <a:lnTo>
                  <a:pt x="668748" y="690"/>
                </a:lnTo>
                <a:lnTo>
                  <a:pt x="660891" y="690"/>
                </a:lnTo>
                <a:lnTo>
                  <a:pt x="660366" y="693"/>
                </a:lnTo>
                <a:lnTo>
                  <a:pt x="659848" y="704"/>
                </a:lnTo>
                <a:lnTo>
                  <a:pt x="659337" y="721"/>
                </a:lnTo>
                <a:lnTo>
                  <a:pt x="658833" y="745"/>
                </a:lnTo>
                <a:lnTo>
                  <a:pt x="658336" y="777"/>
                </a:lnTo>
                <a:lnTo>
                  <a:pt x="657845" y="815"/>
                </a:lnTo>
                <a:lnTo>
                  <a:pt x="657362" y="860"/>
                </a:lnTo>
                <a:lnTo>
                  <a:pt x="656886" y="912"/>
                </a:lnTo>
                <a:lnTo>
                  <a:pt x="656416" y="971"/>
                </a:lnTo>
                <a:lnTo>
                  <a:pt x="655954" y="1037"/>
                </a:lnTo>
                <a:lnTo>
                  <a:pt x="655498" y="1110"/>
                </a:lnTo>
                <a:lnTo>
                  <a:pt x="655050" y="1190"/>
                </a:lnTo>
                <a:lnTo>
                  <a:pt x="654608" y="1277"/>
                </a:lnTo>
                <a:lnTo>
                  <a:pt x="654174" y="1370"/>
                </a:lnTo>
                <a:lnTo>
                  <a:pt x="653746" y="1471"/>
                </a:lnTo>
                <a:lnTo>
                  <a:pt x="653325" y="1579"/>
                </a:lnTo>
                <a:lnTo>
                  <a:pt x="652911" y="1693"/>
                </a:lnTo>
                <a:lnTo>
                  <a:pt x="652504" y="1815"/>
                </a:lnTo>
                <a:lnTo>
                  <a:pt x="652105" y="1943"/>
                </a:lnTo>
                <a:lnTo>
                  <a:pt x="651712" y="2079"/>
                </a:lnTo>
                <a:lnTo>
                  <a:pt x="651326" y="2221"/>
                </a:lnTo>
                <a:lnTo>
                  <a:pt x="650946" y="2370"/>
                </a:lnTo>
                <a:lnTo>
                  <a:pt x="650574" y="2527"/>
                </a:lnTo>
                <a:lnTo>
                  <a:pt x="650209" y="2690"/>
                </a:lnTo>
                <a:lnTo>
                  <a:pt x="649851" y="2860"/>
                </a:lnTo>
                <a:lnTo>
                  <a:pt x="649500" y="3038"/>
                </a:lnTo>
                <a:lnTo>
                  <a:pt x="649157" y="3224"/>
                </a:lnTo>
                <a:lnTo>
                  <a:pt x="648821" y="3417"/>
                </a:lnTo>
                <a:lnTo>
                  <a:pt x="648493" y="3618"/>
                </a:lnTo>
                <a:lnTo>
                  <a:pt x="648172" y="3827"/>
                </a:lnTo>
                <a:lnTo>
                  <a:pt x="647859" y="4043"/>
                </a:lnTo>
                <a:lnTo>
                  <a:pt x="647552" y="4267"/>
                </a:lnTo>
                <a:lnTo>
                  <a:pt x="647254" y="4499"/>
                </a:lnTo>
                <a:lnTo>
                  <a:pt x="646962" y="4738"/>
                </a:lnTo>
                <a:lnTo>
                  <a:pt x="646678" y="4985"/>
                </a:lnTo>
                <a:lnTo>
                  <a:pt x="646402" y="5239"/>
                </a:lnTo>
                <a:lnTo>
                  <a:pt x="646133" y="5502"/>
                </a:lnTo>
                <a:lnTo>
                  <a:pt x="645871" y="5772"/>
                </a:lnTo>
                <a:lnTo>
                  <a:pt x="645617" y="6049"/>
                </a:lnTo>
                <a:lnTo>
                  <a:pt x="645370" y="6334"/>
                </a:lnTo>
                <a:lnTo>
                  <a:pt x="645131" y="6627"/>
                </a:lnTo>
                <a:lnTo>
                  <a:pt x="644899" y="6928"/>
                </a:lnTo>
                <a:lnTo>
                  <a:pt x="644674" y="7236"/>
                </a:lnTo>
                <a:lnTo>
                  <a:pt x="644457" y="7552"/>
                </a:lnTo>
                <a:lnTo>
                  <a:pt x="644247" y="7875"/>
                </a:lnTo>
                <a:lnTo>
                  <a:pt x="644045" y="8207"/>
                </a:lnTo>
                <a:lnTo>
                  <a:pt x="643850" y="8545"/>
                </a:lnTo>
                <a:lnTo>
                  <a:pt x="643662" y="8892"/>
                </a:lnTo>
                <a:lnTo>
                  <a:pt x="643482" y="9246"/>
                </a:lnTo>
                <a:lnTo>
                  <a:pt x="643310" y="9609"/>
                </a:lnTo>
                <a:lnTo>
                  <a:pt x="643146" y="9980"/>
                </a:lnTo>
                <a:lnTo>
                  <a:pt x="642989" y="10360"/>
                </a:lnTo>
                <a:lnTo>
                  <a:pt x="642839" y="10748"/>
                </a:lnTo>
                <a:lnTo>
                  <a:pt x="642698" y="11144"/>
                </a:lnTo>
                <a:lnTo>
                  <a:pt x="642564" y="11548"/>
                </a:lnTo>
                <a:lnTo>
                  <a:pt x="642438" y="11962"/>
                </a:lnTo>
                <a:lnTo>
                  <a:pt x="642319" y="12383"/>
                </a:lnTo>
                <a:lnTo>
                  <a:pt x="642208" y="12813"/>
                </a:lnTo>
                <a:lnTo>
                  <a:pt x="642105" y="13251"/>
                </a:lnTo>
                <a:lnTo>
                  <a:pt x="642009" y="13698"/>
                </a:lnTo>
                <a:lnTo>
                  <a:pt x="641921" y="14152"/>
                </a:lnTo>
                <a:lnTo>
                  <a:pt x="641841" y="14616"/>
                </a:lnTo>
                <a:lnTo>
                  <a:pt x="641768" y="15088"/>
                </a:lnTo>
                <a:lnTo>
                  <a:pt x="641703" y="15568"/>
                </a:lnTo>
                <a:lnTo>
                  <a:pt x="641646" y="16056"/>
                </a:lnTo>
                <a:lnTo>
                  <a:pt x="641596" y="16553"/>
                </a:lnTo>
                <a:lnTo>
                  <a:pt x="641554" y="17058"/>
                </a:lnTo>
                <a:lnTo>
                  <a:pt x="641519" y="17572"/>
                </a:lnTo>
                <a:lnTo>
                  <a:pt x="641492" y="18094"/>
                </a:lnTo>
                <a:lnTo>
                  <a:pt x="641473" y="18624"/>
                </a:lnTo>
                <a:lnTo>
                  <a:pt x="641462" y="19163"/>
                </a:lnTo>
                <a:lnTo>
                  <a:pt x="641458" y="19710"/>
                </a:lnTo>
                <a:lnTo>
                  <a:pt x="641458" y="30461"/>
                </a:lnTo>
                <a:lnTo>
                  <a:pt x="630844" y="30461"/>
                </a:lnTo>
                <a:lnTo>
                  <a:pt x="630844" y="40247"/>
                </a:lnTo>
                <a:lnTo>
                  <a:pt x="641458" y="40247"/>
                </a:lnTo>
                <a:lnTo>
                  <a:pt x="641458" y="99927"/>
                </a:lnTo>
                <a:lnTo>
                  <a:pt x="653036" y="99927"/>
                </a:lnTo>
                <a:lnTo>
                  <a:pt x="653036" y="40247"/>
                </a:lnTo>
                <a:lnTo>
                  <a:pt x="670540" y="40247"/>
                </a:lnTo>
                <a:lnTo>
                  <a:pt x="670540" y="30461"/>
                </a:lnTo>
                <a:lnTo>
                  <a:pt x="653036" y="30461"/>
                </a:lnTo>
                <a:lnTo>
                  <a:pt x="653036" y="19986"/>
                </a:lnTo>
                <a:lnTo>
                  <a:pt x="653040" y="19555"/>
                </a:lnTo>
                <a:lnTo>
                  <a:pt x="653051" y="19135"/>
                </a:lnTo>
                <a:lnTo>
                  <a:pt x="653071" y="18726"/>
                </a:lnTo>
                <a:close/>
                <a:moveTo>
                  <a:pt x="119085" y="99927"/>
                </a:moveTo>
                <a:lnTo>
                  <a:pt x="119085" y="690"/>
                </a:lnTo>
                <a:lnTo>
                  <a:pt x="107507" y="690"/>
                </a:lnTo>
                <a:lnTo>
                  <a:pt x="107507" y="99927"/>
                </a:lnTo>
                <a:lnTo>
                  <a:pt x="119085" y="99927"/>
                </a:lnTo>
                <a:close/>
                <a:moveTo>
                  <a:pt x="392814" y="99927"/>
                </a:moveTo>
                <a:lnTo>
                  <a:pt x="392814" y="690"/>
                </a:lnTo>
                <a:lnTo>
                  <a:pt x="381237" y="690"/>
                </a:lnTo>
                <a:lnTo>
                  <a:pt x="381237" y="99927"/>
                </a:lnTo>
                <a:lnTo>
                  <a:pt x="392814" y="99927"/>
                </a:lnTo>
                <a:close/>
                <a:moveTo>
                  <a:pt x="618441" y="99927"/>
                </a:moveTo>
                <a:lnTo>
                  <a:pt x="618441" y="690"/>
                </a:lnTo>
                <a:lnTo>
                  <a:pt x="606863" y="690"/>
                </a:lnTo>
                <a:lnTo>
                  <a:pt x="606863" y="99927"/>
                </a:lnTo>
                <a:lnTo>
                  <a:pt x="618441" y="99927"/>
                </a:lnTo>
                <a:close/>
                <a:moveTo>
                  <a:pt x="260446" y="101377"/>
                </a:moveTo>
                <a:lnTo>
                  <a:pt x="261237" y="101287"/>
                </a:lnTo>
                <a:lnTo>
                  <a:pt x="262020" y="101181"/>
                </a:lnTo>
                <a:lnTo>
                  <a:pt x="262794" y="101059"/>
                </a:lnTo>
                <a:lnTo>
                  <a:pt x="263559" y="100921"/>
                </a:lnTo>
                <a:lnTo>
                  <a:pt x="264315" y="100767"/>
                </a:lnTo>
                <a:lnTo>
                  <a:pt x="265063" y="100596"/>
                </a:lnTo>
                <a:lnTo>
                  <a:pt x="265803" y="100409"/>
                </a:lnTo>
                <a:lnTo>
                  <a:pt x="266534" y="100205"/>
                </a:lnTo>
                <a:lnTo>
                  <a:pt x="267256" y="99986"/>
                </a:lnTo>
                <a:lnTo>
                  <a:pt x="267969" y="99750"/>
                </a:lnTo>
                <a:lnTo>
                  <a:pt x="268674" y="99498"/>
                </a:lnTo>
                <a:lnTo>
                  <a:pt x="269370" y="99229"/>
                </a:lnTo>
                <a:lnTo>
                  <a:pt x="270058" y="98944"/>
                </a:lnTo>
                <a:lnTo>
                  <a:pt x="270737" y="98643"/>
                </a:lnTo>
                <a:lnTo>
                  <a:pt x="271407" y="98326"/>
                </a:lnTo>
                <a:lnTo>
                  <a:pt x="272069" y="97993"/>
                </a:lnTo>
                <a:lnTo>
                  <a:pt x="272722" y="97643"/>
                </a:lnTo>
                <a:lnTo>
                  <a:pt x="273367" y="97277"/>
                </a:lnTo>
                <a:lnTo>
                  <a:pt x="274003" y="96894"/>
                </a:lnTo>
                <a:lnTo>
                  <a:pt x="274629" y="96498"/>
                </a:lnTo>
                <a:lnTo>
                  <a:pt x="275243" y="96089"/>
                </a:lnTo>
                <a:lnTo>
                  <a:pt x="275845" y="95667"/>
                </a:lnTo>
                <a:lnTo>
                  <a:pt x="276436" y="95233"/>
                </a:lnTo>
                <a:lnTo>
                  <a:pt x="277015" y="94786"/>
                </a:lnTo>
                <a:lnTo>
                  <a:pt x="277583" y="94328"/>
                </a:lnTo>
                <a:lnTo>
                  <a:pt x="278138" y="93856"/>
                </a:lnTo>
                <a:lnTo>
                  <a:pt x="278682" y="93372"/>
                </a:lnTo>
                <a:lnTo>
                  <a:pt x="279214" y="92876"/>
                </a:lnTo>
                <a:lnTo>
                  <a:pt x="279734" y="92367"/>
                </a:lnTo>
                <a:lnTo>
                  <a:pt x="280243" y="91846"/>
                </a:lnTo>
                <a:lnTo>
                  <a:pt x="280740" y="91313"/>
                </a:lnTo>
                <a:lnTo>
                  <a:pt x="281225" y="90767"/>
                </a:lnTo>
                <a:lnTo>
                  <a:pt x="281699" y="90208"/>
                </a:lnTo>
                <a:lnTo>
                  <a:pt x="282161" y="89637"/>
                </a:lnTo>
                <a:lnTo>
                  <a:pt x="282611" y="89054"/>
                </a:lnTo>
                <a:lnTo>
                  <a:pt x="283049" y="88458"/>
                </a:lnTo>
                <a:lnTo>
                  <a:pt x="283475" y="87850"/>
                </a:lnTo>
                <a:lnTo>
                  <a:pt x="283890" y="87229"/>
                </a:lnTo>
                <a:lnTo>
                  <a:pt x="284293" y="86596"/>
                </a:lnTo>
                <a:lnTo>
                  <a:pt x="284685" y="85951"/>
                </a:lnTo>
                <a:lnTo>
                  <a:pt x="285064" y="85293"/>
                </a:lnTo>
                <a:lnTo>
                  <a:pt x="285432" y="84622"/>
                </a:lnTo>
                <a:lnTo>
                  <a:pt x="285789" y="83939"/>
                </a:lnTo>
                <a:lnTo>
                  <a:pt x="286132" y="83246"/>
                </a:lnTo>
                <a:lnTo>
                  <a:pt x="286460" y="82546"/>
                </a:lnTo>
                <a:lnTo>
                  <a:pt x="286774" y="81837"/>
                </a:lnTo>
                <a:lnTo>
                  <a:pt x="287073" y="81121"/>
                </a:lnTo>
                <a:lnTo>
                  <a:pt x="287358" y="80398"/>
                </a:lnTo>
                <a:lnTo>
                  <a:pt x="287628" y="79667"/>
                </a:lnTo>
                <a:lnTo>
                  <a:pt x="287883" y="78928"/>
                </a:lnTo>
                <a:lnTo>
                  <a:pt x="288124" y="78181"/>
                </a:lnTo>
                <a:lnTo>
                  <a:pt x="288350" y="77427"/>
                </a:lnTo>
                <a:lnTo>
                  <a:pt x="288562" y="76665"/>
                </a:lnTo>
                <a:lnTo>
                  <a:pt x="288759" y="75895"/>
                </a:lnTo>
                <a:lnTo>
                  <a:pt x="288942" y="75118"/>
                </a:lnTo>
                <a:lnTo>
                  <a:pt x="289110" y="74333"/>
                </a:lnTo>
                <a:lnTo>
                  <a:pt x="289263" y="73541"/>
                </a:lnTo>
                <a:lnTo>
                  <a:pt x="289402" y="72741"/>
                </a:lnTo>
                <a:lnTo>
                  <a:pt x="289526" y="71933"/>
                </a:lnTo>
                <a:lnTo>
                  <a:pt x="289635" y="71117"/>
                </a:lnTo>
                <a:lnTo>
                  <a:pt x="289730" y="70294"/>
                </a:lnTo>
                <a:lnTo>
                  <a:pt x="289810" y="69463"/>
                </a:lnTo>
                <a:lnTo>
                  <a:pt x="289876" y="68625"/>
                </a:lnTo>
                <a:lnTo>
                  <a:pt x="289927" y="67779"/>
                </a:lnTo>
                <a:lnTo>
                  <a:pt x="289964" y="66925"/>
                </a:lnTo>
                <a:lnTo>
                  <a:pt x="289985" y="66063"/>
                </a:lnTo>
                <a:lnTo>
                  <a:pt x="289993" y="65194"/>
                </a:lnTo>
                <a:lnTo>
                  <a:pt x="289985" y="64325"/>
                </a:lnTo>
                <a:lnTo>
                  <a:pt x="289964" y="63464"/>
                </a:lnTo>
                <a:lnTo>
                  <a:pt x="289927" y="62611"/>
                </a:lnTo>
                <a:lnTo>
                  <a:pt x="289876" y="61766"/>
                </a:lnTo>
                <a:lnTo>
                  <a:pt x="289810" y="60928"/>
                </a:lnTo>
                <a:lnTo>
                  <a:pt x="289730" y="60099"/>
                </a:lnTo>
                <a:lnTo>
                  <a:pt x="289635" y="59277"/>
                </a:lnTo>
                <a:lnTo>
                  <a:pt x="289526" y="58463"/>
                </a:lnTo>
                <a:lnTo>
                  <a:pt x="289402" y="57658"/>
                </a:lnTo>
                <a:lnTo>
                  <a:pt x="289263" y="56860"/>
                </a:lnTo>
                <a:lnTo>
                  <a:pt x="289110" y="56070"/>
                </a:lnTo>
                <a:lnTo>
                  <a:pt x="288942" y="55288"/>
                </a:lnTo>
                <a:lnTo>
                  <a:pt x="288759" y="54513"/>
                </a:lnTo>
                <a:lnTo>
                  <a:pt x="288562" y="53747"/>
                </a:lnTo>
                <a:lnTo>
                  <a:pt x="288350" y="52989"/>
                </a:lnTo>
                <a:lnTo>
                  <a:pt x="288124" y="52238"/>
                </a:lnTo>
                <a:lnTo>
                  <a:pt x="287883" y="51496"/>
                </a:lnTo>
                <a:lnTo>
                  <a:pt x="287628" y="50761"/>
                </a:lnTo>
                <a:lnTo>
                  <a:pt x="287358" y="50034"/>
                </a:lnTo>
                <a:lnTo>
                  <a:pt x="287073" y="49315"/>
                </a:lnTo>
                <a:lnTo>
                  <a:pt x="286774" y="48604"/>
                </a:lnTo>
                <a:lnTo>
                  <a:pt x="286460" y="47901"/>
                </a:lnTo>
                <a:lnTo>
                  <a:pt x="286132" y="47206"/>
                </a:lnTo>
                <a:lnTo>
                  <a:pt x="285789" y="46519"/>
                </a:lnTo>
                <a:lnTo>
                  <a:pt x="285432" y="45841"/>
                </a:lnTo>
                <a:lnTo>
                  <a:pt x="285064" y="45176"/>
                </a:lnTo>
                <a:lnTo>
                  <a:pt x="284685" y="44522"/>
                </a:lnTo>
                <a:lnTo>
                  <a:pt x="284293" y="43880"/>
                </a:lnTo>
                <a:lnTo>
                  <a:pt x="283890" y="43251"/>
                </a:lnTo>
                <a:lnTo>
                  <a:pt x="283475" y="42633"/>
                </a:lnTo>
                <a:lnTo>
                  <a:pt x="283049" y="42027"/>
                </a:lnTo>
                <a:lnTo>
                  <a:pt x="282611" y="41434"/>
                </a:lnTo>
                <a:lnTo>
                  <a:pt x="282161" y="40852"/>
                </a:lnTo>
                <a:lnTo>
                  <a:pt x="281699" y="40282"/>
                </a:lnTo>
                <a:lnTo>
                  <a:pt x="281225" y="39724"/>
                </a:lnTo>
                <a:lnTo>
                  <a:pt x="280740" y="39178"/>
                </a:lnTo>
                <a:lnTo>
                  <a:pt x="280243" y="38644"/>
                </a:lnTo>
                <a:lnTo>
                  <a:pt x="279734" y="38122"/>
                </a:lnTo>
                <a:lnTo>
                  <a:pt x="279214" y="37612"/>
                </a:lnTo>
                <a:lnTo>
                  <a:pt x="278682" y="37114"/>
                </a:lnTo>
                <a:lnTo>
                  <a:pt x="278138" y="36628"/>
                </a:lnTo>
                <a:lnTo>
                  <a:pt x="277583" y="36154"/>
                </a:lnTo>
                <a:lnTo>
                  <a:pt x="277015" y="35692"/>
                </a:lnTo>
                <a:lnTo>
                  <a:pt x="276436" y="35242"/>
                </a:lnTo>
                <a:lnTo>
                  <a:pt x="275845" y="34804"/>
                </a:lnTo>
                <a:lnTo>
                  <a:pt x="275243" y="34378"/>
                </a:lnTo>
                <a:lnTo>
                  <a:pt x="274629" y="33964"/>
                </a:lnTo>
                <a:lnTo>
                  <a:pt x="274003" y="33561"/>
                </a:lnTo>
                <a:lnTo>
                  <a:pt x="273367" y="33173"/>
                </a:lnTo>
                <a:lnTo>
                  <a:pt x="272722" y="32802"/>
                </a:lnTo>
                <a:lnTo>
                  <a:pt x="272069" y="32447"/>
                </a:lnTo>
                <a:lnTo>
                  <a:pt x="271407" y="32108"/>
                </a:lnTo>
                <a:lnTo>
                  <a:pt x="270737" y="31786"/>
                </a:lnTo>
                <a:lnTo>
                  <a:pt x="270058" y="31481"/>
                </a:lnTo>
                <a:lnTo>
                  <a:pt x="269370" y="31192"/>
                </a:lnTo>
                <a:lnTo>
                  <a:pt x="268674" y="30920"/>
                </a:lnTo>
                <a:lnTo>
                  <a:pt x="267969" y="30664"/>
                </a:lnTo>
                <a:lnTo>
                  <a:pt x="267256" y="30424"/>
                </a:lnTo>
                <a:lnTo>
                  <a:pt x="266534" y="30201"/>
                </a:lnTo>
                <a:lnTo>
                  <a:pt x="265803" y="29995"/>
                </a:lnTo>
                <a:lnTo>
                  <a:pt x="265063" y="29805"/>
                </a:lnTo>
                <a:lnTo>
                  <a:pt x="264315" y="29632"/>
                </a:lnTo>
                <a:lnTo>
                  <a:pt x="263559" y="29475"/>
                </a:lnTo>
                <a:lnTo>
                  <a:pt x="262794" y="29335"/>
                </a:lnTo>
                <a:lnTo>
                  <a:pt x="262020" y="29211"/>
                </a:lnTo>
                <a:lnTo>
                  <a:pt x="261237" y="29103"/>
                </a:lnTo>
                <a:lnTo>
                  <a:pt x="260446" y="29013"/>
                </a:lnTo>
                <a:lnTo>
                  <a:pt x="259647" y="28938"/>
                </a:lnTo>
                <a:lnTo>
                  <a:pt x="258838" y="28881"/>
                </a:lnTo>
                <a:lnTo>
                  <a:pt x="258022" y="28839"/>
                </a:lnTo>
                <a:lnTo>
                  <a:pt x="257196" y="28815"/>
                </a:lnTo>
                <a:lnTo>
                  <a:pt x="256362" y="28806"/>
                </a:lnTo>
                <a:lnTo>
                  <a:pt x="255609" y="28813"/>
                </a:lnTo>
                <a:lnTo>
                  <a:pt x="254866" y="28833"/>
                </a:lnTo>
                <a:lnTo>
                  <a:pt x="254133" y="28867"/>
                </a:lnTo>
                <a:lnTo>
                  <a:pt x="253410" y="28913"/>
                </a:lnTo>
                <a:lnTo>
                  <a:pt x="252697" y="28974"/>
                </a:lnTo>
                <a:lnTo>
                  <a:pt x="251995" y="29047"/>
                </a:lnTo>
                <a:lnTo>
                  <a:pt x="251302" y="29135"/>
                </a:lnTo>
                <a:lnTo>
                  <a:pt x="250619" y="29235"/>
                </a:lnTo>
                <a:lnTo>
                  <a:pt x="249947" y="29349"/>
                </a:lnTo>
                <a:lnTo>
                  <a:pt x="249284" y="29476"/>
                </a:lnTo>
                <a:lnTo>
                  <a:pt x="248631" y="29617"/>
                </a:lnTo>
                <a:lnTo>
                  <a:pt x="247989" y="29771"/>
                </a:lnTo>
                <a:lnTo>
                  <a:pt x="247356" y="29939"/>
                </a:lnTo>
                <a:lnTo>
                  <a:pt x="246734" y="30119"/>
                </a:lnTo>
                <a:lnTo>
                  <a:pt x="246122" y="30314"/>
                </a:lnTo>
                <a:lnTo>
                  <a:pt x="245519" y="30521"/>
                </a:lnTo>
                <a:lnTo>
                  <a:pt x="244927" y="30743"/>
                </a:lnTo>
                <a:lnTo>
                  <a:pt x="244345" y="30977"/>
                </a:lnTo>
                <a:lnTo>
                  <a:pt x="243772" y="31225"/>
                </a:lnTo>
                <a:lnTo>
                  <a:pt x="243210" y="31486"/>
                </a:lnTo>
                <a:lnTo>
                  <a:pt x="242658" y="31761"/>
                </a:lnTo>
                <a:lnTo>
                  <a:pt x="242116" y="32049"/>
                </a:lnTo>
                <a:lnTo>
                  <a:pt x="241584" y="32351"/>
                </a:lnTo>
                <a:lnTo>
                  <a:pt x="241062" y="32665"/>
                </a:lnTo>
                <a:lnTo>
                  <a:pt x="240550" y="32990"/>
                </a:lnTo>
                <a:lnTo>
                  <a:pt x="240048" y="33319"/>
                </a:lnTo>
                <a:lnTo>
                  <a:pt x="239557" y="33654"/>
                </a:lnTo>
                <a:lnTo>
                  <a:pt x="239075" y="33994"/>
                </a:lnTo>
                <a:lnTo>
                  <a:pt x="238603" y="34339"/>
                </a:lnTo>
                <a:lnTo>
                  <a:pt x="238142" y="34690"/>
                </a:lnTo>
                <a:lnTo>
                  <a:pt x="237690" y="35046"/>
                </a:lnTo>
                <a:lnTo>
                  <a:pt x="237249" y="35407"/>
                </a:lnTo>
                <a:lnTo>
                  <a:pt x="236818" y="35773"/>
                </a:lnTo>
                <a:lnTo>
                  <a:pt x="236396" y="36145"/>
                </a:lnTo>
                <a:lnTo>
                  <a:pt x="235985" y="36522"/>
                </a:lnTo>
                <a:lnTo>
                  <a:pt x="235584" y="36904"/>
                </a:lnTo>
                <a:lnTo>
                  <a:pt x="235193" y="37291"/>
                </a:lnTo>
                <a:lnTo>
                  <a:pt x="234812" y="37684"/>
                </a:lnTo>
                <a:lnTo>
                  <a:pt x="234440" y="38082"/>
                </a:lnTo>
                <a:lnTo>
                  <a:pt x="234080" y="38485"/>
                </a:lnTo>
                <a:lnTo>
                  <a:pt x="233729" y="38893"/>
                </a:lnTo>
                <a:lnTo>
                  <a:pt x="233388" y="39307"/>
                </a:lnTo>
                <a:lnTo>
                  <a:pt x="233057" y="39726"/>
                </a:lnTo>
                <a:lnTo>
                  <a:pt x="232736" y="40150"/>
                </a:lnTo>
                <a:lnTo>
                  <a:pt x="232425" y="40580"/>
                </a:lnTo>
                <a:lnTo>
                  <a:pt x="232125" y="41015"/>
                </a:lnTo>
                <a:lnTo>
                  <a:pt x="231834" y="41455"/>
                </a:lnTo>
                <a:lnTo>
                  <a:pt x="231554" y="41900"/>
                </a:lnTo>
                <a:lnTo>
                  <a:pt x="231554" y="690"/>
                </a:lnTo>
                <a:lnTo>
                  <a:pt x="219976" y="690"/>
                </a:lnTo>
                <a:lnTo>
                  <a:pt x="219976" y="99927"/>
                </a:lnTo>
                <a:lnTo>
                  <a:pt x="230450" y="99927"/>
                </a:lnTo>
                <a:lnTo>
                  <a:pt x="231415" y="88488"/>
                </a:lnTo>
                <a:lnTo>
                  <a:pt x="231612" y="88808"/>
                </a:lnTo>
                <a:lnTo>
                  <a:pt x="231814" y="89125"/>
                </a:lnTo>
                <a:lnTo>
                  <a:pt x="232020" y="89438"/>
                </a:lnTo>
                <a:lnTo>
                  <a:pt x="232230" y="89748"/>
                </a:lnTo>
                <a:lnTo>
                  <a:pt x="232445" y="90054"/>
                </a:lnTo>
                <a:lnTo>
                  <a:pt x="232664" y="90357"/>
                </a:lnTo>
                <a:lnTo>
                  <a:pt x="232887" y="90657"/>
                </a:lnTo>
                <a:lnTo>
                  <a:pt x="233115" y="90954"/>
                </a:lnTo>
                <a:lnTo>
                  <a:pt x="233347" y="91247"/>
                </a:lnTo>
                <a:lnTo>
                  <a:pt x="233583" y="91537"/>
                </a:lnTo>
                <a:lnTo>
                  <a:pt x="233823" y="91823"/>
                </a:lnTo>
                <a:lnTo>
                  <a:pt x="234068" y="92106"/>
                </a:lnTo>
                <a:lnTo>
                  <a:pt x="234317" y="92386"/>
                </a:lnTo>
                <a:lnTo>
                  <a:pt x="234570" y="92662"/>
                </a:lnTo>
                <a:lnTo>
                  <a:pt x="234828" y="92935"/>
                </a:lnTo>
                <a:lnTo>
                  <a:pt x="235090" y="93205"/>
                </a:lnTo>
                <a:lnTo>
                  <a:pt x="235357" y="93471"/>
                </a:lnTo>
                <a:lnTo>
                  <a:pt x="235627" y="93734"/>
                </a:lnTo>
                <a:lnTo>
                  <a:pt x="235902" y="93994"/>
                </a:lnTo>
                <a:lnTo>
                  <a:pt x="236181" y="94250"/>
                </a:lnTo>
                <a:lnTo>
                  <a:pt x="236465" y="94503"/>
                </a:lnTo>
                <a:lnTo>
                  <a:pt x="236753" y="94752"/>
                </a:lnTo>
                <a:lnTo>
                  <a:pt x="237045" y="94998"/>
                </a:lnTo>
                <a:lnTo>
                  <a:pt x="237341" y="95241"/>
                </a:lnTo>
                <a:lnTo>
                  <a:pt x="237642" y="95480"/>
                </a:lnTo>
                <a:lnTo>
                  <a:pt x="237947" y="95715"/>
                </a:lnTo>
                <a:lnTo>
                  <a:pt x="238256" y="95946"/>
                </a:lnTo>
                <a:lnTo>
                  <a:pt x="238569" y="96173"/>
                </a:lnTo>
                <a:lnTo>
                  <a:pt x="238885" y="96396"/>
                </a:lnTo>
                <a:lnTo>
                  <a:pt x="239206" y="96615"/>
                </a:lnTo>
                <a:lnTo>
                  <a:pt x="239532" y="96830"/>
                </a:lnTo>
                <a:lnTo>
                  <a:pt x="239861" y="97040"/>
                </a:lnTo>
                <a:lnTo>
                  <a:pt x="240194" y="97247"/>
                </a:lnTo>
                <a:lnTo>
                  <a:pt x="240531" y="97449"/>
                </a:lnTo>
                <a:lnTo>
                  <a:pt x="240873" y="97648"/>
                </a:lnTo>
                <a:lnTo>
                  <a:pt x="241218" y="97842"/>
                </a:lnTo>
                <a:lnTo>
                  <a:pt x="241567" y="98033"/>
                </a:lnTo>
                <a:lnTo>
                  <a:pt x="241921" y="98219"/>
                </a:lnTo>
                <a:lnTo>
                  <a:pt x="242279" y="98401"/>
                </a:lnTo>
                <a:lnTo>
                  <a:pt x="242640" y="98579"/>
                </a:lnTo>
                <a:lnTo>
                  <a:pt x="243006" y="98753"/>
                </a:lnTo>
                <a:lnTo>
                  <a:pt x="243376" y="98923"/>
                </a:lnTo>
                <a:lnTo>
                  <a:pt x="243750" y="99089"/>
                </a:lnTo>
                <a:lnTo>
                  <a:pt x="244128" y="99251"/>
                </a:lnTo>
                <a:lnTo>
                  <a:pt x="244510" y="99409"/>
                </a:lnTo>
                <a:lnTo>
                  <a:pt x="244896" y="99562"/>
                </a:lnTo>
                <a:lnTo>
                  <a:pt x="245286" y="99712"/>
                </a:lnTo>
                <a:lnTo>
                  <a:pt x="245680" y="99858"/>
                </a:lnTo>
                <a:lnTo>
                  <a:pt x="246079" y="99998"/>
                </a:lnTo>
                <a:lnTo>
                  <a:pt x="246481" y="100133"/>
                </a:lnTo>
                <a:lnTo>
                  <a:pt x="246887" y="100261"/>
                </a:lnTo>
                <a:lnTo>
                  <a:pt x="247298" y="100384"/>
                </a:lnTo>
                <a:lnTo>
                  <a:pt x="247712" y="100501"/>
                </a:lnTo>
                <a:lnTo>
                  <a:pt x="248131" y="100611"/>
                </a:lnTo>
                <a:lnTo>
                  <a:pt x="248554" y="100716"/>
                </a:lnTo>
                <a:lnTo>
                  <a:pt x="248981" y="100815"/>
                </a:lnTo>
                <a:lnTo>
                  <a:pt x="249411" y="100907"/>
                </a:lnTo>
                <a:lnTo>
                  <a:pt x="249846" y="100994"/>
                </a:lnTo>
                <a:lnTo>
                  <a:pt x="250285" y="101075"/>
                </a:lnTo>
                <a:lnTo>
                  <a:pt x="250728" y="101149"/>
                </a:lnTo>
                <a:lnTo>
                  <a:pt x="251175" y="101218"/>
                </a:lnTo>
                <a:lnTo>
                  <a:pt x="251627" y="101281"/>
                </a:lnTo>
                <a:lnTo>
                  <a:pt x="252082" y="101338"/>
                </a:lnTo>
                <a:lnTo>
                  <a:pt x="252541" y="101389"/>
                </a:lnTo>
                <a:lnTo>
                  <a:pt x="253004" y="101434"/>
                </a:lnTo>
                <a:lnTo>
                  <a:pt x="253472" y="101472"/>
                </a:lnTo>
                <a:lnTo>
                  <a:pt x="253943" y="101505"/>
                </a:lnTo>
                <a:lnTo>
                  <a:pt x="254419" y="101532"/>
                </a:lnTo>
                <a:lnTo>
                  <a:pt x="254899" y="101553"/>
                </a:lnTo>
                <a:lnTo>
                  <a:pt x="255382" y="101568"/>
                </a:lnTo>
                <a:lnTo>
                  <a:pt x="255870" y="101577"/>
                </a:lnTo>
                <a:lnTo>
                  <a:pt x="256362" y="101580"/>
                </a:lnTo>
                <a:lnTo>
                  <a:pt x="257196" y="101572"/>
                </a:lnTo>
                <a:lnTo>
                  <a:pt x="258022" y="101548"/>
                </a:lnTo>
                <a:lnTo>
                  <a:pt x="258838" y="101507"/>
                </a:lnTo>
                <a:lnTo>
                  <a:pt x="259647" y="101450"/>
                </a:lnTo>
                <a:lnTo>
                  <a:pt x="260446" y="101377"/>
                </a:lnTo>
                <a:close/>
                <a:moveTo>
                  <a:pt x="252185" y="91375"/>
                </a:moveTo>
                <a:lnTo>
                  <a:pt x="251642" y="91312"/>
                </a:lnTo>
                <a:lnTo>
                  <a:pt x="251105" y="91238"/>
                </a:lnTo>
                <a:lnTo>
                  <a:pt x="250573" y="91151"/>
                </a:lnTo>
                <a:lnTo>
                  <a:pt x="250048" y="91054"/>
                </a:lnTo>
                <a:lnTo>
                  <a:pt x="249528" y="90945"/>
                </a:lnTo>
                <a:lnTo>
                  <a:pt x="249014" y="90824"/>
                </a:lnTo>
                <a:lnTo>
                  <a:pt x="248506" y="90692"/>
                </a:lnTo>
                <a:lnTo>
                  <a:pt x="248003" y="90549"/>
                </a:lnTo>
                <a:lnTo>
                  <a:pt x="247506" y="90394"/>
                </a:lnTo>
                <a:lnTo>
                  <a:pt x="247015" y="90227"/>
                </a:lnTo>
                <a:lnTo>
                  <a:pt x="246530" y="90049"/>
                </a:lnTo>
                <a:lnTo>
                  <a:pt x="246050" y="89860"/>
                </a:lnTo>
                <a:lnTo>
                  <a:pt x="245576" y="89659"/>
                </a:lnTo>
                <a:lnTo>
                  <a:pt x="245108" y="89447"/>
                </a:lnTo>
                <a:lnTo>
                  <a:pt x="244646" y="89223"/>
                </a:lnTo>
                <a:lnTo>
                  <a:pt x="244189" y="88988"/>
                </a:lnTo>
                <a:lnTo>
                  <a:pt x="243738" y="88741"/>
                </a:lnTo>
                <a:lnTo>
                  <a:pt x="243293" y="88482"/>
                </a:lnTo>
                <a:lnTo>
                  <a:pt x="242854" y="88213"/>
                </a:lnTo>
                <a:lnTo>
                  <a:pt x="242421" y="87933"/>
                </a:lnTo>
                <a:lnTo>
                  <a:pt x="241997" y="87644"/>
                </a:lnTo>
                <a:lnTo>
                  <a:pt x="241581" y="87346"/>
                </a:lnTo>
                <a:lnTo>
                  <a:pt x="241173" y="87039"/>
                </a:lnTo>
                <a:lnTo>
                  <a:pt x="240773" y="86724"/>
                </a:lnTo>
                <a:lnTo>
                  <a:pt x="240382" y="86399"/>
                </a:lnTo>
                <a:lnTo>
                  <a:pt x="239998" y="86066"/>
                </a:lnTo>
                <a:lnTo>
                  <a:pt x="239623" y="85724"/>
                </a:lnTo>
                <a:lnTo>
                  <a:pt x="239256" y="85373"/>
                </a:lnTo>
                <a:lnTo>
                  <a:pt x="238896" y="85013"/>
                </a:lnTo>
                <a:lnTo>
                  <a:pt x="238546" y="84645"/>
                </a:lnTo>
                <a:lnTo>
                  <a:pt x="238203" y="84267"/>
                </a:lnTo>
                <a:lnTo>
                  <a:pt x="237868" y="83881"/>
                </a:lnTo>
                <a:lnTo>
                  <a:pt x="237541" y="83486"/>
                </a:lnTo>
                <a:lnTo>
                  <a:pt x="237223" y="83082"/>
                </a:lnTo>
                <a:lnTo>
                  <a:pt x="236913" y="82669"/>
                </a:lnTo>
                <a:lnTo>
                  <a:pt x="236610" y="82247"/>
                </a:lnTo>
                <a:lnTo>
                  <a:pt x="236316" y="81817"/>
                </a:lnTo>
                <a:lnTo>
                  <a:pt x="236031" y="81377"/>
                </a:lnTo>
                <a:lnTo>
                  <a:pt x="235753" y="80929"/>
                </a:lnTo>
                <a:lnTo>
                  <a:pt x="235483" y="80472"/>
                </a:lnTo>
                <a:lnTo>
                  <a:pt x="235222" y="80006"/>
                </a:lnTo>
                <a:lnTo>
                  <a:pt x="234968" y="79531"/>
                </a:lnTo>
                <a:lnTo>
                  <a:pt x="234723" y="79047"/>
                </a:lnTo>
                <a:lnTo>
                  <a:pt x="234487" y="78555"/>
                </a:lnTo>
                <a:lnTo>
                  <a:pt x="234261" y="78056"/>
                </a:lnTo>
                <a:lnTo>
                  <a:pt x="234045" y="77549"/>
                </a:lnTo>
                <a:lnTo>
                  <a:pt x="233839" y="77035"/>
                </a:lnTo>
                <a:lnTo>
                  <a:pt x="233643" y="76513"/>
                </a:lnTo>
                <a:lnTo>
                  <a:pt x="233457" y="75984"/>
                </a:lnTo>
                <a:lnTo>
                  <a:pt x="233281" y="75448"/>
                </a:lnTo>
                <a:lnTo>
                  <a:pt x="233115" y="74904"/>
                </a:lnTo>
                <a:lnTo>
                  <a:pt x="232960" y="74353"/>
                </a:lnTo>
                <a:lnTo>
                  <a:pt x="232814" y="73794"/>
                </a:lnTo>
                <a:lnTo>
                  <a:pt x="232678" y="73228"/>
                </a:lnTo>
                <a:lnTo>
                  <a:pt x="232553" y="72654"/>
                </a:lnTo>
                <a:lnTo>
                  <a:pt x="232437" y="72074"/>
                </a:lnTo>
                <a:lnTo>
                  <a:pt x="232332" y="71485"/>
                </a:lnTo>
                <a:lnTo>
                  <a:pt x="232236" y="70889"/>
                </a:lnTo>
                <a:lnTo>
                  <a:pt x="232151" y="70286"/>
                </a:lnTo>
                <a:lnTo>
                  <a:pt x="232075" y="69676"/>
                </a:lnTo>
                <a:lnTo>
                  <a:pt x="232010" y="69058"/>
                </a:lnTo>
                <a:lnTo>
                  <a:pt x="231955" y="68432"/>
                </a:lnTo>
                <a:lnTo>
                  <a:pt x="231910" y="67800"/>
                </a:lnTo>
                <a:lnTo>
                  <a:pt x="231874" y="67159"/>
                </a:lnTo>
                <a:lnTo>
                  <a:pt x="231849" y="66512"/>
                </a:lnTo>
                <a:lnTo>
                  <a:pt x="231834" y="65857"/>
                </a:lnTo>
                <a:lnTo>
                  <a:pt x="231829" y="65194"/>
                </a:lnTo>
                <a:lnTo>
                  <a:pt x="231834" y="64543"/>
                </a:lnTo>
                <a:lnTo>
                  <a:pt x="231849" y="63898"/>
                </a:lnTo>
                <a:lnTo>
                  <a:pt x="231874" y="63260"/>
                </a:lnTo>
                <a:lnTo>
                  <a:pt x="231910" y="62629"/>
                </a:lnTo>
                <a:lnTo>
                  <a:pt x="231955" y="62004"/>
                </a:lnTo>
                <a:lnTo>
                  <a:pt x="232010" y="61386"/>
                </a:lnTo>
                <a:lnTo>
                  <a:pt x="232075" y="60775"/>
                </a:lnTo>
                <a:lnTo>
                  <a:pt x="232151" y="60171"/>
                </a:lnTo>
                <a:lnTo>
                  <a:pt x="232236" y="59573"/>
                </a:lnTo>
                <a:lnTo>
                  <a:pt x="232332" y="58982"/>
                </a:lnTo>
                <a:lnTo>
                  <a:pt x="232437" y="58397"/>
                </a:lnTo>
                <a:lnTo>
                  <a:pt x="232553" y="57820"/>
                </a:lnTo>
                <a:lnTo>
                  <a:pt x="232678" y="57249"/>
                </a:lnTo>
                <a:lnTo>
                  <a:pt x="232814" y="56684"/>
                </a:lnTo>
                <a:lnTo>
                  <a:pt x="232960" y="56127"/>
                </a:lnTo>
                <a:lnTo>
                  <a:pt x="233115" y="55576"/>
                </a:lnTo>
                <a:lnTo>
                  <a:pt x="233281" y="55032"/>
                </a:lnTo>
                <a:lnTo>
                  <a:pt x="233457" y="54494"/>
                </a:lnTo>
                <a:lnTo>
                  <a:pt x="233643" y="53964"/>
                </a:lnTo>
                <a:lnTo>
                  <a:pt x="233839" y="53440"/>
                </a:lnTo>
                <a:lnTo>
                  <a:pt x="234045" y="52922"/>
                </a:lnTo>
                <a:lnTo>
                  <a:pt x="234261" y="52412"/>
                </a:lnTo>
                <a:lnTo>
                  <a:pt x="234487" y="51908"/>
                </a:lnTo>
                <a:lnTo>
                  <a:pt x="234723" y="51410"/>
                </a:lnTo>
                <a:lnTo>
                  <a:pt x="234968" y="50921"/>
                </a:lnTo>
                <a:lnTo>
                  <a:pt x="235222" y="50441"/>
                </a:lnTo>
                <a:lnTo>
                  <a:pt x="235483" y="49970"/>
                </a:lnTo>
                <a:lnTo>
                  <a:pt x="235753" y="49508"/>
                </a:lnTo>
                <a:lnTo>
                  <a:pt x="236031" y="49055"/>
                </a:lnTo>
                <a:lnTo>
                  <a:pt x="236316" y="48611"/>
                </a:lnTo>
                <a:lnTo>
                  <a:pt x="236610" y="48176"/>
                </a:lnTo>
                <a:lnTo>
                  <a:pt x="236913" y="47751"/>
                </a:lnTo>
                <a:lnTo>
                  <a:pt x="237223" y="47334"/>
                </a:lnTo>
                <a:lnTo>
                  <a:pt x="237541" y="46927"/>
                </a:lnTo>
                <a:lnTo>
                  <a:pt x="237868" y="46528"/>
                </a:lnTo>
                <a:lnTo>
                  <a:pt x="238203" y="46139"/>
                </a:lnTo>
                <a:lnTo>
                  <a:pt x="238546" y="45759"/>
                </a:lnTo>
                <a:lnTo>
                  <a:pt x="238896" y="45388"/>
                </a:lnTo>
                <a:lnTo>
                  <a:pt x="239256" y="45026"/>
                </a:lnTo>
                <a:lnTo>
                  <a:pt x="239623" y="44673"/>
                </a:lnTo>
                <a:lnTo>
                  <a:pt x="239998" y="44329"/>
                </a:lnTo>
                <a:lnTo>
                  <a:pt x="240382" y="43995"/>
                </a:lnTo>
                <a:lnTo>
                  <a:pt x="240773" y="43669"/>
                </a:lnTo>
                <a:lnTo>
                  <a:pt x="241173" y="43353"/>
                </a:lnTo>
                <a:lnTo>
                  <a:pt x="241581" y="43045"/>
                </a:lnTo>
                <a:lnTo>
                  <a:pt x="241997" y="42747"/>
                </a:lnTo>
                <a:lnTo>
                  <a:pt x="242421" y="42458"/>
                </a:lnTo>
                <a:lnTo>
                  <a:pt x="242854" y="42178"/>
                </a:lnTo>
                <a:lnTo>
                  <a:pt x="243293" y="41908"/>
                </a:lnTo>
                <a:lnTo>
                  <a:pt x="243738" y="41649"/>
                </a:lnTo>
                <a:lnTo>
                  <a:pt x="244189" y="41402"/>
                </a:lnTo>
                <a:lnTo>
                  <a:pt x="244646" y="41167"/>
                </a:lnTo>
                <a:lnTo>
                  <a:pt x="245108" y="40943"/>
                </a:lnTo>
                <a:lnTo>
                  <a:pt x="245576" y="40730"/>
                </a:lnTo>
                <a:lnTo>
                  <a:pt x="246050" y="40529"/>
                </a:lnTo>
                <a:lnTo>
                  <a:pt x="246530" y="40340"/>
                </a:lnTo>
                <a:lnTo>
                  <a:pt x="247015" y="40162"/>
                </a:lnTo>
                <a:lnTo>
                  <a:pt x="247506" y="39995"/>
                </a:lnTo>
                <a:lnTo>
                  <a:pt x="248003" y="39840"/>
                </a:lnTo>
                <a:lnTo>
                  <a:pt x="248506" y="39697"/>
                </a:lnTo>
                <a:lnTo>
                  <a:pt x="249014" y="39565"/>
                </a:lnTo>
                <a:lnTo>
                  <a:pt x="249528" y="39444"/>
                </a:lnTo>
                <a:lnTo>
                  <a:pt x="250048" y="39335"/>
                </a:lnTo>
                <a:lnTo>
                  <a:pt x="250573" y="39237"/>
                </a:lnTo>
                <a:lnTo>
                  <a:pt x="251105" y="39151"/>
                </a:lnTo>
                <a:lnTo>
                  <a:pt x="251642" y="39076"/>
                </a:lnTo>
                <a:lnTo>
                  <a:pt x="252185" y="39013"/>
                </a:lnTo>
                <a:lnTo>
                  <a:pt x="252733" y="38962"/>
                </a:lnTo>
                <a:lnTo>
                  <a:pt x="253287" y="38921"/>
                </a:lnTo>
                <a:lnTo>
                  <a:pt x="253847" y="38893"/>
                </a:lnTo>
                <a:lnTo>
                  <a:pt x="254413" y="38875"/>
                </a:lnTo>
                <a:lnTo>
                  <a:pt x="254984" y="38870"/>
                </a:lnTo>
                <a:lnTo>
                  <a:pt x="255545" y="38875"/>
                </a:lnTo>
                <a:lnTo>
                  <a:pt x="256099" y="38893"/>
                </a:lnTo>
                <a:lnTo>
                  <a:pt x="256649" y="38921"/>
                </a:lnTo>
                <a:lnTo>
                  <a:pt x="257193" y="38962"/>
                </a:lnTo>
                <a:lnTo>
                  <a:pt x="257732" y="39013"/>
                </a:lnTo>
                <a:lnTo>
                  <a:pt x="258266" y="39076"/>
                </a:lnTo>
                <a:lnTo>
                  <a:pt x="258795" y="39151"/>
                </a:lnTo>
                <a:lnTo>
                  <a:pt x="259318" y="39237"/>
                </a:lnTo>
                <a:lnTo>
                  <a:pt x="259836" y="39335"/>
                </a:lnTo>
                <a:lnTo>
                  <a:pt x="260349" y="39444"/>
                </a:lnTo>
                <a:lnTo>
                  <a:pt x="260856" y="39565"/>
                </a:lnTo>
                <a:lnTo>
                  <a:pt x="261358" y="39697"/>
                </a:lnTo>
                <a:lnTo>
                  <a:pt x="261855" y="39840"/>
                </a:lnTo>
                <a:lnTo>
                  <a:pt x="262347" y="39995"/>
                </a:lnTo>
                <a:lnTo>
                  <a:pt x="262833" y="40162"/>
                </a:lnTo>
                <a:lnTo>
                  <a:pt x="263315" y="40340"/>
                </a:lnTo>
                <a:lnTo>
                  <a:pt x="263790" y="40529"/>
                </a:lnTo>
                <a:lnTo>
                  <a:pt x="264261" y="40730"/>
                </a:lnTo>
                <a:lnTo>
                  <a:pt x="264726" y="40943"/>
                </a:lnTo>
                <a:lnTo>
                  <a:pt x="265187" y="41167"/>
                </a:lnTo>
                <a:lnTo>
                  <a:pt x="265641" y="41402"/>
                </a:lnTo>
                <a:lnTo>
                  <a:pt x="266091" y="41649"/>
                </a:lnTo>
                <a:lnTo>
                  <a:pt x="266535" y="41908"/>
                </a:lnTo>
                <a:lnTo>
                  <a:pt x="266974" y="42178"/>
                </a:lnTo>
                <a:lnTo>
                  <a:pt x="267407" y="42458"/>
                </a:lnTo>
                <a:lnTo>
                  <a:pt x="267832" y="42747"/>
                </a:lnTo>
                <a:lnTo>
                  <a:pt x="268248" y="43045"/>
                </a:lnTo>
                <a:lnTo>
                  <a:pt x="268657" y="43353"/>
                </a:lnTo>
                <a:lnTo>
                  <a:pt x="269058" y="43669"/>
                </a:lnTo>
                <a:lnTo>
                  <a:pt x="269451" y="43995"/>
                </a:lnTo>
                <a:lnTo>
                  <a:pt x="269837" y="44329"/>
                </a:lnTo>
                <a:lnTo>
                  <a:pt x="270214" y="44673"/>
                </a:lnTo>
                <a:lnTo>
                  <a:pt x="270583" y="45026"/>
                </a:lnTo>
                <a:lnTo>
                  <a:pt x="270945" y="45388"/>
                </a:lnTo>
                <a:lnTo>
                  <a:pt x="271298" y="45759"/>
                </a:lnTo>
                <a:lnTo>
                  <a:pt x="271644" y="46139"/>
                </a:lnTo>
                <a:lnTo>
                  <a:pt x="271982" y="46528"/>
                </a:lnTo>
                <a:lnTo>
                  <a:pt x="272312" y="46927"/>
                </a:lnTo>
                <a:lnTo>
                  <a:pt x="272634" y="47334"/>
                </a:lnTo>
                <a:lnTo>
                  <a:pt x="272948" y="47751"/>
                </a:lnTo>
                <a:lnTo>
                  <a:pt x="273254" y="48176"/>
                </a:lnTo>
                <a:lnTo>
                  <a:pt x="273552" y="48611"/>
                </a:lnTo>
                <a:lnTo>
                  <a:pt x="273843" y="49055"/>
                </a:lnTo>
                <a:lnTo>
                  <a:pt x="274125" y="49508"/>
                </a:lnTo>
                <a:lnTo>
                  <a:pt x="274400" y="49970"/>
                </a:lnTo>
                <a:lnTo>
                  <a:pt x="274667" y="50441"/>
                </a:lnTo>
                <a:lnTo>
                  <a:pt x="274925" y="50921"/>
                </a:lnTo>
                <a:lnTo>
                  <a:pt x="275176" y="51410"/>
                </a:lnTo>
                <a:lnTo>
                  <a:pt x="275418" y="51908"/>
                </a:lnTo>
                <a:lnTo>
                  <a:pt x="275650" y="52412"/>
                </a:lnTo>
                <a:lnTo>
                  <a:pt x="275871" y="52922"/>
                </a:lnTo>
                <a:lnTo>
                  <a:pt x="276082" y="53440"/>
                </a:lnTo>
                <a:lnTo>
                  <a:pt x="276282" y="53964"/>
                </a:lnTo>
                <a:lnTo>
                  <a:pt x="276473" y="54494"/>
                </a:lnTo>
                <a:lnTo>
                  <a:pt x="276653" y="55032"/>
                </a:lnTo>
                <a:lnTo>
                  <a:pt x="276823" y="55576"/>
                </a:lnTo>
                <a:lnTo>
                  <a:pt x="276982" y="56127"/>
                </a:lnTo>
                <a:lnTo>
                  <a:pt x="277131" y="56684"/>
                </a:lnTo>
                <a:lnTo>
                  <a:pt x="277270" y="57249"/>
                </a:lnTo>
                <a:lnTo>
                  <a:pt x="277399" y="57820"/>
                </a:lnTo>
                <a:lnTo>
                  <a:pt x="277517" y="58397"/>
                </a:lnTo>
                <a:lnTo>
                  <a:pt x="277625" y="58982"/>
                </a:lnTo>
                <a:lnTo>
                  <a:pt x="277723" y="59573"/>
                </a:lnTo>
                <a:lnTo>
                  <a:pt x="277810" y="60171"/>
                </a:lnTo>
                <a:lnTo>
                  <a:pt x="277888" y="60775"/>
                </a:lnTo>
                <a:lnTo>
                  <a:pt x="277954" y="61386"/>
                </a:lnTo>
                <a:lnTo>
                  <a:pt x="278011" y="62004"/>
                </a:lnTo>
                <a:lnTo>
                  <a:pt x="278057" y="62629"/>
                </a:lnTo>
                <a:lnTo>
                  <a:pt x="278093" y="63260"/>
                </a:lnTo>
                <a:lnTo>
                  <a:pt x="278119" y="63898"/>
                </a:lnTo>
                <a:lnTo>
                  <a:pt x="278134" y="64543"/>
                </a:lnTo>
                <a:lnTo>
                  <a:pt x="278140" y="65194"/>
                </a:lnTo>
                <a:lnTo>
                  <a:pt x="278134" y="65857"/>
                </a:lnTo>
                <a:lnTo>
                  <a:pt x="278119" y="66512"/>
                </a:lnTo>
                <a:lnTo>
                  <a:pt x="278093" y="67159"/>
                </a:lnTo>
                <a:lnTo>
                  <a:pt x="278057" y="67800"/>
                </a:lnTo>
                <a:lnTo>
                  <a:pt x="278011" y="68432"/>
                </a:lnTo>
                <a:lnTo>
                  <a:pt x="277954" y="69058"/>
                </a:lnTo>
                <a:lnTo>
                  <a:pt x="277888" y="69676"/>
                </a:lnTo>
                <a:lnTo>
                  <a:pt x="277810" y="70286"/>
                </a:lnTo>
                <a:lnTo>
                  <a:pt x="277723" y="70889"/>
                </a:lnTo>
                <a:lnTo>
                  <a:pt x="277625" y="71485"/>
                </a:lnTo>
                <a:lnTo>
                  <a:pt x="277517" y="72074"/>
                </a:lnTo>
                <a:lnTo>
                  <a:pt x="277399" y="72654"/>
                </a:lnTo>
                <a:lnTo>
                  <a:pt x="277270" y="73228"/>
                </a:lnTo>
                <a:lnTo>
                  <a:pt x="277131" y="73794"/>
                </a:lnTo>
                <a:lnTo>
                  <a:pt x="276982" y="74353"/>
                </a:lnTo>
                <a:lnTo>
                  <a:pt x="276823" y="74904"/>
                </a:lnTo>
                <a:lnTo>
                  <a:pt x="276653" y="75448"/>
                </a:lnTo>
                <a:lnTo>
                  <a:pt x="276473" y="75984"/>
                </a:lnTo>
                <a:lnTo>
                  <a:pt x="276282" y="76513"/>
                </a:lnTo>
                <a:lnTo>
                  <a:pt x="276082" y="77035"/>
                </a:lnTo>
                <a:lnTo>
                  <a:pt x="275871" y="77549"/>
                </a:lnTo>
                <a:lnTo>
                  <a:pt x="275650" y="78056"/>
                </a:lnTo>
                <a:lnTo>
                  <a:pt x="275418" y="78555"/>
                </a:lnTo>
                <a:lnTo>
                  <a:pt x="275176" y="79047"/>
                </a:lnTo>
                <a:lnTo>
                  <a:pt x="274925" y="79531"/>
                </a:lnTo>
                <a:lnTo>
                  <a:pt x="274667" y="80006"/>
                </a:lnTo>
                <a:lnTo>
                  <a:pt x="274400" y="80472"/>
                </a:lnTo>
                <a:lnTo>
                  <a:pt x="274125" y="80929"/>
                </a:lnTo>
                <a:lnTo>
                  <a:pt x="273843" y="81377"/>
                </a:lnTo>
                <a:lnTo>
                  <a:pt x="273552" y="81817"/>
                </a:lnTo>
                <a:lnTo>
                  <a:pt x="273254" y="82247"/>
                </a:lnTo>
                <a:lnTo>
                  <a:pt x="272948" y="82669"/>
                </a:lnTo>
                <a:lnTo>
                  <a:pt x="272634" y="83082"/>
                </a:lnTo>
                <a:lnTo>
                  <a:pt x="272312" y="83486"/>
                </a:lnTo>
                <a:lnTo>
                  <a:pt x="271982" y="83881"/>
                </a:lnTo>
                <a:lnTo>
                  <a:pt x="271644" y="84267"/>
                </a:lnTo>
                <a:lnTo>
                  <a:pt x="271298" y="84645"/>
                </a:lnTo>
                <a:lnTo>
                  <a:pt x="270945" y="85013"/>
                </a:lnTo>
                <a:lnTo>
                  <a:pt x="270583" y="85373"/>
                </a:lnTo>
                <a:lnTo>
                  <a:pt x="270214" y="85724"/>
                </a:lnTo>
                <a:lnTo>
                  <a:pt x="269837" y="86066"/>
                </a:lnTo>
                <a:lnTo>
                  <a:pt x="269451" y="86399"/>
                </a:lnTo>
                <a:lnTo>
                  <a:pt x="269058" y="86724"/>
                </a:lnTo>
                <a:lnTo>
                  <a:pt x="268657" y="87039"/>
                </a:lnTo>
                <a:lnTo>
                  <a:pt x="268248" y="87346"/>
                </a:lnTo>
                <a:lnTo>
                  <a:pt x="267832" y="87644"/>
                </a:lnTo>
                <a:lnTo>
                  <a:pt x="267407" y="87933"/>
                </a:lnTo>
                <a:lnTo>
                  <a:pt x="266974" y="88213"/>
                </a:lnTo>
                <a:lnTo>
                  <a:pt x="266535" y="88482"/>
                </a:lnTo>
                <a:lnTo>
                  <a:pt x="266091" y="88741"/>
                </a:lnTo>
                <a:lnTo>
                  <a:pt x="265641" y="88988"/>
                </a:lnTo>
                <a:lnTo>
                  <a:pt x="265187" y="89223"/>
                </a:lnTo>
                <a:lnTo>
                  <a:pt x="264726" y="89447"/>
                </a:lnTo>
                <a:lnTo>
                  <a:pt x="264261" y="89659"/>
                </a:lnTo>
                <a:lnTo>
                  <a:pt x="263790" y="89860"/>
                </a:lnTo>
                <a:lnTo>
                  <a:pt x="263315" y="90049"/>
                </a:lnTo>
                <a:lnTo>
                  <a:pt x="262833" y="90227"/>
                </a:lnTo>
                <a:lnTo>
                  <a:pt x="262347" y="90394"/>
                </a:lnTo>
                <a:lnTo>
                  <a:pt x="261855" y="90549"/>
                </a:lnTo>
                <a:lnTo>
                  <a:pt x="261358" y="90692"/>
                </a:lnTo>
                <a:lnTo>
                  <a:pt x="260856" y="90824"/>
                </a:lnTo>
                <a:lnTo>
                  <a:pt x="260349" y="90945"/>
                </a:lnTo>
                <a:lnTo>
                  <a:pt x="259836" y="91054"/>
                </a:lnTo>
                <a:lnTo>
                  <a:pt x="259318" y="91151"/>
                </a:lnTo>
                <a:lnTo>
                  <a:pt x="258795" y="91238"/>
                </a:lnTo>
                <a:lnTo>
                  <a:pt x="258266" y="91312"/>
                </a:lnTo>
                <a:lnTo>
                  <a:pt x="257732" y="91375"/>
                </a:lnTo>
                <a:lnTo>
                  <a:pt x="257193" y="91427"/>
                </a:lnTo>
                <a:lnTo>
                  <a:pt x="256649" y="91467"/>
                </a:lnTo>
                <a:lnTo>
                  <a:pt x="256099" y="91496"/>
                </a:lnTo>
                <a:lnTo>
                  <a:pt x="255545" y="91513"/>
                </a:lnTo>
                <a:lnTo>
                  <a:pt x="254984" y="91519"/>
                </a:lnTo>
                <a:lnTo>
                  <a:pt x="254413" y="91513"/>
                </a:lnTo>
                <a:lnTo>
                  <a:pt x="253847" y="91496"/>
                </a:lnTo>
                <a:lnTo>
                  <a:pt x="253287" y="91467"/>
                </a:lnTo>
                <a:lnTo>
                  <a:pt x="252733" y="91427"/>
                </a:lnTo>
                <a:lnTo>
                  <a:pt x="252185" y="91375"/>
                </a:lnTo>
                <a:close/>
                <a:moveTo>
                  <a:pt x="48609" y="101493"/>
                </a:moveTo>
                <a:lnTo>
                  <a:pt x="49265" y="101455"/>
                </a:lnTo>
                <a:lnTo>
                  <a:pt x="49913" y="101410"/>
                </a:lnTo>
                <a:lnTo>
                  <a:pt x="50552" y="101358"/>
                </a:lnTo>
                <a:lnTo>
                  <a:pt x="51184" y="101299"/>
                </a:lnTo>
                <a:lnTo>
                  <a:pt x="51807" y="101233"/>
                </a:lnTo>
                <a:lnTo>
                  <a:pt x="52422" y="101160"/>
                </a:lnTo>
                <a:lnTo>
                  <a:pt x="53029" y="101081"/>
                </a:lnTo>
                <a:lnTo>
                  <a:pt x="53628" y="100994"/>
                </a:lnTo>
                <a:lnTo>
                  <a:pt x="54218" y="100900"/>
                </a:lnTo>
                <a:lnTo>
                  <a:pt x="54801" y="100800"/>
                </a:lnTo>
                <a:lnTo>
                  <a:pt x="55375" y="100692"/>
                </a:lnTo>
                <a:lnTo>
                  <a:pt x="55942" y="100578"/>
                </a:lnTo>
                <a:lnTo>
                  <a:pt x="56500" y="100456"/>
                </a:lnTo>
                <a:lnTo>
                  <a:pt x="57050" y="100328"/>
                </a:lnTo>
                <a:lnTo>
                  <a:pt x="57592" y="100193"/>
                </a:lnTo>
                <a:lnTo>
                  <a:pt x="58125" y="100050"/>
                </a:lnTo>
                <a:lnTo>
                  <a:pt x="58651" y="99901"/>
                </a:lnTo>
                <a:lnTo>
                  <a:pt x="59168" y="99745"/>
                </a:lnTo>
                <a:lnTo>
                  <a:pt x="59678" y="99582"/>
                </a:lnTo>
                <a:lnTo>
                  <a:pt x="60180" y="99412"/>
                </a:lnTo>
                <a:lnTo>
                  <a:pt x="60678" y="99236"/>
                </a:lnTo>
                <a:lnTo>
                  <a:pt x="61169" y="99052"/>
                </a:lnTo>
                <a:lnTo>
                  <a:pt x="61656" y="98863"/>
                </a:lnTo>
                <a:lnTo>
                  <a:pt x="62136" y="98666"/>
                </a:lnTo>
                <a:lnTo>
                  <a:pt x="62611" y="98462"/>
                </a:lnTo>
                <a:lnTo>
                  <a:pt x="63081" y="98252"/>
                </a:lnTo>
                <a:lnTo>
                  <a:pt x="63545" y="98036"/>
                </a:lnTo>
                <a:lnTo>
                  <a:pt x="64004" y="97812"/>
                </a:lnTo>
                <a:lnTo>
                  <a:pt x="64457" y="97582"/>
                </a:lnTo>
                <a:lnTo>
                  <a:pt x="64905" y="97345"/>
                </a:lnTo>
                <a:lnTo>
                  <a:pt x="65347" y="97102"/>
                </a:lnTo>
                <a:lnTo>
                  <a:pt x="65783" y="96851"/>
                </a:lnTo>
                <a:lnTo>
                  <a:pt x="66214" y="96594"/>
                </a:lnTo>
                <a:lnTo>
                  <a:pt x="66640" y="96331"/>
                </a:lnTo>
                <a:lnTo>
                  <a:pt x="67060" y="96060"/>
                </a:lnTo>
                <a:lnTo>
                  <a:pt x="67475" y="95783"/>
                </a:lnTo>
                <a:lnTo>
                  <a:pt x="67884" y="95499"/>
                </a:lnTo>
                <a:lnTo>
                  <a:pt x="68287" y="95209"/>
                </a:lnTo>
                <a:lnTo>
                  <a:pt x="68685" y="94911"/>
                </a:lnTo>
                <a:lnTo>
                  <a:pt x="69078" y="94608"/>
                </a:lnTo>
                <a:lnTo>
                  <a:pt x="69465" y="94297"/>
                </a:lnTo>
                <a:lnTo>
                  <a:pt x="69847" y="93980"/>
                </a:lnTo>
                <a:lnTo>
                  <a:pt x="70223" y="93656"/>
                </a:lnTo>
                <a:lnTo>
                  <a:pt x="70594" y="93325"/>
                </a:lnTo>
                <a:lnTo>
                  <a:pt x="70962" y="92989"/>
                </a:lnTo>
                <a:lnTo>
                  <a:pt x="71327" y="92647"/>
                </a:lnTo>
                <a:lnTo>
                  <a:pt x="71687" y="92298"/>
                </a:lnTo>
                <a:lnTo>
                  <a:pt x="72044" y="91944"/>
                </a:lnTo>
                <a:lnTo>
                  <a:pt x="72398" y="91584"/>
                </a:lnTo>
                <a:lnTo>
                  <a:pt x="72748" y="91217"/>
                </a:lnTo>
                <a:lnTo>
                  <a:pt x="73094" y="90845"/>
                </a:lnTo>
                <a:lnTo>
                  <a:pt x="73437" y="90467"/>
                </a:lnTo>
                <a:lnTo>
                  <a:pt x="73776" y="90083"/>
                </a:lnTo>
                <a:lnTo>
                  <a:pt x="74112" y="89693"/>
                </a:lnTo>
                <a:lnTo>
                  <a:pt x="74444" y="89296"/>
                </a:lnTo>
                <a:lnTo>
                  <a:pt x="74773" y="88894"/>
                </a:lnTo>
                <a:lnTo>
                  <a:pt x="75098" y="88486"/>
                </a:lnTo>
                <a:lnTo>
                  <a:pt x="75419" y="88072"/>
                </a:lnTo>
                <a:lnTo>
                  <a:pt x="75737" y="87652"/>
                </a:lnTo>
                <a:lnTo>
                  <a:pt x="76051" y="87226"/>
                </a:lnTo>
                <a:lnTo>
                  <a:pt x="76361" y="86794"/>
                </a:lnTo>
                <a:lnTo>
                  <a:pt x="76668" y="86356"/>
                </a:lnTo>
                <a:lnTo>
                  <a:pt x="76972" y="85912"/>
                </a:lnTo>
                <a:lnTo>
                  <a:pt x="77271" y="85462"/>
                </a:lnTo>
                <a:lnTo>
                  <a:pt x="77568" y="85006"/>
                </a:lnTo>
                <a:lnTo>
                  <a:pt x="77860" y="84544"/>
                </a:lnTo>
                <a:lnTo>
                  <a:pt x="78149" y="84076"/>
                </a:lnTo>
                <a:lnTo>
                  <a:pt x="79113" y="99927"/>
                </a:lnTo>
                <a:lnTo>
                  <a:pt x="89727" y="99927"/>
                </a:lnTo>
                <a:lnTo>
                  <a:pt x="89727" y="48380"/>
                </a:lnTo>
                <a:lnTo>
                  <a:pt x="50031" y="48380"/>
                </a:lnTo>
                <a:lnTo>
                  <a:pt x="50031" y="57476"/>
                </a:lnTo>
                <a:lnTo>
                  <a:pt x="77874" y="57476"/>
                </a:lnTo>
                <a:lnTo>
                  <a:pt x="77770" y="58762"/>
                </a:lnTo>
                <a:lnTo>
                  <a:pt x="77643" y="60026"/>
                </a:lnTo>
                <a:lnTo>
                  <a:pt x="77492" y="61268"/>
                </a:lnTo>
                <a:lnTo>
                  <a:pt x="77318" y="62487"/>
                </a:lnTo>
                <a:lnTo>
                  <a:pt x="77121" y="63684"/>
                </a:lnTo>
                <a:lnTo>
                  <a:pt x="76900" y="64858"/>
                </a:lnTo>
                <a:lnTo>
                  <a:pt x="76655" y="66009"/>
                </a:lnTo>
                <a:lnTo>
                  <a:pt x="76387" y="67139"/>
                </a:lnTo>
                <a:lnTo>
                  <a:pt x="76096" y="68245"/>
                </a:lnTo>
                <a:lnTo>
                  <a:pt x="75781" y="69330"/>
                </a:lnTo>
                <a:lnTo>
                  <a:pt x="75443" y="70391"/>
                </a:lnTo>
                <a:lnTo>
                  <a:pt x="75081" y="71430"/>
                </a:lnTo>
                <a:lnTo>
                  <a:pt x="74696" y="72447"/>
                </a:lnTo>
                <a:lnTo>
                  <a:pt x="74288" y="73441"/>
                </a:lnTo>
                <a:lnTo>
                  <a:pt x="73856" y="74413"/>
                </a:lnTo>
                <a:lnTo>
                  <a:pt x="73400" y="75363"/>
                </a:lnTo>
                <a:lnTo>
                  <a:pt x="72921" y="76289"/>
                </a:lnTo>
                <a:lnTo>
                  <a:pt x="72419" y="77194"/>
                </a:lnTo>
                <a:lnTo>
                  <a:pt x="71893" y="78075"/>
                </a:lnTo>
                <a:lnTo>
                  <a:pt x="71344" y="78935"/>
                </a:lnTo>
                <a:lnTo>
                  <a:pt x="70771" y="79772"/>
                </a:lnTo>
                <a:lnTo>
                  <a:pt x="70175" y="80586"/>
                </a:lnTo>
                <a:lnTo>
                  <a:pt x="69556" y="81378"/>
                </a:lnTo>
                <a:lnTo>
                  <a:pt x="68913" y="82147"/>
                </a:lnTo>
                <a:lnTo>
                  <a:pt x="68245" y="82890"/>
                </a:lnTo>
                <a:lnTo>
                  <a:pt x="67551" y="83600"/>
                </a:lnTo>
                <a:lnTo>
                  <a:pt x="66830" y="84279"/>
                </a:lnTo>
                <a:lnTo>
                  <a:pt x="66084" y="84927"/>
                </a:lnTo>
                <a:lnTo>
                  <a:pt x="65310" y="85543"/>
                </a:lnTo>
                <a:lnTo>
                  <a:pt x="64511" y="86127"/>
                </a:lnTo>
                <a:lnTo>
                  <a:pt x="63685" y="86680"/>
                </a:lnTo>
                <a:lnTo>
                  <a:pt x="62833" y="87201"/>
                </a:lnTo>
                <a:lnTo>
                  <a:pt x="61955" y="87690"/>
                </a:lnTo>
                <a:lnTo>
                  <a:pt x="61050" y="88148"/>
                </a:lnTo>
                <a:lnTo>
                  <a:pt x="60119" y="88575"/>
                </a:lnTo>
                <a:lnTo>
                  <a:pt x="59162" y="88969"/>
                </a:lnTo>
                <a:lnTo>
                  <a:pt x="58178" y="89333"/>
                </a:lnTo>
                <a:lnTo>
                  <a:pt x="57168" y="89664"/>
                </a:lnTo>
                <a:lnTo>
                  <a:pt x="56132" y="89964"/>
                </a:lnTo>
                <a:lnTo>
                  <a:pt x="55069" y="90233"/>
                </a:lnTo>
                <a:lnTo>
                  <a:pt x="53980" y="90470"/>
                </a:lnTo>
                <a:lnTo>
                  <a:pt x="52865" y="90675"/>
                </a:lnTo>
                <a:lnTo>
                  <a:pt x="51724" y="90849"/>
                </a:lnTo>
                <a:lnTo>
                  <a:pt x="50556" y="90991"/>
                </a:lnTo>
                <a:lnTo>
                  <a:pt x="49361" y="91101"/>
                </a:lnTo>
                <a:lnTo>
                  <a:pt x="48141" y="91180"/>
                </a:lnTo>
                <a:lnTo>
                  <a:pt x="46894" y="91228"/>
                </a:lnTo>
                <a:lnTo>
                  <a:pt x="45621" y="91243"/>
                </a:lnTo>
                <a:lnTo>
                  <a:pt x="44798" y="91235"/>
                </a:lnTo>
                <a:lnTo>
                  <a:pt x="43983" y="91211"/>
                </a:lnTo>
                <a:lnTo>
                  <a:pt x="43175" y="91170"/>
                </a:lnTo>
                <a:lnTo>
                  <a:pt x="42376" y="91113"/>
                </a:lnTo>
                <a:lnTo>
                  <a:pt x="41585" y="91040"/>
                </a:lnTo>
                <a:lnTo>
                  <a:pt x="40801" y="90950"/>
                </a:lnTo>
                <a:lnTo>
                  <a:pt x="40026" y="90845"/>
                </a:lnTo>
                <a:lnTo>
                  <a:pt x="39258" y="90723"/>
                </a:lnTo>
                <a:lnTo>
                  <a:pt x="38498" y="90584"/>
                </a:lnTo>
                <a:lnTo>
                  <a:pt x="37746" y="90430"/>
                </a:lnTo>
                <a:lnTo>
                  <a:pt x="37002" y="90259"/>
                </a:lnTo>
                <a:lnTo>
                  <a:pt x="36266" y="90072"/>
                </a:lnTo>
                <a:lnTo>
                  <a:pt x="35538" y="89868"/>
                </a:lnTo>
                <a:lnTo>
                  <a:pt x="34817" y="89649"/>
                </a:lnTo>
                <a:lnTo>
                  <a:pt x="34105" y="89413"/>
                </a:lnTo>
                <a:lnTo>
                  <a:pt x="33400" y="89161"/>
                </a:lnTo>
                <a:lnTo>
                  <a:pt x="32703" y="88892"/>
                </a:lnTo>
                <a:lnTo>
                  <a:pt x="32015" y="88608"/>
                </a:lnTo>
                <a:lnTo>
                  <a:pt x="31334" y="88307"/>
                </a:lnTo>
                <a:lnTo>
                  <a:pt x="30660" y="87989"/>
                </a:lnTo>
                <a:lnTo>
                  <a:pt x="29995" y="87656"/>
                </a:lnTo>
                <a:lnTo>
                  <a:pt x="29338" y="87306"/>
                </a:lnTo>
                <a:lnTo>
                  <a:pt x="28689" y="86940"/>
                </a:lnTo>
                <a:lnTo>
                  <a:pt x="28047" y="86558"/>
                </a:lnTo>
                <a:lnTo>
                  <a:pt x="27415" y="86160"/>
                </a:lnTo>
                <a:lnTo>
                  <a:pt x="26796" y="85747"/>
                </a:lnTo>
                <a:lnTo>
                  <a:pt x="26188" y="85320"/>
                </a:lnTo>
                <a:lnTo>
                  <a:pt x="25591" y="84879"/>
                </a:lnTo>
                <a:lnTo>
                  <a:pt x="25006" y="84423"/>
                </a:lnTo>
                <a:lnTo>
                  <a:pt x="24434" y="83952"/>
                </a:lnTo>
                <a:lnTo>
                  <a:pt x="23872" y="83467"/>
                </a:lnTo>
                <a:lnTo>
                  <a:pt x="23323" y="82967"/>
                </a:lnTo>
                <a:lnTo>
                  <a:pt x="22785" y="82452"/>
                </a:lnTo>
                <a:lnTo>
                  <a:pt x="22259" y="81923"/>
                </a:lnTo>
                <a:lnTo>
                  <a:pt x="21745" y="81379"/>
                </a:lnTo>
                <a:lnTo>
                  <a:pt x="21242" y="80821"/>
                </a:lnTo>
                <a:lnTo>
                  <a:pt x="20751" y="80248"/>
                </a:lnTo>
                <a:lnTo>
                  <a:pt x="20272" y="79660"/>
                </a:lnTo>
                <a:lnTo>
                  <a:pt x="19804" y="79058"/>
                </a:lnTo>
                <a:lnTo>
                  <a:pt x="19349" y="78441"/>
                </a:lnTo>
                <a:lnTo>
                  <a:pt x="18905" y="77810"/>
                </a:lnTo>
                <a:lnTo>
                  <a:pt x="18472" y="77164"/>
                </a:lnTo>
                <a:lnTo>
                  <a:pt x="18052" y="76504"/>
                </a:lnTo>
                <a:lnTo>
                  <a:pt x="17643" y="75829"/>
                </a:lnTo>
                <a:lnTo>
                  <a:pt x="17246" y="75139"/>
                </a:lnTo>
                <a:lnTo>
                  <a:pt x="16860" y="74434"/>
                </a:lnTo>
                <a:lnTo>
                  <a:pt x="16487" y="73716"/>
                </a:lnTo>
                <a:lnTo>
                  <a:pt x="16125" y="72982"/>
                </a:lnTo>
                <a:lnTo>
                  <a:pt x="15776" y="72235"/>
                </a:lnTo>
                <a:lnTo>
                  <a:pt x="15442" y="71477"/>
                </a:lnTo>
                <a:lnTo>
                  <a:pt x="15123" y="70707"/>
                </a:lnTo>
                <a:lnTo>
                  <a:pt x="14819" y="69925"/>
                </a:lnTo>
                <a:lnTo>
                  <a:pt x="14530" y="69131"/>
                </a:lnTo>
                <a:lnTo>
                  <a:pt x="14256" y="68326"/>
                </a:lnTo>
                <a:lnTo>
                  <a:pt x="13996" y="67509"/>
                </a:lnTo>
                <a:lnTo>
                  <a:pt x="13752" y="66680"/>
                </a:lnTo>
                <a:lnTo>
                  <a:pt x="13522" y="65840"/>
                </a:lnTo>
                <a:lnTo>
                  <a:pt x="13307" y="64987"/>
                </a:lnTo>
                <a:lnTo>
                  <a:pt x="13106" y="64123"/>
                </a:lnTo>
                <a:lnTo>
                  <a:pt x="12921" y="63248"/>
                </a:lnTo>
                <a:lnTo>
                  <a:pt x="12750" y="62360"/>
                </a:lnTo>
                <a:lnTo>
                  <a:pt x="12595" y="61461"/>
                </a:lnTo>
                <a:lnTo>
                  <a:pt x="12454" y="60550"/>
                </a:lnTo>
                <a:lnTo>
                  <a:pt x="12328" y="59628"/>
                </a:lnTo>
                <a:lnTo>
                  <a:pt x="12216" y="58693"/>
                </a:lnTo>
                <a:lnTo>
                  <a:pt x="12120" y="57747"/>
                </a:lnTo>
                <a:lnTo>
                  <a:pt x="12039" y="56790"/>
                </a:lnTo>
                <a:lnTo>
                  <a:pt x="11972" y="55820"/>
                </a:lnTo>
                <a:lnTo>
                  <a:pt x="11920" y="54839"/>
                </a:lnTo>
                <a:lnTo>
                  <a:pt x="11883" y="53846"/>
                </a:lnTo>
                <a:lnTo>
                  <a:pt x="11861" y="52841"/>
                </a:lnTo>
                <a:lnTo>
                  <a:pt x="11853" y="51825"/>
                </a:lnTo>
                <a:lnTo>
                  <a:pt x="11861" y="50808"/>
                </a:lnTo>
                <a:lnTo>
                  <a:pt x="11883" y="49804"/>
                </a:lnTo>
                <a:lnTo>
                  <a:pt x="11920" y="48812"/>
                </a:lnTo>
                <a:lnTo>
                  <a:pt x="11972" y="47831"/>
                </a:lnTo>
                <a:lnTo>
                  <a:pt x="12039" y="46863"/>
                </a:lnTo>
                <a:lnTo>
                  <a:pt x="12120" y="45906"/>
                </a:lnTo>
                <a:lnTo>
                  <a:pt x="12216" y="44962"/>
                </a:lnTo>
                <a:lnTo>
                  <a:pt x="12328" y="44029"/>
                </a:lnTo>
                <a:lnTo>
                  <a:pt x="12454" y="43109"/>
                </a:lnTo>
                <a:lnTo>
                  <a:pt x="12595" y="42200"/>
                </a:lnTo>
                <a:lnTo>
                  <a:pt x="12750" y="41304"/>
                </a:lnTo>
                <a:lnTo>
                  <a:pt x="12921" y="40419"/>
                </a:lnTo>
                <a:lnTo>
                  <a:pt x="13106" y="39546"/>
                </a:lnTo>
                <a:lnTo>
                  <a:pt x="13307" y="38686"/>
                </a:lnTo>
                <a:lnTo>
                  <a:pt x="13522" y="37837"/>
                </a:lnTo>
                <a:lnTo>
                  <a:pt x="13752" y="37000"/>
                </a:lnTo>
                <a:lnTo>
                  <a:pt x="13996" y="36175"/>
                </a:lnTo>
                <a:lnTo>
                  <a:pt x="14256" y="35363"/>
                </a:lnTo>
                <a:lnTo>
                  <a:pt x="14530" y="34562"/>
                </a:lnTo>
                <a:lnTo>
                  <a:pt x="14819" y="33773"/>
                </a:lnTo>
                <a:lnTo>
                  <a:pt x="15123" y="32996"/>
                </a:lnTo>
                <a:lnTo>
                  <a:pt x="15442" y="32231"/>
                </a:lnTo>
                <a:lnTo>
                  <a:pt x="15776" y="31478"/>
                </a:lnTo>
                <a:lnTo>
                  <a:pt x="16125" y="30737"/>
                </a:lnTo>
                <a:lnTo>
                  <a:pt x="16487" y="30009"/>
                </a:lnTo>
                <a:lnTo>
                  <a:pt x="16862" y="29295"/>
                </a:lnTo>
                <a:lnTo>
                  <a:pt x="17250" y="28595"/>
                </a:lnTo>
                <a:lnTo>
                  <a:pt x="17650" y="27910"/>
                </a:lnTo>
                <a:lnTo>
                  <a:pt x="18064" y="27238"/>
                </a:lnTo>
                <a:lnTo>
                  <a:pt x="18489" y="26581"/>
                </a:lnTo>
                <a:lnTo>
                  <a:pt x="18928" y="25937"/>
                </a:lnTo>
                <a:lnTo>
                  <a:pt x="19379" y="25308"/>
                </a:lnTo>
                <a:lnTo>
                  <a:pt x="19843" y="24693"/>
                </a:lnTo>
                <a:lnTo>
                  <a:pt x="20320" y="24092"/>
                </a:lnTo>
                <a:lnTo>
                  <a:pt x="20809" y="23506"/>
                </a:lnTo>
                <a:lnTo>
                  <a:pt x="21311" y="22933"/>
                </a:lnTo>
                <a:lnTo>
                  <a:pt x="21825" y="22374"/>
                </a:lnTo>
                <a:lnTo>
                  <a:pt x="22353" y="21830"/>
                </a:lnTo>
                <a:lnTo>
                  <a:pt x="22893" y="21299"/>
                </a:lnTo>
                <a:lnTo>
                  <a:pt x="23445" y="20783"/>
                </a:lnTo>
                <a:lnTo>
                  <a:pt x="24011" y="20281"/>
                </a:lnTo>
                <a:lnTo>
                  <a:pt x="24588" y="19793"/>
                </a:lnTo>
                <a:lnTo>
                  <a:pt x="25179" y="19319"/>
                </a:lnTo>
                <a:lnTo>
                  <a:pt x="25782" y="18859"/>
                </a:lnTo>
                <a:lnTo>
                  <a:pt x="26398" y="18414"/>
                </a:lnTo>
                <a:lnTo>
                  <a:pt x="27027" y="17982"/>
                </a:lnTo>
                <a:lnTo>
                  <a:pt x="27669" y="17565"/>
                </a:lnTo>
                <a:lnTo>
                  <a:pt x="28323" y="17161"/>
                </a:lnTo>
                <a:lnTo>
                  <a:pt x="28988" y="16773"/>
                </a:lnTo>
                <a:lnTo>
                  <a:pt x="29662" y="16402"/>
                </a:lnTo>
                <a:lnTo>
                  <a:pt x="30346" y="16047"/>
                </a:lnTo>
                <a:lnTo>
                  <a:pt x="31039" y="15708"/>
                </a:lnTo>
                <a:lnTo>
                  <a:pt x="31742" y="15386"/>
                </a:lnTo>
                <a:lnTo>
                  <a:pt x="32454" y="15081"/>
                </a:lnTo>
                <a:lnTo>
                  <a:pt x="33175" y="14792"/>
                </a:lnTo>
                <a:lnTo>
                  <a:pt x="33905" y="14520"/>
                </a:lnTo>
                <a:lnTo>
                  <a:pt x="34645" y="14264"/>
                </a:lnTo>
                <a:lnTo>
                  <a:pt x="35394" y="14024"/>
                </a:lnTo>
                <a:lnTo>
                  <a:pt x="36153" y="13801"/>
                </a:lnTo>
                <a:lnTo>
                  <a:pt x="36921" y="13595"/>
                </a:lnTo>
                <a:lnTo>
                  <a:pt x="37698" y="13405"/>
                </a:lnTo>
                <a:lnTo>
                  <a:pt x="38484" y="13232"/>
                </a:lnTo>
                <a:lnTo>
                  <a:pt x="39280" y="13075"/>
                </a:lnTo>
                <a:lnTo>
                  <a:pt x="40085" y="12935"/>
                </a:lnTo>
                <a:lnTo>
                  <a:pt x="40899" y="12811"/>
                </a:lnTo>
                <a:lnTo>
                  <a:pt x="41723" y="12703"/>
                </a:lnTo>
                <a:lnTo>
                  <a:pt x="42556" y="12613"/>
                </a:lnTo>
                <a:lnTo>
                  <a:pt x="43399" y="12538"/>
                </a:lnTo>
                <a:lnTo>
                  <a:pt x="44250" y="12481"/>
                </a:lnTo>
                <a:lnTo>
                  <a:pt x="45111" y="12439"/>
                </a:lnTo>
                <a:lnTo>
                  <a:pt x="45982" y="12414"/>
                </a:lnTo>
                <a:lnTo>
                  <a:pt x="46861" y="12406"/>
                </a:lnTo>
                <a:lnTo>
                  <a:pt x="47807" y="12415"/>
                </a:lnTo>
                <a:lnTo>
                  <a:pt x="48738" y="12442"/>
                </a:lnTo>
                <a:lnTo>
                  <a:pt x="49654" y="12486"/>
                </a:lnTo>
                <a:lnTo>
                  <a:pt x="50556" y="12548"/>
                </a:lnTo>
                <a:lnTo>
                  <a:pt x="51442" y="12628"/>
                </a:lnTo>
                <a:lnTo>
                  <a:pt x="52314" y="12725"/>
                </a:lnTo>
                <a:lnTo>
                  <a:pt x="53171" y="12840"/>
                </a:lnTo>
                <a:lnTo>
                  <a:pt x="54013" y="12973"/>
                </a:lnTo>
                <a:lnTo>
                  <a:pt x="54840" y="13123"/>
                </a:lnTo>
                <a:lnTo>
                  <a:pt x="55652" y="13292"/>
                </a:lnTo>
                <a:lnTo>
                  <a:pt x="56450" y="13478"/>
                </a:lnTo>
                <a:lnTo>
                  <a:pt x="57232" y="13681"/>
                </a:lnTo>
                <a:lnTo>
                  <a:pt x="58000" y="13903"/>
                </a:lnTo>
                <a:lnTo>
                  <a:pt x="58753" y="14142"/>
                </a:lnTo>
                <a:lnTo>
                  <a:pt x="59491" y="14398"/>
                </a:lnTo>
                <a:lnTo>
                  <a:pt x="60215" y="14673"/>
                </a:lnTo>
                <a:lnTo>
                  <a:pt x="60923" y="14965"/>
                </a:lnTo>
                <a:lnTo>
                  <a:pt x="61617" y="15275"/>
                </a:lnTo>
                <a:lnTo>
                  <a:pt x="62296" y="15603"/>
                </a:lnTo>
                <a:lnTo>
                  <a:pt x="62960" y="15948"/>
                </a:lnTo>
                <a:lnTo>
                  <a:pt x="63609" y="16311"/>
                </a:lnTo>
                <a:lnTo>
                  <a:pt x="64243" y="16692"/>
                </a:lnTo>
                <a:lnTo>
                  <a:pt x="64863" y="17090"/>
                </a:lnTo>
                <a:lnTo>
                  <a:pt x="65468" y="17506"/>
                </a:lnTo>
                <a:lnTo>
                  <a:pt x="66056" y="17937"/>
                </a:lnTo>
                <a:lnTo>
                  <a:pt x="66626" y="18381"/>
                </a:lnTo>
                <a:lnTo>
                  <a:pt x="67178" y="18837"/>
                </a:lnTo>
                <a:lnTo>
                  <a:pt x="67711" y="19305"/>
                </a:lnTo>
                <a:lnTo>
                  <a:pt x="68227" y="19786"/>
                </a:lnTo>
                <a:lnTo>
                  <a:pt x="68724" y="20279"/>
                </a:lnTo>
                <a:lnTo>
                  <a:pt x="69203" y="20785"/>
                </a:lnTo>
                <a:lnTo>
                  <a:pt x="69664" y="21303"/>
                </a:lnTo>
                <a:lnTo>
                  <a:pt x="70107" y="21834"/>
                </a:lnTo>
                <a:lnTo>
                  <a:pt x="70531" y="22377"/>
                </a:lnTo>
                <a:lnTo>
                  <a:pt x="70938" y="22933"/>
                </a:lnTo>
                <a:lnTo>
                  <a:pt x="71326" y="23501"/>
                </a:lnTo>
                <a:lnTo>
                  <a:pt x="71696" y="24081"/>
                </a:lnTo>
                <a:lnTo>
                  <a:pt x="72048" y="24674"/>
                </a:lnTo>
                <a:lnTo>
                  <a:pt x="72381" y="25279"/>
                </a:lnTo>
                <a:lnTo>
                  <a:pt x="72697" y="25897"/>
                </a:lnTo>
                <a:lnTo>
                  <a:pt x="72994" y="26527"/>
                </a:lnTo>
                <a:lnTo>
                  <a:pt x="73273" y="27170"/>
                </a:lnTo>
                <a:lnTo>
                  <a:pt x="73534" y="27825"/>
                </a:lnTo>
                <a:lnTo>
                  <a:pt x="73777" y="28493"/>
                </a:lnTo>
                <a:lnTo>
                  <a:pt x="74001" y="29173"/>
                </a:lnTo>
                <a:lnTo>
                  <a:pt x="74208" y="29866"/>
                </a:lnTo>
                <a:lnTo>
                  <a:pt x="74396" y="30571"/>
                </a:lnTo>
                <a:lnTo>
                  <a:pt x="74566" y="31288"/>
                </a:lnTo>
                <a:lnTo>
                  <a:pt x="87935" y="31288"/>
                </a:lnTo>
                <a:lnTo>
                  <a:pt x="87669" y="30139"/>
                </a:lnTo>
                <a:lnTo>
                  <a:pt x="87375" y="29010"/>
                </a:lnTo>
                <a:lnTo>
                  <a:pt x="87054" y="27904"/>
                </a:lnTo>
                <a:lnTo>
                  <a:pt x="86706" y="26818"/>
                </a:lnTo>
                <a:lnTo>
                  <a:pt x="86330" y="25754"/>
                </a:lnTo>
                <a:lnTo>
                  <a:pt x="85928" y="24711"/>
                </a:lnTo>
                <a:lnTo>
                  <a:pt x="85498" y="23689"/>
                </a:lnTo>
                <a:lnTo>
                  <a:pt x="85040" y="22689"/>
                </a:lnTo>
                <a:lnTo>
                  <a:pt x="84556" y="21710"/>
                </a:lnTo>
                <a:lnTo>
                  <a:pt x="84044" y="20752"/>
                </a:lnTo>
                <a:lnTo>
                  <a:pt x="83505" y="19816"/>
                </a:lnTo>
                <a:lnTo>
                  <a:pt x="82938" y="18901"/>
                </a:lnTo>
                <a:lnTo>
                  <a:pt x="82344" y="18007"/>
                </a:lnTo>
                <a:lnTo>
                  <a:pt x="81723" y="17134"/>
                </a:lnTo>
                <a:lnTo>
                  <a:pt x="81075" y="16283"/>
                </a:lnTo>
                <a:lnTo>
                  <a:pt x="80399" y="15453"/>
                </a:lnTo>
                <a:lnTo>
                  <a:pt x="79697" y="14644"/>
                </a:lnTo>
                <a:lnTo>
                  <a:pt x="78966" y="13857"/>
                </a:lnTo>
                <a:lnTo>
                  <a:pt x="78209" y="13091"/>
                </a:lnTo>
                <a:lnTo>
                  <a:pt x="77424" y="12346"/>
                </a:lnTo>
                <a:lnTo>
                  <a:pt x="76612" y="11622"/>
                </a:lnTo>
                <a:lnTo>
                  <a:pt x="75773" y="10920"/>
                </a:lnTo>
                <a:lnTo>
                  <a:pt x="74906" y="10239"/>
                </a:lnTo>
                <a:lnTo>
                  <a:pt x="74013" y="9580"/>
                </a:lnTo>
                <a:lnTo>
                  <a:pt x="73096" y="8944"/>
                </a:lnTo>
                <a:lnTo>
                  <a:pt x="72161" y="8336"/>
                </a:lnTo>
                <a:lnTo>
                  <a:pt x="71207" y="7754"/>
                </a:lnTo>
                <a:lnTo>
                  <a:pt x="70234" y="7200"/>
                </a:lnTo>
                <a:lnTo>
                  <a:pt x="69243" y="6673"/>
                </a:lnTo>
                <a:lnTo>
                  <a:pt x="68233" y="6172"/>
                </a:lnTo>
                <a:lnTo>
                  <a:pt x="67204" y="5699"/>
                </a:lnTo>
                <a:lnTo>
                  <a:pt x="66157" y="5253"/>
                </a:lnTo>
                <a:lnTo>
                  <a:pt x="65091" y="4834"/>
                </a:lnTo>
                <a:lnTo>
                  <a:pt x="64006" y="4442"/>
                </a:lnTo>
                <a:lnTo>
                  <a:pt x="62903" y="4077"/>
                </a:lnTo>
                <a:lnTo>
                  <a:pt x="61781" y="3739"/>
                </a:lnTo>
                <a:lnTo>
                  <a:pt x="60640" y="3428"/>
                </a:lnTo>
                <a:lnTo>
                  <a:pt x="59481" y="3144"/>
                </a:lnTo>
                <a:lnTo>
                  <a:pt x="58303" y="2887"/>
                </a:lnTo>
                <a:lnTo>
                  <a:pt x="57106" y="2657"/>
                </a:lnTo>
                <a:lnTo>
                  <a:pt x="55891" y="2454"/>
                </a:lnTo>
                <a:lnTo>
                  <a:pt x="54657" y="2279"/>
                </a:lnTo>
                <a:lnTo>
                  <a:pt x="53405" y="2130"/>
                </a:lnTo>
                <a:lnTo>
                  <a:pt x="52133" y="2008"/>
                </a:lnTo>
                <a:lnTo>
                  <a:pt x="50843" y="1914"/>
                </a:lnTo>
                <a:lnTo>
                  <a:pt x="49535" y="1846"/>
                </a:lnTo>
                <a:lnTo>
                  <a:pt x="48207" y="1805"/>
                </a:lnTo>
                <a:lnTo>
                  <a:pt x="46861" y="1792"/>
                </a:lnTo>
                <a:lnTo>
                  <a:pt x="45673" y="1803"/>
                </a:lnTo>
                <a:lnTo>
                  <a:pt x="44499" y="1836"/>
                </a:lnTo>
                <a:lnTo>
                  <a:pt x="43337" y="1891"/>
                </a:lnTo>
                <a:lnTo>
                  <a:pt x="42188" y="1968"/>
                </a:lnTo>
                <a:lnTo>
                  <a:pt x="41053" y="2067"/>
                </a:lnTo>
                <a:lnTo>
                  <a:pt x="39931" y="2188"/>
                </a:lnTo>
                <a:lnTo>
                  <a:pt x="38822" y="2331"/>
                </a:lnTo>
                <a:lnTo>
                  <a:pt x="37726" y="2496"/>
                </a:lnTo>
                <a:lnTo>
                  <a:pt x="36643" y="2684"/>
                </a:lnTo>
                <a:lnTo>
                  <a:pt x="35574" y="2893"/>
                </a:lnTo>
                <a:lnTo>
                  <a:pt x="34517" y="3124"/>
                </a:lnTo>
                <a:lnTo>
                  <a:pt x="33474" y="3377"/>
                </a:lnTo>
                <a:lnTo>
                  <a:pt x="32444" y="3652"/>
                </a:lnTo>
                <a:lnTo>
                  <a:pt x="31427" y="3950"/>
                </a:lnTo>
                <a:lnTo>
                  <a:pt x="30423" y="4269"/>
                </a:lnTo>
                <a:lnTo>
                  <a:pt x="29433" y="4610"/>
                </a:lnTo>
                <a:lnTo>
                  <a:pt x="28455" y="4973"/>
                </a:lnTo>
                <a:lnTo>
                  <a:pt x="27491" y="5359"/>
                </a:lnTo>
                <a:lnTo>
                  <a:pt x="26540" y="5766"/>
                </a:lnTo>
                <a:lnTo>
                  <a:pt x="25602" y="6195"/>
                </a:lnTo>
                <a:lnTo>
                  <a:pt x="24677" y="6647"/>
                </a:lnTo>
                <a:lnTo>
                  <a:pt x="23765" y="7120"/>
                </a:lnTo>
                <a:lnTo>
                  <a:pt x="22867" y="7615"/>
                </a:lnTo>
                <a:lnTo>
                  <a:pt x="21982" y="8133"/>
                </a:lnTo>
                <a:lnTo>
                  <a:pt x="21111" y="8670"/>
                </a:lnTo>
                <a:lnTo>
                  <a:pt x="20258" y="9224"/>
                </a:lnTo>
                <a:lnTo>
                  <a:pt x="19421" y="9795"/>
                </a:lnTo>
                <a:lnTo>
                  <a:pt x="18601" y="10384"/>
                </a:lnTo>
                <a:lnTo>
                  <a:pt x="17798" y="10990"/>
                </a:lnTo>
                <a:lnTo>
                  <a:pt x="17012" y="11613"/>
                </a:lnTo>
                <a:lnTo>
                  <a:pt x="16242" y="12254"/>
                </a:lnTo>
                <a:lnTo>
                  <a:pt x="15489" y="12911"/>
                </a:lnTo>
                <a:lnTo>
                  <a:pt x="14753" y="13586"/>
                </a:lnTo>
                <a:lnTo>
                  <a:pt x="14033" y="14278"/>
                </a:lnTo>
                <a:lnTo>
                  <a:pt x="13330" y="14987"/>
                </a:lnTo>
                <a:lnTo>
                  <a:pt x="12644" y="15714"/>
                </a:lnTo>
                <a:lnTo>
                  <a:pt x="11975" y="16458"/>
                </a:lnTo>
                <a:lnTo>
                  <a:pt x="11323" y="17219"/>
                </a:lnTo>
                <a:lnTo>
                  <a:pt x="10687" y="17997"/>
                </a:lnTo>
                <a:lnTo>
                  <a:pt x="10068" y="18792"/>
                </a:lnTo>
                <a:lnTo>
                  <a:pt x="9466" y="19605"/>
                </a:lnTo>
                <a:lnTo>
                  <a:pt x="8880" y="20435"/>
                </a:lnTo>
                <a:lnTo>
                  <a:pt x="8311" y="21282"/>
                </a:lnTo>
                <a:lnTo>
                  <a:pt x="7759" y="22146"/>
                </a:lnTo>
                <a:lnTo>
                  <a:pt x="7224" y="23028"/>
                </a:lnTo>
                <a:lnTo>
                  <a:pt x="6705" y="23926"/>
                </a:lnTo>
                <a:lnTo>
                  <a:pt x="6203" y="24842"/>
                </a:lnTo>
                <a:lnTo>
                  <a:pt x="5718" y="25776"/>
                </a:lnTo>
                <a:lnTo>
                  <a:pt x="5252" y="26724"/>
                </a:lnTo>
                <a:lnTo>
                  <a:pt x="4805" y="27683"/>
                </a:lnTo>
                <a:lnTo>
                  <a:pt x="4378" y="28655"/>
                </a:lnTo>
                <a:lnTo>
                  <a:pt x="3971" y="29639"/>
                </a:lnTo>
                <a:lnTo>
                  <a:pt x="3584" y="30634"/>
                </a:lnTo>
                <a:lnTo>
                  <a:pt x="3217" y="31642"/>
                </a:lnTo>
                <a:lnTo>
                  <a:pt x="2869" y="32662"/>
                </a:lnTo>
                <a:lnTo>
                  <a:pt x="2541" y="33693"/>
                </a:lnTo>
                <a:lnTo>
                  <a:pt x="2234" y="34737"/>
                </a:lnTo>
                <a:lnTo>
                  <a:pt x="1946" y="35792"/>
                </a:lnTo>
                <a:lnTo>
                  <a:pt x="1678" y="36860"/>
                </a:lnTo>
                <a:lnTo>
                  <a:pt x="1430" y="37939"/>
                </a:lnTo>
                <a:lnTo>
                  <a:pt x="1201" y="39030"/>
                </a:lnTo>
                <a:lnTo>
                  <a:pt x="993" y="40134"/>
                </a:lnTo>
                <a:lnTo>
                  <a:pt x="804" y="41249"/>
                </a:lnTo>
                <a:lnTo>
                  <a:pt x="635" y="42376"/>
                </a:lnTo>
                <a:lnTo>
                  <a:pt x="486" y="43515"/>
                </a:lnTo>
                <a:lnTo>
                  <a:pt x="357" y="44667"/>
                </a:lnTo>
                <a:lnTo>
                  <a:pt x="248" y="45830"/>
                </a:lnTo>
                <a:lnTo>
                  <a:pt x="159" y="47005"/>
                </a:lnTo>
                <a:lnTo>
                  <a:pt x="89" y="48192"/>
                </a:lnTo>
                <a:lnTo>
                  <a:pt x="40" y="49391"/>
                </a:lnTo>
                <a:lnTo>
                  <a:pt x="10" y="50602"/>
                </a:lnTo>
                <a:lnTo>
                  <a:pt x="0" y="51825"/>
                </a:lnTo>
                <a:lnTo>
                  <a:pt x="10" y="53059"/>
                </a:lnTo>
                <a:lnTo>
                  <a:pt x="39" y="54280"/>
                </a:lnTo>
                <a:lnTo>
                  <a:pt x="88" y="55488"/>
                </a:lnTo>
                <a:lnTo>
                  <a:pt x="157" y="56683"/>
                </a:lnTo>
                <a:lnTo>
                  <a:pt x="245" y="57866"/>
                </a:lnTo>
                <a:lnTo>
                  <a:pt x="353" y="59035"/>
                </a:lnTo>
                <a:lnTo>
                  <a:pt x="481" y="60192"/>
                </a:lnTo>
                <a:lnTo>
                  <a:pt x="628" y="61335"/>
                </a:lnTo>
                <a:lnTo>
                  <a:pt x="795" y="62466"/>
                </a:lnTo>
                <a:lnTo>
                  <a:pt x="981" y="63584"/>
                </a:lnTo>
                <a:lnTo>
                  <a:pt x="1187" y="64689"/>
                </a:lnTo>
                <a:lnTo>
                  <a:pt x="1413" y="65780"/>
                </a:lnTo>
                <a:lnTo>
                  <a:pt x="1658" y="66859"/>
                </a:lnTo>
                <a:lnTo>
                  <a:pt x="1923" y="67926"/>
                </a:lnTo>
                <a:lnTo>
                  <a:pt x="2207" y="68979"/>
                </a:lnTo>
                <a:lnTo>
                  <a:pt x="2512" y="70019"/>
                </a:lnTo>
                <a:lnTo>
                  <a:pt x="2835" y="71046"/>
                </a:lnTo>
                <a:lnTo>
                  <a:pt x="3179" y="72061"/>
                </a:lnTo>
                <a:lnTo>
                  <a:pt x="3542" y="73062"/>
                </a:lnTo>
                <a:lnTo>
                  <a:pt x="3924" y="74051"/>
                </a:lnTo>
                <a:lnTo>
                  <a:pt x="4327" y="75026"/>
                </a:lnTo>
                <a:lnTo>
                  <a:pt x="4748" y="75989"/>
                </a:lnTo>
                <a:lnTo>
                  <a:pt x="5190" y="76939"/>
                </a:lnTo>
                <a:lnTo>
                  <a:pt x="5651" y="77876"/>
                </a:lnTo>
                <a:lnTo>
                  <a:pt x="6130" y="78798"/>
                </a:lnTo>
                <a:lnTo>
                  <a:pt x="6624" y="79703"/>
                </a:lnTo>
                <a:lnTo>
                  <a:pt x="7135" y="80590"/>
                </a:lnTo>
                <a:lnTo>
                  <a:pt x="7661" y="81461"/>
                </a:lnTo>
                <a:lnTo>
                  <a:pt x="8203" y="82315"/>
                </a:lnTo>
                <a:lnTo>
                  <a:pt x="8761" y="83152"/>
                </a:lnTo>
                <a:lnTo>
                  <a:pt x="9334" y="83972"/>
                </a:lnTo>
                <a:lnTo>
                  <a:pt x="9924" y="84775"/>
                </a:lnTo>
                <a:lnTo>
                  <a:pt x="10529" y="85561"/>
                </a:lnTo>
                <a:lnTo>
                  <a:pt x="11150" y="86329"/>
                </a:lnTo>
                <a:lnTo>
                  <a:pt x="11786" y="87081"/>
                </a:lnTo>
                <a:lnTo>
                  <a:pt x="12439" y="87816"/>
                </a:lnTo>
                <a:lnTo>
                  <a:pt x="13107" y="88534"/>
                </a:lnTo>
                <a:lnTo>
                  <a:pt x="13791" y="89235"/>
                </a:lnTo>
                <a:lnTo>
                  <a:pt x="14491" y="89919"/>
                </a:lnTo>
                <a:lnTo>
                  <a:pt x="15207" y="90586"/>
                </a:lnTo>
                <a:lnTo>
                  <a:pt x="15938" y="91236"/>
                </a:lnTo>
                <a:lnTo>
                  <a:pt x="16685" y="91869"/>
                </a:lnTo>
                <a:lnTo>
                  <a:pt x="17448" y="92485"/>
                </a:lnTo>
                <a:lnTo>
                  <a:pt x="18227" y="93084"/>
                </a:lnTo>
                <a:lnTo>
                  <a:pt x="19022" y="93666"/>
                </a:lnTo>
                <a:lnTo>
                  <a:pt x="19832" y="94231"/>
                </a:lnTo>
                <a:lnTo>
                  <a:pt x="20658" y="94780"/>
                </a:lnTo>
                <a:lnTo>
                  <a:pt x="21500" y="95311"/>
                </a:lnTo>
                <a:lnTo>
                  <a:pt x="22356" y="95822"/>
                </a:lnTo>
                <a:lnTo>
                  <a:pt x="23223" y="96312"/>
                </a:lnTo>
                <a:lnTo>
                  <a:pt x="24102" y="96780"/>
                </a:lnTo>
                <a:lnTo>
                  <a:pt x="24992" y="97226"/>
                </a:lnTo>
                <a:lnTo>
                  <a:pt x="25894" y="97651"/>
                </a:lnTo>
                <a:lnTo>
                  <a:pt x="26807" y="98054"/>
                </a:lnTo>
                <a:lnTo>
                  <a:pt x="27732" y="98435"/>
                </a:lnTo>
                <a:lnTo>
                  <a:pt x="28668" y="98794"/>
                </a:lnTo>
                <a:lnTo>
                  <a:pt x="29615" y="99131"/>
                </a:lnTo>
                <a:lnTo>
                  <a:pt x="30574" y="99447"/>
                </a:lnTo>
                <a:lnTo>
                  <a:pt x="31545" y="99741"/>
                </a:lnTo>
                <a:lnTo>
                  <a:pt x="32527" y="100013"/>
                </a:lnTo>
                <a:lnTo>
                  <a:pt x="33521" y="100263"/>
                </a:lnTo>
                <a:lnTo>
                  <a:pt x="34526" y="100492"/>
                </a:lnTo>
                <a:lnTo>
                  <a:pt x="35542" y="100698"/>
                </a:lnTo>
                <a:lnTo>
                  <a:pt x="36570" y="100883"/>
                </a:lnTo>
                <a:lnTo>
                  <a:pt x="37610" y="101047"/>
                </a:lnTo>
                <a:lnTo>
                  <a:pt x="38661" y="101188"/>
                </a:lnTo>
                <a:lnTo>
                  <a:pt x="39724" y="101308"/>
                </a:lnTo>
                <a:lnTo>
                  <a:pt x="40798" y="101406"/>
                </a:lnTo>
                <a:lnTo>
                  <a:pt x="41883" y="101482"/>
                </a:lnTo>
                <a:lnTo>
                  <a:pt x="42980" y="101537"/>
                </a:lnTo>
                <a:lnTo>
                  <a:pt x="44088" y="101569"/>
                </a:lnTo>
                <a:lnTo>
                  <a:pt x="45208" y="101580"/>
                </a:lnTo>
                <a:lnTo>
                  <a:pt x="45905" y="101577"/>
                </a:lnTo>
                <a:lnTo>
                  <a:pt x="46593" y="101566"/>
                </a:lnTo>
                <a:lnTo>
                  <a:pt x="47273" y="101549"/>
                </a:lnTo>
                <a:lnTo>
                  <a:pt x="47945" y="101525"/>
                </a:lnTo>
                <a:lnTo>
                  <a:pt x="48609" y="101493"/>
                </a:lnTo>
                <a:close/>
                <a:moveTo>
                  <a:pt x="484435" y="101413"/>
                </a:moveTo>
                <a:lnTo>
                  <a:pt x="485271" y="101339"/>
                </a:lnTo>
                <a:lnTo>
                  <a:pt x="486094" y="101252"/>
                </a:lnTo>
                <a:lnTo>
                  <a:pt x="486905" y="101151"/>
                </a:lnTo>
                <a:lnTo>
                  <a:pt x="487702" y="101037"/>
                </a:lnTo>
                <a:lnTo>
                  <a:pt x="488487" y="100910"/>
                </a:lnTo>
                <a:lnTo>
                  <a:pt x="489259" y="100769"/>
                </a:lnTo>
                <a:lnTo>
                  <a:pt x="490017" y="100615"/>
                </a:lnTo>
                <a:lnTo>
                  <a:pt x="490763" y="100448"/>
                </a:lnTo>
                <a:lnTo>
                  <a:pt x="491496" y="100267"/>
                </a:lnTo>
                <a:lnTo>
                  <a:pt x="492216" y="100073"/>
                </a:lnTo>
                <a:lnTo>
                  <a:pt x="492923" y="99865"/>
                </a:lnTo>
                <a:lnTo>
                  <a:pt x="493617" y="99644"/>
                </a:lnTo>
                <a:lnTo>
                  <a:pt x="494299" y="99409"/>
                </a:lnTo>
                <a:lnTo>
                  <a:pt x="494967" y="99161"/>
                </a:lnTo>
                <a:lnTo>
                  <a:pt x="495622" y="98900"/>
                </a:lnTo>
                <a:lnTo>
                  <a:pt x="496265" y="98625"/>
                </a:lnTo>
                <a:lnTo>
                  <a:pt x="496894" y="98337"/>
                </a:lnTo>
                <a:lnTo>
                  <a:pt x="497511" y="98036"/>
                </a:lnTo>
                <a:lnTo>
                  <a:pt x="498115" y="97721"/>
                </a:lnTo>
                <a:lnTo>
                  <a:pt x="498706" y="97395"/>
                </a:lnTo>
                <a:lnTo>
                  <a:pt x="499285" y="97062"/>
                </a:lnTo>
                <a:lnTo>
                  <a:pt x="499852" y="96721"/>
                </a:lnTo>
                <a:lnTo>
                  <a:pt x="500406" y="96371"/>
                </a:lnTo>
                <a:lnTo>
                  <a:pt x="500949" y="96014"/>
                </a:lnTo>
                <a:lnTo>
                  <a:pt x="501479" y="95649"/>
                </a:lnTo>
                <a:lnTo>
                  <a:pt x="501997" y="95276"/>
                </a:lnTo>
                <a:lnTo>
                  <a:pt x="502502" y="94895"/>
                </a:lnTo>
                <a:lnTo>
                  <a:pt x="502996" y="94507"/>
                </a:lnTo>
                <a:lnTo>
                  <a:pt x="503477" y="94110"/>
                </a:lnTo>
                <a:lnTo>
                  <a:pt x="503946" y="93706"/>
                </a:lnTo>
                <a:lnTo>
                  <a:pt x="504403" y="93293"/>
                </a:lnTo>
                <a:lnTo>
                  <a:pt x="504848" y="92873"/>
                </a:lnTo>
                <a:lnTo>
                  <a:pt x="505280" y="92445"/>
                </a:lnTo>
                <a:lnTo>
                  <a:pt x="505700" y="92009"/>
                </a:lnTo>
                <a:lnTo>
                  <a:pt x="506108" y="91565"/>
                </a:lnTo>
                <a:lnTo>
                  <a:pt x="506504" y="91113"/>
                </a:lnTo>
                <a:lnTo>
                  <a:pt x="506888" y="90653"/>
                </a:lnTo>
                <a:lnTo>
                  <a:pt x="507259" y="90186"/>
                </a:lnTo>
                <a:lnTo>
                  <a:pt x="507618" y="89710"/>
                </a:lnTo>
                <a:lnTo>
                  <a:pt x="507965" y="89227"/>
                </a:lnTo>
                <a:lnTo>
                  <a:pt x="508300" y="88735"/>
                </a:lnTo>
                <a:lnTo>
                  <a:pt x="508623" y="88236"/>
                </a:lnTo>
                <a:lnTo>
                  <a:pt x="508933" y="87729"/>
                </a:lnTo>
                <a:lnTo>
                  <a:pt x="509231" y="87217"/>
                </a:lnTo>
                <a:lnTo>
                  <a:pt x="509517" y="86702"/>
                </a:lnTo>
                <a:lnTo>
                  <a:pt x="509789" y="86184"/>
                </a:lnTo>
                <a:lnTo>
                  <a:pt x="510049" y="85664"/>
                </a:lnTo>
                <a:lnTo>
                  <a:pt x="510297" y="85141"/>
                </a:lnTo>
                <a:lnTo>
                  <a:pt x="510531" y="84615"/>
                </a:lnTo>
                <a:lnTo>
                  <a:pt x="510753" y="84087"/>
                </a:lnTo>
                <a:lnTo>
                  <a:pt x="510963" y="83556"/>
                </a:lnTo>
                <a:lnTo>
                  <a:pt x="511159" y="83023"/>
                </a:lnTo>
                <a:lnTo>
                  <a:pt x="511343" y="82487"/>
                </a:lnTo>
                <a:lnTo>
                  <a:pt x="511514" y="81948"/>
                </a:lnTo>
                <a:lnTo>
                  <a:pt x="511673" y="81407"/>
                </a:lnTo>
                <a:lnTo>
                  <a:pt x="511819" y="80863"/>
                </a:lnTo>
                <a:lnTo>
                  <a:pt x="511952" y="80316"/>
                </a:lnTo>
                <a:lnTo>
                  <a:pt x="512073" y="79767"/>
                </a:lnTo>
                <a:lnTo>
                  <a:pt x="512180" y="79215"/>
                </a:lnTo>
                <a:lnTo>
                  <a:pt x="512275" y="78660"/>
                </a:lnTo>
                <a:lnTo>
                  <a:pt x="512358" y="78103"/>
                </a:lnTo>
                <a:lnTo>
                  <a:pt x="512428" y="77543"/>
                </a:lnTo>
                <a:lnTo>
                  <a:pt x="512485" y="76981"/>
                </a:lnTo>
                <a:lnTo>
                  <a:pt x="512529" y="76416"/>
                </a:lnTo>
                <a:lnTo>
                  <a:pt x="512561" y="75848"/>
                </a:lnTo>
                <a:lnTo>
                  <a:pt x="512580" y="75277"/>
                </a:lnTo>
                <a:lnTo>
                  <a:pt x="512586" y="74704"/>
                </a:lnTo>
                <a:lnTo>
                  <a:pt x="512581" y="74032"/>
                </a:lnTo>
                <a:lnTo>
                  <a:pt x="512565" y="73369"/>
                </a:lnTo>
                <a:lnTo>
                  <a:pt x="512538" y="72717"/>
                </a:lnTo>
                <a:lnTo>
                  <a:pt x="512500" y="72074"/>
                </a:lnTo>
                <a:lnTo>
                  <a:pt x="512452" y="71442"/>
                </a:lnTo>
                <a:lnTo>
                  <a:pt x="512392" y="70819"/>
                </a:lnTo>
                <a:lnTo>
                  <a:pt x="512322" y="70207"/>
                </a:lnTo>
                <a:lnTo>
                  <a:pt x="512242" y="69604"/>
                </a:lnTo>
                <a:lnTo>
                  <a:pt x="512150" y="69012"/>
                </a:lnTo>
                <a:lnTo>
                  <a:pt x="512048" y="68430"/>
                </a:lnTo>
                <a:lnTo>
                  <a:pt x="511935" y="67858"/>
                </a:lnTo>
                <a:lnTo>
                  <a:pt x="511811" y="67296"/>
                </a:lnTo>
                <a:lnTo>
                  <a:pt x="511676" y="66744"/>
                </a:lnTo>
                <a:lnTo>
                  <a:pt x="511531" y="66202"/>
                </a:lnTo>
                <a:lnTo>
                  <a:pt x="511374" y="65670"/>
                </a:lnTo>
                <a:lnTo>
                  <a:pt x="511208" y="65148"/>
                </a:lnTo>
                <a:lnTo>
                  <a:pt x="511030" y="64636"/>
                </a:lnTo>
                <a:lnTo>
                  <a:pt x="510841" y="64134"/>
                </a:lnTo>
                <a:lnTo>
                  <a:pt x="510642" y="63643"/>
                </a:lnTo>
                <a:lnTo>
                  <a:pt x="510432" y="63161"/>
                </a:lnTo>
                <a:lnTo>
                  <a:pt x="510211" y="62689"/>
                </a:lnTo>
                <a:lnTo>
                  <a:pt x="509980" y="62228"/>
                </a:lnTo>
                <a:lnTo>
                  <a:pt x="509737" y="61776"/>
                </a:lnTo>
                <a:lnTo>
                  <a:pt x="509484" y="61335"/>
                </a:lnTo>
                <a:lnTo>
                  <a:pt x="509222" y="60902"/>
                </a:lnTo>
                <a:lnTo>
                  <a:pt x="508951" y="60475"/>
                </a:lnTo>
                <a:lnTo>
                  <a:pt x="508673" y="60055"/>
                </a:lnTo>
                <a:lnTo>
                  <a:pt x="508386" y="59641"/>
                </a:lnTo>
                <a:lnTo>
                  <a:pt x="508091" y="59234"/>
                </a:lnTo>
                <a:lnTo>
                  <a:pt x="507788" y="58833"/>
                </a:lnTo>
                <a:lnTo>
                  <a:pt x="507476" y="58438"/>
                </a:lnTo>
                <a:lnTo>
                  <a:pt x="507157" y="58050"/>
                </a:lnTo>
                <a:lnTo>
                  <a:pt x="506829" y="57669"/>
                </a:lnTo>
                <a:lnTo>
                  <a:pt x="506494" y="57294"/>
                </a:lnTo>
                <a:lnTo>
                  <a:pt x="506150" y="56925"/>
                </a:lnTo>
                <a:lnTo>
                  <a:pt x="505798" y="56563"/>
                </a:lnTo>
                <a:lnTo>
                  <a:pt x="505438" y="56207"/>
                </a:lnTo>
                <a:lnTo>
                  <a:pt x="505070" y="55858"/>
                </a:lnTo>
                <a:lnTo>
                  <a:pt x="504693" y="55515"/>
                </a:lnTo>
                <a:lnTo>
                  <a:pt x="504309" y="55179"/>
                </a:lnTo>
                <a:lnTo>
                  <a:pt x="503916" y="54849"/>
                </a:lnTo>
                <a:lnTo>
                  <a:pt x="503515" y="54526"/>
                </a:lnTo>
                <a:lnTo>
                  <a:pt x="503106" y="54209"/>
                </a:lnTo>
                <a:lnTo>
                  <a:pt x="502689" y="53898"/>
                </a:lnTo>
                <a:lnTo>
                  <a:pt x="502264" y="53594"/>
                </a:lnTo>
                <a:lnTo>
                  <a:pt x="501830" y="53297"/>
                </a:lnTo>
                <a:lnTo>
                  <a:pt x="501389" y="53005"/>
                </a:lnTo>
                <a:lnTo>
                  <a:pt x="500939" y="52721"/>
                </a:lnTo>
                <a:lnTo>
                  <a:pt x="500483" y="52441"/>
                </a:lnTo>
                <a:lnTo>
                  <a:pt x="500021" y="52165"/>
                </a:lnTo>
                <a:lnTo>
                  <a:pt x="499554" y="51892"/>
                </a:lnTo>
                <a:lnTo>
                  <a:pt x="499081" y="51624"/>
                </a:lnTo>
                <a:lnTo>
                  <a:pt x="498602" y="51358"/>
                </a:lnTo>
                <a:lnTo>
                  <a:pt x="498119" y="51097"/>
                </a:lnTo>
                <a:lnTo>
                  <a:pt x="497629" y="50838"/>
                </a:lnTo>
                <a:lnTo>
                  <a:pt x="497134" y="50584"/>
                </a:lnTo>
                <a:lnTo>
                  <a:pt x="496634" y="50333"/>
                </a:lnTo>
                <a:lnTo>
                  <a:pt x="496128" y="50086"/>
                </a:lnTo>
                <a:lnTo>
                  <a:pt x="495616" y="49842"/>
                </a:lnTo>
                <a:lnTo>
                  <a:pt x="495099" y="49602"/>
                </a:lnTo>
                <a:lnTo>
                  <a:pt x="494577" y="49365"/>
                </a:lnTo>
                <a:lnTo>
                  <a:pt x="494049" y="49132"/>
                </a:lnTo>
                <a:lnTo>
                  <a:pt x="493515" y="48903"/>
                </a:lnTo>
                <a:lnTo>
                  <a:pt x="492976" y="48677"/>
                </a:lnTo>
                <a:lnTo>
                  <a:pt x="492432" y="48455"/>
                </a:lnTo>
                <a:lnTo>
                  <a:pt x="491882" y="48236"/>
                </a:lnTo>
                <a:lnTo>
                  <a:pt x="491326" y="48021"/>
                </a:lnTo>
                <a:lnTo>
                  <a:pt x="490765" y="47810"/>
                </a:lnTo>
                <a:lnTo>
                  <a:pt x="490199" y="47602"/>
                </a:lnTo>
                <a:lnTo>
                  <a:pt x="489626" y="47398"/>
                </a:lnTo>
                <a:lnTo>
                  <a:pt x="489049" y="47197"/>
                </a:lnTo>
                <a:lnTo>
                  <a:pt x="488466" y="47000"/>
                </a:lnTo>
                <a:lnTo>
                  <a:pt x="487951" y="46829"/>
                </a:lnTo>
                <a:lnTo>
                  <a:pt x="487440" y="46659"/>
                </a:lnTo>
                <a:lnTo>
                  <a:pt x="486932" y="46490"/>
                </a:lnTo>
                <a:lnTo>
                  <a:pt x="486429" y="46323"/>
                </a:lnTo>
                <a:lnTo>
                  <a:pt x="485929" y="46157"/>
                </a:lnTo>
                <a:lnTo>
                  <a:pt x="485434" y="45992"/>
                </a:lnTo>
                <a:lnTo>
                  <a:pt x="484942" y="45830"/>
                </a:lnTo>
                <a:lnTo>
                  <a:pt x="484453" y="45668"/>
                </a:lnTo>
                <a:lnTo>
                  <a:pt x="483969" y="45508"/>
                </a:lnTo>
                <a:lnTo>
                  <a:pt x="483489" y="45349"/>
                </a:lnTo>
                <a:lnTo>
                  <a:pt x="483012" y="45192"/>
                </a:lnTo>
                <a:lnTo>
                  <a:pt x="482539" y="45036"/>
                </a:lnTo>
                <a:lnTo>
                  <a:pt x="482070" y="44882"/>
                </a:lnTo>
                <a:lnTo>
                  <a:pt x="481605" y="44729"/>
                </a:lnTo>
                <a:lnTo>
                  <a:pt x="481144" y="44578"/>
                </a:lnTo>
                <a:lnTo>
                  <a:pt x="480686" y="44428"/>
                </a:lnTo>
                <a:lnTo>
                  <a:pt x="480232" y="44279"/>
                </a:lnTo>
                <a:lnTo>
                  <a:pt x="479782" y="44132"/>
                </a:lnTo>
                <a:lnTo>
                  <a:pt x="479336" y="43987"/>
                </a:lnTo>
                <a:lnTo>
                  <a:pt x="478894" y="43842"/>
                </a:lnTo>
                <a:lnTo>
                  <a:pt x="478456" y="43700"/>
                </a:lnTo>
                <a:lnTo>
                  <a:pt x="478021" y="43558"/>
                </a:lnTo>
                <a:lnTo>
                  <a:pt x="477591" y="43418"/>
                </a:lnTo>
                <a:lnTo>
                  <a:pt x="477164" y="43280"/>
                </a:lnTo>
                <a:lnTo>
                  <a:pt x="476741" y="43141"/>
                </a:lnTo>
                <a:lnTo>
                  <a:pt x="476323" y="43002"/>
                </a:lnTo>
                <a:lnTo>
                  <a:pt x="475910" y="42861"/>
                </a:lnTo>
                <a:lnTo>
                  <a:pt x="475501" y="42719"/>
                </a:lnTo>
                <a:lnTo>
                  <a:pt x="475096" y="42575"/>
                </a:lnTo>
                <a:lnTo>
                  <a:pt x="474696" y="42431"/>
                </a:lnTo>
                <a:lnTo>
                  <a:pt x="474301" y="42285"/>
                </a:lnTo>
                <a:lnTo>
                  <a:pt x="473910" y="42138"/>
                </a:lnTo>
                <a:lnTo>
                  <a:pt x="473524" y="41990"/>
                </a:lnTo>
                <a:lnTo>
                  <a:pt x="473142" y="41841"/>
                </a:lnTo>
                <a:lnTo>
                  <a:pt x="472765" y="41691"/>
                </a:lnTo>
                <a:lnTo>
                  <a:pt x="472392" y="41539"/>
                </a:lnTo>
                <a:lnTo>
                  <a:pt x="472024" y="41386"/>
                </a:lnTo>
                <a:lnTo>
                  <a:pt x="471660" y="41232"/>
                </a:lnTo>
                <a:lnTo>
                  <a:pt x="471301" y="41077"/>
                </a:lnTo>
                <a:lnTo>
                  <a:pt x="470947" y="40921"/>
                </a:lnTo>
                <a:lnTo>
                  <a:pt x="470597" y="40763"/>
                </a:lnTo>
                <a:lnTo>
                  <a:pt x="470251" y="40604"/>
                </a:lnTo>
                <a:lnTo>
                  <a:pt x="469910" y="40444"/>
                </a:lnTo>
                <a:lnTo>
                  <a:pt x="469574" y="40283"/>
                </a:lnTo>
                <a:lnTo>
                  <a:pt x="469242" y="40121"/>
                </a:lnTo>
                <a:lnTo>
                  <a:pt x="468915" y="39957"/>
                </a:lnTo>
                <a:lnTo>
                  <a:pt x="468592" y="39793"/>
                </a:lnTo>
                <a:lnTo>
                  <a:pt x="468274" y="39627"/>
                </a:lnTo>
                <a:lnTo>
                  <a:pt x="467961" y="39459"/>
                </a:lnTo>
                <a:lnTo>
                  <a:pt x="467655" y="39288"/>
                </a:lnTo>
                <a:lnTo>
                  <a:pt x="467354" y="39113"/>
                </a:lnTo>
                <a:lnTo>
                  <a:pt x="467060" y="38936"/>
                </a:lnTo>
                <a:lnTo>
                  <a:pt x="466772" y="38755"/>
                </a:lnTo>
                <a:lnTo>
                  <a:pt x="466491" y="38572"/>
                </a:lnTo>
                <a:lnTo>
                  <a:pt x="466215" y="38385"/>
                </a:lnTo>
                <a:lnTo>
                  <a:pt x="465946" y="38195"/>
                </a:lnTo>
                <a:lnTo>
                  <a:pt x="465683" y="38002"/>
                </a:lnTo>
                <a:lnTo>
                  <a:pt x="465427" y="37806"/>
                </a:lnTo>
                <a:lnTo>
                  <a:pt x="465176" y="37607"/>
                </a:lnTo>
                <a:lnTo>
                  <a:pt x="464932" y="37405"/>
                </a:lnTo>
                <a:lnTo>
                  <a:pt x="464694" y="37199"/>
                </a:lnTo>
                <a:lnTo>
                  <a:pt x="464462" y="36991"/>
                </a:lnTo>
                <a:lnTo>
                  <a:pt x="464236" y="36779"/>
                </a:lnTo>
                <a:lnTo>
                  <a:pt x="464017" y="36565"/>
                </a:lnTo>
                <a:lnTo>
                  <a:pt x="463804" y="36347"/>
                </a:lnTo>
                <a:lnTo>
                  <a:pt x="463597" y="36126"/>
                </a:lnTo>
                <a:lnTo>
                  <a:pt x="463396" y="35902"/>
                </a:lnTo>
                <a:lnTo>
                  <a:pt x="463202" y="35675"/>
                </a:lnTo>
                <a:lnTo>
                  <a:pt x="463013" y="35444"/>
                </a:lnTo>
                <a:lnTo>
                  <a:pt x="462831" y="35211"/>
                </a:lnTo>
                <a:lnTo>
                  <a:pt x="462656" y="34975"/>
                </a:lnTo>
                <a:lnTo>
                  <a:pt x="462486" y="34735"/>
                </a:lnTo>
                <a:lnTo>
                  <a:pt x="462323" y="34490"/>
                </a:lnTo>
                <a:lnTo>
                  <a:pt x="462167" y="34240"/>
                </a:lnTo>
                <a:lnTo>
                  <a:pt x="462018" y="33983"/>
                </a:lnTo>
                <a:lnTo>
                  <a:pt x="461876" y="33720"/>
                </a:lnTo>
                <a:lnTo>
                  <a:pt x="461740" y="33451"/>
                </a:lnTo>
                <a:lnTo>
                  <a:pt x="461612" y="33175"/>
                </a:lnTo>
                <a:lnTo>
                  <a:pt x="461491" y="32893"/>
                </a:lnTo>
                <a:lnTo>
                  <a:pt x="461376" y="32605"/>
                </a:lnTo>
                <a:lnTo>
                  <a:pt x="461269" y="32311"/>
                </a:lnTo>
                <a:lnTo>
                  <a:pt x="461168" y="32011"/>
                </a:lnTo>
                <a:lnTo>
                  <a:pt x="461074" y="31704"/>
                </a:lnTo>
                <a:lnTo>
                  <a:pt x="460988" y="31392"/>
                </a:lnTo>
                <a:lnTo>
                  <a:pt x="460908" y="31072"/>
                </a:lnTo>
                <a:lnTo>
                  <a:pt x="460835" y="30747"/>
                </a:lnTo>
                <a:lnTo>
                  <a:pt x="460769" y="30416"/>
                </a:lnTo>
                <a:lnTo>
                  <a:pt x="460710" y="30078"/>
                </a:lnTo>
                <a:lnTo>
                  <a:pt x="460658" y="29734"/>
                </a:lnTo>
                <a:lnTo>
                  <a:pt x="460613" y="29384"/>
                </a:lnTo>
                <a:lnTo>
                  <a:pt x="460575" y="29028"/>
                </a:lnTo>
                <a:lnTo>
                  <a:pt x="460544" y="28665"/>
                </a:lnTo>
                <a:lnTo>
                  <a:pt x="460519" y="28297"/>
                </a:lnTo>
                <a:lnTo>
                  <a:pt x="460502" y="27922"/>
                </a:lnTo>
                <a:lnTo>
                  <a:pt x="460492" y="27541"/>
                </a:lnTo>
                <a:lnTo>
                  <a:pt x="460488" y="27153"/>
                </a:lnTo>
                <a:lnTo>
                  <a:pt x="460492" y="26742"/>
                </a:lnTo>
                <a:lnTo>
                  <a:pt x="460504" y="26337"/>
                </a:lnTo>
                <a:lnTo>
                  <a:pt x="460524" y="25937"/>
                </a:lnTo>
                <a:lnTo>
                  <a:pt x="460551" y="25542"/>
                </a:lnTo>
                <a:lnTo>
                  <a:pt x="460587" y="25152"/>
                </a:lnTo>
                <a:lnTo>
                  <a:pt x="460630" y="24767"/>
                </a:lnTo>
                <a:lnTo>
                  <a:pt x="460681" y="24388"/>
                </a:lnTo>
                <a:lnTo>
                  <a:pt x="460741" y="24014"/>
                </a:lnTo>
                <a:lnTo>
                  <a:pt x="460808" y="23646"/>
                </a:lnTo>
                <a:lnTo>
                  <a:pt x="460883" y="23282"/>
                </a:lnTo>
                <a:lnTo>
                  <a:pt x="460966" y="22924"/>
                </a:lnTo>
                <a:lnTo>
                  <a:pt x="461056" y="22571"/>
                </a:lnTo>
                <a:lnTo>
                  <a:pt x="461155" y="22223"/>
                </a:lnTo>
                <a:lnTo>
                  <a:pt x="461262" y="21881"/>
                </a:lnTo>
                <a:lnTo>
                  <a:pt x="461376" y="21544"/>
                </a:lnTo>
                <a:lnTo>
                  <a:pt x="461498" y="21212"/>
                </a:lnTo>
                <a:lnTo>
                  <a:pt x="461629" y="20886"/>
                </a:lnTo>
                <a:lnTo>
                  <a:pt x="461767" y="20564"/>
                </a:lnTo>
                <a:lnTo>
                  <a:pt x="461913" y="20248"/>
                </a:lnTo>
                <a:lnTo>
                  <a:pt x="462067" y="19938"/>
                </a:lnTo>
                <a:lnTo>
                  <a:pt x="462229" y="19632"/>
                </a:lnTo>
                <a:lnTo>
                  <a:pt x="462398" y="19332"/>
                </a:lnTo>
                <a:lnTo>
                  <a:pt x="462576" y="19037"/>
                </a:lnTo>
                <a:lnTo>
                  <a:pt x="462762" y="18747"/>
                </a:lnTo>
                <a:lnTo>
                  <a:pt x="462954" y="18463"/>
                </a:lnTo>
                <a:lnTo>
                  <a:pt x="463153" y="18184"/>
                </a:lnTo>
                <a:lnTo>
                  <a:pt x="463358" y="17910"/>
                </a:lnTo>
                <a:lnTo>
                  <a:pt x="463569" y="17642"/>
                </a:lnTo>
                <a:lnTo>
                  <a:pt x="463787" y="17380"/>
                </a:lnTo>
                <a:lnTo>
                  <a:pt x="464010" y="17123"/>
                </a:lnTo>
                <a:lnTo>
                  <a:pt x="464240" y="16871"/>
                </a:lnTo>
                <a:lnTo>
                  <a:pt x="464476" y="16625"/>
                </a:lnTo>
                <a:lnTo>
                  <a:pt x="464719" y="16385"/>
                </a:lnTo>
                <a:lnTo>
                  <a:pt x="464967" y="16150"/>
                </a:lnTo>
                <a:lnTo>
                  <a:pt x="465222" y="15920"/>
                </a:lnTo>
                <a:lnTo>
                  <a:pt x="465483" y="15697"/>
                </a:lnTo>
                <a:lnTo>
                  <a:pt x="465750" y="15478"/>
                </a:lnTo>
                <a:lnTo>
                  <a:pt x="466024" y="15265"/>
                </a:lnTo>
                <a:lnTo>
                  <a:pt x="466303" y="15058"/>
                </a:lnTo>
                <a:lnTo>
                  <a:pt x="466589" y="14856"/>
                </a:lnTo>
                <a:lnTo>
                  <a:pt x="466881" y="14659"/>
                </a:lnTo>
                <a:lnTo>
                  <a:pt x="467180" y="14469"/>
                </a:lnTo>
                <a:lnTo>
                  <a:pt x="467484" y="14283"/>
                </a:lnTo>
                <a:lnTo>
                  <a:pt x="467795" y="14103"/>
                </a:lnTo>
                <a:lnTo>
                  <a:pt x="468112" y="13929"/>
                </a:lnTo>
                <a:lnTo>
                  <a:pt x="468435" y="13760"/>
                </a:lnTo>
                <a:lnTo>
                  <a:pt x="468765" y="13597"/>
                </a:lnTo>
                <a:lnTo>
                  <a:pt x="469100" y="13439"/>
                </a:lnTo>
                <a:lnTo>
                  <a:pt x="469441" y="13287"/>
                </a:lnTo>
                <a:lnTo>
                  <a:pt x="469786" y="13143"/>
                </a:lnTo>
                <a:lnTo>
                  <a:pt x="470135" y="13005"/>
                </a:lnTo>
                <a:lnTo>
                  <a:pt x="470489" y="12874"/>
                </a:lnTo>
                <a:lnTo>
                  <a:pt x="470846" y="12750"/>
                </a:lnTo>
                <a:lnTo>
                  <a:pt x="471207" y="12633"/>
                </a:lnTo>
                <a:lnTo>
                  <a:pt x="471572" y="12523"/>
                </a:lnTo>
                <a:lnTo>
                  <a:pt x="471942" y="12420"/>
                </a:lnTo>
                <a:lnTo>
                  <a:pt x="472315" y="12324"/>
                </a:lnTo>
                <a:lnTo>
                  <a:pt x="472693" y="12235"/>
                </a:lnTo>
                <a:lnTo>
                  <a:pt x="473074" y="12153"/>
                </a:lnTo>
                <a:lnTo>
                  <a:pt x="473460" y="12078"/>
                </a:lnTo>
                <a:lnTo>
                  <a:pt x="473850" y="12009"/>
                </a:lnTo>
                <a:lnTo>
                  <a:pt x="474243" y="11948"/>
                </a:lnTo>
                <a:lnTo>
                  <a:pt x="474641" y="11894"/>
                </a:lnTo>
                <a:lnTo>
                  <a:pt x="475043" y="11846"/>
                </a:lnTo>
                <a:lnTo>
                  <a:pt x="475449" y="11806"/>
                </a:lnTo>
                <a:lnTo>
                  <a:pt x="475859" y="11772"/>
                </a:lnTo>
                <a:lnTo>
                  <a:pt x="476273" y="11745"/>
                </a:lnTo>
                <a:lnTo>
                  <a:pt x="476691" y="11726"/>
                </a:lnTo>
                <a:lnTo>
                  <a:pt x="477114" y="11713"/>
                </a:lnTo>
                <a:lnTo>
                  <a:pt x="477540" y="11707"/>
                </a:lnTo>
                <a:lnTo>
                  <a:pt x="477970" y="11708"/>
                </a:lnTo>
                <a:lnTo>
                  <a:pt x="478404" y="11716"/>
                </a:lnTo>
                <a:lnTo>
                  <a:pt x="478929" y="11721"/>
                </a:lnTo>
                <a:lnTo>
                  <a:pt x="479446" y="11734"/>
                </a:lnTo>
                <a:lnTo>
                  <a:pt x="479956" y="11756"/>
                </a:lnTo>
                <a:lnTo>
                  <a:pt x="480459" y="11787"/>
                </a:lnTo>
                <a:lnTo>
                  <a:pt x="480954" y="11827"/>
                </a:lnTo>
                <a:lnTo>
                  <a:pt x="481441" y="11876"/>
                </a:lnTo>
                <a:lnTo>
                  <a:pt x="481921" y="11933"/>
                </a:lnTo>
                <a:lnTo>
                  <a:pt x="482394" y="12000"/>
                </a:lnTo>
                <a:lnTo>
                  <a:pt x="482860" y="12075"/>
                </a:lnTo>
                <a:lnTo>
                  <a:pt x="483318" y="12159"/>
                </a:lnTo>
                <a:lnTo>
                  <a:pt x="483768" y="12252"/>
                </a:lnTo>
                <a:lnTo>
                  <a:pt x="484211" y="12354"/>
                </a:lnTo>
                <a:lnTo>
                  <a:pt x="484647" y="12465"/>
                </a:lnTo>
                <a:lnTo>
                  <a:pt x="485075" y="12584"/>
                </a:lnTo>
                <a:lnTo>
                  <a:pt x="485496" y="12713"/>
                </a:lnTo>
                <a:lnTo>
                  <a:pt x="485909" y="12850"/>
                </a:lnTo>
                <a:lnTo>
                  <a:pt x="486315" y="12996"/>
                </a:lnTo>
                <a:lnTo>
                  <a:pt x="486714" y="13151"/>
                </a:lnTo>
                <a:lnTo>
                  <a:pt x="487105" y="13315"/>
                </a:lnTo>
                <a:lnTo>
                  <a:pt x="487489" y="13488"/>
                </a:lnTo>
                <a:lnTo>
                  <a:pt x="487865" y="13670"/>
                </a:lnTo>
                <a:lnTo>
                  <a:pt x="488234" y="13860"/>
                </a:lnTo>
                <a:lnTo>
                  <a:pt x="488595" y="14059"/>
                </a:lnTo>
                <a:lnTo>
                  <a:pt x="488949" y="14267"/>
                </a:lnTo>
                <a:lnTo>
                  <a:pt x="489296" y="14482"/>
                </a:lnTo>
                <a:lnTo>
                  <a:pt x="489635" y="14701"/>
                </a:lnTo>
                <a:lnTo>
                  <a:pt x="489967" y="14925"/>
                </a:lnTo>
                <a:lnTo>
                  <a:pt x="490291" y="15154"/>
                </a:lnTo>
                <a:lnTo>
                  <a:pt x="490608" y="15386"/>
                </a:lnTo>
                <a:lnTo>
                  <a:pt x="490918" y="15624"/>
                </a:lnTo>
                <a:lnTo>
                  <a:pt x="491220" y="15866"/>
                </a:lnTo>
                <a:lnTo>
                  <a:pt x="491515" y="16112"/>
                </a:lnTo>
                <a:lnTo>
                  <a:pt x="491802" y="16363"/>
                </a:lnTo>
                <a:lnTo>
                  <a:pt x="492082" y="16619"/>
                </a:lnTo>
                <a:lnTo>
                  <a:pt x="492354" y="16879"/>
                </a:lnTo>
                <a:lnTo>
                  <a:pt x="492619" y="17144"/>
                </a:lnTo>
                <a:lnTo>
                  <a:pt x="492877" y="17413"/>
                </a:lnTo>
                <a:lnTo>
                  <a:pt x="493127" y="17687"/>
                </a:lnTo>
                <a:lnTo>
                  <a:pt x="493370" y="17965"/>
                </a:lnTo>
                <a:lnTo>
                  <a:pt x="493605" y="18248"/>
                </a:lnTo>
                <a:lnTo>
                  <a:pt x="493833" y="18536"/>
                </a:lnTo>
                <a:lnTo>
                  <a:pt x="494054" y="18828"/>
                </a:lnTo>
                <a:lnTo>
                  <a:pt x="494267" y="19125"/>
                </a:lnTo>
                <a:lnTo>
                  <a:pt x="494472" y="19426"/>
                </a:lnTo>
                <a:lnTo>
                  <a:pt x="494671" y="19731"/>
                </a:lnTo>
                <a:lnTo>
                  <a:pt x="494861" y="20042"/>
                </a:lnTo>
                <a:lnTo>
                  <a:pt x="495045" y="20356"/>
                </a:lnTo>
                <a:lnTo>
                  <a:pt x="495221" y="20676"/>
                </a:lnTo>
                <a:lnTo>
                  <a:pt x="495390" y="20997"/>
                </a:lnTo>
                <a:lnTo>
                  <a:pt x="495551" y="21320"/>
                </a:lnTo>
                <a:lnTo>
                  <a:pt x="495705" y="21643"/>
                </a:lnTo>
                <a:lnTo>
                  <a:pt x="495853" y="21966"/>
                </a:lnTo>
                <a:lnTo>
                  <a:pt x="495993" y="22290"/>
                </a:lnTo>
                <a:lnTo>
                  <a:pt x="496125" y="22614"/>
                </a:lnTo>
                <a:lnTo>
                  <a:pt x="496251" y="22938"/>
                </a:lnTo>
                <a:lnTo>
                  <a:pt x="496369" y="23264"/>
                </a:lnTo>
                <a:lnTo>
                  <a:pt x="496481" y="23589"/>
                </a:lnTo>
                <a:lnTo>
                  <a:pt x="496585" y="23915"/>
                </a:lnTo>
                <a:lnTo>
                  <a:pt x="496682" y="24242"/>
                </a:lnTo>
                <a:lnTo>
                  <a:pt x="496771" y="24569"/>
                </a:lnTo>
                <a:lnTo>
                  <a:pt x="496854" y="24897"/>
                </a:lnTo>
                <a:lnTo>
                  <a:pt x="496929" y="25225"/>
                </a:lnTo>
                <a:lnTo>
                  <a:pt x="496998" y="25553"/>
                </a:lnTo>
                <a:lnTo>
                  <a:pt x="497059" y="25882"/>
                </a:lnTo>
                <a:lnTo>
                  <a:pt x="497112" y="26211"/>
                </a:lnTo>
                <a:lnTo>
                  <a:pt x="497159" y="26541"/>
                </a:lnTo>
                <a:lnTo>
                  <a:pt x="497198" y="26872"/>
                </a:lnTo>
                <a:lnTo>
                  <a:pt x="497231" y="27203"/>
                </a:lnTo>
                <a:lnTo>
                  <a:pt x="497256" y="27534"/>
                </a:lnTo>
                <a:lnTo>
                  <a:pt x="497274" y="27866"/>
                </a:lnTo>
                <a:lnTo>
                  <a:pt x="497285" y="28198"/>
                </a:lnTo>
                <a:lnTo>
                  <a:pt x="497288" y="28531"/>
                </a:lnTo>
                <a:lnTo>
                  <a:pt x="509417" y="28531"/>
                </a:lnTo>
                <a:lnTo>
                  <a:pt x="509410" y="27879"/>
                </a:lnTo>
                <a:lnTo>
                  <a:pt x="509390" y="27234"/>
                </a:lnTo>
                <a:lnTo>
                  <a:pt x="509357" y="26596"/>
                </a:lnTo>
                <a:lnTo>
                  <a:pt x="509310" y="25964"/>
                </a:lnTo>
                <a:lnTo>
                  <a:pt x="509249" y="25338"/>
                </a:lnTo>
                <a:lnTo>
                  <a:pt x="509176" y="24719"/>
                </a:lnTo>
                <a:lnTo>
                  <a:pt x="509089" y="24107"/>
                </a:lnTo>
                <a:lnTo>
                  <a:pt x="508988" y="23501"/>
                </a:lnTo>
                <a:lnTo>
                  <a:pt x="508874" y="22901"/>
                </a:lnTo>
                <a:lnTo>
                  <a:pt x="508747" y="22308"/>
                </a:lnTo>
                <a:lnTo>
                  <a:pt x="508606" y="21721"/>
                </a:lnTo>
                <a:lnTo>
                  <a:pt x="508452" y="21140"/>
                </a:lnTo>
                <a:lnTo>
                  <a:pt x="508285" y="20567"/>
                </a:lnTo>
                <a:lnTo>
                  <a:pt x="508104" y="19999"/>
                </a:lnTo>
                <a:lnTo>
                  <a:pt x="507909" y="19438"/>
                </a:lnTo>
                <a:lnTo>
                  <a:pt x="507702" y="18884"/>
                </a:lnTo>
                <a:lnTo>
                  <a:pt x="507481" y="18335"/>
                </a:lnTo>
                <a:lnTo>
                  <a:pt x="507246" y="17794"/>
                </a:lnTo>
                <a:lnTo>
                  <a:pt x="506998" y="17259"/>
                </a:lnTo>
                <a:lnTo>
                  <a:pt x="506737" y="16730"/>
                </a:lnTo>
                <a:lnTo>
                  <a:pt x="506462" y="16208"/>
                </a:lnTo>
                <a:lnTo>
                  <a:pt x="506174" y="15692"/>
                </a:lnTo>
                <a:lnTo>
                  <a:pt x="505873" y="15183"/>
                </a:lnTo>
                <a:lnTo>
                  <a:pt x="505558" y="14680"/>
                </a:lnTo>
                <a:lnTo>
                  <a:pt x="505231" y="14184"/>
                </a:lnTo>
                <a:lnTo>
                  <a:pt x="504894" y="13698"/>
                </a:lnTo>
                <a:lnTo>
                  <a:pt x="504547" y="13221"/>
                </a:lnTo>
                <a:lnTo>
                  <a:pt x="504189" y="12752"/>
                </a:lnTo>
                <a:lnTo>
                  <a:pt x="503821" y="12292"/>
                </a:lnTo>
                <a:lnTo>
                  <a:pt x="503443" y="11841"/>
                </a:lnTo>
                <a:lnTo>
                  <a:pt x="503054" y="11399"/>
                </a:lnTo>
                <a:lnTo>
                  <a:pt x="502656" y="10966"/>
                </a:lnTo>
                <a:lnTo>
                  <a:pt x="502247" y="10541"/>
                </a:lnTo>
                <a:lnTo>
                  <a:pt x="501827" y="10126"/>
                </a:lnTo>
                <a:lnTo>
                  <a:pt x="501398" y="9719"/>
                </a:lnTo>
                <a:lnTo>
                  <a:pt x="500958" y="9321"/>
                </a:lnTo>
                <a:lnTo>
                  <a:pt x="500507" y="8933"/>
                </a:lnTo>
                <a:lnTo>
                  <a:pt x="500047" y="8552"/>
                </a:lnTo>
                <a:lnTo>
                  <a:pt x="499576" y="8181"/>
                </a:lnTo>
                <a:lnTo>
                  <a:pt x="499095" y="7819"/>
                </a:lnTo>
                <a:lnTo>
                  <a:pt x="498604" y="7465"/>
                </a:lnTo>
                <a:lnTo>
                  <a:pt x="498102" y="7121"/>
                </a:lnTo>
                <a:lnTo>
                  <a:pt x="497590" y="6785"/>
                </a:lnTo>
                <a:lnTo>
                  <a:pt x="497068" y="6458"/>
                </a:lnTo>
                <a:lnTo>
                  <a:pt x="496535" y="6140"/>
                </a:lnTo>
                <a:lnTo>
                  <a:pt x="495992" y="5831"/>
                </a:lnTo>
                <a:lnTo>
                  <a:pt x="495439" y="5530"/>
                </a:lnTo>
                <a:lnTo>
                  <a:pt x="494876" y="5239"/>
                </a:lnTo>
                <a:lnTo>
                  <a:pt x="494303" y="4958"/>
                </a:lnTo>
                <a:lnTo>
                  <a:pt x="493722" y="4688"/>
                </a:lnTo>
                <a:lnTo>
                  <a:pt x="493133" y="4431"/>
                </a:lnTo>
                <a:lnTo>
                  <a:pt x="492535" y="4186"/>
                </a:lnTo>
                <a:lnTo>
                  <a:pt x="491929" y="3952"/>
                </a:lnTo>
                <a:lnTo>
                  <a:pt x="491314" y="3731"/>
                </a:lnTo>
                <a:lnTo>
                  <a:pt x="490691" y="3521"/>
                </a:lnTo>
                <a:lnTo>
                  <a:pt x="490060" y="3324"/>
                </a:lnTo>
                <a:lnTo>
                  <a:pt x="489420" y="3138"/>
                </a:lnTo>
                <a:lnTo>
                  <a:pt x="488772" y="2965"/>
                </a:lnTo>
                <a:lnTo>
                  <a:pt x="488115" y="2803"/>
                </a:lnTo>
                <a:lnTo>
                  <a:pt x="487450" y="2654"/>
                </a:lnTo>
                <a:lnTo>
                  <a:pt x="486777" y="2516"/>
                </a:lnTo>
                <a:lnTo>
                  <a:pt x="486096" y="2390"/>
                </a:lnTo>
                <a:lnTo>
                  <a:pt x="485406" y="2277"/>
                </a:lnTo>
                <a:lnTo>
                  <a:pt x="484707" y="2175"/>
                </a:lnTo>
                <a:lnTo>
                  <a:pt x="484000" y="2085"/>
                </a:lnTo>
                <a:lnTo>
                  <a:pt x="483285" y="2007"/>
                </a:lnTo>
                <a:lnTo>
                  <a:pt x="482562" y="1941"/>
                </a:lnTo>
                <a:lnTo>
                  <a:pt x="481830" y="1888"/>
                </a:lnTo>
                <a:lnTo>
                  <a:pt x="481090" y="1846"/>
                </a:lnTo>
                <a:lnTo>
                  <a:pt x="480341" y="1816"/>
                </a:lnTo>
                <a:lnTo>
                  <a:pt x="479584" y="1798"/>
                </a:lnTo>
                <a:lnTo>
                  <a:pt x="478819" y="1792"/>
                </a:lnTo>
                <a:lnTo>
                  <a:pt x="478042" y="1798"/>
                </a:lnTo>
                <a:lnTo>
                  <a:pt x="477274" y="1815"/>
                </a:lnTo>
                <a:lnTo>
                  <a:pt x="476515" y="1845"/>
                </a:lnTo>
                <a:lnTo>
                  <a:pt x="475765" y="1886"/>
                </a:lnTo>
                <a:lnTo>
                  <a:pt x="475024" y="1938"/>
                </a:lnTo>
                <a:lnTo>
                  <a:pt x="474291" y="2003"/>
                </a:lnTo>
                <a:lnTo>
                  <a:pt x="473568" y="2079"/>
                </a:lnTo>
                <a:lnTo>
                  <a:pt x="472853" y="2167"/>
                </a:lnTo>
                <a:lnTo>
                  <a:pt x="472147" y="2267"/>
                </a:lnTo>
                <a:lnTo>
                  <a:pt x="471450" y="2378"/>
                </a:lnTo>
                <a:lnTo>
                  <a:pt x="470762" y="2501"/>
                </a:lnTo>
                <a:lnTo>
                  <a:pt x="470083" y="2636"/>
                </a:lnTo>
                <a:lnTo>
                  <a:pt x="469413" y="2783"/>
                </a:lnTo>
                <a:lnTo>
                  <a:pt x="468751" y="2941"/>
                </a:lnTo>
                <a:lnTo>
                  <a:pt x="468098" y="3111"/>
                </a:lnTo>
                <a:lnTo>
                  <a:pt x="467454" y="3293"/>
                </a:lnTo>
                <a:lnTo>
                  <a:pt x="466820" y="3487"/>
                </a:lnTo>
                <a:lnTo>
                  <a:pt x="466193" y="3692"/>
                </a:lnTo>
                <a:lnTo>
                  <a:pt x="465576" y="3909"/>
                </a:lnTo>
                <a:lnTo>
                  <a:pt x="464968" y="4137"/>
                </a:lnTo>
                <a:lnTo>
                  <a:pt x="464368" y="4378"/>
                </a:lnTo>
                <a:lnTo>
                  <a:pt x="463778" y="4630"/>
                </a:lnTo>
                <a:lnTo>
                  <a:pt x="463196" y="4894"/>
                </a:lnTo>
                <a:lnTo>
                  <a:pt x="462623" y="5169"/>
                </a:lnTo>
                <a:lnTo>
                  <a:pt x="462060" y="5455"/>
                </a:lnTo>
                <a:lnTo>
                  <a:pt x="461508" y="5750"/>
                </a:lnTo>
                <a:lnTo>
                  <a:pt x="460967" y="6054"/>
                </a:lnTo>
                <a:lnTo>
                  <a:pt x="460437" y="6366"/>
                </a:lnTo>
                <a:lnTo>
                  <a:pt x="459918" y="6687"/>
                </a:lnTo>
                <a:lnTo>
                  <a:pt x="459410" y="7018"/>
                </a:lnTo>
                <a:lnTo>
                  <a:pt x="458913" y="7357"/>
                </a:lnTo>
                <a:lnTo>
                  <a:pt x="458427" y="7704"/>
                </a:lnTo>
                <a:lnTo>
                  <a:pt x="457952" y="8061"/>
                </a:lnTo>
                <a:lnTo>
                  <a:pt x="457488" y="8427"/>
                </a:lnTo>
                <a:lnTo>
                  <a:pt x="457035" y="8801"/>
                </a:lnTo>
                <a:lnTo>
                  <a:pt x="456593" y="9184"/>
                </a:lnTo>
                <a:lnTo>
                  <a:pt x="456162" y="9576"/>
                </a:lnTo>
                <a:lnTo>
                  <a:pt x="455742" y="9977"/>
                </a:lnTo>
                <a:lnTo>
                  <a:pt x="455333" y="10387"/>
                </a:lnTo>
                <a:lnTo>
                  <a:pt x="454935" y="10806"/>
                </a:lnTo>
                <a:lnTo>
                  <a:pt x="454548" y="11233"/>
                </a:lnTo>
                <a:lnTo>
                  <a:pt x="454172" y="11670"/>
                </a:lnTo>
                <a:lnTo>
                  <a:pt x="453807" y="12115"/>
                </a:lnTo>
                <a:lnTo>
                  <a:pt x="453453" y="12569"/>
                </a:lnTo>
                <a:lnTo>
                  <a:pt x="453110" y="13032"/>
                </a:lnTo>
                <a:lnTo>
                  <a:pt x="452778" y="13504"/>
                </a:lnTo>
                <a:lnTo>
                  <a:pt x="452457" y="13984"/>
                </a:lnTo>
                <a:lnTo>
                  <a:pt x="452147" y="14474"/>
                </a:lnTo>
                <a:lnTo>
                  <a:pt x="451849" y="14971"/>
                </a:lnTo>
                <a:lnTo>
                  <a:pt x="451564" y="15475"/>
                </a:lnTo>
                <a:lnTo>
                  <a:pt x="451291" y="15985"/>
                </a:lnTo>
                <a:lnTo>
                  <a:pt x="451032" y="16503"/>
                </a:lnTo>
                <a:lnTo>
                  <a:pt x="450784" y="17027"/>
                </a:lnTo>
                <a:lnTo>
                  <a:pt x="450550" y="17557"/>
                </a:lnTo>
                <a:lnTo>
                  <a:pt x="450328" y="18095"/>
                </a:lnTo>
                <a:lnTo>
                  <a:pt x="450119" y="18639"/>
                </a:lnTo>
                <a:lnTo>
                  <a:pt x="449922" y="19190"/>
                </a:lnTo>
                <a:lnTo>
                  <a:pt x="449738" y="19747"/>
                </a:lnTo>
                <a:lnTo>
                  <a:pt x="449567" y="20311"/>
                </a:lnTo>
                <a:lnTo>
                  <a:pt x="449409" y="20882"/>
                </a:lnTo>
                <a:lnTo>
                  <a:pt x="449263" y="21460"/>
                </a:lnTo>
                <a:lnTo>
                  <a:pt x="449130" y="22044"/>
                </a:lnTo>
                <a:lnTo>
                  <a:pt x="449010" y="22635"/>
                </a:lnTo>
                <a:lnTo>
                  <a:pt x="448902" y="23233"/>
                </a:lnTo>
                <a:lnTo>
                  <a:pt x="448807" y="23837"/>
                </a:lnTo>
                <a:lnTo>
                  <a:pt x="448724" y="24448"/>
                </a:lnTo>
                <a:lnTo>
                  <a:pt x="448655" y="25066"/>
                </a:lnTo>
                <a:lnTo>
                  <a:pt x="448598" y="25690"/>
                </a:lnTo>
                <a:lnTo>
                  <a:pt x="448553" y="26322"/>
                </a:lnTo>
                <a:lnTo>
                  <a:pt x="448521" y="26959"/>
                </a:lnTo>
                <a:lnTo>
                  <a:pt x="448502" y="27604"/>
                </a:lnTo>
                <a:lnTo>
                  <a:pt x="448496" y="28255"/>
                </a:lnTo>
                <a:lnTo>
                  <a:pt x="448505" y="29019"/>
                </a:lnTo>
                <a:lnTo>
                  <a:pt x="448533" y="29770"/>
                </a:lnTo>
                <a:lnTo>
                  <a:pt x="448580" y="30510"/>
                </a:lnTo>
                <a:lnTo>
                  <a:pt x="448645" y="31238"/>
                </a:lnTo>
                <a:lnTo>
                  <a:pt x="448729" y="31954"/>
                </a:lnTo>
                <a:lnTo>
                  <a:pt x="448832" y="32657"/>
                </a:lnTo>
                <a:lnTo>
                  <a:pt x="448953" y="33349"/>
                </a:lnTo>
                <a:lnTo>
                  <a:pt x="449093" y="34029"/>
                </a:lnTo>
                <a:lnTo>
                  <a:pt x="449252" y="34697"/>
                </a:lnTo>
                <a:lnTo>
                  <a:pt x="449429" y="35353"/>
                </a:lnTo>
                <a:lnTo>
                  <a:pt x="449625" y="35997"/>
                </a:lnTo>
                <a:lnTo>
                  <a:pt x="449840" y="36629"/>
                </a:lnTo>
                <a:lnTo>
                  <a:pt x="450073" y="37249"/>
                </a:lnTo>
                <a:lnTo>
                  <a:pt x="450325" y="37857"/>
                </a:lnTo>
                <a:lnTo>
                  <a:pt x="450596" y="38453"/>
                </a:lnTo>
                <a:lnTo>
                  <a:pt x="450885" y="39037"/>
                </a:lnTo>
                <a:lnTo>
                  <a:pt x="451193" y="39609"/>
                </a:lnTo>
                <a:lnTo>
                  <a:pt x="451520" y="40170"/>
                </a:lnTo>
                <a:lnTo>
                  <a:pt x="451865" y="40718"/>
                </a:lnTo>
                <a:lnTo>
                  <a:pt x="452229" y="41254"/>
                </a:lnTo>
                <a:lnTo>
                  <a:pt x="452612" y="41779"/>
                </a:lnTo>
                <a:lnTo>
                  <a:pt x="453013" y="42291"/>
                </a:lnTo>
                <a:lnTo>
                  <a:pt x="453433" y="42791"/>
                </a:lnTo>
                <a:lnTo>
                  <a:pt x="453872" y="43280"/>
                </a:lnTo>
                <a:lnTo>
                  <a:pt x="454330" y="43759"/>
                </a:lnTo>
                <a:lnTo>
                  <a:pt x="454810" y="44231"/>
                </a:lnTo>
                <a:lnTo>
                  <a:pt x="455310" y="44697"/>
                </a:lnTo>
                <a:lnTo>
                  <a:pt x="455832" y="45156"/>
                </a:lnTo>
                <a:lnTo>
                  <a:pt x="456375" y="45608"/>
                </a:lnTo>
                <a:lnTo>
                  <a:pt x="456938" y="46053"/>
                </a:lnTo>
                <a:lnTo>
                  <a:pt x="457523" y="46492"/>
                </a:lnTo>
                <a:lnTo>
                  <a:pt x="458129" y="46924"/>
                </a:lnTo>
                <a:lnTo>
                  <a:pt x="458756" y="47349"/>
                </a:lnTo>
                <a:lnTo>
                  <a:pt x="459404" y="47768"/>
                </a:lnTo>
                <a:lnTo>
                  <a:pt x="460073" y="48180"/>
                </a:lnTo>
                <a:lnTo>
                  <a:pt x="460763" y="48585"/>
                </a:lnTo>
                <a:lnTo>
                  <a:pt x="461474" y="48984"/>
                </a:lnTo>
                <a:lnTo>
                  <a:pt x="462206" y="49376"/>
                </a:lnTo>
                <a:lnTo>
                  <a:pt x="462960" y="49761"/>
                </a:lnTo>
                <a:lnTo>
                  <a:pt x="463734" y="50140"/>
                </a:lnTo>
                <a:lnTo>
                  <a:pt x="464529" y="50512"/>
                </a:lnTo>
                <a:lnTo>
                  <a:pt x="465346" y="50877"/>
                </a:lnTo>
                <a:lnTo>
                  <a:pt x="466183" y="51235"/>
                </a:lnTo>
                <a:lnTo>
                  <a:pt x="467042" y="51587"/>
                </a:lnTo>
                <a:lnTo>
                  <a:pt x="467921" y="51932"/>
                </a:lnTo>
                <a:lnTo>
                  <a:pt x="468822" y="52270"/>
                </a:lnTo>
                <a:lnTo>
                  <a:pt x="469743" y="52602"/>
                </a:lnTo>
                <a:lnTo>
                  <a:pt x="470686" y="52927"/>
                </a:lnTo>
                <a:lnTo>
                  <a:pt x="471179" y="53087"/>
                </a:lnTo>
                <a:lnTo>
                  <a:pt x="471670" y="53247"/>
                </a:lnTo>
                <a:lnTo>
                  <a:pt x="472160" y="53406"/>
                </a:lnTo>
                <a:lnTo>
                  <a:pt x="472648" y="53565"/>
                </a:lnTo>
                <a:lnTo>
                  <a:pt x="473135" y="53722"/>
                </a:lnTo>
                <a:lnTo>
                  <a:pt x="473619" y="53879"/>
                </a:lnTo>
                <a:lnTo>
                  <a:pt x="474102" y="54035"/>
                </a:lnTo>
                <a:lnTo>
                  <a:pt x="474584" y="54191"/>
                </a:lnTo>
                <a:lnTo>
                  <a:pt x="475063" y="54346"/>
                </a:lnTo>
                <a:lnTo>
                  <a:pt x="475541" y="54500"/>
                </a:lnTo>
                <a:lnTo>
                  <a:pt x="476018" y="54653"/>
                </a:lnTo>
                <a:lnTo>
                  <a:pt x="476492" y="54805"/>
                </a:lnTo>
                <a:lnTo>
                  <a:pt x="476965" y="54957"/>
                </a:lnTo>
                <a:lnTo>
                  <a:pt x="477436" y="55108"/>
                </a:lnTo>
                <a:lnTo>
                  <a:pt x="477906" y="55259"/>
                </a:lnTo>
                <a:lnTo>
                  <a:pt x="478374" y="55408"/>
                </a:lnTo>
                <a:lnTo>
                  <a:pt x="478840" y="55557"/>
                </a:lnTo>
                <a:lnTo>
                  <a:pt x="479305" y="55706"/>
                </a:lnTo>
                <a:lnTo>
                  <a:pt x="479768" y="55853"/>
                </a:lnTo>
                <a:lnTo>
                  <a:pt x="480229" y="56000"/>
                </a:lnTo>
                <a:lnTo>
                  <a:pt x="480689" y="56146"/>
                </a:lnTo>
                <a:lnTo>
                  <a:pt x="481147" y="56291"/>
                </a:lnTo>
                <a:lnTo>
                  <a:pt x="481603" y="56436"/>
                </a:lnTo>
                <a:lnTo>
                  <a:pt x="482058" y="56580"/>
                </a:lnTo>
                <a:lnTo>
                  <a:pt x="482509" y="56724"/>
                </a:lnTo>
                <a:lnTo>
                  <a:pt x="482956" y="56870"/>
                </a:lnTo>
                <a:lnTo>
                  <a:pt x="483398" y="57018"/>
                </a:lnTo>
                <a:lnTo>
                  <a:pt x="483836" y="57167"/>
                </a:lnTo>
                <a:lnTo>
                  <a:pt x="484269" y="57319"/>
                </a:lnTo>
                <a:lnTo>
                  <a:pt x="484698" y="57471"/>
                </a:lnTo>
                <a:lnTo>
                  <a:pt x="485122" y="57626"/>
                </a:lnTo>
                <a:lnTo>
                  <a:pt x="485542" y="57782"/>
                </a:lnTo>
                <a:lnTo>
                  <a:pt x="485957" y="57940"/>
                </a:lnTo>
                <a:lnTo>
                  <a:pt x="486368" y="58099"/>
                </a:lnTo>
                <a:lnTo>
                  <a:pt x="486773" y="58260"/>
                </a:lnTo>
                <a:lnTo>
                  <a:pt x="487175" y="58423"/>
                </a:lnTo>
                <a:lnTo>
                  <a:pt x="487572" y="58588"/>
                </a:lnTo>
                <a:lnTo>
                  <a:pt x="487964" y="58754"/>
                </a:lnTo>
                <a:lnTo>
                  <a:pt x="488352" y="58922"/>
                </a:lnTo>
                <a:lnTo>
                  <a:pt x="488735" y="59091"/>
                </a:lnTo>
                <a:lnTo>
                  <a:pt x="489114" y="59263"/>
                </a:lnTo>
                <a:lnTo>
                  <a:pt x="489488" y="59436"/>
                </a:lnTo>
                <a:lnTo>
                  <a:pt x="489858" y="59610"/>
                </a:lnTo>
                <a:lnTo>
                  <a:pt x="490223" y="59787"/>
                </a:lnTo>
                <a:lnTo>
                  <a:pt x="490583" y="59965"/>
                </a:lnTo>
                <a:lnTo>
                  <a:pt x="490939" y="60144"/>
                </a:lnTo>
                <a:lnTo>
                  <a:pt x="491290" y="60325"/>
                </a:lnTo>
                <a:lnTo>
                  <a:pt x="491637" y="60508"/>
                </a:lnTo>
                <a:lnTo>
                  <a:pt x="491979" y="60694"/>
                </a:lnTo>
                <a:lnTo>
                  <a:pt x="492314" y="60885"/>
                </a:lnTo>
                <a:lnTo>
                  <a:pt x="492644" y="61080"/>
                </a:lnTo>
                <a:lnTo>
                  <a:pt x="492968" y="61280"/>
                </a:lnTo>
                <a:lnTo>
                  <a:pt x="493285" y="61484"/>
                </a:lnTo>
                <a:lnTo>
                  <a:pt x="493597" y="61693"/>
                </a:lnTo>
                <a:lnTo>
                  <a:pt x="493903" y="61906"/>
                </a:lnTo>
                <a:lnTo>
                  <a:pt x="494202" y="62124"/>
                </a:lnTo>
                <a:lnTo>
                  <a:pt x="494496" y="62346"/>
                </a:lnTo>
                <a:lnTo>
                  <a:pt x="494784" y="62573"/>
                </a:lnTo>
                <a:lnTo>
                  <a:pt x="495065" y="62805"/>
                </a:lnTo>
                <a:lnTo>
                  <a:pt x="495341" y="63041"/>
                </a:lnTo>
                <a:lnTo>
                  <a:pt x="495611" y="63281"/>
                </a:lnTo>
                <a:lnTo>
                  <a:pt x="495875" y="63526"/>
                </a:lnTo>
                <a:lnTo>
                  <a:pt x="496133" y="63776"/>
                </a:lnTo>
                <a:lnTo>
                  <a:pt x="496385" y="64030"/>
                </a:lnTo>
                <a:lnTo>
                  <a:pt x="496630" y="64289"/>
                </a:lnTo>
                <a:lnTo>
                  <a:pt x="496870" y="64553"/>
                </a:lnTo>
                <a:lnTo>
                  <a:pt x="497104" y="64821"/>
                </a:lnTo>
                <a:lnTo>
                  <a:pt x="497332" y="65093"/>
                </a:lnTo>
                <a:lnTo>
                  <a:pt x="497554" y="65370"/>
                </a:lnTo>
                <a:lnTo>
                  <a:pt x="497770" y="65652"/>
                </a:lnTo>
                <a:lnTo>
                  <a:pt x="497980" y="65938"/>
                </a:lnTo>
                <a:lnTo>
                  <a:pt x="498184" y="66229"/>
                </a:lnTo>
                <a:lnTo>
                  <a:pt x="498381" y="66526"/>
                </a:lnTo>
                <a:lnTo>
                  <a:pt x="498569" y="66829"/>
                </a:lnTo>
                <a:lnTo>
                  <a:pt x="498750" y="67141"/>
                </a:lnTo>
                <a:lnTo>
                  <a:pt x="498921" y="67460"/>
                </a:lnTo>
                <a:lnTo>
                  <a:pt x="499085" y="67786"/>
                </a:lnTo>
                <a:lnTo>
                  <a:pt x="499240" y="68120"/>
                </a:lnTo>
                <a:lnTo>
                  <a:pt x="499386" y="68461"/>
                </a:lnTo>
                <a:lnTo>
                  <a:pt x="499524" y="68809"/>
                </a:lnTo>
                <a:lnTo>
                  <a:pt x="499654" y="69165"/>
                </a:lnTo>
                <a:lnTo>
                  <a:pt x="499776" y="69528"/>
                </a:lnTo>
                <a:lnTo>
                  <a:pt x="499889" y="69899"/>
                </a:lnTo>
                <a:lnTo>
                  <a:pt x="499993" y="70277"/>
                </a:lnTo>
                <a:lnTo>
                  <a:pt x="500090" y="70663"/>
                </a:lnTo>
                <a:lnTo>
                  <a:pt x="500178" y="71056"/>
                </a:lnTo>
                <a:lnTo>
                  <a:pt x="500257" y="71456"/>
                </a:lnTo>
                <a:lnTo>
                  <a:pt x="500328" y="71864"/>
                </a:lnTo>
                <a:lnTo>
                  <a:pt x="500391" y="72280"/>
                </a:lnTo>
                <a:lnTo>
                  <a:pt x="500446" y="72702"/>
                </a:lnTo>
                <a:lnTo>
                  <a:pt x="500492" y="73132"/>
                </a:lnTo>
                <a:lnTo>
                  <a:pt x="500529" y="73570"/>
                </a:lnTo>
                <a:lnTo>
                  <a:pt x="500559" y="74015"/>
                </a:lnTo>
                <a:lnTo>
                  <a:pt x="500580" y="74467"/>
                </a:lnTo>
                <a:lnTo>
                  <a:pt x="500592" y="74927"/>
                </a:lnTo>
                <a:lnTo>
                  <a:pt x="500596" y="75394"/>
                </a:lnTo>
                <a:lnTo>
                  <a:pt x="500592" y="75783"/>
                </a:lnTo>
                <a:lnTo>
                  <a:pt x="500580" y="76169"/>
                </a:lnTo>
                <a:lnTo>
                  <a:pt x="500559" y="76551"/>
                </a:lnTo>
                <a:lnTo>
                  <a:pt x="500529" y="76929"/>
                </a:lnTo>
                <a:lnTo>
                  <a:pt x="500492" y="77305"/>
                </a:lnTo>
                <a:lnTo>
                  <a:pt x="500446" y="77677"/>
                </a:lnTo>
                <a:lnTo>
                  <a:pt x="500391" y="78046"/>
                </a:lnTo>
                <a:lnTo>
                  <a:pt x="500328" y="78411"/>
                </a:lnTo>
                <a:lnTo>
                  <a:pt x="500257" y="78773"/>
                </a:lnTo>
                <a:lnTo>
                  <a:pt x="500178" y="79132"/>
                </a:lnTo>
                <a:lnTo>
                  <a:pt x="500090" y="79487"/>
                </a:lnTo>
                <a:lnTo>
                  <a:pt x="499993" y="79839"/>
                </a:lnTo>
                <a:lnTo>
                  <a:pt x="499889" y="80188"/>
                </a:lnTo>
                <a:lnTo>
                  <a:pt x="499776" y="80533"/>
                </a:lnTo>
                <a:lnTo>
                  <a:pt x="499654" y="80875"/>
                </a:lnTo>
                <a:lnTo>
                  <a:pt x="499524" y="81214"/>
                </a:lnTo>
                <a:lnTo>
                  <a:pt x="499386" y="81549"/>
                </a:lnTo>
                <a:lnTo>
                  <a:pt x="499240" y="81881"/>
                </a:lnTo>
                <a:lnTo>
                  <a:pt x="499085" y="82210"/>
                </a:lnTo>
                <a:lnTo>
                  <a:pt x="498921" y="82535"/>
                </a:lnTo>
                <a:lnTo>
                  <a:pt x="498750" y="82857"/>
                </a:lnTo>
                <a:lnTo>
                  <a:pt x="498569" y="83175"/>
                </a:lnTo>
                <a:lnTo>
                  <a:pt x="498381" y="83491"/>
                </a:lnTo>
                <a:lnTo>
                  <a:pt x="498184" y="83803"/>
                </a:lnTo>
                <a:lnTo>
                  <a:pt x="497979" y="84110"/>
                </a:lnTo>
                <a:lnTo>
                  <a:pt x="497767" y="84412"/>
                </a:lnTo>
                <a:lnTo>
                  <a:pt x="497547" y="84708"/>
                </a:lnTo>
                <a:lnTo>
                  <a:pt x="497319" y="84999"/>
                </a:lnTo>
                <a:lnTo>
                  <a:pt x="497083" y="85284"/>
                </a:lnTo>
                <a:lnTo>
                  <a:pt x="496840" y="85564"/>
                </a:lnTo>
                <a:lnTo>
                  <a:pt x="496589" y="85838"/>
                </a:lnTo>
                <a:lnTo>
                  <a:pt x="496331" y="86107"/>
                </a:lnTo>
                <a:lnTo>
                  <a:pt x="496065" y="86370"/>
                </a:lnTo>
                <a:lnTo>
                  <a:pt x="495791" y="86628"/>
                </a:lnTo>
                <a:lnTo>
                  <a:pt x="495509" y="86880"/>
                </a:lnTo>
                <a:lnTo>
                  <a:pt x="495220" y="87127"/>
                </a:lnTo>
                <a:lnTo>
                  <a:pt x="494924" y="87368"/>
                </a:lnTo>
                <a:lnTo>
                  <a:pt x="494619" y="87604"/>
                </a:lnTo>
                <a:lnTo>
                  <a:pt x="494307" y="87834"/>
                </a:lnTo>
                <a:lnTo>
                  <a:pt x="493987" y="88059"/>
                </a:lnTo>
                <a:lnTo>
                  <a:pt x="493660" y="88278"/>
                </a:lnTo>
                <a:lnTo>
                  <a:pt x="493325" y="88492"/>
                </a:lnTo>
                <a:lnTo>
                  <a:pt x="492982" y="88701"/>
                </a:lnTo>
                <a:lnTo>
                  <a:pt x="492632" y="88903"/>
                </a:lnTo>
                <a:lnTo>
                  <a:pt x="492274" y="89101"/>
                </a:lnTo>
                <a:lnTo>
                  <a:pt x="491908" y="89293"/>
                </a:lnTo>
                <a:lnTo>
                  <a:pt x="491535" y="89479"/>
                </a:lnTo>
                <a:lnTo>
                  <a:pt x="491153" y="89660"/>
                </a:lnTo>
                <a:lnTo>
                  <a:pt x="490766" y="89834"/>
                </a:lnTo>
                <a:lnTo>
                  <a:pt x="490371" y="90001"/>
                </a:lnTo>
                <a:lnTo>
                  <a:pt x="489970" y="90160"/>
                </a:lnTo>
                <a:lnTo>
                  <a:pt x="489563" y="90312"/>
                </a:lnTo>
                <a:lnTo>
                  <a:pt x="489149" y="90456"/>
                </a:lnTo>
                <a:lnTo>
                  <a:pt x="488729" y="90594"/>
                </a:lnTo>
                <a:lnTo>
                  <a:pt x="488302" y="90723"/>
                </a:lnTo>
                <a:lnTo>
                  <a:pt x="487869" y="90846"/>
                </a:lnTo>
                <a:lnTo>
                  <a:pt x="487429" y="90960"/>
                </a:lnTo>
                <a:lnTo>
                  <a:pt x="486983" y="91068"/>
                </a:lnTo>
                <a:lnTo>
                  <a:pt x="486531" y="91168"/>
                </a:lnTo>
                <a:lnTo>
                  <a:pt x="486072" y="91261"/>
                </a:lnTo>
                <a:lnTo>
                  <a:pt x="485606" y="91346"/>
                </a:lnTo>
                <a:lnTo>
                  <a:pt x="485134" y="91424"/>
                </a:lnTo>
                <a:lnTo>
                  <a:pt x="484656" y="91494"/>
                </a:lnTo>
                <a:lnTo>
                  <a:pt x="484171" y="91557"/>
                </a:lnTo>
                <a:lnTo>
                  <a:pt x="483680" y="91613"/>
                </a:lnTo>
                <a:lnTo>
                  <a:pt x="483182" y="91661"/>
                </a:lnTo>
                <a:lnTo>
                  <a:pt x="482678" y="91702"/>
                </a:lnTo>
                <a:lnTo>
                  <a:pt x="482167" y="91735"/>
                </a:lnTo>
                <a:lnTo>
                  <a:pt x="481650" y="91761"/>
                </a:lnTo>
                <a:lnTo>
                  <a:pt x="481126" y="91779"/>
                </a:lnTo>
                <a:lnTo>
                  <a:pt x="480596" y="91791"/>
                </a:lnTo>
                <a:lnTo>
                  <a:pt x="480060" y="91794"/>
                </a:lnTo>
                <a:lnTo>
                  <a:pt x="479444" y="91789"/>
                </a:lnTo>
                <a:lnTo>
                  <a:pt x="478836" y="91775"/>
                </a:lnTo>
                <a:lnTo>
                  <a:pt x="478237" y="91750"/>
                </a:lnTo>
                <a:lnTo>
                  <a:pt x="477646" y="91716"/>
                </a:lnTo>
                <a:lnTo>
                  <a:pt x="477063" y="91672"/>
                </a:lnTo>
                <a:lnTo>
                  <a:pt x="476489" y="91618"/>
                </a:lnTo>
                <a:lnTo>
                  <a:pt x="475923" y="91554"/>
                </a:lnTo>
                <a:lnTo>
                  <a:pt x="475366" y="91480"/>
                </a:lnTo>
                <a:lnTo>
                  <a:pt x="474817" y="91397"/>
                </a:lnTo>
                <a:lnTo>
                  <a:pt x="474276" y="91304"/>
                </a:lnTo>
                <a:lnTo>
                  <a:pt x="473744" y="91201"/>
                </a:lnTo>
                <a:lnTo>
                  <a:pt x="473220" y="91088"/>
                </a:lnTo>
                <a:lnTo>
                  <a:pt x="472704" y="90966"/>
                </a:lnTo>
                <a:lnTo>
                  <a:pt x="472197" y="90833"/>
                </a:lnTo>
                <a:lnTo>
                  <a:pt x="471698" y="90691"/>
                </a:lnTo>
                <a:lnTo>
                  <a:pt x="471208" y="90539"/>
                </a:lnTo>
                <a:lnTo>
                  <a:pt x="470726" y="90377"/>
                </a:lnTo>
                <a:lnTo>
                  <a:pt x="470252" y="90206"/>
                </a:lnTo>
                <a:lnTo>
                  <a:pt x="469787" y="90024"/>
                </a:lnTo>
                <a:lnTo>
                  <a:pt x="469330" y="89833"/>
                </a:lnTo>
                <a:lnTo>
                  <a:pt x="468881" y="89632"/>
                </a:lnTo>
                <a:lnTo>
                  <a:pt x="468441" y="89421"/>
                </a:lnTo>
                <a:lnTo>
                  <a:pt x="468009" y="89200"/>
                </a:lnTo>
                <a:lnTo>
                  <a:pt x="467586" y="88970"/>
                </a:lnTo>
                <a:lnTo>
                  <a:pt x="467171" y="88731"/>
                </a:lnTo>
                <a:lnTo>
                  <a:pt x="466764" y="88485"/>
                </a:lnTo>
                <a:lnTo>
                  <a:pt x="466366" y="88233"/>
                </a:lnTo>
                <a:lnTo>
                  <a:pt x="465976" y="87974"/>
                </a:lnTo>
                <a:lnTo>
                  <a:pt x="465595" y="87708"/>
                </a:lnTo>
                <a:lnTo>
                  <a:pt x="465221" y="87436"/>
                </a:lnTo>
                <a:lnTo>
                  <a:pt x="464857" y="87157"/>
                </a:lnTo>
                <a:lnTo>
                  <a:pt x="464500" y="86871"/>
                </a:lnTo>
                <a:lnTo>
                  <a:pt x="464152" y="86579"/>
                </a:lnTo>
                <a:lnTo>
                  <a:pt x="463812" y="86280"/>
                </a:lnTo>
                <a:lnTo>
                  <a:pt x="463481" y="85974"/>
                </a:lnTo>
                <a:lnTo>
                  <a:pt x="463158" y="85661"/>
                </a:lnTo>
                <a:lnTo>
                  <a:pt x="462843" y="85342"/>
                </a:lnTo>
                <a:lnTo>
                  <a:pt x="462537" y="85016"/>
                </a:lnTo>
                <a:lnTo>
                  <a:pt x="462239" y="84683"/>
                </a:lnTo>
                <a:lnTo>
                  <a:pt x="461950" y="84344"/>
                </a:lnTo>
                <a:lnTo>
                  <a:pt x="461669" y="83998"/>
                </a:lnTo>
                <a:lnTo>
                  <a:pt x="461396" y="83645"/>
                </a:lnTo>
                <a:lnTo>
                  <a:pt x="461131" y="83286"/>
                </a:lnTo>
                <a:lnTo>
                  <a:pt x="460875" y="82920"/>
                </a:lnTo>
                <a:lnTo>
                  <a:pt x="460628" y="82547"/>
                </a:lnTo>
                <a:lnTo>
                  <a:pt x="460388" y="82167"/>
                </a:lnTo>
                <a:lnTo>
                  <a:pt x="460157" y="81781"/>
                </a:lnTo>
                <a:lnTo>
                  <a:pt x="459935" y="81388"/>
                </a:lnTo>
                <a:lnTo>
                  <a:pt x="459721" y="80990"/>
                </a:lnTo>
                <a:lnTo>
                  <a:pt x="459517" y="80589"/>
                </a:lnTo>
                <a:lnTo>
                  <a:pt x="459321" y="80185"/>
                </a:lnTo>
                <a:lnTo>
                  <a:pt x="459135" y="79778"/>
                </a:lnTo>
                <a:lnTo>
                  <a:pt x="458958" y="79368"/>
                </a:lnTo>
                <a:lnTo>
                  <a:pt x="458789" y="78955"/>
                </a:lnTo>
                <a:lnTo>
                  <a:pt x="458630" y="78538"/>
                </a:lnTo>
                <a:lnTo>
                  <a:pt x="458480" y="78119"/>
                </a:lnTo>
                <a:lnTo>
                  <a:pt x="458339" y="77696"/>
                </a:lnTo>
                <a:lnTo>
                  <a:pt x="458208" y="77270"/>
                </a:lnTo>
                <a:lnTo>
                  <a:pt x="458085" y="76841"/>
                </a:lnTo>
                <a:lnTo>
                  <a:pt x="457971" y="76409"/>
                </a:lnTo>
                <a:lnTo>
                  <a:pt x="457867" y="75974"/>
                </a:lnTo>
                <a:lnTo>
                  <a:pt x="457771" y="75536"/>
                </a:lnTo>
                <a:lnTo>
                  <a:pt x="457685" y="75094"/>
                </a:lnTo>
                <a:lnTo>
                  <a:pt x="457608" y="74650"/>
                </a:lnTo>
                <a:lnTo>
                  <a:pt x="457539" y="74202"/>
                </a:lnTo>
                <a:lnTo>
                  <a:pt x="457480" y="73751"/>
                </a:lnTo>
                <a:lnTo>
                  <a:pt x="457430" y="73298"/>
                </a:lnTo>
                <a:lnTo>
                  <a:pt x="457389" y="72841"/>
                </a:lnTo>
                <a:lnTo>
                  <a:pt x="457357" y="72381"/>
                </a:lnTo>
                <a:lnTo>
                  <a:pt x="457335" y="71918"/>
                </a:lnTo>
                <a:lnTo>
                  <a:pt x="457321" y="71451"/>
                </a:lnTo>
                <a:lnTo>
                  <a:pt x="457317" y="70982"/>
                </a:lnTo>
                <a:lnTo>
                  <a:pt x="445188" y="70982"/>
                </a:lnTo>
                <a:lnTo>
                  <a:pt x="445195" y="71736"/>
                </a:lnTo>
                <a:lnTo>
                  <a:pt x="445218" y="72483"/>
                </a:lnTo>
                <a:lnTo>
                  <a:pt x="445255" y="73222"/>
                </a:lnTo>
                <a:lnTo>
                  <a:pt x="445307" y="73953"/>
                </a:lnTo>
                <a:lnTo>
                  <a:pt x="445373" y="74677"/>
                </a:lnTo>
                <a:lnTo>
                  <a:pt x="445455" y="75393"/>
                </a:lnTo>
                <a:lnTo>
                  <a:pt x="445551" y="76101"/>
                </a:lnTo>
                <a:lnTo>
                  <a:pt x="445663" y="76802"/>
                </a:lnTo>
                <a:lnTo>
                  <a:pt x="445789" y="77495"/>
                </a:lnTo>
                <a:lnTo>
                  <a:pt x="445930" y="78181"/>
                </a:lnTo>
                <a:lnTo>
                  <a:pt x="446085" y="78858"/>
                </a:lnTo>
                <a:lnTo>
                  <a:pt x="446256" y="79528"/>
                </a:lnTo>
                <a:lnTo>
                  <a:pt x="446441" y="80191"/>
                </a:lnTo>
                <a:lnTo>
                  <a:pt x="446641" y="80846"/>
                </a:lnTo>
                <a:lnTo>
                  <a:pt x="446856" y="81493"/>
                </a:lnTo>
                <a:lnTo>
                  <a:pt x="447086" y="82132"/>
                </a:lnTo>
                <a:lnTo>
                  <a:pt x="447331" y="82764"/>
                </a:lnTo>
                <a:lnTo>
                  <a:pt x="447591" y="83388"/>
                </a:lnTo>
                <a:lnTo>
                  <a:pt x="447865" y="84005"/>
                </a:lnTo>
                <a:lnTo>
                  <a:pt x="448154" y="84613"/>
                </a:lnTo>
                <a:lnTo>
                  <a:pt x="448458" y="85214"/>
                </a:lnTo>
                <a:lnTo>
                  <a:pt x="448777" y="85808"/>
                </a:lnTo>
                <a:lnTo>
                  <a:pt x="449111" y="86394"/>
                </a:lnTo>
                <a:lnTo>
                  <a:pt x="449459" y="86972"/>
                </a:lnTo>
                <a:lnTo>
                  <a:pt x="449822" y="87541"/>
                </a:lnTo>
                <a:lnTo>
                  <a:pt x="450196" y="88099"/>
                </a:lnTo>
                <a:lnTo>
                  <a:pt x="450584" y="88647"/>
                </a:lnTo>
                <a:lnTo>
                  <a:pt x="450983" y="89184"/>
                </a:lnTo>
                <a:lnTo>
                  <a:pt x="451395" y="89711"/>
                </a:lnTo>
                <a:lnTo>
                  <a:pt x="451820" y="90227"/>
                </a:lnTo>
                <a:lnTo>
                  <a:pt x="452257" y="90733"/>
                </a:lnTo>
                <a:lnTo>
                  <a:pt x="452706" y="91228"/>
                </a:lnTo>
                <a:lnTo>
                  <a:pt x="453168" y="91713"/>
                </a:lnTo>
                <a:lnTo>
                  <a:pt x="453642" y="92187"/>
                </a:lnTo>
                <a:lnTo>
                  <a:pt x="454129" y="92651"/>
                </a:lnTo>
                <a:lnTo>
                  <a:pt x="454628" y="93104"/>
                </a:lnTo>
                <a:lnTo>
                  <a:pt x="455140" y="93547"/>
                </a:lnTo>
                <a:lnTo>
                  <a:pt x="455664" y="93979"/>
                </a:lnTo>
                <a:lnTo>
                  <a:pt x="456200" y="94400"/>
                </a:lnTo>
                <a:lnTo>
                  <a:pt x="456749" y="94811"/>
                </a:lnTo>
                <a:lnTo>
                  <a:pt x="457311" y="95212"/>
                </a:lnTo>
                <a:lnTo>
                  <a:pt x="457884" y="95602"/>
                </a:lnTo>
                <a:lnTo>
                  <a:pt x="458470" y="95981"/>
                </a:lnTo>
                <a:lnTo>
                  <a:pt x="459069" y="96350"/>
                </a:lnTo>
                <a:lnTo>
                  <a:pt x="459680" y="96709"/>
                </a:lnTo>
                <a:lnTo>
                  <a:pt x="460304" y="97057"/>
                </a:lnTo>
                <a:lnTo>
                  <a:pt x="460940" y="97394"/>
                </a:lnTo>
                <a:lnTo>
                  <a:pt x="461588" y="97721"/>
                </a:lnTo>
                <a:lnTo>
                  <a:pt x="462248" y="98036"/>
                </a:lnTo>
                <a:lnTo>
                  <a:pt x="462917" y="98337"/>
                </a:lnTo>
                <a:lnTo>
                  <a:pt x="463595" y="98625"/>
                </a:lnTo>
                <a:lnTo>
                  <a:pt x="464284" y="98900"/>
                </a:lnTo>
                <a:lnTo>
                  <a:pt x="464981" y="99161"/>
                </a:lnTo>
                <a:lnTo>
                  <a:pt x="465689" y="99409"/>
                </a:lnTo>
                <a:lnTo>
                  <a:pt x="466406" y="99644"/>
                </a:lnTo>
                <a:lnTo>
                  <a:pt x="467132" y="99865"/>
                </a:lnTo>
                <a:lnTo>
                  <a:pt x="467869" y="100073"/>
                </a:lnTo>
                <a:lnTo>
                  <a:pt x="468614" y="100267"/>
                </a:lnTo>
                <a:lnTo>
                  <a:pt x="469370" y="100448"/>
                </a:lnTo>
                <a:lnTo>
                  <a:pt x="470134" y="100615"/>
                </a:lnTo>
                <a:lnTo>
                  <a:pt x="470909" y="100769"/>
                </a:lnTo>
                <a:lnTo>
                  <a:pt x="471693" y="100910"/>
                </a:lnTo>
                <a:lnTo>
                  <a:pt x="472487" y="101037"/>
                </a:lnTo>
                <a:lnTo>
                  <a:pt x="473290" y="101151"/>
                </a:lnTo>
                <a:lnTo>
                  <a:pt x="474102" y="101252"/>
                </a:lnTo>
                <a:lnTo>
                  <a:pt x="474925" y="101339"/>
                </a:lnTo>
                <a:lnTo>
                  <a:pt x="475757" y="101413"/>
                </a:lnTo>
                <a:lnTo>
                  <a:pt x="476598" y="101473"/>
                </a:lnTo>
                <a:lnTo>
                  <a:pt x="477449" y="101520"/>
                </a:lnTo>
                <a:lnTo>
                  <a:pt x="478310" y="101553"/>
                </a:lnTo>
                <a:lnTo>
                  <a:pt x="479180" y="101573"/>
                </a:lnTo>
                <a:lnTo>
                  <a:pt x="480060" y="101580"/>
                </a:lnTo>
                <a:lnTo>
                  <a:pt x="480960" y="101573"/>
                </a:lnTo>
                <a:lnTo>
                  <a:pt x="481848" y="101553"/>
                </a:lnTo>
                <a:lnTo>
                  <a:pt x="482723" y="101520"/>
                </a:lnTo>
                <a:lnTo>
                  <a:pt x="483585" y="101473"/>
                </a:lnTo>
                <a:lnTo>
                  <a:pt x="484435" y="101413"/>
                </a:lnTo>
                <a:close/>
                <a:moveTo>
                  <a:pt x="173293" y="101386"/>
                </a:moveTo>
                <a:lnTo>
                  <a:pt x="174078" y="101300"/>
                </a:lnTo>
                <a:lnTo>
                  <a:pt x="174855" y="101199"/>
                </a:lnTo>
                <a:lnTo>
                  <a:pt x="175625" y="101083"/>
                </a:lnTo>
                <a:lnTo>
                  <a:pt x="176387" y="100950"/>
                </a:lnTo>
                <a:lnTo>
                  <a:pt x="177141" y="100803"/>
                </a:lnTo>
                <a:lnTo>
                  <a:pt x="177888" y="100639"/>
                </a:lnTo>
                <a:lnTo>
                  <a:pt x="178627" y="100461"/>
                </a:lnTo>
                <a:lnTo>
                  <a:pt x="179358" y="100266"/>
                </a:lnTo>
                <a:lnTo>
                  <a:pt x="180082" y="100056"/>
                </a:lnTo>
                <a:lnTo>
                  <a:pt x="180798" y="99831"/>
                </a:lnTo>
                <a:lnTo>
                  <a:pt x="181506" y="99590"/>
                </a:lnTo>
                <a:lnTo>
                  <a:pt x="182206" y="99334"/>
                </a:lnTo>
                <a:lnTo>
                  <a:pt x="182899" y="99061"/>
                </a:lnTo>
                <a:lnTo>
                  <a:pt x="183585" y="98774"/>
                </a:lnTo>
                <a:lnTo>
                  <a:pt x="184262" y="98471"/>
                </a:lnTo>
                <a:lnTo>
                  <a:pt x="184933" y="98152"/>
                </a:lnTo>
                <a:lnTo>
                  <a:pt x="185595" y="97818"/>
                </a:lnTo>
                <a:lnTo>
                  <a:pt x="186250" y="97468"/>
                </a:lnTo>
                <a:lnTo>
                  <a:pt x="186897" y="97103"/>
                </a:lnTo>
                <a:lnTo>
                  <a:pt x="187534" y="96723"/>
                </a:lnTo>
                <a:lnTo>
                  <a:pt x="188161" y="96330"/>
                </a:lnTo>
                <a:lnTo>
                  <a:pt x="188777" y="95925"/>
                </a:lnTo>
                <a:lnTo>
                  <a:pt x="189381" y="95506"/>
                </a:lnTo>
                <a:lnTo>
                  <a:pt x="189975" y="95075"/>
                </a:lnTo>
                <a:lnTo>
                  <a:pt x="190558" y="94630"/>
                </a:lnTo>
                <a:lnTo>
                  <a:pt x="191129" y="94173"/>
                </a:lnTo>
                <a:lnTo>
                  <a:pt x="191690" y="93703"/>
                </a:lnTo>
                <a:lnTo>
                  <a:pt x="192239" y="93220"/>
                </a:lnTo>
                <a:lnTo>
                  <a:pt x="192778" y="92724"/>
                </a:lnTo>
                <a:lnTo>
                  <a:pt x="193306" y="92215"/>
                </a:lnTo>
                <a:lnTo>
                  <a:pt x="193822" y="91693"/>
                </a:lnTo>
                <a:lnTo>
                  <a:pt x="194328" y="91158"/>
                </a:lnTo>
                <a:lnTo>
                  <a:pt x="194822" y="90610"/>
                </a:lnTo>
                <a:lnTo>
                  <a:pt x="195306" y="90050"/>
                </a:lnTo>
                <a:lnTo>
                  <a:pt x="195778" y="89476"/>
                </a:lnTo>
                <a:lnTo>
                  <a:pt x="196240" y="88890"/>
                </a:lnTo>
                <a:lnTo>
                  <a:pt x="196690" y="88290"/>
                </a:lnTo>
                <a:lnTo>
                  <a:pt x="197130" y="87678"/>
                </a:lnTo>
                <a:lnTo>
                  <a:pt x="197558" y="87053"/>
                </a:lnTo>
                <a:lnTo>
                  <a:pt x="197976" y="86415"/>
                </a:lnTo>
                <a:lnTo>
                  <a:pt x="198382" y="85764"/>
                </a:lnTo>
                <a:lnTo>
                  <a:pt x="198777" y="85100"/>
                </a:lnTo>
                <a:lnTo>
                  <a:pt x="199162" y="84423"/>
                </a:lnTo>
                <a:lnTo>
                  <a:pt x="199533" y="83735"/>
                </a:lnTo>
                <a:lnTo>
                  <a:pt x="199888" y="83036"/>
                </a:lnTo>
                <a:lnTo>
                  <a:pt x="200228" y="82328"/>
                </a:lnTo>
                <a:lnTo>
                  <a:pt x="200552" y="81610"/>
                </a:lnTo>
                <a:lnTo>
                  <a:pt x="200860" y="80883"/>
                </a:lnTo>
                <a:lnTo>
                  <a:pt x="201152" y="80145"/>
                </a:lnTo>
                <a:lnTo>
                  <a:pt x="201429" y="79398"/>
                </a:lnTo>
                <a:lnTo>
                  <a:pt x="201689" y="78641"/>
                </a:lnTo>
                <a:lnTo>
                  <a:pt x="201934" y="77874"/>
                </a:lnTo>
                <a:lnTo>
                  <a:pt x="202163" y="77097"/>
                </a:lnTo>
                <a:lnTo>
                  <a:pt x="202376" y="76311"/>
                </a:lnTo>
                <a:lnTo>
                  <a:pt x="202574" y="75515"/>
                </a:lnTo>
                <a:lnTo>
                  <a:pt x="202755" y="74709"/>
                </a:lnTo>
                <a:lnTo>
                  <a:pt x="202921" y="73893"/>
                </a:lnTo>
                <a:lnTo>
                  <a:pt x="203071" y="73067"/>
                </a:lnTo>
                <a:lnTo>
                  <a:pt x="203205" y="72231"/>
                </a:lnTo>
                <a:lnTo>
                  <a:pt x="203324" y="71386"/>
                </a:lnTo>
                <a:lnTo>
                  <a:pt x="203427" y="70531"/>
                </a:lnTo>
                <a:lnTo>
                  <a:pt x="203513" y="69666"/>
                </a:lnTo>
                <a:lnTo>
                  <a:pt x="203585" y="68791"/>
                </a:lnTo>
                <a:lnTo>
                  <a:pt x="203640" y="67907"/>
                </a:lnTo>
                <a:lnTo>
                  <a:pt x="203679" y="67012"/>
                </a:lnTo>
                <a:lnTo>
                  <a:pt x="203703" y="66108"/>
                </a:lnTo>
                <a:lnTo>
                  <a:pt x="203711" y="65194"/>
                </a:lnTo>
                <a:lnTo>
                  <a:pt x="203703" y="64280"/>
                </a:lnTo>
                <a:lnTo>
                  <a:pt x="203680" y="63376"/>
                </a:lnTo>
                <a:lnTo>
                  <a:pt x="203641" y="62482"/>
                </a:lnTo>
                <a:lnTo>
                  <a:pt x="203586" y="61597"/>
                </a:lnTo>
                <a:lnTo>
                  <a:pt x="203516" y="60722"/>
                </a:lnTo>
                <a:lnTo>
                  <a:pt x="203431" y="59858"/>
                </a:lnTo>
                <a:lnTo>
                  <a:pt x="203330" y="59002"/>
                </a:lnTo>
                <a:lnTo>
                  <a:pt x="203213" y="58157"/>
                </a:lnTo>
                <a:lnTo>
                  <a:pt x="203081" y="57322"/>
                </a:lnTo>
                <a:lnTo>
                  <a:pt x="202933" y="56496"/>
                </a:lnTo>
                <a:lnTo>
                  <a:pt x="202770" y="55680"/>
                </a:lnTo>
                <a:lnTo>
                  <a:pt x="202591" y="54874"/>
                </a:lnTo>
                <a:lnTo>
                  <a:pt x="202397" y="54078"/>
                </a:lnTo>
                <a:lnTo>
                  <a:pt x="202187" y="53292"/>
                </a:lnTo>
                <a:lnTo>
                  <a:pt x="201961" y="52515"/>
                </a:lnTo>
                <a:lnTo>
                  <a:pt x="201720" y="51748"/>
                </a:lnTo>
                <a:lnTo>
                  <a:pt x="201463" y="50991"/>
                </a:lnTo>
                <a:lnTo>
                  <a:pt x="201191" y="50244"/>
                </a:lnTo>
                <a:lnTo>
                  <a:pt x="200903" y="49507"/>
                </a:lnTo>
                <a:lnTo>
                  <a:pt x="200600" y="48779"/>
                </a:lnTo>
                <a:lnTo>
                  <a:pt x="200281" y="48062"/>
                </a:lnTo>
                <a:lnTo>
                  <a:pt x="199947" y="47354"/>
                </a:lnTo>
                <a:lnTo>
                  <a:pt x="199597" y="46656"/>
                </a:lnTo>
                <a:lnTo>
                  <a:pt x="199231" y="45968"/>
                </a:lnTo>
                <a:lnTo>
                  <a:pt x="198852" y="45291"/>
                </a:lnTo>
                <a:lnTo>
                  <a:pt x="198463" y="44626"/>
                </a:lnTo>
                <a:lnTo>
                  <a:pt x="198062" y="43975"/>
                </a:lnTo>
                <a:lnTo>
                  <a:pt x="197650" y="43337"/>
                </a:lnTo>
                <a:lnTo>
                  <a:pt x="197227" y="42712"/>
                </a:lnTo>
                <a:lnTo>
                  <a:pt x="196793" y="42099"/>
                </a:lnTo>
                <a:lnTo>
                  <a:pt x="196349" y="41500"/>
                </a:lnTo>
                <a:lnTo>
                  <a:pt x="195893" y="40913"/>
                </a:lnTo>
                <a:lnTo>
                  <a:pt x="195426" y="40339"/>
                </a:lnTo>
                <a:lnTo>
                  <a:pt x="194948" y="39779"/>
                </a:lnTo>
                <a:lnTo>
                  <a:pt x="194459" y="39231"/>
                </a:lnTo>
                <a:lnTo>
                  <a:pt x="193959" y="38696"/>
                </a:lnTo>
                <a:lnTo>
                  <a:pt x="193448" y="38174"/>
                </a:lnTo>
                <a:lnTo>
                  <a:pt x="192927" y="37665"/>
                </a:lnTo>
                <a:lnTo>
                  <a:pt x="192394" y="37169"/>
                </a:lnTo>
                <a:lnTo>
                  <a:pt x="191850" y="36686"/>
                </a:lnTo>
                <a:lnTo>
                  <a:pt x="191295" y="36216"/>
                </a:lnTo>
                <a:lnTo>
                  <a:pt x="190729" y="35758"/>
                </a:lnTo>
                <a:lnTo>
                  <a:pt x="190152" y="35314"/>
                </a:lnTo>
                <a:lnTo>
                  <a:pt x="189564" y="34882"/>
                </a:lnTo>
                <a:lnTo>
                  <a:pt x="188965" y="34464"/>
                </a:lnTo>
                <a:lnTo>
                  <a:pt x="188356" y="34058"/>
                </a:lnTo>
                <a:lnTo>
                  <a:pt x="187735" y="33666"/>
                </a:lnTo>
                <a:lnTo>
                  <a:pt x="187103" y="33286"/>
                </a:lnTo>
                <a:lnTo>
                  <a:pt x="186461" y="32920"/>
                </a:lnTo>
                <a:lnTo>
                  <a:pt x="185812" y="32570"/>
                </a:lnTo>
                <a:lnTo>
                  <a:pt x="185155" y="32236"/>
                </a:lnTo>
                <a:lnTo>
                  <a:pt x="184490" y="31917"/>
                </a:lnTo>
                <a:lnTo>
                  <a:pt x="183817" y="31614"/>
                </a:lnTo>
                <a:lnTo>
                  <a:pt x="183136" y="31326"/>
                </a:lnTo>
                <a:lnTo>
                  <a:pt x="182447" y="31054"/>
                </a:lnTo>
                <a:lnTo>
                  <a:pt x="181751" y="30797"/>
                </a:lnTo>
                <a:lnTo>
                  <a:pt x="181046" y="30556"/>
                </a:lnTo>
                <a:lnTo>
                  <a:pt x="180333" y="30331"/>
                </a:lnTo>
                <a:lnTo>
                  <a:pt x="179613" y="30121"/>
                </a:lnTo>
                <a:lnTo>
                  <a:pt x="178885" y="29926"/>
                </a:lnTo>
                <a:lnTo>
                  <a:pt x="178149" y="29747"/>
                </a:lnTo>
                <a:lnTo>
                  <a:pt x="177405" y="29584"/>
                </a:lnTo>
                <a:lnTo>
                  <a:pt x="176653" y="29436"/>
                </a:lnTo>
                <a:lnTo>
                  <a:pt x="175893" y="29304"/>
                </a:lnTo>
                <a:lnTo>
                  <a:pt x="175125" y="29187"/>
                </a:lnTo>
                <a:lnTo>
                  <a:pt x="174349" y="29086"/>
                </a:lnTo>
                <a:lnTo>
                  <a:pt x="173566" y="29001"/>
                </a:lnTo>
                <a:lnTo>
                  <a:pt x="172774" y="28931"/>
                </a:lnTo>
                <a:lnTo>
                  <a:pt x="171975" y="28876"/>
                </a:lnTo>
                <a:lnTo>
                  <a:pt x="171167" y="28837"/>
                </a:lnTo>
                <a:lnTo>
                  <a:pt x="170352" y="28814"/>
                </a:lnTo>
                <a:lnTo>
                  <a:pt x="169529" y="28806"/>
                </a:lnTo>
                <a:lnTo>
                  <a:pt x="168728" y="28814"/>
                </a:lnTo>
                <a:lnTo>
                  <a:pt x="167934" y="28837"/>
                </a:lnTo>
                <a:lnTo>
                  <a:pt x="167146" y="28876"/>
                </a:lnTo>
                <a:lnTo>
                  <a:pt x="166365" y="28931"/>
                </a:lnTo>
                <a:lnTo>
                  <a:pt x="165590" y="29001"/>
                </a:lnTo>
                <a:lnTo>
                  <a:pt x="164822" y="29086"/>
                </a:lnTo>
                <a:lnTo>
                  <a:pt x="164060" y="29187"/>
                </a:lnTo>
                <a:lnTo>
                  <a:pt x="163304" y="29304"/>
                </a:lnTo>
                <a:lnTo>
                  <a:pt x="162555" y="29436"/>
                </a:lnTo>
                <a:lnTo>
                  <a:pt x="161813" y="29584"/>
                </a:lnTo>
                <a:lnTo>
                  <a:pt x="161077" y="29747"/>
                </a:lnTo>
                <a:lnTo>
                  <a:pt x="160347" y="29926"/>
                </a:lnTo>
                <a:lnTo>
                  <a:pt x="159624" y="30121"/>
                </a:lnTo>
                <a:lnTo>
                  <a:pt x="158907" y="30331"/>
                </a:lnTo>
                <a:lnTo>
                  <a:pt x="158197" y="30556"/>
                </a:lnTo>
                <a:lnTo>
                  <a:pt x="157493" y="30797"/>
                </a:lnTo>
                <a:lnTo>
                  <a:pt x="156795" y="31054"/>
                </a:lnTo>
                <a:lnTo>
                  <a:pt x="156104" y="31326"/>
                </a:lnTo>
                <a:lnTo>
                  <a:pt x="155420" y="31614"/>
                </a:lnTo>
                <a:lnTo>
                  <a:pt x="154742" y="31917"/>
                </a:lnTo>
                <a:lnTo>
                  <a:pt x="154070" y="32236"/>
                </a:lnTo>
                <a:lnTo>
                  <a:pt x="153405" y="32570"/>
                </a:lnTo>
                <a:lnTo>
                  <a:pt x="152747" y="32920"/>
                </a:lnTo>
                <a:lnTo>
                  <a:pt x="152094" y="33286"/>
                </a:lnTo>
                <a:lnTo>
                  <a:pt x="151451" y="33666"/>
                </a:lnTo>
                <a:lnTo>
                  <a:pt x="150819" y="34058"/>
                </a:lnTo>
                <a:lnTo>
                  <a:pt x="150199" y="34464"/>
                </a:lnTo>
                <a:lnTo>
                  <a:pt x="149590" y="34882"/>
                </a:lnTo>
                <a:lnTo>
                  <a:pt x="148993" y="35314"/>
                </a:lnTo>
                <a:lnTo>
                  <a:pt x="148407" y="35758"/>
                </a:lnTo>
                <a:lnTo>
                  <a:pt x="147833" y="36216"/>
                </a:lnTo>
                <a:lnTo>
                  <a:pt x="147270" y="36686"/>
                </a:lnTo>
                <a:lnTo>
                  <a:pt x="146719" y="37169"/>
                </a:lnTo>
                <a:lnTo>
                  <a:pt x="146179" y="37665"/>
                </a:lnTo>
                <a:lnTo>
                  <a:pt x="145650" y="38174"/>
                </a:lnTo>
                <a:lnTo>
                  <a:pt x="145134" y="38696"/>
                </a:lnTo>
                <a:lnTo>
                  <a:pt x="144628" y="39231"/>
                </a:lnTo>
                <a:lnTo>
                  <a:pt x="144134" y="39779"/>
                </a:lnTo>
                <a:lnTo>
                  <a:pt x="143652" y="40339"/>
                </a:lnTo>
                <a:lnTo>
                  <a:pt x="143181" y="40913"/>
                </a:lnTo>
                <a:lnTo>
                  <a:pt x="142721" y="41500"/>
                </a:lnTo>
                <a:lnTo>
                  <a:pt x="142274" y="42099"/>
                </a:lnTo>
                <a:lnTo>
                  <a:pt x="141837" y="42712"/>
                </a:lnTo>
                <a:lnTo>
                  <a:pt x="141412" y="43337"/>
                </a:lnTo>
                <a:lnTo>
                  <a:pt x="140999" y="43975"/>
                </a:lnTo>
                <a:lnTo>
                  <a:pt x="140597" y="44626"/>
                </a:lnTo>
                <a:lnTo>
                  <a:pt x="140206" y="45291"/>
                </a:lnTo>
                <a:lnTo>
                  <a:pt x="139827" y="45968"/>
                </a:lnTo>
                <a:lnTo>
                  <a:pt x="139461" y="46656"/>
                </a:lnTo>
                <a:lnTo>
                  <a:pt x="139111" y="47355"/>
                </a:lnTo>
                <a:lnTo>
                  <a:pt x="138777" y="48064"/>
                </a:lnTo>
                <a:lnTo>
                  <a:pt x="138458" y="48783"/>
                </a:lnTo>
                <a:lnTo>
                  <a:pt x="138155" y="49513"/>
                </a:lnTo>
                <a:lnTo>
                  <a:pt x="137867" y="50253"/>
                </a:lnTo>
                <a:lnTo>
                  <a:pt x="137595" y="51003"/>
                </a:lnTo>
                <a:lnTo>
                  <a:pt x="137338" y="51764"/>
                </a:lnTo>
                <a:lnTo>
                  <a:pt x="137097" y="52534"/>
                </a:lnTo>
                <a:lnTo>
                  <a:pt x="136872" y="53315"/>
                </a:lnTo>
                <a:lnTo>
                  <a:pt x="136662" y="54107"/>
                </a:lnTo>
                <a:lnTo>
                  <a:pt x="136467" y="54908"/>
                </a:lnTo>
                <a:lnTo>
                  <a:pt x="136288" y="55720"/>
                </a:lnTo>
                <a:lnTo>
                  <a:pt x="136125" y="56543"/>
                </a:lnTo>
                <a:lnTo>
                  <a:pt x="135977" y="57375"/>
                </a:lnTo>
                <a:lnTo>
                  <a:pt x="135845" y="58218"/>
                </a:lnTo>
                <a:lnTo>
                  <a:pt x="135728" y="59071"/>
                </a:lnTo>
                <a:lnTo>
                  <a:pt x="135627" y="59934"/>
                </a:lnTo>
                <a:lnTo>
                  <a:pt x="135542" y="60808"/>
                </a:lnTo>
                <a:lnTo>
                  <a:pt x="135472" y="61692"/>
                </a:lnTo>
                <a:lnTo>
                  <a:pt x="135417" y="62586"/>
                </a:lnTo>
                <a:lnTo>
                  <a:pt x="135378" y="63491"/>
                </a:lnTo>
                <a:lnTo>
                  <a:pt x="135355" y="64406"/>
                </a:lnTo>
                <a:lnTo>
                  <a:pt x="135347" y="65331"/>
                </a:lnTo>
                <a:lnTo>
                  <a:pt x="135355" y="66234"/>
                </a:lnTo>
                <a:lnTo>
                  <a:pt x="135378" y="67127"/>
                </a:lnTo>
                <a:lnTo>
                  <a:pt x="135416" y="68011"/>
                </a:lnTo>
                <a:lnTo>
                  <a:pt x="135470" y="68886"/>
                </a:lnTo>
                <a:lnTo>
                  <a:pt x="135539" y="69752"/>
                </a:lnTo>
                <a:lnTo>
                  <a:pt x="135623" y="70608"/>
                </a:lnTo>
                <a:lnTo>
                  <a:pt x="135722" y="71455"/>
                </a:lnTo>
                <a:lnTo>
                  <a:pt x="135837" y="72292"/>
                </a:lnTo>
                <a:lnTo>
                  <a:pt x="135968" y="73120"/>
                </a:lnTo>
                <a:lnTo>
                  <a:pt x="136113" y="73939"/>
                </a:lnTo>
                <a:lnTo>
                  <a:pt x="136274" y="74749"/>
                </a:lnTo>
                <a:lnTo>
                  <a:pt x="136450" y="75549"/>
                </a:lnTo>
                <a:lnTo>
                  <a:pt x="136641" y="76340"/>
                </a:lnTo>
                <a:lnTo>
                  <a:pt x="136848" y="77121"/>
                </a:lnTo>
                <a:lnTo>
                  <a:pt x="137070" y="77893"/>
                </a:lnTo>
                <a:lnTo>
                  <a:pt x="137307" y="78656"/>
                </a:lnTo>
                <a:lnTo>
                  <a:pt x="137560" y="79410"/>
                </a:lnTo>
                <a:lnTo>
                  <a:pt x="137828" y="80154"/>
                </a:lnTo>
                <a:lnTo>
                  <a:pt x="138111" y="80889"/>
                </a:lnTo>
                <a:lnTo>
                  <a:pt x="138410" y="81614"/>
                </a:lnTo>
                <a:lnTo>
                  <a:pt x="138724" y="82330"/>
                </a:lnTo>
                <a:lnTo>
                  <a:pt x="139053" y="83037"/>
                </a:lnTo>
                <a:lnTo>
                  <a:pt x="139398" y="83735"/>
                </a:lnTo>
                <a:lnTo>
                  <a:pt x="139758" y="84423"/>
                </a:lnTo>
                <a:lnTo>
                  <a:pt x="140131" y="85100"/>
                </a:lnTo>
                <a:lnTo>
                  <a:pt x="140516" y="85764"/>
                </a:lnTo>
                <a:lnTo>
                  <a:pt x="140912" y="86415"/>
                </a:lnTo>
                <a:lnTo>
                  <a:pt x="141320" y="87053"/>
                </a:lnTo>
                <a:lnTo>
                  <a:pt x="141739" y="87678"/>
                </a:lnTo>
                <a:lnTo>
                  <a:pt x="142170" y="88290"/>
                </a:lnTo>
                <a:lnTo>
                  <a:pt x="142613" y="88890"/>
                </a:lnTo>
                <a:lnTo>
                  <a:pt x="143066" y="89476"/>
                </a:lnTo>
                <a:lnTo>
                  <a:pt x="143532" y="90050"/>
                </a:lnTo>
                <a:lnTo>
                  <a:pt x="144008" y="90610"/>
                </a:lnTo>
                <a:lnTo>
                  <a:pt x="144497" y="91158"/>
                </a:lnTo>
                <a:lnTo>
                  <a:pt x="144996" y="91693"/>
                </a:lnTo>
                <a:lnTo>
                  <a:pt x="145508" y="92215"/>
                </a:lnTo>
                <a:lnTo>
                  <a:pt x="146030" y="92724"/>
                </a:lnTo>
                <a:lnTo>
                  <a:pt x="146564" y="93220"/>
                </a:lnTo>
                <a:lnTo>
                  <a:pt x="147110" y="93703"/>
                </a:lnTo>
                <a:lnTo>
                  <a:pt x="147667" y="94173"/>
                </a:lnTo>
                <a:lnTo>
                  <a:pt x="148236" y="94630"/>
                </a:lnTo>
                <a:lnTo>
                  <a:pt x="148816" y="95075"/>
                </a:lnTo>
                <a:lnTo>
                  <a:pt x="149407" y="95506"/>
                </a:lnTo>
                <a:lnTo>
                  <a:pt x="150010" y="95925"/>
                </a:lnTo>
                <a:lnTo>
                  <a:pt x="150625" y="96330"/>
                </a:lnTo>
                <a:lnTo>
                  <a:pt x="151251" y="96723"/>
                </a:lnTo>
                <a:lnTo>
                  <a:pt x="151888" y="97103"/>
                </a:lnTo>
                <a:lnTo>
                  <a:pt x="152535" y="97468"/>
                </a:lnTo>
                <a:lnTo>
                  <a:pt x="153188" y="97818"/>
                </a:lnTo>
                <a:lnTo>
                  <a:pt x="153848" y="98152"/>
                </a:lnTo>
                <a:lnTo>
                  <a:pt x="154515" y="98471"/>
                </a:lnTo>
                <a:lnTo>
                  <a:pt x="155188" y="98774"/>
                </a:lnTo>
                <a:lnTo>
                  <a:pt x="155868" y="99061"/>
                </a:lnTo>
                <a:lnTo>
                  <a:pt x="156555" y="99334"/>
                </a:lnTo>
                <a:lnTo>
                  <a:pt x="157248" y="99590"/>
                </a:lnTo>
                <a:lnTo>
                  <a:pt x="157948" y="99831"/>
                </a:lnTo>
                <a:lnTo>
                  <a:pt x="158655" y="100056"/>
                </a:lnTo>
                <a:lnTo>
                  <a:pt x="159369" y="100266"/>
                </a:lnTo>
                <a:lnTo>
                  <a:pt x="160089" y="100461"/>
                </a:lnTo>
                <a:lnTo>
                  <a:pt x="160816" y="100639"/>
                </a:lnTo>
                <a:lnTo>
                  <a:pt x="161549" y="100803"/>
                </a:lnTo>
                <a:lnTo>
                  <a:pt x="162290" y="100950"/>
                </a:lnTo>
                <a:lnTo>
                  <a:pt x="163037" y="101083"/>
                </a:lnTo>
                <a:lnTo>
                  <a:pt x="163790" y="101199"/>
                </a:lnTo>
                <a:lnTo>
                  <a:pt x="164551" y="101300"/>
                </a:lnTo>
                <a:lnTo>
                  <a:pt x="165318" y="101386"/>
                </a:lnTo>
                <a:lnTo>
                  <a:pt x="166092" y="101456"/>
                </a:lnTo>
                <a:lnTo>
                  <a:pt x="166872" y="101510"/>
                </a:lnTo>
                <a:lnTo>
                  <a:pt x="167659" y="101549"/>
                </a:lnTo>
                <a:lnTo>
                  <a:pt x="168453" y="101572"/>
                </a:lnTo>
                <a:lnTo>
                  <a:pt x="169254" y="101580"/>
                </a:lnTo>
                <a:lnTo>
                  <a:pt x="170077" y="101572"/>
                </a:lnTo>
                <a:lnTo>
                  <a:pt x="170892" y="101549"/>
                </a:lnTo>
                <a:lnTo>
                  <a:pt x="171700" y="101510"/>
                </a:lnTo>
                <a:lnTo>
                  <a:pt x="172501" y="101456"/>
                </a:lnTo>
                <a:lnTo>
                  <a:pt x="173293" y="101386"/>
                </a:lnTo>
                <a:close/>
                <a:moveTo>
                  <a:pt x="166962" y="91529"/>
                </a:moveTo>
                <a:lnTo>
                  <a:pt x="166485" y="91472"/>
                </a:lnTo>
                <a:lnTo>
                  <a:pt x="166011" y="91406"/>
                </a:lnTo>
                <a:lnTo>
                  <a:pt x="165541" y="91328"/>
                </a:lnTo>
                <a:lnTo>
                  <a:pt x="165073" y="91241"/>
                </a:lnTo>
                <a:lnTo>
                  <a:pt x="164609" y="91143"/>
                </a:lnTo>
                <a:lnTo>
                  <a:pt x="164148" y="91035"/>
                </a:lnTo>
                <a:lnTo>
                  <a:pt x="163689" y="90917"/>
                </a:lnTo>
                <a:lnTo>
                  <a:pt x="163234" y="90788"/>
                </a:lnTo>
                <a:lnTo>
                  <a:pt x="162782" y="90649"/>
                </a:lnTo>
                <a:lnTo>
                  <a:pt x="162333" y="90500"/>
                </a:lnTo>
                <a:lnTo>
                  <a:pt x="161888" y="90341"/>
                </a:lnTo>
                <a:lnTo>
                  <a:pt x="161445" y="90171"/>
                </a:lnTo>
                <a:lnTo>
                  <a:pt x="161005" y="89991"/>
                </a:lnTo>
                <a:lnTo>
                  <a:pt x="160569" y="89800"/>
                </a:lnTo>
                <a:lnTo>
                  <a:pt x="160136" y="89600"/>
                </a:lnTo>
                <a:lnTo>
                  <a:pt x="159705" y="89389"/>
                </a:lnTo>
                <a:lnTo>
                  <a:pt x="159278" y="89168"/>
                </a:lnTo>
                <a:lnTo>
                  <a:pt x="158854" y="88936"/>
                </a:lnTo>
                <a:lnTo>
                  <a:pt x="158433" y="88694"/>
                </a:lnTo>
                <a:lnTo>
                  <a:pt x="158017" y="88442"/>
                </a:lnTo>
                <a:lnTo>
                  <a:pt x="157608" y="88180"/>
                </a:lnTo>
                <a:lnTo>
                  <a:pt x="157206" y="87907"/>
                </a:lnTo>
                <a:lnTo>
                  <a:pt x="156810" y="87624"/>
                </a:lnTo>
                <a:lnTo>
                  <a:pt x="156421" y="87331"/>
                </a:lnTo>
                <a:lnTo>
                  <a:pt x="156038" y="87027"/>
                </a:lnTo>
                <a:lnTo>
                  <a:pt x="155663" y="86714"/>
                </a:lnTo>
                <a:lnTo>
                  <a:pt x="155294" y="86390"/>
                </a:lnTo>
                <a:lnTo>
                  <a:pt x="154931" y="86055"/>
                </a:lnTo>
                <a:lnTo>
                  <a:pt x="154576" y="85710"/>
                </a:lnTo>
                <a:lnTo>
                  <a:pt x="154227" y="85356"/>
                </a:lnTo>
                <a:lnTo>
                  <a:pt x="153885" y="84990"/>
                </a:lnTo>
                <a:lnTo>
                  <a:pt x="153549" y="84615"/>
                </a:lnTo>
                <a:lnTo>
                  <a:pt x="153220" y="84229"/>
                </a:lnTo>
                <a:lnTo>
                  <a:pt x="152898" y="83833"/>
                </a:lnTo>
                <a:lnTo>
                  <a:pt x="152583" y="83426"/>
                </a:lnTo>
                <a:lnTo>
                  <a:pt x="152274" y="83010"/>
                </a:lnTo>
                <a:lnTo>
                  <a:pt x="151972" y="82583"/>
                </a:lnTo>
                <a:lnTo>
                  <a:pt x="151677" y="82145"/>
                </a:lnTo>
                <a:lnTo>
                  <a:pt x="151388" y="81698"/>
                </a:lnTo>
                <a:lnTo>
                  <a:pt x="151106" y="81240"/>
                </a:lnTo>
                <a:lnTo>
                  <a:pt x="150831" y="80772"/>
                </a:lnTo>
                <a:lnTo>
                  <a:pt x="150562" y="80293"/>
                </a:lnTo>
                <a:lnTo>
                  <a:pt x="150300" y="79805"/>
                </a:lnTo>
                <a:lnTo>
                  <a:pt x="150047" y="79306"/>
                </a:lnTo>
                <a:lnTo>
                  <a:pt x="149805" y="78798"/>
                </a:lnTo>
                <a:lnTo>
                  <a:pt x="149574" y="78280"/>
                </a:lnTo>
                <a:lnTo>
                  <a:pt x="149353" y="77752"/>
                </a:lnTo>
                <a:lnTo>
                  <a:pt x="149143" y="77215"/>
                </a:lnTo>
                <a:lnTo>
                  <a:pt x="148944" y="76669"/>
                </a:lnTo>
                <a:lnTo>
                  <a:pt x="148756" y="76113"/>
                </a:lnTo>
                <a:lnTo>
                  <a:pt x="148578" y="75547"/>
                </a:lnTo>
                <a:lnTo>
                  <a:pt x="148411" y="74972"/>
                </a:lnTo>
                <a:lnTo>
                  <a:pt x="148255" y="74387"/>
                </a:lnTo>
                <a:lnTo>
                  <a:pt x="148110" y="73793"/>
                </a:lnTo>
                <a:lnTo>
                  <a:pt x="147975" y="73189"/>
                </a:lnTo>
                <a:lnTo>
                  <a:pt x="147852" y="72575"/>
                </a:lnTo>
                <a:lnTo>
                  <a:pt x="147739" y="71952"/>
                </a:lnTo>
                <a:lnTo>
                  <a:pt x="147636" y="71319"/>
                </a:lnTo>
                <a:lnTo>
                  <a:pt x="147545" y="70677"/>
                </a:lnTo>
                <a:lnTo>
                  <a:pt x="147464" y="70025"/>
                </a:lnTo>
                <a:lnTo>
                  <a:pt x="147394" y="69364"/>
                </a:lnTo>
                <a:lnTo>
                  <a:pt x="147335" y="68693"/>
                </a:lnTo>
                <a:lnTo>
                  <a:pt x="147287" y="68012"/>
                </a:lnTo>
                <a:lnTo>
                  <a:pt x="147249" y="67322"/>
                </a:lnTo>
                <a:lnTo>
                  <a:pt x="147222" y="66622"/>
                </a:lnTo>
                <a:lnTo>
                  <a:pt x="147206" y="65913"/>
                </a:lnTo>
                <a:lnTo>
                  <a:pt x="147200" y="65194"/>
                </a:lnTo>
                <a:lnTo>
                  <a:pt x="147206" y="64464"/>
                </a:lnTo>
                <a:lnTo>
                  <a:pt x="147222" y="63745"/>
                </a:lnTo>
                <a:lnTo>
                  <a:pt x="147249" y="63035"/>
                </a:lnTo>
                <a:lnTo>
                  <a:pt x="147287" y="62336"/>
                </a:lnTo>
                <a:lnTo>
                  <a:pt x="147335" y="61648"/>
                </a:lnTo>
                <a:lnTo>
                  <a:pt x="147394" y="60969"/>
                </a:lnTo>
                <a:lnTo>
                  <a:pt x="147464" y="60301"/>
                </a:lnTo>
                <a:lnTo>
                  <a:pt x="147545" y="59643"/>
                </a:lnTo>
                <a:lnTo>
                  <a:pt x="147636" y="58996"/>
                </a:lnTo>
                <a:lnTo>
                  <a:pt x="147739" y="58358"/>
                </a:lnTo>
                <a:lnTo>
                  <a:pt x="147852" y="57731"/>
                </a:lnTo>
                <a:lnTo>
                  <a:pt x="147975" y="57115"/>
                </a:lnTo>
                <a:lnTo>
                  <a:pt x="148110" y="56508"/>
                </a:lnTo>
                <a:lnTo>
                  <a:pt x="148255" y="55912"/>
                </a:lnTo>
                <a:lnTo>
                  <a:pt x="148411" y="55326"/>
                </a:lnTo>
                <a:lnTo>
                  <a:pt x="148578" y="54751"/>
                </a:lnTo>
                <a:lnTo>
                  <a:pt x="148756" y="54185"/>
                </a:lnTo>
                <a:lnTo>
                  <a:pt x="148944" y="53630"/>
                </a:lnTo>
                <a:lnTo>
                  <a:pt x="149143" y="53086"/>
                </a:lnTo>
                <a:lnTo>
                  <a:pt x="149353" y="52551"/>
                </a:lnTo>
                <a:lnTo>
                  <a:pt x="149574" y="52027"/>
                </a:lnTo>
                <a:lnTo>
                  <a:pt x="149805" y="51513"/>
                </a:lnTo>
                <a:lnTo>
                  <a:pt x="150047" y="51010"/>
                </a:lnTo>
                <a:lnTo>
                  <a:pt x="150300" y="50517"/>
                </a:lnTo>
                <a:lnTo>
                  <a:pt x="150563" y="50033"/>
                </a:lnTo>
                <a:lnTo>
                  <a:pt x="150832" y="49560"/>
                </a:lnTo>
                <a:lnTo>
                  <a:pt x="151108" y="49097"/>
                </a:lnTo>
                <a:lnTo>
                  <a:pt x="151392" y="48644"/>
                </a:lnTo>
                <a:lnTo>
                  <a:pt x="151683" y="48201"/>
                </a:lnTo>
                <a:lnTo>
                  <a:pt x="151981" y="47768"/>
                </a:lnTo>
                <a:lnTo>
                  <a:pt x="152286" y="47345"/>
                </a:lnTo>
                <a:lnTo>
                  <a:pt x="152598" y="46932"/>
                </a:lnTo>
                <a:lnTo>
                  <a:pt x="152918" y="46529"/>
                </a:lnTo>
                <a:lnTo>
                  <a:pt x="153244" y="46137"/>
                </a:lnTo>
                <a:lnTo>
                  <a:pt x="153578" y="45754"/>
                </a:lnTo>
                <a:lnTo>
                  <a:pt x="153919" y="45381"/>
                </a:lnTo>
                <a:lnTo>
                  <a:pt x="154268" y="45019"/>
                </a:lnTo>
                <a:lnTo>
                  <a:pt x="154623" y="44666"/>
                </a:lnTo>
                <a:lnTo>
                  <a:pt x="154986" y="44324"/>
                </a:lnTo>
                <a:lnTo>
                  <a:pt x="155355" y="43991"/>
                </a:lnTo>
                <a:lnTo>
                  <a:pt x="155732" y="43669"/>
                </a:lnTo>
                <a:lnTo>
                  <a:pt x="156116" y="43357"/>
                </a:lnTo>
                <a:lnTo>
                  <a:pt x="156508" y="43054"/>
                </a:lnTo>
                <a:lnTo>
                  <a:pt x="156906" y="42762"/>
                </a:lnTo>
                <a:lnTo>
                  <a:pt x="157312" y="42480"/>
                </a:lnTo>
                <a:lnTo>
                  <a:pt x="157725" y="42208"/>
                </a:lnTo>
                <a:lnTo>
                  <a:pt x="158145" y="41946"/>
                </a:lnTo>
                <a:lnTo>
                  <a:pt x="158572" y="41694"/>
                </a:lnTo>
                <a:lnTo>
                  <a:pt x="159004" y="41452"/>
                </a:lnTo>
                <a:lnTo>
                  <a:pt x="159438" y="41221"/>
                </a:lnTo>
                <a:lnTo>
                  <a:pt x="159874" y="41000"/>
                </a:lnTo>
                <a:lnTo>
                  <a:pt x="160312" y="40789"/>
                </a:lnTo>
                <a:lnTo>
                  <a:pt x="160753" y="40588"/>
                </a:lnTo>
                <a:lnTo>
                  <a:pt x="161195" y="40398"/>
                </a:lnTo>
                <a:lnTo>
                  <a:pt x="161640" y="40218"/>
                </a:lnTo>
                <a:lnTo>
                  <a:pt x="162087" y="40048"/>
                </a:lnTo>
                <a:lnTo>
                  <a:pt x="162536" y="39888"/>
                </a:lnTo>
                <a:lnTo>
                  <a:pt x="162987" y="39739"/>
                </a:lnTo>
                <a:lnTo>
                  <a:pt x="163440" y="39600"/>
                </a:lnTo>
                <a:lnTo>
                  <a:pt x="163896" y="39472"/>
                </a:lnTo>
                <a:lnTo>
                  <a:pt x="164354" y="39353"/>
                </a:lnTo>
                <a:lnTo>
                  <a:pt x="164813" y="39245"/>
                </a:lnTo>
                <a:lnTo>
                  <a:pt x="165275" y="39148"/>
                </a:lnTo>
                <a:lnTo>
                  <a:pt x="165739" y="39060"/>
                </a:lnTo>
                <a:lnTo>
                  <a:pt x="166206" y="38983"/>
                </a:lnTo>
                <a:lnTo>
                  <a:pt x="166674" y="38916"/>
                </a:lnTo>
                <a:lnTo>
                  <a:pt x="167144" y="38859"/>
                </a:lnTo>
                <a:lnTo>
                  <a:pt x="167617" y="38813"/>
                </a:lnTo>
                <a:lnTo>
                  <a:pt x="168092" y="38777"/>
                </a:lnTo>
                <a:lnTo>
                  <a:pt x="168569" y="38751"/>
                </a:lnTo>
                <a:lnTo>
                  <a:pt x="169048" y="38736"/>
                </a:lnTo>
                <a:lnTo>
                  <a:pt x="169529" y="38731"/>
                </a:lnTo>
                <a:lnTo>
                  <a:pt x="170033" y="38736"/>
                </a:lnTo>
                <a:lnTo>
                  <a:pt x="170533" y="38751"/>
                </a:lnTo>
                <a:lnTo>
                  <a:pt x="171029" y="38777"/>
                </a:lnTo>
                <a:lnTo>
                  <a:pt x="171522" y="38813"/>
                </a:lnTo>
                <a:lnTo>
                  <a:pt x="172011" y="38859"/>
                </a:lnTo>
                <a:lnTo>
                  <a:pt x="172497" y="38916"/>
                </a:lnTo>
                <a:lnTo>
                  <a:pt x="172979" y="38983"/>
                </a:lnTo>
                <a:lnTo>
                  <a:pt x="173458" y="39060"/>
                </a:lnTo>
                <a:lnTo>
                  <a:pt x="173933" y="39148"/>
                </a:lnTo>
                <a:lnTo>
                  <a:pt x="174404" y="39245"/>
                </a:lnTo>
                <a:lnTo>
                  <a:pt x="174872" y="39353"/>
                </a:lnTo>
                <a:lnTo>
                  <a:pt x="175336" y="39472"/>
                </a:lnTo>
                <a:lnTo>
                  <a:pt x="175796" y="39600"/>
                </a:lnTo>
                <a:lnTo>
                  <a:pt x="176253" y="39739"/>
                </a:lnTo>
                <a:lnTo>
                  <a:pt x="176707" y="39888"/>
                </a:lnTo>
                <a:lnTo>
                  <a:pt x="177156" y="40048"/>
                </a:lnTo>
                <a:lnTo>
                  <a:pt x="177603" y="40218"/>
                </a:lnTo>
                <a:lnTo>
                  <a:pt x="178045" y="40398"/>
                </a:lnTo>
                <a:lnTo>
                  <a:pt x="178484" y="40588"/>
                </a:lnTo>
                <a:lnTo>
                  <a:pt x="178919" y="40789"/>
                </a:lnTo>
                <a:lnTo>
                  <a:pt x="179351" y="41000"/>
                </a:lnTo>
                <a:lnTo>
                  <a:pt x="179779" y="41221"/>
                </a:lnTo>
                <a:lnTo>
                  <a:pt x="180204" y="41452"/>
                </a:lnTo>
                <a:lnTo>
                  <a:pt x="180625" y="41694"/>
                </a:lnTo>
                <a:lnTo>
                  <a:pt x="181041" y="41946"/>
                </a:lnTo>
                <a:lnTo>
                  <a:pt x="181450" y="42208"/>
                </a:lnTo>
                <a:lnTo>
                  <a:pt x="181853" y="42480"/>
                </a:lnTo>
                <a:lnTo>
                  <a:pt x="182248" y="42762"/>
                </a:lnTo>
                <a:lnTo>
                  <a:pt x="182637" y="43054"/>
                </a:lnTo>
                <a:lnTo>
                  <a:pt x="183020" y="43357"/>
                </a:lnTo>
                <a:lnTo>
                  <a:pt x="183395" y="43669"/>
                </a:lnTo>
                <a:lnTo>
                  <a:pt x="183764" y="43991"/>
                </a:lnTo>
                <a:lnTo>
                  <a:pt x="184127" y="44324"/>
                </a:lnTo>
                <a:lnTo>
                  <a:pt x="184482" y="44666"/>
                </a:lnTo>
                <a:lnTo>
                  <a:pt x="184831" y="45019"/>
                </a:lnTo>
                <a:lnTo>
                  <a:pt x="185173" y="45381"/>
                </a:lnTo>
                <a:lnTo>
                  <a:pt x="185509" y="45754"/>
                </a:lnTo>
                <a:lnTo>
                  <a:pt x="185837" y="46137"/>
                </a:lnTo>
                <a:lnTo>
                  <a:pt x="186159" y="46529"/>
                </a:lnTo>
                <a:lnTo>
                  <a:pt x="186475" y="46932"/>
                </a:lnTo>
                <a:lnTo>
                  <a:pt x="186783" y="47345"/>
                </a:lnTo>
                <a:lnTo>
                  <a:pt x="187085" y="47768"/>
                </a:lnTo>
                <a:lnTo>
                  <a:pt x="187380" y="48201"/>
                </a:lnTo>
                <a:lnTo>
                  <a:pt x="187669" y="48644"/>
                </a:lnTo>
                <a:lnTo>
                  <a:pt x="187951" y="49097"/>
                </a:lnTo>
                <a:lnTo>
                  <a:pt x="188226" y="49560"/>
                </a:lnTo>
                <a:lnTo>
                  <a:pt x="188494" y="50033"/>
                </a:lnTo>
                <a:lnTo>
                  <a:pt x="188756" y="50517"/>
                </a:lnTo>
                <a:lnTo>
                  <a:pt x="189009" y="51010"/>
                </a:lnTo>
                <a:lnTo>
                  <a:pt x="189251" y="51513"/>
                </a:lnTo>
                <a:lnTo>
                  <a:pt x="189483" y="52027"/>
                </a:lnTo>
                <a:lnTo>
                  <a:pt x="189704" y="52551"/>
                </a:lnTo>
                <a:lnTo>
                  <a:pt x="189914" y="53086"/>
                </a:lnTo>
                <a:lnTo>
                  <a:pt x="190113" y="53630"/>
                </a:lnTo>
                <a:lnTo>
                  <a:pt x="190301" y="54185"/>
                </a:lnTo>
                <a:lnTo>
                  <a:pt x="190479" y="54751"/>
                </a:lnTo>
                <a:lnTo>
                  <a:pt x="190646" y="55326"/>
                </a:lnTo>
                <a:lnTo>
                  <a:pt x="190802" y="55912"/>
                </a:lnTo>
                <a:lnTo>
                  <a:pt x="190948" y="56508"/>
                </a:lnTo>
                <a:lnTo>
                  <a:pt x="191082" y="57115"/>
                </a:lnTo>
                <a:lnTo>
                  <a:pt x="191206" y="57731"/>
                </a:lnTo>
                <a:lnTo>
                  <a:pt x="191319" y="58358"/>
                </a:lnTo>
                <a:lnTo>
                  <a:pt x="191422" y="58996"/>
                </a:lnTo>
                <a:lnTo>
                  <a:pt x="191513" y="59643"/>
                </a:lnTo>
                <a:lnTo>
                  <a:pt x="191594" y="60301"/>
                </a:lnTo>
                <a:lnTo>
                  <a:pt x="191664" y="60969"/>
                </a:lnTo>
                <a:lnTo>
                  <a:pt x="191723" y="61648"/>
                </a:lnTo>
                <a:lnTo>
                  <a:pt x="191772" y="62336"/>
                </a:lnTo>
                <a:lnTo>
                  <a:pt x="191809" y="63035"/>
                </a:lnTo>
                <a:lnTo>
                  <a:pt x="191836" y="63745"/>
                </a:lnTo>
                <a:lnTo>
                  <a:pt x="191852" y="64464"/>
                </a:lnTo>
                <a:lnTo>
                  <a:pt x="191858" y="65194"/>
                </a:lnTo>
                <a:lnTo>
                  <a:pt x="191852" y="65913"/>
                </a:lnTo>
                <a:lnTo>
                  <a:pt x="191836" y="66622"/>
                </a:lnTo>
                <a:lnTo>
                  <a:pt x="191808" y="67322"/>
                </a:lnTo>
                <a:lnTo>
                  <a:pt x="191770" y="68012"/>
                </a:lnTo>
                <a:lnTo>
                  <a:pt x="191720" y="68693"/>
                </a:lnTo>
                <a:lnTo>
                  <a:pt x="191660" y="69364"/>
                </a:lnTo>
                <a:lnTo>
                  <a:pt x="191588" y="70025"/>
                </a:lnTo>
                <a:lnTo>
                  <a:pt x="191505" y="70677"/>
                </a:lnTo>
                <a:lnTo>
                  <a:pt x="191412" y="71319"/>
                </a:lnTo>
                <a:lnTo>
                  <a:pt x="191307" y="71952"/>
                </a:lnTo>
                <a:lnTo>
                  <a:pt x="191192" y="72575"/>
                </a:lnTo>
                <a:lnTo>
                  <a:pt x="191065" y="73189"/>
                </a:lnTo>
                <a:lnTo>
                  <a:pt x="190927" y="73793"/>
                </a:lnTo>
                <a:lnTo>
                  <a:pt x="190779" y="74387"/>
                </a:lnTo>
                <a:lnTo>
                  <a:pt x="190619" y="74972"/>
                </a:lnTo>
                <a:lnTo>
                  <a:pt x="190448" y="75547"/>
                </a:lnTo>
                <a:lnTo>
                  <a:pt x="190267" y="76113"/>
                </a:lnTo>
                <a:lnTo>
                  <a:pt x="190074" y="76669"/>
                </a:lnTo>
                <a:lnTo>
                  <a:pt x="189870" y="77215"/>
                </a:lnTo>
                <a:lnTo>
                  <a:pt x="189655" y="77752"/>
                </a:lnTo>
                <a:lnTo>
                  <a:pt x="189430" y="78280"/>
                </a:lnTo>
                <a:lnTo>
                  <a:pt x="189193" y="78798"/>
                </a:lnTo>
                <a:lnTo>
                  <a:pt x="188945" y="79306"/>
                </a:lnTo>
                <a:lnTo>
                  <a:pt x="188686" y="79805"/>
                </a:lnTo>
                <a:lnTo>
                  <a:pt x="188419" y="80293"/>
                </a:lnTo>
                <a:lnTo>
                  <a:pt x="188145" y="80772"/>
                </a:lnTo>
                <a:lnTo>
                  <a:pt x="187864" y="81240"/>
                </a:lnTo>
                <a:lnTo>
                  <a:pt x="187576" y="81698"/>
                </a:lnTo>
                <a:lnTo>
                  <a:pt x="187282" y="82145"/>
                </a:lnTo>
                <a:lnTo>
                  <a:pt x="186981" y="82583"/>
                </a:lnTo>
                <a:lnTo>
                  <a:pt x="186673" y="83010"/>
                </a:lnTo>
                <a:lnTo>
                  <a:pt x="186359" y="83426"/>
                </a:lnTo>
                <a:lnTo>
                  <a:pt x="186038" y="83833"/>
                </a:lnTo>
                <a:lnTo>
                  <a:pt x="185710" y="84229"/>
                </a:lnTo>
                <a:lnTo>
                  <a:pt x="185375" y="84615"/>
                </a:lnTo>
                <a:lnTo>
                  <a:pt x="185034" y="84990"/>
                </a:lnTo>
                <a:lnTo>
                  <a:pt x="184686" y="85356"/>
                </a:lnTo>
                <a:lnTo>
                  <a:pt x="184332" y="85710"/>
                </a:lnTo>
                <a:lnTo>
                  <a:pt x="183970" y="86055"/>
                </a:lnTo>
                <a:lnTo>
                  <a:pt x="183602" y="86390"/>
                </a:lnTo>
                <a:lnTo>
                  <a:pt x="183228" y="86714"/>
                </a:lnTo>
                <a:lnTo>
                  <a:pt x="182846" y="87027"/>
                </a:lnTo>
                <a:lnTo>
                  <a:pt x="182458" y="87331"/>
                </a:lnTo>
                <a:lnTo>
                  <a:pt x="182063" y="87624"/>
                </a:lnTo>
                <a:lnTo>
                  <a:pt x="181662" y="87907"/>
                </a:lnTo>
                <a:lnTo>
                  <a:pt x="181254" y="88180"/>
                </a:lnTo>
                <a:lnTo>
                  <a:pt x="180839" y="88442"/>
                </a:lnTo>
                <a:lnTo>
                  <a:pt x="180417" y="88694"/>
                </a:lnTo>
                <a:lnTo>
                  <a:pt x="179991" y="88936"/>
                </a:lnTo>
                <a:lnTo>
                  <a:pt x="179561" y="89168"/>
                </a:lnTo>
                <a:lnTo>
                  <a:pt x="179129" y="89389"/>
                </a:lnTo>
                <a:lnTo>
                  <a:pt x="178695" y="89600"/>
                </a:lnTo>
                <a:lnTo>
                  <a:pt x="178257" y="89800"/>
                </a:lnTo>
                <a:lnTo>
                  <a:pt x="177816" y="89991"/>
                </a:lnTo>
                <a:lnTo>
                  <a:pt x="177373" y="90171"/>
                </a:lnTo>
                <a:lnTo>
                  <a:pt x="176926" y="90341"/>
                </a:lnTo>
                <a:lnTo>
                  <a:pt x="176477" y="90500"/>
                </a:lnTo>
                <a:lnTo>
                  <a:pt x="176025" y="90649"/>
                </a:lnTo>
                <a:lnTo>
                  <a:pt x="175570" y="90788"/>
                </a:lnTo>
                <a:lnTo>
                  <a:pt x="175112" y="90917"/>
                </a:lnTo>
                <a:lnTo>
                  <a:pt x="174651" y="91035"/>
                </a:lnTo>
                <a:lnTo>
                  <a:pt x="174187" y="91143"/>
                </a:lnTo>
                <a:lnTo>
                  <a:pt x="173721" y="91241"/>
                </a:lnTo>
                <a:lnTo>
                  <a:pt x="173251" y="91328"/>
                </a:lnTo>
                <a:lnTo>
                  <a:pt x="172779" y="91406"/>
                </a:lnTo>
                <a:lnTo>
                  <a:pt x="172304" y="91472"/>
                </a:lnTo>
                <a:lnTo>
                  <a:pt x="171826" y="91529"/>
                </a:lnTo>
                <a:lnTo>
                  <a:pt x="171345" y="91575"/>
                </a:lnTo>
                <a:lnTo>
                  <a:pt x="170861" y="91611"/>
                </a:lnTo>
                <a:lnTo>
                  <a:pt x="170374" y="91637"/>
                </a:lnTo>
                <a:lnTo>
                  <a:pt x="169885" y="91652"/>
                </a:lnTo>
                <a:lnTo>
                  <a:pt x="169392" y="91658"/>
                </a:lnTo>
                <a:lnTo>
                  <a:pt x="168900" y="91652"/>
                </a:lnTo>
                <a:lnTo>
                  <a:pt x="168411" y="91637"/>
                </a:lnTo>
                <a:lnTo>
                  <a:pt x="167925" y="91611"/>
                </a:lnTo>
                <a:lnTo>
                  <a:pt x="167442" y="91575"/>
                </a:lnTo>
                <a:lnTo>
                  <a:pt x="166962" y="91529"/>
                </a:lnTo>
                <a:close/>
                <a:moveTo>
                  <a:pt x="330768" y="101532"/>
                </a:moveTo>
                <a:lnTo>
                  <a:pt x="331138" y="101511"/>
                </a:lnTo>
                <a:lnTo>
                  <a:pt x="331506" y="101486"/>
                </a:lnTo>
                <a:lnTo>
                  <a:pt x="331869" y="101458"/>
                </a:lnTo>
                <a:lnTo>
                  <a:pt x="332229" y="101425"/>
                </a:lnTo>
                <a:lnTo>
                  <a:pt x="332586" y="101389"/>
                </a:lnTo>
                <a:lnTo>
                  <a:pt x="332939" y="101349"/>
                </a:lnTo>
                <a:lnTo>
                  <a:pt x="333288" y="101305"/>
                </a:lnTo>
                <a:lnTo>
                  <a:pt x="333634" y="101257"/>
                </a:lnTo>
                <a:lnTo>
                  <a:pt x="333976" y="101205"/>
                </a:lnTo>
                <a:lnTo>
                  <a:pt x="334314" y="101150"/>
                </a:lnTo>
                <a:lnTo>
                  <a:pt x="334649" y="101090"/>
                </a:lnTo>
                <a:lnTo>
                  <a:pt x="334980" y="101027"/>
                </a:lnTo>
                <a:lnTo>
                  <a:pt x="335308" y="100960"/>
                </a:lnTo>
                <a:lnTo>
                  <a:pt x="335632" y="100889"/>
                </a:lnTo>
                <a:lnTo>
                  <a:pt x="335952" y="100815"/>
                </a:lnTo>
                <a:lnTo>
                  <a:pt x="336269" y="100736"/>
                </a:lnTo>
                <a:lnTo>
                  <a:pt x="336582" y="100654"/>
                </a:lnTo>
                <a:lnTo>
                  <a:pt x="336892" y="100568"/>
                </a:lnTo>
                <a:lnTo>
                  <a:pt x="337198" y="100478"/>
                </a:lnTo>
                <a:lnTo>
                  <a:pt x="337501" y="100385"/>
                </a:lnTo>
                <a:lnTo>
                  <a:pt x="337802" y="100289"/>
                </a:lnTo>
                <a:lnTo>
                  <a:pt x="338099" y="100191"/>
                </a:lnTo>
                <a:lnTo>
                  <a:pt x="338395" y="100090"/>
                </a:lnTo>
                <a:lnTo>
                  <a:pt x="338687" y="99986"/>
                </a:lnTo>
                <a:lnTo>
                  <a:pt x="338977" y="99880"/>
                </a:lnTo>
                <a:lnTo>
                  <a:pt x="339264" y="99771"/>
                </a:lnTo>
                <a:lnTo>
                  <a:pt x="339549" y="99659"/>
                </a:lnTo>
                <a:lnTo>
                  <a:pt x="339831" y="99545"/>
                </a:lnTo>
                <a:lnTo>
                  <a:pt x="340110" y="99428"/>
                </a:lnTo>
                <a:lnTo>
                  <a:pt x="340387" y="99308"/>
                </a:lnTo>
                <a:lnTo>
                  <a:pt x="340661" y="99186"/>
                </a:lnTo>
                <a:lnTo>
                  <a:pt x="340933" y="99061"/>
                </a:lnTo>
                <a:lnTo>
                  <a:pt x="341202" y="98934"/>
                </a:lnTo>
                <a:lnTo>
                  <a:pt x="341468" y="98804"/>
                </a:lnTo>
                <a:lnTo>
                  <a:pt x="341731" y="98671"/>
                </a:lnTo>
                <a:lnTo>
                  <a:pt x="341992" y="98536"/>
                </a:lnTo>
                <a:lnTo>
                  <a:pt x="342251" y="98398"/>
                </a:lnTo>
                <a:lnTo>
                  <a:pt x="342506" y="98257"/>
                </a:lnTo>
                <a:lnTo>
                  <a:pt x="342759" y="98114"/>
                </a:lnTo>
                <a:lnTo>
                  <a:pt x="343010" y="97968"/>
                </a:lnTo>
                <a:lnTo>
                  <a:pt x="343257" y="97820"/>
                </a:lnTo>
                <a:lnTo>
                  <a:pt x="343503" y="97669"/>
                </a:lnTo>
                <a:lnTo>
                  <a:pt x="343745" y="97515"/>
                </a:lnTo>
                <a:lnTo>
                  <a:pt x="343985" y="97358"/>
                </a:lnTo>
                <a:lnTo>
                  <a:pt x="344222" y="97200"/>
                </a:lnTo>
                <a:lnTo>
                  <a:pt x="344457" y="97039"/>
                </a:lnTo>
                <a:lnTo>
                  <a:pt x="344689" y="96875"/>
                </a:lnTo>
                <a:lnTo>
                  <a:pt x="344919" y="96709"/>
                </a:lnTo>
                <a:lnTo>
                  <a:pt x="345145" y="96541"/>
                </a:lnTo>
                <a:lnTo>
                  <a:pt x="345370" y="96371"/>
                </a:lnTo>
                <a:lnTo>
                  <a:pt x="345591" y="96198"/>
                </a:lnTo>
                <a:lnTo>
                  <a:pt x="345810" y="96022"/>
                </a:lnTo>
                <a:lnTo>
                  <a:pt x="346026" y="95844"/>
                </a:lnTo>
                <a:lnTo>
                  <a:pt x="346240" y="95664"/>
                </a:lnTo>
                <a:lnTo>
                  <a:pt x="346451" y="95482"/>
                </a:lnTo>
                <a:lnTo>
                  <a:pt x="346659" y="95297"/>
                </a:lnTo>
                <a:lnTo>
                  <a:pt x="346865" y="95109"/>
                </a:lnTo>
                <a:lnTo>
                  <a:pt x="347068" y="94920"/>
                </a:lnTo>
                <a:lnTo>
                  <a:pt x="347268" y="94727"/>
                </a:lnTo>
                <a:lnTo>
                  <a:pt x="347466" y="94533"/>
                </a:lnTo>
                <a:lnTo>
                  <a:pt x="347661" y="94336"/>
                </a:lnTo>
                <a:lnTo>
                  <a:pt x="347853" y="94137"/>
                </a:lnTo>
                <a:lnTo>
                  <a:pt x="348043" y="93935"/>
                </a:lnTo>
                <a:lnTo>
                  <a:pt x="348230" y="93731"/>
                </a:lnTo>
                <a:lnTo>
                  <a:pt x="348415" y="93525"/>
                </a:lnTo>
                <a:lnTo>
                  <a:pt x="348596" y="93316"/>
                </a:lnTo>
                <a:lnTo>
                  <a:pt x="348776" y="93105"/>
                </a:lnTo>
                <a:lnTo>
                  <a:pt x="348952" y="92892"/>
                </a:lnTo>
                <a:lnTo>
                  <a:pt x="349127" y="92677"/>
                </a:lnTo>
                <a:lnTo>
                  <a:pt x="349298" y="92462"/>
                </a:lnTo>
                <a:lnTo>
                  <a:pt x="349467" y="92245"/>
                </a:lnTo>
                <a:lnTo>
                  <a:pt x="349633" y="92027"/>
                </a:lnTo>
                <a:lnTo>
                  <a:pt x="349797" y="91808"/>
                </a:lnTo>
                <a:lnTo>
                  <a:pt x="349958" y="91588"/>
                </a:lnTo>
                <a:lnTo>
                  <a:pt x="350116" y="91367"/>
                </a:lnTo>
                <a:lnTo>
                  <a:pt x="350272" y="91144"/>
                </a:lnTo>
                <a:lnTo>
                  <a:pt x="350425" y="90920"/>
                </a:lnTo>
                <a:lnTo>
                  <a:pt x="350575" y="90695"/>
                </a:lnTo>
                <a:lnTo>
                  <a:pt x="350723" y="90469"/>
                </a:lnTo>
                <a:lnTo>
                  <a:pt x="350868" y="90241"/>
                </a:lnTo>
                <a:lnTo>
                  <a:pt x="351011" y="90013"/>
                </a:lnTo>
                <a:lnTo>
                  <a:pt x="351151" y="89783"/>
                </a:lnTo>
                <a:lnTo>
                  <a:pt x="351288" y="89552"/>
                </a:lnTo>
                <a:lnTo>
                  <a:pt x="351423" y="89319"/>
                </a:lnTo>
                <a:lnTo>
                  <a:pt x="351555" y="89086"/>
                </a:lnTo>
                <a:lnTo>
                  <a:pt x="351684" y="88851"/>
                </a:lnTo>
                <a:lnTo>
                  <a:pt x="351811" y="88615"/>
                </a:lnTo>
                <a:lnTo>
                  <a:pt x="351935" y="88378"/>
                </a:lnTo>
                <a:lnTo>
                  <a:pt x="352057" y="88140"/>
                </a:lnTo>
                <a:lnTo>
                  <a:pt x="352176" y="87900"/>
                </a:lnTo>
                <a:lnTo>
                  <a:pt x="352292" y="87660"/>
                </a:lnTo>
                <a:lnTo>
                  <a:pt x="352980" y="99927"/>
                </a:lnTo>
                <a:lnTo>
                  <a:pt x="363317" y="99927"/>
                </a:lnTo>
                <a:lnTo>
                  <a:pt x="363317" y="56925"/>
                </a:lnTo>
                <a:lnTo>
                  <a:pt x="363311" y="56217"/>
                </a:lnTo>
                <a:lnTo>
                  <a:pt x="363295" y="55516"/>
                </a:lnTo>
                <a:lnTo>
                  <a:pt x="363267" y="54824"/>
                </a:lnTo>
                <a:lnTo>
                  <a:pt x="363229" y="54140"/>
                </a:lnTo>
                <a:lnTo>
                  <a:pt x="363179" y="53463"/>
                </a:lnTo>
                <a:lnTo>
                  <a:pt x="363118" y="52794"/>
                </a:lnTo>
                <a:lnTo>
                  <a:pt x="363047" y="52134"/>
                </a:lnTo>
                <a:lnTo>
                  <a:pt x="362964" y="51481"/>
                </a:lnTo>
                <a:lnTo>
                  <a:pt x="362871" y="50836"/>
                </a:lnTo>
                <a:lnTo>
                  <a:pt x="362766" y="50199"/>
                </a:lnTo>
                <a:lnTo>
                  <a:pt x="362651" y="49570"/>
                </a:lnTo>
                <a:lnTo>
                  <a:pt x="362524" y="48948"/>
                </a:lnTo>
                <a:lnTo>
                  <a:pt x="362387" y="48335"/>
                </a:lnTo>
                <a:lnTo>
                  <a:pt x="362238" y="47729"/>
                </a:lnTo>
                <a:lnTo>
                  <a:pt x="362079" y="47132"/>
                </a:lnTo>
                <a:lnTo>
                  <a:pt x="361908" y="46542"/>
                </a:lnTo>
                <a:lnTo>
                  <a:pt x="361726" y="45960"/>
                </a:lnTo>
                <a:lnTo>
                  <a:pt x="361534" y="45386"/>
                </a:lnTo>
                <a:lnTo>
                  <a:pt x="361330" y="44820"/>
                </a:lnTo>
                <a:lnTo>
                  <a:pt x="361116" y="44262"/>
                </a:lnTo>
                <a:lnTo>
                  <a:pt x="360890" y="43712"/>
                </a:lnTo>
                <a:lnTo>
                  <a:pt x="360653" y="43169"/>
                </a:lnTo>
                <a:lnTo>
                  <a:pt x="360406" y="42635"/>
                </a:lnTo>
                <a:lnTo>
                  <a:pt x="360147" y="42108"/>
                </a:lnTo>
                <a:lnTo>
                  <a:pt x="359877" y="41591"/>
                </a:lnTo>
                <a:lnTo>
                  <a:pt x="359596" y="41082"/>
                </a:lnTo>
                <a:lnTo>
                  <a:pt x="359304" y="40584"/>
                </a:lnTo>
                <a:lnTo>
                  <a:pt x="359001" y="40095"/>
                </a:lnTo>
                <a:lnTo>
                  <a:pt x="358686" y="39615"/>
                </a:lnTo>
                <a:lnTo>
                  <a:pt x="358360" y="39145"/>
                </a:lnTo>
                <a:lnTo>
                  <a:pt x="358023" y="38685"/>
                </a:lnTo>
                <a:lnTo>
                  <a:pt x="357674" y="38234"/>
                </a:lnTo>
                <a:lnTo>
                  <a:pt x="357314" y="37793"/>
                </a:lnTo>
                <a:lnTo>
                  <a:pt x="356943" y="37361"/>
                </a:lnTo>
                <a:lnTo>
                  <a:pt x="356561" y="36939"/>
                </a:lnTo>
                <a:lnTo>
                  <a:pt x="356168" y="36526"/>
                </a:lnTo>
                <a:lnTo>
                  <a:pt x="355763" y="36123"/>
                </a:lnTo>
                <a:lnTo>
                  <a:pt x="355347" y="35730"/>
                </a:lnTo>
                <a:lnTo>
                  <a:pt x="354919" y="35346"/>
                </a:lnTo>
                <a:lnTo>
                  <a:pt x="354481" y="34972"/>
                </a:lnTo>
                <a:lnTo>
                  <a:pt x="354031" y="34607"/>
                </a:lnTo>
                <a:lnTo>
                  <a:pt x="353570" y="34252"/>
                </a:lnTo>
                <a:lnTo>
                  <a:pt x="353098" y="33907"/>
                </a:lnTo>
                <a:lnTo>
                  <a:pt x="352614" y="33571"/>
                </a:lnTo>
                <a:lnTo>
                  <a:pt x="352119" y="33244"/>
                </a:lnTo>
                <a:lnTo>
                  <a:pt x="351613" y="32928"/>
                </a:lnTo>
                <a:lnTo>
                  <a:pt x="351096" y="32620"/>
                </a:lnTo>
                <a:lnTo>
                  <a:pt x="350568" y="32323"/>
                </a:lnTo>
                <a:lnTo>
                  <a:pt x="350028" y="32036"/>
                </a:lnTo>
                <a:lnTo>
                  <a:pt x="349477" y="31761"/>
                </a:lnTo>
                <a:lnTo>
                  <a:pt x="348915" y="31498"/>
                </a:lnTo>
                <a:lnTo>
                  <a:pt x="348341" y="31248"/>
                </a:lnTo>
                <a:lnTo>
                  <a:pt x="347757" y="31010"/>
                </a:lnTo>
                <a:lnTo>
                  <a:pt x="347161" y="30784"/>
                </a:lnTo>
                <a:lnTo>
                  <a:pt x="346554" y="30571"/>
                </a:lnTo>
                <a:lnTo>
                  <a:pt x="345935" y="30369"/>
                </a:lnTo>
                <a:lnTo>
                  <a:pt x="345306" y="30180"/>
                </a:lnTo>
                <a:lnTo>
                  <a:pt x="344665" y="30003"/>
                </a:lnTo>
                <a:lnTo>
                  <a:pt x="344013" y="29838"/>
                </a:lnTo>
                <a:lnTo>
                  <a:pt x="343349" y="29685"/>
                </a:lnTo>
                <a:lnTo>
                  <a:pt x="342674" y="29545"/>
                </a:lnTo>
                <a:lnTo>
                  <a:pt x="341989" y="29417"/>
                </a:lnTo>
                <a:lnTo>
                  <a:pt x="341291" y="29301"/>
                </a:lnTo>
                <a:lnTo>
                  <a:pt x="340583" y="29197"/>
                </a:lnTo>
                <a:lnTo>
                  <a:pt x="339863" y="29105"/>
                </a:lnTo>
                <a:lnTo>
                  <a:pt x="339132" y="29026"/>
                </a:lnTo>
                <a:lnTo>
                  <a:pt x="338390" y="28959"/>
                </a:lnTo>
                <a:lnTo>
                  <a:pt x="337637" y="28904"/>
                </a:lnTo>
                <a:lnTo>
                  <a:pt x="336872" y="28861"/>
                </a:lnTo>
                <a:lnTo>
                  <a:pt x="336096" y="28831"/>
                </a:lnTo>
                <a:lnTo>
                  <a:pt x="335309" y="28812"/>
                </a:lnTo>
                <a:lnTo>
                  <a:pt x="334510" y="28806"/>
                </a:lnTo>
                <a:lnTo>
                  <a:pt x="333926" y="28811"/>
                </a:lnTo>
                <a:lnTo>
                  <a:pt x="333343" y="28825"/>
                </a:lnTo>
                <a:lnTo>
                  <a:pt x="332762" y="28848"/>
                </a:lnTo>
                <a:lnTo>
                  <a:pt x="332183" y="28881"/>
                </a:lnTo>
                <a:lnTo>
                  <a:pt x="331606" y="28923"/>
                </a:lnTo>
                <a:lnTo>
                  <a:pt x="331030" y="28974"/>
                </a:lnTo>
                <a:lnTo>
                  <a:pt x="330457" y="29035"/>
                </a:lnTo>
                <a:lnTo>
                  <a:pt x="329886" y="29105"/>
                </a:lnTo>
                <a:lnTo>
                  <a:pt x="329316" y="29184"/>
                </a:lnTo>
                <a:lnTo>
                  <a:pt x="328749" y="29273"/>
                </a:lnTo>
                <a:lnTo>
                  <a:pt x="328183" y="29371"/>
                </a:lnTo>
                <a:lnTo>
                  <a:pt x="327619" y="29478"/>
                </a:lnTo>
                <a:lnTo>
                  <a:pt x="327058" y="29595"/>
                </a:lnTo>
                <a:lnTo>
                  <a:pt x="326498" y="29721"/>
                </a:lnTo>
                <a:lnTo>
                  <a:pt x="325940" y="29856"/>
                </a:lnTo>
                <a:lnTo>
                  <a:pt x="325384" y="30001"/>
                </a:lnTo>
                <a:lnTo>
                  <a:pt x="324830" y="30155"/>
                </a:lnTo>
                <a:lnTo>
                  <a:pt x="324277" y="30318"/>
                </a:lnTo>
                <a:lnTo>
                  <a:pt x="323727" y="30491"/>
                </a:lnTo>
                <a:lnTo>
                  <a:pt x="323179" y="30673"/>
                </a:lnTo>
                <a:lnTo>
                  <a:pt x="322632" y="30864"/>
                </a:lnTo>
                <a:lnTo>
                  <a:pt x="322088" y="31065"/>
                </a:lnTo>
                <a:lnTo>
                  <a:pt x="321545" y="31275"/>
                </a:lnTo>
                <a:lnTo>
                  <a:pt x="321004" y="31494"/>
                </a:lnTo>
                <a:lnTo>
                  <a:pt x="320468" y="31722"/>
                </a:lnTo>
                <a:lnTo>
                  <a:pt x="319940" y="31958"/>
                </a:lnTo>
                <a:lnTo>
                  <a:pt x="319420" y="32203"/>
                </a:lnTo>
                <a:lnTo>
                  <a:pt x="318908" y="32455"/>
                </a:lnTo>
                <a:lnTo>
                  <a:pt x="318404" y="32716"/>
                </a:lnTo>
                <a:lnTo>
                  <a:pt x="317907" y="32984"/>
                </a:lnTo>
                <a:lnTo>
                  <a:pt x="317419" y="33261"/>
                </a:lnTo>
                <a:lnTo>
                  <a:pt x="316938" y="33546"/>
                </a:lnTo>
                <a:lnTo>
                  <a:pt x="316466" y="33839"/>
                </a:lnTo>
                <a:lnTo>
                  <a:pt x="316001" y="34141"/>
                </a:lnTo>
                <a:lnTo>
                  <a:pt x="315544" y="34450"/>
                </a:lnTo>
                <a:lnTo>
                  <a:pt x="315095" y="34768"/>
                </a:lnTo>
                <a:lnTo>
                  <a:pt x="314654" y="35093"/>
                </a:lnTo>
                <a:lnTo>
                  <a:pt x="314221" y="35427"/>
                </a:lnTo>
                <a:lnTo>
                  <a:pt x="313795" y="35769"/>
                </a:lnTo>
                <a:lnTo>
                  <a:pt x="313378" y="36119"/>
                </a:lnTo>
                <a:lnTo>
                  <a:pt x="312968" y="36477"/>
                </a:lnTo>
                <a:lnTo>
                  <a:pt x="312567" y="36844"/>
                </a:lnTo>
                <a:lnTo>
                  <a:pt x="312173" y="37218"/>
                </a:lnTo>
                <a:lnTo>
                  <a:pt x="311787" y="37601"/>
                </a:lnTo>
                <a:lnTo>
                  <a:pt x="311409" y="37991"/>
                </a:lnTo>
                <a:lnTo>
                  <a:pt x="311039" y="38390"/>
                </a:lnTo>
                <a:lnTo>
                  <a:pt x="310677" y="38797"/>
                </a:lnTo>
                <a:lnTo>
                  <a:pt x="310322" y="39212"/>
                </a:lnTo>
                <a:lnTo>
                  <a:pt x="309978" y="39636"/>
                </a:lnTo>
                <a:lnTo>
                  <a:pt x="309645" y="40068"/>
                </a:lnTo>
                <a:lnTo>
                  <a:pt x="309324" y="40508"/>
                </a:lnTo>
                <a:lnTo>
                  <a:pt x="309015" y="40956"/>
                </a:lnTo>
                <a:lnTo>
                  <a:pt x="308717" y="41413"/>
                </a:lnTo>
                <a:lnTo>
                  <a:pt x="308432" y="41879"/>
                </a:lnTo>
                <a:lnTo>
                  <a:pt x="308157" y="42352"/>
                </a:lnTo>
                <a:lnTo>
                  <a:pt x="307895" y="42834"/>
                </a:lnTo>
                <a:lnTo>
                  <a:pt x="307644" y="43325"/>
                </a:lnTo>
                <a:lnTo>
                  <a:pt x="307405" y="43823"/>
                </a:lnTo>
                <a:lnTo>
                  <a:pt x="307178" y="44331"/>
                </a:lnTo>
                <a:lnTo>
                  <a:pt x="306963" y="44846"/>
                </a:lnTo>
                <a:lnTo>
                  <a:pt x="306759" y="45370"/>
                </a:lnTo>
                <a:lnTo>
                  <a:pt x="306567" y="45902"/>
                </a:lnTo>
                <a:lnTo>
                  <a:pt x="306387" y="46443"/>
                </a:lnTo>
                <a:lnTo>
                  <a:pt x="306218" y="46992"/>
                </a:lnTo>
                <a:lnTo>
                  <a:pt x="306061" y="47549"/>
                </a:lnTo>
                <a:lnTo>
                  <a:pt x="305916" y="48115"/>
                </a:lnTo>
                <a:lnTo>
                  <a:pt x="305783" y="48689"/>
                </a:lnTo>
                <a:lnTo>
                  <a:pt x="305661" y="49272"/>
                </a:lnTo>
                <a:lnTo>
                  <a:pt x="305551" y="49863"/>
                </a:lnTo>
                <a:lnTo>
                  <a:pt x="305453" y="50462"/>
                </a:lnTo>
                <a:lnTo>
                  <a:pt x="305367" y="51070"/>
                </a:lnTo>
                <a:lnTo>
                  <a:pt x="305292" y="51686"/>
                </a:lnTo>
                <a:lnTo>
                  <a:pt x="317145" y="51686"/>
                </a:lnTo>
                <a:lnTo>
                  <a:pt x="317243" y="51152"/>
                </a:lnTo>
                <a:lnTo>
                  <a:pt x="317354" y="50628"/>
                </a:lnTo>
                <a:lnTo>
                  <a:pt x="317479" y="50116"/>
                </a:lnTo>
                <a:lnTo>
                  <a:pt x="317616" y="49615"/>
                </a:lnTo>
                <a:lnTo>
                  <a:pt x="317766" y="49125"/>
                </a:lnTo>
                <a:lnTo>
                  <a:pt x="317929" y="48645"/>
                </a:lnTo>
                <a:lnTo>
                  <a:pt x="318104" y="48177"/>
                </a:lnTo>
                <a:lnTo>
                  <a:pt x="318293" y="47720"/>
                </a:lnTo>
                <a:lnTo>
                  <a:pt x="318495" y="47273"/>
                </a:lnTo>
                <a:lnTo>
                  <a:pt x="318710" y="46838"/>
                </a:lnTo>
                <a:lnTo>
                  <a:pt x="318937" y="46414"/>
                </a:lnTo>
                <a:lnTo>
                  <a:pt x="319178" y="46001"/>
                </a:lnTo>
                <a:lnTo>
                  <a:pt x="319431" y="45598"/>
                </a:lnTo>
                <a:lnTo>
                  <a:pt x="319697" y="45207"/>
                </a:lnTo>
                <a:lnTo>
                  <a:pt x="319977" y="44827"/>
                </a:lnTo>
                <a:lnTo>
                  <a:pt x="320269" y="44458"/>
                </a:lnTo>
                <a:lnTo>
                  <a:pt x="320574" y="44100"/>
                </a:lnTo>
                <a:lnTo>
                  <a:pt x="320892" y="43752"/>
                </a:lnTo>
                <a:lnTo>
                  <a:pt x="321223" y="43416"/>
                </a:lnTo>
                <a:lnTo>
                  <a:pt x="321567" y="43091"/>
                </a:lnTo>
                <a:lnTo>
                  <a:pt x="321924" y="42777"/>
                </a:lnTo>
                <a:lnTo>
                  <a:pt x="322293" y="42474"/>
                </a:lnTo>
                <a:lnTo>
                  <a:pt x="322676" y="42181"/>
                </a:lnTo>
                <a:lnTo>
                  <a:pt x="323071" y="41900"/>
                </a:lnTo>
                <a:lnTo>
                  <a:pt x="323477" y="41630"/>
                </a:lnTo>
                <a:lnTo>
                  <a:pt x="323888" y="41372"/>
                </a:lnTo>
                <a:lnTo>
                  <a:pt x="324306" y="41125"/>
                </a:lnTo>
                <a:lnTo>
                  <a:pt x="324729" y="40889"/>
                </a:lnTo>
                <a:lnTo>
                  <a:pt x="325159" y="40665"/>
                </a:lnTo>
                <a:lnTo>
                  <a:pt x="325596" y="40453"/>
                </a:lnTo>
                <a:lnTo>
                  <a:pt x="326038" y="40252"/>
                </a:lnTo>
                <a:lnTo>
                  <a:pt x="326487" y="40062"/>
                </a:lnTo>
                <a:lnTo>
                  <a:pt x="326942" y="39884"/>
                </a:lnTo>
                <a:lnTo>
                  <a:pt x="327403" y="39718"/>
                </a:lnTo>
                <a:lnTo>
                  <a:pt x="327870" y="39563"/>
                </a:lnTo>
                <a:lnTo>
                  <a:pt x="328343" y="39419"/>
                </a:lnTo>
                <a:lnTo>
                  <a:pt x="328823" y="39287"/>
                </a:lnTo>
                <a:lnTo>
                  <a:pt x="329309" y="39166"/>
                </a:lnTo>
                <a:lnTo>
                  <a:pt x="329801" y="39057"/>
                </a:lnTo>
                <a:lnTo>
                  <a:pt x="330300" y="38960"/>
                </a:lnTo>
                <a:lnTo>
                  <a:pt x="330804" y="38873"/>
                </a:lnTo>
                <a:lnTo>
                  <a:pt x="331315" y="38799"/>
                </a:lnTo>
                <a:lnTo>
                  <a:pt x="331832" y="38736"/>
                </a:lnTo>
                <a:lnTo>
                  <a:pt x="332355" y="38684"/>
                </a:lnTo>
                <a:lnTo>
                  <a:pt x="332885" y="38644"/>
                </a:lnTo>
                <a:lnTo>
                  <a:pt x="333420" y="38615"/>
                </a:lnTo>
                <a:lnTo>
                  <a:pt x="333962" y="38598"/>
                </a:lnTo>
                <a:lnTo>
                  <a:pt x="334510" y="38592"/>
                </a:lnTo>
                <a:lnTo>
                  <a:pt x="334978" y="38596"/>
                </a:lnTo>
                <a:lnTo>
                  <a:pt x="335439" y="38607"/>
                </a:lnTo>
                <a:lnTo>
                  <a:pt x="335894" y="38626"/>
                </a:lnTo>
                <a:lnTo>
                  <a:pt x="336342" y="38653"/>
                </a:lnTo>
                <a:lnTo>
                  <a:pt x="336784" y="38688"/>
                </a:lnTo>
                <a:lnTo>
                  <a:pt x="337219" y="38730"/>
                </a:lnTo>
                <a:lnTo>
                  <a:pt x="337648" y="38780"/>
                </a:lnTo>
                <a:lnTo>
                  <a:pt x="338071" y="38837"/>
                </a:lnTo>
                <a:lnTo>
                  <a:pt x="338487" y="38902"/>
                </a:lnTo>
                <a:lnTo>
                  <a:pt x="338896" y="38975"/>
                </a:lnTo>
                <a:lnTo>
                  <a:pt x="339299" y="39055"/>
                </a:lnTo>
                <a:lnTo>
                  <a:pt x="339696" y="39144"/>
                </a:lnTo>
                <a:lnTo>
                  <a:pt x="340086" y="39239"/>
                </a:lnTo>
                <a:lnTo>
                  <a:pt x="340470" y="39343"/>
                </a:lnTo>
                <a:lnTo>
                  <a:pt x="340847" y="39454"/>
                </a:lnTo>
                <a:lnTo>
                  <a:pt x="341218" y="39573"/>
                </a:lnTo>
                <a:lnTo>
                  <a:pt x="341582" y="39699"/>
                </a:lnTo>
                <a:lnTo>
                  <a:pt x="341940" y="39833"/>
                </a:lnTo>
                <a:lnTo>
                  <a:pt x="342291" y="39975"/>
                </a:lnTo>
                <a:lnTo>
                  <a:pt x="342636" y="40124"/>
                </a:lnTo>
                <a:lnTo>
                  <a:pt x="342975" y="40281"/>
                </a:lnTo>
                <a:lnTo>
                  <a:pt x="343307" y="40446"/>
                </a:lnTo>
                <a:lnTo>
                  <a:pt x="343632" y="40618"/>
                </a:lnTo>
                <a:lnTo>
                  <a:pt x="343951" y="40798"/>
                </a:lnTo>
                <a:lnTo>
                  <a:pt x="344264" y="40986"/>
                </a:lnTo>
                <a:lnTo>
                  <a:pt x="344571" y="41181"/>
                </a:lnTo>
                <a:lnTo>
                  <a:pt x="344871" y="41383"/>
                </a:lnTo>
                <a:lnTo>
                  <a:pt x="345165" y="41593"/>
                </a:lnTo>
                <a:lnTo>
                  <a:pt x="345453" y="41810"/>
                </a:lnTo>
                <a:lnTo>
                  <a:pt x="345735" y="42035"/>
                </a:lnTo>
                <a:lnTo>
                  <a:pt x="346010" y="42267"/>
                </a:lnTo>
                <a:lnTo>
                  <a:pt x="346280" y="42506"/>
                </a:lnTo>
                <a:lnTo>
                  <a:pt x="346543" y="42753"/>
                </a:lnTo>
                <a:lnTo>
                  <a:pt x="346800" y="43007"/>
                </a:lnTo>
                <a:lnTo>
                  <a:pt x="347050" y="43269"/>
                </a:lnTo>
                <a:lnTo>
                  <a:pt x="347295" y="43538"/>
                </a:lnTo>
                <a:lnTo>
                  <a:pt x="347533" y="43814"/>
                </a:lnTo>
                <a:lnTo>
                  <a:pt x="347765" y="44098"/>
                </a:lnTo>
                <a:lnTo>
                  <a:pt x="347990" y="44390"/>
                </a:lnTo>
                <a:lnTo>
                  <a:pt x="348210" y="44688"/>
                </a:lnTo>
                <a:lnTo>
                  <a:pt x="348423" y="44995"/>
                </a:lnTo>
                <a:lnTo>
                  <a:pt x="348630" y="45308"/>
                </a:lnTo>
                <a:lnTo>
                  <a:pt x="348831" y="45629"/>
                </a:lnTo>
                <a:lnTo>
                  <a:pt x="349025" y="45958"/>
                </a:lnTo>
                <a:lnTo>
                  <a:pt x="349213" y="46293"/>
                </a:lnTo>
                <a:lnTo>
                  <a:pt x="349396" y="46637"/>
                </a:lnTo>
                <a:lnTo>
                  <a:pt x="349571" y="46987"/>
                </a:lnTo>
                <a:lnTo>
                  <a:pt x="349741" y="47345"/>
                </a:lnTo>
                <a:lnTo>
                  <a:pt x="349904" y="47711"/>
                </a:lnTo>
                <a:lnTo>
                  <a:pt x="350060" y="48083"/>
                </a:lnTo>
                <a:lnTo>
                  <a:pt x="350209" y="48464"/>
                </a:lnTo>
                <a:lnTo>
                  <a:pt x="350351" y="48851"/>
                </a:lnTo>
                <a:lnTo>
                  <a:pt x="350487" y="49247"/>
                </a:lnTo>
                <a:lnTo>
                  <a:pt x="350615" y="49649"/>
                </a:lnTo>
                <a:lnTo>
                  <a:pt x="350737" y="50059"/>
                </a:lnTo>
                <a:lnTo>
                  <a:pt x="350851" y="50477"/>
                </a:lnTo>
                <a:lnTo>
                  <a:pt x="350958" y="50902"/>
                </a:lnTo>
                <a:lnTo>
                  <a:pt x="351059" y="51334"/>
                </a:lnTo>
                <a:lnTo>
                  <a:pt x="351153" y="51774"/>
                </a:lnTo>
                <a:lnTo>
                  <a:pt x="351239" y="52221"/>
                </a:lnTo>
                <a:lnTo>
                  <a:pt x="351319" y="52675"/>
                </a:lnTo>
                <a:lnTo>
                  <a:pt x="351392" y="53137"/>
                </a:lnTo>
                <a:lnTo>
                  <a:pt x="351458" y="53607"/>
                </a:lnTo>
                <a:lnTo>
                  <a:pt x="351517" y="54084"/>
                </a:lnTo>
                <a:lnTo>
                  <a:pt x="351569" y="54568"/>
                </a:lnTo>
                <a:lnTo>
                  <a:pt x="351614" y="55059"/>
                </a:lnTo>
                <a:lnTo>
                  <a:pt x="351652" y="55559"/>
                </a:lnTo>
                <a:lnTo>
                  <a:pt x="351683" y="56065"/>
                </a:lnTo>
                <a:lnTo>
                  <a:pt x="351708" y="56579"/>
                </a:lnTo>
                <a:lnTo>
                  <a:pt x="351725" y="57101"/>
                </a:lnTo>
                <a:lnTo>
                  <a:pt x="351735" y="57629"/>
                </a:lnTo>
                <a:lnTo>
                  <a:pt x="351739" y="58166"/>
                </a:lnTo>
                <a:lnTo>
                  <a:pt x="333408" y="58166"/>
                </a:lnTo>
                <a:lnTo>
                  <a:pt x="332654" y="58170"/>
                </a:lnTo>
                <a:lnTo>
                  <a:pt x="331909" y="58183"/>
                </a:lnTo>
                <a:lnTo>
                  <a:pt x="331172" y="58205"/>
                </a:lnTo>
                <a:lnTo>
                  <a:pt x="330443" y="58236"/>
                </a:lnTo>
                <a:lnTo>
                  <a:pt x="329723" y="58276"/>
                </a:lnTo>
                <a:lnTo>
                  <a:pt x="329011" y="58325"/>
                </a:lnTo>
                <a:lnTo>
                  <a:pt x="328307" y="58382"/>
                </a:lnTo>
                <a:lnTo>
                  <a:pt x="327612" y="58449"/>
                </a:lnTo>
                <a:lnTo>
                  <a:pt x="326925" y="58524"/>
                </a:lnTo>
                <a:lnTo>
                  <a:pt x="326247" y="58608"/>
                </a:lnTo>
                <a:lnTo>
                  <a:pt x="325577" y="58701"/>
                </a:lnTo>
                <a:lnTo>
                  <a:pt x="324915" y="58803"/>
                </a:lnTo>
                <a:lnTo>
                  <a:pt x="324261" y="58914"/>
                </a:lnTo>
                <a:lnTo>
                  <a:pt x="323616" y="59033"/>
                </a:lnTo>
                <a:lnTo>
                  <a:pt x="322980" y="59161"/>
                </a:lnTo>
                <a:lnTo>
                  <a:pt x="322352" y="59299"/>
                </a:lnTo>
                <a:lnTo>
                  <a:pt x="321732" y="59445"/>
                </a:lnTo>
                <a:lnTo>
                  <a:pt x="321120" y="59599"/>
                </a:lnTo>
                <a:lnTo>
                  <a:pt x="320517" y="59763"/>
                </a:lnTo>
                <a:lnTo>
                  <a:pt x="319922" y="59936"/>
                </a:lnTo>
                <a:lnTo>
                  <a:pt x="319336" y="60117"/>
                </a:lnTo>
                <a:lnTo>
                  <a:pt x="318758" y="60307"/>
                </a:lnTo>
                <a:lnTo>
                  <a:pt x="318188" y="60507"/>
                </a:lnTo>
                <a:lnTo>
                  <a:pt x="317627" y="60715"/>
                </a:lnTo>
                <a:lnTo>
                  <a:pt x="317075" y="60931"/>
                </a:lnTo>
                <a:lnTo>
                  <a:pt x="316534" y="61156"/>
                </a:lnTo>
                <a:lnTo>
                  <a:pt x="316003" y="61388"/>
                </a:lnTo>
                <a:lnTo>
                  <a:pt x="315483" y="61629"/>
                </a:lnTo>
                <a:lnTo>
                  <a:pt x="314973" y="61878"/>
                </a:lnTo>
                <a:lnTo>
                  <a:pt x="314474" y="62136"/>
                </a:lnTo>
                <a:lnTo>
                  <a:pt x="313986" y="62401"/>
                </a:lnTo>
                <a:lnTo>
                  <a:pt x="313507" y="62674"/>
                </a:lnTo>
                <a:lnTo>
                  <a:pt x="313040" y="62956"/>
                </a:lnTo>
                <a:lnTo>
                  <a:pt x="312583" y="63246"/>
                </a:lnTo>
                <a:lnTo>
                  <a:pt x="312136" y="63544"/>
                </a:lnTo>
                <a:lnTo>
                  <a:pt x="311701" y="63850"/>
                </a:lnTo>
                <a:lnTo>
                  <a:pt x="311275" y="64164"/>
                </a:lnTo>
                <a:lnTo>
                  <a:pt x="310860" y="64486"/>
                </a:lnTo>
                <a:lnTo>
                  <a:pt x="310456" y="64817"/>
                </a:lnTo>
                <a:lnTo>
                  <a:pt x="310062" y="65155"/>
                </a:lnTo>
                <a:lnTo>
                  <a:pt x="309679" y="65502"/>
                </a:lnTo>
                <a:lnTo>
                  <a:pt x="309306" y="65857"/>
                </a:lnTo>
                <a:lnTo>
                  <a:pt x="308943" y="66220"/>
                </a:lnTo>
                <a:lnTo>
                  <a:pt x="308592" y="66591"/>
                </a:lnTo>
                <a:lnTo>
                  <a:pt x="308250" y="66971"/>
                </a:lnTo>
                <a:lnTo>
                  <a:pt x="307920" y="67358"/>
                </a:lnTo>
                <a:lnTo>
                  <a:pt x="307599" y="67754"/>
                </a:lnTo>
                <a:lnTo>
                  <a:pt x="307290" y="68157"/>
                </a:lnTo>
                <a:lnTo>
                  <a:pt x="306992" y="68569"/>
                </a:lnTo>
                <a:lnTo>
                  <a:pt x="306706" y="68988"/>
                </a:lnTo>
                <a:lnTo>
                  <a:pt x="306434" y="69414"/>
                </a:lnTo>
                <a:lnTo>
                  <a:pt x="306174" y="69848"/>
                </a:lnTo>
                <a:lnTo>
                  <a:pt x="305926" y="70289"/>
                </a:lnTo>
                <a:lnTo>
                  <a:pt x="305692" y="70737"/>
                </a:lnTo>
                <a:lnTo>
                  <a:pt x="305470" y="71193"/>
                </a:lnTo>
                <a:lnTo>
                  <a:pt x="305260" y="71656"/>
                </a:lnTo>
                <a:lnTo>
                  <a:pt x="305064" y="72127"/>
                </a:lnTo>
                <a:lnTo>
                  <a:pt x="304880" y="72605"/>
                </a:lnTo>
                <a:lnTo>
                  <a:pt x="304709" y="73091"/>
                </a:lnTo>
                <a:lnTo>
                  <a:pt x="304550" y="73584"/>
                </a:lnTo>
                <a:lnTo>
                  <a:pt x="304404" y="74085"/>
                </a:lnTo>
                <a:lnTo>
                  <a:pt x="304271" y="74592"/>
                </a:lnTo>
                <a:lnTo>
                  <a:pt x="304150" y="75108"/>
                </a:lnTo>
                <a:lnTo>
                  <a:pt x="304043" y="75631"/>
                </a:lnTo>
                <a:lnTo>
                  <a:pt x="303947" y="76161"/>
                </a:lnTo>
                <a:lnTo>
                  <a:pt x="303865" y="76698"/>
                </a:lnTo>
                <a:lnTo>
                  <a:pt x="303795" y="77243"/>
                </a:lnTo>
                <a:lnTo>
                  <a:pt x="303738" y="77796"/>
                </a:lnTo>
                <a:lnTo>
                  <a:pt x="303694" y="78356"/>
                </a:lnTo>
                <a:lnTo>
                  <a:pt x="303662" y="78923"/>
                </a:lnTo>
                <a:lnTo>
                  <a:pt x="303643" y="79498"/>
                </a:lnTo>
                <a:lnTo>
                  <a:pt x="303637" y="80080"/>
                </a:lnTo>
                <a:lnTo>
                  <a:pt x="303641" y="80561"/>
                </a:lnTo>
                <a:lnTo>
                  <a:pt x="303656" y="81038"/>
                </a:lnTo>
                <a:lnTo>
                  <a:pt x="303680" y="81513"/>
                </a:lnTo>
                <a:lnTo>
                  <a:pt x="303713" y="81984"/>
                </a:lnTo>
                <a:lnTo>
                  <a:pt x="303756" y="82453"/>
                </a:lnTo>
                <a:lnTo>
                  <a:pt x="303809" y="82918"/>
                </a:lnTo>
                <a:lnTo>
                  <a:pt x="303871" y="83380"/>
                </a:lnTo>
                <a:lnTo>
                  <a:pt x="303943" y="83839"/>
                </a:lnTo>
                <a:lnTo>
                  <a:pt x="304024" y="84295"/>
                </a:lnTo>
                <a:lnTo>
                  <a:pt x="304115" y="84748"/>
                </a:lnTo>
                <a:lnTo>
                  <a:pt x="304216" y="85198"/>
                </a:lnTo>
                <a:lnTo>
                  <a:pt x="304326" y="85644"/>
                </a:lnTo>
                <a:lnTo>
                  <a:pt x="304446" y="86088"/>
                </a:lnTo>
                <a:lnTo>
                  <a:pt x="304575" y="86528"/>
                </a:lnTo>
                <a:lnTo>
                  <a:pt x="304714" y="86966"/>
                </a:lnTo>
                <a:lnTo>
                  <a:pt x="304862" y="87400"/>
                </a:lnTo>
                <a:lnTo>
                  <a:pt x="305020" y="87831"/>
                </a:lnTo>
                <a:lnTo>
                  <a:pt x="305188" y="88259"/>
                </a:lnTo>
                <a:lnTo>
                  <a:pt x="305365" y="88684"/>
                </a:lnTo>
                <a:lnTo>
                  <a:pt x="305551" y="89106"/>
                </a:lnTo>
                <a:lnTo>
                  <a:pt x="305748" y="89524"/>
                </a:lnTo>
                <a:lnTo>
                  <a:pt x="305953" y="89940"/>
                </a:lnTo>
                <a:lnTo>
                  <a:pt x="306169" y="90352"/>
                </a:lnTo>
                <a:lnTo>
                  <a:pt x="306394" y="90762"/>
                </a:lnTo>
                <a:lnTo>
                  <a:pt x="306629" y="91166"/>
                </a:lnTo>
                <a:lnTo>
                  <a:pt x="306873" y="91564"/>
                </a:lnTo>
                <a:lnTo>
                  <a:pt x="307128" y="91955"/>
                </a:lnTo>
                <a:lnTo>
                  <a:pt x="307393" y="92339"/>
                </a:lnTo>
                <a:lnTo>
                  <a:pt x="307668" y="92716"/>
                </a:lnTo>
                <a:lnTo>
                  <a:pt x="307953" y="93087"/>
                </a:lnTo>
                <a:lnTo>
                  <a:pt x="308248" y="93451"/>
                </a:lnTo>
                <a:lnTo>
                  <a:pt x="308554" y="93809"/>
                </a:lnTo>
                <a:lnTo>
                  <a:pt x="308869" y="94159"/>
                </a:lnTo>
                <a:lnTo>
                  <a:pt x="309194" y="94503"/>
                </a:lnTo>
                <a:lnTo>
                  <a:pt x="309529" y="94841"/>
                </a:lnTo>
                <a:lnTo>
                  <a:pt x="309874" y="95171"/>
                </a:lnTo>
                <a:lnTo>
                  <a:pt x="310230" y="95495"/>
                </a:lnTo>
                <a:lnTo>
                  <a:pt x="310595" y="95813"/>
                </a:lnTo>
                <a:lnTo>
                  <a:pt x="310971" y="96123"/>
                </a:lnTo>
                <a:lnTo>
                  <a:pt x="311356" y="96427"/>
                </a:lnTo>
                <a:lnTo>
                  <a:pt x="311752" y="96724"/>
                </a:lnTo>
                <a:lnTo>
                  <a:pt x="312157" y="97015"/>
                </a:lnTo>
                <a:lnTo>
                  <a:pt x="312573" y="97298"/>
                </a:lnTo>
                <a:lnTo>
                  <a:pt x="312999" y="97575"/>
                </a:lnTo>
                <a:lnTo>
                  <a:pt x="313435" y="97846"/>
                </a:lnTo>
                <a:lnTo>
                  <a:pt x="313880" y="98110"/>
                </a:lnTo>
                <a:lnTo>
                  <a:pt x="314336" y="98367"/>
                </a:lnTo>
                <a:lnTo>
                  <a:pt x="314802" y="98617"/>
                </a:lnTo>
                <a:lnTo>
                  <a:pt x="315278" y="98859"/>
                </a:lnTo>
                <a:lnTo>
                  <a:pt x="315763" y="99090"/>
                </a:lnTo>
                <a:lnTo>
                  <a:pt x="316258" y="99311"/>
                </a:lnTo>
                <a:lnTo>
                  <a:pt x="316762" y="99522"/>
                </a:lnTo>
                <a:lnTo>
                  <a:pt x="317276" y="99723"/>
                </a:lnTo>
                <a:lnTo>
                  <a:pt x="317800" y="99913"/>
                </a:lnTo>
                <a:lnTo>
                  <a:pt x="318333" y="100093"/>
                </a:lnTo>
                <a:lnTo>
                  <a:pt x="318876" y="100263"/>
                </a:lnTo>
                <a:lnTo>
                  <a:pt x="319428" y="100423"/>
                </a:lnTo>
                <a:lnTo>
                  <a:pt x="319990" y="100572"/>
                </a:lnTo>
                <a:lnTo>
                  <a:pt x="320561" y="100711"/>
                </a:lnTo>
                <a:lnTo>
                  <a:pt x="321142" y="100839"/>
                </a:lnTo>
                <a:lnTo>
                  <a:pt x="321732" y="100958"/>
                </a:lnTo>
                <a:lnTo>
                  <a:pt x="322332" y="101066"/>
                </a:lnTo>
                <a:lnTo>
                  <a:pt x="322942" y="101163"/>
                </a:lnTo>
                <a:lnTo>
                  <a:pt x="323561" y="101251"/>
                </a:lnTo>
                <a:lnTo>
                  <a:pt x="324190" y="101328"/>
                </a:lnTo>
                <a:lnTo>
                  <a:pt x="324828" y="101395"/>
                </a:lnTo>
                <a:lnTo>
                  <a:pt x="325476" y="101451"/>
                </a:lnTo>
                <a:lnTo>
                  <a:pt x="326134" y="101498"/>
                </a:lnTo>
                <a:lnTo>
                  <a:pt x="326801" y="101534"/>
                </a:lnTo>
                <a:lnTo>
                  <a:pt x="327477" y="101559"/>
                </a:lnTo>
                <a:lnTo>
                  <a:pt x="328164" y="101575"/>
                </a:lnTo>
                <a:lnTo>
                  <a:pt x="328859" y="101580"/>
                </a:lnTo>
                <a:lnTo>
                  <a:pt x="329248" y="101578"/>
                </a:lnTo>
                <a:lnTo>
                  <a:pt x="329633" y="101572"/>
                </a:lnTo>
                <a:lnTo>
                  <a:pt x="330015" y="101563"/>
                </a:lnTo>
                <a:lnTo>
                  <a:pt x="330393" y="101549"/>
                </a:lnTo>
                <a:lnTo>
                  <a:pt x="330768" y="101532"/>
                </a:lnTo>
                <a:close/>
                <a:moveTo>
                  <a:pt x="328755" y="91729"/>
                </a:moveTo>
                <a:lnTo>
                  <a:pt x="328390" y="91700"/>
                </a:lnTo>
                <a:lnTo>
                  <a:pt x="328029" y="91665"/>
                </a:lnTo>
                <a:lnTo>
                  <a:pt x="327673" y="91626"/>
                </a:lnTo>
                <a:lnTo>
                  <a:pt x="327321" y="91581"/>
                </a:lnTo>
                <a:lnTo>
                  <a:pt x="326973" y="91531"/>
                </a:lnTo>
                <a:lnTo>
                  <a:pt x="326631" y="91476"/>
                </a:lnTo>
                <a:lnTo>
                  <a:pt x="326292" y="91416"/>
                </a:lnTo>
                <a:lnTo>
                  <a:pt x="325959" y="91350"/>
                </a:lnTo>
                <a:lnTo>
                  <a:pt x="325630" y="91279"/>
                </a:lnTo>
                <a:lnTo>
                  <a:pt x="325305" y="91203"/>
                </a:lnTo>
                <a:lnTo>
                  <a:pt x="324985" y="91121"/>
                </a:lnTo>
                <a:lnTo>
                  <a:pt x="324669" y="91035"/>
                </a:lnTo>
                <a:lnTo>
                  <a:pt x="324358" y="90943"/>
                </a:lnTo>
                <a:lnTo>
                  <a:pt x="324052" y="90845"/>
                </a:lnTo>
                <a:lnTo>
                  <a:pt x="323750" y="90743"/>
                </a:lnTo>
                <a:lnTo>
                  <a:pt x="323453" y="90635"/>
                </a:lnTo>
                <a:lnTo>
                  <a:pt x="323160" y="90522"/>
                </a:lnTo>
                <a:lnTo>
                  <a:pt x="322872" y="90404"/>
                </a:lnTo>
                <a:lnTo>
                  <a:pt x="322588" y="90280"/>
                </a:lnTo>
                <a:lnTo>
                  <a:pt x="322309" y="90152"/>
                </a:lnTo>
                <a:lnTo>
                  <a:pt x="322037" y="90019"/>
                </a:lnTo>
                <a:lnTo>
                  <a:pt x="321770" y="89882"/>
                </a:lnTo>
                <a:lnTo>
                  <a:pt x="321509" y="89740"/>
                </a:lnTo>
                <a:lnTo>
                  <a:pt x="321253" y="89594"/>
                </a:lnTo>
                <a:lnTo>
                  <a:pt x="321003" y="89444"/>
                </a:lnTo>
                <a:lnTo>
                  <a:pt x="320759" y="89290"/>
                </a:lnTo>
                <a:lnTo>
                  <a:pt x="320521" y="89131"/>
                </a:lnTo>
                <a:lnTo>
                  <a:pt x="320289" y="88968"/>
                </a:lnTo>
                <a:lnTo>
                  <a:pt x="320062" y="88801"/>
                </a:lnTo>
                <a:lnTo>
                  <a:pt x="319841" y="88629"/>
                </a:lnTo>
                <a:lnTo>
                  <a:pt x="319626" y="88454"/>
                </a:lnTo>
                <a:lnTo>
                  <a:pt x="319416" y="88273"/>
                </a:lnTo>
                <a:lnTo>
                  <a:pt x="319212" y="88089"/>
                </a:lnTo>
                <a:lnTo>
                  <a:pt x="319014" y="87900"/>
                </a:lnTo>
                <a:lnTo>
                  <a:pt x="318822" y="87707"/>
                </a:lnTo>
                <a:lnTo>
                  <a:pt x="318635" y="87509"/>
                </a:lnTo>
                <a:lnTo>
                  <a:pt x="318454" y="87308"/>
                </a:lnTo>
                <a:lnTo>
                  <a:pt x="318279" y="87102"/>
                </a:lnTo>
                <a:lnTo>
                  <a:pt x="318110" y="86891"/>
                </a:lnTo>
                <a:lnTo>
                  <a:pt x="317946" y="86676"/>
                </a:lnTo>
                <a:lnTo>
                  <a:pt x="317788" y="86457"/>
                </a:lnTo>
                <a:lnTo>
                  <a:pt x="317636" y="86234"/>
                </a:lnTo>
                <a:lnTo>
                  <a:pt x="317490" y="86007"/>
                </a:lnTo>
                <a:lnTo>
                  <a:pt x="317349" y="85775"/>
                </a:lnTo>
                <a:lnTo>
                  <a:pt x="317215" y="85540"/>
                </a:lnTo>
                <a:lnTo>
                  <a:pt x="317086" y="85302"/>
                </a:lnTo>
                <a:lnTo>
                  <a:pt x="316964" y="85061"/>
                </a:lnTo>
                <a:lnTo>
                  <a:pt x="316847" y="84816"/>
                </a:lnTo>
                <a:lnTo>
                  <a:pt x="316736" y="84568"/>
                </a:lnTo>
                <a:lnTo>
                  <a:pt x="316632" y="84316"/>
                </a:lnTo>
                <a:lnTo>
                  <a:pt x="316533" y="84061"/>
                </a:lnTo>
                <a:lnTo>
                  <a:pt x="316440" y="83803"/>
                </a:lnTo>
                <a:lnTo>
                  <a:pt x="316354" y="83542"/>
                </a:lnTo>
                <a:lnTo>
                  <a:pt x="316273" y="83277"/>
                </a:lnTo>
                <a:lnTo>
                  <a:pt x="316198" y="83009"/>
                </a:lnTo>
                <a:lnTo>
                  <a:pt x="316129" y="82737"/>
                </a:lnTo>
                <a:lnTo>
                  <a:pt x="316066" y="82462"/>
                </a:lnTo>
                <a:lnTo>
                  <a:pt x="316010" y="82184"/>
                </a:lnTo>
                <a:lnTo>
                  <a:pt x="315959" y="81902"/>
                </a:lnTo>
                <a:lnTo>
                  <a:pt x="315914" y="81617"/>
                </a:lnTo>
                <a:lnTo>
                  <a:pt x="315875" y="81329"/>
                </a:lnTo>
                <a:lnTo>
                  <a:pt x="315842" y="81037"/>
                </a:lnTo>
                <a:lnTo>
                  <a:pt x="315815" y="80742"/>
                </a:lnTo>
                <a:lnTo>
                  <a:pt x="315794" y="80444"/>
                </a:lnTo>
                <a:lnTo>
                  <a:pt x="315779" y="80142"/>
                </a:lnTo>
                <a:lnTo>
                  <a:pt x="315770" y="79837"/>
                </a:lnTo>
                <a:lnTo>
                  <a:pt x="315767" y="79529"/>
                </a:lnTo>
                <a:lnTo>
                  <a:pt x="315771" y="79232"/>
                </a:lnTo>
                <a:lnTo>
                  <a:pt x="315780" y="78937"/>
                </a:lnTo>
                <a:lnTo>
                  <a:pt x="315795" y="78645"/>
                </a:lnTo>
                <a:lnTo>
                  <a:pt x="315817" y="78356"/>
                </a:lnTo>
                <a:lnTo>
                  <a:pt x="315845" y="78069"/>
                </a:lnTo>
                <a:lnTo>
                  <a:pt x="315879" y="77785"/>
                </a:lnTo>
                <a:lnTo>
                  <a:pt x="315920" y="77503"/>
                </a:lnTo>
                <a:lnTo>
                  <a:pt x="315966" y="77224"/>
                </a:lnTo>
                <a:lnTo>
                  <a:pt x="316019" y="76948"/>
                </a:lnTo>
                <a:lnTo>
                  <a:pt x="316078" y="76674"/>
                </a:lnTo>
                <a:lnTo>
                  <a:pt x="316143" y="76403"/>
                </a:lnTo>
                <a:lnTo>
                  <a:pt x="316215" y="76135"/>
                </a:lnTo>
                <a:lnTo>
                  <a:pt x="316293" y="75869"/>
                </a:lnTo>
                <a:lnTo>
                  <a:pt x="316376" y="75606"/>
                </a:lnTo>
                <a:lnTo>
                  <a:pt x="316467" y="75346"/>
                </a:lnTo>
                <a:lnTo>
                  <a:pt x="316563" y="75088"/>
                </a:lnTo>
                <a:lnTo>
                  <a:pt x="316665" y="74833"/>
                </a:lnTo>
                <a:lnTo>
                  <a:pt x="316774" y="74581"/>
                </a:lnTo>
                <a:lnTo>
                  <a:pt x="316889" y="74331"/>
                </a:lnTo>
                <a:lnTo>
                  <a:pt x="317010" y="74083"/>
                </a:lnTo>
                <a:lnTo>
                  <a:pt x="317138" y="73839"/>
                </a:lnTo>
                <a:lnTo>
                  <a:pt x="317271" y="73597"/>
                </a:lnTo>
                <a:lnTo>
                  <a:pt x="317411" y="73358"/>
                </a:lnTo>
                <a:lnTo>
                  <a:pt x="317557" y="73121"/>
                </a:lnTo>
                <a:lnTo>
                  <a:pt x="317711" y="72887"/>
                </a:lnTo>
                <a:lnTo>
                  <a:pt x="317872" y="72658"/>
                </a:lnTo>
                <a:lnTo>
                  <a:pt x="318042" y="72434"/>
                </a:lnTo>
                <a:lnTo>
                  <a:pt x="318220" y="72213"/>
                </a:lnTo>
                <a:lnTo>
                  <a:pt x="318405" y="71997"/>
                </a:lnTo>
                <a:lnTo>
                  <a:pt x="318599" y="71785"/>
                </a:lnTo>
                <a:lnTo>
                  <a:pt x="318802" y="71578"/>
                </a:lnTo>
                <a:lnTo>
                  <a:pt x="319012" y="71374"/>
                </a:lnTo>
                <a:lnTo>
                  <a:pt x="319230" y="71175"/>
                </a:lnTo>
                <a:lnTo>
                  <a:pt x="319457" y="70981"/>
                </a:lnTo>
                <a:lnTo>
                  <a:pt x="319692" y="70790"/>
                </a:lnTo>
                <a:lnTo>
                  <a:pt x="319935" y="70604"/>
                </a:lnTo>
                <a:lnTo>
                  <a:pt x="320186" y="70423"/>
                </a:lnTo>
                <a:lnTo>
                  <a:pt x="320445" y="70245"/>
                </a:lnTo>
                <a:lnTo>
                  <a:pt x="320712" y="70072"/>
                </a:lnTo>
                <a:lnTo>
                  <a:pt x="320988" y="69904"/>
                </a:lnTo>
                <a:lnTo>
                  <a:pt x="321271" y="69739"/>
                </a:lnTo>
                <a:lnTo>
                  <a:pt x="321563" y="69579"/>
                </a:lnTo>
                <a:lnTo>
                  <a:pt x="321863" y="69423"/>
                </a:lnTo>
                <a:lnTo>
                  <a:pt x="322171" y="69272"/>
                </a:lnTo>
                <a:lnTo>
                  <a:pt x="322487" y="69124"/>
                </a:lnTo>
                <a:lnTo>
                  <a:pt x="322811" y="68981"/>
                </a:lnTo>
                <a:lnTo>
                  <a:pt x="323143" y="68843"/>
                </a:lnTo>
                <a:lnTo>
                  <a:pt x="323484" y="68709"/>
                </a:lnTo>
                <a:lnTo>
                  <a:pt x="323833" y="68579"/>
                </a:lnTo>
                <a:lnTo>
                  <a:pt x="324191" y="68455"/>
                </a:lnTo>
                <a:lnTo>
                  <a:pt x="324559" y="68337"/>
                </a:lnTo>
                <a:lnTo>
                  <a:pt x="324935" y="68224"/>
                </a:lnTo>
                <a:lnTo>
                  <a:pt x="325321" y="68117"/>
                </a:lnTo>
                <a:lnTo>
                  <a:pt x="325716" y="68015"/>
                </a:lnTo>
                <a:lnTo>
                  <a:pt x="326119" y="67918"/>
                </a:lnTo>
                <a:lnTo>
                  <a:pt x="326532" y="67828"/>
                </a:lnTo>
                <a:lnTo>
                  <a:pt x="326954" y="67742"/>
                </a:lnTo>
                <a:lnTo>
                  <a:pt x="327385" y="67662"/>
                </a:lnTo>
                <a:lnTo>
                  <a:pt x="327825" y="67588"/>
                </a:lnTo>
                <a:lnTo>
                  <a:pt x="328275" y="67519"/>
                </a:lnTo>
                <a:lnTo>
                  <a:pt x="328733" y="67456"/>
                </a:lnTo>
                <a:lnTo>
                  <a:pt x="329200" y="67398"/>
                </a:lnTo>
                <a:lnTo>
                  <a:pt x="329677" y="67346"/>
                </a:lnTo>
                <a:lnTo>
                  <a:pt x="330162" y="67299"/>
                </a:lnTo>
                <a:lnTo>
                  <a:pt x="330657" y="67258"/>
                </a:lnTo>
                <a:lnTo>
                  <a:pt x="331161" y="67222"/>
                </a:lnTo>
                <a:lnTo>
                  <a:pt x="331673" y="67192"/>
                </a:lnTo>
                <a:lnTo>
                  <a:pt x="332195" y="67167"/>
                </a:lnTo>
                <a:lnTo>
                  <a:pt x="332726" y="67148"/>
                </a:lnTo>
                <a:lnTo>
                  <a:pt x="333266" y="67134"/>
                </a:lnTo>
                <a:lnTo>
                  <a:pt x="333815" y="67126"/>
                </a:lnTo>
                <a:lnTo>
                  <a:pt x="334374" y="67123"/>
                </a:lnTo>
                <a:lnTo>
                  <a:pt x="351739" y="67123"/>
                </a:lnTo>
                <a:lnTo>
                  <a:pt x="351739" y="67537"/>
                </a:lnTo>
                <a:lnTo>
                  <a:pt x="351736" y="67927"/>
                </a:lnTo>
                <a:lnTo>
                  <a:pt x="351729" y="68315"/>
                </a:lnTo>
                <a:lnTo>
                  <a:pt x="351716" y="68702"/>
                </a:lnTo>
                <a:lnTo>
                  <a:pt x="351699" y="69088"/>
                </a:lnTo>
                <a:lnTo>
                  <a:pt x="351676" y="69472"/>
                </a:lnTo>
                <a:lnTo>
                  <a:pt x="351649" y="69854"/>
                </a:lnTo>
                <a:lnTo>
                  <a:pt x="351616" y="70235"/>
                </a:lnTo>
                <a:lnTo>
                  <a:pt x="351578" y="70615"/>
                </a:lnTo>
                <a:lnTo>
                  <a:pt x="351535" y="70993"/>
                </a:lnTo>
                <a:lnTo>
                  <a:pt x="351488" y="71370"/>
                </a:lnTo>
                <a:lnTo>
                  <a:pt x="351435" y="71746"/>
                </a:lnTo>
                <a:lnTo>
                  <a:pt x="351377" y="72120"/>
                </a:lnTo>
                <a:lnTo>
                  <a:pt x="351314" y="72492"/>
                </a:lnTo>
                <a:lnTo>
                  <a:pt x="351247" y="72863"/>
                </a:lnTo>
                <a:lnTo>
                  <a:pt x="351174" y="73233"/>
                </a:lnTo>
                <a:lnTo>
                  <a:pt x="351096" y="73602"/>
                </a:lnTo>
                <a:lnTo>
                  <a:pt x="351013" y="73968"/>
                </a:lnTo>
                <a:lnTo>
                  <a:pt x="350925" y="74334"/>
                </a:lnTo>
                <a:lnTo>
                  <a:pt x="350832" y="74698"/>
                </a:lnTo>
                <a:lnTo>
                  <a:pt x="350734" y="75060"/>
                </a:lnTo>
                <a:lnTo>
                  <a:pt x="350631" y="75421"/>
                </a:lnTo>
                <a:lnTo>
                  <a:pt x="350523" y="75781"/>
                </a:lnTo>
                <a:lnTo>
                  <a:pt x="350410" y="76139"/>
                </a:lnTo>
                <a:lnTo>
                  <a:pt x="350292" y="76496"/>
                </a:lnTo>
                <a:lnTo>
                  <a:pt x="350169" y="76851"/>
                </a:lnTo>
                <a:lnTo>
                  <a:pt x="350042" y="77203"/>
                </a:lnTo>
                <a:lnTo>
                  <a:pt x="349910" y="77552"/>
                </a:lnTo>
                <a:lnTo>
                  <a:pt x="349773" y="77899"/>
                </a:lnTo>
                <a:lnTo>
                  <a:pt x="349632" y="78243"/>
                </a:lnTo>
                <a:lnTo>
                  <a:pt x="349487" y="78585"/>
                </a:lnTo>
                <a:lnTo>
                  <a:pt x="349336" y="78924"/>
                </a:lnTo>
                <a:lnTo>
                  <a:pt x="349182" y="79260"/>
                </a:lnTo>
                <a:lnTo>
                  <a:pt x="349023" y="79594"/>
                </a:lnTo>
                <a:lnTo>
                  <a:pt x="348859" y="79925"/>
                </a:lnTo>
                <a:lnTo>
                  <a:pt x="348690" y="80253"/>
                </a:lnTo>
                <a:lnTo>
                  <a:pt x="348518" y="80579"/>
                </a:lnTo>
                <a:lnTo>
                  <a:pt x="348340" y="80902"/>
                </a:lnTo>
                <a:lnTo>
                  <a:pt x="348158" y="81223"/>
                </a:lnTo>
                <a:lnTo>
                  <a:pt x="347972" y="81541"/>
                </a:lnTo>
                <a:lnTo>
                  <a:pt x="347780" y="81856"/>
                </a:lnTo>
                <a:lnTo>
                  <a:pt x="347585" y="82169"/>
                </a:lnTo>
                <a:lnTo>
                  <a:pt x="347385" y="82479"/>
                </a:lnTo>
                <a:lnTo>
                  <a:pt x="347180" y="82786"/>
                </a:lnTo>
                <a:lnTo>
                  <a:pt x="346971" y="83091"/>
                </a:lnTo>
                <a:lnTo>
                  <a:pt x="346757" y="83393"/>
                </a:lnTo>
                <a:lnTo>
                  <a:pt x="346538" y="83693"/>
                </a:lnTo>
                <a:lnTo>
                  <a:pt x="346315" y="83990"/>
                </a:lnTo>
                <a:lnTo>
                  <a:pt x="346088" y="84284"/>
                </a:lnTo>
                <a:lnTo>
                  <a:pt x="345856" y="84574"/>
                </a:lnTo>
                <a:lnTo>
                  <a:pt x="345621" y="84859"/>
                </a:lnTo>
                <a:lnTo>
                  <a:pt x="345381" y="85139"/>
                </a:lnTo>
                <a:lnTo>
                  <a:pt x="345137" y="85413"/>
                </a:lnTo>
                <a:lnTo>
                  <a:pt x="344889" y="85683"/>
                </a:lnTo>
                <a:lnTo>
                  <a:pt x="344637" y="85946"/>
                </a:lnTo>
                <a:lnTo>
                  <a:pt x="344381" y="86205"/>
                </a:lnTo>
                <a:lnTo>
                  <a:pt x="344121" y="86458"/>
                </a:lnTo>
                <a:lnTo>
                  <a:pt x="343857" y="86707"/>
                </a:lnTo>
                <a:lnTo>
                  <a:pt x="343588" y="86949"/>
                </a:lnTo>
                <a:lnTo>
                  <a:pt x="343316" y="87187"/>
                </a:lnTo>
                <a:lnTo>
                  <a:pt x="343039" y="87419"/>
                </a:lnTo>
                <a:lnTo>
                  <a:pt x="342759" y="87646"/>
                </a:lnTo>
                <a:lnTo>
                  <a:pt x="342474" y="87868"/>
                </a:lnTo>
                <a:lnTo>
                  <a:pt x="342186" y="88085"/>
                </a:lnTo>
                <a:lnTo>
                  <a:pt x="341893" y="88296"/>
                </a:lnTo>
                <a:lnTo>
                  <a:pt x="341596" y="88502"/>
                </a:lnTo>
                <a:lnTo>
                  <a:pt x="341295" y="88703"/>
                </a:lnTo>
                <a:lnTo>
                  <a:pt x="340990" y="88898"/>
                </a:lnTo>
                <a:lnTo>
                  <a:pt x="340681" y="89088"/>
                </a:lnTo>
                <a:lnTo>
                  <a:pt x="340368" y="89273"/>
                </a:lnTo>
                <a:lnTo>
                  <a:pt x="340051" y="89453"/>
                </a:lnTo>
                <a:lnTo>
                  <a:pt x="339730" y="89627"/>
                </a:lnTo>
                <a:lnTo>
                  <a:pt x="339404" y="89796"/>
                </a:lnTo>
                <a:lnTo>
                  <a:pt x="339075" y="89959"/>
                </a:lnTo>
                <a:lnTo>
                  <a:pt x="338743" y="90115"/>
                </a:lnTo>
                <a:lnTo>
                  <a:pt x="338408" y="90265"/>
                </a:lnTo>
                <a:lnTo>
                  <a:pt x="338070" y="90407"/>
                </a:lnTo>
                <a:lnTo>
                  <a:pt x="337728" y="90542"/>
                </a:lnTo>
                <a:lnTo>
                  <a:pt x="337384" y="90670"/>
                </a:lnTo>
                <a:lnTo>
                  <a:pt x="337036" y="90792"/>
                </a:lnTo>
                <a:lnTo>
                  <a:pt x="336686" y="90906"/>
                </a:lnTo>
                <a:lnTo>
                  <a:pt x="336332" y="91014"/>
                </a:lnTo>
                <a:lnTo>
                  <a:pt x="335975" y="91114"/>
                </a:lnTo>
                <a:lnTo>
                  <a:pt x="335615" y="91208"/>
                </a:lnTo>
                <a:lnTo>
                  <a:pt x="335252" y="91295"/>
                </a:lnTo>
                <a:lnTo>
                  <a:pt x="334885" y="91375"/>
                </a:lnTo>
                <a:lnTo>
                  <a:pt x="334516" y="91447"/>
                </a:lnTo>
                <a:lnTo>
                  <a:pt x="334143" y="91513"/>
                </a:lnTo>
                <a:lnTo>
                  <a:pt x="333768" y="91572"/>
                </a:lnTo>
                <a:lnTo>
                  <a:pt x="333389" y="91624"/>
                </a:lnTo>
                <a:lnTo>
                  <a:pt x="333007" y="91669"/>
                </a:lnTo>
                <a:lnTo>
                  <a:pt x="332622" y="91708"/>
                </a:lnTo>
                <a:lnTo>
                  <a:pt x="332234" y="91739"/>
                </a:lnTo>
                <a:lnTo>
                  <a:pt x="331843" y="91763"/>
                </a:lnTo>
                <a:lnTo>
                  <a:pt x="331449" y="91780"/>
                </a:lnTo>
                <a:lnTo>
                  <a:pt x="331052" y="91791"/>
                </a:lnTo>
                <a:lnTo>
                  <a:pt x="330651" y="91794"/>
                </a:lnTo>
                <a:lnTo>
                  <a:pt x="330263" y="91792"/>
                </a:lnTo>
                <a:lnTo>
                  <a:pt x="329879" y="91784"/>
                </a:lnTo>
                <a:lnTo>
                  <a:pt x="329500" y="91771"/>
                </a:lnTo>
                <a:lnTo>
                  <a:pt x="329126" y="91752"/>
                </a:lnTo>
                <a:lnTo>
                  <a:pt x="328755" y="91729"/>
                </a:lnTo>
                <a:close/>
                <a:moveTo>
                  <a:pt x="591191" y="67181"/>
                </a:moveTo>
                <a:lnTo>
                  <a:pt x="591201" y="67027"/>
                </a:lnTo>
                <a:lnTo>
                  <a:pt x="591209" y="66874"/>
                </a:lnTo>
                <a:lnTo>
                  <a:pt x="591218" y="66723"/>
                </a:lnTo>
                <a:lnTo>
                  <a:pt x="591225" y="66573"/>
                </a:lnTo>
                <a:lnTo>
                  <a:pt x="591233" y="66424"/>
                </a:lnTo>
                <a:lnTo>
                  <a:pt x="591240" y="66277"/>
                </a:lnTo>
                <a:lnTo>
                  <a:pt x="591246" y="66131"/>
                </a:lnTo>
                <a:lnTo>
                  <a:pt x="591252" y="65987"/>
                </a:lnTo>
                <a:lnTo>
                  <a:pt x="591258" y="65844"/>
                </a:lnTo>
                <a:lnTo>
                  <a:pt x="591263" y="65703"/>
                </a:lnTo>
                <a:lnTo>
                  <a:pt x="591267" y="65563"/>
                </a:lnTo>
                <a:lnTo>
                  <a:pt x="591271" y="65424"/>
                </a:lnTo>
                <a:lnTo>
                  <a:pt x="591275" y="65287"/>
                </a:lnTo>
                <a:lnTo>
                  <a:pt x="591278" y="65152"/>
                </a:lnTo>
                <a:lnTo>
                  <a:pt x="591280" y="65017"/>
                </a:lnTo>
                <a:lnTo>
                  <a:pt x="591282" y="64885"/>
                </a:lnTo>
                <a:lnTo>
                  <a:pt x="591284" y="64753"/>
                </a:lnTo>
                <a:lnTo>
                  <a:pt x="591285" y="64623"/>
                </a:lnTo>
                <a:lnTo>
                  <a:pt x="591286" y="64495"/>
                </a:lnTo>
                <a:lnTo>
                  <a:pt x="591286" y="64368"/>
                </a:lnTo>
                <a:lnTo>
                  <a:pt x="591286" y="64242"/>
                </a:lnTo>
                <a:lnTo>
                  <a:pt x="591286" y="64116"/>
                </a:lnTo>
                <a:lnTo>
                  <a:pt x="591286" y="63991"/>
                </a:lnTo>
                <a:lnTo>
                  <a:pt x="591286" y="63866"/>
                </a:lnTo>
                <a:lnTo>
                  <a:pt x="591286" y="63742"/>
                </a:lnTo>
                <a:lnTo>
                  <a:pt x="591286" y="63618"/>
                </a:lnTo>
                <a:lnTo>
                  <a:pt x="591286" y="63495"/>
                </a:lnTo>
                <a:lnTo>
                  <a:pt x="591286" y="63372"/>
                </a:lnTo>
                <a:lnTo>
                  <a:pt x="591286" y="63250"/>
                </a:lnTo>
                <a:lnTo>
                  <a:pt x="591286" y="63128"/>
                </a:lnTo>
                <a:lnTo>
                  <a:pt x="591286" y="63006"/>
                </a:lnTo>
                <a:lnTo>
                  <a:pt x="591286" y="62886"/>
                </a:lnTo>
                <a:lnTo>
                  <a:pt x="591286" y="62765"/>
                </a:lnTo>
                <a:lnTo>
                  <a:pt x="591286" y="62645"/>
                </a:lnTo>
                <a:lnTo>
                  <a:pt x="591286" y="62526"/>
                </a:lnTo>
                <a:lnTo>
                  <a:pt x="591286" y="62407"/>
                </a:lnTo>
                <a:lnTo>
                  <a:pt x="591286" y="62288"/>
                </a:lnTo>
                <a:lnTo>
                  <a:pt x="591286" y="62170"/>
                </a:lnTo>
                <a:lnTo>
                  <a:pt x="591286" y="62052"/>
                </a:lnTo>
                <a:lnTo>
                  <a:pt x="591286" y="61935"/>
                </a:lnTo>
                <a:lnTo>
                  <a:pt x="591286" y="61819"/>
                </a:lnTo>
                <a:lnTo>
                  <a:pt x="591286" y="61703"/>
                </a:lnTo>
                <a:lnTo>
                  <a:pt x="591286" y="61587"/>
                </a:lnTo>
                <a:lnTo>
                  <a:pt x="591286" y="61472"/>
                </a:lnTo>
                <a:lnTo>
                  <a:pt x="591280" y="60739"/>
                </a:lnTo>
                <a:lnTo>
                  <a:pt x="591260" y="60012"/>
                </a:lnTo>
                <a:lnTo>
                  <a:pt x="591227" y="59289"/>
                </a:lnTo>
                <a:lnTo>
                  <a:pt x="591181" y="58572"/>
                </a:lnTo>
                <a:lnTo>
                  <a:pt x="591122" y="57859"/>
                </a:lnTo>
                <a:lnTo>
                  <a:pt x="591049" y="57152"/>
                </a:lnTo>
                <a:lnTo>
                  <a:pt x="590964" y="56450"/>
                </a:lnTo>
                <a:lnTo>
                  <a:pt x="590865" y="55752"/>
                </a:lnTo>
                <a:lnTo>
                  <a:pt x="590753" y="55060"/>
                </a:lnTo>
                <a:lnTo>
                  <a:pt x="590628" y="54373"/>
                </a:lnTo>
                <a:lnTo>
                  <a:pt x="590490" y="53690"/>
                </a:lnTo>
                <a:lnTo>
                  <a:pt x="590339" y="53013"/>
                </a:lnTo>
                <a:lnTo>
                  <a:pt x="590174" y="52341"/>
                </a:lnTo>
                <a:lnTo>
                  <a:pt x="589997" y="51674"/>
                </a:lnTo>
                <a:lnTo>
                  <a:pt x="589806" y="51011"/>
                </a:lnTo>
                <a:lnTo>
                  <a:pt x="589602" y="50354"/>
                </a:lnTo>
                <a:lnTo>
                  <a:pt x="589385" y="49702"/>
                </a:lnTo>
                <a:lnTo>
                  <a:pt x="589154" y="49055"/>
                </a:lnTo>
                <a:lnTo>
                  <a:pt x="588911" y="48413"/>
                </a:lnTo>
                <a:lnTo>
                  <a:pt x="588654" y="47776"/>
                </a:lnTo>
                <a:lnTo>
                  <a:pt x="588385" y="47144"/>
                </a:lnTo>
                <a:lnTo>
                  <a:pt x="588102" y="46517"/>
                </a:lnTo>
                <a:lnTo>
                  <a:pt x="587806" y="45895"/>
                </a:lnTo>
                <a:lnTo>
                  <a:pt x="587496" y="45278"/>
                </a:lnTo>
                <a:lnTo>
                  <a:pt x="587175" y="44668"/>
                </a:lnTo>
                <a:lnTo>
                  <a:pt x="586842" y="44068"/>
                </a:lnTo>
                <a:lnTo>
                  <a:pt x="586497" y="43479"/>
                </a:lnTo>
                <a:lnTo>
                  <a:pt x="586141" y="42898"/>
                </a:lnTo>
                <a:lnTo>
                  <a:pt x="585774" y="42328"/>
                </a:lnTo>
                <a:lnTo>
                  <a:pt x="585395" y="41768"/>
                </a:lnTo>
                <a:lnTo>
                  <a:pt x="585004" y="41217"/>
                </a:lnTo>
                <a:lnTo>
                  <a:pt x="584602" y="40676"/>
                </a:lnTo>
                <a:lnTo>
                  <a:pt x="584189" y="40145"/>
                </a:lnTo>
                <a:lnTo>
                  <a:pt x="583764" y="39624"/>
                </a:lnTo>
                <a:lnTo>
                  <a:pt x="583328" y="39112"/>
                </a:lnTo>
                <a:lnTo>
                  <a:pt x="582880" y="38610"/>
                </a:lnTo>
                <a:lnTo>
                  <a:pt x="582420" y="38119"/>
                </a:lnTo>
                <a:lnTo>
                  <a:pt x="581949" y="37636"/>
                </a:lnTo>
                <a:lnTo>
                  <a:pt x="581467" y="37164"/>
                </a:lnTo>
                <a:lnTo>
                  <a:pt x="580973" y="36702"/>
                </a:lnTo>
                <a:lnTo>
                  <a:pt x="580468" y="36249"/>
                </a:lnTo>
                <a:lnTo>
                  <a:pt x="579951" y="35806"/>
                </a:lnTo>
                <a:lnTo>
                  <a:pt x="579423" y="35373"/>
                </a:lnTo>
                <a:lnTo>
                  <a:pt x="578883" y="34950"/>
                </a:lnTo>
                <a:lnTo>
                  <a:pt x="578331" y="34537"/>
                </a:lnTo>
                <a:lnTo>
                  <a:pt x="577769" y="34133"/>
                </a:lnTo>
                <a:lnTo>
                  <a:pt x="577194" y="33739"/>
                </a:lnTo>
                <a:lnTo>
                  <a:pt x="576609" y="33355"/>
                </a:lnTo>
                <a:lnTo>
                  <a:pt x="576012" y="32984"/>
                </a:lnTo>
                <a:lnTo>
                  <a:pt x="575404" y="32629"/>
                </a:lnTo>
                <a:lnTo>
                  <a:pt x="574786" y="32289"/>
                </a:lnTo>
                <a:lnTo>
                  <a:pt x="574156" y="31965"/>
                </a:lnTo>
                <a:lnTo>
                  <a:pt x="573517" y="31657"/>
                </a:lnTo>
                <a:lnTo>
                  <a:pt x="572866" y="31365"/>
                </a:lnTo>
                <a:lnTo>
                  <a:pt x="572204" y="31089"/>
                </a:lnTo>
                <a:lnTo>
                  <a:pt x="571532" y="30828"/>
                </a:lnTo>
                <a:lnTo>
                  <a:pt x="570849" y="30583"/>
                </a:lnTo>
                <a:lnTo>
                  <a:pt x="570155" y="30354"/>
                </a:lnTo>
                <a:lnTo>
                  <a:pt x="569451" y="30141"/>
                </a:lnTo>
                <a:lnTo>
                  <a:pt x="568735" y="29944"/>
                </a:lnTo>
                <a:lnTo>
                  <a:pt x="568009" y="29762"/>
                </a:lnTo>
                <a:lnTo>
                  <a:pt x="567272" y="29596"/>
                </a:lnTo>
                <a:lnTo>
                  <a:pt x="566524" y="29446"/>
                </a:lnTo>
                <a:lnTo>
                  <a:pt x="565766" y="29312"/>
                </a:lnTo>
                <a:lnTo>
                  <a:pt x="564997" y="29193"/>
                </a:lnTo>
                <a:lnTo>
                  <a:pt x="564217" y="29091"/>
                </a:lnTo>
                <a:lnTo>
                  <a:pt x="563426" y="29004"/>
                </a:lnTo>
                <a:lnTo>
                  <a:pt x="562624" y="28933"/>
                </a:lnTo>
                <a:lnTo>
                  <a:pt x="561812" y="28877"/>
                </a:lnTo>
                <a:lnTo>
                  <a:pt x="560989" y="28838"/>
                </a:lnTo>
                <a:lnTo>
                  <a:pt x="560155" y="28814"/>
                </a:lnTo>
                <a:lnTo>
                  <a:pt x="559311" y="28806"/>
                </a:lnTo>
                <a:lnTo>
                  <a:pt x="558488" y="28814"/>
                </a:lnTo>
                <a:lnTo>
                  <a:pt x="557672" y="28838"/>
                </a:lnTo>
                <a:lnTo>
                  <a:pt x="556865" y="28877"/>
                </a:lnTo>
                <a:lnTo>
                  <a:pt x="556066" y="28933"/>
                </a:lnTo>
                <a:lnTo>
                  <a:pt x="555274" y="29004"/>
                </a:lnTo>
                <a:lnTo>
                  <a:pt x="554491" y="29091"/>
                </a:lnTo>
                <a:lnTo>
                  <a:pt x="553715" y="29193"/>
                </a:lnTo>
                <a:lnTo>
                  <a:pt x="552947" y="29312"/>
                </a:lnTo>
                <a:lnTo>
                  <a:pt x="552187" y="29446"/>
                </a:lnTo>
                <a:lnTo>
                  <a:pt x="551435" y="29596"/>
                </a:lnTo>
                <a:lnTo>
                  <a:pt x="550691" y="29762"/>
                </a:lnTo>
                <a:lnTo>
                  <a:pt x="549955" y="29944"/>
                </a:lnTo>
                <a:lnTo>
                  <a:pt x="549227" y="30141"/>
                </a:lnTo>
                <a:lnTo>
                  <a:pt x="548506" y="30354"/>
                </a:lnTo>
                <a:lnTo>
                  <a:pt x="547794" y="30583"/>
                </a:lnTo>
                <a:lnTo>
                  <a:pt x="547089" y="30828"/>
                </a:lnTo>
                <a:lnTo>
                  <a:pt x="546393" y="31089"/>
                </a:lnTo>
                <a:lnTo>
                  <a:pt x="545704" y="31365"/>
                </a:lnTo>
                <a:lnTo>
                  <a:pt x="545023" y="31657"/>
                </a:lnTo>
                <a:lnTo>
                  <a:pt x="544350" y="31965"/>
                </a:lnTo>
                <a:lnTo>
                  <a:pt x="543685" y="32289"/>
                </a:lnTo>
                <a:lnTo>
                  <a:pt x="543028" y="32629"/>
                </a:lnTo>
                <a:lnTo>
                  <a:pt x="542378" y="32984"/>
                </a:lnTo>
                <a:lnTo>
                  <a:pt x="541737" y="33355"/>
                </a:lnTo>
                <a:lnTo>
                  <a:pt x="541106" y="33741"/>
                </a:lnTo>
                <a:lnTo>
                  <a:pt x="540486" y="34138"/>
                </a:lnTo>
                <a:lnTo>
                  <a:pt x="539879" y="34549"/>
                </a:lnTo>
                <a:lnTo>
                  <a:pt x="539283" y="34971"/>
                </a:lnTo>
                <a:lnTo>
                  <a:pt x="538699" y="35406"/>
                </a:lnTo>
                <a:lnTo>
                  <a:pt x="538128" y="35854"/>
                </a:lnTo>
                <a:lnTo>
                  <a:pt x="537568" y="36314"/>
                </a:lnTo>
                <a:lnTo>
                  <a:pt x="537020" y="36786"/>
                </a:lnTo>
                <a:lnTo>
                  <a:pt x="536485" y="37271"/>
                </a:lnTo>
                <a:lnTo>
                  <a:pt x="535961" y="37768"/>
                </a:lnTo>
                <a:lnTo>
                  <a:pt x="535449" y="38278"/>
                </a:lnTo>
                <a:lnTo>
                  <a:pt x="534949" y="38800"/>
                </a:lnTo>
                <a:lnTo>
                  <a:pt x="534461" y="39335"/>
                </a:lnTo>
                <a:lnTo>
                  <a:pt x="533985" y="39882"/>
                </a:lnTo>
                <a:lnTo>
                  <a:pt x="533521" y="40441"/>
                </a:lnTo>
                <a:lnTo>
                  <a:pt x="533069" y="41013"/>
                </a:lnTo>
                <a:lnTo>
                  <a:pt x="532629" y="41598"/>
                </a:lnTo>
                <a:lnTo>
                  <a:pt x="532201" y="42195"/>
                </a:lnTo>
                <a:lnTo>
                  <a:pt x="531785" y="42804"/>
                </a:lnTo>
                <a:lnTo>
                  <a:pt x="531381" y="43426"/>
                </a:lnTo>
                <a:lnTo>
                  <a:pt x="530989" y="44060"/>
                </a:lnTo>
                <a:lnTo>
                  <a:pt x="530609" y="44706"/>
                </a:lnTo>
                <a:lnTo>
                  <a:pt x="530240" y="45366"/>
                </a:lnTo>
                <a:lnTo>
                  <a:pt x="529884" y="46037"/>
                </a:lnTo>
                <a:lnTo>
                  <a:pt x="529541" y="46720"/>
                </a:lnTo>
                <a:lnTo>
                  <a:pt x="529212" y="47412"/>
                </a:lnTo>
                <a:lnTo>
                  <a:pt x="528899" y="48115"/>
                </a:lnTo>
                <a:lnTo>
                  <a:pt x="528599" y="48828"/>
                </a:lnTo>
                <a:lnTo>
                  <a:pt x="528315" y="49550"/>
                </a:lnTo>
                <a:lnTo>
                  <a:pt x="528045" y="50283"/>
                </a:lnTo>
                <a:lnTo>
                  <a:pt x="527789" y="51026"/>
                </a:lnTo>
                <a:lnTo>
                  <a:pt x="527548" y="51779"/>
                </a:lnTo>
                <a:lnTo>
                  <a:pt x="527322" y="52542"/>
                </a:lnTo>
                <a:lnTo>
                  <a:pt x="527110" y="53315"/>
                </a:lnTo>
                <a:lnTo>
                  <a:pt x="526913" y="54098"/>
                </a:lnTo>
                <a:lnTo>
                  <a:pt x="526731" y="54892"/>
                </a:lnTo>
                <a:lnTo>
                  <a:pt x="526563" y="55695"/>
                </a:lnTo>
                <a:lnTo>
                  <a:pt x="526410" y="56508"/>
                </a:lnTo>
                <a:lnTo>
                  <a:pt x="526271" y="57332"/>
                </a:lnTo>
                <a:lnTo>
                  <a:pt x="526147" y="58165"/>
                </a:lnTo>
                <a:lnTo>
                  <a:pt x="526037" y="59008"/>
                </a:lnTo>
                <a:lnTo>
                  <a:pt x="525943" y="59862"/>
                </a:lnTo>
                <a:lnTo>
                  <a:pt x="525862" y="60725"/>
                </a:lnTo>
                <a:lnTo>
                  <a:pt x="525797" y="61599"/>
                </a:lnTo>
                <a:lnTo>
                  <a:pt x="525746" y="62483"/>
                </a:lnTo>
                <a:lnTo>
                  <a:pt x="525709" y="63377"/>
                </a:lnTo>
                <a:lnTo>
                  <a:pt x="525687" y="64280"/>
                </a:lnTo>
                <a:lnTo>
                  <a:pt x="525680" y="65194"/>
                </a:lnTo>
                <a:lnTo>
                  <a:pt x="525687" y="66097"/>
                </a:lnTo>
                <a:lnTo>
                  <a:pt x="525709" y="66990"/>
                </a:lnTo>
                <a:lnTo>
                  <a:pt x="525747" y="67874"/>
                </a:lnTo>
                <a:lnTo>
                  <a:pt x="525798" y="68749"/>
                </a:lnTo>
                <a:lnTo>
                  <a:pt x="525865" y="69614"/>
                </a:lnTo>
                <a:lnTo>
                  <a:pt x="525947" y="70470"/>
                </a:lnTo>
                <a:lnTo>
                  <a:pt x="526043" y="71317"/>
                </a:lnTo>
                <a:lnTo>
                  <a:pt x="526154" y="72154"/>
                </a:lnTo>
                <a:lnTo>
                  <a:pt x="526280" y="72982"/>
                </a:lnTo>
                <a:lnTo>
                  <a:pt x="526421" y="73801"/>
                </a:lnTo>
                <a:lnTo>
                  <a:pt x="526577" y="74611"/>
                </a:lnTo>
                <a:lnTo>
                  <a:pt x="526748" y="75411"/>
                </a:lnTo>
                <a:lnTo>
                  <a:pt x="526933" y="76201"/>
                </a:lnTo>
                <a:lnTo>
                  <a:pt x="527133" y="76983"/>
                </a:lnTo>
                <a:lnTo>
                  <a:pt x="527348" y="77755"/>
                </a:lnTo>
                <a:lnTo>
                  <a:pt x="527578" y="78518"/>
                </a:lnTo>
                <a:lnTo>
                  <a:pt x="527823" y="79271"/>
                </a:lnTo>
                <a:lnTo>
                  <a:pt x="528082" y="80015"/>
                </a:lnTo>
                <a:lnTo>
                  <a:pt x="528357" y="80750"/>
                </a:lnTo>
                <a:lnTo>
                  <a:pt x="528646" y="81475"/>
                </a:lnTo>
                <a:lnTo>
                  <a:pt x="528950" y="82192"/>
                </a:lnTo>
                <a:lnTo>
                  <a:pt x="529269" y="82898"/>
                </a:lnTo>
                <a:lnTo>
                  <a:pt x="529603" y="83596"/>
                </a:lnTo>
                <a:lnTo>
                  <a:pt x="529951" y="84284"/>
                </a:lnTo>
                <a:lnTo>
                  <a:pt x="530313" y="84961"/>
                </a:lnTo>
                <a:lnTo>
                  <a:pt x="530686" y="85625"/>
                </a:lnTo>
                <a:lnTo>
                  <a:pt x="531070" y="86277"/>
                </a:lnTo>
                <a:lnTo>
                  <a:pt x="531466" y="86916"/>
                </a:lnTo>
                <a:lnTo>
                  <a:pt x="531872" y="87542"/>
                </a:lnTo>
                <a:lnTo>
                  <a:pt x="532290" y="88156"/>
                </a:lnTo>
                <a:lnTo>
                  <a:pt x="532720" y="88757"/>
                </a:lnTo>
                <a:lnTo>
                  <a:pt x="533160" y="89345"/>
                </a:lnTo>
                <a:lnTo>
                  <a:pt x="533612" y="89921"/>
                </a:lnTo>
                <a:lnTo>
                  <a:pt x="534075" y="90484"/>
                </a:lnTo>
                <a:lnTo>
                  <a:pt x="534549" y="91034"/>
                </a:lnTo>
                <a:lnTo>
                  <a:pt x="535034" y="91571"/>
                </a:lnTo>
                <a:lnTo>
                  <a:pt x="535531" y="92096"/>
                </a:lnTo>
                <a:lnTo>
                  <a:pt x="536039" y="92608"/>
                </a:lnTo>
                <a:lnTo>
                  <a:pt x="536558" y="93108"/>
                </a:lnTo>
                <a:lnTo>
                  <a:pt x="537089" y="93595"/>
                </a:lnTo>
                <a:lnTo>
                  <a:pt x="537630" y="94069"/>
                </a:lnTo>
                <a:lnTo>
                  <a:pt x="538183" y="94530"/>
                </a:lnTo>
                <a:lnTo>
                  <a:pt x="538747" y="94979"/>
                </a:lnTo>
                <a:lnTo>
                  <a:pt x="539323" y="95415"/>
                </a:lnTo>
                <a:lnTo>
                  <a:pt x="539910" y="95839"/>
                </a:lnTo>
                <a:lnTo>
                  <a:pt x="540507" y="96250"/>
                </a:lnTo>
                <a:lnTo>
                  <a:pt x="541117" y="96648"/>
                </a:lnTo>
                <a:lnTo>
                  <a:pt x="541737" y="97033"/>
                </a:lnTo>
                <a:lnTo>
                  <a:pt x="542367" y="97404"/>
                </a:lnTo>
                <a:lnTo>
                  <a:pt x="543005" y="97759"/>
                </a:lnTo>
                <a:lnTo>
                  <a:pt x="543651" y="98099"/>
                </a:lnTo>
                <a:lnTo>
                  <a:pt x="544304" y="98422"/>
                </a:lnTo>
                <a:lnTo>
                  <a:pt x="544966" y="98730"/>
                </a:lnTo>
                <a:lnTo>
                  <a:pt x="545635" y="99022"/>
                </a:lnTo>
                <a:lnTo>
                  <a:pt x="546313" y="99299"/>
                </a:lnTo>
                <a:lnTo>
                  <a:pt x="546998" y="99559"/>
                </a:lnTo>
                <a:lnTo>
                  <a:pt x="547691" y="99804"/>
                </a:lnTo>
                <a:lnTo>
                  <a:pt x="548392" y="100033"/>
                </a:lnTo>
                <a:lnTo>
                  <a:pt x="549101" y="100246"/>
                </a:lnTo>
                <a:lnTo>
                  <a:pt x="549818" y="100443"/>
                </a:lnTo>
                <a:lnTo>
                  <a:pt x="550542" y="100625"/>
                </a:lnTo>
                <a:lnTo>
                  <a:pt x="551275" y="100791"/>
                </a:lnTo>
                <a:lnTo>
                  <a:pt x="552015" y="100941"/>
                </a:lnTo>
                <a:lnTo>
                  <a:pt x="552764" y="101075"/>
                </a:lnTo>
                <a:lnTo>
                  <a:pt x="553520" y="101193"/>
                </a:lnTo>
                <a:lnTo>
                  <a:pt x="554284" y="101296"/>
                </a:lnTo>
                <a:lnTo>
                  <a:pt x="555056" y="101383"/>
                </a:lnTo>
                <a:lnTo>
                  <a:pt x="555836" y="101454"/>
                </a:lnTo>
                <a:lnTo>
                  <a:pt x="556624" y="101509"/>
                </a:lnTo>
                <a:lnTo>
                  <a:pt x="557420" y="101548"/>
                </a:lnTo>
                <a:lnTo>
                  <a:pt x="558224" y="101572"/>
                </a:lnTo>
                <a:lnTo>
                  <a:pt x="559035" y="101580"/>
                </a:lnTo>
                <a:lnTo>
                  <a:pt x="559709" y="101575"/>
                </a:lnTo>
                <a:lnTo>
                  <a:pt x="560377" y="101560"/>
                </a:lnTo>
                <a:lnTo>
                  <a:pt x="561037" y="101536"/>
                </a:lnTo>
                <a:lnTo>
                  <a:pt x="561690" y="101502"/>
                </a:lnTo>
                <a:lnTo>
                  <a:pt x="562337" y="101457"/>
                </a:lnTo>
                <a:lnTo>
                  <a:pt x="562976" y="101404"/>
                </a:lnTo>
                <a:lnTo>
                  <a:pt x="563609" y="101340"/>
                </a:lnTo>
                <a:lnTo>
                  <a:pt x="564235" y="101266"/>
                </a:lnTo>
                <a:lnTo>
                  <a:pt x="564853" y="101183"/>
                </a:lnTo>
                <a:lnTo>
                  <a:pt x="565465" y="101090"/>
                </a:lnTo>
                <a:lnTo>
                  <a:pt x="566070" y="100987"/>
                </a:lnTo>
                <a:lnTo>
                  <a:pt x="566668" y="100874"/>
                </a:lnTo>
                <a:lnTo>
                  <a:pt x="567259" y="100751"/>
                </a:lnTo>
                <a:lnTo>
                  <a:pt x="567843" y="100619"/>
                </a:lnTo>
                <a:lnTo>
                  <a:pt x="568420" y="100477"/>
                </a:lnTo>
                <a:lnTo>
                  <a:pt x="568990" y="100325"/>
                </a:lnTo>
                <a:lnTo>
                  <a:pt x="569553" y="100163"/>
                </a:lnTo>
                <a:lnTo>
                  <a:pt x="570109" y="99991"/>
                </a:lnTo>
                <a:lnTo>
                  <a:pt x="570658" y="99810"/>
                </a:lnTo>
                <a:lnTo>
                  <a:pt x="571201" y="99619"/>
                </a:lnTo>
                <a:lnTo>
                  <a:pt x="571736" y="99418"/>
                </a:lnTo>
                <a:lnTo>
                  <a:pt x="572264" y="99207"/>
                </a:lnTo>
                <a:lnTo>
                  <a:pt x="572786" y="98986"/>
                </a:lnTo>
                <a:lnTo>
                  <a:pt x="573300" y="98756"/>
                </a:lnTo>
                <a:lnTo>
                  <a:pt x="573808" y="98516"/>
                </a:lnTo>
                <a:lnTo>
                  <a:pt x="574309" y="98270"/>
                </a:lnTo>
                <a:lnTo>
                  <a:pt x="574802" y="98016"/>
                </a:lnTo>
                <a:lnTo>
                  <a:pt x="575289" y="97754"/>
                </a:lnTo>
                <a:lnTo>
                  <a:pt x="575769" y="97485"/>
                </a:lnTo>
                <a:lnTo>
                  <a:pt x="576242" y="97209"/>
                </a:lnTo>
                <a:lnTo>
                  <a:pt x="576708" y="96925"/>
                </a:lnTo>
                <a:lnTo>
                  <a:pt x="577167" y="96634"/>
                </a:lnTo>
                <a:lnTo>
                  <a:pt x="577619" y="96335"/>
                </a:lnTo>
                <a:lnTo>
                  <a:pt x="578064" y="96030"/>
                </a:lnTo>
                <a:lnTo>
                  <a:pt x="578502" y="95716"/>
                </a:lnTo>
                <a:lnTo>
                  <a:pt x="578934" y="95395"/>
                </a:lnTo>
                <a:lnTo>
                  <a:pt x="579358" y="95067"/>
                </a:lnTo>
                <a:lnTo>
                  <a:pt x="579775" y="94732"/>
                </a:lnTo>
                <a:lnTo>
                  <a:pt x="580186" y="94389"/>
                </a:lnTo>
                <a:lnTo>
                  <a:pt x="580589" y="94038"/>
                </a:lnTo>
                <a:lnTo>
                  <a:pt x="580986" y="93680"/>
                </a:lnTo>
                <a:lnTo>
                  <a:pt x="581376" y="93315"/>
                </a:lnTo>
                <a:lnTo>
                  <a:pt x="581758" y="92942"/>
                </a:lnTo>
                <a:lnTo>
                  <a:pt x="582134" y="92562"/>
                </a:lnTo>
                <a:lnTo>
                  <a:pt x="582503" y="92175"/>
                </a:lnTo>
                <a:lnTo>
                  <a:pt x="582865" y="91780"/>
                </a:lnTo>
                <a:lnTo>
                  <a:pt x="583220" y="91378"/>
                </a:lnTo>
                <a:lnTo>
                  <a:pt x="583568" y="90968"/>
                </a:lnTo>
                <a:lnTo>
                  <a:pt x="583908" y="90552"/>
                </a:lnTo>
                <a:lnTo>
                  <a:pt x="584240" y="90132"/>
                </a:lnTo>
                <a:lnTo>
                  <a:pt x="584563" y="89708"/>
                </a:lnTo>
                <a:lnTo>
                  <a:pt x="584877" y="89280"/>
                </a:lnTo>
                <a:lnTo>
                  <a:pt x="585183" y="88847"/>
                </a:lnTo>
                <a:lnTo>
                  <a:pt x="585480" y="88410"/>
                </a:lnTo>
                <a:lnTo>
                  <a:pt x="585769" y="87968"/>
                </a:lnTo>
                <a:lnTo>
                  <a:pt x="586049" y="87522"/>
                </a:lnTo>
                <a:lnTo>
                  <a:pt x="586320" y="87072"/>
                </a:lnTo>
                <a:lnTo>
                  <a:pt x="586583" y="86618"/>
                </a:lnTo>
                <a:lnTo>
                  <a:pt x="586837" y="86159"/>
                </a:lnTo>
                <a:lnTo>
                  <a:pt x="587083" y="85696"/>
                </a:lnTo>
                <a:lnTo>
                  <a:pt x="587320" y="85229"/>
                </a:lnTo>
                <a:lnTo>
                  <a:pt x="587548" y="84757"/>
                </a:lnTo>
                <a:lnTo>
                  <a:pt x="587768" y="84282"/>
                </a:lnTo>
                <a:lnTo>
                  <a:pt x="587979" y="83801"/>
                </a:lnTo>
                <a:lnTo>
                  <a:pt x="588181" y="83317"/>
                </a:lnTo>
                <a:lnTo>
                  <a:pt x="588375" y="82828"/>
                </a:lnTo>
                <a:lnTo>
                  <a:pt x="588560" y="82335"/>
                </a:lnTo>
                <a:lnTo>
                  <a:pt x="588737" y="81837"/>
                </a:lnTo>
                <a:lnTo>
                  <a:pt x="588905" y="81336"/>
                </a:lnTo>
                <a:lnTo>
                  <a:pt x="589065" y="80830"/>
                </a:lnTo>
                <a:lnTo>
                  <a:pt x="589215" y="80319"/>
                </a:lnTo>
                <a:lnTo>
                  <a:pt x="589358" y="79805"/>
                </a:lnTo>
                <a:lnTo>
                  <a:pt x="577917" y="79805"/>
                </a:lnTo>
                <a:lnTo>
                  <a:pt x="577740" y="80260"/>
                </a:lnTo>
                <a:lnTo>
                  <a:pt x="577554" y="80707"/>
                </a:lnTo>
                <a:lnTo>
                  <a:pt x="577358" y="81147"/>
                </a:lnTo>
                <a:lnTo>
                  <a:pt x="577153" y="81579"/>
                </a:lnTo>
                <a:lnTo>
                  <a:pt x="576939" y="82003"/>
                </a:lnTo>
                <a:lnTo>
                  <a:pt x="576715" y="82419"/>
                </a:lnTo>
                <a:lnTo>
                  <a:pt x="576482" y="82827"/>
                </a:lnTo>
                <a:lnTo>
                  <a:pt x="576240" y="83227"/>
                </a:lnTo>
                <a:lnTo>
                  <a:pt x="575988" y="83619"/>
                </a:lnTo>
                <a:lnTo>
                  <a:pt x="575727" y="84003"/>
                </a:lnTo>
                <a:lnTo>
                  <a:pt x="575457" y="84380"/>
                </a:lnTo>
                <a:lnTo>
                  <a:pt x="575177" y="84748"/>
                </a:lnTo>
                <a:lnTo>
                  <a:pt x="574889" y="85109"/>
                </a:lnTo>
                <a:lnTo>
                  <a:pt x="574590" y="85462"/>
                </a:lnTo>
                <a:lnTo>
                  <a:pt x="574283" y="85807"/>
                </a:lnTo>
                <a:lnTo>
                  <a:pt x="573966" y="86144"/>
                </a:lnTo>
                <a:lnTo>
                  <a:pt x="573639" y="86473"/>
                </a:lnTo>
                <a:lnTo>
                  <a:pt x="573304" y="86794"/>
                </a:lnTo>
                <a:lnTo>
                  <a:pt x="572959" y="87107"/>
                </a:lnTo>
                <a:lnTo>
                  <a:pt x="572605" y="87413"/>
                </a:lnTo>
                <a:lnTo>
                  <a:pt x="572241" y="87710"/>
                </a:lnTo>
                <a:lnTo>
                  <a:pt x="571868" y="88000"/>
                </a:lnTo>
                <a:lnTo>
                  <a:pt x="571486" y="88282"/>
                </a:lnTo>
                <a:lnTo>
                  <a:pt x="571094" y="88556"/>
                </a:lnTo>
                <a:lnTo>
                  <a:pt x="570694" y="88820"/>
                </a:lnTo>
                <a:lnTo>
                  <a:pt x="570284" y="89073"/>
                </a:lnTo>
                <a:lnTo>
                  <a:pt x="569866" y="89315"/>
                </a:lnTo>
                <a:lnTo>
                  <a:pt x="569438" y="89545"/>
                </a:lnTo>
                <a:lnTo>
                  <a:pt x="569002" y="89764"/>
                </a:lnTo>
                <a:lnTo>
                  <a:pt x="568557" y="89972"/>
                </a:lnTo>
                <a:lnTo>
                  <a:pt x="568104" y="90169"/>
                </a:lnTo>
                <a:lnTo>
                  <a:pt x="567641" y="90355"/>
                </a:lnTo>
                <a:lnTo>
                  <a:pt x="567170" y="90529"/>
                </a:lnTo>
                <a:lnTo>
                  <a:pt x="566689" y="90692"/>
                </a:lnTo>
                <a:lnTo>
                  <a:pt x="566200" y="90844"/>
                </a:lnTo>
                <a:lnTo>
                  <a:pt x="565702" y="90985"/>
                </a:lnTo>
                <a:lnTo>
                  <a:pt x="565195" y="91114"/>
                </a:lnTo>
                <a:lnTo>
                  <a:pt x="564679" y="91232"/>
                </a:lnTo>
                <a:lnTo>
                  <a:pt x="564155" y="91339"/>
                </a:lnTo>
                <a:lnTo>
                  <a:pt x="563621" y="91434"/>
                </a:lnTo>
                <a:lnTo>
                  <a:pt x="563079" y="91519"/>
                </a:lnTo>
                <a:lnTo>
                  <a:pt x="562528" y="91592"/>
                </a:lnTo>
                <a:lnTo>
                  <a:pt x="561968" y="91654"/>
                </a:lnTo>
                <a:lnTo>
                  <a:pt x="561399" y="91704"/>
                </a:lnTo>
                <a:lnTo>
                  <a:pt x="560821" y="91744"/>
                </a:lnTo>
                <a:lnTo>
                  <a:pt x="560235" y="91772"/>
                </a:lnTo>
                <a:lnTo>
                  <a:pt x="559639" y="91789"/>
                </a:lnTo>
                <a:lnTo>
                  <a:pt x="559035" y="91794"/>
                </a:lnTo>
                <a:lnTo>
                  <a:pt x="558554" y="91789"/>
                </a:lnTo>
                <a:lnTo>
                  <a:pt x="558075" y="91774"/>
                </a:lnTo>
                <a:lnTo>
                  <a:pt x="557599" y="91749"/>
                </a:lnTo>
                <a:lnTo>
                  <a:pt x="557126" y="91714"/>
                </a:lnTo>
                <a:lnTo>
                  <a:pt x="556656" y="91669"/>
                </a:lnTo>
                <a:lnTo>
                  <a:pt x="556188" y="91613"/>
                </a:lnTo>
                <a:lnTo>
                  <a:pt x="555722" y="91548"/>
                </a:lnTo>
                <a:lnTo>
                  <a:pt x="555260" y="91473"/>
                </a:lnTo>
                <a:lnTo>
                  <a:pt x="554799" y="91387"/>
                </a:lnTo>
                <a:lnTo>
                  <a:pt x="554342" y="91292"/>
                </a:lnTo>
                <a:lnTo>
                  <a:pt x="553887" y="91186"/>
                </a:lnTo>
                <a:lnTo>
                  <a:pt x="553435" y="91071"/>
                </a:lnTo>
                <a:lnTo>
                  <a:pt x="552986" y="90945"/>
                </a:lnTo>
                <a:lnTo>
                  <a:pt x="552539" y="90810"/>
                </a:lnTo>
                <a:lnTo>
                  <a:pt x="552094" y="90664"/>
                </a:lnTo>
                <a:lnTo>
                  <a:pt x="551653" y="90508"/>
                </a:lnTo>
                <a:lnTo>
                  <a:pt x="551214" y="90342"/>
                </a:lnTo>
                <a:lnTo>
                  <a:pt x="550777" y="90167"/>
                </a:lnTo>
                <a:lnTo>
                  <a:pt x="550344" y="89981"/>
                </a:lnTo>
                <a:lnTo>
                  <a:pt x="549913" y="89785"/>
                </a:lnTo>
                <a:lnTo>
                  <a:pt x="549484" y="89579"/>
                </a:lnTo>
                <a:lnTo>
                  <a:pt x="549058" y="89363"/>
                </a:lnTo>
                <a:lnTo>
                  <a:pt x="548635" y="89137"/>
                </a:lnTo>
                <a:lnTo>
                  <a:pt x="548215" y="88900"/>
                </a:lnTo>
                <a:lnTo>
                  <a:pt x="547799" y="88654"/>
                </a:lnTo>
                <a:lnTo>
                  <a:pt x="547390" y="88398"/>
                </a:lnTo>
                <a:lnTo>
                  <a:pt x="546987" y="88132"/>
                </a:lnTo>
                <a:lnTo>
                  <a:pt x="546591" y="87855"/>
                </a:lnTo>
                <a:lnTo>
                  <a:pt x="546202" y="87569"/>
                </a:lnTo>
                <a:lnTo>
                  <a:pt x="545820" y="87273"/>
                </a:lnTo>
                <a:lnTo>
                  <a:pt x="545444" y="86966"/>
                </a:lnTo>
                <a:lnTo>
                  <a:pt x="545075" y="86650"/>
                </a:lnTo>
                <a:lnTo>
                  <a:pt x="544713" y="86323"/>
                </a:lnTo>
                <a:lnTo>
                  <a:pt x="544357" y="85986"/>
                </a:lnTo>
                <a:lnTo>
                  <a:pt x="544008" y="85640"/>
                </a:lnTo>
                <a:lnTo>
                  <a:pt x="543666" y="85283"/>
                </a:lnTo>
                <a:lnTo>
                  <a:pt x="543331" y="84916"/>
                </a:lnTo>
                <a:lnTo>
                  <a:pt x="543002" y="84540"/>
                </a:lnTo>
                <a:lnTo>
                  <a:pt x="542680" y="84153"/>
                </a:lnTo>
                <a:lnTo>
                  <a:pt x="542364" y="83756"/>
                </a:lnTo>
                <a:lnTo>
                  <a:pt x="542056" y="83349"/>
                </a:lnTo>
                <a:lnTo>
                  <a:pt x="541753" y="82932"/>
                </a:lnTo>
                <a:lnTo>
                  <a:pt x="541458" y="82505"/>
                </a:lnTo>
                <a:lnTo>
                  <a:pt x="541169" y="82068"/>
                </a:lnTo>
                <a:lnTo>
                  <a:pt x="540888" y="81621"/>
                </a:lnTo>
                <a:lnTo>
                  <a:pt x="540612" y="81163"/>
                </a:lnTo>
                <a:lnTo>
                  <a:pt x="540344" y="80696"/>
                </a:lnTo>
                <a:lnTo>
                  <a:pt x="540082" y="80219"/>
                </a:lnTo>
                <a:lnTo>
                  <a:pt x="539829" y="79732"/>
                </a:lnTo>
                <a:lnTo>
                  <a:pt x="539587" y="79235"/>
                </a:lnTo>
                <a:lnTo>
                  <a:pt x="539355" y="78728"/>
                </a:lnTo>
                <a:lnTo>
                  <a:pt x="539135" y="78212"/>
                </a:lnTo>
                <a:lnTo>
                  <a:pt x="538925" y="77687"/>
                </a:lnTo>
                <a:lnTo>
                  <a:pt x="538726" y="77152"/>
                </a:lnTo>
                <a:lnTo>
                  <a:pt x="538537" y="76607"/>
                </a:lnTo>
                <a:lnTo>
                  <a:pt x="538360" y="76053"/>
                </a:lnTo>
                <a:lnTo>
                  <a:pt x="538193" y="75489"/>
                </a:lnTo>
                <a:lnTo>
                  <a:pt x="538037" y="74916"/>
                </a:lnTo>
                <a:lnTo>
                  <a:pt x="537891" y="74333"/>
                </a:lnTo>
                <a:lnTo>
                  <a:pt x="537757" y="73740"/>
                </a:lnTo>
                <a:lnTo>
                  <a:pt x="537633" y="73138"/>
                </a:lnTo>
                <a:lnTo>
                  <a:pt x="537520" y="72526"/>
                </a:lnTo>
                <a:lnTo>
                  <a:pt x="537418" y="71905"/>
                </a:lnTo>
                <a:lnTo>
                  <a:pt x="537326" y="71275"/>
                </a:lnTo>
                <a:lnTo>
                  <a:pt x="537246" y="70634"/>
                </a:lnTo>
                <a:lnTo>
                  <a:pt x="537176" y="69984"/>
                </a:lnTo>
                <a:lnTo>
                  <a:pt x="537116" y="69325"/>
                </a:lnTo>
                <a:lnTo>
                  <a:pt x="537068" y="68656"/>
                </a:lnTo>
                <a:lnTo>
                  <a:pt x="537030" y="67977"/>
                </a:lnTo>
                <a:lnTo>
                  <a:pt x="537024" y="67813"/>
                </a:lnTo>
                <a:lnTo>
                  <a:pt x="591150" y="67813"/>
                </a:lnTo>
                <a:lnTo>
                  <a:pt x="591161" y="67653"/>
                </a:lnTo>
                <a:lnTo>
                  <a:pt x="591171" y="67494"/>
                </a:lnTo>
                <a:lnTo>
                  <a:pt x="591182" y="67337"/>
                </a:lnTo>
                <a:lnTo>
                  <a:pt x="591191" y="67181"/>
                </a:lnTo>
                <a:close/>
                <a:moveTo>
                  <a:pt x="537408" y="56594"/>
                </a:moveTo>
                <a:lnTo>
                  <a:pt x="537508" y="56035"/>
                </a:lnTo>
                <a:lnTo>
                  <a:pt x="537619" y="55485"/>
                </a:lnTo>
                <a:lnTo>
                  <a:pt x="537740" y="54944"/>
                </a:lnTo>
                <a:lnTo>
                  <a:pt x="537872" y="54411"/>
                </a:lnTo>
                <a:lnTo>
                  <a:pt x="538014" y="53887"/>
                </a:lnTo>
                <a:lnTo>
                  <a:pt x="538167" y="53373"/>
                </a:lnTo>
                <a:lnTo>
                  <a:pt x="538330" y="52867"/>
                </a:lnTo>
                <a:lnTo>
                  <a:pt x="538504" y="52369"/>
                </a:lnTo>
                <a:lnTo>
                  <a:pt x="538688" y="51881"/>
                </a:lnTo>
                <a:lnTo>
                  <a:pt x="538883" y="51402"/>
                </a:lnTo>
                <a:lnTo>
                  <a:pt x="539088" y="50931"/>
                </a:lnTo>
                <a:lnTo>
                  <a:pt x="539304" y="50469"/>
                </a:lnTo>
                <a:lnTo>
                  <a:pt x="539530" y="50016"/>
                </a:lnTo>
                <a:lnTo>
                  <a:pt x="539767" y="49572"/>
                </a:lnTo>
                <a:lnTo>
                  <a:pt x="540015" y="49137"/>
                </a:lnTo>
                <a:lnTo>
                  <a:pt x="540271" y="48711"/>
                </a:lnTo>
                <a:lnTo>
                  <a:pt x="540534" y="48293"/>
                </a:lnTo>
                <a:lnTo>
                  <a:pt x="540804" y="47883"/>
                </a:lnTo>
                <a:lnTo>
                  <a:pt x="541081" y="47483"/>
                </a:lnTo>
                <a:lnTo>
                  <a:pt x="541365" y="47091"/>
                </a:lnTo>
                <a:lnTo>
                  <a:pt x="541656" y="46707"/>
                </a:lnTo>
                <a:lnTo>
                  <a:pt x="541954" y="46333"/>
                </a:lnTo>
                <a:lnTo>
                  <a:pt x="542258" y="45966"/>
                </a:lnTo>
                <a:lnTo>
                  <a:pt x="542570" y="45609"/>
                </a:lnTo>
                <a:lnTo>
                  <a:pt x="542889" y="45260"/>
                </a:lnTo>
                <a:lnTo>
                  <a:pt x="543214" y="44920"/>
                </a:lnTo>
                <a:lnTo>
                  <a:pt x="543547" y="44588"/>
                </a:lnTo>
                <a:lnTo>
                  <a:pt x="543886" y="44265"/>
                </a:lnTo>
                <a:lnTo>
                  <a:pt x="544233" y="43950"/>
                </a:lnTo>
                <a:lnTo>
                  <a:pt x="544586" y="43645"/>
                </a:lnTo>
                <a:lnTo>
                  <a:pt x="544946" y="43347"/>
                </a:lnTo>
                <a:lnTo>
                  <a:pt x="545313" y="43059"/>
                </a:lnTo>
                <a:lnTo>
                  <a:pt x="545687" y="42779"/>
                </a:lnTo>
                <a:lnTo>
                  <a:pt x="546069" y="42507"/>
                </a:lnTo>
                <a:lnTo>
                  <a:pt x="546457" y="42245"/>
                </a:lnTo>
                <a:lnTo>
                  <a:pt x="546851" y="41991"/>
                </a:lnTo>
                <a:lnTo>
                  <a:pt x="547253" y="41745"/>
                </a:lnTo>
                <a:lnTo>
                  <a:pt x="547662" y="41508"/>
                </a:lnTo>
                <a:lnTo>
                  <a:pt x="548078" y="41280"/>
                </a:lnTo>
                <a:lnTo>
                  <a:pt x="548499" y="41060"/>
                </a:lnTo>
                <a:lnTo>
                  <a:pt x="548923" y="40850"/>
                </a:lnTo>
                <a:lnTo>
                  <a:pt x="549350" y="40650"/>
                </a:lnTo>
                <a:lnTo>
                  <a:pt x="549780" y="40459"/>
                </a:lnTo>
                <a:lnTo>
                  <a:pt x="550213" y="40277"/>
                </a:lnTo>
                <a:lnTo>
                  <a:pt x="550649" y="40104"/>
                </a:lnTo>
                <a:lnTo>
                  <a:pt x="551089" y="39941"/>
                </a:lnTo>
                <a:lnTo>
                  <a:pt x="551531" y="39787"/>
                </a:lnTo>
                <a:lnTo>
                  <a:pt x="551977" y="39642"/>
                </a:lnTo>
                <a:lnTo>
                  <a:pt x="552426" y="39507"/>
                </a:lnTo>
                <a:lnTo>
                  <a:pt x="552878" y="39381"/>
                </a:lnTo>
                <a:lnTo>
                  <a:pt x="553333" y="39264"/>
                </a:lnTo>
                <a:lnTo>
                  <a:pt x="553791" y="39157"/>
                </a:lnTo>
                <a:lnTo>
                  <a:pt x="554252" y="39059"/>
                </a:lnTo>
                <a:lnTo>
                  <a:pt x="554716" y="38970"/>
                </a:lnTo>
                <a:lnTo>
                  <a:pt x="555184" y="38891"/>
                </a:lnTo>
                <a:lnTo>
                  <a:pt x="555654" y="38821"/>
                </a:lnTo>
                <a:lnTo>
                  <a:pt x="556128" y="38760"/>
                </a:lnTo>
                <a:lnTo>
                  <a:pt x="556605" y="38709"/>
                </a:lnTo>
                <a:lnTo>
                  <a:pt x="557084" y="38667"/>
                </a:lnTo>
                <a:lnTo>
                  <a:pt x="557567" y="38634"/>
                </a:lnTo>
                <a:lnTo>
                  <a:pt x="558054" y="38611"/>
                </a:lnTo>
                <a:lnTo>
                  <a:pt x="558543" y="38597"/>
                </a:lnTo>
                <a:lnTo>
                  <a:pt x="559035" y="38592"/>
                </a:lnTo>
                <a:lnTo>
                  <a:pt x="559765" y="38601"/>
                </a:lnTo>
                <a:lnTo>
                  <a:pt x="560485" y="38629"/>
                </a:lnTo>
                <a:lnTo>
                  <a:pt x="561194" y="38676"/>
                </a:lnTo>
                <a:lnTo>
                  <a:pt x="561893" y="38741"/>
                </a:lnTo>
                <a:lnTo>
                  <a:pt x="562582" y="38825"/>
                </a:lnTo>
                <a:lnTo>
                  <a:pt x="563260" y="38928"/>
                </a:lnTo>
                <a:lnTo>
                  <a:pt x="563928" y="39049"/>
                </a:lnTo>
                <a:lnTo>
                  <a:pt x="564586" y="39189"/>
                </a:lnTo>
                <a:lnTo>
                  <a:pt x="565234" y="39348"/>
                </a:lnTo>
                <a:lnTo>
                  <a:pt x="565871" y="39525"/>
                </a:lnTo>
                <a:lnTo>
                  <a:pt x="566498" y="39721"/>
                </a:lnTo>
                <a:lnTo>
                  <a:pt x="567115" y="39936"/>
                </a:lnTo>
                <a:lnTo>
                  <a:pt x="567721" y="40169"/>
                </a:lnTo>
                <a:lnTo>
                  <a:pt x="568317" y="40421"/>
                </a:lnTo>
                <a:lnTo>
                  <a:pt x="568903" y="40692"/>
                </a:lnTo>
                <a:lnTo>
                  <a:pt x="569479" y="40981"/>
                </a:lnTo>
                <a:lnTo>
                  <a:pt x="570044" y="41289"/>
                </a:lnTo>
                <a:lnTo>
                  <a:pt x="570599" y="41616"/>
                </a:lnTo>
                <a:lnTo>
                  <a:pt x="571144" y="41961"/>
                </a:lnTo>
                <a:lnTo>
                  <a:pt x="571678" y="42325"/>
                </a:lnTo>
                <a:lnTo>
                  <a:pt x="572202" y="42708"/>
                </a:lnTo>
                <a:lnTo>
                  <a:pt x="572716" y="43109"/>
                </a:lnTo>
                <a:lnTo>
                  <a:pt x="573219" y="43529"/>
                </a:lnTo>
                <a:lnTo>
                  <a:pt x="573713" y="43968"/>
                </a:lnTo>
                <a:lnTo>
                  <a:pt x="574191" y="44423"/>
                </a:lnTo>
                <a:lnTo>
                  <a:pt x="574651" y="44892"/>
                </a:lnTo>
                <a:lnTo>
                  <a:pt x="575092" y="45376"/>
                </a:lnTo>
                <a:lnTo>
                  <a:pt x="575514" y="45874"/>
                </a:lnTo>
                <a:lnTo>
                  <a:pt x="575918" y="46387"/>
                </a:lnTo>
                <a:lnTo>
                  <a:pt x="576302" y="46914"/>
                </a:lnTo>
                <a:lnTo>
                  <a:pt x="576667" y="47455"/>
                </a:lnTo>
                <a:lnTo>
                  <a:pt x="577014" y="48011"/>
                </a:lnTo>
                <a:lnTo>
                  <a:pt x="577341" y="48581"/>
                </a:lnTo>
                <a:lnTo>
                  <a:pt x="577650" y="49165"/>
                </a:lnTo>
                <a:lnTo>
                  <a:pt x="577939" y="49764"/>
                </a:lnTo>
                <a:lnTo>
                  <a:pt x="578210" y="50377"/>
                </a:lnTo>
                <a:lnTo>
                  <a:pt x="578462" y="51004"/>
                </a:lnTo>
                <a:lnTo>
                  <a:pt x="578695" y="51646"/>
                </a:lnTo>
                <a:lnTo>
                  <a:pt x="578909" y="52302"/>
                </a:lnTo>
                <a:lnTo>
                  <a:pt x="579104" y="52973"/>
                </a:lnTo>
                <a:lnTo>
                  <a:pt x="579280" y="53657"/>
                </a:lnTo>
                <a:lnTo>
                  <a:pt x="579438" y="54357"/>
                </a:lnTo>
                <a:lnTo>
                  <a:pt x="579576" y="55070"/>
                </a:lnTo>
                <a:lnTo>
                  <a:pt x="579695" y="55798"/>
                </a:lnTo>
                <a:lnTo>
                  <a:pt x="579796" y="56540"/>
                </a:lnTo>
                <a:lnTo>
                  <a:pt x="579878" y="57297"/>
                </a:lnTo>
                <a:lnTo>
                  <a:pt x="579940" y="58068"/>
                </a:lnTo>
                <a:lnTo>
                  <a:pt x="579984" y="58853"/>
                </a:lnTo>
                <a:lnTo>
                  <a:pt x="537120" y="58853"/>
                </a:lnTo>
                <a:lnTo>
                  <a:pt x="537171" y="58325"/>
                </a:lnTo>
                <a:lnTo>
                  <a:pt x="537240" y="57739"/>
                </a:lnTo>
                <a:lnTo>
                  <a:pt x="537319" y="57162"/>
                </a:lnTo>
                <a:lnTo>
                  <a:pt x="537408" y="56594"/>
                </a:lnTo>
                <a:close/>
                <a:moveTo>
                  <a:pt x="1166560" y="15651"/>
                </a:moveTo>
                <a:lnTo>
                  <a:pt x="1166820" y="15616"/>
                </a:lnTo>
                <a:lnTo>
                  <a:pt x="1167078" y="15572"/>
                </a:lnTo>
                <a:lnTo>
                  <a:pt x="1167331" y="15521"/>
                </a:lnTo>
                <a:lnTo>
                  <a:pt x="1167582" y="15462"/>
                </a:lnTo>
                <a:lnTo>
                  <a:pt x="1167829" y="15395"/>
                </a:lnTo>
                <a:lnTo>
                  <a:pt x="1168073" y="15320"/>
                </a:lnTo>
                <a:lnTo>
                  <a:pt x="1168313" y="15237"/>
                </a:lnTo>
                <a:lnTo>
                  <a:pt x="1168551" y="15146"/>
                </a:lnTo>
                <a:lnTo>
                  <a:pt x="1168784" y="15047"/>
                </a:lnTo>
                <a:lnTo>
                  <a:pt x="1169015" y="14941"/>
                </a:lnTo>
                <a:lnTo>
                  <a:pt x="1169242" y="14826"/>
                </a:lnTo>
                <a:lnTo>
                  <a:pt x="1169466" y="14704"/>
                </a:lnTo>
                <a:lnTo>
                  <a:pt x="1169686" y="14574"/>
                </a:lnTo>
                <a:lnTo>
                  <a:pt x="1169903" y="14436"/>
                </a:lnTo>
                <a:lnTo>
                  <a:pt x="1170117" y="14290"/>
                </a:lnTo>
                <a:lnTo>
                  <a:pt x="1170327" y="14136"/>
                </a:lnTo>
                <a:lnTo>
                  <a:pt x="1170534" y="13974"/>
                </a:lnTo>
                <a:lnTo>
                  <a:pt x="1170738" y="13804"/>
                </a:lnTo>
                <a:lnTo>
                  <a:pt x="1170938" y="13626"/>
                </a:lnTo>
                <a:lnTo>
                  <a:pt x="1171135" y="13441"/>
                </a:lnTo>
                <a:lnTo>
                  <a:pt x="1171326" y="13249"/>
                </a:lnTo>
                <a:lnTo>
                  <a:pt x="1171509" y="13054"/>
                </a:lnTo>
                <a:lnTo>
                  <a:pt x="1171684" y="12854"/>
                </a:lnTo>
                <a:lnTo>
                  <a:pt x="1171851" y="12650"/>
                </a:lnTo>
                <a:lnTo>
                  <a:pt x="1172009" y="12442"/>
                </a:lnTo>
                <a:lnTo>
                  <a:pt x="1172160" y="12230"/>
                </a:lnTo>
                <a:lnTo>
                  <a:pt x="1172302" y="12014"/>
                </a:lnTo>
                <a:lnTo>
                  <a:pt x="1172436" y="11794"/>
                </a:lnTo>
                <a:lnTo>
                  <a:pt x="1172562" y="11570"/>
                </a:lnTo>
                <a:lnTo>
                  <a:pt x="1172680" y="11341"/>
                </a:lnTo>
                <a:lnTo>
                  <a:pt x="1172790" y="11109"/>
                </a:lnTo>
                <a:lnTo>
                  <a:pt x="1172892" y="10873"/>
                </a:lnTo>
                <a:lnTo>
                  <a:pt x="1172985" y="10632"/>
                </a:lnTo>
                <a:lnTo>
                  <a:pt x="1173071" y="10388"/>
                </a:lnTo>
                <a:lnTo>
                  <a:pt x="1173148" y="10139"/>
                </a:lnTo>
                <a:lnTo>
                  <a:pt x="1173217" y="9886"/>
                </a:lnTo>
                <a:lnTo>
                  <a:pt x="1173278" y="9629"/>
                </a:lnTo>
                <a:lnTo>
                  <a:pt x="1173331" y="9369"/>
                </a:lnTo>
                <a:lnTo>
                  <a:pt x="1173376" y="9104"/>
                </a:lnTo>
                <a:lnTo>
                  <a:pt x="1173413" y="8835"/>
                </a:lnTo>
                <a:lnTo>
                  <a:pt x="1173441" y="8562"/>
                </a:lnTo>
                <a:lnTo>
                  <a:pt x="1173461" y="8285"/>
                </a:lnTo>
                <a:lnTo>
                  <a:pt x="1173474" y="8004"/>
                </a:lnTo>
                <a:lnTo>
                  <a:pt x="1173478" y="7718"/>
                </a:lnTo>
                <a:lnTo>
                  <a:pt x="1173474" y="7434"/>
                </a:lnTo>
                <a:lnTo>
                  <a:pt x="1173461" y="7153"/>
                </a:lnTo>
                <a:lnTo>
                  <a:pt x="1173441" y="6878"/>
                </a:lnTo>
                <a:lnTo>
                  <a:pt x="1173413" y="6606"/>
                </a:lnTo>
                <a:lnTo>
                  <a:pt x="1173376" y="6340"/>
                </a:lnTo>
                <a:lnTo>
                  <a:pt x="1173331" y="6078"/>
                </a:lnTo>
                <a:lnTo>
                  <a:pt x="1173278" y="5820"/>
                </a:lnTo>
                <a:lnTo>
                  <a:pt x="1173217" y="5567"/>
                </a:lnTo>
                <a:lnTo>
                  <a:pt x="1173148" y="5319"/>
                </a:lnTo>
                <a:lnTo>
                  <a:pt x="1173071" y="5075"/>
                </a:lnTo>
                <a:lnTo>
                  <a:pt x="1172985" y="4835"/>
                </a:lnTo>
                <a:lnTo>
                  <a:pt x="1172892" y="4601"/>
                </a:lnTo>
                <a:lnTo>
                  <a:pt x="1172790" y="4370"/>
                </a:lnTo>
                <a:lnTo>
                  <a:pt x="1172680" y="4144"/>
                </a:lnTo>
                <a:lnTo>
                  <a:pt x="1172562" y="3923"/>
                </a:lnTo>
                <a:lnTo>
                  <a:pt x="1172436" y="3707"/>
                </a:lnTo>
                <a:lnTo>
                  <a:pt x="1172302" y="3494"/>
                </a:lnTo>
                <a:lnTo>
                  <a:pt x="1172160" y="3287"/>
                </a:lnTo>
                <a:lnTo>
                  <a:pt x="1172009" y="3084"/>
                </a:lnTo>
                <a:lnTo>
                  <a:pt x="1171851" y="2885"/>
                </a:lnTo>
                <a:lnTo>
                  <a:pt x="1171684" y="2691"/>
                </a:lnTo>
                <a:lnTo>
                  <a:pt x="1171509" y="2502"/>
                </a:lnTo>
                <a:lnTo>
                  <a:pt x="1171326" y="2317"/>
                </a:lnTo>
                <a:lnTo>
                  <a:pt x="1171135" y="2137"/>
                </a:lnTo>
                <a:lnTo>
                  <a:pt x="1170938" y="1962"/>
                </a:lnTo>
                <a:lnTo>
                  <a:pt x="1170738" y="1795"/>
                </a:lnTo>
                <a:lnTo>
                  <a:pt x="1170534" y="1636"/>
                </a:lnTo>
                <a:lnTo>
                  <a:pt x="1170327" y="1484"/>
                </a:lnTo>
                <a:lnTo>
                  <a:pt x="1170117" y="1339"/>
                </a:lnTo>
                <a:lnTo>
                  <a:pt x="1169903" y="1202"/>
                </a:lnTo>
                <a:lnTo>
                  <a:pt x="1169686" y="1072"/>
                </a:lnTo>
                <a:lnTo>
                  <a:pt x="1169466" y="950"/>
                </a:lnTo>
                <a:lnTo>
                  <a:pt x="1169242" y="835"/>
                </a:lnTo>
                <a:lnTo>
                  <a:pt x="1169015" y="727"/>
                </a:lnTo>
                <a:lnTo>
                  <a:pt x="1168784" y="627"/>
                </a:lnTo>
                <a:lnTo>
                  <a:pt x="1168551" y="534"/>
                </a:lnTo>
                <a:lnTo>
                  <a:pt x="1168313" y="449"/>
                </a:lnTo>
                <a:lnTo>
                  <a:pt x="1168073" y="371"/>
                </a:lnTo>
                <a:lnTo>
                  <a:pt x="1167829" y="300"/>
                </a:lnTo>
                <a:lnTo>
                  <a:pt x="1167582" y="237"/>
                </a:lnTo>
                <a:lnTo>
                  <a:pt x="1167331" y="182"/>
                </a:lnTo>
                <a:lnTo>
                  <a:pt x="1167078" y="134"/>
                </a:lnTo>
                <a:lnTo>
                  <a:pt x="1166820" y="93"/>
                </a:lnTo>
                <a:lnTo>
                  <a:pt x="1166560" y="59"/>
                </a:lnTo>
                <a:lnTo>
                  <a:pt x="1166296" y="33"/>
                </a:lnTo>
                <a:lnTo>
                  <a:pt x="1166028" y="15"/>
                </a:lnTo>
                <a:lnTo>
                  <a:pt x="1165758" y="4"/>
                </a:lnTo>
                <a:lnTo>
                  <a:pt x="1165484" y="0"/>
                </a:lnTo>
                <a:lnTo>
                  <a:pt x="1165199" y="4"/>
                </a:lnTo>
                <a:lnTo>
                  <a:pt x="1164918" y="15"/>
                </a:lnTo>
                <a:lnTo>
                  <a:pt x="1164641" y="33"/>
                </a:lnTo>
                <a:lnTo>
                  <a:pt x="1164368" y="59"/>
                </a:lnTo>
                <a:lnTo>
                  <a:pt x="1164099" y="93"/>
                </a:lnTo>
                <a:lnTo>
                  <a:pt x="1163834" y="134"/>
                </a:lnTo>
                <a:lnTo>
                  <a:pt x="1163574" y="182"/>
                </a:lnTo>
                <a:lnTo>
                  <a:pt x="1163317" y="237"/>
                </a:lnTo>
                <a:lnTo>
                  <a:pt x="1163065" y="300"/>
                </a:lnTo>
                <a:lnTo>
                  <a:pt x="1162816" y="371"/>
                </a:lnTo>
                <a:lnTo>
                  <a:pt x="1162572" y="449"/>
                </a:lnTo>
                <a:lnTo>
                  <a:pt x="1162331" y="534"/>
                </a:lnTo>
                <a:lnTo>
                  <a:pt x="1162095" y="627"/>
                </a:lnTo>
                <a:lnTo>
                  <a:pt x="1161863" y="727"/>
                </a:lnTo>
                <a:lnTo>
                  <a:pt x="1161634" y="835"/>
                </a:lnTo>
                <a:lnTo>
                  <a:pt x="1161410" y="950"/>
                </a:lnTo>
                <a:lnTo>
                  <a:pt x="1161190" y="1072"/>
                </a:lnTo>
                <a:lnTo>
                  <a:pt x="1160974" y="1202"/>
                </a:lnTo>
                <a:lnTo>
                  <a:pt x="1160762" y="1339"/>
                </a:lnTo>
                <a:lnTo>
                  <a:pt x="1160554" y="1484"/>
                </a:lnTo>
                <a:lnTo>
                  <a:pt x="1160350" y="1636"/>
                </a:lnTo>
                <a:lnTo>
                  <a:pt x="1160151" y="1795"/>
                </a:lnTo>
                <a:lnTo>
                  <a:pt x="1159955" y="1962"/>
                </a:lnTo>
                <a:lnTo>
                  <a:pt x="1159763" y="2137"/>
                </a:lnTo>
                <a:lnTo>
                  <a:pt x="1159578" y="2317"/>
                </a:lnTo>
                <a:lnTo>
                  <a:pt x="1159400" y="2502"/>
                </a:lnTo>
                <a:lnTo>
                  <a:pt x="1159230" y="2691"/>
                </a:lnTo>
                <a:lnTo>
                  <a:pt x="1159069" y="2885"/>
                </a:lnTo>
                <a:lnTo>
                  <a:pt x="1158915" y="3084"/>
                </a:lnTo>
                <a:lnTo>
                  <a:pt x="1158769" y="3287"/>
                </a:lnTo>
                <a:lnTo>
                  <a:pt x="1158631" y="3494"/>
                </a:lnTo>
                <a:lnTo>
                  <a:pt x="1158500" y="3707"/>
                </a:lnTo>
                <a:lnTo>
                  <a:pt x="1158378" y="3923"/>
                </a:lnTo>
                <a:lnTo>
                  <a:pt x="1158263" y="4144"/>
                </a:lnTo>
                <a:lnTo>
                  <a:pt x="1158157" y="4370"/>
                </a:lnTo>
                <a:lnTo>
                  <a:pt x="1158058" y="4601"/>
                </a:lnTo>
                <a:lnTo>
                  <a:pt x="1157967" y="4835"/>
                </a:lnTo>
                <a:lnTo>
                  <a:pt x="1157885" y="5075"/>
                </a:lnTo>
                <a:lnTo>
                  <a:pt x="1157810" y="5319"/>
                </a:lnTo>
                <a:lnTo>
                  <a:pt x="1157742" y="5567"/>
                </a:lnTo>
                <a:lnTo>
                  <a:pt x="1157683" y="5820"/>
                </a:lnTo>
                <a:lnTo>
                  <a:pt x="1157632" y="6078"/>
                </a:lnTo>
                <a:lnTo>
                  <a:pt x="1157589" y="6340"/>
                </a:lnTo>
                <a:lnTo>
                  <a:pt x="1157553" y="6606"/>
                </a:lnTo>
                <a:lnTo>
                  <a:pt x="1157525" y="6878"/>
                </a:lnTo>
                <a:lnTo>
                  <a:pt x="1157506" y="7153"/>
                </a:lnTo>
                <a:lnTo>
                  <a:pt x="1157494" y="7434"/>
                </a:lnTo>
                <a:lnTo>
                  <a:pt x="1157490" y="7718"/>
                </a:lnTo>
                <a:lnTo>
                  <a:pt x="1157494" y="8004"/>
                </a:lnTo>
                <a:lnTo>
                  <a:pt x="1157506" y="8285"/>
                </a:lnTo>
                <a:lnTo>
                  <a:pt x="1157525" y="8562"/>
                </a:lnTo>
                <a:lnTo>
                  <a:pt x="1157553" y="8835"/>
                </a:lnTo>
                <a:lnTo>
                  <a:pt x="1157589" y="9104"/>
                </a:lnTo>
                <a:lnTo>
                  <a:pt x="1157632" y="9369"/>
                </a:lnTo>
                <a:lnTo>
                  <a:pt x="1157683" y="9629"/>
                </a:lnTo>
                <a:lnTo>
                  <a:pt x="1157742" y="9886"/>
                </a:lnTo>
                <a:lnTo>
                  <a:pt x="1157810" y="10139"/>
                </a:lnTo>
                <a:lnTo>
                  <a:pt x="1157885" y="10388"/>
                </a:lnTo>
                <a:lnTo>
                  <a:pt x="1157967" y="10632"/>
                </a:lnTo>
                <a:lnTo>
                  <a:pt x="1158058" y="10873"/>
                </a:lnTo>
                <a:lnTo>
                  <a:pt x="1158157" y="11109"/>
                </a:lnTo>
                <a:lnTo>
                  <a:pt x="1158263" y="11341"/>
                </a:lnTo>
                <a:lnTo>
                  <a:pt x="1158378" y="11570"/>
                </a:lnTo>
                <a:lnTo>
                  <a:pt x="1158500" y="11794"/>
                </a:lnTo>
                <a:lnTo>
                  <a:pt x="1158631" y="12014"/>
                </a:lnTo>
                <a:lnTo>
                  <a:pt x="1158769" y="12230"/>
                </a:lnTo>
                <a:lnTo>
                  <a:pt x="1158915" y="12442"/>
                </a:lnTo>
                <a:lnTo>
                  <a:pt x="1159069" y="12650"/>
                </a:lnTo>
                <a:lnTo>
                  <a:pt x="1159230" y="12854"/>
                </a:lnTo>
                <a:lnTo>
                  <a:pt x="1159400" y="13054"/>
                </a:lnTo>
                <a:lnTo>
                  <a:pt x="1159578" y="13249"/>
                </a:lnTo>
                <a:lnTo>
                  <a:pt x="1159763" y="13441"/>
                </a:lnTo>
                <a:lnTo>
                  <a:pt x="1159955" y="13626"/>
                </a:lnTo>
                <a:lnTo>
                  <a:pt x="1160151" y="13804"/>
                </a:lnTo>
                <a:lnTo>
                  <a:pt x="1160350" y="13974"/>
                </a:lnTo>
                <a:lnTo>
                  <a:pt x="1160554" y="14136"/>
                </a:lnTo>
                <a:lnTo>
                  <a:pt x="1160762" y="14290"/>
                </a:lnTo>
                <a:lnTo>
                  <a:pt x="1160974" y="14436"/>
                </a:lnTo>
                <a:lnTo>
                  <a:pt x="1161190" y="14574"/>
                </a:lnTo>
                <a:lnTo>
                  <a:pt x="1161410" y="14704"/>
                </a:lnTo>
                <a:lnTo>
                  <a:pt x="1161634" y="14826"/>
                </a:lnTo>
                <a:lnTo>
                  <a:pt x="1161863" y="14941"/>
                </a:lnTo>
                <a:lnTo>
                  <a:pt x="1162095" y="15047"/>
                </a:lnTo>
                <a:lnTo>
                  <a:pt x="1162331" y="15146"/>
                </a:lnTo>
                <a:lnTo>
                  <a:pt x="1162572" y="15237"/>
                </a:lnTo>
                <a:lnTo>
                  <a:pt x="1162816" y="15320"/>
                </a:lnTo>
                <a:lnTo>
                  <a:pt x="1163065" y="15395"/>
                </a:lnTo>
                <a:lnTo>
                  <a:pt x="1163317" y="15462"/>
                </a:lnTo>
                <a:lnTo>
                  <a:pt x="1163574" y="15521"/>
                </a:lnTo>
                <a:lnTo>
                  <a:pt x="1163834" y="15572"/>
                </a:lnTo>
                <a:lnTo>
                  <a:pt x="1164099" y="15616"/>
                </a:lnTo>
                <a:lnTo>
                  <a:pt x="1164368" y="15651"/>
                </a:lnTo>
                <a:lnTo>
                  <a:pt x="1164641" y="15679"/>
                </a:lnTo>
                <a:lnTo>
                  <a:pt x="1164918" y="15699"/>
                </a:lnTo>
                <a:lnTo>
                  <a:pt x="1165199" y="15710"/>
                </a:lnTo>
                <a:lnTo>
                  <a:pt x="1165484" y="15714"/>
                </a:lnTo>
                <a:lnTo>
                  <a:pt x="1165758" y="15710"/>
                </a:lnTo>
                <a:lnTo>
                  <a:pt x="1166028" y="15699"/>
                </a:lnTo>
                <a:lnTo>
                  <a:pt x="1166296" y="15679"/>
                </a:lnTo>
                <a:lnTo>
                  <a:pt x="1166560" y="15651"/>
                </a:lnTo>
                <a:close/>
                <a:moveTo>
                  <a:pt x="749515" y="99927"/>
                </a:moveTo>
                <a:lnTo>
                  <a:pt x="761643" y="99927"/>
                </a:lnTo>
                <a:lnTo>
                  <a:pt x="770566" y="75119"/>
                </a:lnTo>
                <a:lnTo>
                  <a:pt x="811616" y="75119"/>
                </a:lnTo>
                <a:lnTo>
                  <a:pt x="820497" y="99927"/>
                </a:lnTo>
                <a:lnTo>
                  <a:pt x="832764" y="99927"/>
                </a:lnTo>
                <a:lnTo>
                  <a:pt x="797341" y="3447"/>
                </a:lnTo>
                <a:lnTo>
                  <a:pt x="785074" y="3447"/>
                </a:lnTo>
                <a:lnTo>
                  <a:pt x="749515" y="99927"/>
                </a:lnTo>
                <a:close/>
                <a:moveTo>
                  <a:pt x="808260" y="65745"/>
                </a:moveTo>
                <a:lnTo>
                  <a:pt x="773937" y="65745"/>
                </a:lnTo>
                <a:lnTo>
                  <a:pt x="791139" y="17918"/>
                </a:lnTo>
                <a:lnTo>
                  <a:pt x="808260" y="65745"/>
                </a:lnTo>
                <a:close/>
                <a:moveTo>
                  <a:pt x="870419" y="89987"/>
                </a:moveTo>
                <a:lnTo>
                  <a:pt x="869902" y="89967"/>
                </a:lnTo>
                <a:lnTo>
                  <a:pt x="869399" y="89939"/>
                </a:lnTo>
                <a:lnTo>
                  <a:pt x="868910" y="89904"/>
                </a:lnTo>
                <a:lnTo>
                  <a:pt x="868435" y="89860"/>
                </a:lnTo>
                <a:lnTo>
                  <a:pt x="867974" y="89809"/>
                </a:lnTo>
                <a:lnTo>
                  <a:pt x="867527" y="89750"/>
                </a:lnTo>
                <a:lnTo>
                  <a:pt x="867093" y="89683"/>
                </a:lnTo>
                <a:lnTo>
                  <a:pt x="866674" y="89608"/>
                </a:lnTo>
                <a:lnTo>
                  <a:pt x="866268" y="89525"/>
                </a:lnTo>
                <a:lnTo>
                  <a:pt x="865876" y="89434"/>
                </a:lnTo>
                <a:lnTo>
                  <a:pt x="865498" y="89335"/>
                </a:lnTo>
                <a:lnTo>
                  <a:pt x="865134" y="89229"/>
                </a:lnTo>
                <a:lnTo>
                  <a:pt x="864784" y="89114"/>
                </a:lnTo>
                <a:lnTo>
                  <a:pt x="864448" y="88992"/>
                </a:lnTo>
                <a:lnTo>
                  <a:pt x="864125" y="88862"/>
                </a:lnTo>
                <a:lnTo>
                  <a:pt x="863817" y="88724"/>
                </a:lnTo>
                <a:lnTo>
                  <a:pt x="863522" y="88578"/>
                </a:lnTo>
                <a:lnTo>
                  <a:pt x="863241" y="88424"/>
                </a:lnTo>
                <a:lnTo>
                  <a:pt x="862974" y="88262"/>
                </a:lnTo>
                <a:lnTo>
                  <a:pt x="862721" y="88092"/>
                </a:lnTo>
                <a:lnTo>
                  <a:pt x="862482" y="87915"/>
                </a:lnTo>
                <a:lnTo>
                  <a:pt x="862257" y="87729"/>
                </a:lnTo>
                <a:lnTo>
                  <a:pt x="862043" y="87532"/>
                </a:lnTo>
                <a:lnTo>
                  <a:pt x="861838" y="87321"/>
                </a:lnTo>
                <a:lnTo>
                  <a:pt x="861643" y="87095"/>
                </a:lnTo>
                <a:lnTo>
                  <a:pt x="861457" y="86854"/>
                </a:lnTo>
                <a:lnTo>
                  <a:pt x="861279" y="86599"/>
                </a:lnTo>
                <a:lnTo>
                  <a:pt x="861111" y="86330"/>
                </a:lnTo>
                <a:lnTo>
                  <a:pt x="860952" y="86045"/>
                </a:lnTo>
                <a:lnTo>
                  <a:pt x="860802" y="85746"/>
                </a:lnTo>
                <a:lnTo>
                  <a:pt x="860661" y="85433"/>
                </a:lnTo>
                <a:lnTo>
                  <a:pt x="860529" y="85105"/>
                </a:lnTo>
                <a:lnTo>
                  <a:pt x="860407" y="84762"/>
                </a:lnTo>
                <a:lnTo>
                  <a:pt x="860293" y="84405"/>
                </a:lnTo>
                <a:lnTo>
                  <a:pt x="860188" y="84033"/>
                </a:lnTo>
                <a:lnTo>
                  <a:pt x="860093" y="83646"/>
                </a:lnTo>
                <a:lnTo>
                  <a:pt x="860006" y="83245"/>
                </a:lnTo>
                <a:lnTo>
                  <a:pt x="859929" y="82829"/>
                </a:lnTo>
                <a:lnTo>
                  <a:pt x="859861" y="82399"/>
                </a:lnTo>
                <a:lnTo>
                  <a:pt x="859802" y="81954"/>
                </a:lnTo>
                <a:lnTo>
                  <a:pt x="859752" y="81494"/>
                </a:lnTo>
                <a:lnTo>
                  <a:pt x="859711" y="81020"/>
                </a:lnTo>
                <a:lnTo>
                  <a:pt x="859679" y="80532"/>
                </a:lnTo>
                <a:lnTo>
                  <a:pt x="859656" y="80028"/>
                </a:lnTo>
                <a:lnTo>
                  <a:pt x="859643" y="79510"/>
                </a:lnTo>
                <a:lnTo>
                  <a:pt x="859638" y="78978"/>
                </a:lnTo>
                <a:lnTo>
                  <a:pt x="859638" y="40247"/>
                </a:lnTo>
                <a:lnTo>
                  <a:pt x="879763" y="40247"/>
                </a:lnTo>
                <a:lnTo>
                  <a:pt x="879763" y="30461"/>
                </a:lnTo>
                <a:lnTo>
                  <a:pt x="859638" y="30461"/>
                </a:lnTo>
                <a:lnTo>
                  <a:pt x="859638" y="13645"/>
                </a:lnTo>
                <a:lnTo>
                  <a:pt x="849577" y="13645"/>
                </a:lnTo>
                <a:lnTo>
                  <a:pt x="848061" y="30461"/>
                </a:lnTo>
                <a:lnTo>
                  <a:pt x="835932" y="30461"/>
                </a:lnTo>
                <a:lnTo>
                  <a:pt x="835932" y="40247"/>
                </a:lnTo>
                <a:lnTo>
                  <a:pt x="848061" y="40247"/>
                </a:lnTo>
                <a:lnTo>
                  <a:pt x="848061" y="78978"/>
                </a:lnTo>
                <a:lnTo>
                  <a:pt x="848065" y="79627"/>
                </a:lnTo>
                <a:lnTo>
                  <a:pt x="848077" y="80265"/>
                </a:lnTo>
                <a:lnTo>
                  <a:pt x="848098" y="80891"/>
                </a:lnTo>
                <a:lnTo>
                  <a:pt x="848128" y="81506"/>
                </a:lnTo>
                <a:lnTo>
                  <a:pt x="848165" y="82110"/>
                </a:lnTo>
                <a:lnTo>
                  <a:pt x="848211" y="82703"/>
                </a:lnTo>
                <a:lnTo>
                  <a:pt x="848266" y="83285"/>
                </a:lnTo>
                <a:lnTo>
                  <a:pt x="848329" y="83855"/>
                </a:lnTo>
                <a:lnTo>
                  <a:pt x="848400" y="84414"/>
                </a:lnTo>
                <a:lnTo>
                  <a:pt x="848479" y="84962"/>
                </a:lnTo>
                <a:lnTo>
                  <a:pt x="848567" y="85499"/>
                </a:lnTo>
                <a:lnTo>
                  <a:pt x="848664" y="86024"/>
                </a:lnTo>
                <a:lnTo>
                  <a:pt x="848768" y="86538"/>
                </a:lnTo>
                <a:lnTo>
                  <a:pt x="848882" y="87041"/>
                </a:lnTo>
                <a:lnTo>
                  <a:pt x="849003" y="87533"/>
                </a:lnTo>
                <a:lnTo>
                  <a:pt x="849133" y="88013"/>
                </a:lnTo>
                <a:lnTo>
                  <a:pt x="849271" y="88482"/>
                </a:lnTo>
                <a:lnTo>
                  <a:pt x="849418" y="88940"/>
                </a:lnTo>
                <a:lnTo>
                  <a:pt x="849573" y="89387"/>
                </a:lnTo>
                <a:lnTo>
                  <a:pt x="849736" y="89822"/>
                </a:lnTo>
                <a:lnTo>
                  <a:pt x="849908" y="90246"/>
                </a:lnTo>
                <a:lnTo>
                  <a:pt x="850088" y="90659"/>
                </a:lnTo>
                <a:lnTo>
                  <a:pt x="850276" y="91061"/>
                </a:lnTo>
                <a:lnTo>
                  <a:pt x="850473" y="91452"/>
                </a:lnTo>
                <a:lnTo>
                  <a:pt x="850678" y="91832"/>
                </a:lnTo>
                <a:lnTo>
                  <a:pt x="850890" y="92202"/>
                </a:lnTo>
                <a:lnTo>
                  <a:pt x="851109" y="92564"/>
                </a:lnTo>
                <a:lnTo>
                  <a:pt x="851336" y="92916"/>
                </a:lnTo>
                <a:lnTo>
                  <a:pt x="851571" y="93258"/>
                </a:lnTo>
                <a:lnTo>
                  <a:pt x="851813" y="93592"/>
                </a:lnTo>
                <a:lnTo>
                  <a:pt x="852062" y="93916"/>
                </a:lnTo>
                <a:lnTo>
                  <a:pt x="852319" y="94231"/>
                </a:lnTo>
                <a:lnTo>
                  <a:pt x="852583" y="94536"/>
                </a:lnTo>
                <a:lnTo>
                  <a:pt x="852854" y="94832"/>
                </a:lnTo>
                <a:lnTo>
                  <a:pt x="853133" y="95119"/>
                </a:lnTo>
                <a:lnTo>
                  <a:pt x="853419" y="95396"/>
                </a:lnTo>
                <a:lnTo>
                  <a:pt x="853713" y="95665"/>
                </a:lnTo>
                <a:lnTo>
                  <a:pt x="854014" y="95923"/>
                </a:lnTo>
                <a:lnTo>
                  <a:pt x="854323" y="96173"/>
                </a:lnTo>
                <a:lnTo>
                  <a:pt x="854639" y="96413"/>
                </a:lnTo>
                <a:lnTo>
                  <a:pt x="854962" y="96644"/>
                </a:lnTo>
                <a:lnTo>
                  <a:pt x="855293" y="96865"/>
                </a:lnTo>
                <a:lnTo>
                  <a:pt x="855632" y="97077"/>
                </a:lnTo>
                <a:lnTo>
                  <a:pt x="855977" y="97280"/>
                </a:lnTo>
                <a:lnTo>
                  <a:pt x="856330" y="97474"/>
                </a:lnTo>
                <a:lnTo>
                  <a:pt x="856691" y="97658"/>
                </a:lnTo>
                <a:lnTo>
                  <a:pt x="857059" y="97833"/>
                </a:lnTo>
                <a:lnTo>
                  <a:pt x="857434" y="97998"/>
                </a:lnTo>
                <a:lnTo>
                  <a:pt x="857816" y="98156"/>
                </a:lnTo>
                <a:lnTo>
                  <a:pt x="858204" y="98307"/>
                </a:lnTo>
                <a:lnTo>
                  <a:pt x="858597" y="98450"/>
                </a:lnTo>
                <a:lnTo>
                  <a:pt x="858996" y="98588"/>
                </a:lnTo>
                <a:lnTo>
                  <a:pt x="859401" y="98718"/>
                </a:lnTo>
                <a:lnTo>
                  <a:pt x="859812" y="98842"/>
                </a:lnTo>
                <a:lnTo>
                  <a:pt x="860228" y="98959"/>
                </a:lnTo>
                <a:lnTo>
                  <a:pt x="860651" y="99070"/>
                </a:lnTo>
                <a:lnTo>
                  <a:pt x="861078" y="99174"/>
                </a:lnTo>
                <a:lnTo>
                  <a:pt x="861512" y="99271"/>
                </a:lnTo>
                <a:lnTo>
                  <a:pt x="861951" y="99361"/>
                </a:lnTo>
                <a:lnTo>
                  <a:pt x="862397" y="99445"/>
                </a:lnTo>
                <a:lnTo>
                  <a:pt x="862847" y="99522"/>
                </a:lnTo>
                <a:lnTo>
                  <a:pt x="863304" y="99592"/>
                </a:lnTo>
                <a:lnTo>
                  <a:pt x="863766" y="99656"/>
                </a:lnTo>
                <a:lnTo>
                  <a:pt x="864234" y="99713"/>
                </a:lnTo>
                <a:lnTo>
                  <a:pt x="864708" y="99763"/>
                </a:lnTo>
                <a:lnTo>
                  <a:pt x="865188" y="99806"/>
                </a:lnTo>
                <a:lnTo>
                  <a:pt x="865673" y="99843"/>
                </a:lnTo>
                <a:lnTo>
                  <a:pt x="866164" y="99873"/>
                </a:lnTo>
                <a:lnTo>
                  <a:pt x="866661" y="99897"/>
                </a:lnTo>
                <a:lnTo>
                  <a:pt x="867163" y="99914"/>
                </a:lnTo>
                <a:lnTo>
                  <a:pt x="867671" y="99924"/>
                </a:lnTo>
                <a:lnTo>
                  <a:pt x="868185" y="99927"/>
                </a:lnTo>
                <a:lnTo>
                  <a:pt x="878934" y="99927"/>
                </a:lnTo>
                <a:lnTo>
                  <a:pt x="878934" y="90002"/>
                </a:lnTo>
                <a:lnTo>
                  <a:pt x="871494" y="90002"/>
                </a:lnTo>
                <a:lnTo>
                  <a:pt x="870949" y="89999"/>
                </a:lnTo>
                <a:lnTo>
                  <a:pt x="870419" y="89987"/>
                </a:lnTo>
                <a:close/>
                <a:moveTo>
                  <a:pt x="924448" y="89987"/>
                </a:moveTo>
                <a:lnTo>
                  <a:pt x="923931" y="89967"/>
                </a:lnTo>
                <a:lnTo>
                  <a:pt x="923428" y="89939"/>
                </a:lnTo>
                <a:lnTo>
                  <a:pt x="922939" y="89904"/>
                </a:lnTo>
                <a:lnTo>
                  <a:pt x="922464" y="89860"/>
                </a:lnTo>
                <a:lnTo>
                  <a:pt x="922003" y="89809"/>
                </a:lnTo>
                <a:lnTo>
                  <a:pt x="921556" y="89750"/>
                </a:lnTo>
                <a:lnTo>
                  <a:pt x="921122" y="89683"/>
                </a:lnTo>
                <a:lnTo>
                  <a:pt x="920703" y="89608"/>
                </a:lnTo>
                <a:lnTo>
                  <a:pt x="920297" y="89525"/>
                </a:lnTo>
                <a:lnTo>
                  <a:pt x="919905" y="89434"/>
                </a:lnTo>
                <a:lnTo>
                  <a:pt x="919527" y="89335"/>
                </a:lnTo>
                <a:lnTo>
                  <a:pt x="919163" y="89229"/>
                </a:lnTo>
                <a:lnTo>
                  <a:pt x="918813" y="89114"/>
                </a:lnTo>
                <a:lnTo>
                  <a:pt x="918477" y="88992"/>
                </a:lnTo>
                <a:lnTo>
                  <a:pt x="918154" y="88862"/>
                </a:lnTo>
                <a:lnTo>
                  <a:pt x="917846" y="88724"/>
                </a:lnTo>
                <a:lnTo>
                  <a:pt x="917551" y="88578"/>
                </a:lnTo>
                <a:lnTo>
                  <a:pt x="917270" y="88424"/>
                </a:lnTo>
                <a:lnTo>
                  <a:pt x="917003" y="88262"/>
                </a:lnTo>
                <a:lnTo>
                  <a:pt x="916750" y="88092"/>
                </a:lnTo>
                <a:lnTo>
                  <a:pt x="916511" y="87915"/>
                </a:lnTo>
                <a:lnTo>
                  <a:pt x="916286" y="87729"/>
                </a:lnTo>
                <a:lnTo>
                  <a:pt x="916072" y="87532"/>
                </a:lnTo>
                <a:lnTo>
                  <a:pt x="915867" y="87321"/>
                </a:lnTo>
                <a:lnTo>
                  <a:pt x="915672" y="87095"/>
                </a:lnTo>
                <a:lnTo>
                  <a:pt x="915486" y="86854"/>
                </a:lnTo>
                <a:lnTo>
                  <a:pt x="915308" y="86599"/>
                </a:lnTo>
                <a:lnTo>
                  <a:pt x="915140" y="86330"/>
                </a:lnTo>
                <a:lnTo>
                  <a:pt x="914981" y="86045"/>
                </a:lnTo>
                <a:lnTo>
                  <a:pt x="914831" y="85746"/>
                </a:lnTo>
                <a:lnTo>
                  <a:pt x="914690" y="85433"/>
                </a:lnTo>
                <a:lnTo>
                  <a:pt x="914558" y="85105"/>
                </a:lnTo>
                <a:lnTo>
                  <a:pt x="914436" y="84762"/>
                </a:lnTo>
                <a:lnTo>
                  <a:pt x="914322" y="84405"/>
                </a:lnTo>
                <a:lnTo>
                  <a:pt x="914217" y="84033"/>
                </a:lnTo>
                <a:lnTo>
                  <a:pt x="914122" y="83646"/>
                </a:lnTo>
                <a:lnTo>
                  <a:pt x="914036" y="83245"/>
                </a:lnTo>
                <a:lnTo>
                  <a:pt x="913958" y="82829"/>
                </a:lnTo>
                <a:lnTo>
                  <a:pt x="913890" y="82399"/>
                </a:lnTo>
                <a:lnTo>
                  <a:pt x="913831" y="81954"/>
                </a:lnTo>
                <a:lnTo>
                  <a:pt x="913781" y="81494"/>
                </a:lnTo>
                <a:lnTo>
                  <a:pt x="913740" y="81020"/>
                </a:lnTo>
                <a:lnTo>
                  <a:pt x="913708" y="80532"/>
                </a:lnTo>
                <a:lnTo>
                  <a:pt x="913686" y="80028"/>
                </a:lnTo>
                <a:lnTo>
                  <a:pt x="913672" y="79510"/>
                </a:lnTo>
                <a:lnTo>
                  <a:pt x="913667" y="78978"/>
                </a:lnTo>
                <a:lnTo>
                  <a:pt x="913667" y="40247"/>
                </a:lnTo>
                <a:lnTo>
                  <a:pt x="933792" y="40247"/>
                </a:lnTo>
                <a:lnTo>
                  <a:pt x="933792" y="30461"/>
                </a:lnTo>
                <a:lnTo>
                  <a:pt x="913667" y="30461"/>
                </a:lnTo>
                <a:lnTo>
                  <a:pt x="913667" y="13645"/>
                </a:lnTo>
                <a:lnTo>
                  <a:pt x="903606" y="13645"/>
                </a:lnTo>
                <a:lnTo>
                  <a:pt x="902090" y="30461"/>
                </a:lnTo>
                <a:lnTo>
                  <a:pt x="889961" y="30461"/>
                </a:lnTo>
                <a:lnTo>
                  <a:pt x="889961" y="40247"/>
                </a:lnTo>
                <a:lnTo>
                  <a:pt x="902090" y="40247"/>
                </a:lnTo>
                <a:lnTo>
                  <a:pt x="902090" y="78978"/>
                </a:lnTo>
                <a:lnTo>
                  <a:pt x="902094" y="79627"/>
                </a:lnTo>
                <a:lnTo>
                  <a:pt x="902106" y="80265"/>
                </a:lnTo>
                <a:lnTo>
                  <a:pt x="902127" y="80891"/>
                </a:lnTo>
                <a:lnTo>
                  <a:pt x="902157" y="81506"/>
                </a:lnTo>
                <a:lnTo>
                  <a:pt x="902194" y="82110"/>
                </a:lnTo>
                <a:lnTo>
                  <a:pt x="902240" y="82703"/>
                </a:lnTo>
                <a:lnTo>
                  <a:pt x="902295" y="83285"/>
                </a:lnTo>
                <a:lnTo>
                  <a:pt x="902358" y="83855"/>
                </a:lnTo>
                <a:lnTo>
                  <a:pt x="902429" y="84414"/>
                </a:lnTo>
                <a:lnTo>
                  <a:pt x="902509" y="84962"/>
                </a:lnTo>
                <a:lnTo>
                  <a:pt x="902596" y="85499"/>
                </a:lnTo>
                <a:lnTo>
                  <a:pt x="902693" y="86024"/>
                </a:lnTo>
                <a:lnTo>
                  <a:pt x="902797" y="86538"/>
                </a:lnTo>
                <a:lnTo>
                  <a:pt x="902911" y="87041"/>
                </a:lnTo>
                <a:lnTo>
                  <a:pt x="903032" y="87533"/>
                </a:lnTo>
                <a:lnTo>
                  <a:pt x="903162" y="88013"/>
                </a:lnTo>
                <a:lnTo>
                  <a:pt x="903300" y="88482"/>
                </a:lnTo>
                <a:lnTo>
                  <a:pt x="903447" y="88940"/>
                </a:lnTo>
                <a:lnTo>
                  <a:pt x="903602" y="89387"/>
                </a:lnTo>
                <a:lnTo>
                  <a:pt x="903765" y="89822"/>
                </a:lnTo>
                <a:lnTo>
                  <a:pt x="903937" y="90246"/>
                </a:lnTo>
                <a:lnTo>
                  <a:pt x="904117" y="90659"/>
                </a:lnTo>
                <a:lnTo>
                  <a:pt x="904305" y="91061"/>
                </a:lnTo>
                <a:lnTo>
                  <a:pt x="904502" y="91452"/>
                </a:lnTo>
                <a:lnTo>
                  <a:pt x="904707" y="91832"/>
                </a:lnTo>
                <a:lnTo>
                  <a:pt x="904919" y="92202"/>
                </a:lnTo>
                <a:lnTo>
                  <a:pt x="905138" y="92564"/>
                </a:lnTo>
                <a:lnTo>
                  <a:pt x="905365" y="92916"/>
                </a:lnTo>
                <a:lnTo>
                  <a:pt x="905600" y="93258"/>
                </a:lnTo>
                <a:lnTo>
                  <a:pt x="905842" y="93592"/>
                </a:lnTo>
                <a:lnTo>
                  <a:pt x="906091" y="93916"/>
                </a:lnTo>
                <a:lnTo>
                  <a:pt x="906348" y="94231"/>
                </a:lnTo>
                <a:lnTo>
                  <a:pt x="906612" y="94536"/>
                </a:lnTo>
                <a:lnTo>
                  <a:pt x="906883" y="94832"/>
                </a:lnTo>
                <a:lnTo>
                  <a:pt x="907162" y="95119"/>
                </a:lnTo>
                <a:lnTo>
                  <a:pt x="907448" y="95396"/>
                </a:lnTo>
                <a:lnTo>
                  <a:pt x="907742" y="95665"/>
                </a:lnTo>
                <a:lnTo>
                  <a:pt x="908043" y="95923"/>
                </a:lnTo>
                <a:lnTo>
                  <a:pt x="908352" y="96173"/>
                </a:lnTo>
                <a:lnTo>
                  <a:pt x="908668" y="96413"/>
                </a:lnTo>
                <a:lnTo>
                  <a:pt x="908991" y="96644"/>
                </a:lnTo>
                <a:lnTo>
                  <a:pt x="909322" y="96865"/>
                </a:lnTo>
                <a:lnTo>
                  <a:pt x="909661" y="97077"/>
                </a:lnTo>
                <a:lnTo>
                  <a:pt x="910006" y="97280"/>
                </a:lnTo>
                <a:lnTo>
                  <a:pt x="910359" y="97474"/>
                </a:lnTo>
                <a:lnTo>
                  <a:pt x="910720" y="97658"/>
                </a:lnTo>
                <a:lnTo>
                  <a:pt x="911088" y="97833"/>
                </a:lnTo>
                <a:lnTo>
                  <a:pt x="911463" y="97998"/>
                </a:lnTo>
                <a:lnTo>
                  <a:pt x="911845" y="98156"/>
                </a:lnTo>
                <a:lnTo>
                  <a:pt x="912233" y="98307"/>
                </a:lnTo>
                <a:lnTo>
                  <a:pt x="912626" y="98450"/>
                </a:lnTo>
                <a:lnTo>
                  <a:pt x="913026" y="98588"/>
                </a:lnTo>
                <a:lnTo>
                  <a:pt x="913430" y="98718"/>
                </a:lnTo>
                <a:lnTo>
                  <a:pt x="913841" y="98842"/>
                </a:lnTo>
                <a:lnTo>
                  <a:pt x="914257" y="98959"/>
                </a:lnTo>
                <a:lnTo>
                  <a:pt x="914680" y="99070"/>
                </a:lnTo>
                <a:lnTo>
                  <a:pt x="915107" y="99174"/>
                </a:lnTo>
                <a:lnTo>
                  <a:pt x="915541" y="99271"/>
                </a:lnTo>
                <a:lnTo>
                  <a:pt x="915980" y="99361"/>
                </a:lnTo>
                <a:lnTo>
                  <a:pt x="916426" y="99445"/>
                </a:lnTo>
                <a:lnTo>
                  <a:pt x="916876" y="99522"/>
                </a:lnTo>
                <a:lnTo>
                  <a:pt x="917333" y="99592"/>
                </a:lnTo>
                <a:lnTo>
                  <a:pt x="917795" y="99656"/>
                </a:lnTo>
                <a:lnTo>
                  <a:pt x="918263" y="99713"/>
                </a:lnTo>
                <a:lnTo>
                  <a:pt x="918737" y="99763"/>
                </a:lnTo>
                <a:lnTo>
                  <a:pt x="919217" y="99806"/>
                </a:lnTo>
                <a:lnTo>
                  <a:pt x="919702" y="99843"/>
                </a:lnTo>
                <a:lnTo>
                  <a:pt x="920193" y="99873"/>
                </a:lnTo>
                <a:lnTo>
                  <a:pt x="920690" y="99897"/>
                </a:lnTo>
                <a:lnTo>
                  <a:pt x="921192" y="99914"/>
                </a:lnTo>
                <a:lnTo>
                  <a:pt x="921700" y="99924"/>
                </a:lnTo>
                <a:lnTo>
                  <a:pt x="922214" y="99927"/>
                </a:lnTo>
                <a:lnTo>
                  <a:pt x="932963" y="99927"/>
                </a:lnTo>
                <a:lnTo>
                  <a:pt x="932963" y="90002"/>
                </a:lnTo>
                <a:lnTo>
                  <a:pt x="925523" y="90002"/>
                </a:lnTo>
                <a:lnTo>
                  <a:pt x="924978" y="89999"/>
                </a:lnTo>
                <a:lnTo>
                  <a:pt x="924448" y="89987"/>
                </a:lnTo>
                <a:close/>
                <a:moveTo>
                  <a:pt x="1134088" y="89987"/>
                </a:moveTo>
                <a:lnTo>
                  <a:pt x="1133571" y="89967"/>
                </a:lnTo>
                <a:lnTo>
                  <a:pt x="1133069" y="89939"/>
                </a:lnTo>
                <a:lnTo>
                  <a:pt x="1132580" y="89904"/>
                </a:lnTo>
                <a:lnTo>
                  <a:pt x="1132105" y="89860"/>
                </a:lnTo>
                <a:lnTo>
                  <a:pt x="1131643" y="89809"/>
                </a:lnTo>
                <a:lnTo>
                  <a:pt x="1131196" y="89750"/>
                </a:lnTo>
                <a:lnTo>
                  <a:pt x="1130763" y="89683"/>
                </a:lnTo>
                <a:lnTo>
                  <a:pt x="1130343" y="89608"/>
                </a:lnTo>
                <a:lnTo>
                  <a:pt x="1129937" y="89525"/>
                </a:lnTo>
                <a:lnTo>
                  <a:pt x="1129546" y="89434"/>
                </a:lnTo>
                <a:lnTo>
                  <a:pt x="1129168" y="89335"/>
                </a:lnTo>
                <a:lnTo>
                  <a:pt x="1128804" y="89229"/>
                </a:lnTo>
                <a:lnTo>
                  <a:pt x="1128453" y="89114"/>
                </a:lnTo>
                <a:lnTo>
                  <a:pt x="1128117" y="88992"/>
                </a:lnTo>
                <a:lnTo>
                  <a:pt x="1127795" y="88862"/>
                </a:lnTo>
                <a:lnTo>
                  <a:pt x="1127486" y="88724"/>
                </a:lnTo>
                <a:lnTo>
                  <a:pt x="1127191" y="88578"/>
                </a:lnTo>
                <a:lnTo>
                  <a:pt x="1126911" y="88424"/>
                </a:lnTo>
                <a:lnTo>
                  <a:pt x="1126644" y="88262"/>
                </a:lnTo>
                <a:lnTo>
                  <a:pt x="1126391" y="88092"/>
                </a:lnTo>
                <a:lnTo>
                  <a:pt x="1126151" y="87915"/>
                </a:lnTo>
                <a:lnTo>
                  <a:pt x="1125926" y="87729"/>
                </a:lnTo>
                <a:lnTo>
                  <a:pt x="1125713" y="87532"/>
                </a:lnTo>
                <a:lnTo>
                  <a:pt x="1125508" y="87321"/>
                </a:lnTo>
                <a:lnTo>
                  <a:pt x="1125313" y="87095"/>
                </a:lnTo>
                <a:lnTo>
                  <a:pt x="1125126" y="86854"/>
                </a:lnTo>
                <a:lnTo>
                  <a:pt x="1124949" y="86599"/>
                </a:lnTo>
                <a:lnTo>
                  <a:pt x="1124781" y="86330"/>
                </a:lnTo>
                <a:lnTo>
                  <a:pt x="1124622" y="86045"/>
                </a:lnTo>
                <a:lnTo>
                  <a:pt x="1124472" y="85746"/>
                </a:lnTo>
                <a:lnTo>
                  <a:pt x="1124331" y="85433"/>
                </a:lnTo>
                <a:lnTo>
                  <a:pt x="1124199" y="85105"/>
                </a:lnTo>
                <a:lnTo>
                  <a:pt x="1124076" y="84762"/>
                </a:lnTo>
                <a:lnTo>
                  <a:pt x="1123962" y="84405"/>
                </a:lnTo>
                <a:lnTo>
                  <a:pt x="1123858" y="84033"/>
                </a:lnTo>
                <a:lnTo>
                  <a:pt x="1123762" y="83646"/>
                </a:lnTo>
                <a:lnTo>
                  <a:pt x="1123676" y="83245"/>
                </a:lnTo>
                <a:lnTo>
                  <a:pt x="1123599" y="82829"/>
                </a:lnTo>
                <a:lnTo>
                  <a:pt x="1123531" y="82399"/>
                </a:lnTo>
                <a:lnTo>
                  <a:pt x="1123471" y="81954"/>
                </a:lnTo>
                <a:lnTo>
                  <a:pt x="1123421" y="81494"/>
                </a:lnTo>
                <a:lnTo>
                  <a:pt x="1123381" y="81020"/>
                </a:lnTo>
                <a:lnTo>
                  <a:pt x="1123349" y="80532"/>
                </a:lnTo>
                <a:lnTo>
                  <a:pt x="1123326" y="80028"/>
                </a:lnTo>
                <a:lnTo>
                  <a:pt x="1123312" y="79510"/>
                </a:lnTo>
                <a:lnTo>
                  <a:pt x="1123308" y="78978"/>
                </a:lnTo>
                <a:lnTo>
                  <a:pt x="1123308" y="40247"/>
                </a:lnTo>
                <a:lnTo>
                  <a:pt x="1143432" y="40247"/>
                </a:lnTo>
                <a:lnTo>
                  <a:pt x="1143432" y="30461"/>
                </a:lnTo>
                <a:lnTo>
                  <a:pt x="1123308" y="30461"/>
                </a:lnTo>
                <a:lnTo>
                  <a:pt x="1123308" y="13645"/>
                </a:lnTo>
                <a:lnTo>
                  <a:pt x="1113247" y="13645"/>
                </a:lnTo>
                <a:lnTo>
                  <a:pt x="1111730" y="30461"/>
                </a:lnTo>
                <a:lnTo>
                  <a:pt x="1099602" y="30461"/>
                </a:lnTo>
                <a:lnTo>
                  <a:pt x="1099602" y="40247"/>
                </a:lnTo>
                <a:lnTo>
                  <a:pt x="1111730" y="40247"/>
                </a:lnTo>
                <a:lnTo>
                  <a:pt x="1111730" y="78978"/>
                </a:lnTo>
                <a:lnTo>
                  <a:pt x="1111734" y="79627"/>
                </a:lnTo>
                <a:lnTo>
                  <a:pt x="1111747" y="80265"/>
                </a:lnTo>
                <a:lnTo>
                  <a:pt x="1111768" y="80891"/>
                </a:lnTo>
                <a:lnTo>
                  <a:pt x="1111797" y="81506"/>
                </a:lnTo>
                <a:lnTo>
                  <a:pt x="1111835" y="82110"/>
                </a:lnTo>
                <a:lnTo>
                  <a:pt x="1111881" y="82703"/>
                </a:lnTo>
                <a:lnTo>
                  <a:pt x="1111935" y="83285"/>
                </a:lnTo>
                <a:lnTo>
                  <a:pt x="1111998" y="83855"/>
                </a:lnTo>
                <a:lnTo>
                  <a:pt x="1112069" y="84414"/>
                </a:lnTo>
                <a:lnTo>
                  <a:pt x="1112149" y="84962"/>
                </a:lnTo>
                <a:lnTo>
                  <a:pt x="1112237" y="85499"/>
                </a:lnTo>
                <a:lnTo>
                  <a:pt x="1112333" y="86024"/>
                </a:lnTo>
                <a:lnTo>
                  <a:pt x="1112438" y="86538"/>
                </a:lnTo>
                <a:lnTo>
                  <a:pt x="1112551" y="87041"/>
                </a:lnTo>
                <a:lnTo>
                  <a:pt x="1112673" y="87533"/>
                </a:lnTo>
                <a:lnTo>
                  <a:pt x="1112802" y="88013"/>
                </a:lnTo>
                <a:lnTo>
                  <a:pt x="1112941" y="88482"/>
                </a:lnTo>
                <a:lnTo>
                  <a:pt x="1113087" y="88940"/>
                </a:lnTo>
                <a:lnTo>
                  <a:pt x="1113242" y="89387"/>
                </a:lnTo>
                <a:lnTo>
                  <a:pt x="1113405" y="89822"/>
                </a:lnTo>
                <a:lnTo>
                  <a:pt x="1113577" y="90246"/>
                </a:lnTo>
                <a:lnTo>
                  <a:pt x="1113757" y="90659"/>
                </a:lnTo>
                <a:lnTo>
                  <a:pt x="1113946" y="91061"/>
                </a:lnTo>
                <a:lnTo>
                  <a:pt x="1114142" y="91452"/>
                </a:lnTo>
                <a:lnTo>
                  <a:pt x="1114347" y="91832"/>
                </a:lnTo>
                <a:lnTo>
                  <a:pt x="1114559" y="92202"/>
                </a:lnTo>
                <a:lnTo>
                  <a:pt x="1114779" y="92564"/>
                </a:lnTo>
                <a:lnTo>
                  <a:pt x="1115006" y="92916"/>
                </a:lnTo>
                <a:lnTo>
                  <a:pt x="1115240" y="93258"/>
                </a:lnTo>
                <a:lnTo>
                  <a:pt x="1115482" y="93592"/>
                </a:lnTo>
                <a:lnTo>
                  <a:pt x="1115731" y="93916"/>
                </a:lnTo>
                <a:lnTo>
                  <a:pt x="1115988" y="94231"/>
                </a:lnTo>
                <a:lnTo>
                  <a:pt x="1116252" y="94536"/>
                </a:lnTo>
                <a:lnTo>
                  <a:pt x="1116524" y="94832"/>
                </a:lnTo>
                <a:lnTo>
                  <a:pt x="1116803" y="95119"/>
                </a:lnTo>
                <a:lnTo>
                  <a:pt x="1117089" y="95396"/>
                </a:lnTo>
                <a:lnTo>
                  <a:pt x="1117383" y="95665"/>
                </a:lnTo>
                <a:lnTo>
                  <a:pt x="1117684" y="95923"/>
                </a:lnTo>
                <a:lnTo>
                  <a:pt x="1117992" y="96173"/>
                </a:lnTo>
                <a:lnTo>
                  <a:pt x="1118308" y="96413"/>
                </a:lnTo>
                <a:lnTo>
                  <a:pt x="1118632" y="96644"/>
                </a:lnTo>
                <a:lnTo>
                  <a:pt x="1118963" y="96865"/>
                </a:lnTo>
                <a:lnTo>
                  <a:pt x="1119301" y="97077"/>
                </a:lnTo>
                <a:lnTo>
                  <a:pt x="1119647" y="97280"/>
                </a:lnTo>
                <a:lnTo>
                  <a:pt x="1120000" y="97474"/>
                </a:lnTo>
                <a:lnTo>
                  <a:pt x="1120360" y="97658"/>
                </a:lnTo>
                <a:lnTo>
                  <a:pt x="1120728" y="97833"/>
                </a:lnTo>
                <a:lnTo>
                  <a:pt x="1121104" y="97998"/>
                </a:lnTo>
                <a:lnTo>
                  <a:pt x="1121486" y="98156"/>
                </a:lnTo>
                <a:lnTo>
                  <a:pt x="1121873" y="98307"/>
                </a:lnTo>
                <a:lnTo>
                  <a:pt x="1122267" y="98450"/>
                </a:lnTo>
                <a:lnTo>
                  <a:pt x="1122666" y="98588"/>
                </a:lnTo>
                <a:lnTo>
                  <a:pt x="1123071" y="98718"/>
                </a:lnTo>
                <a:lnTo>
                  <a:pt x="1123482" y="98842"/>
                </a:lnTo>
                <a:lnTo>
                  <a:pt x="1123898" y="98959"/>
                </a:lnTo>
                <a:lnTo>
                  <a:pt x="1124320" y="99070"/>
                </a:lnTo>
                <a:lnTo>
                  <a:pt x="1124748" y="99174"/>
                </a:lnTo>
                <a:lnTo>
                  <a:pt x="1125182" y="99271"/>
                </a:lnTo>
                <a:lnTo>
                  <a:pt x="1125621" y="99361"/>
                </a:lnTo>
                <a:lnTo>
                  <a:pt x="1126066" y="99445"/>
                </a:lnTo>
                <a:lnTo>
                  <a:pt x="1126517" y="99522"/>
                </a:lnTo>
                <a:lnTo>
                  <a:pt x="1126973" y="99592"/>
                </a:lnTo>
                <a:lnTo>
                  <a:pt x="1127436" y="99656"/>
                </a:lnTo>
                <a:lnTo>
                  <a:pt x="1127904" y="99713"/>
                </a:lnTo>
                <a:lnTo>
                  <a:pt x="1128378" y="99763"/>
                </a:lnTo>
                <a:lnTo>
                  <a:pt x="1128857" y="99806"/>
                </a:lnTo>
                <a:lnTo>
                  <a:pt x="1129342" y="99843"/>
                </a:lnTo>
                <a:lnTo>
                  <a:pt x="1129833" y="99873"/>
                </a:lnTo>
                <a:lnTo>
                  <a:pt x="1130330" y="99897"/>
                </a:lnTo>
                <a:lnTo>
                  <a:pt x="1130833" y="99914"/>
                </a:lnTo>
                <a:lnTo>
                  <a:pt x="1131341" y="99924"/>
                </a:lnTo>
                <a:lnTo>
                  <a:pt x="1131855" y="99927"/>
                </a:lnTo>
                <a:lnTo>
                  <a:pt x="1142604" y="99927"/>
                </a:lnTo>
                <a:lnTo>
                  <a:pt x="1142604" y="90002"/>
                </a:lnTo>
                <a:lnTo>
                  <a:pt x="1135163" y="90002"/>
                </a:lnTo>
                <a:lnTo>
                  <a:pt x="1134619" y="89999"/>
                </a:lnTo>
                <a:lnTo>
                  <a:pt x="1134088" y="89987"/>
                </a:lnTo>
                <a:close/>
                <a:moveTo>
                  <a:pt x="739317" y="64092"/>
                </a:moveTo>
                <a:lnTo>
                  <a:pt x="739317" y="54306"/>
                </a:lnTo>
                <a:lnTo>
                  <a:pt x="684735" y="54306"/>
                </a:lnTo>
                <a:lnTo>
                  <a:pt x="684735" y="64092"/>
                </a:lnTo>
                <a:lnTo>
                  <a:pt x="739317" y="64092"/>
                </a:lnTo>
                <a:close/>
                <a:moveTo>
                  <a:pt x="1037071" y="60927"/>
                </a:moveTo>
                <a:lnTo>
                  <a:pt x="1037103" y="60303"/>
                </a:lnTo>
                <a:lnTo>
                  <a:pt x="1037145" y="59688"/>
                </a:lnTo>
                <a:lnTo>
                  <a:pt x="1037196" y="59082"/>
                </a:lnTo>
                <a:lnTo>
                  <a:pt x="1037257" y="58485"/>
                </a:lnTo>
                <a:lnTo>
                  <a:pt x="1037327" y="57897"/>
                </a:lnTo>
                <a:lnTo>
                  <a:pt x="1037406" y="57317"/>
                </a:lnTo>
                <a:lnTo>
                  <a:pt x="1037495" y="56747"/>
                </a:lnTo>
                <a:lnTo>
                  <a:pt x="1037593" y="56185"/>
                </a:lnTo>
                <a:lnTo>
                  <a:pt x="1037700" y="55632"/>
                </a:lnTo>
                <a:lnTo>
                  <a:pt x="1037817" y="55088"/>
                </a:lnTo>
                <a:lnTo>
                  <a:pt x="1037943" y="54553"/>
                </a:lnTo>
                <a:lnTo>
                  <a:pt x="1038078" y="54026"/>
                </a:lnTo>
                <a:lnTo>
                  <a:pt x="1038222" y="53509"/>
                </a:lnTo>
                <a:lnTo>
                  <a:pt x="1038376" y="53000"/>
                </a:lnTo>
                <a:lnTo>
                  <a:pt x="1038539" y="52501"/>
                </a:lnTo>
                <a:lnTo>
                  <a:pt x="1038712" y="52010"/>
                </a:lnTo>
                <a:lnTo>
                  <a:pt x="1038894" y="51528"/>
                </a:lnTo>
                <a:lnTo>
                  <a:pt x="1039085" y="51054"/>
                </a:lnTo>
                <a:lnTo>
                  <a:pt x="1039285" y="50590"/>
                </a:lnTo>
                <a:lnTo>
                  <a:pt x="1039495" y="50135"/>
                </a:lnTo>
                <a:lnTo>
                  <a:pt x="1039714" y="49688"/>
                </a:lnTo>
                <a:lnTo>
                  <a:pt x="1039942" y="49250"/>
                </a:lnTo>
                <a:lnTo>
                  <a:pt x="1040175" y="48821"/>
                </a:lnTo>
                <a:lnTo>
                  <a:pt x="1040415" y="48400"/>
                </a:lnTo>
                <a:lnTo>
                  <a:pt x="1040662" y="47988"/>
                </a:lnTo>
                <a:lnTo>
                  <a:pt x="1040915" y="47585"/>
                </a:lnTo>
                <a:lnTo>
                  <a:pt x="1041175" y="47190"/>
                </a:lnTo>
                <a:lnTo>
                  <a:pt x="1041441" y="46804"/>
                </a:lnTo>
                <a:lnTo>
                  <a:pt x="1041713" y="46426"/>
                </a:lnTo>
                <a:lnTo>
                  <a:pt x="1041992" y="46057"/>
                </a:lnTo>
                <a:lnTo>
                  <a:pt x="1042277" y="45697"/>
                </a:lnTo>
                <a:lnTo>
                  <a:pt x="1042569" y="45345"/>
                </a:lnTo>
                <a:lnTo>
                  <a:pt x="1042867" y="45002"/>
                </a:lnTo>
                <a:lnTo>
                  <a:pt x="1043172" y="44668"/>
                </a:lnTo>
                <a:lnTo>
                  <a:pt x="1043483" y="44342"/>
                </a:lnTo>
                <a:lnTo>
                  <a:pt x="1043801" y="44025"/>
                </a:lnTo>
                <a:lnTo>
                  <a:pt x="1044125" y="43716"/>
                </a:lnTo>
                <a:lnTo>
                  <a:pt x="1044456" y="43416"/>
                </a:lnTo>
                <a:lnTo>
                  <a:pt x="1044793" y="43125"/>
                </a:lnTo>
                <a:lnTo>
                  <a:pt x="1045136" y="42842"/>
                </a:lnTo>
                <a:lnTo>
                  <a:pt x="1045486" y="42568"/>
                </a:lnTo>
                <a:lnTo>
                  <a:pt x="1045843" y="42302"/>
                </a:lnTo>
                <a:lnTo>
                  <a:pt x="1046206" y="42045"/>
                </a:lnTo>
                <a:lnTo>
                  <a:pt x="1046575" y="41797"/>
                </a:lnTo>
                <a:lnTo>
                  <a:pt x="1046951" y="41557"/>
                </a:lnTo>
                <a:lnTo>
                  <a:pt x="1047332" y="41327"/>
                </a:lnTo>
                <a:lnTo>
                  <a:pt x="1047718" y="41106"/>
                </a:lnTo>
                <a:lnTo>
                  <a:pt x="1048108" y="40895"/>
                </a:lnTo>
                <a:lnTo>
                  <a:pt x="1048502" y="40694"/>
                </a:lnTo>
                <a:lnTo>
                  <a:pt x="1048900" y="40502"/>
                </a:lnTo>
                <a:lnTo>
                  <a:pt x="1049303" y="40321"/>
                </a:lnTo>
                <a:lnTo>
                  <a:pt x="1049710" y="40149"/>
                </a:lnTo>
                <a:lnTo>
                  <a:pt x="1050121" y="39987"/>
                </a:lnTo>
                <a:lnTo>
                  <a:pt x="1050537" y="39835"/>
                </a:lnTo>
                <a:lnTo>
                  <a:pt x="1050957" y="39693"/>
                </a:lnTo>
                <a:lnTo>
                  <a:pt x="1051381" y="39560"/>
                </a:lnTo>
                <a:lnTo>
                  <a:pt x="1051810" y="39437"/>
                </a:lnTo>
                <a:lnTo>
                  <a:pt x="1052243" y="39325"/>
                </a:lnTo>
                <a:lnTo>
                  <a:pt x="1052680" y="39222"/>
                </a:lnTo>
                <a:lnTo>
                  <a:pt x="1053121" y="39128"/>
                </a:lnTo>
                <a:lnTo>
                  <a:pt x="1053567" y="39045"/>
                </a:lnTo>
                <a:lnTo>
                  <a:pt x="1054017" y="38971"/>
                </a:lnTo>
                <a:lnTo>
                  <a:pt x="1054471" y="38907"/>
                </a:lnTo>
                <a:lnTo>
                  <a:pt x="1054930" y="38854"/>
                </a:lnTo>
                <a:lnTo>
                  <a:pt x="1055393" y="38809"/>
                </a:lnTo>
                <a:lnTo>
                  <a:pt x="1055860" y="38775"/>
                </a:lnTo>
                <a:lnTo>
                  <a:pt x="1056332" y="38750"/>
                </a:lnTo>
                <a:lnTo>
                  <a:pt x="1056808" y="38736"/>
                </a:lnTo>
                <a:lnTo>
                  <a:pt x="1057288" y="38731"/>
                </a:lnTo>
                <a:lnTo>
                  <a:pt x="1057982" y="38740"/>
                </a:lnTo>
                <a:lnTo>
                  <a:pt x="1058663" y="38767"/>
                </a:lnTo>
                <a:lnTo>
                  <a:pt x="1059331" y="38813"/>
                </a:lnTo>
                <a:lnTo>
                  <a:pt x="1059985" y="38876"/>
                </a:lnTo>
                <a:lnTo>
                  <a:pt x="1060627" y="38958"/>
                </a:lnTo>
                <a:lnTo>
                  <a:pt x="1061255" y="39058"/>
                </a:lnTo>
                <a:lnTo>
                  <a:pt x="1061870" y="39176"/>
                </a:lnTo>
                <a:lnTo>
                  <a:pt x="1062472" y="39313"/>
                </a:lnTo>
                <a:lnTo>
                  <a:pt x="1063061" y="39468"/>
                </a:lnTo>
                <a:lnTo>
                  <a:pt x="1063636" y="39640"/>
                </a:lnTo>
                <a:lnTo>
                  <a:pt x="1064199" y="39831"/>
                </a:lnTo>
                <a:lnTo>
                  <a:pt x="1064748" y="40041"/>
                </a:lnTo>
                <a:lnTo>
                  <a:pt x="1065284" y="40268"/>
                </a:lnTo>
                <a:lnTo>
                  <a:pt x="1065807" y="40513"/>
                </a:lnTo>
                <a:lnTo>
                  <a:pt x="1066317" y="40777"/>
                </a:lnTo>
                <a:lnTo>
                  <a:pt x="1066814" y="41059"/>
                </a:lnTo>
                <a:lnTo>
                  <a:pt x="1067297" y="41359"/>
                </a:lnTo>
                <a:lnTo>
                  <a:pt x="1067767" y="41678"/>
                </a:lnTo>
                <a:lnTo>
                  <a:pt x="1068224" y="42014"/>
                </a:lnTo>
                <a:lnTo>
                  <a:pt x="1068668" y="42369"/>
                </a:lnTo>
                <a:lnTo>
                  <a:pt x="1069099" y="42742"/>
                </a:lnTo>
                <a:lnTo>
                  <a:pt x="1069517" y="43133"/>
                </a:lnTo>
                <a:lnTo>
                  <a:pt x="1069921" y="43542"/>
                </a:lnTo>
                <a:lnTo>
                  <a:pt x="1070312" y="43970"/>
                </a:lnTo>
                <a:lnTo>
                  <a:pt x="1070689" y="44415"/>
                </a:lnTo>
                <a:lnTo>
                  <a:pt x="1071050" y="44879"/>
                </a:lnTo>
                <a:lnTo>
                  <a:pt x="1071395" y="45361"/>
                </a:lnTo>
                <a:lnTo>
                  <a:pt x="1071724" y="45861"/>
                </a:lnTo>
                <a:lnTo>
                  <a:pt x="1072036" y="46379"/>
                </a:lnTo>
                <a:lnTo>
                  <a:pt x="1072333" y="46915"/>
                </a:lnTo>
                <a:lnTo>
                  <a:pt x="1072614" y="47470"/>
                </a:lnTo>
                <a:lnTo>
                  <a:pt x="1072878" y="48043"/>
                </a:lnTo>
                <a:lnTo>
                  <a:pt x="1073127" y="48634"/>
                </a:lnTo>
                <a:lnTo>
                  <a:pt x="1073359" y="49243"/>
                </a:lnTo>
                <a:lnTo>
                  <a:pt x="1073576" y="49870"/>
                </a:lnTo>
                <a:lnTo>
                  <a:pt x="1073776" y="50516"/>
                </a:lnTo>
                <a:lnTo>
                  <a:pt x="1073961" y="51179"/>
                </a:lnTo>
                <a:lnTo>
                  <a:pt x="1074129" y="51861"/>
                </a:lnTo>
                <a:lnTo>
                  <a:pt x="1074281" y="52561"/>
                </a:lnTo>
                <a:lnTo>
                  <a:pt x="1074418" y="53279"/>
                </a:lnTo>
                <a:lnTo>
                  <a:pt x="1074538" y="54016"/>
                </a:lnTo>
                <a:lnTo>
                  <a:pt x="1074642" y="54770"/>
                </a:lnTo>
                <a:lnTo>
                  <a:pt x="1074730" y="55543"/>
                </a:lnTo>
                <a:lnTo>
                  <a:pt x="1074803" y="56334"/>
                </a:lnTo>
                <a:lnTo>
                  <a:pt x="1074859" y="57143"/>
                </a:lnTo>
                <a:lnTo>
                  <a:pt x="1074899" y="57971"/>
                </a:lnTo>
                <a:lnTo>
                  <a:pt x="1074923" y="58816"/>
                </a:lnTo>
                <a:lnTo>
                  <a:pt x="1074931" y="59680"/>
                </a:lnTo>
                <a:lnTo>
                  <a:pt x="1074931" y="99927"/>
                </a:lnTo>
                <a:lnTo>
                  <a:pt x="1086508" y="99927"/>
                </a:lnTo>
                <a:lnTo>
                  <a:pt x="1086508" y="58441"/>
                </a:lnTo>
                <a:lnTo>
                  <a:pt x="1086503" y="57609"/>
                </a:lnTo>
                <a:lnTo>
                  <a:pt x="1086485" y="56789"/>
                </a:lnTo>
                <a:lnTo>
                  <a:pt x="1086457" y="55981"/>
                </a:lnTo>
                <a:lnTo>
                  <a:pt x="1086417" y="55185"/>
                </a:lnTo>
                <a:lnTo>
                  <a:pt x="1086365" y="54401"/>
                </a:lnTo>
                <a:lnTo>
                  <a:pt x="1086302" y="53630"/>
                </a:lnTo>
                <a:lnTo>
                  <a:pt x="1086227" y="52871"/>
                </a:lnTo>
                <a:lnTo>
                  <a:pt x="1086141" y="52124"/>
                </a:lnTo>
                <a:lnTo>
                  <a:pt x="1086043" y="51389"/>
                </a:lnTo>
                <a:lnTo>
                  <a:pt x="1085934" y="50667"/>
                </a:lnTo>
                <a:lnTo>
                  <a:pt x="1085813" y="49957"/>
                </a:lnTo>
                <a:lnTo>
                  <a:pt x="1085681" y="49258"/>
                </a:lnTo>
                <a:lnTo>
                  <a:pt x="1085538" y="48573"/>
                </a:lnTo>
                <a:lnTo>
                  <a:pt x="1085383" y="47899"/>
                </a:lnTo>
                <a:lnTo>
                  <a:pt x="1085216" y="47237"/>
                </a:lnTo>
                <a:lnTo>
                  <a:pt x="1085038" y="46588"/>
                </a:lnTo>
                <a:lnTo>
                  <a:pt x="1084849" y="45951"/>
                </a:lnTo>
                <a:lnTo>
                  <a:pt x="1084648" y="45326"/>
                </a:lnTo>
                <a:lnTo>
                  <a:pt x="1084435" y="44713"/>
                </a:lnTo>
                <a:lnTo>
                  <a:pt x="1084211" y="44113"/>
                </a:lnTo>
                <a:lnTo>
                  <a:pt x="1083976" y="43525"/>
                </a:lnTo>
                <a:lnTo>
                  <a:pt x="1083729" y="42948"/>
                </a:lnTo>
                <a:lnTo>
                  <a:pt x="1083470" y="42385"/>
                </a:lnTo>
                <a:lnTo>
                  <a:pt x="1083200" y="41833"/>
                </a:lnTo>
                <a:lnTo>
                  <a:pt x="1082920" y="41293"/>
                </a:lnTo>
                <a:lnTo>
                  <a:pt x="1082631" y="40765"/>
                </a:lnTo>
                <a:lnTo>
                  <a:pt x="1082332" y="40248"/>
                </a:lnTo>
                <a:lnTo>
                  <a:pt x="1082025" y="39742"/>
                </a:lnTo>
                <a:lnTo>
                  <a:pt x="1081708" y="39249"/>
                </a:lnTo>
                <a:lnTo>
                  <a:pt x="1081383" y="38766"/>
                </a:lnTo>
                <a:lnTo>
                  <a:pt x="1081048" y="38295"/>
                </a:lnTo>
                <a:lnTo>
                  <a:pt x="1080704" y="37836"/>
                </a:lnTo>
                <a:lnTo>
                  <a:pt x="1080351" y="37388"/>
                </a:lnTo>
                <a:lnTo>
                  <a:pt x="1079989" y="36951"/>
                </a:lnTo>
                <a:lnTo>
                  <a:pt x="1079618" y="36526"/>
                </a:lnTo>
                <a:lnTo>
                  <a:pt x="1079237" y="36113"/>
                </a:lnTo>
                <a:lnTo>
                  <a:pt x="1078848" y="35711"/>
                </a:lnTo>
                <a:lnTo>
                  <a:pt x="1078450" y="35320"/>
                </a:lnTo>
                <a:lnTo>
                  <a:pt x="1078042" y="34941"/>
                </a:lnTo>
                <a:lnTo>
                  <a:pt x="1077626" y="34574"/>
                </a:lnTo>
                <a:lnTo>
                  <a:pt x="1077200" y="34218"/>
                </a:lnTo>
                <a:lnTo>
                  <a:pt x="1076765" y="33873"/>
                </a:lnTo>
                <a:lnTo>
                  <a:pt x="1076321" y="33540"/>
                </a:lnTo>
                <a:lnTo>
                  <a:pt x="1075868" y="33219"/>
                </a:lnTo>
                <a:lnTo>
                  <a:pt x="1075406" y="32909"/>
                </a:lnTo>
                <a:lnTo>
                  <a:pt x="1074935" y="32610"/>
                </a:lnTo>
                <a:lnTo>
                  <a:pt x="1074455" y="32323"/>
                </a:lnTo>
                <a:lnTo>
                  <a:pt x="1073966" y="32047"/>
                </a:lnTo>
                <a:lnTo>
                  <a:pt x="1073468" y="31783"/>
                </a:lnTo>
                <a:lnTo>
                  <a:pt x="1072962" y="31530"/>
                </a:lnTo>
                <a:lnTo>
                  <a:pt x="1072449" y="31288"/>
                </a:lnTo>
                <a:lnTo>
                  <a:pt x="1071929" y="31057"/>
                </a:lnTo>
                <a:lnTo>
                  <a:pt x="1071400" y="30837"/>
                </a:lnTo>
                <a:lnTo>
                  <a:pt x="1070864" y="30629"/>
                </a:lnTo>
                <a:lnTo>
                  <a:pt x="1070321" y="30432"/>
                </a:lnTo>
                <a:lnTo>
                  <a:pt x="1069770" y="30247"/>
                </a:lnTo>
                <a:lnTo>
                  <a:pt x="1069211" y="30072"/>
                </a:lnTo>
                <a:lnTo>
                  <a:pt x="1068644" y="29909"/>
                </a:lnTo>
                <a:lnTo>
                  <a:pt x="1068070" y="29757"/>
                </a:lnTo>
                <a:lnTo>
                  <a:pt x="1067488" y="29616"/>
                </a:lnTo>
                <a:lnTo>
                  <a:pt x="1066898" y="29487"/>
                </a:lnTo>
                <a:lnTo>
                  <a:pt x="1066301" y="29369"/>
                </a:lnTo>
                <a:lnTo>
                  <a:pt x="1065696" y="29262"/>
                </a:lnTo>
                <a:lnTo>
                  <a:pt x="1065084" y="29166"/>
                </a:lnTo>
                <a:lnTo>
                  <a:pt x="1064464" y="29082"/>
                </a:lnTo>
                <a:lnTo>
                  <a:pt x="1063836" y="29009"/>
                </a:lnTo>
                <a:lnTo>
                  <a:pt x="1063200" y="28947"/>
                </a:lnTo>
                <a:lnTo>
                  <a:pt x="1062557" y="28896"/>
                </a:lnTo>
                <a:lnTo>
                  <a:pt x="1061907" y="28857"/>
                </a:lnTo>
                <a:lnTo>
                  <a:pt x="1061248" y="28829"/>
                </a:lnTo>
                <a:lnTo>
                  <a:pt x="1060582" y="28812"/>
                </a:lnTo>
                <a:lnTo>
                  <a:pt x="1059908" y="28806"/>
                </a:lnTo>
                <a:lnTo>
                  <a:pt x="1059257" y="28813"/>
                </a:lnTo>
                <a:lnTo>
                  <a:pt x="1058611" y="28832"/>
                </a:lnTo>
                <a:lnTo>
                  <a:pt x="1057971" y="28863"/>
                </a:lnTo>
                <a:lnTo>
                  <a:pt x="1057337" y="28908"/>
                </a:lnTo>
                <a:lnTo>
                  <a:pt x="1056709" y="28965"/>
                </a:lnTo>
                <a:lnTo>
                  <a:pt x="1056087" y="29035"/>
                </a:lnTo>
                <a:lnTo>
                  <a:pt x="1055472" y="29117"/>
                </a:lnTo>
                <a:lnTo>
                  <a:pt x="1054862" y="29212"/>
                </a:lnTo>
                <a:lnTo>
                  <a:pt x="1054258" y="29320"/>
                </a:lnTo>
                <a:lnTo>
                  <a:pt x="1053660" y="29440"/>
                </a:lnTo>
                <a:lnTo>
                  <a:pt x="1053068" y="29574"/>
                </a:lnTo>
                <a:lnTo>
                  <a:pt x="1052482" y="29720"/>
                </a:lnTo>
                <a:lnTo>
                  <a:pt x="1051902" y="29878"/>
                </a:lnTo>
                <a:lnTo>
                  <a:pt x="1051328" y="30049"/>
                </a:lnTo>
                <a:lnTo>
                  <a:pt x="1050760" y="30233"/>
                </a:lnTo>
                <a:lnTo>
                  <a:pt x="1050198" y="30430"/>
                </a:lnTo>
                <a:lnTo>
                  <a:pt x="1049642" y="30639"/>
                </a:lnTo>
                <a:lnTo>
                  <a:pt x="1049091" y="30861"/>
                </a:lnTo>
                <a:lnTo>
                  <a:pt x="1048547" y="31096"/>
                </a:lnTo>
                <a:lnTo>
                  <a:pt x="1048009" y="31343"/>
                </a:lnTo>
                <a:lnTo>
                  <a:pt x="1047477" y="31603"/>
                </a:lnTo>
                <a:lnTo>
                  <a:pt x="1046951" y="31876"/>
                </a:lnTo>
                <a:lnTo>
                  <a:pt x="1046431" y="32161"/>
                </a:lnTo>
                <a:lnTo>
                  <a:pt x="1045916" y="32459"/>
                </a:lnTo>
                <a:lnTo>
                  <a:pt x="1045410" y="32769"/>
                </a:lnTo>
                <a:lnTo>
                  <a:pt x="1044914" y="33088"/>
                </a:lnTo>
                <a:lnTo>
                  <a:pt x="1044427" y="33417"/>
                </a:lnTo>
                <a:lnTo>
                  <a:pt x="1043951" y="33756"/>
                </a:lnTo>
                <a:lnTo>
                  <a:pt x="1043484" y="34104"/>
                </a:lnTo>
                <a:lnTo>
                  <a:pt x="1043027" y="34462"/>
                </a:lnTo>
                <a:lnTo>
                  <a:pt x="1042579" y="34831"/>
                </a:lnTo>
                <a:lnTo>
                  <a:pt x="1042142" y="35209"/>
                </a:lnTo>
                <a:lnTo>
                  <a:pt x="1041714" y="35596"/>
                </a:lnTo>
                <a:lnTo>
                  <a:pt x="1041296" y="35994"/>
                </a:lnTo>
                <a:lnTo>
                  <a:pt x="1040888" y="36401"/>
                </a:lnTo>
                <a:lnTo>
                  <a:pt x="1040490" y="36819"/>
                </a:lnTo>
                <a:lnTo>
                  <a:pt x="1040101" y="37246"/>
                </a:lnTo>
                <a:lnTo>
                  <a:pt x="1039723" y="37682"/>
                </a:lnTo>
                <a:lnTo>
                  <a:pt x="1039354" y="38129"/>
                </a:lnTo>
                <a:lnTo>
                  <a:pt x="1038995" y="38585"/>
                </a:lnTo>
                <a:lnTo>
                  <a:pt x="1038646" y="39052"/>
                </a:lnTo>
                <a:lnTo>
                  <a:pt x="1038306" y="39528"/>
                </a:lnTo>
                <a:lnTo>
                  <a:pt x="1037977" y="40014"/>
                </a:lnTo>
                <a:lnTo>
                  <a:pt x="1037657" y="40509"/>
                </a:lnTo>
                <a:lnTo>
                  <a:pt x="1037347" y="41015"/>
                </a:lnTo>
                <a:lnTo>
                  <a:pt x="1037047" y="41530"/>
                </a:lnTo>
                <a:lnTo>
                  <a:pt x="1036756" y="42055"/>
                </a:lnTo>
                <a:lnTo>
                  <a:pt x="1036476" y="42590"/>
                </a:lnTo>
                <a:lnTo>
                  <a:pt x="1035925" y="30461"/>
                </a:lnTo>
                <a:lnTo>
                  <a:pt x="1025451" y="30461"/>
                </a:lnTo>
                <a:lnTo>
                  <a:pt x="1025451" y="99927"/>
                </a:lnTo>
                <a:lnTo>
                  <a:pt x="1037029" y="99927"/>
                </a:lnTo>
                <a:lnTo>
                  <a:pt x="1037029" y="62851"/>
                </a:lnTo>
                <a:lnTo>
                  <a:pt x="1037033" y="62201"/>
                </a:lnTo>
                <a:lnTo>
                  <a:pt x="1037047" y="61560"/>
                </a:lnTo>
                <a:lnTo>
                  <a:pt x="1037071" y="60927"/>
                </a:lnTo>
                <a:close/>
                <a:moveTo>
                  <a:pt x="1285025" y="60927"/>
                </a:moveTo>
                <a:lnTo>
                  <a:pt x="1285058" y="60303"/>
                </a:lnTo>
                <a:lnTo>
                  <a:pt x="1285100" y="59688"/>
                </a:lnTo>
                <a:lnTo>
                  <a:pt x="1285151" y="59082"/>
                </a:lnTo>
                <a:lnTo>
                  <a:pt x="1285212" y="58485"/>
                </a:lnTo>
                <a:lnTo>
                  <a:pt x="1285281" y="57897"/>
                </a:lnTo>
                <a:lnTo>
                  <a:pt x="1285361" y="57317"/>
                </a:lnTo>
                <a:lnTo>
                  <a:pt x="1285449" y="56747"/>
                </a:lnTo>
                <a:lnTo>
                  <a:pt x="1285547" y="56185"/>
                </a:lnTo>
                <a:lnTo>
                  <a:pt x="1285654" y="55632"/>
                </a:lnTo>
                <a:lnTo>
                  <a:pt x="1285771" y="55088"/>
                </a:lnTo>
                <a:lnTo>
                  <a:pt x="1285897" y="54553"/>
                </a:lnTo>
                <a:lnTo>
                  <a:pt x="1286032" y="54026"/>
                </a:lnTo>
                <a:lnTo>
                  <a:pt x="1286177" y="53509"/>
                </a:lnTo>
                <a:lnTo>
                  <a:pt x="1286331" y="53000"/>
                </a:lnTo>
                <a:lnTo>
                  <a:pt x="1286494" y="52501"/>
                </a:lnTo>
                <a:lnTo>
                  <a:pt x="1286666" y="52010"/>
                </a:lnTo>
                <a:lnTo>
                  <a:pt x="1286848" y="51528"/>
                </a:lnTo>
                <a:lnTo>
                  <a:pt x="1287039" y="51054"/>
                </a:lnTo>
                <a:lnTo>
                  <a:pt x="1287240" y="50590"/>
                </a:lnTo>
                <a:lnTo>
                  <a:pt x="1287450" y="50135"/>
                </a:lnTo>
                <a:lnTo>
                  <a:pt x="1287669" y="49688"/>
                </a:lnTo>
                <a:lnTo>
                  <a:pt x="1287896" y="49250"/>
                </a:lnTo>
                <a:lnTo>
                  <a:pt x="1288130" y="48821"/>
                </a:lnTo>
                <a:lnTo>
                  <a:pt x="1288370" y="48400"/>
                </a:lnTo>
                <a:lnTo>
                  <a:pt x="1288616" y="47988"/>
                </a:lnTo>
                <a:lnTo>
                  <a:pt x="1288869" y="47585"/>
                </a:lnTo>
                <a:lnTo>
                  <a:pt x="1289129" y="47190"/>
                </a:lnTo>
                <a:lnTo>
                  <a:pt x="1289395" y="46804"/>
                </a:lnTo>
                <a:lnTo>
                  <a:pt x="1289667" y="46426"/>
                </a:lnTo>
                <a:lnTo>
                  <a:pt x="1289946" y="46057"/>
                </a:lnTo>
                <a:lnTo>
                  <a:pt x="1290232" y="45697"/>
                </a:lnTo>
                <a:lnTo>
                  <a:pt x="1290524" y="45345"/>
                </a:lnTo>
                <a:lnTo>
                  <a:pt x="1290822" y="45002"/>
                </a:lnTo>
                <a:lnTo>
                  <a:pt x="1291127" y="44668"/>
                </a:lnTo>
                <a:lnTo>
                  <a:pt x="1291438" y="44342"/>
                </a:lnTo>
                <a:lnTo>
                  <a:pt x="1291755" y="44025"/>
                </a:lnTo>
                <a:lnTo>
                  <a:pt x="1292080" y="43716"/>
                </a:lnTo>
                <a:lnTo>
                  <a:pt x="1292410" y="43416"/>
                </a:lnTo>
                <a:lnTo>
                  <a:pt x="1292747" y="43125"/>
                </a:lnTo>
                <a:lnTo>
                  <a:pt x="1293091" y="42842"/>
                </a:lnTo>
                <a:lnTo>
                  <a:pt x="1293441" y="42568"/>
                </a:lnTo>
                <a:lnTo>
                  <a:pt x="1293797" y="42302"/>
                </a:lnTo>
                <a:lnTo>
                  <a:pt x="1294160" y="42045"/>
                </a:lnTo>
                <a:lnTo>
                  <a:pt x="1294530" y="41797"/>
                </a:lnTo>
                <a:lnTo>
                  <a:pt x="1294906" y="41557"/>
                </a:lnTo>
                <a:lnTo>
                  <a:pt x="1295287" y="41327"/>
                </a:lnTo>
                <a:lnTo>
                  <a:pt x="1295672" y="41106"/>
                </a:lnTo>
                <a:lnTo>
                  <a:pt x="1296062" y="40895"/>
                </a:lnTo>
                <a:lnTo>
                  <a:pt x="1296456" y="40694"/>
                </a:lnTo>
                <a:lnTo>
                  <a:pt x="1296855" y="40502"/>
                </a:lnTo>
                <a:lnTo>
                  <a:pt x="1297257" y="40321"/>
                </a:lnTo>
                <a:lnTo>
                  <a:pt x="1297664" y="40149"/>
                </a:lnTo>
                <a:lnTo>
                  <a:pt x="1298076" y="39987"/>
                </a:lnTo>
                <a:lnTo>
                  <a:pt x="1298491" y="39835"/>
                </a:lnTo>
                <a:lnTo>
                  <a:pt x="1298911" y="39693"/>
                </a:lnTo>
                <a:lnTo>
                  <a:pt x="1299336" y="39560"/>
                </a:lnTo>
                <a:lnTo>
                  <a:pt x="1299764" y="39437"/>
                </a:lnTo>
                <a:lnTo>
                  <a:pt x="1300197" y="39325"/>
                </a:lnTo>
                <a:lnTo>
                  <a:pt x="1300634" y="39222"/>
                </a:lnTo>
                <a:lnTo>
                  <a:pt x="1301076" y="39128"/>
                </a:lnTo>
                <a:lnTo>
                  <a:pt x="1301521" y="39045"/>
                </a:lnTo>
                <a:lnTo>
                  <a:pt x="1301971" y="38971"/>
                </a:lnTo>
                <a:lnTo>
                  <a:pt x="1302426" y="38907"/>
                </a:lnTo>
                <a:lnTo>
                  <a:pt x="1302884" y="38854"/>
                </a:lnTo>
                <a:lnTo>
                  <a:pt x="1303347" y="38809"/>
                </a:lnTo>
                <a:lnTo>
                  <a:pt x="1303815" y="38775"/>
                </a:lnTo>
                <a:lnTo>
                  <a:pt x="1304286" y="38750"/>
                </a:lnTo>
                <a:lnTo>
                  <a:pt x="1304762" y="38736"/>
                </a:lnTo>
                <a:lnTo>
                  <a:pt x="1305242" y="38731"/>
                </a:lnTo>
                <a:lnTo>
                  <a:pt x="1305936" y="38740"/>
                </a:lnTo>
                <a:lnTo>
                  <a:pt x="1306617" y="38767"/>
                </a:lnTo>
                <a:lnTo>
                  <a:pt x="1307285" y="38813"/>
                </a:lnTo>
                <a:lnTo>
                  <a:pt x="1307940" y="38876"/>
                </a:lnTo>
                <a:lnTo>
                  <a:pt x="1308581" y="38958"/>
                </a:lnTo>
                <a:lnTo>
                  <a:pt x="1309209" y="39058"/>
                </a:lnTo>
                <a:lnTo>
                  <a:pt x="1309825" y="39176"/>
                </a:lnTo>
                <a:lnTo>
                  <a:pt x="1310426" y="39313"/>
                </a:lnTo>
                <a:lnTo>
                  <a:pt x="1311015" y="39468"/>
                </a:lnTo>
                <a:lnTo>
                  <a:pt x="1311591" y="39640"/>
                </a:lnTo>
                <a:lnTo>
                  <a:pt x="1312153" y="39831"/>
                </a:lnTo>
                <a:lnTo>
                  <a:pt x="1312703" y="40041"/>
                </a:lnTo>
                <a:lnTo>
                  <a:pt x="1313239" y="40268"/>
                </a:lnTo>
                <a:lnTo>
                  <a:pt x="1313762" y="40513"/>
                </a:lnTo>
                <a:lnTo>
                  <a:pt x="1314271" y="40777"/>
                </a:lnTo>
                <a:lnTo>
                  <a:pt x="1314768" y="41059"/>
                </a:lnTo>
                <a:lnTo>
                  <a:pt x="1315251" y="41359"/>
                </a:lnTo>
                <a:lnTo>
                  <a:pt x="1315722" y="41678"/>
                </a:lnTo>
                <a:lnTo>
                  <a:pt x="1316179" y="42014"/>
                </a:lnTo>
                <a:lnTo>
                  <a:pt x="1316623" y="42369"/>
                </a:lnTo>
                <a:lnTo>
                  <a:pt x="1317054" y="42742"/>
                </a:lnTo>
                <a:lnTo>
                  <a:pt x="1317471" y="43133"/>
                </a:lnTo>
                <a:lnTo>
                  <a:pt x="1317876" y="43542"/>
                </a:lnTo>
                <a:lnTo>
                  <a:pt x="1318267" y="43970"/>
                </a:lnTo>
                <a:lnTo>
                  <a:pt x="1318644" y="44415"/>
                </a:lnTo>
                <a:lnTo>
                  <a:pt x="1319005" y="44879"/>
                </a:lnTo>
                <a:lnTo>
                  <a:pt x="1319349" y="45361"/>
                </a:lnTo>
                <a:lnTo>
                  <a:pt x="1319678" y="45861"/>
                </a:lnTo>
                <a:lnTo>
                  <a:pt x="1319991" y="46379"/>
                </a:lnTo>
                <a:lnTo>
                  <a:pt x="1320287" y="46915"/>
                </a:lnTo>
                <a:lnTo>
                  <a:pt x="1320568" y="47470"/>
                </a:lnTo>
                <a:lnTo>
                  <a:pt x="1320833" y="48043"/>
                </a:lnTo>
                <a:lnTo>
                  <a:pt x="1321081" y="48634"/>
                </a:lnTo>
                <a:lnTo>
                  <a:pt x="1321314" y="49243"/>
                </a:lnTo>
                <a:lnTo>
                  <a:pt x="1321530" y="49870"/>
                </a:lnTo>
                <a:lnTo>
                  <a:pt x="1321731" y="50516"/>
                </a:lnTo>
                <a:lnTo>
                  <a:pt x="1321915" y="51179"/>
                </a:lnTo>
                <a:lnTo>
                  <a:pt x="1322083" y="51861"/>
                </a:lnTo>
                <a:lnTo>
                  <a:pt x="1322236" y="52561"/>
                </a:lnTo>
                <a:lnTo>
                  <a:pt x="1322372" y="53279"/>
                </a:lnTo>
                <a:lnTo>
                  <a:pt x="1322492" y="54016"/>
                </a:lnTo>
                <a:lnTo>
                  <a:pt x="1322597" y="54770"/>
                </a:lnTo>
                <a:lnTo>
                  <a:pt x="1322685" y="55543"/>
                </a:lnTo>
                <a:lnTo>
                  <a:pt x="1322757" y="56334"/>
                </a:lnTo>
                <a:lnTo>
                  <a:pt x="1322813" y="57143"/>
                </a:lnTo>
                <a:lnTo>
                  <a:pt x="1322853" y="57971"/>
                </a:lnTo>
                <a:lnTo>
                  <a:pt x="1322877" y="58816"/>
                </a:lnTo>
                <a:lnTo>
                  <a:pt x="1322885" y="59680"/>
                </a:lnTo>
                <a:lnTo>
                  <a:pt x="1322885" y="99927"/>
                </a:lnTo>
                <a:lnTo>
                  <a:pt x="1334463" y="99927"/>
                </a:lnTo>
                <a:lnTo>
                  <a:pt x="1334463" y="58441"/>
                </a:lnTo>
                <a:lnTo>
                  <a:pt x="1334457" y="57609"/>
                </a:lnTo>
                <a:lnTo>
                  <a:pt x="1334440" y="56789"/>
                </a:lnTo>
                <a:lnTo>
                  <a:pt x="1334411" y="55981"/>
                </a:lnTo>
                <a:lnTo>
                  <a:pt x="1334371" y="55185"/>
                </a:lnTo>
                <a:lnTo>
                  <a:pt x="1334319" y="54401"/>
                </a:lnTo>
                <a:lnTo>
                  <a:pt x="1334256" y="53630"/>
                </a:lnTo>
                <a:lnTo>
                  <a:pt x="1334181" y="52871"/>
                </a:lnTo>
                <a:lnTo>
                  <a:pt x="1334095" y="52124"/>
                </a:lnTo>
                <a:lnTo>
                  <a:pt x="1333998" y="51389"/>
                </a:lnTo>
                <a:lnTo>
                  <a:pt x="1333889" y="50667"/>
                </a:lnTo>
                <a:lnTo>
                  <a:pt x="1333768" y="49957"/>
                </a:lnTo>
                <a:lnTo>
                  <a:pt x="1333636" y="49258"/>
                </a:lnTo>
                <a:lnTo>
                  <a:pt x="1333492" y="48573"/>
                </a:lnTo>
                <a:lnTo>
                  <a:pt x="1333337" y="47899"/>
                </a:lnTo>
                <a:lnTo>
                  <a:pt x="1333171" y="47237"/>
                </a:lnTo>
                <a:lnTo>
                  <a:pt x="1332993" y="46588"/>
                </a:lnTo>
                <a:lnTo>
                  <a:pt x="1332803" y="45951"/>
                </a:lnTo>
                <a:lnTo>
                  <a:pt x="1332602" y="45326"/>
                </a:lnTo>
                <a:lnTo>
                  <a:pt x="1332390" y="44713"/>
                </a:lnTo>
                <a:lnTo>
                  <a:pt x="1332166" y="44113"/>
                </a:lnTo>
                <a:lnTo>
                  <a:pt x="1331930" y="43525"/>
                </a:lnTo>
                <a:lnTo>
                  <a:pt x="1331683" y="42948"/>
                </a:lnTo>
                <a:lnTo>
                  <a:pt x="1331425" y="42385"/>
                </a:lnTo>
                <a:lnTo>
                  <a:pt x="1331155" y="41833"/>
                </a:lnTo>
                <a:lnTo>
                  <a:pt x="1330874" y="41293"/>
                </a:lnTo>
                <a:lnTo>
                  <a:pt x="1330585" y="40765"/>
                </a:lnTo>
                <a:lnTo>
                  <a:pt x="1330287" y="40248"/>
                </a:lnTo>
                <a:lnTo>
                  <a:pt x="1329979" y="39742"/>
                </a:lnTo>
                <a:lnTo>
                  <a:pt x="1329663" y="39249"/>
                </a:lnTo>
                <a:lnTo>
                  <a:pt x="1329337" y="38766"/>
                </a:lnTo>
                <a:lnTo>
                  <a:pt x="1329002" y="38295"/>
                </a:lnTo>
                <a:lnTo>
                  <a:pt x="1328658" y="37836"/>
                </a:lnTo>
                <a:lnTo>
                  <a:pt x="1328305" y="37388"/>
                </a:lnTo>
                <a:lnTo>
                  <a:pt x="1327943" y="36951"/>
                </a:lnTo>
                <a:lnTo>
                  <a:pt x="1327572" y="36526"/>
                </a:lnTo>
                <a:lnTo>
                  <a:pt x="1327192" y="36113"/>
                </a:lnTo>
                <a:lnTo>
                  <a:pt x="1326803" y="35711"/>
                </a:lnTo>
                <a:lnTo>
                  <a:pt x="1326404" y="35320"/>
                </a:lnTo>
                <a:lnTo>
                  <a:pt x="1325997" y="34941"/>
                </a:lnTo>
                <a:lnTo>
                  <a:pt x="1325580" y="34574"/>
                </a:lnTo>
                <a:lnTo>
                  <a:pt x="1325154" y="34218"/>
                </a:lnTo>
                <a:lnTo>
                  <a:pt x="1324720" y="33873"/>
                </a:lnTo>
                <a:lnTo>
                  <a:pt x="1324276" y="33540"/>
                </a:lnTo>
                <a:lnTo>
                  <a:pt x="1323823" y="33219"/>
                </a:lnTo>
                <a:lnTo>
                  <a:pt x="1323361" y="32909"/>
                </a:lnTo>
                <a:lnTo>
                  <a:pt x="1322890" y="32610"/>
                </a:lnTo>
                <a:lnTo>
                  <a:pt x="1322409" y="32323"/>
                </a:lnTo>
                <a:lnTo>
                  <a:pt x="1321920" y="32047"/>
                </a:lnTo>
                <a:lnTo>
                  <a:pt x="1321422" y="31783"/>
                </a:lnTo>
                <a:lnTo>
                  <a:pt x="1320917" y="31530"/>
                </a:lnTo>
                <a:lnTo>
                  <a:pt x="1320404" y="31288"/>
                </a:lnTo>
                <a:lnTo>
                  <a:pt x="1319883" y="31057"/>
                </a:lnTo>
                <a:lnTo>
                  <a:pt x="1319355" y="30837"/>
                </a:lnTo>
                <a:lnTo>
                  <a:pt x="1318819" y="30629"/>
                </a:lnTo>
                <a:lnTo>
                  <a:pt x="1318275" y="30432"/>
                </a:lnTo>
                <a:lnTo>
                  <a:pt x="1317724" y="30247"/>
                </a:lnTo>
                <a:lnTo>
                  <a:pt x="1317165" y="30072"/>
                </a:lnTo>
                <a:lnTo>
                  <a:pt x="1316598" y="29909"/>
                </a:lnTo>
                <a:lnTo>
                  <a:pt x="1316024" y="29757"/>
                </a:lnTo>
                <a:lnTo>
                  <a:pt x="1315442" y="29616"/>
                </a:lnTo>
                <a:lnTo>
                  <a:pt x="1314853" y="29487"/>
                </a:lnTo>
                <a:lnTo>
                  <a:pt x="1314256" y="29369"/>
                </a:lnTo>
                <a:lnTo>
                  <a:pt x="1313651" y="29262"/>
                </a:lnTo>
                <a:lnTo>
                  <a:pt x="1313038" y="29166"/>
                </a:lnTo>
                <a:lnTo>
                  <a:pt x="1312418" y="29082"/>
                </a:lnTo>
                <a:lnTo>
                  <a:pt x="1311790" y="29009"/>
                </a:lnTo>
                <a:lnTo>
                  <a:pt x="1311155" y="28947"/>
                </a:lnTo>
                <a:lnTo>
                  <a:pt x="1310512" y="28896"/>
                </a:lnTo>
                <a:lnTo>
                  <a:pt x="1309861" y="28857"/>
                </a:lnTo>
                <a:lnTo>
                  <a:pt x="1309203" y="28829"/>
                </a:lnTo>
                <a:lnTo>
                  <a:pt x="1308536" y="28812"/>
                </a:lnTo>
                <a:lnTo>
                  <a:pt x="1307863" y="28806"/>
                </a:lnTo>
                <a:lnTo>
                  <a:pt x="1307211" y="28813"/>
                </a:lnTo>
                <a:lnTo>
                  <a:pt x="1306565" y="28832"/>
                </a:lnTo>
                <a:lnTo>
                  <a:pt x="1305925" y="28863"/>
                </a:lnTo>
                <a:lnTo>
                  <a:pt x="1305292" y="28908"/>
                </a:lnTo>
                <a:lnTo>
                  <a:pt x="1304664" y="28965"/>
                </a:lnTo>
                <a:lnTo>
                  <a:pt x="1304042" y="29035"/>
                </a:lnTo>
                <a:lnTo>
                  <a:pt x="1303426" y="29117"/>
                </a:lnTo>
                <a:lnTo>
                  <a:pt x="1302816" y="29212"/>
                </a:lnTo>
                <a:lnTo>
                  <a:pt x="1302212" y="29320"/>
                </a:lnTo>
                <a:lnTo>
                  <a:pt x="1301614" y="29440"/>
                </a:lnTo>
                <a:lnTo>
                  <a:pt x="1301022" y="29574"/>
                </a:lnTo>
                <a:lnTo>
                  <a:pt x="1300436" y="29720"/>
                </a:lnTo>
                <a:lnTo>
                  <a:pt x="1299856" y="29878"/>
                </a:lnTo>
                <a:lnTo>
                  <a:pt x="1299282" y="30049"/>
                </a:lnTo>
                <a:lnTo>
                  <a:pt x="1298714" y="30233"/>
                </a:lnTo>
                <a:lnTo>
                  <a:pt x="1298152" y="30430"/>
                </a:lnTo>
                <a:lnTo>
                  <a:pt x="1297596" y="30639"/>
                </a:lnTo>
                <a:lnTo>
                  <a:pt x="1297046" y="30861"/>
                </a:lnTo>
                <a:lnTo>
                  <a:pt x="1296502" y="31096"/>
                </a:lnTo>
                <a:lnTo>
                  <a:pt x="1295964" y="31343"/>
                </a:lnTo>
                <a:lnTo>
                  <a:pt x="1295431" y="31603"/>
                </a:lnTo>
                <a:lnTo>
                  <a:pt x="1294905" y="31876"/>
                </a:lnTo>
                <a:lnTo>
                  <a:pt x="1294385" y="32161"/>
                </a:lnTo>
                <a:lnTo>
                  <a:pt x="1293871" y="32459"/>
                </a:lnTo>
                <a:lnTo>
                  <a:pt x="1293365" y="32769"/>
                </a:lnTo>
                <a:lnTo>
                  <a:pt x="1292868" y="33088"/>
                </a:lnTo>
                <a:lnTo>
                  <a:pt x="1292382" y="33417"/>
                </a:lnTo>
                <a:lnTo>
                  <a:pt x="1291905" y="33756"/>
                </a:lnTo>
                <a:lnTo>
                  <a:pt x="1291438" y="34104"/>
                </a:lnTo>
                <a:lnTo>
                  <a:pt x="1290981" y="34462"/>
                </a:lnTo>
                <a:lnTo>
                  <a:pt x="1290534" y="34831"/>
                </a:lnTo>
                <a:lnTo>
                  <a:pt x="1290096" y="35209"/>
                </a:lnTo>
                <a:lnTo>
                  <a:pt x="1289668" y="35596"/>
                </a:lnTo>
                <a:lnTo>
                  <a:pt x="1289251" y="35994"/>
                </a:lnTo>
                <a:lnTo>
                  <a:pt x="1288843" y="36401"/>
                </a:lnTo>
                <a:lnTo>
                  <a:pt x="1288444" y="36819"/>
                </a:lnTo>
                <a:lnTo>
                  <a:pt x="1288056" y="37246"/>
                </a:lnTo>
                <a:lnTo>
                  <a:pt x="1287677" y="37682"/>
                </a:lnTo>
                <a:lnTo>
                  <a:pt x="1287308" y="38129"/>
                </a:lnTo>
                <a:lnTo>
                  <a:pt x="1286949" y="38585"/>
                </a:lnTo>
                <a:lnTo>
                  <a:pt x="1286600" y="39052"/>
                </a:lnTo>
                <a:lnTo>
                  <a:pt x="1286261" y="39528"/>
                </a:lnTo>
                <a:lnTo>
                  <a:pt x="1285931" y="40014"/>
                </a:lnTo>
                <a:lnTo>
                  <a:pt x="1285611" y="40509"/>
                </a:lnTo>
                <a:lnTo>
                  <a:pt x="1285301" y="41015"/>
                </a:lnTo>
                <a:lnTo>
                  <a:pt x="1285001" y="41530"/>
                </a:lnTo>
                <a:lnTo>
                  <a:pt x="1284711" y="42055"/>
                </a:lnTo>
                <a:lnTo>
                  <a:pt x="1284430" y="42590"/>
                </a:lnTo>
                <a:lnTo>
                  <a:pt x="1283879" y="30461"/>
                </a:lnTo>
                <a:lnTo>
                  <a:pt x="1273405" y="30461"/>
                </a:lnTo>
                <a:lnTo>
                  <a:pt x="1273405" y="99927"/>
                </a:lnTo>
                <a:lnTo>
                  <a:pt x="1284983" y="99927"/>
                </a:lnTo>
                <a:lnTo>
                  <a:pt x="1284983" y="62851"/>
                </a:lnTo>
                <a:lnTo>
                  <a:pt x="1284988" y="62201"/>
                </a:lnTo>
                <a:lnTo>
                  <a:pt x="1285002" y="61560"/>
                </a:lnTo>
                <a:lnTo>
                  <a:pt x="1285025" y="60927"/>
                </a:lnTo>
                <a:close/>
                <a:moveTo>
                  <a:pt x="1009779" y="67181"/>
                </a:moveTo>
                <a:lnTo>
                  <a:pt x="1009788" y="67027"/>
                </a:lnTo>
                <a:lnTo>
                  <a:pt x="1009797" y="66874"/>
                </a:lnTo>
                <a:lnTo>
                  <a:pt x="1009805" y="66723"/>
                </a:lnTo>
                <a:lnTo>
                  <a:pt x="1009813" y="66573"/>
                </a:lnTo>
                <a:lnTo>
                  <a:pt x="1009821" y="66424"/>
                </a:lnTo>
                <a:lnTo>
                  <a:pt x="1009827" y="66277"/>
                </a:lnTo>
                <a:lnTo>
                  <a:pt x="1009834" y="66131"/>
                </a:lnTo>
                <a:lnTo>
                  <a:pt x="1009840" y="65987"/>
                </a:lnTo>
                <a:lnTo>
                  <a:pt x="1009845" y="65844"/>
                </a:lnTo>
                <a:lnTo>
                  <a:pt x="1009850" y="65703"/>
                </a:lnTo>
                <a:lnTo>
                  <a:pt x="1009855" y="65563"/>
                </a:lnTo>
                <a:lnTo>
                  <a:pt x="1009859" y="65424"/>
                </a:lnTo>
                <a:lnTo>
                  <a:pt x="1009862" y="65287"/>
                </a:lnTo>
                <a:lnTo>
                  <a:pt x="1009865" y="65152"/>
                </a:lnTo>
                <a:lnTo>
                  <a:pt x="1009868" y="65017"/>
                </a:lnTo>
                <a:lnTo>
                  <a:pt x="1009870" y="64885"/>
                </a:lnTo>
                <a:lnTo>
                  <a:pt x="1009872" y="64753"/>
                </a:lnTo>
                <a:lnTo>
                  <a:pt x="1009873" y="64623"/>
                </a:lnTo>
                <a:lnTo>
                  <a:pt x="1009874" y="64495"/>
                </a:lnTo>
                <a:lnTo>
                  <a:pt x="1009874" y="64368"/>
                </a:lnTo>
                <a:lnTo>
                  <a:pt x="1009874" y="64242"/>
                </a:lnTo>
                <a:lnTo>
                  <a:pt x="1009874" y="64116"/>
                </a:lnTo>
                <a:lnTo>
                  <a:pt x="1009874" y="63991"/>
                </a:lnTo>
                <a:lnTo>
                  <a:pt x="1009874" y="63866"/>
                </a:lnTo>
                <a:lnTo>
                  <a:pt x="1009874" y="63742"/>
                </a:lnTo>
                <a:lnTo>
                  <a:pt x="1009874" y="63618"/>
                </a:lnTo>
                <a:lnTo>
                  <a:pt x="1009874" y="63495"/>
                </a:lnTo>
                <a:lnTo>
                  <a:pt x="1009874" y="63372"/>
                </a:lnTo>
                <a:lnTo>
                  <a:pt x="1009874" y="63250"/>
                </a:lnTo>
                <a:lnTo>
                  <a:pt x="1009874" y="63128"/>
                </a:lnTo>
                <a:lnTo>
                  <a:pt x="1009874" y="63006"/>
                </a:lnTo>
                <a:lnTo>
                  <a:pt x="1009874" y="62886"/>
                </a:lnTo>
                <a:lnTo>
                  <a:pt x="1009874" y="62765"/>
                </a:lnTo>
                <a:lnTo>
                  <a:pt x="1009874" y="62645"/>
                </a:lnTo>
                <a:lnTo>
                  <a:pt x="1009874" y="62526"/>
                </a:lnTo>
                <a:lnTo>
                  <a:pt x="1009874" y="62407"/>
                </a:lnTo>
                <a:lnTo>
                  <a:pt x="1009874" y="62288"/>
                </a:lnTo>
                <a:lnTo>
                  <a:pt x="1009874" y="62170"/>
                </a:lnTo>
                <a:lnTo>
                  <a:pt x="1009874" y="62052"/>
                </a:lnTo>
                <a:lnTo>
                  <a:pt x="1009874" y="61935"/>
                </a:lnTo>
                <a:lnTo>
                  <a:pt x="1009874" y="61819"/>
                </a:lnTo>
                <a:lnTo>
                  <a:pt x="1009874" y="61703"/>
                </a:lnTo>
                <a:lnTo>
                  <a:pt x="1009874" y="61587"/>
                </a:lnTo>
                <a:lnTo>
                  <a:pt x="1009874" y="61472"/>
                </a:lnTo>
                <a:lnTo>
                  <a:pt x="1009867" y="60739"/>
                </a:lnTo>
                <a:lnTo>
                  <a:pt x="1009848" y="60012"/>
                </a:lnTo>
                <a:lnTo>
                  <a:pt x="1009815" y="59289"/>
                </a:lnTo>
                <a:lnTo>
                  <a:pt x="1009769" y="58572"/>
                </a:lnTo>
                <a:lnTo>
                  <a:pt x="1009709" y="57859"/>
                </a:lnTo>
                <a:lnTo>
                  <a:pt x="1009637" y="57152"/>
                </a:lnTo>
                <a:lnTo>
                  <a:pt x="1009552" y="56450"/>
                </a:lnTo>
                <a:lnTo>
                  <a:pt x="1009453" y="55752"/>
                </a:lnTo>
                <a:lnTo>
                  <a:pt x="1009341" y="55060"/>
                </a:lnTo>
                <a:lnTo>
                  <a:pt x="1009216" y="54373"/>
                </a:lnTo>
                <a:lnTo>
                  <a:pt x="1009078" y="53690"/>
                </a:lnTo>
                <a:lnTo>
                  <a:pt x="1008927" y="53013"/>
                </a:lnTo>
                <a:lnTo>
                  <a:pt x="1008762" y="52341"/>
                </a:lnTo>
                <a:lnTo>
                  <a:pt x="1008584" y="51674"/>
                </a:lnTo>
                <a:lnTo>
                  <a:pt x="1008394" y="51011"/>
                </a:lnTo>
                <a:lnTo>
                  <a:pt x="1008190" y="50354"/>
                </a:lnTo>
                <a:lnTo>
                  <a:pt x="1007973" y="49702"/>
                </a:lnTo>
                <a:lnTo>
                  <a:pt x="1007742" y="49055"/>
                </a:lnTo>
                <a:lnTo>
                  <a:pt x="1007499" y="48413"/>
                </a:lnTo>
                <a:lnTo>
                  <a:pt x="1007242" y="47776"/>
                </a:lnTo>
                <a:lnTo>
                  <a:pt x="1006972" y="47144"/>
                </a:lnTo>
                <a:lnTo>
                  <a:pt x="1006690" y="46517"/>
                </a:lnTo>
                <a:lnTo>
                  <a:pt x="1006393" y="45895"/>
                </a:lnTo>
                <a:lnTo>
                  <a:pt x="1006084" y="45278"/>
                </a:lnTo>
                <a:lnTo>
                  <a:pt x="1005763" y="44668"/>
                </a:lnTo>
                <a:lnTo>
                  <a:pt x="1005430" y="44068"/>
                </a:lnTo>
                <a:lnTo>
                  <a:pt x="1005085" y="43479"/>
                </a:lnTo>
                <a:lnTo>
                  <a:pt x="1004729" y="42898"/>
                </a:lnTo>
                <a:lnTo>
                  <a:pt x="1004362" y="42328"/>
                </a:lnTo>
                <a:lnTo>
                  <a:pt x="1003983" y="41768"/>
                </a:lnTo>
                <a:lnTo>
                  <a:pt x="1003592" y="41217"/>
                </a:lnTo>
                <a:lnTo>
                  <a:pt x="1003190" y="40676"/>
                </a:lnTo>
                <a:lnTo>
                  <a:pt x="1002777" y="40145"/>
                </a:lnTo>
                <a:lnTo>
                  <a:pt x="1002352" y="39624"/>
                </a:lnTo>
                <a:lnTo>
                  <a:pt x="1001915" y="39112"/>
                </a:lnTo>
                <a:lnTo>
                  <a:pt x="1001467" y="38610"/>
                </a:lnTo>
                <a:lnTo>
                  <a:pt x="1001008" y="38119"/>
                </a:lnTo>
                <a:lnTo>
                  <a:pt x="1000537" y="37636"/>
                </a:lnTo>
                <a:lnTo>
                  <a:pt x="1000055" y="37164"/>
                </a:lnTo>
                <a:lnTo>
                  <a:pt x="999561" y="36702"/>
                </a:lnTo>
                <a:lnTo>
                  <a:pt x="999055" y="36249"/>
                </a:lnTo>
                <a:lnTo>
                  <a:pt x="998539" y="35806"/>
                </a:lnTo>
                <a:lnTo>
                  <a:pt x="998010" y="35373"/>
                </a:lnTo>
                <a:lnTo>
                  <a:pt x="997471" y="34950"/>
                </a:lnTo>
                <a:lnTo>
                  <a:pt x="996919" y="34537"/>
                </a:lnTo>
                <a:lnTo>
                  <a:pt x="996356" y="34133"/>
                </a:lnTo>
                <a:lnTo>
                  <a:pt x="995782" y="33739"/>
                </a:lnTo>
                <a:lnTo>
                  <a:pt x="995196" y="33355"/>
                </a:lnTo>
                <a:lnTo>
                  <a:pt x="994600" y="32984"/>
                </a:lnTo>
                <a:lnTo>
                  <a:pt x="993992" y="32629"/>
                </a:lnTo>
                <a:lnTo>
                  <a:pt x="993373" y="32289"/>
                </a:lnTo>
                <a:lnTo>
                  <a:pt x="992744" y="31965"/>
                </a:lnTo>
                <a:lnTo>
                  <a:pt x="992104" y="31657"/>
                </a:lnTo>
                <a:lnTo>
                  <a:pt x="991454" y="31365"/>
                </a:lnTo>
                <a:lnTo>
                  <a:pt x="990792" y="31089"/>
                </a:lnTo>
                <a:lnTo>
                  <a:pt x="990120" y="30828"/>
                </a:lnTo>
                <a:lnTo>
                  <a:pt x="989437" y="30583"/>
                </a:lnTo>
                <a:lnTo>
                  <a:pt x="988743" y="30354"/>
                </a:lnTo>
                <a:lnTo>
                  <a:pt x="988038" y="30141"/>
                </a:lnTo>
                <a:lnTo>
                  <a:pt x="987323" y="29944"/>
                </a:lnTo>
                <a:lnTo>
                  <a:pt x="986597" y="29762"/>
                </a:lnTo>
                <a:lnTo>
                  <a:pt x="985860" y="29596"/>
                </a:lnTo>
                <a:lnTo>
                  <a:pt x="985112" y="29446"/>
                </a:lnTo>
                <a:lnTo>
                  <a:pt x="984354" y="29312"/>
                </a:lnTo>
                <a:lnTo>
                  <a:pt x="983584" y="29193"/>
                </a:lnTo>
                <a:lnTo>
                  <a:pt x="982805" y="29091"/>
                </a:lnTo>
                <a:lnTo>
                  <a:pt x="982014" y="29004"/>
                </a:lnTo>
                <a:lnTo>
                  <a:pt x="981212" y="28933"/>
                </a:lnTo>
                <a:lnTo>
                  <a:pt x="980400" y="28877"/>
                </a:lnTo>
                <a:lnTo>
                  <a:pt x="979577" y="28838"/>
                </a:lnTo>
                <a:lnTo>
                  <a:pt x="978743" y="28814"/>
                </a:lnTo>
                <a:lnTo>
                  <a:pt x="977898" y="28806"/>
                </a:lnTo>
                <a:lnTo>
                  <a:pt x="977075" y="28814"/>
                </a:lnTo>
                <a:lnTo>
                  <a:pt x="976260" y="28838"/>
                </a:lnTo>
                <a:lnTo>
                  <a:pt x="975453" y="28877"/>
                </a:lnTo>
                <a:lnTo>
                  <a:pt x="974653" y="28933"/>
                </a:lnTo>
                <a:lnTo>
                  <a:pt x="973862" y="29004"/>
                </a:lnTo>
                <a:lnTo>
                  <a:pt x="973078" y="29091"/>
                </a:lnTo>
                <a:lnTo>
                  <a:pt x="972303" y="29193"/>
                </a:lnTo>
                <a:lnTo>
                  <a:pt x="971535" y="29312"/>
                </a:lnTo>
                <a:lnTo>
                  <a:pt x="970775" y="29446"/>
                </a:lnTo>
                <a:lnTo>
                  <a:pt x="970023" y="29596"/>
                </a:lnTo>
                <a:lnTo>
                  <a:pt x="969279" y="29762"/>
                </a:lnTo>
                <a:lnTo>
                  <a:pt x="968543" y="29944"/>
                </a:lnTo>
                <a:lnTo>
                  <a:pt x="967814" y="30141"/>
                </a:lnTo>
                <a:lnTo>
                  <a:pt x="967094" y="30354"/>
                </a:lnTo>
                <a:lnTo>
                  <a:pt x="966382" y="30583"/>
                </a:lnTo>
                <a:lnTo>
                  <a:pt x="965677" y="30828"/>
                </a:lnTo>
                <a:lnTo>
                  <a:pt x="964980" y="31089"/>
                </a:lnTo>
                <a:lnTo>
                  <a:pt x="964292" y="31365"/>
                </a:lnTo>
                <a:lnTo>
                  <a:pt x="963611" y="31657"/>
                </a:lnTo>
                <a:lnTo>
                  <a:pt x="962938" y="31965"/>
                </a:lnTo>
                <a:lnTo>
                  <a:pt x="962273" y="32289"/>
                </a:lnTo>
                <a:lnTo>
                  <a:pt x="961615" y="32629"/>
                </a:lnTo>
                <a:lnTo>
                  <a:pt x="960966" y="32984"/>
                </a:lnTo>
                <a:lnTo>
                  <a:pt x="960325" y="33355"/>
                </a:lnTo>
                <a:lnTo>
                  <a:pt x="959693" y="33741"/>
                </a:lnTo>
                <a:lnTo>
                  <a:pt x="959074" y="34138"/>
                </a:lnTo>
                <a:lnTo>
                  <a:pt x="958466" y="34549"/>
                </a:lnTo>
                <a:lnTo>
                  <a:pt x="957871" y="34971"/>
                </a:lnTo>
                <a:lnTo>
                  <a:pt x="957287" y="35406"/>
                </a:lnTo>
                <a:lnTo>
                  <a:pt x="956716" y="35854"/>
                </a:lnTo>
                <a:lnTo>
                  <a:pt x="956156" y="36314"/>
                </a:lnTo>
                <a:lnTo>
                  <a:pt x="955608" y="36786"/>
                </a:lnTo>
                <a:lnTo>
                  <a:pt x="955072" y="37271"/>
                </a:lnTo>
                <a:lnTo>
                  <a:pt x="954549" y="37768"/>
                </a:lnTo>
                <a:lnTo>
                  <a:pt x="954037" y="38278"/>
                </a:lnTo>
                <a:lnTo>
                  <a:pt x="953537" y="38800"/>
                </a:lnTo>
                <a:lnTo>
                  <a:pt x="953049" y="39335"/>
                </a:lnTo>
                <a:lnTo>
                  <a:pt x="952573" y="39882"/>
                </a:lnTo>
                <a:lnTo>
                  <a:pt x="952109" y="40441"/>
                </a:lnTo>
                <a:lnTo>
                  <a:pt x="951657" y="41013"/>
                </a:lnTo>
                <a:lnTo>
                  <a:pt x="951217" y="41598"/>
                </a:lnTo>
                <a:lnTo>
                  <a:pt x="950789" y="42195"/>
                </a:lnTo>
                <a:lnTo>
                  <a:pt x="950373" y="42804"/>
                </a:lnTo>
                <a:lnTo>
                  <a:pt x="949969" y="43426"/>
                </a:lnTo>
                <a:lnTo>
                  <a:pt x="949577" y="44060"/>
                </a:lnTo>
                <a:lnTo>
                  <a:pt x="949196" y="44706"/>
                </a:lnTo>
                <a:lnTo>
                  <a:pt x="948828" y="45366"/>
                </a:lnTo>
                <a:lnTo>
                  <a:pt x="948472" y="46037"/>
                </a:lnTo>
                <a:lnTo>
                  <a:pt x="948129" y="46720"/>
                </a:lnTo>
                <a:lnTo>
                  <a:pt x="947800" y="47412"/>
                </a:lnTo>
                <a:lnTo>
                  <a:pt x="947486" y="48115"/>
                </a:lnTo>
                <a:lnTo>
                  <a:pt x="947187" y="48828"/>
                </a:lnTo>
                <a:lnTo>
                  <a:pt x="946902" y="49550"/>
                </a:lnTo>
                <a:lnTo>
                  <a:pt x="946632" y="50283"/>
                </a:lnTo>
                <a:lnTo>
                  <a:pt x="946377" y="51026"/>
                </a:lnTo>
                <a:lnTo>
                  <a:pt x="946136" y="51779"/>
                </a:lnTo>
                <a:lnTo>
                  <a:pt x="945910" y="52542"/>
                </a:lnTo>
                <a:lnTo>
                  <a:pt x="945698" y="53315"/>
                </a:lnTo>
                <a:lnTo>
                  <a:pt x="945501" y="54098"/>
                </a:lnTo>
                <a:lnTo>
                  <a:pt x="945319" y="54892"/>
                </a:lnTo>
                <a:lnTo>
                  <a:pt x="945151" y="55695"/>
                </a:lnTo>
                <a:lnTo>
                  <a:pt x="944997" y="56508"/>
                </a:lnTo>
                <a:lnTo>
                  <a:pt x="944859" y="57332"/>
                </a:lnTo>
                <a:lnTo>
                  <a:pt x="944735" y="58165"/>
                </a:lnTo>
                <a:lnTo>
                  <a:pt x="944625" y="59008"/>
                </a:lnTo>
                <a:lnTo>
                  <a:pt x="944530" y="59862"/>
                </a:lnTo>
                <a:lnTo>
                  <a:pt x="944450" y="60725"/>
                </a:lnTo>
                <a:lnTo>
                  <a:pt x="944384" y="61599"/>
                </a:lnTo>
                <a:lnTo>
                  <a:pt x="944333" y="62483"/>
                </a:lnTo>
                <a:lnTo>
                  <a:pt x="944297" y="63377"/>
                </a:lnTo>
                <a:lnTo>
                  <a:pt x="944275" y="64280"/>
                </a:lnTo>
                <a:lnTo>
                  <a:pt x="944268" y="65194"/>
                </a:lnTo>
                <a:lnTo>
                  <a:pt x="944275" y="66097"/>
                </a:lnTo>
                <a:lnTo>
                  <a:pt x="944297" y="66990"/>
                </a:lnTo>
                <a:lnTo>
                  <a:pt x="944334" y="67874"/>
                </a:lnTo>
                <a:lnTo>
                  <a:pt x="944386" y="68749"/>
                </a:lnTo>
                <a:lnTo>
                  <a:pt x="944453" y="69614"/>
                </a:lnTo>
                <a:lnTo>
                  <a:pt x="944535" y="70470"/>
                </a:lnTo>
                <a:lnTo>
                  <a:pt x="944631" y="71317"/>
                </a:lnTo>
                <a:lnTo>
                  <a:pt x="944742" y="72154"/>
                </a:lnTo>
                <a:lnTo>
                  <a:pt x="944868" y="72982"/>
                </a:lnTo>
                <a:lnTo>
                  <a:pt x="945009" y="73801"/>
                </a:lnTo>
                <a:lnTo>
                  <a:pt x="945165" y="74611"/>
                </a:lnTo>
                <a:lnTo>
                  <a:pt x="945335" y="75411"/>
                </a:lnTo>
                <a:lnTo>
                  <a:pt x="945521" y="76201"/>
                </a:lnTo>
                <a:lnTo>
                  <a:pt x="945721" y="76983"/>
                </a:lnTo>
                <a:lnTo>
                  <a:pt x="945936" y="77755"/>
                </a:lnTo>
                <a:lnTo>
                  <a:pt x="946166" y="78518"/>
                </a:lnTo>
                <a:lnTo>
                  <a:pt x="946411" y="79271"/>
                </a:lnTo>
                <a:lnTo>
                  <a:pt x="946670" y="80015"/>
                </a:lnTo>
                <a:lnTo>
                  <a:pt x="946945" y="80750"/>
                </a:lnTo>
                <a:lnTo>
                  <a:pt x="947234" y="81475"/>
                </a:lnTo>
                <a:lnTo>
                  <a:pt x="947538" y="82192"/>
                </a:lnTo>
                <a:lnTo>
                  <a:pt x="947857" y="82898"/>
                </a:lnTo>
                <a:lnTo>
                  <a:pt x="948190" y="83596"/>
                </a:lnTo>
                <a:lnTo>
                  <a:pt x="948539" y="84284"/>
                </a:lnTo>
                <a:lnTo>
                  <a:pt x="948901" y="84961"/>
                </a:lnTo>
                <a:lnTo>
                  <a:pt x="949274" y="85625"/>
                </a:lnTo>
                <a:lnTo>
                  <a:pt x="949658" y="86277"/>
                </a:lnTo>
                <a:lnTo>
                  <a:pt x="950053" y="86916"/>
                </a:lnTo>
                <a:lnTo>
                  <a:pt x="950460" y="87542"/>
                </a:lnTo>
                <a:lnTo>
                  <a:pt x="950878" y="88156"/>
                </a:lnTo>
                <a:lnTo>
                  <a:pt x="951307" y="88757"/>
                </a:lnTo>
                <a:lnTo>
                  <a:pt x="951748" y="89345"/>
                </a:lnTo>
                <a:lnTo>
                  <a:pt x="952200" y="89921"/>
                </a:lnTo>
                <a:lnTo>
                  <a:pt x="952663" y="90484"/>
                </a:lnTo>
                <a:lnTo>
                  <a:pt x="953137" y="91034"/>
                </a:lnTo>
                <a:lnTo>
                  <a:pt x="953622" y="91571"/>
                </a:lnTo>
                <a:lnTo>
                  <a:pt x="954119" y="92096"/>
                </a:lnTo>
                <a:lnTo>
                  <a:pt x="954627" y="92608"/>
                </a:lnTo>
                <a:lnTo>
                  <a:pt x="955146" y="93108"/>
                </a:lnTo>
                <a:lnTo>
                  <a:pt x="955676" y="93595"/>
                </a:lnTo>
                <a:lnTo>
                  <a:pt x="956218" y="94069"/>
                </a:lnTo>
                <a:lnTo>
                  <a:pt x="956771" y="94530"/>
                </a:lnTo>
                <a:lnTo>
                  <a:pt x="957335" y="94979"/>
                </a:lnTo>
                <a:lnTo>
                  <a:pt x="957911" y="95415"/>
                </a:lnTo>
                <a:lnTo>
                  <a:pt x="958497" y="95839"/>
                </a:lnTo>
                <a:lnTo>
                  <a:pt x="959095" y="96250"/>
                </a:lnTo>
                <a:lnTo>
                  <a:pt x="959704" y="96648"/>
                </a:lnTo>
                <a:lnTo>
                  <a:pt x="960325" y="97033"/>
                </a:lnTo>
                <a:lnTo>
                  <a:pt x="960955" y="97404"/>
                </a:lnTo>
                <a:lnTo>
                  <a:pt x="961593" y="97759"/>
                </a:lnTo>
                <a:lnTo>
                  <a:pt x="962238" y="98099"/>
                </a:lnTo>
                <a:lnTo>
                  <a:pt x="962892" y="98422"/>
                </a:lnTo>
                <a:lnTo>
                  <a:pt x="963554" y="98730"/>
                </a:lnTo>
                <a:lnTo>
                  <a:pt x="964223" y="99022"/>
                </a:lnTo>
                <a:lnTo>
                  <a:pt x="964900" y="99299"/>
                </a:lnTo>
                <a:lnTo>
                  <a:pt x="965586" y="99559"/>
                </a:lnTo>
                <a:lnTo>
                  <a:pt x="966279" y="99804"/>
                </a:lnTo>
                <a:lnTo>
                  <a:pt x="966980" y="100033"/>
                </a:lnTo>
                <a:lnTo>
                  <a:pt x="967689" y="100246"/>
                </a:lnTo>
                <a:lnTo>
                  <a:pt x="968405" y="100443"/>
                </a:lnTo>
                <a:lnTo>
                  <a:pt x="969130" y="100625"/>
                </a:lnTo>
                <a:lnTo>
                  <a:pt x="969863" y="100791"/>
                </a:lnTo>
                <a:lnTo>
                  <a:pt x="970603" y="100941"/>
                </a:lnTo>
                <a:lnTo>
                  <a:pt x="971352" y="101075"/>
                </a:lnTo>
                <a:lnTo>
                  <a:pt x="972108" y="101193"/>
                </a:lnTo>
                <a:lnTo>
                  <a:pt x="972872" y="101296"/>
                </a:lnTo>
                <a:lnTo>
                  <a:pt x="973644" y="101383"/>
                </a:lnTo>
                <a:lnTo>
                  <a:pt x="974424" y="101454"/>
                </a:lnTo>
                <a:lnTo>
                  <a:pt x="975212" y="101509"/>
                </a:lnTo>
                <a:lnTo>
                  <a:pt x="976008" y="101548"/>
                </a:lnTo>
                <a:lnTo>
                  <a:pt x="976811" y="101572"/>
                </a:lnTo>
                <a:lnTo>
                  <a:pt x="977623" y="101580"/>
                </a:lnTo>
                <a:lnTo>
                  <a:pt x="978297" y="101575"/>
                </a:lnTo>
                <a:lnTo>
                  <a:pt x="978964" y="101560"/>
                </a:lnTo>
                <a:lnTo>
                  <a:pt x="979625" y="101536"/>
                </a:lnTo>
                <a:lnTo>
                  <a:pt x="980278" y="101502"/>
                </a:lnTo>
                <a:lnTo>
                  <a:pt x="980925" y="101457"/>
                </a:lnTo>
                <a:lnTo>
                  <a:pt x="981564" y="101404"/>
                </a:lnTo>
                <a:lnTo>
                  <a:pt x="982197" y="101340"/>
                </a:lnTo>
                <a:lnTo>
                  <a:pt x="982822" y="101266"/>
                </a:lnTo>
                <a:lnTo>
                  <a:pt x="983441" y="101183"/>
                </a:lnTo>
                <a:lnTo>
                  <a:pt x="984053" y="101090"/>
                </a:lnTo>
                <a:lnTo>
                  <a:pt x="984658" y="100987"/>
                </a:lnTo>
                <a:lnTo>
                  <a:pt x="985256" y="100874"/>
                </a:lnTo>
                <a:lnTo>
                  <a:pt x="985846" y="100751"/>
                </a:lnTo>
                <a:lnTo>
                  <a:pt x="986430" y="100619"/>
                </a:lnTo>
                <a:lnTo>
                  <a:pt x="987007" y="100477"/>
                </a:lnTo>
                <a:lnTo>
                  <a:pt x="987578" y="100325"/>
                </a:lnTo>
                <a:lnTo>
                  <a:pt x="988141" y="100163"/>
                </a:lnTo>
                <a:lnTo>
                  <a:pt x="988697" y="99991"/>
                </a:lnTo>
                <a:lnTo>
                  <a:pt x="989246" y="99810"/>
                </a:lnTo>
                <a:lnTo>
                  <a:pt x="989788" y="99619"/>
                </a:lnTo>
                <a:lnTo>
                  <a:pt x="990324" y="99418"/>
                </a:lnTo>
                <a:lnTo>
                  <a:pt x="990852" y="99207"/>
                </a:lnTo>
                <a:lnTo>
                  <a:pt x="991374" y="98986"/>
                </a:lnTo>
                <a:lnTo>
                  <a:pt x="991888" y="98756"/>
                </a:lnTo>
                <a:lnTo>
                  <a:pt x="992396" y="98516"/>
                </a:lnTo>
                <a:lnTo>
                  <a:pt x="992896" y="98270"/>
                </a:lnTo>
                <a:lnTo>
                  <a:pt x="993390" y="98016"/>
                </a:lnTo>
                <a:lnTo>
                  <a:pt x="993877" y="97754"/>
                </a:lnTo>
                <a:lnTo>
                  <a:pt x="994357" y="97485"/>
                </a:lnTo>
                <a:lnTo>
                  <a:pt x="994830" y="97209"/>
                </a:lnTo>
                <a:lnTo>
                  <a:pt x="995296" y="96925"/>
                </a:lnTo>
                <a:lnTo>
                  <a:pt x="995755" y="96634"/>
                </a:lnTo>
                <a:lnTo>
                  <a:pt x="996207" y="96335"/>
                </a:lnTo>
                <a:lnTo>
                  <a:pt x="996652" y="96030"/>
                </a:lnTo>
                <a:lnTo>
                  <a:pt x="997090" y="95716"/>
                </a:lnTo>
                <a:lnTo>
                  <a:pt x="997521" y="95395"/>
                </a:lnTo>
                <a:lnTo>
                  <a:pt x="997946" y="95067"/>
                </a:lnTo>
                <a:lnTo>
                  <a:pt x="998363" y="94732"/>
                </a:lnTo>
                <a:lnTo>
                  <a:pt x="998774" y="94389"/>
                </a:lnTo>
                <a:lnTo>
                  <a:pt x="999177" y="94038"/>
                </a:lnTo>
                <a:lnTo>
                  <a:pt x="999574" y="93680"/>
                </a:lnTo>
                <a:lnTo>
                  <a:pt x="999963" y="93315"/>
                </a:lnTo>
                <a:lnTo>
                  <a:pt x="1000346" y="92942"/>
                </a:lnTo>
                <a:lnTo>
                  <a:pt x="1000722" y="92562"/>
                </a:lnTo>
                <a:lnTo>
                  <a:pt x="1001091" y="92175"/>
                </a:lnTo>
                <a:lnTo>
                  <a:pt x="1001453" y="91780"/>
                </a:lnTo>
                <a:lnTo>
                  <a:pt x="1001808" y="91378"/>
                </a:lnTo>
                <a:lnTo>
                  <a:pt x="1002156" y="90968"/>
                </a:lnTo>
                <a:lnTo>
                  <a:pt x="1002496" y="90552"/>
                </a:lnTo>
                <a:lnTo>
                  <a:pt x="1002827" y="90132"/>
                </a:lnTo>
                <a:lnTo>
                  <a:pt x="1003151" y="89708"/>
                </a:lnTo>
                <a:lnTo>
                  <a:pt x="1003465" y="89280"/>
                </a:lnTo>
                <a:lnTo>
                  <a:pt x="1003771" y="88847"/>
                </a:lnTo>
                <a:lnTo>
                  <a:pt x="1004068" y="88410"/>
                </a:lnTo>
                <a:lnTo>
                  <a:pt x="1004357" y="87968"/>
                </a:lnTo>
                <a:lnTo>
                  <a:pt x="1004637" y="87522"/>
                </a:lnTo>
                <a:lnTo>
                  <a:pt x="1004908" y="87072"/>
                </a:lnTo>
                <a:lnTo>
                  <a:pt x="1005171" y="86618"/>
                </a:lnTo>
                <a:lnTo>
                  <a:pt x="1005425" y="86159"/>
                </a:lnTo>
                <a:lnTo>
                  <a:pt x="1005670" y="85696"/>
                </a:lnTo>
                <a:lnTo>
                  <a:pt x="1005907" y="85229"/>
                </a:lnTo>
                <a:lnTo>
                  <a:pt x="1006136" y="84757"/>
                </a:lnTo>
                <a:lnTo>
                  <a:pt x="1006355" y="84282"/>
                </a:lnTo>
                <a:lnTo>
                  <a:pt x="1006567" y="83801"/>
                </a:lnTo>
                <a:lnTo>
                  <a:pt x="1006769" y="83317"/>
                </a:lnTo>
                <a:lnTo>
                  <a:pt x="1006963" y="82828"/>
                </a:lnTo>
                <a:lnTo>
                  <a:pt x="1007148" y="82335"/>
                </a:lnTo>
                <a:lnTo>
                  <a:pt x="1007325" y="81837"/>
                </a:lnTo>
                <a:lnTo>
                  <a:pt x="1007493" y="81336"/>
                </a:lnTo>
                <a:lnTo>
                  <a:pt x="1007652" y="80830"/>
                </a:lnTo>
                <a:lnTo>
                  <a:pt x="1007803" y="80319"/>
                </a:lnTo>
                <a:lnTo>
                  <a:pt x="1007945" y="79805"/>
                </a:lnTo>
                <a:lnTo>
                  <a:pt x="996505" y="79805"/>
                </a:lnTo>
                <a:lnTo>
                  <a:pt x="996328" y="80260"/>
                </a:lnTo>
                <a:lnTo>
                  <a:pt x="996141" y="80707"/>
                </a:lnTo>
                <a:lnTo>
                  <a:pt x="995946" y="81147"/>
                </a:lnTo>
                <a:lnTo>
                  <a:pt x="995741" y="81579"/>
                </a:lnTo>
                <a:lnTo>
                  <a:pt x="995526" y="82003"/>
                </a:lnTo>
                <a:lnTo>
                  <a:pt x="995303" y="82419"/>
                </a:lnTo>
                <a:lnTo>
                  <a:pt x="995070" y="82827"/>
                </a:lnTo>
                <a:lnTo>
                  <a:pt x="994828" y="83227"/>
                </a:lnTo>
                <a:lnTo>
                  <a:pt x="994576" y="83619"/>
                </a:lnTo>
                <a:lnTo>
                  <a:pt x="994315" y="84003"/>
                </a:lnTo>
                <a:lnTo>
                  <a:pt x="994045" y="84380"/>
                </a:lnTo>
                <a:lnTo>
                  <a:pt x="993765" y="84748"/>
                </a:lnTo>
                <a:lnTo>
                  <a:pt x="993476" y="85109"/>
                </a:lnTo>
                <a:lnTo>
                  <a:pt x="993178" y="85462"/>
                </a:lnTo>
                <a:lnTo>
                  <a:pt x="992870" y="85807"/>
                </a:lnTo>
                <a:lnTo>
                  <a:pt x="992553" y="86144"/>
                </a:lnTo>
                <a:lnTo>
                  <a:pt x="992227" y="86473"/>
                </a:lnTo>
                <a:lnTo>
                  <a:pt x="991892" y="86794"/>
                </a:lnTo>
                <a:lnTo>
                  <a:pt x="991547" y="87107"/>
                </a:lnTo>
                <a:lnTo>
                  <a:pt x="991192" y="87413"/>
                </a:lnTo>
                <a:lnTo>
                  <a:pt x="990829" y="87710"/>
                </a:lnTo>
                <a:lnTo>
                  <a:pt x="990456" y="88000"/>
                </a:lnTo>
                <a:lnTo>
                  <a:pt x="990074" y="88282"/>
                </a:lnTo>
                <a:lnTo>
                  <a:pt x="989682" y="88556"/>
                </a:lnTo>
                <a:lnTo>
                  <a:pt x="989281" y="88820"/>
                </a:lnTo>
                <a:lnTo>
                  <a:pt x="988872" y="89073"/>
                </a:lnTo>
                <a:lnTo>
                  <a:pt x="988453" y="89315"/>
                </a:lnTo>
                <a:lnTo>
                  <a:pt x="988026" y="89545"/>
                </a:lnTo>
                <a:lnTo>
                  <a:pt x="987590" y="89764"/>
                </a:lnTo>
                <a:lnTo>
                  <a:pt x="987145" y="89972"/>
                </a:lnTo>
                <a:lnTo>
                  <a:pt x="986691" y="90169"/>
                </a:lnTo>
                <a:lnTo>
                  <a:pt x="986229" y="90355"/>
                </a:lnTo>
                <a:lnTo>
                  <a:pt x="985757" y="90529"/>
                </a:lnTo>
                <a:lnTo>
                  <a:pt x="985277" y="90692"/>
                </a:lnTo>
                <a:lnTo>
                  <a:pt x="984788" y="90844"/>
                </a:lnTo>
                <a:lnTo>
                  <a:pt x="984290" y="90985"/>
                </a:lnTo>
                <a:lnTo>
                  <a:pt x="983783" y="91114"/>
                </a:lnTo>
                <a:lnTo>
                  <a:pt x="983267" y="91232"/>
                </a:lnTo>
                <a:lnTo>
                  <a:pt x="982742" y="91339"/>
                </a:lnTo>
                <a:lnTo>
                  <a:pt x="982209" y="91434"/>
                </a:lnTo>
                <a:lnTo>
                  <a:pt x="981667" y="91519"/>
                </a:lnTo>
                <a:lnTo>
                  <a:pt x="981116" y="91592"/>
                </a:lnTo>
                <a:lnTo>
                  <a:pt x="980556" y="91654"/>
                </a:lnTo>
                <a:lnTo>
                  <a:pt x="979987" y="91704"/>
                </a:lnTo>
                <a:lnTo>
                  <a:pt x="979409" y="91744"/>
                </a:lnTo>
                <a:lnTo>
                  <a:pt x="978822" y="91772"/>
                </a:lnTo>
                <a:lnTo>
                  <a:pt x="978227" y="91789"/>
                </a:lnTo>
                <a:lnTo>
                  <a:pt x="977623" y="91794"/>
                </a:lnTo>
                <a:lnTo>
                  <a:pt x="977142" y="91789"/>
                </a:lnTo>
                <a:lnTo>
                  <a:pt x="976663" y="91774"/>
                </a:lnTo>
                <a:lnTo>
                  <a:pt x="976187" y="91749"/>
                </a:lnTo>
                <a:lnTo>
                  <a:pt x="975714" y="91714"/>
                </a:lnTo>
                <a:lnTo>
                  <a:pt x="975243" y="91669"/>
                </a:lnTo>
                <a:lnTo>
                  <a:pt x="974775" y="91613"/>
                </a:lnTo>
                <a:lnTo>
                  <a:pt x="974310" y="91548"/>
                </a:lnTo>
                <a:lnTo>
                  <a:pt x="973847" y="91473"/>
                </a:lnTo>
                <a:lnTo>
                  <a:pt x="973387" y="91387"/>
                </a:lnTo>
                <a:lnTo>
                  <a:pt x="972930" y="91292"/>
                </a:lnTo>
                <a:lnTo>
                  <a:pt x="972475" y="91186"/>
                </a:lnTo>
                <a:lnTo>
                  <a:pt x="972023" y="91071"/>
                </a:lnTo>
                <a:lnTo>
                  <a:pt x="971573" y="90945"/>
                </a:lnTo>
                <a:lnTo>
                  <a:pt x="971126" y="90810"/>
                </a:lnTo>
                <a:lnTo>
                  <a:pt x="970682" y="90664"/>
                </a:lnTo>
                <a:lnTo>
                  <a:pt x="970240" y="90508"/>
                </a:lnTo>
                <a:lnTo>
                  <a:pt x="969801" y="90342"/>
                </a:lnTo>
                <a:lnTo>
                  <a:pt x="969365" y="90167"/>
                </a:lnTo>
                <a:lnTo>
                  <a:pt x="968931" y="89981"/>
                </a:lnTo>
                <a:lnTo>
                  <a:pt x="968500" y="89785"/>
                </a:lnTo>
                <a:lnTo>
                  <a:pt x="968072" y="89579"/>
                </a:lnTo>
                <a:lnTo>
                  <a:pt x="967646" y="89363"/>
                </a:lnTo>
                <a:lnTo>
                  <a:pt x="967223" y="89137"/>
                </a:lnTo>
                <a:lnTo>
                  <a:pt x="966802" y="88900"/>
                </a:lnTo>
                <a:lnTo>
                  <a:pt x="966386" y="88654"/>
                </a:lnTo>
                <a:lnTo>
                  <a:pt x="965977" y="88398"/>
                </a:lnTo>
                <a:lnTo>
                  <a:pt x="965575" y="88132"/>
                </a:lnTo>
                <a:lnTo>
                  <a:pt x="965179" y="87855"/>
                </a:lnTo>
                <a:lnTo>
                  <a:pt x="964790" y="87569"/>
                </a:lnTo>
                <a:lnTo>
                  <a:pt x="964408" y="87273"/>
                </a:lnTo>
                <a:lnTo>
                  <a:pt x="964032" y="86966"/>
                </a:lnTo>
                <a:lnTo>
                  <a:pt x="963663" y="86650"/>
                </a:lnTo>
                <a:lnTo>
                  <a:pt x="963301" y="86323"/>
                </a:lnTo>
                <a:lnTo>
                  <a:pt x="962945" y="85986"/>
                </a:lnTo>
                <a:lnTo>
                  <a:pt x="962596" y="85640"/>
                </a:lnTo>
                <a:lnTo>
                  <a:pt x="962254" y="85283"/>
                </a:lnTo>
                <a:lnTo>
                  <a:pt x="961918" y="84916"/>
                </a:lnTo>
                <a:lnTo>
                  <a:pt x="961590" y="84540"/>
                </a:lnTo>
                <a:lnTo>
                  <a:pt x="961267" y="84153"/>
                </a:lnTo>
                <a:lnTo>
                  <a:pt x="960952" y="83756"/>
                </a:lnTo>
                <a:lnTo>
                  <a:pt x="960643" y="83349"/>
                </a:lnTo>
                <a:lnTo>
                  <a:pt x="960341" y="82932"/>
                </a:lnTo>
                <a:lnTo>
                  <a:pt x="960046" y="82505"/>
                </a:lnTo>
                <a:lnTo>
                  <a:pt x="959757" y="82068"/>
                </a:lnTo>
                <a:lnTo>
                  <a:pt x="959475" y="81621"/>
                </a:lnTo>
                <a:lnTo>
                  <a:pt x="959200" y="81163"/>
                </a:lnTo>
                <a:lnTo>
                  <a:pt x="958931" y="80696"/>
                </a:lnTo>
                <a:lnTo>
                  <a:pt x="958670" y="80219"/>
                </a:lnTo>
                <a:lnTo>
                  <a:pt x="958417" y="79732"/>
                </a:lnTo>
                <a:lnTo>
                  <a:pt x="958175" y="79235"/>
                </a:lnTo>
                <a:lnTo>
                  <a:pt x="957943" y="78728"/>
                </a:lnTo>
                <a:lnTo>
                  <a:pt x="957722" y="78212"/>
                </a:lnTo>
                <a:lnTo>
                  <a:pt x="957513" y="77687"/>
                </a:lnTo>
                <a:lnTo>
                  <a:pt x="957313" y="77152"/>
                </a:lnTo>
                <a:lnTo>
                  <a:pt x="957125" y="76607"/>
                </a:lnTo>
                <a:lnTo>
                  <a:pt x="956947" y="76053"/>
                </a:lnTo>
                <a:lnTo>
                  <a:pt x="956781" y="75489"/>
                </a:lnTo>
                <a:lnTo>
                  <a:pt x="956625" y="74916"/>
                </a:lnTo>
                <a:lnTo>
                  <a:pt x="956479" y="74333"/>
                </a:lnTo>
                <a:lnTo>
                  <a:pt x="956345" y="73740"/>
                </a:lnTo>
                <a:lnTo>
                  <a:pt x="956221" y="73138"/>
                </a:lnTo>
                <a:lnTo>
                  <a:pt x="956108" y="72526"/>
                </a:lnTo>
                <a:lnTo>
                  <a:pt x="956006" y="71905"/>
                </a:lnTo>
                <a:lnTo>
                  <a:pt x="955914" y="71275"/>
                </a:lnTo>
                <a:lnTo>
                  <a:pt x="955833" y="70634"/>
                </a:lnTo>
                <a:lnTo>
                  <a:pt x="955763" y="69984"/>
                </a:lnTo>
                <a:lnTo>
                  <a:pt x="955704" y="69325"/>
                </a:lnTo>
                <a:lnTo>
                  <a:pt x="955656" y="68656"/>
                </a:lnTo>
                <a:lnTo>
                  <a:pt x="955618" y="67977"/>
                </a:lnTo>
                <a:lnTo>
                  <a:pt x="955612" y="67813"/>
                </a:lnTo>
                <a:lnTo>
                  <a:pt x="1009737" y="67813"/>
                </a:lnTo>
                <a:lnTo>
                  <a:pt x="1009748" y="67653"/>
                </a:lnTo>
                <a:lnTo>
                  <a:pt x="1009759" y="67494"/>
                </a:lnTo>
                <a:lnTo>
                  <a:pt x="1009769" y="67337"/>
                </a:lnTo>
                <a:lnTo>
                  <a:pt x="1009779" y="67181"/>
                </a:lnTo>
                <a:close/>
                <a:moveTo>
                  <a:pt x="955907" y="57162"/>
                </a:moveTo>
                <a:lnTo>
                  <a:pt x="955996" y="56594"/>
                </a:lnTo>
                <a:lnTo>
                  <a:pt x="956096" y="56035"/>
                </a:lnTo>
                <a:lnTo>
                  <a:pt x="956207" y="55485"/>
                </a:lnTo>
                <a:lnTo>
                  <a:pt x="956328" y="54944"/>
                </a:lnTo>
                <a:lnTo>
                  <a:pt x="956459" y="54411"/>
                </a:lnTo>
                <a:lnTo>
                  <a:pt x="956602" y="53887"/>
                </a:lnTo>
                <a:lnTo>
                  <a:pt x="956754" y="53373"/>
                </a:lnTo>
                <a:lnTo>
                  <a:pt x="956918" y="52867"/>
                </a:lnTo>
                <a:lnTo>
                  <a:pt x="957091" y="52369"/>
                </a:lnTo>
                <a:lnTo>
                  <a:pt x="957276" y="51881"/>
                </a:lnTo>
                <a:lnTo>
                  <a:pt x="957470" y="51402"/>
                </a:lnTo>
                <a:lnTo>
                  <a:pt x="957676" y="50931"/>
                </a:lnTo>
                <a:lnTo>
                  <a:pt x="957892" y="50469"/>
                </a:lnTo>
                <a:lnTo>
                  <a:pt x="958118" y="50016"/>
                </a:lnTo>
                <a:lnTo>
                  <a:pt x="958355" y="49572"/>
                </a:lnTo>
                <a:lnTo>
                  <a:pt x="958602" y="49137"/>
                </a:lnTo>
                <a:lnTo>
                  <a:pt x="958859" y="48711"/>
                </a:lnTo>
                <a:lnTo>
                  <a:pt x="959122" y="48293"/>
                </a:lnTo>
                <a:lnTo>
                  <a:pt x="959392" y="47883"/>
                </a:lnTo>
                <a:lnTo>
                  <a:pt x="959669" y="47483"/>
                </a:lnTo>
                <a:lnTo>
                  <a:pt x="959953" y="47091"/>
                </a:lnTo>
                <a:lnTo>
                  <a:pt x="960244" y="46707"/>
                </a:lnTo>
                <a:lnTo>
                  <a:pt x="960541" y="46333"/>
                </a:lnTo>
                <a:lnTo>
                  <a:pt x="960846" y="45966"/>
                </a:lnTo>
                <a:lnTo>
                  <a:pt x="961158" y="45609"/>
                </a:lnTo>
                <a:lnTo>
                  <a:pt x="961476" y="45260"/>
                </a:lnTo>
                <a:lnTo>
                  <a:pt x="961802" y="44920"/>
                </a:lnTo>
                <a:lnTo>
                  <a:pt x="962135" y="44588"/>
                </a:lnTo>
                <a:lnTo>
                  <a:pt x="962474" y="44265"/>
                </a:lnTo>
                <a:lnTo>
                  <a:pt x="962820" y="43950"/>
                </a:lnTo>
                <a:lnTo>
                  <a:pt x="963174" y="43645"/>
                </a:lnTo>
                <a:lnTo>
                  <a:pt x="963534" y="43347"/>
                </a:lnTo>
                <a:lnTo>
                  <a:pt x="963901" y="43059"/>
                </a:lnTo>
                <a:lnTo>
                  <a:pt x="964275" y="42779"/>
                </a:lnTo>
                <a:lnTo>
                  <a:pt x="964656" y="42507"/>
                </a:lnTo>
                <a:lnTo>
                  <a:pt x="965044" y="42245"/>
                </a:lnTo>
                <a:lnTo>
                  <a:pt x="965439" y="41991"/>
                </a:lnTo>
                <a:lnTo>
                  <a:pt x="965841" y="41745"/>
                </a:lnTo>
                <a:lnTo>
                  <a:pt x="966250" y="41508"/>
                </a:lnTo>
                <a:lnTo>
                  <a:pt x="966666" y="41280"/>
                </a:lnTo>
                <a:lnTo>
                  <a:pt x="967086" y="41060"/>
                </a:lnTo>
                <a:lnTo>
                  <a:pt x="967510" y="40850"/>
                </a:lnTo>
                <a:lnTo>
                  <a:pt x="967937" y="40650"/>
                </a:lnTo>
                <a:lnTo>
                  <a:pt x="968367" y="40459"/>
                </a:lnTo>
                <a:lnTo>
                  <a:pt x="968801" y="40277"/>
                </a:lnTo>
                <a:lnTo>
                  <a:pt x="969237" y="40104"/>
                </a:lnTo>
                <a:lnTo>
                  <a:pt x="969676" y="39941"/>
                </a:lnTo>
                <a:lnTo>
                  <a:pt x="970119" y="39787"/>
                </a:lnTo>
                <a:lnTo>
                  <a:pt x="970565" y="39642"/>
                </a:lnTo>
                <a:lnTo>
                  <a:pt x="971013" y="39507"/>
                </a:lnTo>
                <a:lnTo>
                  <a:pt x="971465" y="39381"/>
                </a:lnTo>
                <a:lnTo>
                  <a:pt x="971920" y="39264"/>
                </a:lnTo>
                <a:lnTo>
                  <a:pt x="972378" y="39157"/>
                </a:lnTo>
                <a:lnTo>
                  <a:pt x="972840" y="39059"/>
                </a:lnTo>
                <a:lnTo>
                  <a:pt x="973304" y="38970"/>
                </a:lnTo>
                <a:lnTo>
                  <a:pt x="973771" y="38891"/>
                </a:lnTo>
                <a:lnTo>
                  <a:pt x="974242" y="38821"/>
                </a:lnTo>
                <a:lnTo>
                  <a:pt x="974716" y="38760"/>
                </a:lnTo>
                <a:lnTo>
                  <a:pt x="975192" y="38709"/>
                </a:lnTo>
                <a:lnTo>
                  <a:pt x="975672" y="38667"/>
                </a:lnTo>
                <a:lnTo>
                  <a:pt x="976155" y="38634"/>
                </a:lnTo>
                <a:lnTo>
                  <a:pt x="976641" y="38611"/>
                </a:lnTo>
                <a:lnTo>
                  <a:pt x="977131" y="38597"/>
                </a:lnTo>
                <a:lnTo>
                  <a:pt x="977623" y="38592"/>
                </a:lnTo>
                <a:lnTo>
                  <a:pt x="978353" y="38601"/>
                </a:lnTo>
                <a:lnTo>
                  <a:pt x="979072" y="38629"/>
                </a:lnTo>
                <a:lnTo>
                  <a:pt x="979782" y="38676"/>
                </a:lnTo>
                <a:lnTo>
                  <a:pt x="980481" y="38741"/>
                </a:lnTo>
                <a:lnTo>
                  <a:pt x="981169" y="38825"/>
                </a:lnTo>
                <a:lnTo>
                  <a:pt x="981848" y="38928"/>
                </a:lnTo>
                <a:lnTo>
                  <a:pt x="982516" y="39049"/>
                </a:lnTo>
                <a:lnTo>
                  <a:pt x="983174" y="39189"/>
                </a:lnTo>
                <a:lnTo>
                  <a:pt x="983821" y="39348"/>
                </a:lnTo>
                <a:lnTo>
                  <a:pt x="984459" y="39525"/>
                </a:lnTo>
                <a:lnTo>
                  <a:pt x="985086" y="39721"/>
                </a:lnTo>
                <a:lnTo>
                  <a:pt x="985702" y="39936"/>
                </a:lnTo>
                <a:lnTo>
                  <a:pt x="986309" y="40169"/>
                </a:lnTo>
                <a:lnTo>
                  <a:pt x="986905" y="40421"/>
                </a:lnTo>
                <a:lnTo>
                  <a:pt x="987491" y="40692"/>
                </a:lnTo>
                <a:lnTo>
                  <a:pt x="988066" y="40981"/>
                </a:lnTo>
                <a:lnTo>
                  <a:pt x="988632" y="41289"/>
                </a:lnTo>
                <a:lnTo>
                  <a:pt x="989187" y="41616"/>
                </a:lnTo>
                <a:lnTo>
                  <a:pt x="989731" y="41961"/>
                </a:lnTo>
                <a:lnTo>
                  <a:pt x="990266" y="42325"/>
                </a:lnTo>
                <a:lnTo>
                  <a:pt x="990790" y="42708"/>
                </a:lnTo>
                <a:lnTo>
                  <a:pt x="991304" y="43109"/>
                </a:lnTo>
                <a:lnTo>
                  <a:pt x="991807" y="43529"/>
                </a:lnTo>
                <a:lnTo>
                  <a:pt x="992300" y="43968"/>
                </a:lnTo>
                <a:lnTo>
                  <a:pt x="992779" y="44423"/>
                </a:lnTo>
                <a:lnTo>
                  <a:pt x="993239" y="44892"/>
                </a:lnTo>
                <a:lnTo>
                  <a:pt x="993680" y="45376"/>
                </a:lnTo>
                <a:lnTo>
                  <a:pt x="994102" y="45874"/>
                </a:lnTo>
                <a:lnTo>
                  <a:pt x="994505" y="46387"/>
                </a:lnTo>
                <a:lnTo>
                  <a:pt x="994890" y="46914"/>
                </a:lnTo>
                <a:lnTo>
                  <a:pt x="995255" y="47455"/>
                </a:lnTo>
                <a:lnTo>
                  <a:pt x="995601" y="48011"/>
                </a:lnTo>
                <a:lnTo>
                  <a:pt x="995929" y="48581"/>
                </a:lnTo>
                <a:lnTo>
                  <a:pt x="996237" y="49165"/>
                </a:lnTo>
                <a:lnTo>
                  <a:pt x="996527" y="49764"/>
                </a:lnTo>
                <a:lnTo>
                  <a:pt x="996798" y="50377"/>
                </a:lnTo>
                <a:lnTo>
                  <a:pt x="997050" y="51004"/>
                </a:lnTo>
                <a:lnTo>
                  <a:pt x="997283" y="51646"/>
                </a:lnTo>
                <a:lnTo>
                  <a:pt x="997497" y="52302"/>
                </a:lnTo>
                <a:lnTo>
                  <a:pt x="997692" y="52973"/>
                </a:lnTo>
                <a:lnTo>
                  <a:pt x="997868" y="53657"/>
                </a:lnTo>
                <a:lnTo>
                  <a:pt x="998025" y="54357"/>
                </a:lnTo>
                <a:lnTo>
                  <a:pt x="998164" y="55070"/>
                </a:lnTo>
                <a:lnTo>
                  <a:pt x="998283" y="55798"/>
                </a:lnTo>
                <a:lnTo>
                  <a:pt x="998384" y="56540"/>
                </a:lnTo>
                <a:lnTo>
                  <a:pt x="998465" y="57297"/>
                </a:lnTo>
                <a:lnTo>
                  <a:pt x="998528" y="58068"/>
                </a:lnTo>
                <a:lnTo>
                  <a:pt x="998572" y="58853"/>
                </a:lnTo>
                <a:lnTo>
                  <a:pt x="955708" y="58853"/>
                </a:lnTo>
                <a:lnTo>
                  <a:pt x="955759" y="58325"/>
                </a:lnTo>
                <a:lnTo>
                  <a:pt x="955828" y="57739"/>
                </a:lnTo>
                <a:lnTo>
                  <a:pt x="955907" y="57162"/>
                </a:lnTo>
                <a:close/>
                <a:moveTo>
                  <a:pt x="1226722" y="101386"/>
                </a:moveTo>
                <a:lnTo>
                  <a:pt x="1227507" y="101300"/>
                </a:lnTo>
                <a:lnTo>
                  <a:pt x="1228285" y="101199"/>
                </a:lnTo>
                <a:lnTo>
                  <a:pt x="1229054" y="101083"/>
                </a:lnTo>
                <a:lnTo>
                  <a:pt x="1229816" y="100950"/>
                </a:lnTo>
                <a:lnTo>
                  <a:pt x="1230570" y="100803"/>
                </a:lnTo>
                <a:lnTo>
                  <a:pt x="1231317" y="100639"/>
                </a:lnTo>
                <a:lnTo>
                  <a:pt x="1232056" y="100461"/>
                </a:lnTo>
                <a:lnTo>
                  <a:pt x="1232787" y="100266"/>
                </a:lnTo>
                <a:lnTo>
                  <a:pt x="1233511" y="100056"/>
                </a:lnTo>
                <a:lnTo>
                  <a:pt x="1234227" y="99831"/>
                </a:lnTo>
                <a:lnTo>
                  <a:pt x="1234935" y="99590"/>
                </a:lnTo>
                <a:lnTo>
                  <a:pt x="1235636" y="99334"/>
                </a:lnTo>
                <a:lnTo>
                  <a:pt x="1236329" y="99061"/>
                </a:lnTo>
                <a:lnTo>
                  <a:pt x="1237014" y="98774"/>
                </a:lnTo>
                <a:lnTo>
                  <a:pt x="1237692" y="98471"/>
                </a:lnTo>
                <a:lnTo>
                  <a:pt x="1238362" y="98152"/>
                </a:lnTo>
                <a:lnTo>
                  <a:pt x="1239024" y="97818"/>
                </a:lnTo>
                <a:lnTo>
                  <a:pt x="1239679" y="97468"/>
                </a:lnTo>
                <a:lnTo>
                  <a:pt x="1240326" y="97103"/>
                </a:lnTo>
                <a:lnTo>
                  <a:pt x="1240964" y="96723"/>
                </a:lnTo>
                <a:lnTo>
                  <a:pt x="1241590" y="96330"/>
                </a:lnTo>
                <a:lnTo>
                  <a:pt x="1242206" y="95925"/>
                </a:lnTo>
                <a:lnTo>
                  <a:pt x="1242811" y="95506"/>
                </a:lnTo>
                <a:lnTo>
                  <a:pt x="1243404" y="95075"/>
                </a:lnTo>
                <a:lnTo>
                  <a:pt x="1243987" y="94630"/>
                </a:lnTo>
                <a:lnTo>
                  <a:pt x="1244559" y="94173"/>
                </a:lnTo>
                <a:lnTo>
                  <a:pt x="1245119" y="93703"/>
                </a:lnTo>
                <a:lnTo>
                  <a:pt x="1245669" y="93220"/>
                </a:lnTo>
                <a:lnTo>
                  <a:pt x="1246207" y="92724"/>
                </a:lnTo>
                <a:lnTo>
                  <a:pt x="1246735" y="92215"/>
                </a:lnTo>
                <a:lnTo>
                  <a:pt x="1247251" y="91693"/>
                </a:lnTo>
                <a:lnTo>
                  <a:pt x="1247757" y="91158"/>
                </a:lnTo>
                <a:lnTo>
                  <a:pt x="1248252" y="90610"/>
                </a:lnTo>
                <a:lnTo>
                  <a:pt x="1248735" y="90050"/>
                </a:lnTo>
                <a:lnTo>
                  <a:pt x="1249208" y="89476"/>
                </a:lnTo>
                <a:lnTo>
                  <a:pt x="1249669" y="88890"/>
                </a:lnTo>
                <a:lnTo>
                  <a:pt x="1250120" y="88290"/>
                </a:lnTo>
                <a:lnTo>
                  <a:pt x="1250559" y="87678"/>
                </a:lnTo>
                <a:lnTo>
                  <a:pt x="1250988" y="87053"/>
                </a:lnTo>
                <a:lnTo>
                  <a:pt x="1251405" y="86415"/>
                </a:lnTo>
                <a:lnTo>
                  <a:pt x="1251811" y="85764"/>
                </a:lnTo>
                <a:lnTo>
                  <a:pt x="1252207" y="85100"/>
                </a:lnTo>
                <a:lnTo>
                  <a:pt x="1252591" y="84423"/>
                </a:lnTo>
                <a:lnTo>
                  <a:pt x="1252962" y="83735"/>
                </a:lnTo>
                <a:lnTo>
                  <a:pt x="1253318" y="83036"/>
                </a:lnTo>
                <a:lnTo>
                  <a:pt x="1253657" y="82328"/>
                </a:lnTo>
                <a:lnTo>
                  <a:pt x="1253981" y="81610"/>
                </a:lnTo>
                <a:lnTo>
                  <a:pt x="1254289" y="80883"/>
                </a:lnTo>
                <a:lnTo>
                  <a:pt x="1254581" y="80145"/>
                </a:lnTo>
                <a:lnTo>
                  <a:pt x="1254858" y="79398"/>
                </a:lnTo>
                <a:lnTo>
                  <a:pt x="1255119" y="78641"/>
                </a:lnTo>
                <a:lnTo>
                  <a:pt x="1255363" y="77874"/>
                </a:lnTo>
                <a:lnTo>
                  <a:pt x="1255592" y="77097"/>
                </a:lnTo>
                <a:lnTo>
                  <a:pt x="1255806" y="76311"/>
                </a:lnTo>
                <a:lnTo>
                  <a:pt x="1256003" y="75515"/>
                </a:lnTo>
                <a:lnTo>
                  <a:pt x="1256185" y="74709"/>
                </a:lnTo>
                <a:lnTo>
                  <a:pt x="1256351" y="73893"/>
                </a:lnTo>
                <a:lnTo>
                  <a:pt x="1256501" y="73067"/>
                </a:lnTo>
                <a:lnTo>
                  <a:pt x="1256635" y="72231"/>
                </a:lnTo>
                <a:lnTo>
                  <a:pt x="1256753" y="71386"/>
                </a:lnTo>
                <a:lnTo>
                  <a:pt x="1256856" y="70531"/>
                </a:lnTo>
                <a:lnTo>
                  <a:pt x="1256943" y="69666"/>
                </a:lnTo>
                <a:lnTo>
                  <a:pt x="1257014" y="68791"/>
                </a:lnTo>
                <a:lnTo>
                  <a:pt x="1257069" y="67907"/>
                </a:lnTo>
                <a:lnTo>
                  <a:pt x="1257109" y="67012"/>
                </a:lnTo>
                <a:lnTo>
                  <a:pt x="1257132" y="66108"/>
                </a:lnTo>
                <a:lnTo>
                  <a:pt x="1257140" y="65194"/>
                </a:lnTo>
                <a:lnTo>
                  <a:pt x="1257133" y="64280"/>
                </a:lnTo>
                <a:lnTo>
                  <a:pt x="1257109" y="63376"/>
                </a:lnTo>
                <a:lnTo>
                  <a:pt x="1257070" y="62482"/>
                </a:lnTo>
                <a:lnTo>
                  <a:pt x="1257016" y="61597"/>
                </a:lnTo>
                <a:lnTo>
                  <a:pt x="1256946" y="60722"/>
                </a:lnTo>
                <a:lnTo>
                  <a:pt x="1256860" y="59858"/>
                </a:lnTo>
                <a:lnTo>
                  <a:pt x="1256759" y="59002"/>
                </a:lnTo>
                <a:lnTo>
                  <a:pt x="1256643" y="58157"/>
                </a:lnTo>
                <a:lnTo>
                  <a:pt x="1256510" y="57322"/>
                </a:lnTo>
                <a:lnTo>
                  <a:pt x="1256363" y="56496"/>
                </a:lnTo>
                <a:lnTo>
                  <a:pt x="1256199" y="55680"/>
                </a:lnTo>
                <a:lnTo>
                  <a:pt x="1256020" y="54874"/>
                </a:lnTo>
                <a:lnTo>
                  <a:pt x="1255826" y="54078"/>
                </a:lnTo>
                <a:lnTo>
                  <a:pt x="1255616" y="53292"/>
                </a:lnTo>
                <a:lnTo>
                  <a:pt x="1255390" y="52515"/>
                </a:lnTo>
                <a:lnTo>
                  <a:pt x="1255149" y="51748"/>
                </a:lnTo>
                <a:lnTo>
                  <a:pt x="1254893" y="50991"/>
                </a:lnTo>
                <a:lnTo>
                  <a:pt x="1254621" y="50244"/>
                </a:lnTo>
                <a:lnTo>
                  <a:pt x="1254333" y="49507"/>
                </a:lnTo>
                <a:lnTo>
                  <a:pt x="1254029" y="48779"/>
                </a:lnTo>
                <a:lnTo>
                  <a:pt x="1253711" y="48062"/>
                </a:lnTo>
                <a:lnTo>
                  <a:pt x="1253376" y="47354"/>
                </a:lnTo>
                <a:lnTo>
                  <a:pt x="1253026" y="46656"/>
                </a:lnTo>
                <a:lnTo>
                  <a:pt x="1252661" y="45968"/>
                </a:lnTo>
                <a:lnTo>
                  <a:pt x="1252282" y="45291"/>
                </a:lnTo>
                <a:lnTo>
                  <a:pt x="1251892" y="44626"/>
                </a:lnTo>
                <a:lnTo>
                  <a:pt x="1251491" y="43975"/>
                </a:lnTo>
                <a:lnTo>
                  <a:pt x="1251079" y="43337"/>
                </a:lnTo>
                <a:lnTo>
                  <a:pt x="1250657" y="42712"/>
                </a:lnTo>
                <a:lnTo>
                  <a:pt x="1250223" y="42099"/>
                </a:lnTo>
                <a:lnTo>
                  <a:pt x="1249778" y="41500"/>
                </a:lnTo>
                <a:lnTo>
                  <a:pt x="1249322" y="40913"/>
                </a:lnTo>
                <a:lnTo>
                  <a:pt x="1248855" y="40339"/>
                </a:lnTo>
                <a:lnTo>
                  <a:pt x="1248377" y="39779"/>
                </a:lnTo>
                <a:lnTo>
                  <a:pt x="1247889" y="39231"/>
                </a:lnTo>
                <a:lnTo>
                  <a:pt x="1247389" y="38696"/>
                </a:lnTo>
                <a:lnTo>
                  <a:pt x="1246878" y="38174"/>
                </a:lnTo>
                <a:lnTo>
                  <a:pt x="1246356" y="37665"/>
                </a:lnTo>
                <a:lnTo>
                  <a:pt x="1245823" y="37169"/>
                </a:lnTo>
                <a:lnTo>
                  <a:pt x="1245279" y="36686"/>
                </a:lnTo>
                <a:lnTo>
                  <a:pt x="1244724" y="36216"/>
                </a:lnTo>
                <a:lnTo>
                  <a:pt x="1244158" y="35758"/>
                </a:lnTo>
                <a:lnTo>
                  <a:pt x="1243582" y="35314"/>
                </a:lnTo>
                <a:lnTo>
                  <a:pt x="1242994" y="34882"/>
                </a:lnTo>
                <a:lnTo>
                  <a:pt x="1242395" y="34464"/>
                </a:lnTo>
                <a:lnTo>
                  <a:pt x="1241785" y="34058"/>
                </a:lnTo>
                <a:lnTo>
                  <a:pt x="1241164" y="33666"/>
                </a:lnTo>
                <a:lnTo>
                  <a:pt x="1240532" y="33286"/>
                </a:lnTo>
                <a:lnTo>
                  <a:pt x="1239891" y="32920"/>
                </a:lnTo>
                <a:lnTo>
                  <a:pt x="1239241" y="32570"/>
                </a:lnTo>
                <a:lnTo>
                  <a:pt x="1238584" y="32236"/>
                </a:lnTo>
                <a:lnTo>
                  <a:pt x="1237919" y="31917"/>
                </a:lnTo>
                <a:lnTo>
                  <a:pt x="1237246" y="31614"/>
                </a:lnTo>
                <a:lnTo>
                  <a:pt x="1236565" y="31326"/>
                </a:lnTo>
                <a:lnTo>
                  <a:pt x="1235877" y="31054"/>
                </a:lnTo>
                <a:lnTo>
                  <a:pt x="1235180" y="30797"/>
                </a:lnTo>
                <a:lnTo>
                  <a:pt x="1234475" y="30556"/>
                </a:lnTo>
                <a:lnTo>
                  <a:pt x="1233763" y="30331"/>
                </a:lnTo>
                <a:lnTo>
                  <a:pt x="1233042" y="30121"/>
                </a:lnTo>
                <a:lnTo>
                  <a:pt x="1232314" y="29926"/>
                </a:lnTo>
                <a:lnTo>
                  <a:pt x="1231578" y="29747"/>
                </a:lnTo>
                <a:lnTo>
                  <a:pt x="1230834" y="29584"/>
                </a:lnTo>
                <a:lnTo>
                  <a:pt x="1230082" y="29436"/>
                </a:lnTo>
                <a:lnTo>
                  <a:pt x="1229322" y="29304"/>
                </a:lnTo>
                <a:lnTo>
                  <a:pt x="1228554" y="29187"/>
                </a:lnTo>
                <a:lnTo>
                  <a:pt x="1227779" y="29086"/>
                </a:lnTo>
                <a:lnTo>
                  <a:pt x="1226995" y="29001"/>
                </a:lnTo>
                <a:lnTo>
                  <a:pt x="1226203" y="28931"/>
                </a:lnTo>
                <a:lnTo>
                  <a:pt x="1225404" y="28876"/>
                </a:lnTo>
                <a:lnTo>
                  <a:pt x="1224597" y="28837"/>
                </a:lnTo>
                <a:lnTo>
                  <a:pt x="1223782" y="28814"/>
                </a:lnTo>
                <a:lnTo>
                  <a:pt x="1222958" y="28806"/>
                </a:lnTo>
                <a:lnTo>
                  <a:pt x="1222158" y="28814"/>
                </a:lnTo>
                <a:lnTo>
                  <a:pt x="1221364" y="28837"/>
                </a:lnTo>
                <a:lnTo>
                  <a:pt x="1220576" y="28876"/>
                </a:lnTo>
                <a:lnTo>
                  <a:pt x="1219794" y="28931"/>
                </a:lnTo>
                <a:lnTo>
                  <a:pt x="1219020" y="29001"/>
                </a:lnTo>
                <a:lnTo>
                  <a:pt x="1218251" y="29086"/>
                </a:lnTo>
                <a:lnTo>
                  <a:pt x="1217489" y="29187"/>
                </a:lnTo>
                <a:lnTo>
                  <a:pt x="1216734" y="29304"/>
                </a:lnTo>
                <a:lnTo>
                  <a:pt x="1215985" y="29436"/>
                </a:lnTo>
                <a:lnTo>
                  <a:pt x="1215242" y="29584"/>
                </a:lnTo>
                <a:lnTo>
                  <a:pt x="1214506" y="29747"/>
                </a:lnTo>
                <a:lnTo>
                  <a:pt x="1213776" y="29926"/>
                </a:lnTo>
                <a:lnTo>
                  <a:pt x="1213053" y="30121"/>
                </a:lnTo>
                <a:lnTo>
                  <a:pt x="1212336" y="30331"/>
                </a:lnTo>
                <a:lnTo>
                  <a:pt x="1211626" y="30556"/>
                </a:lnTo>
                <a:lnTo>
                  <a:pt x="1210922" y="30797"/>
                </a:lnTo>
                <a:lnTo>
                  <a:pt x="1210225" y="31054"/>
                </a:lnTo>
                <a:lnTo>
                  <a:pt x="1209534" y="31326"/>
                </a:lnTo>
                <a:lnTo>
                  <a:pt x="1208849" y="31614"/>
                </a:lnTo>
                <a:lnTo>
                  <a:pt x="1208171" y="31917"/>
                </a:lnTo>
                <a:lnTo>
                  <a:pt x="1207500" y="32236"/>
                </a:lnTo>
                <a:lnTo>
                  <a:pt x="1206835" y="32570"/>
                </a:lnTo>
                <a:lnTo>
                  <a:pt x="1206176" y="32920"/>
                </a:lnTo>
                <a:lnTo>
                  <a:pt x="1205524" y="33286"/>
                </a:lnTo>
                <a:lnTo>
                  <a:pt x="1204880" y="33666"/>
                </a:lnTo>
                <a:lnTo>
                  <a:pt x="1204249" y="34058"/>
                </a:lnTo>
                <a:lnTo>
                  <a:pt x="1203628" y="34464"/>
                </a:lnTo>
                <a:lnTo>
                  <a:pt x="1203020" y="34882"/>
                </a:lnTo>
                <a:lnTo>
                  <a:pt x="1202422" y="35314"/>
                </a:lnTo>
                <a:lnTo>
                  <a:pt x="1201837" y="35758"/>
                </a:lnTo>
                <a:lnTo>
                  <a:pt x="1201262" y="36216"/>
                </a:lnTo>
                <a:lnTo>
                  <a:pt x="1200699" y="36686"/>
                </a:lnTo>
                <a:lnTo>
                  <a:pt x="1200148" y="37169"/>
                </a:lnTo>
                <a:lnTo>
                  <a:pt x="1199608" y="37665"/>
                </a:lnTo>
                <a:lnTo>
                  <a:pt x="1199080" y="38174"/>
                </a:lnTo>
                <a:lnTo>
                  <a:pt x="1198563" y="38696"/>
                </a:lnTo>
                <a:lnTo>
                  <a:pt x="1198058" y="39231"/>
                </a:lnTo>
                <a:lnTo>
                  <a:pt x="1197564" y="39779"/>
                </a:lnTo>
                <a:lnTo>
                  <a:pt x="1197081" y="40339"/>
                </a:lnTo>
                <a:lnTo>
                  <a:pt x="1196610" y="40913"/>
                </a:lnTo>
                <a:lnTo>
                  <a:pt x="1196151" y="41500"/>
                </a:lnTo>
                <a:lnTo>
                  <a:pt x="1195703" y="42099"/>
                </a:lnTo>
                <a:lnTo>
                  <a:pt x="1195266" y="42712"/>
                </a:lnTo>
                <a:lnTo>
                  <a:pt x="1194841" y="43337"/>
                </a:lnTo>
                <a:lnTo>
                  <a:pt x="1194428" y="43975"/>
                </a:lnTo>
                <a:lnTo>
                  <a:pt x="1194026" y="44626"/>
                </a:lnTo>
                <a:lnTo>
                  <a:pt x="1193635" y="45291"/>
                </a:lnTo>
                <a:lnTo>
                  <a:pt x="1193256" y="45968"/>
                </a:lnTo>
                <a:lnTo>
                  <a:pt x="1192891" y="46656"/>
                </a:lnTo>
                <a:lnTo>
                  <a:pt x="1192541" y="47355"/>
                </a:lnTo>
                <a:lnTo>
                  <a:pt x="1192206" y="48064"/>
                </a:lnTo>
                <a:lnTo>
                  <a:pt x="1191888" y="48783"/>
                </a:lnTo>
                <a:lnTo>
                  <a:pt x="1191584" y="49513"/>
                </a:lnTo>
                <a:lnTo>
                  <a:pt x="1191296" y="50253"/>
                </a:lnTo>
                <a:lnTo>
                  <a:pt x="1191024" y="51003"/>
                </a:lnTo>
                <a:lnTo>
                  <a:pt x="1190768" y="51764"/>
                </a:lnTo>
                <a:lnTo>
                  <a:pt x="1190527" y="52534"/>
                </a:lnTo>
                <a:lnTo>
                  <a:pt x="1190301" y="53315"/>
                </a:lnTo>
                <a:lnTo>
                  <a:pt x="1190091" y="54107"/>
                </a:lnTo>
                <a:lnTo>
                  <a:pt x="1189897" y="54908"/>
                </a:lnTo>
                <a:lnTo>
                  <a:pt x="1189718" y="55720"/>
                </a:lnTo>
                <a:lnTo>
                  <a:pt x="1189554" y="56543"/>
                </a:lnTo>
                <a:lnTo>
                  <a:pt x="1189407" y="57375"/>
                </a:lnTo>
                <a:lnTo>
                  <a:pt x="1189274" y="58218"/>
                </a:lnTo>
                <a:lnTo>
                  <a:pt x="1189158" y="59071"/>
                </a:lnTo>
                <a:lnTo>
                  <a:pt x="1189057" y="59934"/>
                </a:lnTo>
                <a:lnTo>
                  <a:pt x="1188971" y="60808"/>
                </a:lnTo>
                <a:lnTo>
                  <a:pt x="1188901" y="61692"/>
                </a:lnTo>
                <a:lnTo>
                  <a:pt x="1188847" y="62586"/>
                </a:lnTo>
                <a:lnTo>
                  <a:pt x="1188808" y="63491"/>
                </a:lnTo>
                <a:lnTo>
                  <a:pt x="1188784" y="64406"/>
                </a:lnTo>
                <a:lnTo>
                  <a:pt x="1188777" y="65331"/>
                </a:lnTo>
                <a:lnTo>
                  <a:pt x="1188784" y="66234"/>
                </a:lnTo>
                <a:lnTo>
                  <a:pt x="1188807" y="67127"/>
                </a:lnTo>
                <a:lnTo>
                  <a:pt x="1188846" y="68011"/>
                </a:lnTo>
                <a:lnTo>
                  <a:pt x="1188899" y="68886"/>
                </a:lnTo>
                <a:lnTo>
                  <a:pt x="1188968" y="69752"/>
                </a:lnTo>
                <a:lnTo>
                  <a:pt x="1189052" y="70608"/>
                </a:lnTo>
                <a:lnTo>
                  <a:pt x="1189152" y="71455"/>
                </a:lnTo>
                <a:lnTo>
                  <a:pt x="1189267" y="72292"/>
                </a:lnTo>
                <a:lnTo>
                  <a:pt x="1189397" y="73120"/>
                </a:lnTo>
                <a:lnTo>
                  <a:pt x="1189542" y="73939"/>
                </a:lnTo>
                <a:lnTo>
                  <a:pt x="1189703" y="74749"/>
                </a:lnTo>
                <a:lnTo>
                  <a:pt x="1189879" y="75549"/>
                </a:lnTo>
                <a:lnTo>
                  <a:pt x="1190071" y="76340"/>
                </a:lnTo>
                <a:lnTo>
                  <a:pt x="1190277" y="77121"/>
                </a:lnTo>
                <a:lnTo>
                  <a:pt x="1190499" y="77893"/>
                </a:lnTo>
                <a:lnTo>
                  <a:pt x="1190737" y="78656"/>
                </a:lnTo>
                <a:lnTo>
                  <a:pt x="1190989" y="79410"/>
                </a:lnTo>
                <a:lnTo>
                  <a:pt x="1191257" y="80154"/>
                </a:lnTo>
                <a:lnTo>
                  <a:pt x="1191541" y="80889"/>
                </a:lnTo>
                <a:lnTo>
                  <a:pt x="1191839" y="81614"/>
                </a:lnTo>
                <a:lnTo>
                  <a:pt x="1192153" y="82330"/>
                </a:lnTo>
                <a:lnTo>
                  <a:pt x="1192482" y="83037"/>
                </a:lnTo>
                <a:lnTo>
                  <a:pt x="1192827" y="83735"/>
                </a:lnTo>
                <a:lnTo>
                  <a:pt x="1193187" y="84423"/>
                </a:lnTo>
                <a:lnTo>
                  <a:pt x="1193560" y="85100"/>
                </a:lnTo>
                <a:lnTo>
                  <a:pt x="1193945" y="85764"/>
                </a:lnTo>
                <a:lnTo>
                  <a:pt x="1194342" y="86415"/>
                </a:lnTo>
                <a:lnTo>
                  <a:pt x="1194750" y="87053"/>
                </a:lnTo>
                <a:lnTo>
                  <a:pt x="1195169" y="87678"/>
                </a:lnTo>
                <a:lnTo>
                  <a:pt x="1195600" y="88290"/>
                </a:lnTo>
                <a:lnTo>
                  <a:pt x="1196042" y="88890"/>
                </a:lnTo>
                <a:lnTo>
                  <a:pt x="1196496" y="89476"/>
                </a:lnTo>
                <a:lnTo>
                  <a:pt x="1196961" y="90050"/>
                </a:lnTo>
                <a:lnTo>
                  <a:pt x="1197438" y="90610"/>
                </a:lnTo>
                <a:lnTo>
                  <a:pt x="1197926" y="91158"/>
                </a:lnTo>
                <a:lnTo>
                  <a:pt x="1198426" y="91693"/>
                </a:lnTo>
                <a:lnTo>
                  <a:pt x="1198937" y="92215"/>
                </a:lnTo>
                <a:lnTo>
                  <a:pt x="1199460" y="92724"/>
                </a:lnTo>
                <a:lnTo>
                  <a:pt x="1199994" y="93220"/>
                </a:lnTo>
                <a:lnTo>
                  <a:pt x="1200539" y="93703"/>
                </a:lnTo>
                <a:lnTo>
                  <a:pt x="1201096" y="94173"/>
                </a:lnTo>
                <a:lnTo>
                  <a:pt x="1201665" y="94630"/>
                </a:lnTo>
                <a:lnTo>
                  <a:pt x="1202245" y="95075"/>
                </a:lnTo>
                <a:lnTo>
                  <a:pt x="1202837" y="95506"/>
                </a:lnTo>
                <a:lnTo>
                  <a:pt x="1203440" y="95925"/>
                </a:lnTo>
                <a:lnTo>
                  <a:pt x="1204054" y="96330"/>
                </a:lnTo>
                <a:lnTo>
                  <a:pt x="1204680" y="96723"/>
                </a:lnTo>
                <a:lnTo>
                  <a:pt x="1205318" y="97103"/>
                </a:lnTo>
                <a:lnTo>
                  <a:pt x="1205964" y="97468"/>
                </a:lnTo>
                <a:lnTo>
                  <a:pt x="1206617" y="97818"/>
                </a:lnTo>
                <a:lnTo>
                  <a:pt x="1207277" y="98152"/>
                </a:lnTo>
                <a:lnTo>
                  <a:pt x="1207944" y="98471"/>
                </a:lnTo>
                <a:lnTo>
                  <a:pt x="1208617" y="98774"/>
                </a:lnTo>
                <a:lnTo>
                  <a:pt x="1209297" y="99061"/>
                </a:lnTo>
                <a:lnTo>
                  <a:pt x="1209984" y="99334"/>
                </a:lnTo>
                <a:lnTo>
                  <a:pt x="1210678" y="99590"/>
                </a:lnTo>
                <a:lnTo>
                  <a:pt x="1211378" y="99831"/>
                </a:lnTo>
                <a:lnTo>
                  <a:pt x="1212084" y="100056"/>
                </a:lnTo>
                <a:lnTo>
                  <a:pt x="1212798" y="100266"/>
                </a:lnTo>
                <a:lnTo>
                  <a:pt x="1213518" y="100461"/>
                </a:lnTo>
                <a:lnTo>
                  <a:pt x="1214245" y="100639"/>
                </a:lnTo>
                <a:lnTo>
                  <a:pt x="1214979" y="100803"/>
                </a:lnTo>
                <a:lnTo>
                  <a:pt x="1215719" y="100950"/>
                </a:lnTo>
                <a:lnTo>
                  <a:pt x="1216466" y="101083"/>
                </a:lnTo>
                <a:lnTo>
                  <a:pt x="1217220" y="101199"/>
                </a:lnTo>
                <a:lnTo>
                  <a:pt x="1217980" y="101300"/>
                </a:lnTo>
                <a:lnTo>
                  <a:pt x="1218747" y="101386"/>
                </a:lnTo>
                <a:lnTo>
                  <a:pt x="1219521" y="101456"/>
                </a:lnTo>
                <a:lnTo>
                  <a:pt x="1220301" y="101510"/>
                </a:lnTo>
                <a:lnTo>
                  <a:pt x="1221089" y="101549"/>
                </a:lnTo>
                <a:lnTo>
                  <a:pt x="1221882" y="101572"/>
                </a:lnTo>
                <a:lnTo>
                  <a:pt x="1222683" y="101580"/>
                </a:lnTo>
                <a:lnTo>
                  <a:pt x="1223506" y="101572"/>
                </a:lnTo>
                <a:lnTo>
                  <a:pt x="1224322" y="101549"/>
                </a:lnTo>
                <a:lnTo>
                  <a:pt x="1225130" y="101510"/>
                </a:lnTo>
                <a:lnTo>
                  <a:pt x="1225930" y="101456"/>
                </a:lnTo>
                <a:lnTo>
                  <a:pt x="1226722" y="101386"/>
                </a:lnTo>
                <a:close/>
                <a:moveTo>
                  <a:pt x="1220391" y="91529"/>
                </a:moveTo>
                <a:lnTo>
                  <a:pt x="1219914" y="91472"/>
                </a:lnTo>
                <a:lnTo>
                  <a:pt x="1219441" y="91406"/>
                </a:lnTo>
                <a:lnTo>
                  <a:pt x="1218970" y="91328"/>
                </a:lnTo>
                <a:lnTo>
                  <a:pt x="1218503" y="91241"/>
                </a:lnTo>
                <a:lnTo>
                  <a:pt x="1218038" y="91143"/>
                </a:lnTo>
                <a:lnTo>
                  <a:pt x="1217577" y="91035"/>
                </a:lnTo>
                <a:lnTo>
                  <a:pt x="1217119" y="90917"/>
                </a:lnTo>
                <a:lnTo>
                  <a:pt x="1216664" y="90788"/>
                </a:lnTo>
                <a:lnTo>
                  <a:pt x="1216212" y="90649"/>
                </a:lnTo>
                <a:lnTo>
                  <a:pt x="1215763" y="90500"/>
                </a:lnTo>
                <a:lnTo>
                  <a:pt x="1215317" y="90341"/>
                </a:lnTo>
                <a:lnTo>
                  <a:pt x="1214874" y="90171"/>
                </a:lnTo>
                <a:lnTo>
                  <a:pt x="1214435" y="89991"/>
                </a:lnTo>
                <a:lnTo>
                  <a:pt x="1213998" y="89800"/>
                </a:lnTo>
                <a:lnTo>
                  <a:pt x="1213565" y="89600"/>
                </a:lnTo>
                <a:lnTo>
                  <a:pt x="1213135" y="89389"/>
                </a:lnTo>
                <a:lnTo>
                  <a:pt x="1212707" y="89168"/>
                </a:lnTo>
                <a:lnTo>
                  <a:pt x="1212283" y="88936"/>
                </a:lnTo>
                <a:lnTo>
                  <a:pt x="1211862" y="88694"/>
                </a:lnTo>
                <a:lnTo>
                  <a:pt x="1211447" y="88442"/>
                </a:lnTo>
                <a:lnTo>
                  <a:pt x="1211037" y="88180"/>
                </a:lnTo>
                <a:lnTo>
                  <a:pt x="1210635" y="87907"/>
                </a:lnTo>
                <a:lnTo>
                  <a:pt x="1210239" y="87624"/>
                </a:lnTo>
                <a:lnTo>
                  <a:pt x="1209850" y="87331"/>
                </a:lnTo>
                <a:lnTo>
                  <a:pt x="1209468" y="87027"/>
                </a:lnTo>
                <a:lnTo>
                  <a:pt x="1209092" y="86714"/>
                </a:lnTo>
                <a:lnTo>
                  <a:pt x="1208723" y="86390"/>
                </a:lnTo>
                <a:lnTo>
                  <a:pt x="1208361" y="86055"/>
                </a:lnTo>
                <a:lnTo>
                  <a:pt x="1208005" y="85710"/>
                </a:lnTo>
                <a:lnTo>
                  <a:pt x="1207656" y="85356"/>
                </a:lnTo>
                <a:lnTo>
                  <a:pt x="1207314" y="84990"/>
                </a:lnTo>
                <a:lnTo>
                  <a:pt x="1206978" y="84615"/>
                </a:lnTo>
                <a:lnTo>
                  <a:pt x="1206650" y="84229"/>
                </a:lnTo>
                <a:lnTo>
                  <a:pt x="1206328" y="83833"/>
                </a:lnTo>
                <a:lnTo>
                  <a:pt x="1206012" y="83426"/>
                </a:lnTo>
                <a:lnTo>
                  <a:pt x="1205703" y="83010"/>
                </a:lnTo>
                <a:lnTo>
                  <a:pt x="1205401" y="82583"/>
                </a:lnTo>
                <a:lnTo>
                  <a:pt x="1205106" y="82145"/>
                </a:lnTo>
                <a:lnTo>
                  <a:pt x="1204817" y="81698"/>
                </a:lnTo>
                <a:lnTo>
                  <a:pt x="1204535" y="81240"/>
                </a:lnTo>
                <a:lnTo>
                  <a:pt x="1204260" y="80772"/>
                </a:lnTo>
                <a:lnTo>
                  <a:pt x="1203992" y="80293"/>
                </a:lnTo>
                <a:lnTo>
                  <a:pt x="1203730" y="79805"/>
                </a:lnTo>
                <a:lnTo>
                  <a:pt x="1203477" y="79306"/>
                </a:lnTo>
                <a:lnTo>
                  <a:pt x="1203235" y="78798"/>
                </a:lnTo>
                <a:lnTo>
                  <a:pt x="1203003" y="78280"/>
                </a:lnTo>
                <a:lnTo>
                  <a:pt x="1202783" y="77752"/>
                </a:lnTo>
                <a:lnTo>
                  <a:pt x="1202573" y="77215"/>
                </a:lnTo>
                <a:lnTo>
                  <a:pt x="1202374" y="76669"/>
                </a:lnTo>
                <a:lnTo>
                  <a:pt x="1202185" y="76113"/>
                </a:lnTo>
                <a:lnTo>
                  <a:pt x="1202008" y="75547"/>
                </a:lnTo>
                <a:lnTo>
                  <a:pt x="1201841" y="74972"/>
                </a:lnTo>
                <a:lnTo>
                  <a:pt x="1201685" y="74387"/>
                </a:lnTo>
                <a:lnTo>
                  <a:pt x="1201539" y="73793"/>
                </a:lnTo>
                <a:lnTo>
                  <a:pt x="1201405" y="73189"/>
                </a:lnTo>
                <a:lnTo>
                  <a:pt x="1201281" y="72575"/>
                </a:lnTo>
                <a:lnTo>
                  <a:pt x="1201168" y="71952"/>
                </a:lnTo>
                <a:lnTo>
                  <a:pt x="1201066" y="71319"/>
                </a:lnTo>
                <a:lnTo>
                  <a:pt x="1200974" y="70677"/>
                </a:lnTo>
                <a:lnTo>
                  <a:pt x="1200894" y="70025"/>
                </a:lnTo>
                <a:lnTo>
                  <a:pt x="1200824" y="69364"/>
                </a:lnTo>
                <a:lnTo>
                  <a:pt x="1200764" y="68693"/>
                </a:lnTo>
                <a:lnTo>
                  <a:pt x="1200716" y="68012"/>
                </a:lnTo>
                <a:lnTo>
                  <a:pt x="1200678" y="67322"/>
                </a:lnTo>
                <a:lnTo>
                  <a:pt x="1200651" y="66622"/>
                </a:lnTo>
                <a:lnTo>
                  <a:pt x="1200635" y="65913"/>
                </a:lnTo>
                <a:lnTo>
                  <a:pt x="1200630" y="65194"/>
                </a:lnTo>
                <a:lnTo>
                  <a:pt x="1200635" y="64464"/>
                </a:lnTo>
                <a:lnTo>
                  <a:pt x="1200651" y="63745"/>
                </a:lnTo>
                <a:lnTo>
                  <a:pt x="1200678" y="63035"/>
                </a:lnTo>
                <a:lnTo>
                  <a:pt x="1200716" y="62336"/>
                </a:lnTo>
                <a:lnTo>
                  <a:pt x="1200764" y="61648"/>
                </a:lnTo>
                <a:lnTo>
                  <a:pt x="1200824" y="60969"/>
                </a:lnTo>
                <a:lnTo>
                  <a:pt x="1200894" y="60301"/>
                </a:lnTo>
                <a:lnTo>
                  <a:pt x="1200974" y="59643"/>
                </a:lnTo>
                <a:lnTo>
                  <a:pt x="1201066" y="58996"/>
                </a:lnTo>
                <a:lnTo>
                  <a:pt x="1201168" y="58358"/>
                </a:lnTo>
                <a:lnTo>
                  <a:pt x="1201281" y="57731"/>
                </a:lnTo>
                <a:lnTo>
                  <a:pt x="1201405" y="57115"/>
                </a:lnTo>
                <a:lnTo>
                  <a:pt x="1201539" y="56508"/>
                </a:lnTo>
                <a:lnTo>
                  <a:pt x="1201685" y="55912"/>
                </a:lnTo>
                <a:lnTo>
                  <a:pt x="1201841" y="55326"/>
                </a:lnTo>
                <a:lnTo>
                  <a:pt x="1202008" y="54751"/>
                </a:lnTo>
                <a:lnTo>
                  <a:pt x="1202185" y="54185"/>
                </a:lnTo>
                <a:lnTo>
                  <a:pt x="1202374" y="53630"/>
                </a:lnTo>
                <a:lnTo>
                  <a:pt x="1202573" y="53086"/>
                </a:lnTo>
                <a:lnTo>
                  <a:pt x="1202783" y="52551"/>
                </a:lnTo>
                <a:lnTo>
                  <a:pt x="1203003" y="52027"/>
                </a:lnTo>
                <a:lnTo>
                  <a:pt x="1203235" y="51513"/>
                </a:lnTo>
                <a:lnTo>
                  <a:pt x="1203477" y="51010"/>
                </a:lnTo>
                <a:lnTo>
                  <a:pt x="1203730" y="50517"/>
                </a:lnTo>
                <a:lnTo>
                  <a:pt x="1203992" y="50033"/>
                </a:lnTo>
                <a:lnTo>
                  <a:pt x="1204261" y="49560"/>
                </a:lnTo>
                <a:lnTo>
                  <a:pt x="1204538" y="49097"/>
                </a:lnTo>
                <a:lnTo>
                  <a:pt x="1204821" y="48644"/>
                </a:lnTo>
                <a:lnTo>
                  <a:pt x="1205112" y="48201"/>
                </a:lnTo>
                <a:lnTo>
                  <a:pt x="1205410" y="47768"/>
                </a:lnTo>
                <a:lnTo>
                  <a:pt x="1205715" y="47345"/>
                </a:lnTo>
                <a:lnTo>
                  <a:pt x="1206028" y="46932"/>
                </a:lnTo>
                <a:lnTo>
                  <a:pt x="1206347" y="46529"/>
                </a:lnTo>
                <a:lnTo>
                  <a:pt x="1206674" y="46137"/>
                </a:lnTo>
                <a:lnTo>
                  <a:pt x="1207008" y="45754"/>
                </a:lnTo>
                <a:lnTo>
                  <a:pt x="1207349" y="45381"/>
                </a:lnTo>
                <a:lnTo>
                  <a:pt x="1207697" y="45019"/>
                </a:lnTo>
                <a:lnTo>
                  <a:pt x="1208052" y="44666"/>
                </a:lnTo>
                <a:lnTo>
                  <a:pt x="1208415" y="44324"/>
                </a:lnTo>
                <a:lnTo>
                  <a:pt x="1208785" y="43991"/>
                </a:lnTo>
                <a:lnTo>
                  <a:pt x="1209162" y="43669"/>
                </a:lnTo>
                <a:lnTo>
                  <a:pt x="1209546" y="43357"/>
                </a:lnTo>
                <a:lnTo>
                  <a:pt x="1209937" y="43054"/>
                </a:lnTo>
                <a:lnTo>
                  <a:pt x="1210336" y="42762"/>
                </a:lnTo>
                <a:lnTo>
                  <a:pt x="1210741" y="42480"/>
                </a:lnTo>
                <a:lnTo>
                  <a:pt x="1211154" y="42208"/>
                </a:lnTo>
                <a:lnTo>
                  <a:pt x="1211574" y="41946"/>
                </a:lnTo>
                <a:lnTo>
                  <a:pt x="1212001" y="41694"/>
                </a:lnTo>
                <a:lnTo>
                  <a:pt x="1212433" y="41452"/>
                </a:lnTo>
                <a:lnTo>
                  <a:pt x="1212867" y="41221"/>
                </a:lnTo>
                <a:lnTo>
                  <a:pt x="1213303" y="41000"/>
                </a:lnTo>
                <a:lnTo>
                  <a:pt x="1213742" y="40789"/>
                </a:lnTo>
                <a:lnTo>
                  <a:pt x="1214182" y="40588"/>
                </a:lnTo>
                <a:lnTo>
                  <a:pt x="1214625" y="40398"/>
                </a:lnTo>
                <a:lnTo>
                  <a:pt x="1215069" y="40218"/>
                </a:lnTo>
                <a:lnTo>
                  <a:pt x="1215516" y="40048"/>
                </a:lnTo>
                <a:lnTo>
                  <a:pt x="1215965" y="39888"/>
                </a:lnTo>
                <a:lnTo>
                  <a:pt x="1216417" y="39739"/>
                </a:lnTo>
                <a:lnTo>
                  <a:pt x="1216870" y="39600"/>
                </a:lnTo>
                <a:lnTo>
                  <a:pt x="1217325" y="39472"/>
                </a:lnTo>
                <a:lnTo>
                  <a:pt x="1217783" y="39353"/>
                </a:lnTo>
                <a:lnTo>
                  <a:pt x="1218243" y="39245"/>
                </a:lnTo>
                <a:lnTo>
                  <a:pt x="1218705" y="39148"/>
                </a:lnTo>
                <a:lnTo>
                  <a:pt x="1219169" y="39060"/>
                </a:lnTo>
                <a:lnTo>
                  <a:pt x="1219635" y="38983"/>
                </a:lnTo>
                <a:lnTo>
                  <a:pt x="1220103" y="38916"/>
                </a:lnTo>
                <a:lnTo>
                  <a:pt x="1220574" y="38859"/>
                </a:lnTo>
                <a:lnTo>
                  <a:pt x="1221046" y="38813"/>
                </a:lnTo>
                <a:lnTo>
                  <a:pt x="1221521" y="38777"/>
                </a:lnTo>
                <a:lnTo>
                  <a:pt x="1221998" y="38751"/>
                </a:lnTo>
                <a:lnTo>
                  <a:pt x="1222477" y="38736"/>
                </a:lnTo>
                <a:lnTo>
                  <a:pt x="1222958" y="38731"/>
                </a:lnTo>
                <a:lnTo>
                  <a:pt x="1223462" y="38736"/>
                </a:lnTo>
                <a:lnTo>
                  <a:pt x="1223962" y="38751"/>
                </a:lnTo>
                <a:lnTo>
                  <a:pt x="1224459" y="38777"/>
                </a:lnTo>
                <a:lnTo>
                  <a:pt x="1224952" y="38813"/>
                </a:lnTo>
                <a:lnTo>
                  <a:pt x="1225441" y="38859"/>
                </a:lnTo>
                <a:lnTo>
                  <a:pt x="1225927" y="38916"/>
                </a:lnTo>
                <a:lnTo>
                  <a:pt x="1226409" y="38983"/>
                </a:lnTo>
                <a:lnTo>
                  <a:pt x="1226887" y="39060"/>
                </a:lnTo>
                <a:lnTo>
                  <a:pt x="1227362" y="39148"/>
                </a:lnTo>
                <a:lnTo>
                  <a:pt x="1227833" y="39245"/>
                </a:lnTo>
                <a:lnTo>
                  <a:pt x="1228301" y="39353"/>
                </a:lnTo>
                <a:lnTo>
                  <a:pt x="1228765" y="39472"/>
                </a:lnTo>
                <a:lnTo>
                  <a:pt x="1229226" y="39600"/>
                </a:lnTo>
                <a:lnTo>
                  <a:pt x="1229683" y="39739"/>
                </a:lnTo>
                <a:lnTo>
                  <a:pt x="1230136" y="39888"/>
                </a:lnTo>
                <a:lnTo>
                  <a:pt x="1230586" y="40048"/>
                </a:lnTo>
                <a:lnTo>
                  <a:pt x="1231032" y="40218"/>
                </a:lnTo>
                <a:lnTo>
                  <a:pt x="1231474" y="40398"/>
                </a:lnTo>
                <a:lnTo>
                  <a:pt x="1231913" y="40588"/>
                </a:lnTo>
                <a:lnTo>
                  <a:pt x="1232349" y="40789"/>
                </a:lnTo>
                <a:lnTo>
                  <a:pt x="1232781" y="41000"/>
                </a:lnTo>
                <a:lnTo>
                  <a:pt x="1233209" y="41221"/>
                </a:lnTo>
                <a:lnTo>
                  <a:pt x="1233633" y="41452"/>
                </a:lnTo>
                <a:lnTo>
                  <a:pt x="1234054" y="41694"/>
                </a:lnTo>
                <a:lnTo>
                  <a:pt x="1234470" y="41946"/>
                </a:lnTo>
                <a:lnTo>
                  <a:pt x="1234880" y="42208"/>
                </a:lnTo>
                <a:lnTo>
                  <a:pt x="1235282" y="42480"/>
                </a:lnTo>
                <a:lnTo>
                  <a:pt x="1235678" y="42762"/>
                </a:lnTo>
                <a:lnTo>
                  <a:pt x="1236067" y="43054"/>
                </a:lnTo>
                <a:lnTo>
                  <a:pt x="1236449" y="43357"/>
                </a:lnTo>
                <a:lnTo>
                  <a:pt x="1236825" y="43669"/>
                </a:lnTo>
                <a:lnTo>
                  <a:pt x="1237194" y="43991"/>
                </a:lnTo>
                <a:lnTo>
                  <a:pt x="1237556" y="44324"/>
                </a:lnTo>
                <a:lnTo>
                  <a:pt x="1237911" y="44666"/>
                </a:lnTo>
                <a:lnTo>
                  <a:pt x="1238260" y="45019"/>
                </a:lnTo>
                <a:lnTo>
                  <a:pt x="1238602" y="45381"/>
                </a:lnTo>
                <a:lnTo>
                  <a:pt x="1238938" y="45754"/>
                </a:lnTo>
                <a:lnTo>
                  <a:pt x="1239267" y="46137"/>
                </a:lnTo>
                <a:lnTo>
                  <a:pt x="1239589" y="46529"/>
                </a:lnTo>
                <a:lnTo>
                  <a:pt x="1239904" y="46932"/>
                </a:lnTo>
                <a:lnTo>
                  <a:pt x="1240213" y="47345"/>
                </a:lnTo>
                <a:lnTo>
                  <a:pt x="1240514" y="47768"/>
                </a:lnTo>
                <a:lnTo>
                  <a:pt x="1240810" y="48201"/>
                </a:lnTo>
                <a:lnTo>
                  <a:pt x="1241098" y="48644"/>
                </a:lnTo>
                <a:lnTo>
                  <a:pt x="1241380" y="49097"/>
                </a:lnTo>
                <a:lnTo>
                  <a:pt x="1241655" y="49560"/>
                </a:lnTo>
                <a:lnTo>
                  <a:pt x="1241923" y="50033"/>
                </a:lnTo>
                <a:lnTo>
                  <a:pt x="1242185" y="50517"/>
                </a:lnTo>
                <a:lnTo>
                  <a:pt x="1242438" y="51010"/>
                </a:lnTo>
                <a:lnTo>
                  <a:pt x="1242681" y="51513"/>
                </a:lnTo>
                <a:lnTo>
                  <a:pt x="1242912" y="52027"/>
                </a:lnTo>
                <a:lnTo>
                  <a:pt x="1243133" y="52551"/>
                </a:lnTo>
                <a:lnTo>
                  <a:pt x="1243343" y="53086"/>
                </a:lnTo>
                <a:lnTo>
                  <a:pt x="1243542" y="53630"/>
                </a:lnTo>
                <a:lnTo>
                  <a:pt x="1243731" y="54185"/>
                </a:lnTo>
                <a:lnTo>
                  <a:pt x="1243908" y="54751"/>
                </a:lnTo>
                <a:lnTo>
                  <a:pt x="1244075" y="55326"/>
                </a:lnTo>
                <a:lnTo>
                  <a:pt x="1244232" y="55912"/>
                </a:lnTo>
                <a:lnTo>
                  <a:pt x="1244377" y="56508"/>
                </a:lnTo>
                <a:lnTo>
                  <a:pt x="1244512" y="57115"/>
                </a:lnTo>
                <a:lnTo>
                  <a:pt x="1244636" y="57731"/>
                </a:lnTo>
                <a:lnTo>
                  <a:pt x="1244749" y="58358"/>
                </a:lnTo>
                <a:lnTo>
                  <a:pt x="1244851" y="58996"/>
                </a:lnTo>
                <a:lnTo>
                  <a:pt x="1244943" y="59643"/>
                </a:lnTo>
                <a:lnTo>
                  <a:pt x="1245023" y="60301"/>
                </a:lnTo>
                <a:lnTo>
                  <a:pt x="1245093" y="60969"/>
                </a:lnTo>
                <a:lnTo>
                  <a:pt x="1245153" y="61648"/>
                </a:lnTo>
                <a:lnTo>
                  <a:pt x="1245201" y="62336"/>
                </a:lnTo>
                <a:lnTo>
                  <a:pt x="1245239" y="63035"/>
                </a:lnTo>
                <a:lnTo>
                  <a:pt x="1245266" y="63745"/>
                </a:lnTo>
                <a:lnTo>
                  <a:pt x="1245282" y="64464"/>
                </a:lnTo>
                <a:lnTo>
                  <a:pt x="1245287" y="65194"/>
                </a:lnTo>
                <a:lnTo>
                  <a:pt x="1245282" y="65913"/>
                </a:lnTo>
                <a:lnTo>
                  <a:pt x="1245265" y="66622"/>
                </a:lnTo>
                <a:lnTo>
                  <a:pt x="1245238" y="67322"/>
                </a:lnTo>
                <a:lnTo>
                  <a:pt x="1245199" y="68012"/>
                </a:lnTo>
                <a:lnTo>
                  <a:pt x="1245150" y="68693"/>
                </a:lnTo>
                <a:lnTo>
                  <a:pt x="1245089" y="69364"/>
                </a:lnTo>
                <a:lnTo>
                  <a:pt x="1245017" y="70025"/>
                </a:lnTo>
                <a:lnTo>
                  <a:pt x="1244935" y="70677"/>
                </a:lnTo>
                <a:lnTo>
                  <a:pt x="1244841" y="71319"/>
                </a:lnTo>
                <a:lnTo>
                  <a:pt x="1244737" y="71952"/>
                </a:lnTo>
                <a:lnTo>
                  <a:pt x="1244621" y="72575"/>
                </a:lnTo>
                <a:lnTo>
                  <a:pt x="1244494" y="73189"/>
                </a:lnTo>
                <a:lnTo>
                  <a:pt x="1244357" y="73793"/>
                </a:lnTo>
                <a:lnTo>
                  <a:pt x="1244208" y="74387"/>
                </a:lnTo>
                <a:lnTo>
                  <a:pt x="1244048" y="74972"/>
                </a:lnTo>
                <a:lnTo>
                  <a:pt x="1243878" y="75547"/>
                </a:lnTo>
                <a:lnTo>
                  <a:pt x="1243696" y="76113"/>
                </a:lnTo>
                <a:lnTo>
                  <a:pt x="1243503" y="76669"/>
                </a:lnTo>
                <a:lnTo>
                  <a:pt x="1243299" y="77215"/>
                </a:lnTo>
                <a:lnTo>
                  <a:pt x="1243085" y="77752"/>
                </a:lnTo>
                <a:lnTo>
                  <a:pt x="1242859" y="78280"/>
                </a:lnTo>
                <a:lnTo>
                  <a:pt x="1242622" y="78798"/>
                </a:lnTo>
                <a:lnTo>
                  <a:pt x="1242374" y="79306"/>
                </a:lnTo>
                <a:lnTo>
                  <a:pt x="1242116" y="79805"/>
                </a:lnTo>
                <a:lnTo>
                  <a:pt x="1241848" y="80293"/>
                </a:lnTo>
                <a:lnTo>
                  <a:pt x="1241574" y="80772"/>
                </a:lnTo>
                <a:lnTo>
                  <a:pt x="1241293" y="81240"/>
                </a:lnTo>
                <a:lnTo>
                  <a:pt x="1241006" y="81698"/>
                </a:lnTo>
                <a:lnTo>
                  <a:pt x="1240711" y="82145"/>
                </a:lnTo>
                <a:lnTo>
                  <a:pt x="1240410" y="82583"/>
                </a:lnTo>
                <a:lnTo>
                  <a:pt x="1240103" y="83010"/>
                </a:lnTo>
                <a:lnTo>
                  <a:pt x="1239788" y="83426"/>
                </a:lnTo>
                <a:lnTo>
                  <a:pt x="1239467" y="83833"/>
                </a:lnTo>
                <a:lnTo>
                  <a:pt x="1239139" y="84229"/>
                </a:lnTo>
                <a:lnTo>
                  <a:pt x="1238805" y="84615"/>
                </a:lnTo>
                <a:lnTo>
                  <a:pt x="1238464" y="84990"/>
                </a:lnTo>
                <a:lnTo>
                  <a:pt x="1238116" y="85356"/>
                </a:lnTo>
                <a:lnTo>
                  <a:pt x="1237761" y="85710"/>
                </a:lnTo>
                <a:lnTo>
                  <a:pt x="1237400" y="86055"/>
                </a:lnTo>
                <a:lnTo>
                  <a:pt x="1237032" y="86390"/>
                </a:lnTo>
                <a:lnTo>
                  <a:pt x="1236657" y="86714"/>
                </a:lnTo>
                <a:lnTo>
                  <a:pt x="1236276" y="87027"/>
                </a:lnTo>
                <a:lnTo>
                  <a:pt x="1235887" y="87331"/>
                </a:lnTo>
                <a:lnTo>
                  <a:pt x="1235493" y="87624"/>
                </a:lnTo>
                <a:lnTo>
                  <a:pt x="1235091" y="87907"/>
                </a:lnTo>
                <a:lnTo>
                  <a:pt x="1234683" y="88180"/>
                </a:lnTo>
                <a:lnTo>
                  <a:pt x="1234268" y="88442"/>
                </a:lnTo>
                <a:lnTo>
                  <a:pt x="1233846" y="88694"/>
                </a:lnTo>
                <a:lnTo>
                  <a:pt x="1233420" y="88936"/>
                </a:lnTo>
                <a:lnTo>
                  <a:pt x="1232991" y="89168"/>
                </a:lnTo>
                <a:lnTo>
                  <a:pt x="1232559" y="89389"/>
                </a:lnTo>
                <a:lnTo>
                  <a:pt x="1232124" y="89600"/>
                </a:lnTo>
                <a:lnTo>
                  <a:pt x="1231686" y="89800"/>
                </a:lnTo>
                <a:lnTo>
                  <a:pt x="1231246" y="89991"/>
                </a:lnTo>
                <a:lnTo>
                  <a:pt x="1230802" y="90171"/>
                </a:lnTo>
                <a:lnTo>
                  <a:pt x="1230356" y="90341"/>
                </a:lnTo>
                <a:lnTo>
                  <a:pt x="1229906" y="90500"/>
                </a:lnTo>
                <a:lnTo>
                  <a:pt x="1229454" y="90649"/>
                </a:lnTo>
                <a:lnTo>
                  <a:pt x="1228999" y="90788"/>
                </a:lnTo>
                <a:lnTo>
                  <a:pt x="1228541" y="90917"/>
                </a:lnTo>
                <a:lnTo>
                  <a:pt x="1228080" y="91035"/>
                </a:lnTo>
                <a:lnTo>
                  <a:pt x="1227617" y="91143"/>
                </a:lnTo>
                <a:lnTo>
                  <a:pt x="1227150" y="91241"/>
                </a:lnTo>
                <a:lnTo>
                  <a:pt x="1226681" y="91328"/>
                </a:lnTo>
                <a:lnTo>
                  <a:pt x="1226208" y="91406"/>
                </a:lnTo>
                <a:lnTo>
                  <a:pt x="1225733" y="91472"/>
                </a:lnTo>
                <a:lnTo>
                  <a:pt x="1225255" y="91529"/>
                </a:lnTo>
                <a:lnTo>
                  <a:pt x="1224774" y="91575"/>
                </a:lnTo>
                <a:lnTo>
                  <a:pt x="1224290" y="91611"/>
                </a:lnTo>
                <a:lnTo>
                  <a:pt x="1223804" y="91637"/>
                </a:lnTo>
                <a:lnTo>
                  <a:pt x="1223314" y="91652"/>
                </a:lnTo>
                <a:lnTo>
                  <a:pt x="1222822" y="91658"/>
                </a:lnTo>
                <a:lnTo>
                  <a:pt x="1222329" y="91652"/>
                </a:lnTo>
                <a:lnTo>
                  <a:pt x="1221840" y="91637"/>
                </a:lnTo>
                <a:lnTo>
                  <a:pt x="1221354" y="91611"/>
                </a:lnTo>
                <a:lnTo>
                  <a:pt x="1220871" y="91575"/>
                </a:lnTo>
                <a:lnTo>
                  <a:pt x="1220391" y="91529"/>
                </a:lnTo>
                <a:close/>
                <a:moveTo>
                  <a:pt x="1171274" y="99927"/>
                </a:moveTo>
                <a:lnTo>
                  <a:pt x="1171274" y="30461"/>
                </a:lnTo>
                <a:lnTo>
                  <a:pt x="1159696" y="30461"/>
                </a:lnTo>
                <a:lnTo>
                  <a:pt x="1159696" y="99927"/>
                </a:lnTo>
                <a:lnTo>
                  <a:pt x="1171274" y="99927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38871-40B3-4F19-86DC-933B6D40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872" y="3115543"/>
            <a:ext cx="1420921" cy="249294"/>
          </a:xfrm>
          <a:custGeom xmlns:a="http://schemas.openxmlformats.org/drawingml/2006/main">
            <a:pathLst>
              <a:path w="1420921" h="249294">
                <a:moveTo>
                  <a:pt x="0" y="41565"/>
                </a:moveTo>
                <a:lnTo>
                  <a:pt x="0" y="41565"/>
                </a:lnTo>
                <a:cubicBezTo>
                  <a:pt x="0" y="18607"/>
                  <a:pt x="18607" y="0"/>
                  <a:pt x="41546" y="0"/>
                </a:cubicBezTo>
                <a:lnTo>
                  <a:pt x="1379375" y="0"/>
                </a:lnTo>
                <a:cubicBezTo>
                  <a:pt x="1390402" y="0"/>
                  <a:pt x="1400975" y="4371"/>
                  <a:pt x="1408753" y="12168"/>
                </a:cubicBezTo>
                <a:cubicBezTo>
                  <a:pt x="1416550" y="19966"/>
                  <a:pt x="1420921" y="30539"/>
                  <a:pt x="1420921" y="41565"/>
                </a:cubicBezTo>
                <a:lnTo>
                  <a:pt x="1420921" y="207748"/>
                </a:lnTo>
                <a:cubicBezTo>
                  <a:pt x="1420921" y="230706"/>
                  <a:pt x="1402334" y="249294"/>
                  <a:pt x="1379375" y="249294"/>
                </a:cubicBezTo>
                <a:lnTo>
                  <a:pt x="41546" y="249294"/>
                </a:lnTo>
                <a:cubicBezTo>
                  <a:pt x="18607" y="249294"/>
                  <a:pt x="0" y="230706"/>
                  <a:pt x="0" y="207748"/>
                </a:cubicBez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9824EB-F6F2-4A0B-8EDE-E2A0EF63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872" y="3115543"/>
            <a:ext cx="1420921" cy="249294"/>
          </a:xfrm>
          <a:custGeom xmlns:a="http://schemas.openxmlformats.org/drawingml/2006/main">
            <a:pathLst>
              <a:path w="1420921" h="249294" fill="none">
                <a:moveTo>
                  <a:pt x="0" y="41546"/>
                </a:moveTo>
                <a:lnTo>
                  <a:pt x="0" y="41546"/>
                </a:lnTo>
                <a:cubicBezTo>
                  <a:pt x="0" y="18607"/>
                  <a:pt x="18607" y="0"/>
                  <a:pt x="41546" y="0"/>
                </a:cubicBezTo>
                <a:lnTo>
                  <a:pt x="1379375" y="0"/>
                </a:lnTo>
                <a:cubicBezTo>
                  <a:pt x="1390402" y="0"/>
                  <a:pt x="1400975" y="4371"/>
                  <a:pt x="1408753" y="12168"/>
                </a:cubicBezTo>
                <a:cubicBezTo>
                  <a:pt x="1416550" y="19966"/>
                  <a:pt x="1420921" y="30539"/>
                  <a:pt x="1420921" y="41546"/>
                </a:cubicBezTo>
                <a:lnTo>
                  <a:pt x="1420921" y="207748"/>
                </a:lnTo>
                <a:cubicBezTo>
                  <a:pt x="1420921" y="230687"/>
                  <a:pt x="1402334" y="249294"/>
                  <a:pt x="1379375" y="249294"/>
                </a:cubicBezTo>
                <a:lnTo>
                  <a:pt x="41546" y="249294"/>
                </a:lnTo>
                <a:cubicBezTo>
                  <a:pt x="18607" y="249294"/>
                  <a:pt x="0" y="230687"/>
                  <a:pt x="0" y="207748"/>
                </a:cubicBezTo>
                <a:lnTo>
                  <a:pt x="0" y="41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67" cap="flat">
            <a:solidFill>
              <a:srgbClr val="666666"/>
            </a:solidFill>
            <a:round/>
          </a:ln>
        </p:spPr>
      </p:sp>
      <p:sp>
        <p:nvSpPr>
          <p:cNvPr id="284" name="Text MLP">
            <a:extLst xmlns:a="http://schemas.openxmlformats.org/drawingml/2006/main">
              <a:ext uri="{FF2B5EF4-FFF2-40B4-BE49-F238E27FC236}">
                <a16:creationId xmlns:a16="http://schemas.microsoft.com/office/drawing/2014/main" id="{40263054-D926-4CDE-9F3B-CB21C40B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493" y="3194814"/>
            <a:ext cx="253193" cy="96480"/>
          </a:xfrm>
          <a:custGeom xmlns:a="http://schemas.openxmlformats.org/drawingml/2006/main">
            <a:pathLst>
              <a:path w="253193" h="96480">
                <a:moveTo>
                  <a:pt x="0" y="96480"/>
                </a:moveTo>
                <a:lnTo>
                  <a:pt x="0" y="0"/>
                </a:lnTo>
                <a:lnTo>
                  <a:pt x="13508" y="0"/>
                </a:lnTo>
                <a:lnTo>
                  <a:pt x="47551" y="67398"/>
                </a:lnTo>
                <a:lnTo>
                  <a:pt x="81733" y="0"/>
                </a:lnTo>
                <a:lnTo>
                  <a:pt x="95378" y="0"/>
                </a:lnTo>
                <a:lnTo>
                  <a:pt x="95378" y="96480"/>
                </a:lnTo>
                <a:lnTo>
                  <a:pt x="83800" y="96480"/>
                </a:lnTo>
                <a:lnTo>
                  <a:pt x="83800" y="20674"/>
                </a:lnTo>
                <a:lnTo>
                  <a:pt x="51961" y="82972"/>
                </a:lnTo>
                <a:lnTo>
                  <a:pt x="43280" y="82972"/>
                </a:lnTo>
                <a:lnTo>
                  <a:pt x="11578" y="20949"/>
                </a:lnTo>
                <a:lnTo>
                  <a:pt x="11578" y="96480"/>
                </a:lnTo>
                <a:lnTo>
                  <a:pt x="0" y="96480"/>
                </a:lnTo>
                <a:close/>
                <a:moveTo>
                  <a:pt x="115914" y="96480"/>
                </a:moveTo>
                <a:lnTo>
                  <a:pt x="115914" y="0"/>
                </a:lnTo>
                <a:lnTo>
                  <a:pt x="127492" y="0"/>
                </a:lnTo>
                <a:lnTo>
                  <a:pt x="127492" y="87245"/>
                </a:lnTo>
                <a:lnTo>
                  <a:pt x="172424" y="87245"/>
                </a:lnTo>
                <a:lnTo>
                  <a:pt x="172424" y="96480"/>
                </a:lnTo>
                <a:lnTo>
                  <a:pt x="115914" y="96480"/>
                </a:lnTo>
                <a:close/>
                <a:moveTo>
                  <a:pt x="188550" y="96480"/>
                </a:moveTo>
                <a:lnTo>
                  <a:pt x="188550" y="0"/>
                </a:lnTo>
                <a:lnTo>
                  <a:pt x="219975" y="0"/>
                </a:lnTo>
                <a:cubicBezTo>
                  <a:pt x="227602" y="0"/>
                  <a:pt x="233873" y="1263"/>
                  <a:pt x="238789" y="3790"/>
                </a:cubicBezTo>
                <a:cubicBezTo>
                  <a:pt x="243705" y="6316"/>
                  <a:pt x="247334" y="9693"/>
                  <a:pt x="249677" y="13920"/>
                </a:cubicBezTo>
                <a:cubicBezTo>
                  <a:pt x="252021" y="18148"/>
                  <a:pt x="253193" y="22972"/>
                  <a:pt x="253193" y="28392"/>
                </a:cubicBezTo>
                <a:cubicBezTo>
                  <a:pt x="253193" y="33630"/>
                  <a:pt x="252021" y="38386"/>
                  <a:pt x="249677" y="42659"/>
                </a:cubicBezTo>
                <a:cubicBezTo>
                  <a:pt x="247334" y="46932"/>
                  <a:pt x="243727" y="50354"/>
                  <a:pt x="238856" y="52927"/>
                </a:cubicBezTo>
                <a:cubicBezTo>
                  <a:pt x="233987" y="55500"/>
                  <a:pt x="227693" y="56786"/>
                  <a:pt x="219975" y="56786"/>
                </a:cubicBezTo>
                <a:lnTo>
                  <a:pt x="200128" y="56786"/>
                </a:lnTo>
                <a:lnTo>
                  <a:pt x="200128" y="96480"/>
                </a:lnTo>
                <a:lnTo>
                  <a:pt x="188550" y="96480"/>
                </a:lnTo>
                <a:moveTo>
                  <a:pt x="200128" y="47000"/>
                </a:moveTo>
                <a:lnTo>
                  <a:pt x="219838" y="47000"/>
                </a:lnTo>
                <a:cubicBezTo>
                  <a:pt x="227556" y="47000"/>
                  <a:pt x="233069" y="45300"/>
                  <a:pt x="236377" y="41900"/>
                </a:cubicBezTo>
                <a:cubicBezTo>
                  <a:pt x="239684" y="38500"/>
                  <a:pt x="241338" y="33997"/>
                  <a:pt x="241338" y="28392"/>
                </a:cubicBezTo>
                <a:cubicBezTo>
                  <a:pt x="241338" y="22419"/>
                  <a:pt x="239684" y="17802"/>
                  <a:pt x="236377" y="14541"/>
                </a:cubicBezTo>
                <a:cubicBezTo>
                  <a:pt x="233069" y="11278"/>
                  <a:pt x="227556" y="9647"/>
                  <a:pt x="219838" y="9647"/>
                </a:cubicBezTo>
                <a:lnTo>
                  <a:pt x="200128" y="9647"/>
                </a:lnTo>
                <a:lnTo>
                  <a:pt x="200128" y="4700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8E2E7-B390-4961-BD93-55521E60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933" y="319421"/>
            <a:ext cx="1006508" cy="446508"/>
          </a:xfrm>
          <a:custGeom xmlns:a="http://schemas.openxmlformats.org/drawingml/2006/main">
            <a:pathLst>
              <a:path w="1006508" h="446508">
                <a:moveTo>
                  <a:pt x="0" y="446508"/>
                </a:moveTo>
                <a:lnTo>
                  <a:pt x="0" y="0"/>
                </a:lnTo>
                <a:lnTo>
                  <a:pt x="1006508" y="0"/>
                </a:lnTo>
                <a:lnTo>
                  <a:pt x="1006508" y="446508"/>
                </a:lnTo>
                <a:lnTo>
                  <a:pt x="0" y="44650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V">
            <a:extLst xmlns:a="http://schemas.openxmlformats.org/drawingml/2006/main">
              <a:ext uri="{FF2B5EF4-FFF2-40B4-BE49-F238E27FC236}">
                <a16:creationId xmlns:a16="http://schemas.microsoft.com/office/drawing/2014/main" id="{03336281-C4A4-4ED6-B276-0DB6FA13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286" y="476330"/>
            <a:ext cx="93912" cy="112448"/>
          </a:xfrm>
          <a:custGeom xmlns:a="http://schemas.openxmlformats.org/drawingml/2006/main">
            <a:pathLst>
              <a:path w="93912" h="112448">
                <a:moveTo>
                  <a:pt x="93912" y="0"/>
                </a:moveTo>
                <a:lnTo>
                  <a:pt x="53532" y="112448"/>
                </a:lnTo>
                <a:lnTo>
                  <a:pt x="40380" y="112448"/>
                </a:lnTo>
                <a:lnTo>
                  <a:pt x="0" y="0"/>
                </a:lnTo>
                <a:lnTo>
                  <a:pt x="13691" y="0"/>
                </a:lnTo>
                <a:lnTo>
                  <a:pt x="39995" y="74068"/>
                </a:lnTo>
                <a:cubicBezTo>
                  <a:pt x="41072" y="77042"/>
                  <a:pt x="42033" y="79888"/>
                  <a:pt x="42879" y="82605"/>
                </a:cubicBezTo>
                <a:cubicBezTo>
                  <a:pt x="43725" y="85323"/>
                  <a:pt x="44482" y="87938"/>
                  <a:pt x="45148" y="90450"/>
                </a:cubicBezTo>
                <a:cubicBezTo>
                  <a:pt x="45815" y="92963"/>
                  <a:pt x="46405" y="95399"/>
                  <a:pt x="46917" y="97757"/>
                </a:cubicBezTo>
                <a:cubicBezTo>
                  <a:pt x="47430" y="95399"/>
                  <a:pt x="48020" y="92950"/>
                  <a:pt x="48686" y="90412"/>
                </a:cubicBezTo>
                <a:cubicBezTo>
                  <a:pt x="49353" y="87874"/>
                  <a:pt x="50122" y="85233"/>
                  <a:pt x="50994" y="82490"/>
                </a:cubicBezTo>
                <a:cubicBezTo>
                  <a:pt x="51865" y="79747"/>
                  <a:pt x="52840" y="76862"/>
                  <a:pt x="53916" y="73837"/>
                </a:cubicBezTo>
                <a:lnTo>
                  <a:pt x="80067" y="0"/>
                </a:lnTo>
                <a:lnTo>
                  <a:pt x="93912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8F3E0-035F-4A42-81E7-9CA47D18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396" y="3556734"/>
            <a:ext cx="1006509" cy="446508"/>
          </a:xfrm>
          <a:custGeom xmlns:a="http://schemas.openxmlformats.org/drawingml/2006/main">
            <a:pathLst>
              <a:path w="1006509" h="446508">
                <a:moveTo>
                  <a:pt x="0" y="446508"/>
                </a:moveTo>
                <a:lnTo>
                  <a:pt x="0" y="0"/>
                </a:lnTo>
                <a:lnTo>
                  <a:pt x="1006509" y="0"/>
                </a:lnTo>
                <a:lnTo>
                  <a:pt x="1006509" y="446508"/>
                </a:lnTo>
                <a:lnTo>
                  <a:pt x="0" y="44650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Text q">
            <a:extLst xmlns:a="http://schemas.openxmlformats.org/drawingml/2006/main">
              <a:ext uri="{FF2B5EF4-FFF2-40B4-BE49-F238E27FC236}">
                <a16:creationId xmlns:a16="http://schemas.microsoft.com/office/drawing/2014/main" id="{9A6A7C31-D46D-4101-B354-724D76C5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931" y="3739507"/>
            <a:ext cx="80375" cy="124292"/>
          </a:xfrm>
          <a:custGeom xmlns:a="http://schemas.openxmlformats.org/drawingml/2006/main">
            <a:pathLst>
              <a:path w="80375" h="124292">
                <a:moveTo>
                  <a:pt x="56839" y="124292"/>
                </a:moveTo>
                <a:lnTo>
                  <a:pt x="56839" y="88333"/>
                </a:lnTo>
                <a:cubicBezTo>
                  <a:pt x="56839" y="86186"/>
                  <a:pt x="56929" y="84027"/>
                  <a:pt x="57108" y="81855"/>
                </a:cubicBezTo>
                <a:cubicBezTo>
                  <a:pt x="57288" y="79683"/>
                  <a:pt x="57531" y="77548"/>
                  <a:pt x="57839" y="75452"/>
                </a:cubicBezTo>
                <a:lnTo>
                  <a:pt x="56839" y="75452"/>
                </a:lnTo>
                <a:cubicBezTo>
                  <a:pt x="54634" y="78990"/>
                  <a:pt x="51596" y="81990"/>
                  <a:pt x="47725" y="84451"/>
                </a:cubicBezTo>
                <a:cubicBezTo>
                  <a:pt x="43854" y="86912"/>
                  <a:pt x="38764" y="88143"/>
                  <a:pt x="32458" y="88143"/>
                </a:cubicBezTo>
                <a:cubicBezTo>
                  <a:pt x="22766" y="88143"/>
                  <a:pt x="14934" y="84430"/>
                  <a:pt x="8960" y="77003"/>
                </a:cubicBezTo>
                <a:cubicBezTo>
                  <a:pt x="2987" y="69574"/>
                  <a:pt x="0" y="58660"/>
                  <a:pt x="0" y="44261"/>
                </a:cubicBezTo>
                <a:cubicBezTo>
                  <a:pt x="0" y="34578"/>
                  <a:pt x="1384" y="26454"/>
                  <a:pt x="4153" y="19889"/>
                </a:cubicBezTo>
                <a:cubicBezTo>
                  <a:pt x="6922" y="13323"/>
                  <a:pt x="10781" y="8367"/>
                  <a:pt x="15729" y="5021"/>
                </a:cubicBezTo>
                <a:cubicBezTo>
                  <a:pt x="20677" y="1674"/>
                  <a:pt x="26407" y="0"/>
                  <a:pt x="32919" y="0"/>
                </a:cubicBezTo>
                <a:cubicBezTo>
                  <a:pt x="39226" y="0"/>
                  <a:pt x="44341" y="1218"/>
                  <a:pt x="48263" y="3653"/>
                </a:cubicBezTo>
                <a:cubicBezTo>
                  <a:pt x="52186" y="6089"/>
                  <a:pt x="55378" y="9076"/>
                  <a:pt x="57839" y="12614"/>
                </a:cubicBezTo>
                <a:lnTo>
                  <a:pt x="58454" y="12614"/>
                </a:lnTo>
                <a:lnTo>
                  <a:pt x="60531" y="1538"/>
                </a:lnTo>
                <a:lnTo>
                  <a:pt x="80375" y="1538"/>
                </a:lnTo>
                <a:lnTo>
                  <a:pt x="80375" y="124292"/>
                </a:lnTo>
                <a:lnTo>
                  <a:pt x="56839" y="124292"/>
                </a:lnTo>
                <a:moveTo>
                  <a:pt x="40841" y="69761"/>
                </a:moveTo>
                <a:cubicBezTo>
                  <a:pt x="45148" y="69761"/>
                  <a:pt x="48571" y="68931"/>
                  <a:pt x="51109" y="67273"/>
                </a:cubicBezTo>
                <a:cubicBezTo>
                  <a:pt x="53647" y="65613"/>
                  <a:pt x="55480" y="63111"/>
                  <a:pt x="56608" y="59767"/>
                </a:cubicBezTo>
                <a:cubicBezTo>
                  <a:pt x="57737" y="56423"/>
                  <a:pt x="58352" y="52236"/>
                  <a:pt x="58454" y="47208"/>
                </a:cubicBezTo>
                <a:lnTo>
                  <a:pt x="58454" y="44418"/>
                </a:lnTo>
                <a:cubicBezTo>
                  <a:pt x="58454" y="36222"/>
                  <a:pt x="57172" y="29949"/>
                  <a:pt x="54609" y="25600"/>
                </a:cubicBezTo>
                <a:cubicBezTo>
                  <a:pt x="52045" y="21250"/>
                  <a:pt x="47328" y="19075"/>
                  <a:pt x="40457" y="19075"/>
                </a:cubicBezTo>
                <a:cubicBezTo>
                  <a:pt x="34868" y="19075"/>
                  <a:pt x="30714" y="21262"/>
                  <a:pt x="27997" y="25636"/>
                </a:cubicBezTo>
                <a:cubicBezTo>
                  <a:pt x="25279" y="30011"/>
                  <a:pt x="23920" y="36322"/>
                  <a:pt x="23920" y="44569"/>
                </a:cubicBezTo>
                <a:cubicBezTo>
                  <a:pt x="23920" y="52965"/>
                  <a:pt x="25305" y="59264"/>
                  <a:pt x="28073" y="63463"/>
                </a:cubicBezTo>
                <a:cubicBezTo>
                  <a:pt x="30842" y="67662"/>
                  <a:pt x="35098" y="69761"/>
                  <a:pt x="40841" y="69761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9EA7E-5C89-4F0C-BD76-D1B1A40B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484" y="3275655"/>
            <a:ext cx="1006516" cy="446513"/>
          </a:xfrm>
          <a:custGeom xmlns:a="http://schemas.openxmlformats.org/drawingml/2006/main">
            <a:pathLst>
              <a:path w="1006516" h="446513">
                <a:moveTo>
                  <a:pt x="0" y="446513"/>
                </a:moveTo>
                <a:lnTo>
                  <a:pt x="0" y="0"/>
                </a:lnTo>
                <a:lnTo>
                  <a:pt x="1006516" y="0"/>
                </a:lnTo>
                <a:lnTo>
                  <a:pt x="1006516" y="446513"/>
                </a:lnTo>
                <a:lnTo>
                  <a:pt x="0" y="44651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F">
            <a:extLst xmlns:a="http://schemas.openxmlformats.org/drawingml/2006/main">
              <a:ext uri="{FF2B5EF4-FFF2-40B4-BE49-F238E27FC236}">
                <a16:creationId xmlns:a16="http://schemas.microsoft.com/office/drawing/2014/main" id="{1C40373A-A954-435C-8EBA-95DF084A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520" y="3432571"/>
            <a:ext cx="62608" cy="112448"/>
          </a:xfrm>
          <a:custGeom xmlns:a="http://schemas.openxmlformats.org/drawingml/2006/main">
            <a:pathLst>
              <a:path w="62608" h="112448">
                <a:moveTo>
                  <a:pt x="13075" y="112448"/>
                </a:moveTo>
                <a:lnTo>
                  <a:pt x="0" y="112448"/>
                </a:lnTo>
                <a:lnTo>
                  <a:pt x="0" y="0"/>
                </a:lnTo>
                <a:lnTo>
                  <a:pt x="62608" y="0"/>
                </a:lnTo>
                <a:lnTo>
                  <a:pt x="62608" y="11537"/>
                </a:lnTo>
                <a:lnTo>
                  <a:pt x="13075" y="11537"/>
                </a:lnTo>
                <a:lnTo>
                  <a:pt x="13075" y="52686"/>
                </a:lnTo>
                <a:lnTo>
                  <a:pt x="59608" y="52686"/>
                </a:lnTo>
                <a:lnTo>
                  <a:pt x="59608" y="64146"/>
                </a:lnTo>
                <a:lnTo>
                  <a:pt x="13075" y="64146"/>
                </a:lnTo>
                <a:lnTo>
                  <a:pt x="13075" y="112448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C47C6-BF99-4CA5-9397-334665E2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0346" y="1566514"/>
            <a:ext cx="578725" cy="446514"/>
          </a:xfrm>
          <a:custGeom xmlns:a="http://schemas.openxmlformats.org/drawingml/2006/main">
            <a:pathLst>
              <a:path w="578725" h="446514">
                <a:moveTo>
                  <a:pt x="0" y="0"/>
                </a:moveTo>
                <a:lnTo>
                  <a:pt x="578725" y="0"/>
                </a:lnTo>
                <a:lnTo>
                  <a:pt x="578725" y="446514"/>
                </a:lnTo>
                <a:lnTo>
                  <a:pt x="0" y="446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Text P">
            <a:extLst xmlns:a="http://schemas.openxmlformats.org/drawingml/2006/main">
              <a:ext uri="{FF2B5EF4-FFF2-40B4-BE49-F238E27FC236}">
                <a16:creationId xmlns:a16="http://schemas.microsoft.com/office/drawing/2014/main" id="{CB41BE7C-5E46-4F46-9BC5-BB561001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8331" y="1723429"/>
            <a:ext cx="77683" cy="112448"/>
          </a:xfrm>
          <a:custGeom xmlns:a="http://schemas.openxmlformats.org/drawingml/2006/main">
            <a:pathLst>
              <a:path w="77683" h="112448">
                <a:moveTo>
                  <a:pt x="35919" y="0"/>
                </a:moveTo>
                <a:cubicBezTo>
                  <a:pt x="50430" y="0"/>
                  <a:pt x="61018" y="3115"/>
                  <a:pt x="67684" y="9345"/>
                </a:cubicBezTo>
                <a:cubicBezTo>
                  <a:pt x="74350" y="15575"/>
                  <a:pt x="77683" y="24151"/>
                  <a:pt x="77683" y="35073"/>
                </a:cubicBezTo>
                <a:cubicBezTo>
                  <a:pt x="77683" y="39995"/>
                  <a:pt x="76939" y="44700"/>
                  <a:pt x="75452" y="49186"/>
                </a:cubicBezTo>
                <a:cubicBezTo>
                  <a:pt x="73965" y="53673"/>
                  <a:pt x="71543" y="57660"/>
                  <a:pt x="68184" y="61146"/>
                </a:cubicBezTo>
                <a:cubicBezTo>
                  <a:pt x="64825" y="64633"/>
                  <a:pt x="60352" y="67389"/>
                  <a:pt x="54763" y="69415"/>
                </a:cubicBezTo>
                <a:cubicBezTo>
                  <a:pt x="49173" y="71440"/>
                  <a:pt x="42277" y="72453"/>
                  <a:pt x="34073" y="72453"/>
                </a:cubicBezTo>
                <a:lnTo>
                  <a:pt x="23843" y="72453"/>
                </a:lnTo>
                <a:lnTo>
                  <a:pt x="23843" y="112448"/>
                </a:lnTo>
                <a:lnTo>
                  <a:pt x="0" y="112448"/>
                </a:lnTo>
                <a:lnTo>
                  <a:pt x="0" y="0"/>
                </a:lnTo>
                <a:lnTo>
                  <a:pt x="35919" y="0"/>
                </a:lnTo>
                <a:moveTo>
                  <a:pt x="34688" y="19536"/>
                </a:moveTo>
                <a:lnTo>
                  <a:pt x="23843" y="19536"/>
                </a:lnTo>
                <a:lnTo>
                  <a:pt x="23843" y="52917"/>
                </a:lnTo>
                <a:lnTo>
                  <a:pt x="31688" y="52917"/>
                </a:lnTo>
                <a:cubicBezTo>
                  <a:pt x="36149" y="52917"/>
                  <a:pt x="40021" y="52327"/>
                  <a:pt x="43302" y="51148"/>
                </a:cubicBezTo>
                <a:cubicBezTo>
                  <a:pt x="46584" y="49968"/>
                  <a:pt x="49122" y="48122"/>
                  <a:pt x="50917" y="45610"/>
                </a:cubicBezTo>
                <a:cubicBezTo>
                  <a:pt x="52711" y="43097"/>
                  <a:pt x="53609" y="39867"/>
                  <a:pt x="53609" y="35919"/>
                </a:cubicBezTo>
                <a:cubicBezTo>
                  <a:pt x="53609" y="30381"/>
                  <a:pt x="52071" y="26266"/>
                  <a:pt x="48994" y="23574"/>
                </a:cubicBezTo>
                <a:cubicBezTo>
                  <a:pt x="45917" y="20882"/>
                  <a:pt x="41149" y="19536"/>
                  <a:pt x="34688" y="19536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CE9E3-FB05-4923-868F-C83BE1B6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485" y="65323"/>
            <a:ext cx="2355817" cy="346385"/>
          </a:xfrm>
          <a:custGeom xmlns:a="http://schemas.openxmlformats.org/drawingml/2006/main">
            <a:pathLst>
              <a:path w="2355817" h="346385">
                <a:moveTo>
                  <a:pt x="2355817" y="0"/>
                </a:moveTo>
                <a:lnTo>
                  <a:pt x="2355817" y="346385"/>
                </a:lnTo>
                <a:lnTo>
                  <a:pt x="0" y="346385"/>
                </a:lnTo>
                <a:lnTo>
                  <a:pt x="0" y="0"/>
                </a:lnTo>
                <a:lnTo>
                  <a:pt x="235581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Text Resizetosquareaspectratio">
            <a:extLst xmlns:a="http://schemas.openxmlformats.org/drawingml/2006/main">
              <a:ext uri="{FF2B5EF4-FFF2-40B4-BE49-F238E27FC236}">
                <a16:creationId xmlns:a16="http://schemas.microsoft.com/office/drawing/2014/main" id="{16E70716-C35D-4C2C-AC79-30DCBE44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52" y="122079"/>
            <a:ext cx="1820751" cy="134330"/>
          </a:xfrm>
          <a:custGeom xmlns:a="http://schemas.openxmlformats.org/drawingml/2006/main">
            <a:pathLst>
              <a:path w="1820751" h="134330">
                <a:moveTo>
                  <a:pt x="26583" y="2961"/>
                </a:moveTo>
                <a:cubicBezTo>
                  <a:pt x="34659" y="2961"/>
                  <a:pt x="41333" y="3959"/>
                  <a:pt x="46605" y="5956"/>
                </a:cubicBezTo>
                <a:cubicBezTo>
                  <a:pt x="51877" y="7953"/>
                  <a:pt x="55814" y="10992"/>
                  <a:pt x="58416" y="15075"/>
                </a:cubicBezTo>
                <a:cubicBezTo>
                  <a:pt x="61018" y="19158"/>
                  <a:pt x="62319" y="24362"/>
                  <a:pt x="62319" y="30689"/>
                </a:cubicBezTo>
                <a:cubicBezTo>
                  <a:pt x="62319" y="35893"/>
                  <a:pt x="61377" y="40234"/>
                  <a:pt x="59493" y="43711"/>
                </a:cubicBezTo>
                <a:cubicBezTo>
                  <a:pt x="57608" y="47188"/>
                  <a:pt x="55141" y="50003"/>
                  <a:pt x="52090" y="52157"/>
                </a:cubicBezTo>
                <a:cubicBezTo>
                  <a:pt x="49039" y="54311"/>
                  <a:pt x="45786" y="55971"/>
                  <a:pt x="42331" y="57137"/>
                </a:cubicBezTo>
                <a:lnTo>
                  <a:pt x="69318" y="101353"/>
                </a:lnTo>
                <a:lnTo>
                  <a:pt x="55993" y="101353"/>
                </a:lnTo>
                <a:lnTo>
                  <a:pt x="31900" y="60300"/>
                </a:lnTo>
                <a:lnTo>
                  <a:pt x="11441" y="60300"/>
                </a:lnTo>
                <a:lnTo>
                  <a:pt x="11441" y="101353"/>
                </a:lnTo>
                <a:lnTo>
                  <a:pt x="0" y="101353"/>
                </a:lnTo>
                <a:lnTo>
                  <a:pt x="0" y="2961"/>
                </a:lnTo>
                <a:lnTo>
                  <a:pt x="26583" y="2961"/>
                </a:lnTo>
                <a:moveTo>
                  <a:pt x="25910" y="12854"/>
                </a:moveTo>
                <a:lnTo>
                  <a:pt x="11441" y="12854"/>
                </a:lnTo>
                <a:lnTo>
                  <a:pt x="11441" y="50609"/>
                </a:lnTo>
                <a:lnTo>
                  <a:pt x="27054" y="50609"/>
                </a:lnTo>
                <a:cubicBezTo>
                  <a:pt x="35085" y="50609"/>
                  <a:pt x="40997" y="48972"/>
                  <a:pt x="44788" y="45696"/>
                </a:cubicBezTo>
                <a:cubicBezTo>
                  <a:pt x="48579" y="42421"/>
                  <a:pt x="50475" y="37598"/>
                  <a:pt x="50475" y="31227"/>
                </a:cubicBezTo>
                <a:cubicBezTo>
                  <a:pt x="50475" y="24542"/>
                  <a:pt x="48467" y="19808"/>
                  <a:pt x="44451" y="17027"/>
                </a:cubicBezTo>
                <a:cubicBezTo>
                  <a:pt x="40436" y="14245"/>
                  <a:pt x="34255" y="12854"/>
                  <a:pt x="25910" y="12854"/>
                </a:cubicBezTo>
                <a:close/>
                <a:moveTo>
                  <a:pt x="111759" y="26247"/>
                </a:moveTo>
                <a:cubicBezTo>
                  <a:pt x="118040" y="26247"/>
                  <a:pt x="123424" y="27636"/>
                  <a:pt x="127910" y="30413"/>
                </a:cubicBezTo>
                <a:cubicBezTo>
                  <a:pt x="132397" y="33189"/>
                  <a:pt x="135829" y="37074"/>
                  <a:pt x="138207" y="42068"/>
                </a:cubicBezTo>
                <a:cubicBezTo>
                  <a:pt x="140585" y="47063"/>
                  <a:pt x="141774" y="52897"/>
                  <a:pt x="141774" y="59573"/>
                </a:cubicBezTo>
                <a:lnTo>
                  <a:pt x="141774" y="66492"/>
                </a:lnTo>
                <a:lnTo>
                  <a:pt x="90828" y="66492"/>
                </a:lnTo>
                <a:cubicBezTo>
                  <a:pt x="90963" y="75173"/>
                  <a:pt x="93117" y="81786"/>
                  <a:pt x="97289" y="86328"/>
                </a:cubicBezTo>
                <a:cubicBezTo>
                  <a:pt x="101462" y="90871"/>
                  <a:pt x="107339" y="93142"/>
                  <a:pt x="114922" y="93142"/>
                </a:cubicBezTo>
                <a:cubicBezTo>
                  <a:pt x="119588" y="93142"/>
                  <a:pt x="123715" y="92716"/>
                  <a:pt x="127305" y="91864"/>
                </a:cubicBezTo>
                <a:cubicBezTo>
                  <a:pt x="130894" y="91011"/>
                  <a:pt x="134618" y="89755"/>
                  <a:pt x="138476" y="88095"/>
                </a:cubicBezTo>
                <a:lnTo>
                  <a:pt x="138476" y="97921"/>
                </a:lnTo>
                <a:cubicBezTo>
                  <a:pt x="134752" y="99581"/>
                  <a:pt x="131062" y="100792"/>
                  <a:pt x="127406" y="101555"/>
                </a:cubicBezTo>
                <a:cubicBezTo>
                  <a:pt x="123749" y="102318"/>
                  <a:pt x="119431" y="102699"/>
                  <a:pt x="114450" y="102699"/>
                </a:cubicBezTo>
                <a:cubicBezTo>
                  <a:pt x="107362" y="102699"/>
                  <a:pt x="101181" y="101252"/>
                  <a:pt x="95909" y="98358"/>
                </a:cubicBezTo>
                <a:cubicBezTo>
                  <a:pt x="90638" y="95464"/>
                  <a:pt x="86544" y="91213"/>
                  <a:pt x="83627" y="85605"/>
                </a:cubicBezTo>
                <a:cubicBezTo>
                  <a:pt x="80711" y="79997"/>
                  <a:pt x="79253" y="73132"/>
                  <a:pt x="79253" y="65011"/>
                </a:cubicBezTo>
                <a:cubicBezTo>
                  <a:pt x="79253" y="57070"/>
                  <a:pt x="80588" y="50194"/>
                  <a:pt x="83257" y="44384"/>
                </a:cubicBezTo>
                <a:cubicBezTo>
                  <a:pt x="85927" y="38574"/>
                  <a:pt x="89696" y="34098"/>
                  <a:pt x="94563" y="30958"/>
                </a:cubicBezTo>
                <a:cubicBezTo>
                  <a:pt x="99431" y="27817"/>
                  <a:pt x="105163" y="26247"/>
                  <a:pt x="111759" y="26247"/>
                </a:cubicBezTo>
                <a:moveTo>
                  <a:pt x="111624" y="35400"/>
                </a:moveTo>
                <a:cubicBezTo>
                  <a:pt x="105657" y="35400"/>
                  <a:pt x="100901" y="37346"/>
                  <a:pt x="97356" y="41238"/>
                </a:cubicBezTo>
                <a:cubicBezTo>
                  <a:pt x="93812" y="45128"/>
                  <a:pt x="91703" y="50563"/>
                  <a:pt x="91030" y="57541"/>
                </a:cubicBezTo>
                <a:lnTo>
                  <a:pt x="130064" y="57541"/>
                </a:lnTo>
                <a:cubicBezTo>
                  <a:pt x="130019" y="53158"/>
                  <a:pt x="129335" y="49300"/>
                  <a:pt x="128011" y="45968"/>
                </a:cubicBezTo>
                <a:cubicBezTo>
                  <a:pt x="126688" y="42635"/>
                  <a:pt x="124680" y="40040"/>
                  <a:pt x="121988" y="38184"/>
                </a:cubicBezTo>
                <a:cubicBezTo>
                  <a:pt x="119296" y="36328"/>
                  <a:pt x="115841" y="35400"/>
                  <a:pt x="111624" y="35400"/>
                </a:cubicBezTo>
                <a:close/>
                <a:moveTo>
                  <a:pt x="208395" y="81163"/>
                </a:moveTo>
                <a:cubicBezTo>
                  <a:pt x="208395" y="85874"/>
                  <a:pt x="207217" y="89834"/>
                  <a:pt x="204862" y="93041"/>
                </a:cubicBezTo>
                <a:cubicBezTo>
                  <a:pt x="202506" y="96249"/>
                  <a:pt x="199141" y="98661"/>
                  <a:pt x="194767" y="100276"/>
                </a:cubicBezTo>
                <a:cubicBezTo>
                  <a:pt x="190392" y="101891"/>
                  <a:pt x="185176" y="102699"/>
                  <a:pt x="179120" y="102699"/>
                </a:cubicBezTo>
                <a:cubicBezTo>
                  <a:pt x="173960" y="102699"/>
                  <a:pt x="169496" y="102295"/>
                  <a:pt x="165727" y="101488"/>
                </a:cubicBezTo>
                <a:cubicBezTo>
                  <a:pt x="161958" y="100680"/>
                  <a:pt x="158661" y="99536"/>
                  <a:pt x="155834" y="98055"/>
                </a:cubicBezTo>
                <a:lnTo>
                  <a:pt x="155834" y="87758"/>
                </a:lnTo>
                <a:cubicBezTo>
                  <a:pt x="158840" y="89239"/>
                  <a:pt x="162429" y="90585"/>
                  <a:pt x="166602" y="91796"/>
                </a:cubicBezTo>
                <a:cubicBezTo>
                  <a:pt x="170774" y="93008"/>
                  <a:pt x="175037" y="93614"/>
                  <a:pt x="179389" y="93614"/>
                </a:cubicBezTo>
                <a:cubicBezTo>
                  <a:pt x="185760" y="93614"/>
                  <a:pt x="190381" y="92582"/>
                  <a:pt x="193252" y="90518"/>
                </a:cubicBezTo>
                <a:cubicBezTo>
                  <a:pt x="196124" y="88454"/>
                  <a:pt x="197560" y="85650"/>
                  <a:pt x="197560" y="82105"/>
                </a:cubicBezTo>
                <a:cubicBezTo>
                  <a:pt x="197560" y="80086"/>
                  <a:pt x="196988" y="78303"/>
                  <a:pt x="195843" y="76755"/>
                </a:cubicBezTo>
                <a:cubicBezTo>
                  <a:pt x="194699" y="75207"/>
                  <a:pt x="192781" y="73704"/>
                  <a:pt x="190089" y="72246"/>
                </a:cubicBezTo>
                <a:cubicBezTo>
                  <a:pt x="187397" y="70788"/>
                  <a:pt x="183673" y="69184"/>
                  <a:pt x="178918" y="67434"/>
                </a:cubicBezTo>
                <a:cubicBezTo>
                  <a:pt x="174207" y="65639"/>
                  <a:pt x="170135" y="63856"/>
                  <a:pt x="166703" y="62084"/>
                </a:cubicBezTo>
                <a:cubicBezTo>
                  <a:pt x="163271" y="60312"/>
                  <a:pt x="160623" y="58147"/>
                  <a:pt x="158761" y="55589"/>
                </a:cubicBezTo>
                <a:cubicBezTo>
                  <a:pt x="156900" y="53032"/>
                  <a:pt x="155969" y="49712"/>
                  <a:pt x="155969" y="45629"/>
                </a:cubicBezTo>
                <a:cubicBezTo>
                  <a:pt x="155969" y="39393"/>
                  <a:pt x="158492" y="34603"/>
                  <a:pt x="163540" y="31261"/>
                </a:cubicBezTo>
                <a:cubicBezTo>
                  <a:pt x="168587" y="27918"/>
                  <a:pt x="175216" y="26247"/>
                  <a:pt x="183427" y="26247"/>
                </a:cubicBezTo>
                <a:cubicBezTo>
                  <a:pt x="187868" y="26247"/>
                  <a:pt x="192030" y="26684"/>
                  <a:pt x="195911" y="27559"/>
                </a:cubicBezTo>
                <a:cubicBezTo>
                  <a:pt x="199792" y="28434"/>
                  <a:pt x="203415" y="29612"/>
                  <a:pt x="206780" y="31092"/>
                </a:cubicBezTo>
                <a:lnTo>
                  <a:pt x="203011" y="40043"/>
                </a:lnTo>
                <a:cubicBezTo>
                  <a:pt x="199960" y="38742"/>
                  <a:pt x="196707" y="37643"/>
                  <a:pt x="193252" y="36745"/>
                </a:cubicBezTo>
                <a:cubicBezTo>
                  <a:pt x="189798" y="35848"/>
                  <a:pt x="186276" y="35400"/>
                  <a:pt x="182686" y="35400"/>
                </a:cubicBezTo>
                <a:cubicBezTo>
                  <a:pt x="177527" y="35400"/>
                  <a:pt x="173567" y="36252"/>
                  <a:pt x="170808" y="37957"/>
                </a:cubicBezTo>
                <a:cubicBezTo>
                  <a:pt x="168049" y="39662"/>
                  <a:pt x="166669" y="41995"/>
                  <a:pt x="166669" y="44956"/>
                </a:cubicBezTo>
                <a:cubicBezTo>
                  <a:pt x="166669" y="47244"/>
                  <a:pt x="167308" y="49129"/>
                  <a:pt x="168587" y="50609"/>
                </a:cubicBezTo>
                <a:cubicBezTo>
                  <a:pt x="169866" y="52090"/>
                  <a:pt x="171918" y="53481"/>
                  <a:pt x="174745" y="54782"/>
                </a:cubicBezTo>
                <a:cubicBezTo>
                  <a:pt x="177572" y="56083"/>
                  <a:pt x="181296" y="57608"/>
                  <a:pt x="185917" y="59358"/>
                </a:cubicBezTo>
                <a:cubicBezTo>
                  <a:pt x="190538" y="61063"/>
                  <a:pt x="194531" y="62824"/>
                  <a:pt x="197896" y="64641"/>
                </a:cubicBezTo>
                <a:cubicBezTo>
                  <a:pt x="201261" y="66458"/>
                  <a:pt x="203852" y="68657"/>
                  <a:pt x="205669" y="71236"/>
                </a:cubicBezTo>
                <a:cubicBezTo>
                  <a:pt x="207486" y="73816"/>
                  <a:pt x="208395" y="77125"/>
                  <a:pt x="208395" y="81163"/>
                </a:cubicBezTo>
                <a:close/>
                <a:moveTo>
                  <a:pt x="237459" y="27593"/>
                </a:moveTo>
                <a:lnTo>
                  <a:pt x="237459" y="101353"/>
                </a:lnTo>
                <a:lnTo>
                  <a:pt x="226287" y="101353"/>
                </a:lnTo>
                <a:lnTo>
                  <a:pt x="226287" y="27593"/>
                </a:lnTo>
                <a:lnTo>
                  <a:pt x="237459" y="27593"/>
                </a:lnTo>
                <a:moveTo>
                  <a:pt x="232007" y="0"/>
                </a:moveTo>
                <a:cubicBezTo>
                  <a:pt x="233847" y="0"/>
                  <a:pt x="235428" y="594"/>
                  <a:pt x="236752" y="1783"/>
                </a:cubicBezTo>
                <a:cubicBezTo>
                  <a:pt x="238075" y="2972"/>
                  <a:pt x="238737" y="4823"/>
                  <a:pt x="238737" y="7336"/>
                </a:cubicBezTo>
                <a:cubicBezTo>
                  <a:pt x="238737" y="9803"/>
                  <a:pt x="238075" y="11643"/>
                  <a:pt x="236752" y="12854"/>
                </a:cubicBezTo>
                <a:cubicBezTo>
                  <a:pt x="235428" y="14066"/>
                  <a:pt x="233847" y="14671"/>
                  <a:pt x="232007" y="14671"/>
                </a:cubicBezTo>
                <a:cubicBezTo>
                  <a:pt x="230078" y="14671"/>
                  <a:pt x="228474" y="14066"/>
                  <a:pt x="227195" y="12854"/>
                </a:cubicBezTo>
                <a:cubicBezTo>
                  <a:pt x="225917" y="11643"/>
                  <a:pt x="225277" y="9803"/>
                  <a:pt x="225277" y="7336"/>
                </a:cubicBezTo>
                <a:cubicBezTo>
                  <a:pt x="225277" y="4823"/>
                  <a:pt x="225917" y="2972"/>
                  <a:pt x="227195" y="1783"/>
                </a:cubicBezTo>
                <a:cubicBezTo>
                  <a:pt x="228474" y="594"/>
                  <a:pt x="230078" y="0"/>
                  <a:pt x="232007" y="0"/>
                </a:cubicBezTo>
                <a:close/>
                <a:moveTo>
                  <a:pt x="308399" y="101353"/>
                </a:moveTo>
                <a:lnTo>
                  <a:pt x="254627" y="101353"/>
                </a:lnTo>
                <a:lnTo>
                  <a:pt x="254627" y="93950"/>
                </a:lnTo>
                <a:lnTo>
                  <a:pt x="295074" y="36342"/>
                </a:lnTo>
                <a:lnTo>
                  <a:pt x="257184" y="36342"/>
                </a:lnTo>
                <a:lnTo>
                  <a:pt x="257184" y="27593"/>
                </a:lnTo>
                <a:lnTo>
                  <a:pt x="307524" y="27593"/>
                </a:lnTo>
                <a:lnTo>
                  <a:pt x="307524" y="35871"/>
                </a:lnTo>
                <a:lnTo>
                  <a:pt x="267615" y="92671"/>
                </a:lnTo>
                <a:lnTo>
                  <a:pt x="308399" y="92671"/>
                </a:lnTo>
                <a:lnTo>
                  <a:pt x="308399" y="101353"/>
                </a:lnTo>
                <a:close/>
                <a:moveTo>
                  <a:pt x="353928" y="26247"/>
                </a:moveTo>
                <a:cubicBezTo>
                  <a:pt x="360209" y="26247"/>
                  <a:pt x="365593" y="27636"/>
                  <a:pt x="370080" y="30413"/>
                </a:cubicBezTo>
                <a:cubicBezTo>
                  <a:pt x="374566" y="33189"/>
                  <a:pt x="377999" y="37074"/>
                  <a:pt x="380377" y="42068"/>
                </a:cubicBezTo>
                <a:cubicBezTo>
                  <a:pt x="382755" y="47063"/>
                  <a:pt x="383943" y="52897"/>
                  <a:pt x="383943" y="59573"/>
                </a:cubicBezTo>
                <a:lnTo>
                  <a:pt x="383943" y="66492"/>
                </a:lnTo>
                <a:lnTo>
                  <a:pt x="332998" y="66492"/>
                </a:lnTo>
                <a:cubicBezTo>
                  <a:pt x="333132" y="75173"/>
                  <a:pt x="335286" y="81786"/>
                  <a:pt x="339459" y="86328"/>
                </a:cubicBezTo>
                <a:cubicBezTo>
                  <a:pt x="343631" y="90871"/>
                  <a:pt x="349509" y="93142"/>
                  <a:pt x="357091" y="93142"/>
                </a:cubicBezTo>
                <a:cubicBezTo>
                  <a:pt x="361757" y="93142"/>
                  <a:pt x="365885" y="92716"/>
                  <a:pt x="369474" y="91864"/>
                </a:cubicBezTo>
                <a:cubicBezTo>
                  <a:pt x="373063" y="91011"/>
                  <a:pt x="376787" y="89755"/>
                  <a:pt x="380646" y="88095"/>
                </a:cubicBezTo>
                <a:lnTo>
                  <a:pt x="380646" y="97921"/>
                </a:lnTo>
                <a:cubicBezTo>
                  <a:pt x="376922" y="99581"/>
                  <a:pt x="373232" y="100792"/>
                  <a:pt x="369575" y="101555"/>
                </a:cubicBezTo>
                <a:cubicBezTo>
                  <a:pt x="365918" y="102318"/>
                  <a:pt x="361600" y="102699"/>
                  <a:pt x="356620" y="102699"/>
                </a:cubicBezTo>
                <a:cubicBezTo>
                  <a:pt x="349531" y="102699"/>
                  <a:pt x="343351" y="101252"/>
                  <a:pt x="338079" y="98358"/>
                </a:cubicBezTo>
                <a:cubicBezTo>
                  <a:pt x="332807" y="95464"/>
                  <a:pt x="328713" y="91213"/>
                  <a:pt x="325797" y="85605"/>
                </a:cubicBezTo>
                <a:cubicBezTo>
                  <a:pt x="322880" y="79997"/>
                  <a:pt x="321422" y="73132"/>
                  <a:pt x="321422" y="65011"/>
                </a:cubicBezTo>
                <a:cubicBezTo>
                  <a:pt x="321422" y="57070"/>
                  <a:pt x="322757" y="50194"/>
                  <a:pt x="325427" y="44384"/>
                </a:cubicBezTo>
                <a:cubicBezTo>
                  <a:pt x="328096" y="38574"/>
                  <a:pt x="331865" y="34098"/>
                  <a:pt x="336733" y="30958"/>
                </a:cubicBezTo>
                <a:cubicBezTo>
                  <a:pt x="341601" y="27817"/>
                  <a:pt x="347333" y="26247"/>
                  <a:pt x="353928" y="26247"/>
                </a:cubicBezTo>
                <a:moveTo>
                  <a:pt x="353793" y="35400"/>
                </a:moveTo>
                <a:cubicBezTo>
                  <a:pt x="347826" y="35400"/>
                  <a:pt x="343070" y="37346"/>
                  <a:pt x="339526" y="41238"/>
                </a:cubicBezTo>
                <a:cubicBezTo>
                  <a:pt x="335981" y="45128"/>
                  <a:pt x="333873" y="50563"/>
                  <a:pt x="333200" y="57541"/>
                </a:cubicBezTo>
                <a:lnTo>
                  <a:pt x="372233" y="57541"/>
                </a:lnTo>
                <a:cubicBezTo>
                  <a:pt x="372188" y="53158"/>
                  <a:pt x="371504" y="49300"/>
                  <a:pt x="370181" y="45968"/>
                </a:cubicBezTo>
                <a:cubicBezTo>
                  <a:pt x="368857" y="42635"/>
                  <a:pt x="366849" y="40040"/>
                  <a:pt x="364157" y="38184"/>
                </a:cubicBezTo>
                <a:cubicBezTo>
                  <a:pt x="361465" y="36328"/>
                  <a:pt x="358011" y="35400"/>
                  <a:pt x="353793" y="35400"/>
                </a:cubicBezTo>
                <a:close/>
                <a:moveTo>
                  <a:pt x="462369" y="93546"/>
                </a:moveTo>
                <a:cubicBezTo>
                  <a:pt x="464208" y="93546"/>
                  <a:pt x="466092" y="93389"/>
                  <a:pt x="468022" y="93075"/>
                </a:cubicBezTo>
                <a:cubicBezTo>
                  <a:pt x="469951" y="92761"/>
                  <a:pt x="471521" y="92380"/>
                  <a:pt x="472733" y="91931"/>
                </a:cubicBezTo>
                <a:lnTo>
                  <a:pt x="472733" y="100613"/>
                </a:lnTo>
                <a:cubicBezTo>
                  <a:pt x="471432" y="101196"/>
                  <a:pt x="469626" y="101689"/>
                  <a:pt x="467315" y="102093"/>
                </a:cubicBezTo>
                <a:cubicBezTo>
                  <a:pt x="465004" y="102497"/>
                  <a:pt x="462750" y="102699"/>
                  <a:pt x="460551" y="102699"/>
                </a:cubicBezTo>
                <a:cubicBezTo>
                  <a:pt x="456648" y="102699"/>
                  <a:pt x="453104" y="102015"/>
                  <a:pt x="449918" y="100646"/>
                </a:cubicBezTo>
                <a:cubicBezTo>
                  <a:pt x="446733" y="99278"/>
                  <a:pt x="444186" y="96956"/>
                  <a:pt x="442280" y="93681"/>
                </a:cubicBezTo>
                <a:cubicBezTo>
                  <a:pt x="440373" y="90406"/>
                  <a:pt x="439419" y="85874"/>
                  <a:pt x="439419" y="80086"/>
                </a:cubicBezTo>
                <a:lnTo>
                  <a:pt x="439419" y="36342"/>
                </a:lnTo>
                <a:lnTo>
                  <a:pt x="428921" y="36342"/>
                </a:lnTo>
                <a:lnTo>
                  <a:pt x="428921" y="30890"/>
                </a:lnTo>
                <a:lnTo>
                  <a:pt x="439487" y="26516"/>
                </a:lnTo>
                <a:lnTo>
                  <a:pt x="443928" y="10499"/>
                </a:lnTo>
                <a:lnTo>
                  <a:pt x="450658" y="10499"/>
                </a:lnTo>
                <a:lnTo>
                  <a:pt x="450658" y="27593"/>
                </a:lnTo>
                <a:lnTo>
                  <a:pt x="472262" y="27593"/>
                </a:lnTo>
                <a:lnTo>
                  <a:pt x="472262" y="36342"/>
                </a:lnTo>
                <a:lnTo>
                  <a:pt x="450658" y="36342"/>
                </a:lnTo>
                <a:lnTo>
                  <a:pt x="450658" y="79750"/>
                </a:lnTo>
                <a:cubicBezTo>
                  <a:pt x="450658" y="84371"/>
                  <a:pt x="451724" y="87826"/>
                  <a:pt x="453855" y="90114"/>
                </a:cubicBezTo>
                <a:cubicBezTo>
                  <a:pt x="455986" y="92402"/>
                  <a:pt x="458824" y="93546"/>
                  <a:pt x="462369" y="93546"/>
                </a:cubicBezTo>
                <a:close/>
                <a:moveTo>
                  <a:pt x="551210" y="64338"/>
                </a:moveTo>
                <a:cubicBezTo>
                  <a:pt x="551210" y="70395"/>
                  <a:pt x="550425" y="75802"/>
                  <a:pt x="548854" y="80557"/>
                </a:cubicBezTo>
                <a:cubicBezTo>
                  <a:pt x="547284" y="85313"/>
                  <a:pt x="545018" y="89329"/>
                  <a:pt x="542057" y="92604"/>
                </a:cubicBezTo>
                <a:cubicBezTo>
                  <a:pt x="539096" y="95879"/>
                  <a:pt x="535518" y="98381"/>
                  <a:pt x="531323" y="100108"/>
                </a:cubicBezTo>
                <a:cubicBezTo>
                  <a:pt x="527128" y="101835"/>
                  <a:pt x="522383" y="102699"/>
                  <a:pt x="517089" y="102699"/>
                </a:cubicBezTo>
                <a:cubicBezTo>
                  <a:pt x="512154" y="102699"/>
                  <a:pt x="507633" y="101835"/>
                  <a:pt x="503528" y="100108"/>
                </a:cubicBezTo>
                <a:cubicBezTo>
                  <a:pt x="499423" y="98381"/>
                  <a:pt x="495878" y="95879"/>
                  <a:pt x="492895" y="92604"/>
                </a:cubicBezTo>
                <a:cubicBezTo>
                  <a:pt x="489911" y="89329"/>
                  <a:pt x="487601" y="85313"/>
                  <a:pt x="485963" y="80557"/>
                </a:cubicBezTo>
                <a:cubicBezTo>
                  <a:pt x="484325" y="75802"/>
                  <a:pt x="483507" y="70395"/>
                  <a:pt x="483507" y="64338"/>
                </a:cubicBezTo>
                <a:cubicBezTo>
                  <a:pt x="483507" y="56262"/>
                  <a:pt x="484875" y="49387"/>
                  <a:pt x="487612" y="43711"/>
                </a:cubicBezTo>
                <a:cubicBezTo>
                  <a:pt x="490349" y="38035"/>
                  <a:pt x="494263" y="33706"/>
                  <a:pt x="499356" y="30722"/>
                </a:cubicBezTo>
                <a:cubicBezTo>
                  <a:pt x="504448" y="27739"/>
                  <a:pt x="510516" y="26247"/>
                  <a:pt x="517560" y="26247"/>
                </a:cubicBezTo>
                <a:cubicBezTo>
                  <a:pt x="524290" y="26247"/>
                  <a:pt x="530179" y="27750"/>
                  <a:pt x="535226" y="30756"/>
                </a:cubicBezTo>
                <a:cubicBezTo>
                  <a:pt x="540274" y="33762"/>
                  <a:pt x="544199" y="38103"/>
                  <a:pt x="547004" y="43778"/>
                </a:cubicBezTo>
                <a:cubicBezTo>
                  <a:pt x="549808" y="49454"/>
                  <a:pt x="551210" y="56307"/>
                  <a:pt x="551210" y="64338"/>
                </a:cubicBezTo>
                <a:moveTo>
                  <a:pt x="495082" y="64338"/>
                </a:moveTo>
                <a:cubicBezTo>
                  <a:pt x="495082" y="70261"/>
                  <a:pt x="495867" y="75398"/>
                  <a:pt x="497438" y="79750"/>
                </a:cubicBezTo>
                <a:cubicBezTo>
                  <a:pt x="499008" y="84102"/>
                  <a:pt x="501431" y="87467"/>
                  <a:pt x="504706" y="89845"/>
                </a:cubicBezTo>
                <a:cubicBezTo>
                  <a:pt x="507981" y="92223"/>
                  <a:pt x="512199" y="93412"/>
                  <a:pt x="517358" y="93412"/>
                </a:cubicBezTo>
                <a:cubicBezTo>
                  <a:pt x="522473" y="93412"/>
                  <a:pt x="526679" y="92223"/>
                  <a:pt x="529977" y="89845"/>
                </a:cubicBezTo>
                <a:cubicBezTo>
                  <a:pt x="533274" y="87467"/>
                  <a:pt x="535708" y="84102"/>
                  <a:pt x="537279" y="79750"/>
                </a:cubicBezTo>
                <a:cubicBezTo>
                  <a:pt x="538849" y="75398"/>
                  <a:pt x="539634" y="70261"/>
                  <a:pt x="539634" y="64338"/>
                </a:cubicBezTo>
                <a:cubicBezTo>
                  <a:pt x="539634" y="58461"/>
                  <a:pt x="538849" y="53380"/>
                  <a:pt x="537279" y="49095"/>
                </a:cubicBezTo>
                <a:cubicBezTo>
                  <a:pt x="535708" y="44810"/>
                  <a:pt x="533286" y="41501"/>
                  <a:pt x="530010" y="39168"/>
                </a:cubicBezTo>
                <a:cubicBezTo>
                  <a:pt x="526735" y="36835"/>
                  <a:pt x="522495" y="35669"/>
                  <a:pt x="517291" y="35669"/>
                </a:cubicBezTo>
                <a:cubicBezTo>
                  <a:pt x="509619" y="35669"/>
                  <a:pt x="503999" y="38204"/>
                  <a:pt x="500432" y="43274"/>
                </a:cubicBezTo>
                <a:cubicBezTo>
                  <a:pt x="496865" y="48343"/>
                  <a:pt x="495082" y="55365"/>
                  <a:pt x="495082" y="64338"/>
                </a:cubicBezTo>
                <a:close/>
                <a:moveTo>
                  <a:pt x="653859" y="81163"/>
                </a:moveTo>
                <a:cubicBezTo>
                  <a:pt x="653859" y="85874"/>
                  <a:pt x="652681" y="89834"/>
                  <a:pt x="650326" y="93041"/>
                </a:cubicBezTo>
                <a:cubicBezTo>
                  <a:pt x="647970" y="96249"/>
                  <a:pt x="644605" y="98661"/>
                  <a:pt x="640231" y="100276"/>
                </a:cubicBezTo>
                <a:cubicBezTo>
                  <a:pt x="635856" y="101891"/>
                  <a:pt x="630641" y="102699"/>
                  <a:pt x="624584" y="102699"/>
                </a:cubicBezTo>
                <a:cubicBezTo>
                  <a:pt x="619424" y="102699"/>
                  <a:pt x="614960" y="102295"/>
                  <a:pt x="611191" y="101488"/>
                </a:cubicBezTo>
                <a:cubicBezTo>
                  <a:pt x="607422" y="100680"/>
                  <a:pt x="604125" y="99536"/>
                  <a:pt x="601298" y="98055"/>
                </a:cubicBezTo>
                <a:lnTo>
                  <a:pt x="601298" y="87758"/>
                </a:lnTo>
                <a:cubicBezTo>
                  <a:pt x="604304" y="89239"/>
                  <a:pt x="607894" y="90585"/>
                  <a:pt x="612066" y="91796"/>
                </a:cubicBezTo>
                <a:cubicBezTo>
                  <a:pt x="616239" y="93008"/>
                  <a:pt x="620501" y="93614"/>
                  <a:pt x="624853" y="93614"/>
                </a:cubicBezTo>
                <a:cubicBezTo>
                  <a:pt x="631224" y="93614"/>
                  <a:pt x="635845" y="92582"/>
                  <a:pt x="638717" y="90518"/>
                </a:cubicBezTo>
                <a:cubicBezTo>
                  <a:pt x="641588" y="88454"/>
                  <a:pt x="643024" y="85650"/>
                  <a:pt x="643024" y="82105"/>
                </a:cubicBezTo>
                <a:cubicBezTo>
                  <a:pt x="643024" y="80086"/>
                  <a:pt x="642452" y="78303"/>
                  <a:pt x="641308" y="76755"/>
                </a:cubicBezTo>
                <a:cubicBezTo>
                  <a:pt x="640164" y="75207"/>
                  <a:pt x="638246" y="73704"/>
                  <a:pt x="635554" y="72246"/>
                </a:cubicBezTo>
                <a:cubicBezTo>
                  <a:pt x="632862" y="70788"/>
                  <a:pt x="629138" y="69184"/>
                  <a:pt x="624382" y="67434"/>
                </a:cubicBezTo>
                <a:cubicBezTo>
                  <a:pt x="619671" y="65639"/>
                  <a:pt x="615599" y="63856"/>
                  <a:pt x="612167" y="62084"/>
                </a:cubicBezTo>
                <a:cubicBezTo>
                  <a:pt x="608735" y="60312"/>
                  <a:pt x="606088" y="58147"/>
                  <a:pt x="604226" y="55589"/>
                </a:cubicBezTo>
                <a:cubicBezTo>
                  <a:pt x="602364" y="53032"/>
                  <a:pt x="601433" y="49712"/>
                  <a:pt x="601433" y="45629"/>
                </a:cubicBezTo>
                <a:cubicBezTo>
                  <a:pt x="601433" y="39393"/>
                  <a:pt x="603957" y="34603"/>
                  <a:pt x="609004" y="31261"/>
                </a:cubicBezTo>
                <a:cubicBezTo>
                  <a:pt x="614051" y="27918"/>
                  <a:pt x="620680" y="26247"/>
                  <a:pt x="628891" y="26247"/>
                </a:cubicBezTo>
                <a:cubicBezTo>
                  <a:pt x="633333" y="26247"/>
                  <a:pt x="637494" y="26684"/>
                  <a:pt x="641375" y="27559"/>
                </a:cubicBezTo>
                <a:cubicBezTo>
                  <a:pt x="645256" y="28434"/>
                  <a:pt x="648879" y="29612"/>
                  <a:pt x="652244" y="31092"/>
                </a:cubicBezTo>
                <a:lnTo>
                  <a:pt x="648475" y="40043"/>
                </a:lnTo>
                <a:cubicBezTo>
                  <a:pt x="645424" y="38742"/>
                  <a:pt x="642171" y="37643"/>
                  <a:pt x="638717" y="36745"/>
                </a:cubicBezTo>
                <a:cubicBezTo>
                  <a:pt x="635262" y="35848"/>
                  <a:pt x="631740" y="35400"/>
                  <a:pt x="628151" y="35400"/>
                </a:cubicBezTo>
                <a:cubicBezTo>
                  <a:pt x="622991" y="35400"/>
                  <a:pt x="619032" y="36252"/>
                  <a:pt x="616272" y="37957"/>
                </a:cubicBezTo>
                <a:cubicBezTo>
                  <a:pt x="613513" y="39662"/>
                  <a:pt x="612133" y="41995"/>
                  <a:pt x="612133" y="44956"/>
                </a:cubicBezTo>
                <a:cubicBezTo>
                  <a:pt x="612133" y="47244"/>
                  <a:pt x="612773" y="49129"/>
                  <a:pt x="614051" y="50609"/>
                </a:cubicBezTo>
                <a:cubicBezTo>
                  <a:pt x="615330" y="52090"/>
                  <a:pt x="617383" y="53481"/>
                  <a:pt x="620209" y="54782"/>
                </a:cubicBezTo>
                <a:cubicBezTo>
                  <a:pt x="623036" y="56083"/>
                  <a:pt x="626760" y="57608"/>
                  <a:pt x="631381" y="59358"/>
                </a:cubicBezTo>
                <a:cubicBezTo>
                  <a:pt x="636002" y="61063"/>
                  <a:pt x="639995" y="62824"/>
                  <a:pt x="643360" y="64641"/>
                </a:cubicBezTo>
                <a:cubicBezTo>
                  <a:pt x="646725" y="66458"/>
                  <a:pt x="649316" y="68657"/>
                  <a:pt x="651133" y="71236"/>
                </a:cubicBezTo>
                <a:cubicBezTo>
                  <a:pt x="652951" y="73816"/>
                  <a:pt x="653859" y="77125"/>
                  <a:pt x="653859" y="81163"/>
                </a:cubicBezTo>
                <a:close/>
                <a:moveTo>
                  <a:pt x="721216" y="134330"/>
                </a:moveTo>
                <a:lnTo>
                  <a:pt x="721216" y="102699"/>
                </a:lnTo>
                <a:cubicBezTo>
                  <a:pt x="721216" y="100949"/>
                  <a:pt x="721261" y="98930"/>
                  <a:pt x="721351" y="96642"/>
                </a:cubicBezTo>
                <a:cubicBezTo>
                  <a:pt x="721440" y="94354"/>
                  <a:pt x="721597" y="92380"/>
                  <a:pt x="721822" y="90720"/>
                </a:cubicBezTo>
                <a:lnTo>
                  <a:pt x="721082" y="90720"/>
                </a:lnTo>
                <a:cubicBezTo>
                  <a:pt x="719018" y="94129"/>
                  <a:pt x="716079" y="96978"/>
                  <a:pt x="712265" y="99267"/>
                </a:cubicBezTo>
                <a:cubicBezTo>
                  <a:pt x="708452" y="101555"/>
                  <a:pt x="703539" y="102699"/>
                  <a:pt x="697527" y="102699"/>
                </a:cubicBezTo>
                <a:cubicBezTo>
                  <a:pt x="688509" y="102699"/>
                  <a:pt x="681263" y="99513"/>
                  <a:pt x="675789" y="93142"/>
                </a:cubicBezTo>
                <a:cubicBezTo>
                  <a:pt x="670315" y="86771"/>
                  <a:pt x="667578" y="77260"/>
                  <a:pt x="667578" y="64607"/>
                </a:cubicBezTo>
                <a:cubicBezTo>
                  <a:pt x="667578" y="56307"/>
                  <a:pt x="668835" y="49308"/>
                  <a:pt x="671347" y="43610"/>
                </a:cubicBezTo>
                <a:cubicBezTo>
                  <a:pt x="673860" y="37912"/>
                  <a:pt x="677415" y="33594"/>
                  <a:pt x="682014" y="30655"/>
                </a:cubicBezTo>
                <a:cubicBezTo>
                  <a:pt x="686613" y="27716"/>
                  <a:pt x="691986" y="26247"/>
                  <a:pt x="698132" y="26247"/>
                </a:cubicBezTo>
                <a:cubicBezTo>
                  <a:pt x="704010" y="26247"/>
                  <a:pt x="708811" y="27402"/>
                  <a:pt x="712535" y="29713"/>
                </a:cubicBezTo>
                <a:cubicBezTo>
                  <a:pt x="716258" y="32023"/>
                  <a:pt x="719175" y="34839"/>
                  <a:pt x="721283" y="38159"/>
                </a:cubicBezTo>
                <a:lnTo>
                  <a:pt x="721822" y="38159"/>
                </a:lnTo>
                <a:lnTo>
                  <a:pt x="723504" y="27593"/>
                </a:lnTo>
                <a:lnTo>
                  <a:pt x="732388" y="27593"/>
                </a:lnTo>
                <a:lnTo>
                  <a:pt x="732388" y="134330"/>
                </a:lnTo>
                <a:lnTo>
                  <a:pt x="721216" y="134330"/>
                </a:lnTo>
                <a:moveTo>
                  <a:pt x="699613" y="93412"/>
                </a:moveTo>
                <a:cubicBezTo>
                  <a:pt x="704818" y="93412"/>
                  <a:pt x="708990" y="92436"/>
                  <a:pt x="712131" y="90484"/>
                </a:cubicBezTo>
                <a:cubicBezTo>
                  <a:pt x="715271" y="88532"/>
                  <a:pt x="717571" y="85582"/>
                  <a:pt x="719029" y="81634"/>
                </a:cubicBezTo>
                <a:cubicBezTo>
                  <a:pt x="720487" y="77686"/>
                  <a:pt x="721261" y="72773"/>
                  <a:pt x="721351" y="66896"/>
                </a:cubicBezTo>
                <a:lnTo>
                  <a:pt x="721351" y="64540"/>
                </a:lnTo>
                <a:cubicBezTo>
                  <a:pt x="721351" y="55029"/>
                  <a:pt x="719736" y="47816"/>
                  <a:pt x="716505" y="42903"/>
                </a:cubicBezTo>
                <a:cubicBezTo>
                  <a:pt x="713275" y="37991"/>
                  <a:pt x="707644" y="35534"/>
                  <a:pt x="699613" y="35534"/>
                </a:cubicBezTo>
                <a:cubicBezTo>
                  <a:pt x="692704" y="35534"/>
                  <a:pt x="687566" y="38170"/>
                  <a:pt x="684201" y="43442"/>
                </a:cubicBezTo>
                <a:cubicBezTo>
                  <a:pt x="680836" y="48714"/>
                  <a:pt x="679154" y="55859"/>
                  <a:pt x="679154" y="64877"/>
                </a:cubicBezTo>
                <a:cubicBezTo>
                  <a:pt x="679154" y="73895"/>
                  <a:pt x="680836" y="80905"/>
                  <a:pt x="684201" y="85908"/>
                </a:cubicBezTo>
                <a:cubicBezTo>
                  <a:pt x="687566" y="90910"/>
                  <a:pt x="692704" y="93412"/>
                  <a:pt x="699613" y="93412"/>
                </a:cubicBezTo>
                <a:close/>
                <a:moveTo>
                  <a:pt x="816870" y="27593"/>
                </a:moveTo>
                <a:lnTo>
                  <a:pt x="816870" y="101353"/>
                </a:lnTo>
                <a:lnTo>
                  <a:pt x="807717" y="101353"/>
                </a:lnTo>
                <a:lnTo>
                  <a:pt x="806102" y="90989"/>
                </a:lnTo>
                <a:lnTo>
                  <a:pt x="805496" y="90989"/>
                </a:lnTo>
                <a:cubicBezTo>
                  <a:pt x="803971" y="93546"/>
                  <a:pt x="801996" y="95700"/>
                  <a:pt x="799574" y="97450"/>
                </a:cubicBezTo>
                <a:cubicBezTo>
                  <a:pt x="797151" y="99199"/>
                  <a:pt x="794425" y="100512"/>
                  <a:pt x="791397" y="101387"/>
                </a:cubicBezTo>
                <a:cubicBezTo>
                  <a:pt x="788368" y="102261"/>
                  <a:pt x="785149" y="102699"/>
                  <a:pt x="781739" y="102699"/>
                </a:cubicBezTo>
                <a:cubicBezTo>
                  <a:pt x="775907" y="102699"/>
                  <a:pt x="771016" y="101757"/>
                  <a:pt x="767068" y="99872"/>
                </a:cubicBezTo>
                <a:cubicBezTo>
                  <a:pt x="763120" y="97988"/>
                  <a:pt x="760147" y="95072"/>
                  <a:pt x="758151" y="91123"/>
                </a:cubicBezTo>
                <a:cubicBezTo>
                  <a:pt x="756154" y="87175"/>
                  <a:pt x="755156" y="82105"/>
                  <a:pt x="755156" y="75914"/>
                </a:cubicBezTo>
                <a:lnTo>
                  <a:pt x="755156" y="27593"/>
                </a:lnTo>
                <a:lnTo>
                  <a:pt x="766462" y="27593"/>
                </a:lnTo>
                <a:lnTo>
                  <a:pt x="766462" y="75106"/>
                </a:lnTo>
                <a:cubicBezTo>
                  <a:pt x="766462" y="81253"/>
                  <a:pt x="767853" y="85840"/>
                  <a:pt x="770635" y="88869"/>
                </a:cubicBezTo>
                <a:cubicBezTo>
                  <a:pt x="773417" y="91897"/>
                  <a:pt x="777656" y="93412"/>
                  <a:pt x="783355" y="93412"/>
                </a:cubicBezTo>
                <a:cubicBezTo>
                  <a:pt x="788828" y="93412"/>
                  <a:pt x="793191" y="92380"/>
                  <a:pt x="796444" y="90316"/>
                </a:cubicBezTo>
                <a:cubicBezTo>
                  <a:pt x="799697" y="88252"/>
                  <a:pt x="802041" y="85212"/>
                  <a:pt x="803477" y="81197"/>
                </a:cubicBezTo>
                <a:cubicBezTo>
                  <a:pt x="804913" y="77181"/>
                  <a:pt x="805631" y="72257"/>
                  <a:pt x="805631" y="66425"/>
                </a:cubicBezTo>
                <a:lnTo>
                  <a:pt x="805631" y="27593"/>
                </a:lnTo>
                <a:lnTo>
                  <a:pt x="816870" y="27593"/>
                </a:lnTo>
                <a:close/>
                <a:moveTo>
                  <a:pt x="868046" y="26247"/>
                </a:moveTo>
                <a:cubicBezTo>
                  <a:pt x="876839" y="26247"/>
                  <a:pt x="883367" y="28224"/>
                  <a:pt x="887630" y="32180"/>
                </a:cubicBezTo>
                <a:cubicBezTo>
                  <a:pt x="891892" y="36135"/>
                  <a:pt x="894023" y="42450"/>
                  <a:pt x="894023" y="51124"/>
                </a:cubicBezTo>
                <a:lnTo>
                  <a:pt x="894023" y="101353"/>
                </a:lnTo>
                <a:lnTo>
                  <a:pt x="885880" y="101353"/>
                </a:lnTo>
                <a:lnTo>
                  <a:pt x="883726" y="90450"/>
                </a:lnTo>
                <a:lnTo>
                  <a:pt x="883188" y="90450"/>
                </a:lnTo>
                <a:cubicBezTo>
                  <a:pt x="881124" y="93142"/>
                  <a:pt x="878970" y="95397"/>
                  <a:pt x="876727" y="97214"/>
                </a:cubicBezTo>
                <a:cubicBezTo>
                  <a:pt x="874484" y="99031"/>
                  <a:pt x="871893" y="100400"/>
                  <a:pt x="868954" y="101319"/>
                </a:cubicBezTo>
                <a:cubicBezTo>
                  <a:pt x="866015" y="102239"/>
                  <a:pt x="862415" y="102699"/>
                  <a:pt x="858153" y="102699"/>
                </a:cubicBezTo>
                <a:cubicBezTo>
                  <a:pt x="853666" y="102699"/>
                  <a:pt x="849684" y="101913"/>
                  <a:pt x="846207" y="100341"/>
                </a:cubicBezTo>
                <a:cubicBezTo>
                  <a:pt x="842730" y="98768"/>
                  <a:pt x="839993" y="96387"/>
                  <a:pt x="837996" y="93197"/>
                </a:cubicBezTo>
                <a:cubicBezTo>
                  <a:pt x="836000" y="90006"/>
                  <a:pt x="835002" y="85962"/>
                  <a:pt x="835002" y="81064"/>
                </a:cubicBezTo>
                <a:cubicBezTo>
                  <a:pt x="835002" y="73695"/>
                  <a:pt x="837918" y="68033"/>
                  <a:pt x="843750" y="64080"/>
                </a:cubicBezTo>
                <a:cubicBezTo>
                  <a:pt x="849583" y="60126"/>
                  <a:pt x="858467" y="57969"/>
                  <a:pt x="870401" y="57608"/>
                </a:cubicBezTo>
                <a:lnTo>
                  <a:pt x="883121" y="57070"/>
                </a:lnTo>
                <a:lnTo>
                  <a:pt x="883121" y="52546"/>
                </a:lnTo>
                <a:cubicBezTo>
                  <a:pt x="883121" y="46155"/>
                  <a:pt x="881752" y="41678"/>
                  <a:pt x="879015" y="39114"/>
                </a:cubicBezTo>
                <a:cubicBezTo>
                  <a:pt x="876278" y="36548"/>
                  <a:pt x="872420" y="35265"/>
                  <a:pt x="867440" y="35265"/>
                </a:cubicBezTo>
                <a:cubicBezTo>
                  <a:pt x="863581" y="35265"/>
                  <a:pt x="859902" y="35826"/>
                  <a:pt x="856403" y="36947"/>
                </a:cubicBezTo>
                <a:cubicBezTo>
                  <a:pt x="852903" y="38069"/>
                  <a:pt x="849583" y="39393"/>
                  <a:pt x="846442" y="40918"/>
                </a:cubicBezTo>
                <a:lnTo>
                  <a:pt x="843010" y="32438"/>
                </a:lnTo>
                <a:cubicBezTo>
                  <a:pt x="846330" y="30733"/>
                  <a:pt x="850144" y="29275"/>
                  <a:pt x="854451" y="28064"/>
                </a:cubicBezTo>
                <a:cubicBezTo>
                  <a:pt x="858758" y="26852"/>
                  <a:pt x="863290" y="26247"/>
                  <a:pt x="868046" y="26247"/>
                </a:cubicBezTo>
                <a:moveTo>
                  <a:pt x="882986" y="64944"/>
                </a:moveTo>
                <a:lnTo>
                  <a:pt x="871747" y="65417"/>
                </a:lnTo>
                <a:cubicBezTo>
                  <a:pt x="862549" y="65776"/>
                  <a:pt x="856066" y="67283"/>
                  <a:pt x="852297" y="69937"/>
                </a:cubicBezTo>
                <a:cubicBezTo>
                  <a:pt x="848529" y="72589"/>
                  <a:pt x="846644" y="76344"/>
                  <a:pt x="846644" y="81201"/>
                </a:cubicBezTo>
                <a:cubicBezTo>
                  <a:pt x="846644" y="85428"/>
                  <a:pt x="847923" y="88554"/>
                  <a:pt x="850480" y="90579"/>
                </a:cubicBezTo>
                <a:cubicBezTo>
                  <a:pt x="853038" y="92602"/>
                  <a:pt x="856425" y="93614"/>
                  <a:pt x="860643" y="93614"/>
                </a:cubicBezTo>
                <a:cubicBezTo>
                  <a:pt x="867193" y="93614"/>
                  <a:pt x="872555" y="91792"/>
                  <a:pt x="876727" y="88150"/>
                </a:cubicBezTo>
                <a:cubicBezTo>
                  <a:pt x="880900" y="84507"/>
                  <a:pt x="882986" y="79043"/>
                  <a:pt x="882986" y="71758"/>
                </a:cubicBezTo>
                <a:lnTo>
                  <a:pt x="882986" y="64944"/>
                </a:lnTo>
                <a:close/>
                <a:moveTo>
                  <a:pt x="950466" y="26247"/>
                </a:moveTo>
                <a:cubicBezTo>
                  <a:pt x="951947" y="26247"/>
                  <a:pt x="953495" y="26325"/>
                  <a:pt x="955110" y="26482"/>
                </a:cubicBezTo>
                <a:cubicBezTo>
                  <a:pt x="956725" y="26639"/>
                  <a:pt x="958161" y="26852"/>
                  <a:pt x="959417" y="27122"/>
                </a:cubicBezTo>
                <a:lnTo>
                  <a:pt x="958004" y="37486"/>
                </a:lnTo>
                <a:cubicBezTo>
                  <a:pt x="956792" y="37172"/>
                  <a:pt x="955446" y="36925"/>
                  <a:pt x="953966" y="36745"/>
                </a:cubicBezTo>
                <a:cubicBezTo>
                  <a:pt x="952485" y="36566"/>
                  <a:pt x="951094" y="36476"/>
                  <a:pt x="949793" y="36476"/>
                </a:cubicBezTo>
                <a:cubicBezTo>
                  <a:pt x="946832" y="36476"/>
                  <a:pt x="944039" y="37071"/>
                  <a:pt x="941415" y="38260"/>
                </a:cubicBezTo>
                <a:cubicBezTo>
                  <a:pt x="938790" y="39449"/>
                  <a:pt x="936490" y="41154"/>
                  <a:pt x="934516" y="43374"/>
                </a:cubicBezTo>
                <a:cubicBezTo>
                  <a:pt x="932542" y="45595"/>
                  <a:pt x="930994" y="48265"/>
                  <a:pt x="929873" y="51383"/>
                </a:cubicBezTo>
                <a:cubicBezTo>
                  <a:pt x="928751" y="54501"/>
                  <a:pt x="928190" y="57967"/>
                  <a:pt x="928190" y="61781"/>
                </a:cubicBezTo>
                <a:lnTo>
                  <a:pt x="928190" y="101353"/>
                </a:lnTo>
                <a:lnTo>
                  <a:pt x="916951" y="101353"/>
                </a:lnTo>
                <a:lnTo>
                  <a:pt x="916951" y="27593"/>
                </a:lnTo>
                <a:lnTo>
                  <a:pt x="926239" y="27593"/>
                </a:lnTo>
                <a:lnTo>
                  <a:pt x="927450" y="41187"/>
                </a:lnTo>
                <a:lnTo>
                  <a:pt x="927921" y="41187"/>
                </a:lnTo>
                <a:cubicBezTo>
                  <a:pt x="929446" y="38450"/>
                  <a:pt x="931286" y="35949"/>
                  <a:pt x="933440" y="33683"/>
                </a:cubicBezTo>
                <a:cubicBezTo>
                  <a:pt x="935593" y="31418"/>
                  <a:pt x="938094" y="29612"/>
                  <a:pt x="940943" y="28266"/>
                </a:cubicBezTo>
                <a:cubicBezTo>
                  <a:pt x="943792" y="26920"/>
                  <a:pt x="946967" y="26247"/>
                  <a:pt x="950466" y="26247"/>
                </a:cubicBezTo>
                <a:close/>
                <a:moveTo>
                  <a:pt x="1001583" y="26247"/>
                </a:moveTo>
                <a:cubicBezTo>
                  <a:pt x="1007864" y="26247"/>
                  <a:pt x="1013248" y="27636"/>
                  <a:pt x="1017735" y="30413"/>
                </a:cubicBezTo>
                <a:cubicBezTo>
                  <a:pt x="1022221" y="33189"/>
                  <a:pt x="1025654" y="37074"/>
                  <a:pt x="1028032" y="42068"/>
                </a:cubicBezTo>
                <a:cubicBezTo>
                  <a:pt x="1030409" y="47063"/>
                  <a:pt x="1031598" y="52897"/>
                  <a:pt x="1031598" y="59573"/>
                </a:cubicBezTo>
                <a:lnTo>
                  <a:pt x="1031598" y="66492"/>
                </a:lnTo>
                <a:lnTo>
                  <a:pt x="980653" y="66492"/>
                </a:lnTo>
                <a:cubicBezTo>
                  <a:pt x="980787" y="75173"/>
                  <a:pt x="982941" y="81786"/>
                  <a:pt x="987113" y="86328"/>
                </a:cubicBezTo>
                <a:cubicBezTo>
                  <a:pt x="991286" y="90871"/>
                  <a:pt x="997164" y="93142"/>
                  <a:pt x="1004746" y="93142"/>
                </a:cubicBezTo>
                <a:cubicBezTo>
                  <a:pt x="1009412" y="93142"/>
                  <a:pt x="1013540" y="92716"/>
                  <a:pt x="1017129" y="91864"/>
                </a:cubicBezTo>
                <a:cubicBezTo>
                  <a:pt x="1020718" y="91011"/>
                  <a:pt x="1024442" y="89755"/>
                  <a:pt x="1028301" y="88095"/>
                </a:cubicBezTo>
                <a:lnTo>
                  <a:pt x="1028301" y="97921"/>
                </a:lnTo>
                <a:cubicBezTo>
                  <a:pt x="1024577" y="99581"/>
                  <a:pt x="1020887" y="100792"/>
                  <a:pt x="1017230" y="101555"/>
                </a:cubicBezTo>
                <a:cubicBezTo>
                  <a:pt x="1013573" y="102318"/>
                  <a:pt x="1009255" y="102699"/>
                  <a:pt x="1004275" y="102699"/>
                </a:cubicBezTo>
                <a:cubicBezTo>
                  <a:pt x="997186" y="102699"/>
                  <a:pt x="991006" y="101252"/>
                  <a:pt x="985734" y="98358"/>
                </a:cubicBezTo>
                <a:cubicBezTo>
                  <a:pt x="980462" y="95464"/>
                  <a:pt x="976368" y="91213"/>
                  <a:pt x="973452" y="85605"/>
                </a:cubicBezTo>
                <a:cubicBezTo>
                  <a:pt x="970535" y="79997"/>
                  <a:pt x="969077" y="73132"/>
                  <a:pt x="969077" y="65011"/>
                </a:cubicBezTo>
                <a:cubicBezTo>
                  <a:pt x="969077" y="57070"/>
                  <a:pt x="970412" y="50194"/>
                  <a:pt x="973082" y="44384"/>
                </a:cubicBezTo>
                <a:cubicBezTo>
                  <a:pt x="975751" y="38574"/>
                  <a:pt x="979520" y="34098"/>
                  <a:pt x="984388" y="30958"/>
                </a:cubicBezTo>
                <a:cubicBezTo>
                  <a:pt x="989256" y="27817"/>
                  <a:pt x="994988" y="26247"/>
                  <a:pt x="1001583" y="26247"/>
                </a:cubicBezTo>
                <a:moveTo>
                  <a:pt x="1001448" y="35400"/>
                </a:moveTo>
                <a:cubicBezTo>
                  <a:pt x="995481" y="35400"/>
                  <a:pt x="990725" y="37346"/>
                  <a:pt x="987181" y="41238"/>
                </a:cubicBezTo>
                <a:cubicBezTo>
                  <a:pt x="983636" y="45128"/>
                  <a:pt x="981528" y="50563"/>
                  <a:pt x="980855" y="57541"/>
                </a:cubicBezTo>
                <a:lnTo>
                  <a:pt x="1019888" y="57541"/>
                </a:lnTo>
                <a:cubicBezTo>
                  <a:pt x="1019843" y="53158"/>
                  <a:pt x="1019159" y="49300"/>
                  <a:pt x="1017836" y="45968"/>
                </a:cubicBezTo>
                <a:cubicBezTo>
                  <a:pt x="1016512" y="42635"/>
                  <a:pt x="1014504" y="40040"/>
                  <a:pt x="1011812" y="38184"/>
                </a:cubicBezTo>
                <a:cubicBezTo>
                  <a:pt x="1009120" y="36328"/>
                  <a:pt x="1005666" y="35400"/>
                  <a:pt x="1001448" y="35400"/>
                </a:cubicBezTo>
                <a:close/>
                <a:moveTo>
                  <a:pt x="1113793" y="26247"/>
                </a:moveTo>
                <a:cubicBezTo>
                  <a:pt x="1122586" y="26247"/>
                  <a:pt x="1129114" y="28224"/>
                  <a:pt x="1133377" y="32180"/>
                </a:cubicBezTo>
                <a:cubicBezTo>
                  <a:pt x="1137639" y="36135"/>
                  <a:pt x="1139770" y="42450"/>
                  <a:pt x="1139770" y="51124"/>
                </a:cubicBezTo>
                <a:lnTo>
                  <a:pt x="1139770" y="101353"/>
                </a:lnTo>
                <a:lnTo>
                  <a:pt x="1131627" y="101353"/>
                </a:lnTo>
                <a:lnTo>
                  <a:pt x="1129473" y="90450"/>
                </a:lnTo>
                <a:lnTo>
                  <a:pt x="1128935" y="90450"/>
                </a:lnTo>
                <a:cubicBezTo>
                  <a:pt x="1126871" y="93142"/>
                  <a:pt x="1124717" y="95397"/>
                  <a:pt x="1122474" y="97214"/>
                </a:cubicBezTo>
                <a:cubicBezTo>
                  <a:pt x="1120231" y="99031"/>
                  <a:pt x="1117640" y="100400"/>
                  <a:pt x="1114701" y="101319"/>
                </a:cubicBezTo>
                <a:cubicBezTo>
                  <a:pt x="1111762" y="102239"/>
                  <a:pt x="1108162" y="102699"/>
                  <a:pt x="1103900" y="102699"/>
                </a:cubicBezTo>
                <a:cubicBezTo>
                  <a:pt x="1099413" y="102699"/>
                  <a:pt x="1095431" y="101913"/>
                  <a:pt x="1091954" y="100341"/>
                </a:cubicBezTo>
                <a:cubicBezTo>
                  <a:pt x="1088477" y="98768"/>
                  <a:pt x="1085740" y="96387"/>
                  <a:pt x="1083743" y="93197"/>
                </a:cubicBezTo>
                <a:cubicBezTo>
                  <a:pt x="1081747" y="90006"/>
                  <a:pt x="1080749" y="85962"/>
                  <a:pt x="1080749" y="81064"/>
                </a:cubicBezTo>
                <a:cubicBezTo>
                  <a:pt x="1080749" y="73695"/>
                  <a:pt x="1083665" y="68033"/>
                  <a:pt x="1089497" y="64080"/>
                </a:cubicBezTo>
                <a:cubicBezTo>
                  <a:pt x="1095330" y="60126"/>
                  <a:pt x="1104214" y="57969"/>
                  <a:pt x="1116148" y="57608"/>
                </a:cubicBezTo>
                <a:lnTo>
                  <a:pt x="1128868" y="57070"/>
                </a:lnTo>
                <a:lnTo>
                  <a:pt x="1128868" y="52546"/>
                </a:lnTo>
                <a:cubicBezTo>
                  <a:pt x="1128868" y="46155"/>
                  <a:pt x="1127499" y="41678"/>
                  <a:pt x="1124762" y="39114"/>
                </a:cubicBezTo>
                <a:cubicBezTo>
                  <a:pt x="1122025" y="36548"/>
                  <a:pt x="1118167" y="35265"/>
                  <a:pt x="1113187" y="35265"/>
                </a:cubicBezTo>
                <a:cubicBezTo>
                  <a:pt x="1109328" y="35265"/>
                  <a:pt x="1105649" y="35826"/>
                  <a:pt x="1102150" y="36947"/>
                </a:cubicBezTo>
                <a:cubicBezTo>
                  <a:pt x="1098650" y="38069"/>
                  <a:pt x="1095330" y="39393"/>
                  <a:pt x="1092189" y="40918"/>
                </a:cubicBezTo>
                <a:lnTo>
                  <a:pt x="1088757" y="32438"/>
                </a:lnTo>
                <a:cubicBezTo>
                  <a:pt x="1092077" y="30733"/>
                  <a:pt x="1095891" y="29275"/>
                  <a:pt x="1100198" y="28064"/>
                </a:cubicBezTo>
                <a:cubicBezTo>
                  <a:pt x="1104505" y="26852"/>
                  <a:pt x="1109037" y="26247"/>
                  <a:pt x="1113793" y="26247"/>
                </a:cubicBezTo>
                <a:moveTo>
                  <a:pt x="1128733" y="64944"/>
                </a:moveTo>
                <a:lnTo>
                  <a:pt x="1117494" y="65417"/>
                </a:lnTo>
                <a:cubicBezTo>
                  <a:pt x="1108296" y="65776"/>
                  <a:pt x="1101813" y="67283"/>
                  <a:pt x="1098044" y="69937"/>
                </a:cubicBezTo>
                <a:cubicBezTo>
                  <a:pt x="1094276" y="72589"/>
                  <a:pt x="1092391" y="76344"/>
                  <a:pt x="1092391" y="81201"/>
                </a:cubicBezTo>
                <a:cubicBezTo>
                  <a:pt x="1092391" y="85428"/>
                  <a:pt x="1093670" y="88554"/>
                  <a:pt x="1096227" y="90579"/>
                </a:cubicBezTo>
                <a:cubicBezTo>
                  <a:pt x="1098785" y="92602"/>
                  <a:pt x="1102172" y="93614"/>
                  <a:pt x="1106390" y="93614"/>
                </a:cubicBezTo>
                <a:cubicBezTo>
                  <a:pt x="1112940" y="93614"/>
                  <a:pt x="1118302" y="91792"/>
                  <a:pt x="1122474" y="88150"/>
                </a:cubicBezTo>
                <a:cubicBezTo>
                  <a:pt x="1126647" y="84507"/>
                  <a:pt x="1128733" y="79043"/>
                  <a:pt x="1128733" y="71758"/>
                </a:cubicBezTo>
                <a:lnTo>
                  <a:pt x="1128733" y="64944"/>
                </a:lnTo>
                <a:close/>
                <a:moveTo>
                  <a:pt x="1210413" y="81163"/>
                </a:moveTo>
                <a:cubicBezTo>
                  <a:pt x="1210413" y="85874"/>
                  <a:pt x="1209235" y="89834"/>
                  <a:pt x="1206880" y="93041"/>
                </a:cubicBezTo>
                <a:cubicBezTo>
                  <a:pt x="1204524" y="96249"/>
                  <a:pt x="1201159" y="98661"/>
                  <a:pt x="1196785" y="100276"/>
                </a:cubicBezTo>
                <a:cubicBezTo>
                  <a:pt x="1192410" y="101891"/>
                  <a:pt x="1187195" y="102699"/>
                  <a:pt x="1181138" y="102699"/>
                </a:cubicBezTo>
                <a:cubicBezTo>
                  <a:pt x="1175978" y="102699"/>
                  <a:pt x="1171514" y="102295"/>
                  <a:pt x="1167745" y="101488"/>
                </a:cubicBezTo>
                <a:cubicBezTo>
                  <a:pt x="1163976" y="100680"/>
                  <a:pt x="1160679" y="99536"/>
                  <a:pt x="1157852" y="98055"/>
                </a:cubicBezTo>
                <a:lnTo>
                  <a:pt x="1157852" y="87758"/>
                </a:lnTo>
                <a:cubicBezTo>
                  <a:pt x="1160858" y="89239"/>
                  <a:pt x="1164447" y="90585"/>
                  <a:pt x="1168620" y="91796"/>
                </a:cubicBezTo>
                <a:cubicBezTo>
                  <a:pt x="1172793" y="93008"/>
                  <a:pt x="1177055" y="93614"/>
                  <a:pt x="1181407" y="93614"/>
                </a:cubicBezTo>
                <a:cubicBezTo>
                  <a:pt x="1187778" y="93614"/>
                  <a:pt x="1192399" y="92582"/>
                  <a:pt x="1195271" y="90518"/>
                </a:cubicBezTo>
                <a:cubicBezTo>
                  <a:pt x="1198142" y="88454"/>
                  <a:pt x="1199578" y="85650"/>
                  <a:pt x="1199578" y="82105"/>
                </a:cubicBezTo>
                <a:cubicBezTo>
                  <a:pt x="1199578" y="80086"/>
                  <a:pt x="1199006" y="78303"/>
                  <a:pt x="1197862" y="76755"/>
                </a:cubicBezTo>
                <a:cubicBezTo>
                  <a:pt x="1196717" y="75207"/>
                  <a:pt x="1194799" y="73704"/>
                  <a:pt x="1192107" y="72246"/>
                </a:cubicBezTo>
                <a:cubicBezTo>
                  <a:pt x="1189415" y="70788"/>
                  <a:pt x="1185692" y="69184"/>
                  <a:pt x="1180936" y="67434"/>
                </a:cubicBezTo>
                <a:cubicBezTo>
                  <a:pt x="1176225" y="65639"/>
                  <a:pt x="1172153" y="63856"/>
                  <a:pt x="1168721" y="62084"/>
                </a:cubicBezTo>
                <a:cubicBezTo>
                  <a:pt x="1165289" y="60312"/>
                  <a:pt x="1162642" y="58147"/>
                  <a:pt x="1160780" y="55589"/>
                </a:cubicBezTo>
                <a:cubicBezTo>
                  <a:pt x="1158918" y="53032"/>
                  <a:pt x="1157987" y="49712"/>
                  <a:pt x="1157987" y="45629"/>
                </a:cubicBezTo>
                <a:cubicBezTo>
                  <a:pt x="1157987" y="39393"/>
                  <a:pt x="1160510" y="34603"/>
                  <a:pt x="1165558" y="31261"/>
                </a:cubicBezTo>
                <a:cubicBezTo>
                  <a:pt x="1170605" y="27918"/>
                  <a:pt x="1177234" y="26247"/>
                  <a:pt x="1185445" y="26247"/>
                </a:cubicBezTo>
                <a:cubicBezTo>
                  <a:pt x="1189887" y="26247"/>
                  <a:pt x="1194048" y="26684"/>
                  <a:pt x="1197929" y="27559"/>
                </a:cubicBezTo>
                <a:cubicBezTo>
                  <a:pt x="1201810" y="28434"/>
                  <a:pt x="1205433" y="29612"/>
                  <a:pt x="1208798" y="31092"/>
                </a:cubicBezTo>
                <a:lnTo>
                  <a:pt x="1205029" y="40043"/>
                </a:lnTo>
                <a:cubicBezTo>
                  <a:pt x="1201978" y="38742"/>
                  <a:pt x="1198725" y="37643"/>
                  <a:pt x="1195271" y="36745"/>
                </a:cubicBezTo>
                <a:cubicBezTo>
                  <a:pt x="1191816" y="35848"/>
                  <a:pt x="1188294" y="35400"/>
                  <a:pt x="1184705" y="35400"/>
                </a:cubicBezTo>
                <a:cubicBezTo>
                  <a:pt x="1179545" y="35400"/>
                  <a:pt x="1175585" y="36252"/>
                  <a:pt x="1172826" y="37957"/>
                </a:cubicBezTo>
                <a:cubicBezTo>
                  <a:pt x="1170067" y="39662"/>
                  <a:pt x="1168687" y="41995"/>
                  <a:pt x="1168687" y="44956"/>
                </a:cubicBezTo>
                <a:cubicBezTo>
                  <a:pt x="1168687" y="47244"/>
                  <a:pt x="1169327" y="49129"/>
                  <a:pt x="1170605" y="50609"/>
                </a:cubicBezTo>
                <a:cubicBezTo>
                  <a:pt x="1171884" y="52090"/>
                  <a:pt x="1173937" y="53481"/>
                  <a:pt x="1176763" y="54782"/>
                </a:cubicBezTo>
                <a:cubicBezTo>
                  <a:pt x="1179590" y="56083"/>
                  <a:pt x="1183314" y="57608"/>
                  <a:pt x="1187935" y="59358"/>
                </a:cubicBezTo>
                <a:cubicBezTo>
                  <a:pt x="1192556" y="61063"/>
                  <a:pt x="1196549" y="62824"/>
                  <a:pt x="1199914" y="64641"/>
                </a:cubicBezTo>
                <a:cubicBezTo>
                  <a:pt x="1203279" y="66458"/>
                  <a:pt x="1205870" y="68657"/>
                  <a:pt x="1207687" y="71236"/>
                </a:cubicBezTo>
                <a:cubicBezTo>
                  <a:pt x="1209504" y="73816"/>
                  <a:pt x="1210413" y="77125"/>
                  <a:pt x="1210413" y="81163"/>
                </a:cubicBezTo>
                <a:close/>
                <a:moveTo>
                  <a:pt x="1262965" y="26247"/>
                </a:moveTo>
                <a:cubicBezTo>
                  <a:pt x="1272162" y="26247"/>
                  <a:pt x="1279498" y="29410"/>
                  <a:pt x="1284972" y="35736"/>
                </a:cubicBezTo>
                <a:cubicBezTo>
                  <a:pt x="1290445" y="42062"/>
                  <a:pt x="1293182" y="51574"/>
                  <a:pt x="1293182" y="64271"/>
                </a:cubicBezTo>
                <a:cubicBezTo>
                  <a:pt x="1293182" y="72661"/>
                  <a:pt x="1291926" y="79705"/>
                  <a:pt x="1289413" y="85403"/>
                </a:cubicBezTo>
                <a:cubicBezTo>
                  <a:pt x="1286901" y="91101"/>
                  <a:pt x="1283368" y="95408"/>
                  <a:pt x="1278814" y="98324"/>
                </a:cubicBezTo>
                <a:cubicBezTo>
                  <a:pt x="1274260" y="101241"/>
                  <a:pt x="1268887" y="102699"/>
                  <a:pt x="1262696" y="102699"/>
                </a:cubicBezTo>
                <a:cubicBezTo>
                  <a:pt x="1258792" y="102699"/>
                  <a:pt x="1255360" y="102183"/>
                  <a:pt x="1252399" y="101151"/>
                </a:cubicBezTo>
                <a:cubicBezTo>
                  <a:pt x="1249438" y="100119"/>
                  <a:pt x="1246903" y="98728"/>
                  <a:pt x="1244794" y="96978"/>
                </a:cubicBezTo>
                <a:cubicBezTo>
                  <a:pt x="1242685" y="95229"/>
                  <a:pt x="1240935" y="93322"/>
                  <a:pt x="1239545" y="91258"/>
                </a:cubicBezTo>
                <a:lnTo>
                  <a:pt x="1238737" y="91258"/>
                </a:lnTo>
                <a:cubicBezTo>
                  <a:pt x="1238872" y="93008"/>
                  <a:pt x="1239040" y="95117"/>
                  <a:pt x="1239242" y="97584"/>
                </a:cubicBezTo>
                <a:cubicBezTo>
                  <a:pt x="1239444" y="100052"/>
                  <a:pt x="1239545" y="102205"/>
                  <a:pt x="1239545" y="104045"/>
                </a:cubicBezTo>
                <a:lnTo>
                  <a:pt x="1239545" y="134330"/>
                </a:lnTo>
                <a:lnTo>
                  <a:pt x="1228306" y="134330"/>
                </a:lnTo>
                <a:lnTo>
                  <a:pt x="1228306" y="27593"/>
                </a:lnTo>
                <a:lnTo>
                  <a:pt x="1237526" y="27593"/>
                </a:lnTo>
                <a:lnTo>
                  <a:pt x="1239006" y="38495"/>
                </a:lnTo>
                <a:lnTo>
                  <a:pt x="1239545" y="38495"/>
                </a:lnTo>
                <a:cubicBezTo>
                  <a:pt x="1240980" y="36252"/>
                  <a:pt x="1242730" y="34199"/>
                  <a:pt x="1244794" y="32337"/>
                </a:cubicBezTo>
                <a:cubicBezTo>
                  <a:pt x="1246858" y="30475"/>
                  <a:pt x="1249381" y="28995"/>
                  <a:pt x="1252365" y="27896"/>
                </a:cubicBezTo>
                <a:cubicBezTo>
                  <a:pt x="1255349" y="26796"/>
                  <a:pt x="1258882" y="26247"/>
                  <a:pt x="1262965" y="26247"/>
                </a:cubicBezTo>
                <a:moveTo>
                  <a:pt x="1261013" y="35669"/>
                </a:moveTo>
                <a:cubicBezTo>
                  <a:pt x="1255898" y="35669"/>
                  <a:pt x="1251782" y="36656"/>
                  <a:pt x="1248664" y="38630"/>
                </a:cubicBezTo>
                <a:cubicBezTo>
                  <a:pt x="1245545" y="40604"/>
                  <a:pt x="1243268" y="43554"/>
                  <a:pt x="1241833" y="47480"/>
                </a:cubicBezTo>
                <a:cubicBezTo>
                  <a:pt x="1240397" y="51406"/>
                  <a:pt x="1239634" y="56330"/>
                  <a:pt x="1239545" y="62252"/>
                </a:cubicBezTo>
                <a:lnTo>
                  <a:pt x="1239545" y="64406"/>
                </a:lnTo>
                <a:cubicBezTo>
                  <a:pt x="1239545" y="70642"/>
                  <a:pt x="1240229" y="75914"/>
                  <a:pt x="1241597" y="80221"/>
                </a:cubicBezTo>
                <a:cubicBezTo>
                  <a:pt x="1242966" y="84528"/>
                  <a:pt x="1245231" y="87803"/>
                  <a:pt x="1248394" y="90047"/>
                </a:cubicBezTo>
                <a:cubicBezTo>
                  <a:pt x="1251557" y="92290"/>
                  <a:pt x="1255809" y="93412"/>
                  <a:pt x="1261148" y="93412"/>
                </a:cubicBezTo>
                <a:cubicBezTo>
                  <a:pt x="1265724" y="93412"/>
                  <a:pt x="1269538" y="92178"/>
                  <a:pt x="1272589" y="89710"/>
                </a:cubicBezTo>
                <a:cubicBezTo>
                  <a:pt x="1275639" y="87242"/>
                  <a:pt x="1277916" y="83799"/>
                  <a:pt x="1279419" y="79380"/>
                </a:cubicBezTo>
                <a:cubicBezTo>
                  <a:pt x="1280922" y="74960"/>
                  <a:pt x="1281674" y="69879"/>
                  <a:pt x="1281674" y="64136"/>
                </a:cubicBezTo>
                <a:cubicBezTo>
                  <a:pt x="1281674" y="55432"/>
                  <a:pt x="1279980" y="48512"/>
                  <a:pt x="1276593" y="43374"/>
                </a:cubicBezTo>
                <a:cubicBezTo>
                  <a:pt x="1273205" y="38237"/>
                  <a:pt x="1268012" y="35669"/>
                  <a:pt x="1261013" y="35669"/>
                </a:cubicBezTo>
                <a:close/>
                <a:moveTo>
                  <a:pt x="1340918" y="26247"/>
                </a:moveTo>
                <a:cubicBezTo>
                  <a:pt x="1347200" y="26247"/>
                  <a:pt x="1352584" y="27636"/>
                  <a:pt x="1357070" y="30413"/>
                </a:cubicBezTo>
                <a:cubicBezTo>
                  <a:pt x="1361557" y="33189"/>
                  <a:pt x="1364989" y="37074"/>
                  <a:pt x="1367367" y="42068"/>
                </a:cubicBezTo>
                <a:cubicBezTo>
                  <a:pt x="1369745" y="47063"/>
                  <a:pt x="1370934" y="52897"/>
                  <a:pt x="1370934" y="59573"/>
                </a:cubicBezTo>
                <a:lnTo>
                  <a:pt x="1370934" y="66492"/>
                </a:lnTo>
                <a:lnTo>
                  <a:pt x="1319988" y="66492"/>
                </a:lnTo>
                <a:cubicBezTo>
                  <a:pt x="1320123" y="75173"/>
                  <a:pt x="1322276" y="81786"/>
                  <a:pt x="1326449" y="86328"/>
                </a:cubicBezTo>
                <a:cubicBezTo>
                  <a:pt x="1330622" y="90871"/>
                  <a:pt x="1336499" y="93142"/>
                  <a:pt x="1344081" y="93142"/>
                </a:cubicBezTo>
                <a:cubicBezTo>
                  <a:pt x="1348748" y="93142"/>
                  <a:pt x="1352875" y="92716"/>
                  <a:pt x="1356465" y="91864"/>
                </a:cubicBezTo>
                <a:cubicBezTo>
                  <a:pt x="1360054" y="91011"/>
                  <a:pt x="1363778" y="89755"/>
                  <a:pt x="1367636" y="88095"/>
                </a:cubicBezTo>
                <a:lnTo>
                  <a:pt x="1367636" y="97921"/>
                </a:lnTo>
                <a:cubicBezTo>
                  <a:pt x="1363912" y="99581"/>
                  <a:pt x="1360222" y="100792"/>
                  <a:pt x="1356566" y="101555"/>
                </a:cubicBezTo>
                <a:cubicBezTo>
                  <a:pt x="1352909" y="102318"/>
                  <a:pt x="1348591" y="102699"/>
                  <a:pt x="1343610" y="102699"/>
                </a:cubicBezTo>
                <a:cubicBezTo>
                  <a:pt x="1336522" y="102699"/>
                  <a:pt x="1330341" y="101252"/>
                  <a:pt x="1325069" y="98358"/>
                </a:cubicBezTo>
                <a:cubicBezTo>
                  <a:pt x="1319798" y="95464"/>
                  <a:pt x="1315704" y="91213"/>
                  <a:pt x="1312787" y="85605"/>
                </a:cubicBezTo>
                <a:cubicBezTo>
                  <a:pt x="1309871" y="79997"/>
                  <a:pt x="1308413" y="73132"/>
                  <a:pt x="1308413" y="65011"/>
                </a:cubicBezTo>
                <a:cubicBezTo>
                  <a:pt x="1308413" y="57070"/>
                  <a:pt x="1309748" y="50194"/>
                  <a:pt x="1312417" y="44384"/>
                </a:cubicBezTo>
                <a:cubicBezTo>
                  <a:pt x="1315087" y="38574"/>
                  <a:pt x="1318855" y="34098"/>
                  <a:pt x="1323723" y="30958"/>
                </a:cubicBezTo>
                <a:cubicBezTo>
                  <a:pt x="1328591" y="27817"/>
                  <a:pt x="1334323" y="26247"/>
                  <a:pt x="1340918" y="26247"/>
                </a:cubicBezTo>
                <a:moveTo>
                  <a:pt x="1340784" y="35400"/>
                </a:moveTo>
                <a:cubicBezTo>
                  <a:pt x="1334817" y="35400"/>
                  <a:pt x="1330061" y="37346"/>
                  <a:pt x="1326516" y="41238"/>
                </a:cubicBezTo>
                <a:cubicBezTo>
                  <a:pt x="1322972" y="45128"/>
                  <a:pt x="1320863" y="50563"/>
                  <a:pt x="1320190" y="57541"/>
                </a:cubicBezTo>
                <a:lnTo>
                  <a:pt x="1359224" y="57541"/>
                </a:lnTo>
                <a:cubicBezTo>
                  <a:pt x="1359179" y="53158"/>
                  <a:pt x="1358495" y="49300"/>
                  <a:pt x="1357171" y="45968"/>
                </a:cubicBezTo>
                <a:cubicBezTo>
                  <a:pt x="1355848" y="42635"/>
                  <a:pt x="1353840" y="40040"/>
                  <a:pt x="1351148" y="38184"/>
                </a:cubicBezTo>
                <a:cubicBezTo>
                  <a:pt x="1348456" y="36328"/>
                  <a:pt x="1345001" y="35400"/>
                  <a:pt x="1340784" y="35400"/>
                </a:cubicBezTo>
                <a:close/>
                <a:moveTo>
                  <a:pt x="1419384" y="102699"/>
                </a:moveTo>
                <a:cubicBezTo>
                  <a:pt x="1412744" y="102699"/>
                  <a:pt x="1406889" y="101331"/>
                  <a:pt x="1401819" y="98594"/>
                </a:cubicBezTo>
                <a:cubicBezTo>
                  <a:pt x="1396749" y="95857"/>
                  <a:pt x="1392801" y="91684"/>
                  <a:pt x="1389974" y="86076"/>
                </a:cubicBezTo>
                <a:cubicBezTo>
                  <a:pt x="1387147" y="80468"/>
                  <a:pt x="1385734" y="73401"/>
                  <a:pt x="1385734" y="64877"/>
                </a:cubicBezTo>
                <a:cubicBezTo>
                  <a:pt x="1385734" y="55948"/>
                  <a:pt x="1387226" y="48646"/>
                  <a:pt x="1390210" y="42971"/>
                </a:cubicBezTo>
                <a:cubicBezTo>
                  <a:pt x="1393193" y="37295"/>
                  <a:pt x="1397310" y="33089"/>
                  <a:pt x="1402559" y="30352"/>
                </a:cubicBezTo>
                <a:cubicBezTo>
                  <a:pt x="1407808" y="27615"/>
                  <a:pt x="1413776" y="26247"/>
                  <a:pt x="1420461" y="26247"/>
                </a:cubicBezTo>
                <a:cubicBezTo>
                  <a:pt x="1424140" y="26247"/>
                  <a:pt x="1427695" y="26617"/>
                  <a:pt x="1431128" y="27357"/>
                </a:cubicBezTo>
                <a:cubicBezTo>
                  <a:pt x="1434560" y="28098"/>
                  <a:pt x="1437375" y="29028"/>
                  <a:pt x="1439574" y="30150"/>
                </a:cubicBezTo>
                <a:lnTo>
                  <a:pt x="1436209" y="39505"/>
                </a:lnTo>
                <a:cubicBezTo>
                  <a:pt x="1433965" y="38607"/>
                  <a:pt x="1431374" y="37800"/>
                  <a:pt x="1428436" y="37082"/>
                </a:cubicBezTo>
                <a:cubicBezTo>
                  <a:pt x="1425497" y="36364"/>
                  <a:pt x="1422749" y="36005"/>
                  <a:pt x="1420191" y="36005"/>
                </a:cubicBezTo>
                <a:cubicBezTo>
                  <a:pt x="1415077" y="36005"/>
                  <a:pt x="1410826" y="37104"/>
                  <a:pt x="1407438" y="39303"/>
                </a:cubicBezTo>
                <a:cubicBezTo>
                  <a:pt x="1404051" y="41501"/>
                  <a:pt x="1401516" y="44732"/>
                  <a:pt x="1399833" y="48994"/>
                </a:cubicBezTo>
                <a:cubicBezTo>
                  <a:pt x="1398151" y="53256"/>
                  <a:pt x="1397310" y="58506"/>
                  <a:pt x="1397310" y="64742"/>
                </a:cubicBezTo>
                <a:cubicBezTo>
                  <a:pt x="1397310" y="70709"/>
                  <a:pt x="1398128" y="75802"/>
                  <a:pt x="1399766" y="80019"/>
                </a:cubicBezTo>
                <a:cubicBezTo>
                  <a:pt x="1401404" y="84236"/>
                  <a:pt x="1403849" y="87456"/>
                  <a:pt x="1407102" y="89676"/>
                </a:cubicBezTo>
                <a:cubicBezTo>
                  <a:pt x="1410355" y="91897"/>
                  <a:pt x="1414426" y="93008"/>
                  <a:pt x="1419317" y="93008"/>
                </a:cubicBezTo>
                <a:cubicBezTo>
                  <a:pt x="1423220" y="93008"/>
                  <a:pt x="1426742" y="92593"/>
                  <a:pt x="1429883" y="91763"/>
                </a:cubicBezTo>
                <a:cubicBezTo>
                  <a:pt x="1433023" y="90933"/>
                  <a:pt x="1435872" y="89957"/>
                  <a:pt x="1438430" y="88835"/>
                </a:cubicBezTo>
                <a:lnTo>
                  <a:pt x="1438430" y="98796"/>
                </a:lnTo>
                <a:cubicBezTo>
                  <a:pt x="1435962" y="100052"/>
                  <a:pt x="1433214" y="101016"/>
                  <a:pt x="1430185" y="101689"/>
                </a:cubicBezTo>
                <a:cubicBezTo>
                  <a:pt x="1427157" y="102362"/>
                  <a:pt x="1423556" y="102699"/>
                  <a:pt x="1419384" y="102699"/>
                </a:cubicBezTo>
                <a:close/>
                <a:moveTo>
                  <a:pt x="1479684" y="93546"/>
                </a:moveTo>
                <a:cubicBezTo>
                  <a:pt x="1481523" y="93546"/>
                  <a:pt x="1483408" y="93389"/>
                  <a:pt x="1485337" y="93075"/>
                </a:cubicBezTo>
                <a:cubicBezTo>
                  <a:pt x="1487266" y="92761"/>
                  <a:pt x="1488836" y="92380"/>
                  <a:pt x="1490048" y="91931"/>
                </a:cubicBezTo>
                <a:lnTo>
                  <a:pt x="1490048" y="100613"/>
                </a:lnTo>
                <a:cubicBezTo>
                  <a:pt x="1488747" y="101196"/>
                  <a:pt x="1486941" y="101689"/>
                  <a:pt x="1484630" y="102093"/>
                </a:cubicBezTo>
                <a:cubicBezTo>
                  <a:pt x="1482320" y="102497"/>
                  <a:pt x="1480065" y="102699"/>
                  <a:pt x="1477867" y="102699"/>
                </a:cubicBezTo>
                <a:cubicBezTo>
                  <a:pt x="1473963" y="102699"/>
                  <a:pt x="1470419" y="102015"/>
                  <a:pt x="1467233" y="100646"/>
                </a:cubicBezTo>
                <a:cubicBezTo>
                  <a:pt x="1464048" y="99278"/>
                  <a:pt x="1461502" y="96956"/>
                  <a:pt x="1459595" y="93681"/>
                </a:cubicBezTo>
                <a:cubicBezTo>
                  <a:pt x="1457688" y="90406"/>
                  <a:pt x="1456735" y="85874"/>
                  <a:pt x="1456735" y="80086"/>
                </a:cubicBezTo>
                <a:lnTo>
                  <a:pt x="1456735" y="36342"/>
                </a:lnTo>
                <a:lnTo>
                  <a:pt x="1446236" y="36342"/>
                </a:lnTo>
                <a:lnTo>
                  <a:pt x="1446236" y="30890"/>
                </a:lnTo>
                <a:lnTo>
                  <a:pt x="1456802" y="26516"/>
                </a:lnTo>
                <a:lnTo>
                  <a:pt x="1461244" y="10499"/>
                </a:lnTo>
                <a:lnTo>
                  <a:pt x="1467974" y="10499"/>
                </a:lnTo>
                <a:lnTo>
                  <a:pt x="1467974" y="27593"/>
                </a:lnTo>
                <a:lnTo>
                  <a:pt x="1489577" y="27593"/>
                </a:lnTo>
                <a:lnTo>
                  <a:pt x="1489577" y="36342"/>
                </a:lnTo>
                <a:lnTo>
                  <a:pt x="1467974" y="36342"/>
                </a:lnTo>
                <a:lnTo>
                  <a:pt x="1467974" y="79750"/>
                </a:lnTo>
                <a:cubicBezTo>
                  <a:pt x="1467974" y="84371"/>
                  <a:pt x="1469039" y="87826"/>
                  <a:pt x="1471170" y="90114"/>
                </a:cubicBezTo>
                <a:cubicBezTo>
                  <a:pt x="1473301" y="92402"/>
                  <a:pt x="1476139" y="93546"/>
                  <a:pt x="1479684" y="93546"/>
                </a:cubicBezTo>
                <a:close/>
                <a:moveTo>
                  <a:pt x="1574138" y="26247"/>
                </a:moveTo>
                <a:cubicBezTo>
                  <a:pt x="1575619" y="26247"/>
                  <a:pt x="1577166" y="26325"/>
                  <a:pt x="1578782" y="26482"/>
                </a:cubicBezTo>
                <a:cubicBezTo>
                  <a:pt x="1580397" y="26639"/>
                  <a:pt x="1581833" y="26852"/>
                  <a:pt x="1583089" y="27122"/>
                </a:cubicBezTo>
                <a:lnTo>
                  <a:pt x="1581676" y="37486"/>
                </a:lnTo>
                <a:cubicBezTo>
                  <a:pt x="1580464" y="37172"/>
                  <a:pt x="1579118" y="36925"/>
                  <a:pt x="1577638" y="36745"/>
                </a:cubicBezTo>
                <a:cubicBezTo>
                  <a:pt x="1576157" y="36566"/>
                  <a:pt x="1574766" y="36476"/>
                  <a:pt x="1573465" y="36476"/>
                </a:cubicBezTo>
                <a:cubicBezTo>
                  <a:pt x="1570504" y="36476"/>
                  <a:pt x="1567711" y="37071"/>
                  <a:pt x="1565086" y="38260"/>
                </a:cubicBezTo>
                <a:cubicBezTo>
                  <a:pt x="1562462" y="39449"/>
                  <a:pt x="1560162" y="41154"/>
                  <a:pt x="1558188" y="43374"/>
                </a:cubicBezTo>
                <a:cubicBezTo>
                  <a:pt x="1556214" y="45595"/>
                  <a:pt x="1554666" y="48265"/>
                  <a:pt x="1553544" y="51383"/>
                </a:cubicBezTo>
                <a:cubicBezTo>
                  <a:pt x="1552423" y="54501"/>
                  <a:pt x="1551862" y="57967"/>
                  <a:pt x="1551862" y="61781"/>
                </a:cubicBezTo>
                <a:lnTo>
                  <a:pt x="1551862" y="101353"/>
                </a:lnTo>
                <a:lnTo>
                  <a:pt x="1540623" y="101353"/>
                </a:lnTo>
                <a:lnTo>
                  <a:pt x="1540623" y="27593"/>
                </a:lnTo>
                <a:lnTo>
                  <a:pt x="1549910" y="27593"/>
                </a:lnTo>
                <a:lnTo>
                  <a:pt x="1551122" y="41187"/>
                </a:lnTo>
                <a:lnTo>
                  <a:pt x="1551593" y="41187"/>
                </a:lnTo>
                <a:cubicBezTo>
                  <a:pt x="1553118" y="38450"/>
                  <a:pt x="1554958" y="35949"/>
                  <a:pt x="1557111" y="33683"/>
                </a:cubicBezTo>
                <a:cubicBezTo>
                  <a:pt x="1559265" y="31418"/>
                  <a:pt x="1561766" y="29612"/>
                  <a:pt x="1564615" y="28266"/>
                </a:cubicBezTo>
                <a:cubicBezTo>
                  <a:pt x="1567464" y="26920"/>
                  <a:pt x="1570638" y="26247"/>
                  <a:pt x="1574138" y="26247"/>
                </a:cubicBezTo>
                <a:close/>
                <a:moveTo>
                  <a:pt x="1624447" y="26247"/>
                </a:moveTo>
                <a:cubicBezTo>
                  <a:pt x="1633241" y="26247"/>
                  <a:pt x="1639769" y="28224"/>
                  <a:pt x="1644031" y="32180"/>
                </a:cubicBezTo>
                <a:cubicBezTo>
                  <a:pt x="1648294" y="36135"/>
                  <a:pt x="1650425" y="42450"/>
                  <a:pt x="1650425" y="51124"/>
                </a:cubicBezTo>
                <a:lnTo>
                  <a:pt x="1650425" y="101353"/>
                </a:lnTo>
                <a:lnTo>
                  <a:pt x="1642282" y="101353"/>
                </a:lnTo>
                <a:lnTo>
                  <a:pt x="1640128" y="90450"/>
                </a:lnTo>
                <a:lnTo>
                  <a:pt x="1639590" y="90450"/>
                </a:lnTo>
                <a:cubicBezTo>
                  <a:pt x="1637526" y="93142"/>
                  <a:pt x="1635372" y="95397"/>
                  <a:pt x="1633129" y="97214"/>
                </a:cubicBezTo>
                <a:cubicBezTo>
                  <a:pt x="1630886" y="99031"/>
                  <a:pt x="1628295" y="100400"/>
                  <a:pt x="1625356" y="101319"/>
                </a:cubicBezTo>
                <a:cubicBezTo>
                  <a:pt x="1622417" y="102239"/>
                  <a:pt x="1618816" y="102699"/>
                  <a:pt x="1614554" y="102699"/>
                </a:cubicBezTo>
                <a:cubicBezTo>
                  <a:pt x="1610068" y="102699"/>
                  <a:pt x="1606086" y="101913"/>
                  <a:pt x="1602609" y="100341"/>
                </a:cubicBezTo>
                <a:cubicBezTo>
                  <a:pt x="1599131" y="98768"/>
                  <a:pt x="1596395" y="96387"/>
                  <a:pt x="1594398" y="93197"/>
                </a:cubicBezTo>
                <a:cubicBezTo>
                  <a:pt x="1592401" y="90006"/>
                  <a:pt x="1591403" y="85962"/>
                  <a:pt x="1591403" y="81064"/>
                </a:cubicBezTo>
                <a:cubicBezTo>
                  <a:pt x="1591403" y="73695"/>
                  <a:pt x="1594320" y="68033"/>
                  <a:pt x="1600152" y="64080"/>
                </a:cubicBezTo>
                <a:cubicBezTo>
                  <a:pt x="1605985" y="60126"/>
                  <a:pt x="1614868" y="57969"/>
                  <a:pt x="1626803" y="57608"/>
                </a:cubicBezTo>
                <a:lnTo>
                  <a:pt x="1639522" y="57070"/>
                </a:lnTo>
                <a:lnTo>
                  <a:pt x="1639522" y="52546"/>
                </a:lnTo>
                <a:cubicBezTo>
                  <a:pt x="1639522" y="46155"/>
                  <a:pt x="1638154" y="41678"/>
                  <a:pt x="1635417" y="39114"/>
                </a:cubicBezTo>
                <a:cubicBezTo>
                  <a:pt x="1632680" y="36548"/>
                  <a:pt x="1628822" y="35265"/>
                  <a:pt x="1623842" y="35265"/>
                </a:cubicBezTo>
                <a:cubicBezTo>
                  <a:pt x="1619983" y="35265"/>
                  <a:pt x="1616304" y="35826"/>
                  <a:pt x="1612804" y="36947"/>
                </a:cubicBezTo>
                <a:cubicBezTo>
                  <a:pt x="1609305" y="38069"/>
                  <a:pt x="1605985" y="39393"/>
                  <a:pt x="1602844" y="40918"/>
                </a:cubicBezTo>
                <a:lnTo>
                  <a:pt x="1599412" y="32438"/>
                </a:lnTo>
                <a:cubicBezTo>
                  <a:pt x="1602732" y="30733"/>
                  <a:pt x="1606546" y="29275"/>
                  <a:pt x="1610853" y="28064"/>
                </a:cubicBezTo>
                <a:cubicBezTo>
                  <a:pt x="1615160" y="26852"/>
                  <a:pt x="1619691" y="26247"/>
                  <a:pt x="1624447" y="26247"/>
                </a:cubicBezTo>
                <a:moveTo>
                  <a:pt x="1639388" y="64944"/>
                </a:moveTo>
                <a:lnTo>
                  <a:pt x="1628149" y="65417"/>
                </a:lnTo>
                <a:cubicBezTo>
                  <a:pt x="1618951" y="65776"/>
                  <a:pt x="1612468" y="67283"/>
                  <a:pt x="1608699" y="69937"/>
                </a:cubicBezTo>
                <a:cubicBezTo>
                  <a:pt x="1604930" y="72589"/>
                  <a:pt x="1603046" y="76344"/>
                  <a:pt x="1603046" y="81201"/>
                </a:cubicBezTo>
                <a:cubicBezTo>
                  <a:pt x="1603046" y="85428"/>
                  <a:pt x="1604325" y="88554"/>
                  <a:pt x="1606882" y="90579"/>
                </a:cubicBezTo>
                <a:cubicBezTo>
                  <a:pt x="1609439" y="92602"/>
                  <a:pt x="1612827" y="93614"/>
                  <a:pt x="1617044" y="93614"/>
                </a:cubicBezTo>
                <a:cubicBezTo>
                  <a:pt x="1623595" y="93614"/>
                  <a:pt x="1628956" y="91792"/>
                  <a:pt x="1633129" y="88150"/>
                </a:cubicBezTo>
                <a:cubicBezTo>
                  <a:pt x="1637301" y="84507"/>
                  <a:pt x="1639388" y="79043"/>
                  <a:pt x="1639388" y="71758"/>
                </a:cubicBezTo>
                <a:lnTo>
                  <a:pt x="1639388" y="64944"/>
                </a:lnTo>
                <a:close/>
                <a:moveTo>
                  <a:pt x="1697177" y="93546"/>
                </a:moveTo>
                <a:cubicBezTo>
                  <a:pt x="1699016" y="93546"/>
                  <a:pt x="1700901" y="93389"/>
                  <a:pt x="1702830" y="93075"/>
                </a:cubicBezTo>
                <a:cubicBezTo>
                  <a:pt x="1704759" y="92761"/>
                  <a:pt x="1706330" y="92380"/>
                  <a:pt x="1707541" y="91931"/>
                </a:cubicBezTo>
                <a:lnTo>
                  <a:pt x="1707541" y="100613"/>
                </a:lnTo>
                <a:cubicBezTo>
                  <a:pt x="1706240" y="101196"/>
                  <a:pt x="1704434" y="101689"/>
                  <a:pt x="1702123" y="102093"/>
                </a:cubicBezTo>
                <a:cubicBezTo>
                  <a:pt x="1699813" y="102497"/>
                  <a:pt x="1697558" y="102699"/>
                  <a:pt x="1695360" y="102699"/>
                </a:cubicBezTo>
                <a:cubicBezTo>
                  <a:pt x="1691456" y="102699"/>
                  <a:pt x="1687912" y="102015"/>
                  <a:pt x="1684726" y="100646"/>
                </a:cubicBezTo>
                <a:cubicBezTo>
                  <a:pt x="1681541" y="99278"/>
                  <a:pt x="1678995" y="96956"/>
                  <a:pt x="1677088" y="93681"/>
                </a:cubicBezTo>
                <a:cubicBezTo>
                  <a:pt x="1675181" y="90406"/>
                  <a:pt x="1674228" y="85874"/>
                  <a:pt x="1674228" y="80086"/>
                </a:cubicBezTo>
                <a:lnTo>
                  <a:pt x="1674228" y="36342"/>
                </a:lnTo>
                <a:lnTo>
                  <a:pt x="1663729" y="36342"/>
                </a:lnTo>
                <a:lnTo>
                  <a:pt x="1663729" y="30890"/>
                </a:lnTo>
                <a:lnTo>
                  <a:pt x="1674295" y="26516"/>
                </a:lnTo>
                <a:lnTo>
                  <a:pt x="1678737" y="10499"/>
                </a:lnTo>
                <a:lnTo>
                  <a:pt x="1685467" y="10499"/>
                </a:lnTo>
                <a:lnTo>
                  <a:pt x="1685467" y="27593"/>
                </a:lnTo>
                <a:lnTo>
                  <a:pt x="1707070" y="27593"/>
                </a:lnTo>
                <a:lnTo>
                  <a:pt x="1707070" y="36342"/>
                </a:lnTo>
                <a:lnTo>
                  <a:pt x="1685467" y="36342"/>
                </a:lnTo>
                <a:lnTo>
                  <a:pt x="1685467" y="79750"/>
                </a:lnTo>
                <a:cubicBezTo>
                  <a:pt x="1685467" y="84371"/>
                  <a:pt x="1686532" y="87826"/>
                  <a:pt x="1688663" y="90114"/>
                </a:cubicBezTo>
                <a:cubicBezTo>
                  <a:pt x="1690795" y="92402"/>
                  <a:pt x="1693632" y="93546"/>
                  <a:pt x="1697177" y="93546"/>
                </a:cubicBezTo>
                <a:close/>
                <a:moveTo>
                  <a:pt x="1733592" y="27593"/>
                </a:moveTo>
                <a:lnTo>
                  <a:pt x="1733592" y="101353"/>
                </a:lnTo>
                <a:lnTo>
                  <a:pt x="1722420" y="101353"/>
                </a:lnTo>
                <a:lnTo>
                  <a:pt x="1722420" y="27593"/>
                </a:lnTo>
                <a:lnTo>
                  <a:pt x="1733592" y="27593"/>
                </a:lnTo>
                <a:moveTo>
                  <a:pt x="1728141" y="0"/>
                </a:moveTo>
                <a:cubicBezTo>
                  <a:pt x="1729980" y="0"/>
                  <a:pt x="1731562" y="594"/>
                  <a:pt x="1732885" y="1783"/>
                </a:cubicBezTo>
                <a:cubicBezTo>
                  <a:pt x="1734209" y="2972"/>
                  <a:pt x="1734871" y="4823"/>
                  <a:pt x="1734871" y="7336"/>
                </a:cubicBezTo>
                <a:cubicBezTo>
                  <a:pt x="1734871" y="9803"/>
                  <a:pt x="1734209" y="11643"/>
                  <a:pt x="1732885" y="12854"/>
                </a:cubicBezTo>
                <a:cubicBezTo>
                  <a:pt x="1731562" y="14066"/>
                  <a:pt x="1729980" y="14671"/>
                  <a:pt x="1728141" y="14671"/>
                </a:cubicBezTo>
                <a:cubicBezTo>
                  <a:pt x="1726212" y="14671"/>
                  <a:pt x="1724608" y="14066"/>
                  <a:pt x="1723329" y="12854"/>
                </a:cubicBezTo>
                <a:cubicBezTo>
                  <a:pt x="1722050" y="11643"/>
                  <a:pt x="1721411" y="9803"/>
                  <a:pt x="1721411" y="7336"/>
                </a:cubicBezTo>
                <a:cubicBezTo>
                  <a:pt x="1721411" y="4823"/>
                  <a:pt x="1722050" y="2972"/>
                  <a:pt x="1723329" y="1783"/>
                </a:cubicBezTo>
                <a:cubicBezTo>
                  <a:pt x="1724608" y="594"/>
                  <a:pt x="1726212" y="0"/>
                  <a:pt x="1728141" y="0"/>
                </a:cubicBezTo>
                <a:close/>
                <a:moveTo>
                  <a:pt x="1820751" y="64338"/>
                </a:moveTo>
                <a:cubicBezTo>
                  <a:pt x="1820751" y="70395"/>
                  <a:pt x="1819966" y="75802"/>
                  <a:pt x="1818396" y="80557"/>
                </a:cubicBezTo>
                <a:cubicBezTo>
                  <a:pt x="1816825" y="85313"/>
                  <a:pt x="1814560" y="89329"/>
                  <a:pt x="1811599" y="92604"/>
                </a:cubicBezTo>
                <a:cubicBezTo>
                  <a:pt x="1808637" y="95879"/>
                  <a:pt x="1805059" y="98381"/>
                  <a:pt x="1800864" y="100108"/>
                </a:cubicBezTo>
                <a:cubicBezTo>
                  <a:pt x="1796669" y="101835"/>
                  <a:pt x="1791925" y="102699"/>
                  <a:pt x="1786630" y="102699"/>
                </a:cubicBezTo>
                <a:cubicBezTo>
                  <a:pt x="1781695" y="102699"/>
                  <a:pt x="1777175" y="101835"/>
                  <a:pt x="1773070" y="100108"/>
                </a:cubicBezTo>
                <a:cubicBezTo>
                  <a:pt x="1768964" y="98381"/>
                  <a:pt x="1765420" y="95879"/>
                  <a:pt x="1762436" y="92604"/>
                </a:cubicBezTo>
                <a:cubicBezTo>
                  <a:pt x="1759453" y="89329"/>
                  <a:pt x="1757142" y="85313"/>
                  <a:pt x="1755505" y="80557"/>
                </a:cubicBezTo>
                <a:cubicBezTo>
                  <a:pt x="1753867" y="75802"/>
                  <a:pt x="1753048" y="70395"/>
                  <a:pt x="1753048" y="64338"/>
                </a:cubicBezTo>
                <a:cubicBezTo>
                  <a:pt x="1753048" y="56262"/>
                  <a:pt x="1754416" y="49387"/>
                  <a:pt x="1757153" y="43711"/>
                </a:cubicBezTo>
                <a:cubicBezTo>
                  <a:pt x="1759890" y="38035"/>
                  <a:pt x="1763805" y="33706"/>
                  <a:pt x="1768897" y="30722"/>
                </a:cubicBezTo>
                <a:cubicBezTo>
                  <a:pt x="1773989" y="27739"/>
                  <a:pt x="1780058" y="26247"/>
                  <a:pt x="1787102" y="26247"/>
                </a:cubicBezTo>
                <a:cubicBezTo>
                  <a:pt x="1793832" y="26247"/>
                  <a:pt x="1799720" y="27750"/>
                  <a:pt x="1804768" y="30756"/>
                </a:cubicBezTo>
                <a:cubicBezTo>
                  <a:pt x="1809815" y="33762"/>
                  <a:pt x="1813741" y="38103"/>
                  <a:pt x="1816545" y="43778"/>
                </a:cubicBezTo>
                <a:cubicBezTo>
                  <a:pt x="1819349" y="49454"/>
                  <a:pt x="1820751" y="56307"/>
                  <a:pt x="1820751" y="64338"/>
                </a:cubicBezTo>
                <a:moveTo>
                  <a:pt x="1764624" y="64338"/>
                </a:moveTo>
                <a:cubicBezTo>
                  <a:pt x="1764624" y="70261"/>
                  <a:pt x="1765409" y="75398"/>
                  <a:pt x="1766979" y="79750"/>
                </a:cubicBezTo>
                <a:cubicBezTo>
                  <a:pt x="1768549" y="84102"/>
                  <a:pt x="1770972" y="87467"/>
                  <a:pt x="1774247" y="89845"/>
                </a:cubicBezTo>
                <a:cubicBezTo>
                  <a:pt x="1777523" y="92223"/>
                  <a:pt x="1781740" y="93412"/>
                  <a:pt x="1786900" y="93412"/>
                </a:cubicBezTo>
                <a:cubicBezTo>
                  <a:pt x="1792014" y="93412"/>
                  <a:pt x="1796221" y="92223"/>
                  <a:pt x="1799518" y="89845"/>
                </a:cubicBezTo>
                <a:cubicBezTo>
                  <a:pt x="1802816" y="87467"/>
                  <a:pt x="1805250" y="84102"/>
                  <a:pt x="1806820" y="79750"/>
                </a:cubicBezTo>
                <a:cubicBezTo>
                  <a:pt x="1808391" y="75398"/>
                  <a:pt x="1809176" y="70261"/>
                  <a:pt x="1809176" y="64338"/>
                </a:cubicBezTo>
                <a:cubicBezTo>
                  <a:pt x="1809176" y="58461"/>
                  <a:pt x="1808391" y="53380"/>
                  <a:pt x="1806820" y="49095"/>
                </a:cubicBezTo>
                <a:cubicBezTo>
                  <a:pt x="1805250" y="44810"/>
                  <a:pt x="1802827" y="41501"/>
                  <a:pt x="1799552" y="39168"/>
                </a:cubicBezTo>
                <a:cubicBezTo>
                  <a:pt x="1796277" y="36835"/>
                  <a:pt x="1792037" y="35669"/>
                  <a:pt x="1786832" y="35669"/>
                </a:cubicBezTo>
                <a:cubicBezTo>
                  <a:pt x="1779160" y="35669"/>
                  <a:pt x="1773541" y="38204"/>
                  <a:pt x="1769974" y="43274"/>
                </a:cubicBezTo>
                <a:cubicBezTo>
                  <a:pt x="1766407" y="48343"/>
                  <a:pt x="1764624" y="55365"/>
                  <a:pt x="1764624" y="64338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36534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2026-09-05T08:52:52.1380000Z</dcterms:created>
  <dcterms:modified xsi:type="dcterms:W3CDTF">2026-09-05T08:52:52.1380000Z</dcterms:modified>
</coreProperties>
</file>