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4e4bdcd204ed3" /><Relationship Type="http://schemas.openxmlformats.org/officeDocument/2006/relationships/extended-properties" Target="/docProps/app.xml" Id="R0c91f4610bc24d26" /><Relationship Type="http://schemas.openxmlformats.org/officeDocument/2006/relationships/officeDocument" Target="/ppt/presentation.xml" Id="R7eaafe750e2745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761ad30fa24ee8"/>
  </p:sldMasterIdLst>
  <p:notesMasterIdLst>
    <p:notesMasterId xmlns:r="http://schemas.openxmlformats.org/officeDocument/2006/relationships" r:id="R2037c2a89a924187"/>
  </p:notesMasterIdLst>
  <p:sldIdLst>
    <p:sldId xmlns:r="http://schemas.openxmlformats.org/officeDocument/2006/relationships" id="256" r:id="Rddc22c6ab8ff4805"/>
  </p:sldIdLst>
  <p:sldSz cx="12715875" cy="4829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2e15dd64cf4389" /><Relationship Type="http://schemas.openxmlformats.org/officeDocument/2006/relationships/slideMaster" Target="/ppt/slideMasters/slideMaster1.xml" Id="Rf7761ad30fa24ee8" /><Relationship Type="http://schemas.openxmlformats.org/officeDocument/2006/relationships/notesMaster" Target="/ppt/notesMasters/notesMaster1.xml" Id="R2037c2a89a924187" /><Relationship Type="http://schemas.openxmlformats.org/officeDocument/2006/relationships/presProps" Target="/ppt/presProps.xml" Id="R501eb64c19f74bd5" /><Relationship Type="http://schemas.openxmlformats.org/officeDocument/2006/relationships/tableStyles" Target="/ppt/tableStyles.xml" Id="R234cafa8b7c748b3" /><Relationship Type="http://schemas.openxmlformats.org/officeDocument/2006/relationships/slide" Target="/ppt/slides/slide1.xml" Id="Rddc22c6ab8ff48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fc920630a5c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653ebb32a84f8b" /><Relationship Type="http://schemas.openxmlformats.org/officeDocument/2006/relationships/notesMaster" Target="/ppt/notesMasters/notesMaster1.xml" Id="Rc0027416d20b4c30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素材ID：AI-066</ns1:t>
            </ns1:r>
          </ns1:p>
          <ns1:p>
            <ns1:r>
              <ns1:t>论文：Semisupervised Neural Proto-Language Reconstruction</ns1:t>
            </ns1:r>
          </ns1:p>
          <ns1:p>
            <ns1:r>
              <ns1:t>会议：ACL 2024</ns1:t>
            </ns1:r>
          </ns1:p>
          <ns1:p>
            <ns1:r>
              <ns1:t>奖项：Best Paper Award</ns1:t>
            </ns1:r>
          </ns1:p>
          <ns1:p>
            <ns1:r>
              <ns1:t>图号：Figure 1，PDF第3页</ns1:t>
            </ns1:r>
          </ns1:p>
          <ns1:p>
            <ns1:r>
              <ns1:t>类型：系统架构</ns1:t>
            </ns1:r>
          </ns1:p>
          <ns1:p>
            <ns1:r>
              <ns1:t>借鉴点：两个编码解码子网通过连续桥接网络、预测音素嵌入和多种监督损失联动。</ns1:t>
            </ns1:r>
          </ns1:p>
          <ns1:p>
            <ns1:r>
              <ns1:t>论文URL：https://aclanthology.org/2024.acl-long.788/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ca576cfc83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95b75b73947b5" /><Relationship Type="http://schemas.openxmlformats.org/officeDocument/2006/relationships/slideLayout" Target="/ppt/slideLayouts/slideLayout1.xml" Id="R138ff6eb80d842a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8ff6eb80d842a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bf9caedb142cc" /><Relationship Type="http://schemas.openxmlformats.org/officeDocument/2006/relationships/notesSlide" Target="/ppt/notesSlides/notesSlide1.xml" Id="R2200340973264c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2" name="AI-066-1">
            <a:extLst xmlns:a="http://schemas.openxmlformats.org/drawingml/2006/main">
              <a:ext uri="{FF2B5EF4-FFF2-40B4-BE49-F238E27FC236}">
                <a16:creationId xmlns:a16="http://schemas.microsoft.com/office/drawing/2014/main" id="{AAB3CF07-6300-446A-8E2F-5B6073B5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" y="1171575"/>
            <a:ext cx="3638550" cy="2305050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23813">
            <a:solidFill>
              <a:srgbClr val="777777"/>
            </a:solidFill>
          </a:ln>
        </p:spPr>
      </p:sp>
      <p:sp>
        <p:nvSpPr>
          <p:cNvPr id="2" name="AI-066-2">
            <a:extLst xmlns:a="http://schemas.openxmlformats.org/drawingml/2006/main">
              <a:ext uri="{FF2B5EF4-FFF2-40B4-BE49-F238E27FC236}">
                <a16:creationId xmlns:a16="http://schemas.microsoft.com/office/drawing/2014/main" id="{9211032A-5FDA-4D33-9FCA-369844115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" y="121920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Daughter-to-Proto</a:t>
            </a:r>
          </a:p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Sub-network (D2P)</a:t>
            </a:r>
          </a:p>
        </p:txBody>
      </p:sp>
      <p:sp>
        <p:nvSpPr>
          <p:cNvPr id="3" name="AI-066-3">
            <a:extLst xmlns:a="http://schemas.openxmlformats.org/drawingml/2006/main">
              <a:ext uri="{FF2B5EF4-FFF2-40B4-BE49-F238E27FC236}">
                <a16:creationId xmlns:a16="http://schemas.microsoft.com/office/drawing/2014/main" id="{A52FC053-B8FE-4344-A2D3-373CF783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2324100"/>
            <a:ext cx="1371600" cy="9239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4" name="AI-066-4">
            <a:extLst xmlns:a="http://schemas.openxmlformats.org/drawingml/2006/main">
              <a:ext uri="{FF2B5EF4-FFF2-40B4-BE49-F238E27FC236}">
                <a16:creationId xmlns:a16="http://schemas.microsoft.com/office/drawing/2014/main" id="{5055DCAC-1712-49FE-B6CB-450D4236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2324100"/>
            <a:ext cx="1371600" cy="9239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" name="AI-066-5">
            <a:extLst xmlns:a="http://schemas.openxmlformats.org/drawingml/2006/main">
              <a:ext uri="{FF2B5EF4-FFF2-40B4-BE49-F238E27FC236}">
                <a16:creationId xmlns:a16="http://schemas.microsoft.com/office/drawing/2014/main" id="{146D4253-52B1-417E-A2C8-E8D4BD63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1409700"/>
            <a:ext cx="1371600" cy="4667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6" name="AI-066-6">
            <a:extLst xmlns:a="http://schemas.openxmlformats.org/drawingml/2006/main">
              <a:ext uri="{FF2B5EF4-FFF2-40B4-BE49-F238E27FC236}">
                <a16:creationId xmlns:a16="http://schemas.microsoft.com/office/drawing/2014/main" id="{45209D70-A361-4D73-99AC-88675525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900" y="2324100"/>
            <a:ext cx="1371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7" name="AI-066-7">
            <a:extLst xmlns:a="http://schemas.openxmlformats.org/drawingml/2006/main">
              <a:ext uri="{FF2B5EF4-FFF2-40B4-BE49-F238E27FC236}">
                <a16:creationId xmlns:a16="http://schemas.microsoft.com/office/drawing/2014/main" id="{6F5B4BBF-F0D7-4271-9CD0-A25D69A4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2324100"/>
            <a:ext cx="1371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8" name="AI-066-8">
            <a:extLst xmlns:a="http://schemas.openxmlformats.org/drawingml/2006/main">
              <a:ext uri="{FF2B5EF4-FFF2-40B4-BE49-F238E27FC236}">
                <a16:creationId xmlns:a16="http://schemas.microsoft.com/office/drawing/2014/main" id="{673355FE-6171-43C8-A992-785E3F6B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1700" y="14097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9" name="line-9">
            <a:extLst xmlns:a="http://schemas.openxmlformats.org/drawingml/2006/main">
              <a:ext uri="{FF2B5EF4-FFF2-40B4-BE49-F238E27FC236}">
                <a16:creationId xmlns:a16="http://schemas.microsoft.com/office/drawing/2014/main" id="{8825743C-75C4-4C8E-9351-444E398A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457200" cy="10"/>
          </a:xfrm>
          <a:custGeom xmlns:a="http://schemas.openxmlformats.org/drawingml/2006/main">
            <a:pathLst>
              <a:path w="457200" h="1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E25AE5AC-61F1-488D-927D-5483382B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63" y="272809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11" name="AI-066-11">
            <a:extLst xmlns:a="http://schemas.openxmlformats.org/drawingml/2006/main">
              <a:ext uri="{FF2B5EF4-FFF2-40B4-BE49-F238E27FC236}">
                <a16:creationId xmlns:a16="http://schemas.microsoft.com/office/drawing/2014/main" id="{94C9BAFD-9ACF-4D56-A8AE-36FC192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3686175"/>
            <a:ext cx="1323975" cy="714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9F82B2"/>
            </a:solidFill>
          </a:ln>
        </p:spPr>
      </p:sp>
      <p:sp>
        <p:nvSpPr>
          <p:cNvPr id="12" name="AI-066-12">
            <a:extLst xmlns:a="http://schemas.openxmlformats.org/drawingml/2006/main">
              <a:ext uri="{FF2B5EF4-FFF2-40B4-BE49-F238E27FC236}">
                <a16:creationId xmlns:a16="http://schemas.microsoft.com/office/drawing/2014/main" id="{0CC7C551-AF06-4CD9-B78D-A362B4E2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" y="3800475"/>
            <a:ext cx="161925" cy="476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13" name="AI-066-13">
            <a:extLst xmlns:a="http://schemas.openxmlformats.org/drawingml/2006/main">
              <a:ext uri="{FF2B5EF4-FFF2-40B4-BE49-F238E27FC236}">
                <a16:creationId xmlns:a16="http://schemas.microsoft.com/office/drawing/2014/main" id="{71822AF5-1020-4AED-95A3-3730AF22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800475"/>
            <a:ext cx="161925" cy="476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14" name="AI-066-14">
            <a:extLst xmlns:a="http://schemas.openxmlformats.org/drawingml/2006/main">
              <a:ext uri="{FF2B5EF4-FFF2-40B4-BE49-F238E27FC236}">
                <a16:creationId xmlns:a16="http://schemas.microsoft.com/office/drawing/2014/main" id="{673513D9-4FB5-418F-8AD2-A2CFD913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800475"/>
            <a:ext cx="161925" cy="476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15" name="AI-066-15">
            <a:extLst xmlns:a="http://schemas.openxmlformats.org/drawingml/2006/main">
              <a:ext uri="{FF2B5EF4-FFF2-40B4-BE49-F238E27FC236}">
                <a16:creationId xmlns:a16="http://schemas.microsoft.com/office/drawing/2014/main" id="{0022E12F-E14D-4754-8A61-A20677A2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" y="3800475"/>
            <a:ext cx="161925" cy="476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16" name="AI-066-16">
            <a:extLst xmlns:a="http://schemas.openxmlformats.org/drawingml/2006/main">
              <a:ext uri="{FF2B5EF4-FFF2-40B4-BE49-F238E27FC236}">
                <a16:creationId xmlns:a16="http://schemas.microsoft.com/office/drawing/2014/main" id="{148440FB-34FA-4E6B-9B5D-E553AF1A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3867150"/>
            <a:ext cx="2571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…</a:t>
            </a:r>
          </a:p>
        </p:txBody>
      </p:sp>
      <p:sp>
        <p:nvSpPr>
          <p:cNvPr id="17" name="line-17">
            <a:extLst xmlns:a="http://schemas.openxmlformats.org/drawingml/2006/main">
              <a:ext uri="{FF2B5EF4-FFF2-40B4-BE49-F238E27FC236}">
                <a16:creationId xmlns:a16="http://schemas.microsoft.com/office/drawing/2014/main" id="{06E50BB2-4C8F-4D7E-96F5-5966DA64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18" name="path-18">
            <a:extLst xmlns:a="http://schemas.openxmlformats.org/drawingml/2006/main">
              <a:ext uri="{FF2B5EF4-FFF2-40B4-BE49-F238E27FC236}">
                <a16:creationId xmlns:a16="http://schemas.microsoft.com/office/drawing/2014/main" id="{8F0377FF-FCD2-4C76-987D-1D43078F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22" y="325755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19" name="line-19">
            <a:extLst xmlns:a="http://schemas.openxmlformats.org/drawingml/2006/main">
              <a:ext uri="{FF2B5EF4-FFF2-40B4-BE49-F238E27FC236}">
                <a16:creationId xmlns:a16="http://schemas.microsoft.com/office/drawing/2014/main" id="{C7074308-DC30-4E16-96AD-389FB048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20" name="path-20">
            <a:extLst xmlns:a="http://schemas.openxmlformats.org/drawingml/2006/main">
              <a:ext uri="{FF2B5EF4-FFF2-40B4-BE49-F238E27FC236}">
                <a16:creationId xmlns:a16="http://schemas.microsoft.com/office/drawing/2014/main" id="{D3F4CD26-6143-49BE-AA13-48A5C06E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47" y="325755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21" name="line-21">
            <a:extLst xmlns:a="http://schemas.openxmlformats.org/drawingml/2006/main">
              <a:ext uri="{FF2B5EF4-FFF2-40B4-BE49-F238E27FC236}">
                <a16:creationId xmlns:a16="http://schemas.microsoft.com/office/drawing/2014/main" id="{7695F665-C3FD-4A41-9795-496A2861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FC1CFA8E-F453-49F6-A88B-D69ABCC1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872" y="325755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23" name="line-23">
            <a:extLst xmlns:a="http://schemas.openxmlformats.org/drawingml/2006/main">
              <a:ext uri="{FF2B5EF4-FFF2-40B4-BE49-F238E27FC236}">
                <a16:creationId xmlns:a16="http://schemas.microsoft.com/office/drawing/2014/main" id="{1D66E9C6-E5EF-41F5-898D-7B7E9186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24" name="path-24">
            <a:extLst xmlns:a="http://schemas.openxmlformats.org/drawingml/2006/main">
              <a:ext uri="{FF2B5EF4-FFF2-40B4-BE49-F238E27FC236}">
                <a16:creationId xmlns:a16="http://schemas.microsoft.com/office/drawing/2014/main" id="{CF250987-E0C4-4A86-9000-F57F1DF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647" y="325755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22860">
            <a:solidFill>
              <a:srgbClr val="9F82B2"/>
            </a:solidFill>
          </a:ln>
        </p:spPr>
      </p:sp>
      <p:sp>
        <p:nvSpPr>
          <p:cNvPr id="25" name="AI-066-25">
            <a:extLst xmlns:a="http://schemas.openxmlformats.org/drawingml/2006/main">
              <a:ext uri="{FF2B5EF4-FFF2-40B4-BE49-F238E27FC236}">
                <a16:creationId xmlns:a16="http://schemas.microsoft.com/office/drawing/2014/main" id="{A025F9C7-821D-4F53-8F80-9929C3C19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439102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Embedded Concatenated</a:t>
            </a:r>
          </a:p>
          <a:p xmlns:a="http://schemas.openxmlformats.org/drawingml/2006/main">
            <a:pPr algn="ctr">
              <a:defRPr sz="1275" b="0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Daughters Sequence</a:t>
            </a:r>
          </a:p>
        </p:txBody>
      </p:sp>
      <p:sp>
        <p:nvSpPr>
          <p:cNvPr id="26" name="line-26">
            <a:extLst xmlns:a="http://schemas.openxmlformats.org/drawingml/2006/main">
              <a:ext uri="{FF2B5EF4-FFF2-40B4-BE49-F238E27FC236}">
                <a16:creationId xmlns:a16="http://schemas.microsoft.com/office/drawing/2014/main" id="{39079953-6E67-44DD-B592-6E4476C2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FAA9D949-7BF7-48DA-8F94-0D07705A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724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28" name="line-28">
            <a:extLst xmlns:a="http://schemas.openxmlformats.org/drawingml/2006/main">
              <a:ext uri="{FF2B5EF4-FFF2-40B4-BE49-F238E27FC236}">
                <a16:creationId xmlns:a16="http://schemas.microsoft.com/office/drawing/2014/main" id="{2E55A0D7-B893-42BB-A2C8-726BE700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29" name="path-29">
            <a:extLst xmlns:a="http://schemas.openxmlformats.org/drawingml/2006/main">
              <a:ext uri="{FF2B5EF4-FFF2-40B4-BE49-F238E27FC236}">
                <a16:creationId xmlns:a16="http://schemas.microsoft.com/office/drawing/2014/main" id="{9C14F343-F08F-470F-9FC8-074FAFAC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89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0" name="line-30">
            <a:extLst xmlns:a="http://schemas.openxmlformats.org/drawingml/2006/main">
              <a:ext uri="{FF2B5EF4-FFF2-40B4-BE49-F238E27FC236}">
                <a16:creationId xmlns:a16="http://schemas.microsoft.com/office/drawing/2014/main" id="{57CF2B88-3BF6-4811-B191-F489E55E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1" name="path-31">
            <a:extLst xmlns:a="http://schemas.openxmlformats.org/drawingml/2006/main">
              <a:ext uri="{FF2B5EF4-FFF2-40B4-BE49-F238E27FC236}">
                <a16:creationId xmlns:a16="http://schemas.microsoft.com/office/drawing/2014/main" id="{2D2E74B9-03AF-4E1B-ADD8-BB3DB486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54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2" name="line-32">
            <a:extLst xmlns:a="http://schemas.openxmlformats.org/drawingml/2006/main">
              <a:ext uri="{FF2B5EF4-FFF2-40B4-BE49-F238E27FC236}">
                <a16:creationId xmlns:a16="http://schemas.microsoft.com/office/drawing/2014/main" id="{FEAD8706-D389-42D6-9D06-2CF3C1AE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25E685C1-6890-4C97-912B-3702679B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19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4" name="line-34">
            <a:extLst xmlns:a="http://schemas.openxmlformats.org/drawingml/2006/main">
              <a:ext uri="{FF2B5EF4-FFF2-40B4-BE49-F238E27FC236}">
                <a16:creationId xmlns:a16="http://schemas.microsoft.com/office/drawing/2014/main" id="{FF2A931A-D48F-4414-BDBE-26E419CA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0D029342-4904-44FC-80A7-1475B5B2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89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6" name="AI-066-36">
            <a:extLst xmlns:a="http://schemas.openxmlformats.org/drawingml/2006/main">
              <a:ext uri="{FF2B5EF4-FFF2-40B4-BE49-F238E27FC236}">
                <a16:creationId xmlns:a16="http://schemas.microsoft.com/office/drawing/2014/main" id="{184C4943-32D2-4D2A-AD16-B6E1A0BF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7" name="line-37">
            <a:extLst xmlns:a="http://schemas.openxmlformats.org/drawingml/2006/main">
              <a:ext uri="{FF2B5EF4-FFF2-40B4-BE49-F238E27FC236}">
                <a16:creationId xmlns:a16="http://schemas.microsoft.com/office/drawing/2014/main" id="{990871EC-3772-4238-BAD1-3334B604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8" name="path-38">
            <a:extLst xmlns:a="http://schemas.openxmlformats.org/drawingml/2006/main">
              <a:ext uri="{FF2B5EF4-FFF2-40B4-BE49-F238E27FC236}">
                <a16:creationId xmlns:a16="http://schemas.microsoft.com/office/drawing/2014/main" id="{2E92BA39-9470-4DD8-B36B-1E1BA60C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254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39" name="AI-066-39">
            <a:extLst xmlns:a="http://schemas.openxmlformats.org/drawingml/2006/main">
              <a:ext uri="{FF2B5EF4-FFF2-40B4-BE49-F238E27FC236}">
                <a16:creationId xmlns:a16="http://schemas.microsoft.com/office/drawing/2014/main" id="{EA16F973-0D88-4B6E-B87D-B12C75CA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05100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0" name="line-40">
            <a:extLst xmlns:a="http://schemas.openxmlformats.org/drawingml/2006/main">
              <a:ext uri="{FF2B5EF4-FFF2-40B4-BE49-F238E27FC236}">
                <a16:creationId xmlns:a16="http://schemas.microsoft.com/office/drawing/2014/main" id="{FA84B305-68FE-4614-A828-140FE613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1" name="path-41">
            <a:extLst xmlns:a="http://schemas.openxmlformats.org/drawingml/2006/main">
              <a:ext uri="{FF2B5EF4-FFF2-40B4-BE49-F238E27FC236}">
                <a16:creationId xmlns:a16="http://schemas.microsoft.com/office/drawing/2014/main" id="{ADA91C8B-E8D7-410F-8C53-F2AC532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019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2" name="AI-066-42">
            <a:extLst xmlns:a="http://schemas.openxmlformats.org/drawingml/2006/main">
              <a:ext uri="{FF2B5EF4-FFF2-40B4-BE49-F238E27FC236}">
                <a16:creationId xmlns:a16="http://schemas.microsoft.com/office/drawing/2014/main" id="{D1476268-B160-426E-A9B4-05C84BB64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3" name="line-43">
            <a:extLst xmlns:a="http://schemas.openxmlformats.org/drawingml/2006/main">
              <a:ext uri="{FF2B5EF4-FFF2-40B4-BE49-F238E27FC236}">
                <a16:creationId xmlns:a16="http://schemas.microsoft.com/office/drawing/2014/main" id="{D62F37B2-D338-45B3-A4C4-CD7E9E26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4" name="path-44">
            <a:extLst xmlns:a="http://schemas.openxmlformats.org/drawingml/2006/main">
              <a:ext uri="{FF2B5EF4-FFF2-40B4-BE49-F238E27FC236}">
                <a16:creationId xmlns:a16="http://schemas.microsoft.com/office/drawing/2014/main" id="{8064331C-7C0E-4BE2-BA95-8B77CBEA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84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9F82B2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5" name="AI-066-45">
            <a:extLst xmlns:a="http://schemas.openxmlformats.org/drawingml/2006/main">
              <a:ext uri="{FF2B5EF4-FFF2-40B4-BE49-F238E27FC236}">
                <a16:creationId xmlns:a16="http://schemas.microsoft.com/office/drawing/2014/main" id="{BA1A869B-18E9-4BF0-9047-C7006A1E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0400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4DCE9"/>
          </a:solidFill>
          <a:ln xmlns:a="http://schemas.openxmlformats.org/drawingml/2006/main" w="19050">
            <a:solidFill>
              <a:srgbClr val="9F82B2"/>
            </a:solidFill>
          </a:ln>
        </p:spPr>
      </p:sp>
      <p:sp>
        <p:nvSpPr>
          <p:cNvPr id="46" name="AI-066-46">
            <a:extLst xmlns:a="http://schemas.openxmlformats.org/drawingml/2006/main">
              <a:ext uri="{FF2B5EF4-FFF2-40B4-BE49-F238E27FC236}">
                <a16:creationId xmlns:a16="http://schemas.microsoft.com/office/drawing/2014/main" id="{B75A1987-1C67-408A-BA2A-6AA21E08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238125"/>
            <a:ext cx="17240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Protoform Prediction</a:t>
            </a:r>
          </a:p>
        </p:txBody>
      </p:sp>
      <p:sp>
        <p:nvSpPr>
          <p:cNvPr id="47" name="AI-066-47">
            <a:extLst xmlns:a="http://schemas.openxmlformats.org/drawingml/2006/main">
              <a:ext uri="{FF2B5EF4-FFF2-40B4-BE49-F238E27FC236}">
                <a16:creationId xmlns:a16="http://schemas.microsoft.com/office/drawing/2014/main" id="{96C83B63-F50D-430F-B6D9-FF50EDE1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44767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CE Loss</a:t>
            </a:r>
          </a:p>
        </p:txBody>
      </p:sp>
      <p:sp>
        <p:nvSpPr>
          <p:cNvPr id="48" name="AI-066-48">
            <a:extLst xmlns:a="http://schemas.openxmlformats.org/drawingml/2006/main">
              <a:ext uri="{FF2B5EF4-FFF2-40B4-BE49-F238E27FC236}">
                <a16:creationId xmlns:a16="http://schemas.microsoft.com/office/drawing/2014/main" id="{ACB300E7-A59D-4BBC-8F29-F31E3687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86075" y="42862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9F8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9F82B2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49" name="AI-066-49">
            <a:extLst xmlns:a="http://schemas.openxmlformats.org/drawingml/2006/main">
              <a:ext uri="{FF2B5EF4-FFF2-40B4-BE49-F238E27FC236}">
                <a16:creationId xmlns:a16="http://schemas.microsoft.com/office/drawing/2014/main" id="{EDAE7AF4-AFA6-4D47-ADD2-97081D0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561975"/>
            <a:ext cx="4667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9F8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9F82B2"/>
                </a:solidFill>
                <a:latin typeface="Times New Roman"/>
                <a:ea typeface="Times New Roman"/>
                <a:cs typeface="Times New Roman"/>
              </a:rPr>
              <a:t>D2P</a:t>
            </a:r>
          </a:p>
        </p:txBody>
      </p:sp>
      <p:sp>
        <p:nvSpPr>
          <p:cNvPr id="50" name="AI-066-50">
            <a:extLst xmlns:a="http://schemas.openxmlformats.org/drawingml/2006/main">
              <a:ext uri="{FF2B5EF4-FFF2-40B4-BE49-F238E27FC236}">
                <a16:creationId xmlns:a16="http://schemas.microsoft.com/office/drawing/2014/main" id="{F5EEE1E3-BC0B-4B02-8474-2B628C2F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47675"/>
            <a:ext cx="10287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51" name="AI-066-51">
            <a:extLst xmlns:a="http://schemas.openxmlformats.org/drawingml/2006/main">
              <a:ext uri="{FF2B5EF4-FFF2-40B4-BE49-F238E27FC236}">
                <a16:creationId xmlns:a16="http://schemas.microsoft.com/office/drawing/2014/main" id="{CDF195CD-E31E-4F7A-B155-FC1512A4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447675"/>
            <a:ext cx="1028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Phoneme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52" name="line-52">
            <a:extLst xmlns:a="http://schemas.openxmlformats.org/drawingml/2006/main">
              <a:ext uri="{FF2B5EF4-FFF2-40B4-BE49-F238E27FC236}">
                <a16:creationId xmlns:a16="http://schemas.microsoft.com/office/drawing/2014/main" id="{60C47BCB-BBA7-4E33-8CF4-9B9D8D4F9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781050"/>
            <a:ext cx="857250" cy="10"/>
          </a:xfrm>
          <a:custGeom xmlns:a="http://schemas.openxmlformats.org/drawingml/2006/main">
            <a:pathLst>
              <a:path w="857250" h="10">
                <a:moveTo>
                  <a:pt x="0" y="0"/>
                </a:moveTo>
                <a:lnTo>
                  <a:pt x="857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E9164"/>
            </a:solidFill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4D3F5C75-771D-4537-B11A-01DC6663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63" y="737372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E9164"/>
          </a:solidFill>
          <a:ln xmlns:a="http://schemas.openxmlformats.org/drawingml/2006/main" w="20955">
            <a:solidFill>
              <a:srgbClr val="6E9164"/>
            </a:solidFill>
          </a:ln>
        </p:spPr>
      </p:sp>
      <p:sp>
        <p:nvSpPr>
          <p:cNvPr id="54" name="AI-066-54">
            <a:extLst xmlns:a="http://schemas.openxmlformats.org/drawingml/2006/main">
              <a:ext uri="{FF2B5EF4-FFF2-40B4-BE49-F238E27FC236}">
                <a16:creationId xmlns:a16="http://schemas.microsoft.com/office/drawing/2014/main" id="{4E611621-97ED-40C6-95EE-A64C6979C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419100"/>
            <a:ext cx="1057275" cy="714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E9164"/>
            </a:solidFill>
          </a:ln>
        </p:spPr>
      </p:sp>
      <p:sp>
        <p:nvSpPr>
          <p:cNvPr id="55" name="AI-066-55">
            <a:extLst xmlns:a="http://schemas.openxmlformats.org/drawingml/2006/main">
              <a:ext uri="{FF2B5EF4-FFF2-40B4-BE49-F238E27FC236}">
                <a16:creationId xmlns:a16="http://schemas.microsoft.com/office/drawing/2014/main" id="{CC44FF9C-F8DC-41A1-A54A-F8FE2987D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533400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E0D4"/>
          </a:solidFill>
          <a:ln xmlns:a="http://schemas.openxmlformats.org/drawingml/2006/main" w="19050">
            <a:solidFill>
              <a:srgbClr val="6E9164"/>
            </a:solidFill>
          </a:ln>
        </p:spPr>
      </p:sp>
      <p:sp>
        <p:nvSpPr>
          <p:cNvPr id="56" name="AI-066-56">
            <a:extLst xmlns:a="http://schemas.openxmlformats.org/drawingml/2006/main">
              <a:ext uri="{FF2B5EF4-FFF2-40B4-BE49-F238E27FC236}">
                <a16:creationId xmlns:a16="http://schemas.microsoft.com/office/drawing/2014/main" id="{6D83F758-C8B0-46B5-AFCA-677A887B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6625" y="533400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E0D4"/>
          </a:solidFill>
          <a:ln xmlns:a="http://schemas.openxmlformats.org/drawingml/2006/main" w="19050">
            <a:solidFill>
              <a:srgbClr val="6E9164"/>
            </a:solidFill>
          </a:ln>
        </p:spPr>
      </p:sp>
      <p:sp>
        <p:nvSpPr>
          <p:cNvPr id="57" name="AI-066-57">
            <a:extLst xmlns:a="http://schemas.openxmlformats.org/drawingml/2006/main">
              <a:ext uri="{FF2B5EF4-FFF2-40B4-BE49-F238E27FC236}">
                <a16:creationId xmlns:a16="http://schemas.microsoft.com/office/drawing/2014/main" id="{41146FD2-596B-4A98-B453-269BA8C1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0150" y="533400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E0D4"/>
          </a:solidFill>
          <a:ln xmlns:a="http://schemas.openxmlformats.org/drawingml/2006/main" w="19050">
            <a:solidFill>
              <a:srgbClr val="6E9164"/>
            </a:solidFill>
          </a:ln>
        </p:spPr>
      </p:sp>
      <p:sp>
        <p:nvSpPr>
          <p:cNvPr id="58" name="AI-066-58">
            <a:extLst xmlns:a="http://schemas.openxmlformats.org/drawingml/2006/main">
              <a:ext uri="{FF2B5EF4-FFF2-40B4-BE49-F238E27FC236}">
                <a16:creationId xmlns:a16="http://schemas.microsoft.com/office/drawing/2014/main" id="{5959B360-2C6C-4F23-AD7F-490515D8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43675" y="533400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6E0D4"/>
          </a:solidFill>
          <a:ln xmlns:a="http://schemas.openxmlformats.org/drawingml/2006/main" w="19050">
            <a:solidFill>
              <a:srgbClr val="6E9164"/>
            </a:solidFill>
          </a:ln>
        </p:spPr>
      </p:sp>
      <p:sp>
        <p:nvSpPr>
          <p:cNvPr id="59" name="line-59">
            <a:extLst xmlns:a="http://schemas.openxmlformats.org/drawingml/2006/main">
              <a:ext uri="{FF2B5EF4-FFF2-40B4-BE49-F238E27FC236}">
                <a16:creationId xmlns:a16="http://schemas.microsoft.com/office/drawing/2014/main" id="{F337FF50-B866-4542-80FA-B85814CB9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781050"/>
            <a:ext cx="428625" cy="10"/>
          </a:xfrm>
          <a:custGeom xmlns:a="http://schemas.openxmlformats.org/drawingml/2006/main">
            <a:pathLst>
              <a:path w="428625" h="10">
                <a:moveTo>
                  <a:pt x="0" y="0"/>
                </a:moveTo>
                <a:lnTo>
                  <a:pt x="428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E9164"/>
            </a:solidFill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C5BB192A-834F-4722-9AE8-DD220782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846" y="74134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E9164"/>
          </a:solidFill>
          <a:ln xmlns:a="http://schemas.openxmlformats.org/drawingml/2006/main" w="20955">
            <a:solidFill>
              <a:srgbClr val="6E9164"/>
            </a:solidFill>
          </a:ln>
        </p:spPr>
      </p:sp>
      <p:sp>
        <p:nvSpPr>
          <p:cNvPr id="61" name="AI-066-61">
            <a:extLst xmlns:a="http://schemas.openxmlformats.org/drawingml/2006/main">
              <a:ext uri="{FF2B5EF4-FFF2-40B4-BE49-F238E27FC236}">
                <a16:creationId xmlns:a16="http://schemas.microsoft.com/office/drawing/2014/main" id="{4EFB62C7-FECE-4CBD-B73E-9ADE8891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0"/>
            <a:ext cx="1733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E91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E9164"/>
                </a:solidFill>
                <a:latin typeface="Arial"/>
                <a:ea typeface="Arial"/>
                <a:cs typeface="Arial"/>
              </a:rPr>
              <a:t>Actual Predicted</a:t>
            </a:r>
          </a:p>
          <a:p xmlns:a="http://schemas.openxmlformats.org/drawingml/2006/main">
            <a:pPr algn="ctr">
              <a:defRPr sz="1275" b="0" i="0">
                <a:solidFill>
                  <a:srgbClr val="6E9164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E9164"/>
                </a:solidFill>
                <a:latin typeface="Arial"/>
                <a:ea typeface="Arial"/>
                <a:cs typeface="Arial"/>
              </a:rPr>
              <a:t>Protoform Embedding</a:t>
            </a:r>
          </a:p>
        </p:txBody>
      </p:sp>
      <p:sp>
        <p:nvSpPr>
          <p:cNvPr id="62" name="AI-066-62">
            <a:extLst xmlns:a="http://schemas.openxmlformats.org/drawingml/2006/main">
              <a:ext uri="{FF2B5EF4-FFF2-40B4-BE49-F238E27FC236}">
                <a16:creationId xmlns:a16="http://schemas.microsoft.com/office/drawing/2014/main" id="{6EF103CE-6B7B-4291-A390-EF29A14E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19575" y="1638300"/>
            <a:ext cx="1066800" cy="933450"/>
          </a:xfrm>
          <a:prstGeom xmlns:a="http://schemas.openxmlformats.org/drawingml/2006/main" prst="roundRect">
            <a:avLst>
              <a:gd name="adj" fmla="val 3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A83A7"/>
            </a:solidFill>
          </a:ln>
        </p:spPr>
      </p:sp>
      <p:sp>
        <p:nvSpPr>
          <p:cNvPr id="63" name="AI-066-63">
            <a:extLst xmlns:a="http://schemas.openxmlformats.org/drawingml/2006/main">
              <a:ext uri="{FF2B5EF4-FFF2-40B4-BE49-F238E27FC236}">
                <a16:creationId xmlns:a16="http://schemas.microsoft.com/office/drawing/2014/main" id="{1CEC37C9-8BDB-4D6C-B9BE-534A422E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1752600"/>
            <a:ext cx="161925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64" name="AI-066-64">
            <a:extLst xmlns:a="http://schemas.openxmlformats.org/drawingml/2006/main">
              <a:ext uri="{FF2B5EF4-FFF2-40B4-BE49-F238E27FC236}">
                <a16:creationId xmlns:a16="http://schemas.microsoft.com/office/drawing/2014/main" id="{01FD8344-5D3B-4063-8CFD-004F115D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3425" y="1752600"/>
            <a:ext cx="161925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65" name="AI-066-65">
            <a:extLst xmlns:a="http://schemas.openxmlformats.org/drawingml/2006/main">
              <a:ext uri="{FF2B5EF4-FFF2-40B4-BE49-F238E27FC236}">
                <a16:creationId xmlns:a16="http://schemas.microsoft.com/office/drawing/2014/main" id="{D2B5AF28-4E6B-4692-9BDB-4B2138A8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0600" y="1752600"/>
            <a:ext cx="161925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66" name="AI-066-66">
            <a:extLst xmlns:a="http://schemas.openxmlformats.org/drawingml/2006/main">
              <a:ext uri="{FF2B5EF4-FFF2-40B4-BE49-F238E27FC236}">
                <a16:creationId xmlns:a16="http://schemas.microsoft.com/office/drawing/2014/main" id="{235DA204-D443-44ED-A207-DF60F0D60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775" y="1752600"/>
            <a:ext cx="161925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67" name="AI-066-67">
            <a:extLst xmlns:a="http://schemas.openxmlformats.org/drawingml/2006/main">
              <a:ext uri="{FF2B5EF4-FFF2-40B4-BE49-F238E27FC236}">
                <a16:creationId xmlns:a16="http://schemas.microsoft.com/office/drawing/2014/main" id="{607476DE-398B-42CB-AE58-9AC670BF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1162050"/>
            <a:ext cx="2000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Protoform Intermediate</a:t>
            </a:r>
          </a:p>
          <a:p xmlns:a="http://schemas.openxmlformats.org/drawingml/2006/main">
            <a:pPr algn="ctr">
              <a:defRPr sz="1275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Representation</a:t>
            </a:r>
          </a:p>
        </p:txBody>
      </p:sp>
      <p:sp>
        <p:nvSpPr>
          <p:cNvPr id="68" name="path-68">
            <a:extLst xmlns:a="http://schemas.openxmlformats.org/drawingml/2006/main">
              <a:ext uri="{FF2B5EF4-FFF2-40B4-BE49-F238E27FC236}">
                <a16:creationId xmlns:a16="http://schemas.microsoft.com/office/drawing/2014/main" id="{4E87DF22-0ECD-4959-9F8E-849ADE89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85975"/>
            <a:ext cx="1952625" cy="238125"/>
          </a:xfrm>
          <a:custGeom xmlns:a="http://schemas.openxmlformats.org/drawingml/2006/main">
            <a:pathLst>
              <a:path w="1952625" h="238125">
                <a:moveTo>
                  <a:pt x="0" y="238125"/>
                </a:moveTo>
                <a:lnTo>
                  <a:pt x="0" y="180975"/>
                </a:lnTo>
                <a:lnTo>
                  <a:pt x="0" y="180975"/>
                </a:lnTo>
                <a:lnTo>
                  <a:pt x="260" y="169841"/>
                </a:lnTo>
                <a:lnTo>
                  <a:pt x="1042" y="159060"/>
                </a:lnTo>
                <a:lnTo>
                  <a:pt x="2344" y="148633"/>
                </a:lnTo>
                <a:lnTo>
                  <a:pt x="4167" y="138559"/>
                </a:lnTo>
                <a:lnTo>
                  <a:pt x="6511" y="128839"/>
                </a:lnTo>
                <a:lnTo>
                  <a:pt x="9376" y="119472"/>
                </a:lnTo>
                <a:lnTo>
                  <a:pt x="12762" y="110458"/>
                </a:lnTo>
                <a:lnTo>
                  <a:pt x="16669" y="101798"/>
                </a:lnTo>
                <a:lnTo>
                  <a:pt x="21096" y="93492"/>
                </a:lnTo>
                <a:lnTo>
                  <a:pt x="26045" y="85539"/>
                </a:lnTo>
                <a:lnTo>
                  <a:pt x="31514" y="77939"/>
                </a:lnTo>
                <a:lnTo>
                  <a:pt x="37505" y="70693"/>
                </a:lnTo>
                <a:lnTo>
                  <a:pt x="44016" y="63801"/>
                </a:lnTo>
                <a:lnTo>
                  <a:pt x="51048" y="57262"/>
                </a:lnTo>
                <a:lnTo>
                  <a:pt x="58601" y="51076"/>
                </a:lnTo>
                <a:lnTo>
                  <a:pt x="66675" y="45244"/>
                </a:lnTo>
                <a:lnTo>
                  <a:pt x="75270" y="39765"/>
                </a:lnTo>
                <a:lnTo>
                  <a:pt x="84386" y="34640"/>
                </a:lnTo>
                <a:lnTo>
                  <a:pt x="94022" y="29868"/>
                </a:lnTo>
                <a:lnTo>
                  <a:pt x="104180" y="25450"/>
                </a:lnTo>
                <a:lnTo>
                  <a:pt x="114858" y="21385"/>
                </a:lnTo>
                <a:lnTo>
                  <a:pt x="126057" y="17673"/>
                </a:lnTo>
                <a:lnTo>
                  <a:pt x="137778" y="14315"/>
                </a:lnTo>
                <a:lnTo>
                  <a:pt x="150019" y="11311"/>
                </a:lnTo>
                <a:lnTo>
                  <a:pt x="162781" y="8660"/>
                </a:lnTo>
                <a:lnTo>
                  <a:pt x="176064" y="6362"/>
                </a:lnTo>
                <a:lnTo>
                  <a:pt x="189867" y="4418"/>
                </a:lnTo>
                <a:lnTo>
                  <a:pt x="204192" y="2828"/>
                </a:lnTo>
                <a:lnTo>
                  <a:pt x="219038" y="1591"/>
                </a:lnTo>
                <a:lnTo>
                  <a:pt x="234404" y="707"/>
                </a:lnTo>
                <a:lnTo>
                  <a:pt x="250292" y="177"/>
                </a:lnTo>
                <a:lnTo>
                  <a:pt x="266700" y="0"/>
                </a:lnTo>
                <a:lnTo>
                  <a:pt x="1952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6A83A7"/>
            </a:solidFill>
          </a:ln>
        </p:spPr>
      </p:sp>
      <p:sp>
        <p:nvSpPr>
          <p:cNvPr id="69" name="path-69">
            <a:extLst xmlns:a="http://schemas.openxmlformats.org/drawingml/2006/main">
              <a:ext uri="{FF2B5EF4-FFF2-40B4-BE49-F238E27FC236}">
                <a16:creationId xmlns:a16="http://schemas.microsoft.com/office/drawing/2014/main" id="{C74810E2-2B72-4B31-997E-6353D2CA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085975"/>
            <a:ext cx="1704975" cy="238125"/>
          </a:xfrm>
          <a:custGeom xmlns:a="http://schemas.openxmlformats.org/drawingml/2006/main">
            <a:pathLst>
              <a:path w="1704975" h="238125">
                <a:moveTo>
                  <a:pt x="0" y="238125"/>
                </a:moveTo>
                <a:lnTo>
                  <a:pt x="0" y="180975"/>
                </a:lnTo>
                <a:lnTo>
                  <a:pt x="0" y="180975"/>
                </a:lnTo>
                <a:lnTo>
                  <a:pt x="260" y="169841"/>
                </a:lnTo>
                <a:lnTo>
                  <a:pt x="1042" y="159060"/>
                </a:lnTo>
                <a:lnTo>
                  <a:pt x="2344" y="148633"/>
                </a:lnTo>
                <a:lnTo>
                  <a:pt x="4167" y="138559"/>
                </a:lnTo>
                <a:lnTo>
                  <a:pt x="6511" y="128839"/>
                </a:lnTo>
                <a:lnTo>
                  <a:pt x="9376" y="119472"/>
                </a:lnTo>
                <a:lnTo>
                  <a:pt x="12762" y="110458"/>
                </a:lnTo>
                <a:lnTo>
                  <a:pt x="16669" y="101798"/>
                </a:lnTo>
                <a:lnTo>
                  <a:pt x="21096" y="93492"/>
                </a:lnTo>
                <a:lnTo>
                  <a:pt x="26045" y="85539"/>
                </a:lnTo>
                <a:lnTo>
                  <a:pt x="31514" y="77939"/>
                </a:lnTo>
                <a:lnTo>
                  <a:pt x="37505" y="70693"/>
                </a:lnTo>
                <a:lnTo>
                  <a:pt x="44016" y="63801"/>
                </a:lnTo>
                <a:lnTo>
                  <a:pt x="51048" y="57262"/>
                </a:lnTo>
                <a:lnTo>
                  <a:pt x="58601" y="51076"/>
                </a:lnTo>
                <a:lnTo>
                  <a:pt x="66675" y="45244"/>
                </a:lnTo>
                <a:lnTo>
                  <a:pt x="75270" y="39765"/>
                </a:lnTo>
                <a:lnTo>
                  <a:pt x="84386" y="34640"/>
                </a:lnTo>
                <a:lnTo>
                  <a:pt x="94022" y="29868"/>
                </a:lnTo>
                <a:lnTo>
                  <a:pt x="104180" y="25450"/>
                </a:lnTo>
                <a:lnTo>
                  <a:pt x="114858" y="21385"/>
                </a:lnTo>
                <a:lnTo>
                  <a:pt x="126057" y="17673"/>
                </a:lnTo>
                <a:lnTo>
                  <a:pt x="137778" y="14315"/>
                </a:lnTo>
                <a:lnTo>
                  <a:pt x="150019" y="11311"/>
                </a:lnTo>
                <a:lnTo>
                  <a:pt x="162781" y="8660"/>
                </a:lnTo>
                <a:lnTo>
                  <a:pt x="176064" y="6362"/>
                </a:lnTo>
                <a:lnTo>
                  <a:pt x="189867" y="4418"/>
                </a:lnTo>
                <a:lnTo>
                  <a:pt x="204192" y="2828"/>
                </a:lnTo>
                <a:lnTo>
                  <a:pt x="219038" y="1591"/>
                </a:lnTo>
                <a:lnTo>
                  <a:pt x="234404" y="707"/>
                </a:lnTo>
                <a:lnTo>
                  <a:pt x="250292" y="177"/>
                </a:lnTo>
                <a:lnTo>
                  <a:pt x="266700" y="0"/>
                </a:lnTo>
                <a:lnTo>
                  <a:pt x="1704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6A83A7"/>
            </a:solidFill>
          </a:ln>
        </p:spPr>
      </p:sp>
      <p:sp>
        <p:nvSpPr>
          <p:cNvPr id="70" name="path-70">
            <a:extLst xmlns:a="http://schemas.openxmlformats.org/drawingml/2006/main">
              <a:ext uri="{FF2B5EF4-FFF2-40B4-BE49-F238E27FC236}">
                <a16:creationId xmlns:a16="http://schemas.microsoft.com/office/drawing/2014/main" id="{6B7D9706-20EE-4671-AFA9-BE8A1BA4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85975"/>
            <a:ext cx="1457325" cy="238125"/>
          </a:xfrm>
          <a:custGeom xmlns:a="http://schemas.openxmlformats.org/drawingml/2006/main">
            <a:pathLst>
              <a:path w="1457325" h="238125">
                <a:moveTo>
                  <a:pt x="0" y="238125"/>
                </a:moveTo>
                <a:lnTo>
                  <a:pt x="0" y="180975"/>
                </a:lnTo>
                <a:lnTo>
                  <a:pt x="0" y="180975"/>
                </a:lnTo>
                <a:lnTo>
                  <a:pt x="260" y="169841"/>
                </a:lnTo>
                <a:lnTo>
                  <a:pt x="1042" y="159060"/>
                </a:lnTo>
                <a:lnTo>
                  <a:pt x="2344" y="148633"/>
                </a:lnTo>
                <a:lnTo>
                  <a:pt x="4167" y="138559"/>
                </a:lnTo>
                <a:lnTo>
                  <a:pt x="6511" y="128839"/>
                </a:lnTo>
                <a:lnTo>
                  <a:pt x="9376" y="119472"/>
                </a:lnTo>
                <a:lnTo>
                  <a:pt x="12762" y="110458"/>
                </a:lnTo>
                <a:lnTo>
                  <a:pt x="16669" y="101798"/>
                </a:lnTo>
                <a:lnTo>
                  <a:pt x="21096" y="93492"/>
                </a:lnTo>
                <a:lnTo>
                  <a:pt x="26045" y="85539"/>
                </a:lnTo>
                <a:lnTo>
                  <a:pt x="31514" y="77939"/>
                </a:lnTo>
                <a:lnTo>
                  <a:pt x="37505" y="70693"/>
                </a:lnTo>
                <a:lnTo>
                  <a:pt x="44016" y="63801"/>
                </a:lnTo>
                <a:lnTo>
                  <a:pt x="51048" y="57262"/>
                </a:lnTo>
                <a:lnTo>
                  <a:pt x="58601" y="51076"/>
                </a:lnTo>
                <a:lnTo>
                  <a:pt x="66675" y="45244"/>
                </a:lnTo>
                <a:lnTo>
                  <a:pt x="75270" y="39765"/>
                </a:lnTo>
                <a:lnTo>
                  <a:pt x="84386" y="34640"/>
                </a:lnTo>
                <a:lnTo>
                  <a:pt x="94022" y="29868"/>
                </a:lnTo>
                <a:lnTo>
                  <a:pt x="104180" y="25450"/>
                </a:lnTo>
                <a:lnTo>
                  <a:pt x="114858" y="21385"/>
                </a:lnTo>
                <a:lnTo>
                  <a:pt x="126057" y="17673"/>
                </a:lnTo>
                <a:lnTo>
                  <a:pt x="137778" y="14315"/>
                </a:lnTo>
                <a:lnTo>
                  <a:pt x="150019" y="11311"/>
                </a:lnTo>
                <a:lnTo>
                  <a:pt x="162781" y="8660"/>
                </a:lnTo>
                <a:lnTo>
                  <a:pt x="176064" y="6362"/>
                </a:lnTo>
                <a:lnTo>
                  <a:pt x="189867" y="4418"/>
                </a:lnTo>
                <a:lnTo>
                  <a:pt x="204192" y="2828"/>
                </a:lnTo>
                <a:lnTo>
                  <a:pt x="219038" y="1591"/>
                </a:lnTo>
                <a:lnTo>
                  <a:pt x="234404" y="707"/>
                </a:lnTo>
                <a:lnTo>
                  <a:pt x="250292" y="177"/>
                </a:lnTo>
                <a:lnTo>
                  <a:pt x="266700" y="0"/>
                </a:lnTo>
                <a:lnTo>
                  <a:pt x="1457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6A83A7"/>
            </a:solidFill>
          </a:ln>
        </p:spPr>
      </p:sp>
      <p:sp>
        <p:nvSpPr>
          <p:cNvPr id="71" name="path-71">
            <a:extLst xmlns:a="http://schemas.openxmlformats.org/drawingml/2006/main">
              <a:ext uri="{FF2B5EF4-FFF2-40B4-BE49-F238E27FC236}">
                <a16:creationId xmlns:a16="http://schemas.microsoft.com/office/drawing/2014/main" id="{ED54BB25-A620-4086-B3F7-805485E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085975"/>
            <a:ext cx="1209675" cy="238125"/>
          </a:xfrm>
          <a:custGeom xmlns:a="http://schemas.openxmlformats.org/drawingml/2006/main">
            <a:pathLst>
              <a:path w="1209675" h="238125">
                <a:moveTo>
                  <a:pt x="0" y="238125"/>
                </a:moveTo>
                <a:lnTo>
                  <a:pt x="0" y="180975"/>
                </a:lnTo>
                <a:lnTo>
                  <a:pt x="0" y="180975"/>
                </a:lnTo>
                <a:lnTo>
                  <a:pt x="260" y="169841"/>
                </a:lnTo>
                <a:lnTo>
                  <a:pt x="1042" y="159060"/>
                </a:lnTo>
                <a:lnTo>
                  <a:pt x="2344" y="148633"/>
                </a:lnTo>
                <a:lnTo>
                  <a:pt x="4167" y="138559"/>
                </a:lnTo>
                <a:lnTo>
                  <a:pt x="6511" y="128839"/>
                </a:lnTo>
                <a:lnTo>
                  <a:pt x="9376" y="119472"/>
                </a:lnTo>
                <a:lnTo>
                  <a:pt x="12762" y="110458"/>
                </a:lnTo>
                <a:lnTo>
                  <a:pt x="16669" y="101798"/>
                </a:lnTo>
                <a:lnTo>
                  <a:pt x="21096" y="93492"/>
                </a:lnTo>
                <a:lnTo>
                  <a:pt x="26045" y="85539"/>
                </a:lnTo>
                <a:lnTo>
                  <a:pt x="31514" y="77939"/>
                </a:lnTo>
                <a:lnTo>
                  <a:pt x="37505" y="70693"/>
                </a:lnTo>
                <a:lnTo>
                  <a:pt x="44016" y="63801"/>
                </a:lnTo>
                <a:lnTo>
                  <a:pt x="51048" y="57262"/>
                </a:lnTo>
                <a:lnTo>
                  <a:pt x="58601" y="51076"/>
                </a:lnTo>
                <a:lnTo>
                  <a:pt x="66675" y="45244"/>
                </a:lnTo>
                <a:lnTo>
                  <a:pt x="75270" y="39765"/>
                </a:lnTo>
                <a:lnTo>
                  <a:pt x="84386" y="34640"/>
                </a:lnTo>
                <a:lnTo>
                  <a:pt x="94022" y="29868"/>
                </a:lnTo>
                <a:lnTo>
                  <a:pt x="104180" y="25450"/>
                </a:lnTo>
                <a:lnTo>
                  <a:pt x="114858" y="21385"/>
                </a:lnTo>
                <a:lnTo>
                  <a:pt x="126057" y="17673"/>
                </a:lnTo>
                <a:lnTo>
                  <a:pt x="137778" y="14315"/>
                </a:lnTo>
                <a:lnTo>
                  <a:pt x="150019" y="11311"/>
                </a:lnTo>
                <a:lnTo>
                  <a:pt x="162781" y="8660"/>
                </a:lnTo>
                <a:lnTo>
                  <a:pt x="176064" y="6362"/>
                </a:lnTo>
                <a:lnTo>
                  <a:pt x="189867" y="4418"/>
                </a:lnTo>
                <a:lnTo>
                  <a:pt x="204192" y="2828"/>
                </a:lnTo>
                <a:lnTo>
                  <a:pt x="219038" y="1591"/>
                </a:lnTo>
                <a:lnTo>
                  <a:pt x="234404" y="707"/>
                </a:lnTo>
                <a:lnTo>
                  <a:pt x="250292" y="177"/>
                </a:lnTo>
                <a:lnTo>
                  <a:pt x="266700" y="0"/>
                </a:lnTo>
                <a:lnTo>
                  <a:pt x="1209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5718">
            <a:solidFill>
              <a:srgbClr val="6A83A7"/>
            </a:solidFill>
          </a:ln>
        </p:spPr>
      </p:sp>
      <p:sp>
        <p:nvSpPr>
          <p:cNvPr id="72" name="path-72">
            <a:extLst xmlns:a="http://schemas.openxmlformats.org/drawingml/2006/main">
              <a:ext uri="{FF2B5EF4-FFF2-40B4-BE49-F238E27FC236}">
                <a16:creationId xmlns:a16="http://schemas.microsoft.com/office/drawing/2014/main" id="{99D4B68F-79ED-433C-AFA2-904DAE29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38350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0"/>
                </a:moveTo>
                <a:lnTo>
                  <a:pt x="95250" y="47625"/>
                </a:lnTo>
                <a:lnTo>
                  <a:pt x="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2860">
            <a:solidFill>
              <a:srgbClr val="6A83A7"/>
            </a:solidFill>
          </a:ln>
        </p:spPr>
      </p:sp>
      <p:sp>
        <p:nvSpPr>
          <p:cNvPr id="73" name="line-73">
            <a:extLst xmlns:a="http://schemas.openxmlformats.org/drawingml/2006/main">
              <a:ext uri="{FF2B5EF4-FFF2-40B4-BE49-F238E27FC236}">
                <a16:creationId xmlns:a16="http://schemas.microsoft.com/office/drawing/2014/main" id="{13F6FDA6-92B5-4FD0-8644-0FBE1CF5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571750"/>
            <a:ext cx="10" cy="666750"/>
          </a:xfrm>
          <a:custGeom xmlns:a="http://schemas.openxmlformats.org/drawingml/2006/main">
            <a:pathLst>
              <a:path w="10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6A83A7"/>
            </a:solidFill>
          </a:ln>
        </p:spPr>
      </p:sp>
      <p:sp>
        <p:nvSpPr>
          <p:cNvPr id="74" name="path-74">
            <a:extLst xmlns:a="http://schemas.openxmlformats.org/drawingml/2006/main">
              <a:ext uri="{FF2B5EF4-FFF2-40B4-BE49-F238E27FC236}">
                <a16:creationId xmlns:a16="http://schemas.microsoft.com/office/drawing/2014/main" id="{BA64763F-F8B8-47D9-99D0-29A9DC35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268" y="3151921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86579"/>
                </a:moveTo>
                <a:lnTo>
                  <a:pt x="0" y="0"/>
                </a:lnTo>
                <a:lnTo>
                  <a:pt x="79414" y="0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23813">
            <a:solidFill>
              <a:srgbClr val="6A83A7"/>
            </a:solidFill>
          </a:ln>
        </p:spPr>
      </p:sp>
      <p:sp>
        <p:nvSpPr>
          <p:cNvPr id="75" name="AI-066-75">
            <a:extLst xmlns:a="http://schemas.openxmlformats.org/drawingml/2006/main">
              <a:ext uri="{FF2B5EF4-FFF2-40B4-BE49-F238E27FC236}">
                <a16:creationId xmlns:a16="http://schemas.microsoft.com/office/drawing/2014/main" id="{4191129B-A1D4-42BC-A3E3-5B2CCC72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238500"/>
            <a:ext cx="1019175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76" name="AI-066-76">
            <a:extLst xmlns:a="http://schemas.openxmlformats.org/drawingml/2006/main">
              <a:ext uri="{FF2B5EF4-FFF2-40B4-BE49-F238E27FC236}">
                <a16:creationId xmlns:a16="http://schemas.microsoft.com/office/drawing/2014/main" id="{C3107E02-6CC1-441C-8075-4C2DDE75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3238500"/>
            <a:ext cx="10191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Bridge</a:t>
            </a:r>
          </a:p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Network</a:t>
            </a:r>
          </a:p>
        </p:txBody>
      </p:sp>
      <p:sp>
        <p:nvSpPr>
          <p:cNvPr id="77" name="AI-066-77">
            <a:extLst xmlns:a="http://schemas.openxmlformats.org/drawingml/2006/main">
              <a:ext uri="{FF2B5EF4-FFF2-40B4-BE49-F238E27FC236}">
                <a16:creationId xmlns:a16="http://schemas.microsoft.com/office/drawing/2014/main" id="{FEC5004A-4DFE-467D-A08D-E449F46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238500"/>
            <a:ext cx="1057275" cy="685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6A83A7"/>
            </a:solidFill>
          </a:ln>
        </p:spPr>
      </p:sp>
      <p:sp>
        <p:nvSpPr>
          <p:cNvPr id="78" name="AI-066-78">
            <a:extLst xmlns:a="http://schemas.openxmlformats.org/drawingml/2006/main">
              <a:ext uri="{FF2B5EF4-FFF2-40B4-BE49-F238E27FC236}">
                <a16:creationId xmlns:a16="http://schemas.microsoft.com/office/drawing/2014/main" id="{19E90C5B-4F66-4CA1-A814-A184E9DB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3352800"/>
            <a:ext cx="152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79" name="AI-066-79">
            <a:extLst xmlns:a="http://schemas.openxmlformats.org/drawingml/2006/main">
              <a:ext uri="{FF2B5EF4-FFF2-40B4-BE49-F238E27FC236}">
                <a16:creationId xmlns:a16="http://schemas.microsoft.com/office/drawing/2014/main" id="{443D6293-5CD5-4EC4-8F62-EFCCE9BC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10275" y="3352800"/>
            <a:ext cx="152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80" name="AI-066-80">
            <a:extLst xmlns:a="http://schemas.openxmlformats.org/drawingml/2006/main">
              <a:ext uri="{FF2B5EF4-FFF2-40B4-BE49-F238E27FC236}">
                <a16:creationId xmlns:a16="http://schemas.microsoft.com/office/drawing/2014/main" id="{7D630071-1E67-4BBD-A232-8EEA2AD8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67450" y="3352800"/>
            <a:ext cx="152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81" name="AI-066-81">
            <a:extLst xmlns:a="http://schemas.openxmlformats.org/drawingml/2006/main">
              <a:ext uri="{FF2B5EF4-FFF2-40B4-BE49-F238E27FC236}">
                <a16:creationId xmlns:a16="http://schemas.microsoft.com/office/drawing/2014/main" id="{558A44D1-6715-48F6-9B77-A4506DD1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3352800"/>
            <a:ext cx="1524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82" name="line-82">
            <a:extLst xmlns:a="http://schemas.openxmlformats.org/drawingml/2006/main">
              <a:ext uri="{FF2B5EF4-FFF2-40B4-BE49-F238E27FC236}">
                <a16:creationId xmlns:a16="http://schemas.microsoft.com/office/drawing/2014/main" id="{1E03FC4D-9873-4AA8-AAAA-98BEBD04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275" y="3581400"/>
            <a:ext cx="438150" cy="10"/>
          </a:xfrm>
          <a:custGeom xmlns:a="http://schemas.openxmlformats.org/drawingml/2006/main">
            <a:pathLst>
              <a:path w="438150" h="10">
                <a:moveTo>
                  <a:pt x="0" y="0"/>
                </a:moveTo>
                <a:lnTo>
                  <a:pt x="4381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A83A7"/>
            </a:solidFill>
          </a:ln>
        </p:spPr>
      </p:sp>
      <p:sp>
        <p:nvSpPr>
          <p:cNvPr id="83" name="path-83">
            <a:extLst xmlns:a="http://schemas.openxmlformats.org/drawingml/2006/main">
              <a:ext uri="{FF2B5EF4-FFF2-40B4-BE49-F238E27FC236}">
                <a16:creationId xmlns:a16="http://schemas.microsoft.com/office/drawing/2014/main" id="{3794B732-F6B9-40C5-8C64-8AB91B78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9846" y="3541693"/>
            <a:ext cx="86579" cy="79414"/>
          </a:xfrm>
          <a:custGeom xmlns:a="http://schemas.openxmlformats.org/drawingml/2006/main">
            <a:pathLst>
              <a:path w="86579" h="79414">
                <a:moveTo>
                  <a:pt x="86579" y="39707"/>
                </a:moveTo>
                <a:lnTo>
                  <a:pt x="0" y="794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21908">
            <a:solidFill>
              <a:srgbClr val="6A83A7"/>
            </a:solidFill>
          </a:ln>
        </p:spPr>
      </p:sp>
      <p:sp>
        <p:nvSpPr>
          <p:cNvPr id="84" name="AI-066-84">
            <a:extLst xmlns:a="http://schemas.openxmlformats.org/drawingml/2006/main">
              <a:ext uri="{FF2B5EF4-FFF2-40B4-BE49-F238E27FC236}">
                <a16:creationId xmlns:a16="http://schemas.microsoft.com/office/drawing/2014/main" id="{B8697283-0882-4CD1-9263-88B6D648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05425" y="4038600"/>
            <a:ext cx="1781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Estimated</a:t>
            </a:r>
          </a:p>
          <a:p xmlns:a="http://schemas.openxmlformats.org/drawingml/2006/main">
            <a:pPr algn="ctr">
              <a:defRPr sz="120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Predicted Protoform</a:t>
            </a:r>
          </a:p>
          <a:p xmlns:a="http://schemas.openxmlformats.org/drawingml/2006/main">
            <a:pPr algn="ctr">
              <a:defRPr sz="120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Embedding</a:t>
            </a:r>
          </a:p>
        </p:txBody>
      </p:sp>
      <p:sp>
        <p:nvSpPr>
          <p:cNvPr id="85" name="line-85">
            <a:extLst xmlns:a="http://schemas.openxmlformats.org/drawingml/2006/main">
              <a:ext uri="{FF2B5EF4-FFF2-40B4-BE49-F238E27FC236}">
                <a16:creationId xmlns:a16="http://schemas.microsoft.com/office/drawing/2014/main" id="{64E7BAEF-A9A6-41B0-87B7-6C3E422A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133475"/>
            <a:ext cx="10" cy="762000"/>
          </a:xfrm>
          <a:custGeom xmlns:a="http://schemas.openxmlformats.org/drawingml/2006/main">
            <a:pathLst>
              <a:path w="10" h="762000">
                <a:moveTo>
                  <a:pt x="0" y="0"/>
                </a:moveTo>
                <a:lnTo>
                  <a:pt x="0" y="76200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E9164"/>
            </a:solidFill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E505ADE0-D3A1-4000-9F07-B12D8B49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622" y="1800238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95237"/>
                </a:moveTo>
                <a:lnTo>
                  <a:pt x="0" y="0"/>
                </a:lnTo>
                <a:lnTo>
                  <a:pt x="87355" y="0"/>
                </a:lnTo>
                <a:close/>
              </a:path>
            </a:pathLst>
          </a:custGeom>
          <a:solidFill xmlns:a="http://schemas.openxmlformats.org/drawingml/2006/main">
            <a:srgbClr val="6E9164"/>
          </a:solidFill>
          <a:ln xmlns:a="http://schemas.openxmlformats.org/drawingml/2006/main" w="21908">
            <a:solidFill>
              <a:srgbClr val="6E9164"/>
            </a:solidFill>
          </a:ln>
        </p:spPr>
      </p:sp>
      <p:sp>
        <p:nvSpPr>
          <p:cNvPr id="87" name="line-87">
            <a:extLst xmlns:a="http://schemas.openxmlformats.org/drawingml/2006/main">
              <a:ext uri="{FF2B5EF4-FFF2-40B4-BE49-F238E27FC236}">
                <a16:creationId xmlns:a16="http://schemas.microsoft.com/office/drawing/2014/main" id="{61DDA8E2-D5FC-48A8-B747-4E921D30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38400"/>
            <a:ext cx="10" cy="800100"/>
          </a:xfrm>
          <a:custGeom xmlns:a="http://schemas.openxmlformats.org/drawingml/2006/main">
            <a:pathLst>
              <a:path w="10" h="800100">
                <a:moveTo>
                  <a:pt x="0" y="8001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6A83A7"/>
            </a:solidFill>
          </a:ln>
        </p:spPr>
      </p:sp>
      <p:sp>
        <p:nvSpPr>
          <p:cNvPr id="88" name="path-88">
            <a:extLst xmlns:a="http://schemas.openxmlformats.org/drawingml/2006/main">
              <a:ext uri="{FF2B5EF4-FFF2-40B4-BE49-F238E27FC236}">
                <a16:creationId xmlns:a16="http://schemas.microsoft.com/office/drawing/2014/main" id="{FC2AECD9-7767-4688-8B31-813D46BE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6622" y="2438400"/>
            <a:ext cx="87355" cy="95237"/>
          </a:xfrm>
          <a:custGeom xmlns:a="http://schemas.openxmlformats.org/drawingml/2006/main">
            <a:pathLst>
              <a:path w="87355" h="95237">
                <a:moveTo>
                  <a:pt x="43678" y="0"/>
                </a:moveTo>
                <a:lnTo>
                  <a:pt x="87355" y="95237"/>
                </a:lnTo>
                <a:lnTo>
                  <a:pt x="0" y="95237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21908">
            <a:solidFill>
              <a:srgbClr val="6A83A7"/>
            </a:solidFill>
          </a:ln>
        </p:spPr>
      </p:sp>
      <p:sp>
        <p:nvSpPr>
          <p:cNvPr id="89" name="AI-066-89">
            <a:extLst xmlns:a="http://schemas.openxmlformats.org/drawingml/2006/main">
              <a:ext uri="{FF2B5EF4-FFF2-40B4-BE49-F238E27FC236}">
                <a16:creationId xmlns:a16="http://schemas.microsoft.com/office/drawing/2014/main" id="{72FCE4E7-677F-433B-AD25-E62C9DAA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7825" y="1924050"/>
            <a:ext cx="1476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(Cosine Similarity</a:t>
            </a:r>
          </a:p>
        </p:txBody>
      </p:sp>
      <p:sp>
        <p:nvSpPr>
          <p:cNvPr id="90" name="AI-066-90">
            <a:extLst xmlns:a="http://schemas.openxmlformats.org/drawingml/2006/main">
              <a:ext uri="{FF2B5EF4-FFF2-40B4-BE49-F238E27FC236}">
                <a16:creationId xmlns:a16="http://schemas.microsoft.com/office/drawing/2014/main" id="{260F0D34-D221-4CFC-BF22-B360340C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62625" y="2171700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91" name="AI-066-91">
            <a:extLst xmlns:a="http://schemas.openxmlformats.org/drawingml/2006/main">
              <a:ext uri="{FF2B5EF4-FFF2-40B4-BE49-F238E27FC236}">
                <a16:creationId xmlns:a16="http://schemas.microsoft.com/office/drawing/2014/main" id="{71425802-9BEE-4EB1-BE03-0746B701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53150" y="2114550"/>
            <a:ext cx="19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 i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92" name="AI-066-92">
            <a:extLst xmlns:a="http://schemas.openxmlformats.org/drawingml/2006/main">
              <a:ext uri="{FF2B5EF4-FFF2-40B4-BE49-F238E27FC236}">
                <a16:creationId xmlns:a16="http://schemas.microsoft.com/office/drawing/2014/main" id="{4D6F30C7-07FF-48B8-915F-FB57B1D3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257425"/>
            <a:ext cx="590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0" i="0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BRIDGE</a:t>
            </a:r>
          </a:p>
        </p:txBody>
      </p:sp>
      <p:sp>
        <p:nvSpPr>
          <p:cNvPr id="93" name="AI-066-93">
            <a:extLst xmlns:a="http://schemas.openxmlformats.org/drawingml/2006/main">
              <a:ext uri="{FF2B5EF4-FFF2-40B4-BE49-F238E27FC236}">
                <a16:creationId xmlns:a16="http://schemas.microsoft.com/office/drawing/2014/main" id="{8206C09C-B153-4E01-ABBF-D46CB298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2171700"/>
            <a:ext cx="95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94" name="AI-066-94">
            <a:extLst xmlns:a="http://schemas.openxmlformats.org/drawingml/2006/main">
              <a:ext uri="{FF2B5EF4-FFF2-40B4-BE49-F238E27FC236}">
                <a16:creationId xmlns:a16="http://schemas.microsoft.com/office/drawing/2014/main" id="{0BB16419-CE9B-487D-ABE8-B3F337D1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1171575"/>
            <a:ext cx="3638550" cy="2305050"/>
          </a:xfrm>
          <a:prstGeom xmlns:a="http://schemas.openxmlformats.org/drawingml/2006/main" prst="roundRect">
            <a:avLst>
              <a:gd name="adj" fmla="val 4132"/>
            </a:avLst>
          </a:prstGeom>
          <a:solidFill xmlns:a="http://schemas.openxmlformats.org/drawingml/2006/main">
            <a:srgbClr val="F4F4F4"/>
          </a:solidFill>
          <a:ln xmlns:a="http://schemas.openxmlformats.org/drawingml/2006/main" w="23813">
            <a:solidFill>
              <a:srgbClr val="777777"/>
            </a:solidFill>
          </a:ln>
        </p:spPr>
      </p:sp>
      <p:sp>
        <p:nvSpPr>
          <p:cNvPr id="95" name="AI-066-95">
            <a:extLst xmlns:a="http://schemas.openxmlformats.org/drawingml/2006/main">
              <a:ext uri="{FF2B5EF4-FFF2-40B4-BE49-F238E27FC236}">
                <a16:creationId xmlns:a16="http://schemas.microsoft.com/office/drawing/2014/main" id="{AE490819-4237-435F-B9A6-4BD1F79E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1219200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Proto-to-Daughter</a:t>
            </a:r>
          </a:p>
          <a:p xmlns:a="http://schemas.openxmlformats.org/drawingml/2006/main">
            <a:pPr algn="l">
              <a:defRPr sz="1388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88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Sub-network (P2D)</a:t>
            </a:r>
          </a:p>
        </p:txBody>
      </p:sp>
      <p:sp>
        <p:nvSpPr>
          <p:cNvPr id="96" name="AI-066-96">
            <a:extLst xmlns:a="http://schemas.openxmlformats.org/drawingml/2006/main">
              <a:ext uri="{FF2B5EF4-FFF2-40B4-BE49-F238E27FC236}">
                <a16:creationId xmlns:a16="http://schemas.microsoft.com/office/drawing/2014/main" id="{4E88F45B-0E01-4A30-A22A-AFD06DAF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2324100"/>
            <a:ext cx="1362075" cy="9239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97" name="AI-066-97">
            <a:extLst xmlns:a="http://schemas.openxmlformats.org/drawingml/2006/main">
              <a:ext uri="{FF2B5EF4-FFF2-40B4-BE49-F238E27FC236}">
                <a16:creationId xmlns:a16="http://schemas.microsoft.com/office/drawing/2014/main" id="{45D7D6C1-7346-4F3E-8DC5-EFEA8AFD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2324100"/>
            <a:ext cx="1371600" cy="923925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98" name="AI-066-98">
            <a:extLst xmlns:a="http://schemas.openxmlformats.org/drawingml/2006/main">
              <a:ext uri="{FF2B5EF4-FFF2-40B4-BE49-F238E27FC236}">
                <a16:creationId xmlns:a16="http://schemas.microsoft.com/office/drawing/2014/main" id="{C9C3BDBB-6877-4DF5-9A7D-3295748D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1409700"/>
            <a:ext cx="1371600" cy="466725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111111"/>
            </a:solidFill>
          </a:ln>
        </p:spPr>
      </p:sp>
      <p:sp>
        <p:nvSpPr>
          <p:cNvPr id="99" name="AI-066-99">
            <a:extLst xmlns:a="http://schemas.openxmlformats.org/drawingml/2006/main">
              <a:ext uri="{FF2B5EF4-FFF2-40B4-BE49-F238E27FC236}">
                <a16:creationId xmlns:a16="http://schemas.microsoft.com/office/drawing/2014/main" id="{7EFEACE6-403A-4F2B-B612-24D3E4D5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2324100"/>
            <a:ext cx="13620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Encoder</a:t>
            </a:r>
          </a:p>
        </p:txBody>
      </p:sp>
      <p:sp>
        <p:nvSpPr>
          <p:cNvPr id="100" name="AI-066-100">
            <a:extLst xmlns:a="http://schemas.openxmlformats.org/drawingml/2006/main">
              <a:ext uri="{FF2B5EF4-FFF2-40B4-BE49-F238E27FC236}">
                <a16:creationId xmlns:a16="http://schemas.microsoft.com/office/drawing/2014/main" id="{327774F1-EFF4-4F3E-AFFD-5BCF1984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2324100"/>
            <a:ext cx="13716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Decoder</a:t>
            </a:r>
          </a:p>
        </p:txBody>
      </p:sp>
      <p:sp>
        <p:nvSpPr>
          <p:cNvPr id="101" name="AI-066-101">
            <a:extLst xmlns:a="http://schemas.openxmlformats.org/drawingml/2006/main">
              <a:ext uri="{FF2B5EF4-FFF2-40B4-BE49-F238E27FC236}">
                <a16:creationId xmlns:a16="http://schemas.microsoft.com/office/drawing/2014/main" id="{2B152604-F3FF-4EF2-A862-FFF0887B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14097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Classifier</a:t>
            </a:r>
          </a:p>
        </p:txBody>
      </p:sp>
      <p:sp>
        <p:nvSpPr>
          <p:cNvPr id="102" name="line-102">
            <a:extLst xmlns:a="http://schemas.openxmlformats.org/drawingml/2006/main">
              <a:ext uri="{FF2B5EF4-FFF2-40B4-BE49-F238E27FC236}">
                <a16:creationId xmlns:a16="http://schemas.microsoft.com/office/drawing/2014/main" id="{13B2F292-67AB-42E0-93CF-7F70710DA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71775"/>
            <a:ext cx="457200" cy="10"/>
          </a:xfrm>
          <a:custGeom xmlns:a="http://schemas.openxmlformats.org/drawingml/2006/main">
            <a:pathLst>
              <a:path w="457200" h="10">
                <a:moveTo>
                  <a:pt x="0" y="0"/>
                </a:moveTo>
                <a:lnTo>
                  <a:pt x="457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103" name="path-103">
            <a:extLst xmlns:a="http://schemas.openxmlformats.org/drawingml/2006/main">
              <a:ext uri="{FF2B5EF4-FFF2-40B4-BE49-F238E27FC236}">
                <a16:creationId xmlns:a16="http://schemas.microsoft.com/office/drawing/2014/main" id="{B1AE49D7-7D0A-4B24-95BA-112BE1A6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63" y="2728097"/>
            <a:ext cx="95237" cy="87355"/>
          </a:xfrm>
          <a:custGeom xmlns:a="http://schemas.openxmlformats.org/drawingml/2006/main">
            <a:pathLst>
              <a:path w="95237" h="87355">
                <a:moveTo>
                  <a:pt x="95237" y="43678"/>
                </a:moveTo>
                <a:lnTo>
                  <a:pt x="0" y="873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1111"/>
          </a:solidFill>
          <a:ln xmlns:a="http://schemas.openxmlformats.org/drawingml/2006/main" w="21908">
            <a:solidFill>
              <a:srgbClr val="111111"/>
            </a:solidFill>
          </a:ln>
        </p:spPr>
      </p:sp>
      <p:sp>
        <p:nvSpPr>
          <p:cNvPr id="104" name="AI-066-104">
            <a:extLst xmlns:a="http://schemas.openxmlformats.org/drawingml/2006/main">
              <a:ext uri="{FF2B5EF4-FFF2-40B4-BE49-F238E27FC236}">
                <a16:creationId xmlns:a16="http://schemas.microsoft.com/office/drawing/2014/main" id="{0012B102-27F7-46CC-B3E7-DB593B54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3686175"/>
            <a:ext cx="1019175" cy="714375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15D59"/>
            </a:solidFill>
          </a:ln>
        </p:spPr>
      </p:sp>
      <p:sp>
        <p:nvSpPr>
          <p:cNvPr id="105" name="AI-066-105">
            <a:extLst xmlns:a="http://schemas.openxmlformats.org/drawingml/2006/main">
              <a:ext uri="{FF2B5EF4-FFF2-40B4-BE49-F238E27FC236}">
                <a16:creationId xmlns:a16="http://schemas.microsoft.com/office/drawing/2014/main" id="{E2EBD989-3155-4B77-B833-1B76A8D1C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800475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06" name="AI-066-106">
            <a:extLst xmlns:a="http://schemas.openxmlformats.org/drawingml/2006/main">
              <a:ext uri="{FF2B5EF4-FFF2-40B4-BE49-F238E27FC236}">
                <a16:creationId xmlns:a16="http://schemas.microsoft.com/office/drawing/2014/main" id="{E8D0A85A-75ED-4AA9-8C9C-F986A87E7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425" y="3800475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07" name="AI-066-107">
            <a:extLst xmlns:a="http://schemas.openxmlformats.org/drawingml/2006/main">
              <a:ext uri="{FF2B5EF4-FFF2-40B4-BE49-F238E27FC236}">
                <a16:creationId xmlns:a16="http://schemas.microsoft.com/office/drawing/2014/main" id="{878825FC-F147-4465-B288-5DF916B3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50250" y="3800475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08" name="AI-066-108">
            <a:extLst xmlns:a="http://schemas.openxmlformats.org/drawingml/2006/main">
              <a:ext uri="{FF2B5EF4-FFF2-40B4-BE49-F238E27FC236}">
                <a16:creationId xmlns:a16="http://schemas.microsoft.com/office/drawing/2014/main" id="{589BFF20-37A0-4F10-9C30-659FF430C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01075" y="3800475"/>
            <a:ext cx="133350" cy="4857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09" name="AI-066-109">
            <a:extLst xmlns:a="http://schemas.openxmlformats.org/drawingml/2006/main">
              <a:ext uri="{FF2B5EF4-FFF2-40B4-BE49-F238E27FC236}">
                <a16:creationId xmlns:a16="http://schemas.microsoft.com/office/drawing/2014/main" id="{3274A04E-08DC-409C-B7EC-5E0B996C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4391025"/>
            <a:ext cx="22955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15D5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15D59"/>
                </a:solidFill>
                <a:latin typeface="Arial"/>
                <a:ea typeface="Arial"/>
                <a:cs typeface="Arial"/>
              </a:rPr>
              <a:t>Embedded Gold Protoform</a:t>
            </a:r>
          </a:p>
        </p:txBody>
      </p:sp>
      <p:sp>
        <p:nvSpPr>
          <p:cNvPr id="110" name="AI-066-110">
            <a:extLst xmlns:a="http://schemas.openxmlformats.org/drawingml/2006/main">
              <a:ext uri="{FF2B5EF4-FFF2-40B4-BE49-F238E27FC236}">
                <a16:creationId xmlns:a16="http://schemas.microsoft.com/office/drawing/2014/main" id="{DA65E8A9-49B3-4AA0-A8D6-5F44ED07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781425"/>
            <a:ext cx="171450" cy="552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29A2A"/>
            </a:solidFill>
          </a:ln>
        </p:spPr>
      </p:sp>
      <p:sp>
        <p:nvSpPr>
          <p:cNvPr id="111" name="AI-066-111">
            <a:extLst xmlns:a="http://schemas.openxmlformats.org/drawingml/2006/main">
              <a:ext uri="{FF2B5EF4-FFF2-40B4-BE49-F238E27FC236}">
                <a16:creationId xmlns:a16="http://schemas.microsoft.com/office/drawing/2014/main" id="{C84123A1-E22F-4C23-B385-BFA61B9A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375" y="3848100"/>
            <a:ext cx="76200" cy="4191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E3C3"/>
          </a:solidFill>
          <a:ln xmlns:a="http://schemas.openxmlformats.org/drawingml/2006/main" w="15240">
            <a:solidFill>
              <a:srgbClr val="C29A2A"/>
            </a:solidFill>
          </a:ln>
        </p:spPr>
      </p:sp>
      <p:sp>
        <p:nvSpPr>
          <p:cNvPr id="112" name="AI-066-112">
            <a:extLst xmlns:a="http://schemas.openxmlformats.org/drawingml/2006/main">
              <a:ext uri="{FF2B5EF4-FFF2-40B4-BE49-F238E27FC236}">
                <a16:creationId xmlns:a16="http://schemas.microsoft.com/office/drawing/2014/main" id="{4A0B9A4E-EFF4-4C97-A4E1-0DD0F4FB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638550"/>
            <a:ext cx="7524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C29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29A2A"/>
                </a:solidFill>
                <a:latin typeface="Arial"/>
                <a:ea typeface="Arial"/>
                <a:cs typeface="Arial"/>
              </a:rPr>
              <a:t>Target</a:t>
            </a:r>
          </a:p>
          <a:p xmlns:a="http://schemas.openxmlformats.org/drawingml/2006/main">
            <a:pPr algn="ctr">
              <a:defRPr sz="1275" b="0" i="0">
                <a:solidFill>
                  <a:srgbClr val="C29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29A2A"/>
                </a:solidFill>
                <a:latin typeface="Arial"/>
                <a:ea typeface="Arial"/>
                <a:cs typeface="Arial"/>
              </a:rPr>
              <a:t>Language</a:t>
            </a:r>
          </a:p>
          <a:p xmlns:a="http://schemas.openxmlformats.org/drawingml/2006/main">
            <a:pPr algn="ctr">
              <a:defRPr sz="1275" b="0" i="0">
                <a:solidFill>
                  <a:srgbClr val="C29A2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29A2A"/>
                </a:solidFill>
                <a:latin typeface="Arial"/>
                <a:ea typeface="Arial"/>
                <a:cs typeface="Arial"/>
              </a:rPr>
              <a:t>Prompt</a:t>
            </a:r>
          </a:p>
        </p:txBody>
      </p:sp>
      <p:sp>
        <p:nvSpPr>
          <p:cNvPr id="113" name="line-113">
            <a:extLst xmlns:a="http://schemas.openxmlformats.org/drawingml/2006/main">
              <a:ext uri="{FF2B5EF4-FFF2-40B4-BE49-F238E27FC236}">
                <a16:creationId xmlns:a16="http://schemas.microsoft.com/office/drawing/2014/main" id="{CB17C4DE-F7CB-4217-842F-75AB8398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57550"/>
            <a:ext cx="10" cy="523875"/>
          </a:xfrm>
          <a:custGeom xmlns:a="http://schemas.openxmlformats.org/drawingml/2006/main">
            <a:pathLst>
              <a:path w="10" h="523875">
                <a:moveTo>
                  <a:pt x="0" y="5238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29A2A"/>
            </a:solidFill>
          </a:ln>
        </p:spPr>
      </p:sp>
      <p:sp>
        <p:nvSpPr>
          <p:cNvPr id="114" name="path-114">
            <a:extLst xmlns:a="http://schemas.openxmlformats.org/drawingml/2006/main">
              <a:ext uri="{FF2B5EF4-FFF2-40B4-BE49-F238E27FC236}">
                <a16:creationId xmlns:a16="http://schemas.microsoft.com/office/drawing/2014/main" id="{A3BA260F-DCCC-45C8-B966-CEA4243F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1243" y="3257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C29A2A"/>
          </a:solidFill>
          <a:ln xmlns:a="http://schemas.openxmlformats.org/drawingml/2006/main" w="20955">
            <a:solidFill>
              <a:srgbClr val="C29A2A"/>
            </a:solidFill>
          </a:ln>
        </p:spPr>
      </p:sp>
      <p:sp>
        <p:nvSpPr>
          <p:cNvPr id="115" name="line-115">
            <a:extLst xmlns:a="http://schemas.openxmlformats.org/drawingml/2006/main">
              <a:ext uri="{FF2B5EF4-FFF2-40B4-BE49-F238E27FC236}">
                <a16:creationId xmlns:a16="http://schemas.microsoft.com/office/drawing/2014/main" id="{CB77E506-D64A-441A-9FF7-5886C133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0022D86A-0A1C-4C49-8DC0-9E73055A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6518" y="3257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17" name="line-117">
            <a:extLst xmlns:a="http://schemas.openxmlformats.org/drawingml/2006/main">
              <a:ext uri="{FF2B5EF4-FFF2-40B4-BE49-F238E27FC236}">
                <a16:creationId xmlns:a16="http://schemas.microsoft.com/office/drawing/2014/main" id="{BA479F5A-DF7D-4E1C-8853-BE8963B0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18" name="path-118">
            <a:extLst xmlns:a="http://schemas.openxmlformats.org/drawingml/2006/main">
              <a:ext uri="{FF2B5EF4-FFF2-40B4-BE49-F238E27FC236}">
                <a16:creationId xmlns:a16="http://schemas.microsoft.com/office/drawing/2014/main" id="{D845F0DA-A56B-49DE-BDDF-B66AD985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643" y="3257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19" name="line-119">
            <a:extLst xmlns:a="http://schemas.openxmlformats.org/drawingml/2006/main">
              <a:ext uri="{FF2B5EF4-FFF2-40B4-BE49-F238E27FC236}">
                <a16:creationId xmlns:a16="http://schemas.microsoft.com/office/drawing/2014/main" id="{6757CF04-5A1D-4107-BD9B-23B785FF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20" name="path-120">
            <a:extLst xmlns:a="http://schemas.openxmlformats.org/drawingml/2006/main">
              <a:ext uri="{FF2B5EF4-FFF2-40B4-BE49-F238E27FC236}">
                <a16:creationId xmlns:a16="http://schemas.microsoft.com/office/drawing/2014/main" id="{CC0A58E5-15CC-48F3-A031-2953509B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2768" y="3257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21" name="line-121">
            <a:extLst xmlns:a="http://schemas.openxmlformats.org/drawingml/2006/main">
              <a:ext uri="{FF2B5EF4-FFF2-40B4-BE49-F238E27FC236}">
                <a16:creationId xmlns:a16="http://schemas.microsoft.com/office/drawing/2014/main" id="{06916B30-345E-4C39-B219-4DBD1092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57550"/>
            <a:ext cx="10" cy="542925"/>
          </a:xfrm>
          <a:custGeom xmlns:a="http://schemas.openxmlformats.org/drawingml/2006/main">
            <a:pathLst>
              <a:path w="10" h="542925">
                <a:moveTo>
                  <a:pt x="0" y="5429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22" name="path-122">
            <a:extLst xmlns:a="http://schemas.openxmlformats.org/drawingml/2006/main">
              <a:ext uri="{FF2B5EF4-FFF2-40B4-BE49-F238E27FC236}">
                <a16:creationId xmlns:a16="http://schemas.microsoft.com/office/drawing/2014/main" id="{33D05670-9130-4482-8FDD-427B20B1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0418" y="3257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20955">
            <a:solidFill>
              <a:srgbClr val="B15D59"/>
            </a:solidFill>
          </a:ln>
        </p:spPr>
      </p:sp>
      <p:sp>
        <p:nvSpPr>
          <p:cNvPr id="123" name="path-123">
            <a:extLst xmlns:a="http://schemas.openxmlformats.org/drawingml/2006/main">
              <a:ext uri="{FF2B5EF4-FFF2-40B4-BE49-F238E27FC236}">
                <a16:creationId xmlns:a16="http://schemas.microsoft.com/office/drawing/2014/main" id="{43EC3765-CA6C-4CBC-BA5C-8B962C82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942975" cy="323850"/>
          </a:xfrm>
          <a:custGeom xmlns:a="http://schemas.openxmlformats.org/drawingml/2006/main">
            <a:pathLst>
              <a:path w="942975" h="323850">
                <a:moveTo>
                  <a:pt x="0" y="323850"/>
                </a:moveTo>
                <a:lnTo>
                  <a:pt x="828675" y="323850"/>
                </a:lnTo>
                <a:lnTo>
                  <a:pt x="895350" y="304800"/>
                </a:lnTo>
                <a:lnTo>
                  <a:pt x="942975" y="238125"/>
                </a:lnTo>
                <a:lnTo>
                  <a:pt x="9429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24" name="path-124">
            <a:extLst xmlns:a="http://schemas.openxmlformats.org/drawingml/2006/main">
              <a:ext uri="{FF2B5EF4-FFF2-40B4-BE49-F238E27FC236}">
                <a16:creationId xmlns:a16="http://schemas.microsoft.com/office/drawing/2014/main" id="{0FE2F375-3C11-4101-9D16-BDDA2D1C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48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47625" y="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25" name="path-125">
            <a:extLst xmlns:a="http://schemas.openxmlformats.org/drawingml/2006/main">
              <a:ext uri="{FF2B5EF4-FFF2-40B4-BE49-F238E27FC236}">
                <a16:creationId xmlns:a16="http://schemas.microsoft.com/office/drawing/2014/main" id="{20D55FBD-FDCA-4C20-ADA3-3E0532D1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1171575" cy="323850"/>
          </a:xfrm>
          <a:custGeom xmlns:a="http://schemas.openxmlformats.org/drawingml/2006/main">
            <a:pathLst>
              <a:path w="1171575" h="323850">
                <a:moveTo>
                  <a:pt x="0" y="323850"/>
                </a:moveTo>
                <a:lnTo>
                  <a:pt x="1057275" y="323850"/>
                </a:lnTo>
                <a:lnTo>
                  <a:pt x="1123950" y="304800"/>
                </a:lnTo>
                <a:lnTo>
                  <a:pt x="1171575" y="238125"/>
                </a:lnTo>
                <a:lnTo>
                  <a:pt x="1171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26" name="path-126">
            <a:extLst xmlns:a="http://schemas.openxmlformats.org/drawingml/2006/main">
              <a:ext uri="{FF2B5EF4-FFF2-40B4-BE49-F238E27FC236}">
                <a16:creationId xmlns:a16="http://schemas.microsoft.com/office/drawing/2014/main" id="{C0DFFBC5-0EE7-40B4-BBA6-9A80E193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48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47625" y="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27" name="path-127">
            <a:extLst xmlns:a="http://schemas.openxmlformats.org/drawingml/2006/main">
              <a:ext uri="{FF2B5EF4-FFF2-40B4-BE49-F238E27FC236}">
                <a16:creationId xmlns:a16="http://schemas.microsoft.com/office/drawing/2014/main" id="{C2F260A0-0AC0-4E4F-80BE-A932274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1400175" cy="323850"/>
          </a:xfrm>
          <a:custGeom xmlns:a="http://schemas.openxmlformats.org/drawingml/2006/main">
            <a:pathLst>
              <a:path w="1400175" h="323850">
                <a:moveTo>
                  <a:pt x="0" y="323850"/>
                </a:moveTo>
                <a:lnTo>
                  <a:pt x="1285875" y="323850"/>
                </a:lnTo>
                <a:lnTo>
                  <a:pt x="1352550" y="304800"/>
                </a:lnTo>
                <a:lnTo>
                  <a:pt x="1400175" y="238125"/>
                </a:lnTo>
                <a:lnTo>
                  <a:pt x="14001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28" name="path-128">
            <a:extLst xmlns:a="http://schemas.openxmlformats.org/drawingml/2006/main">
              <a:ext uri="{FF2B5EF4-FFF2-40B4-BE49-F238E27FC236}">
                <a16:creationId xmlns:a16="http://schemas.microsoft.com/office/drawing/2014/main" id="{EFF1C616-C07E-4A40-8DFC-2BDDE7B9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48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47625" y="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29" name="path-129">
            <a:extLst xmlns:a="http://schemas.openxmlformats.org/drawingml/2006/main">
              <a:ext uri="{FF2B5EF4-FFF2-40B4-BE49-F238E27FC236}">
                <a16:creationId xmlns:a16="http://schemas.microsoft.com/office/drawing/2014/main" id="{448D70D4-44D8-4E9C-B8DF-82A53161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48025"/>
            <a:ext cx="1628775" cy="323850"/>
          </a:xfrm>
          <a:custGeom xmlns:a="http://schemas.openxmlformats.org/drawingml/2006/main">
            <a:pathLst>
              <a:path w="1628775" h="323850">
                <a:moveTo>
                  <a:pt x="0" y="323850"/>
                </a:moveTo>
                <a:lnTo>
                  <a:pt x="1514475" y="323850"/>
                </a:lnTo>
                <a:lnTo>
                  <a:pt x="1581150" y="304800"/>
                </a:lnTo>
                <a:lnTo>
                  <a:pt x="1628775" y="238125"/>
                </a:lnTo>
                <a:lnTo>
                  <a:pt x="1628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30" name="path-130">
            <a:extLst xmlns:a="http://schemas.openxmlformats.org/drawingml/2006/main">
              <a:ext uri="{FF2B5EF4-FFF2-40B4-BE49-F238E27FC236}">
                <a16:creationId xmlns:a16="http://schemas.microsoft.com/office/drawing/2014/main" id="{254E5B3E-81CE-4ADD-9EAA-54C3021C6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95250" cy="95250"/>
          </a:xfrm>
          <a:custGeom xmlns:a="http://schemas.openxmlformats.org/drawingml/2006/main">
            <a:pathLst>
              <a:path w="95250" h="95250">
                <a:moveTo>
                  <a:pt x="0" y="95250"/>
                </a:moveTo>
                <a:lnTo>
                  <a:pt x="47625" y="0"/>
                </a:lnTo>
                <a:lnTo>
                  <a:pt x="95250" y="95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A83A7"/>
            </a:solidFill>
          </a:ln>
        </p:spPr>
      </p:sp>
      <p:sp>
        <p:nvSpPr>
          <p:cNvPr id="131" name="line-131">
            <a:extLst xmlns:a="http://schemas.openxmlformats.org/drawingml/2006/main">
              <a:ext uri="{FF2B5EF4-FFF2-40B4-BE49-F238E27FC236}">
                <a16:creationId xmlns:a16="http://schemas.microsoft.com/office/drawing/2014/main" id="{FD672417-ECAE-4AB8-9F9D-0E6AD248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32" name="path-132">
            <a:extLst xmlns:a="http://schemas.openxmlformats.org/drawingml/2006/main">
              <a:ext uri="{FF2B5EF4-FFF2-40B4-BE49-F238E27FC236}">
                <a16:creationId xmlns:a16="http://schemas.microsoft.com/office/drawing/2014/main" id="{812CD4EB-0D90-49E7-BFB9-2CEDDDE7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668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33" name="line-133">
            <a:extLst xmlns:a="http://schemas.openxmlformats.org/drawingml/2006/main">
              <a:ext uri="{FF2B5EF4-FFF2-40B4-BE49-F238E27FC236}">
                <a16:creationId xmlns:a16="http://schemas.microsoft.com/office/drawing/2014/main" id="{AF9EE6C4-CCC2-464B-9372-A22E8BD75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34" name="path-134">
            <a:extLst xmlns:a="http://schemas.openxmlformats.org/drawingml/2006/main">
              <a:ext uri="{FF2B5EF4-FFF2-40B4-BE49-F238E27FC236}">
                <a16:creationId xmlns:a16="http://schemas.microsoft.com/office/drawing/2014/main" id="{0354C427-C43B-4E86-BE5D-9730E18E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04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35" name="line-135">
            <a:extLst xmlns:a="http://schemas.openxmlformats.org/drawingml/2006/main">
              <a:ext uri="{FF2B5EF4-FFF2-40B4-BE49-F238E27FC236}">
                <a16:creationId xmlns:a16="http://schemas.microsoft.com/office/drawing/2014/main" id="{2D2540F3-378A-4EC4-BA67-EC23A528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36" name="path-136">
            <a:extLst xmlns:a="http://schemas.openxmlformats.org/drawingml/2006/main">
              <a:ext uri="{FF2B5EF4-FFF2-40B4-BE49-F238E27FC236}">
                <a16:creationId xmlns:a16="http://schemas.microsoft.com/office/drawing/2014/main" id="{02D480C4-A24C-4E18-9160-70AF2C4A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7668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37" name="line-137">
            <a:extLst xmlns:a="http://schemas.openxmlformats.org/drawingml/2006/main">
              <a:ext uri="{FF2B5EF4-FFF2-40B4-BE49-F238E27FC236}">
                <a16:creationId xmlns:a16="http://schemas.microsoft.com/office/drawing/2014/main" id="{A287D7C0-A6EB-47F7-82DF-E87A3D46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38" name="path-138">
            <a:extLst xmlns:a="http://schemas.openxmlformats.org/drawingml/2006/main">
              <a:ext uri="{FF2B5EF4-FFF2-40B4-BE49-F238E27FC236}">
                <a16:creationId xmlns:a16="http://schemas.microsoft.com/office/drawing/2014/main" id="{F9B28202-F669-4EE1-98B0-F0AC8A8AA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004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39" name="AI-066-139">
            <a:extLst xmlns:a="http://schemas.openxmlformats.org/drawingml/2006/main">
              <a:ext uri="{FF2B5EF4-FFF2-40B4-BE49-F238E27FC236}">
                <a16:creationId xmlns:a16="http://schemas.microsoft.com/office/drawing/2014/main" id="{904A0C24-00FF-4266-A618-73E84F43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40" name="AI-066-140">
            <a:extLst xmlns:a="http://schemas.openxmlformats.org/drawingml/2006/main">
              <a:ext uri="{FF2B5EF4-FFF2-40B4-BE49-F238E27FC236}">
                <a16:creationId xmlns:a16="http://schemas.microsoft.com/office/drawing/2014/main" id="{493F7B3A-7ED8-4DB0-AB6C-1F79B14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7715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41" name="line-141">
            <a:extLst xmlns:a="http://schemas.openxmlformats.org/drawingml/2006/main">
              <a:ext uri="{FF2B5EF4-FFF2-40B4-BE49-F238E27FC236}">
                <a16:creationId xmlns:a16="http://schemas.microsoft.com/office/drawing/2014/main" id="{73D22EA6-8D60-4D39-83F1-E5531C95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42" name="path-142">
            <a:extLst xmlns:a="http://schemas.openxmlformats.org/drawingml/2006/main">
              <a:ext uri="{FF2B5EF4-FFF2-40B4-BE49-F238E27FC236}">
                <a16:creationId xmlns:a16="http://schemas.microsoft.com/office/drawing/2014/main" id="{D60B323D-56D7-4A8A-9A24-98A14D15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79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43" name="line-143">
            <a:extLst xmlns:a="http://schemas.openxmlformats.org/drawingml/2006/main">
              <a:ext uri="{FF2B5EF4-FFF2-40B4-BE49-F238E27FC236}">
                <a16:creationId xmlns:a16="http://schemas.microsoft.com/office/drawing/2014/main" id="{0A5A8406-4F38-40DB-961D-8E4AF973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44" name="path-144">
            <a:extLst xmlns:a="http://schemas.openxmlformats.org/drawingml/2006/main">
              <a:ext uri="{FF2B5EF4-FFF2-40B4-BE49-F238E27FC236}">
                <a16:creationId xmlns:a16="http://schemas.microsoft.com/office/drawing/2014/main" id="{72673D62-D6DD-47EF-A480-7245902F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68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45" name="line-145">
            <a:extLst xmlns:a="http://schemas.openxmlformats.org/drawingml/2006/main">
              <a:ext uri="{FF2B5EF4-FFF2-40B4-BE49-F238E27FC236}">
                <a16:creationId xmlns:a16="http://schemas.microsoft.com/office/drawing/2014/main" id="{DB90E370-2B75-45EC-8652-89D0CE7EB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46" name="path-146">
            <a:extLst xmlns:a="http://schemas.openxmlformats.org/drawingml/2006/main">
              <a:ext uri="{FF2B5EF4-FFF2-40B4-BE49-F238E27FC236}">
                <a16:creationId xmlns:a16="http://schemas.microsoft.com/office/drawing/2014/main" id="{C8428357-B277-452E-B129-1D19DAAF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579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47" name="line-147">
            <a:extLst xmlns:a="http://schemas.openxmlformats.org/drawingml/2006/main">
              <a:ext uri="{FF2B5EF4-FFF2-40B4-BE49-F238E27FC236}">
                <a16:creationId xmlns:a16="http://schemas.microsoft.com/office/drawing/2014/main" id="{DAF88502-D3F6-4E7B-B351-EE2903E2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48" name="path-148">
            <a:extLst xmlns:a="http://schemas.openxmlformats.org/drawingml/2006/main">
              <a:ext uri="{FF2B5EF4-FFF2-40B4-BE49-F238E27FC236}">
                <a16:creationId xmlns:a16="http://schemas.microsoft.com/office/drawing/2014/main" id="{21FC5210-F250-40C9-99F0-8FF7A65C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8168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49" name="AI-066-149">
            <a:extLst xmlns:a="http://schemas.openxmlformats.org/drawingml/2006/main">
              <a:ext uri="{FF2B5EF4-FFF2-40B4-BE49-F238E27FC236}">
                <a16:creationId xmlns:a16="http://schemas.microsoft.com/office/drawing/2014/main" id="{88C1D22B-A647-449A-9BB0-CFDE233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9775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50" name="AI-066-150">
            <a:extLst xmlns:a="http://schemas.openxmlformats.org/drawingml/2006/main">
              <a:ext uri="{FF2B5EF4-FFF2-40B4-BE49-F238E27FC236}">
                <a16:creationId xmlns:a16="http://schemas.microsoft.com/office/drawing/2014/main" id="{9C4D9414-8FF4-46F0-BF4B-EDE22E52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77400" y="7715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51" name="line-151">
            <a:extLst xmlns:a="http://schemas.openxmlformats.org/drawingml/2006/main">
              <a:ext uri="{FF2B5EF4-FFF2-40B4-BE49-F238E27FC236}">
                <a16:creationId xmlns:a16="http://schemas.microsoft.com/office/drawing/2014/main" id="{85EC7981-FD31-4788-8C0D-D3B0FEE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52" name="path-152">
            <a:extLst xmlns:a="http://schemas.openxmlformats.org/drawingml/2006/main">
              <a:ext uri="{FF2B5EF4-FFF2-40B4-BE49-F238E27FC236}">
                <a16:creationId xmlns:a16="http://schemas.microsoft.com/office/drawing/2014/main" id="{1169740F-480C-45BE-9D5A-C1B00A65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918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53" name="line-153">
            <a:extLst xmlns:a="http://schemas.openxmlformats.org/drawingml/2006/main">
              <a:ext uri="{FF2B5EF4-FFF2-40B4-BE49-F238E27FC236}">
                <a16:creationId xmlns:a16="http://schemas.microsoft.com/office/drawing/2014/main" id="{16D5F578-CB94-4E94-AE8F-8EECEA32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54" name="path-154">
            <a:extLst xmlns:a="http://schemas.openxmlformats.org/drawingml/2006/main">
              <a:ext uri="{FF2B5EF4-FFF2-40B4-BE49-F238E27FC236}">
                <a16:creationId xmlns:a16="http://schemas.microsoft.com/office/drawing/2014/main" id="{23B7E8CA-E356-4D68-82A8-EAE8F306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29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55" name="line-155">
            <a:extLst xmlns:a="http://schemas.openxmlformats.org/drawingml/2006/main">
              <a:ext uri="{FF2B5EF4-FFF2-40B4-BE49-F238E27FC236}">
                <a16:creationId xmlns:a16="http://schemas.microsoft.com/office/drawing/2014/main" id="{4ED45372-9F63-4728-9AFE-2DD01728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56" name="path-156">
            <a:extLst xmlns:a="http://schemas.openxmlformats.org/drawingml/2006/main">
              <a:ext uri="{FF2B5EF4-FFF2-40B4-BE49-F238E27FC236}">
                <a16:creationId xmlns:a16="http://schemas.microsoft.com/office/drawing/2014/main" id="{292C47BB-E962-485A-9098-FC608919E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3918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57" name="line-157">
            <a:extLst xmlns:a="http://schemas.openxmlformats.org/drawingml/2006/main">
              <a:ext uri="{FF2B5EF4-FFF2-40B4-BE49-F238E27FC236}">
                <a16:creationId xmlns:a16="http://schemas.microsoft.com/office/drawing/2014/main" id="{78B797F1-3881-45D3-9EA1-C35CC8A5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58" name="path-158">
            <a:extLst xmlns:a="http://schemas.openxmlformats.org/drawingml/2006/main">
              <a:ext uri="{FF2B5EF4-FFF2-40B4-BE49-F238E27FC236}">
                <a16:creationId xmlns:a16="http://schemas.microsoft.com/office/drawing/2014/main" id="{1936D389-81F0-4392-9F68-5B5802C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29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59" name="AI-066-159">
            <a:extLst xmlns:a="http://schemas.openxmlformats.org/drawingml/2006/main">
              <a:ext uri="{FF2B5EF4-FFF2-40B4-BE49-F238E27FC236}">
                <a16:creationId xmlns:a16="http://schemas.microsoft.com/office/drawing/2014/main" id="{E1BC5BDF-FBDD-4D9E-B4A9-D7CC75EF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60" name="AI-066-160">
            <a:extLst xmlns:a="http://schemas.openxmlformats.org/drawingml/2006/main">
              <a:ext uri="{FF2B5EF4-FFF2-40B4-BE49-F238E27FC236}">
                <a16:creationId xmlns:a16="http://schemas.microsoft.com/office/drawing/2014/main" id="{6089F4D8-8254-48D2-A3D8-2F7E4BCA1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525" y="7715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61" name="line-161">
            <a:extLst xmlns:a="http://schemas.openxmlformats.org/drawingml/2006/main">
              <a:ext uri="{FF2B5EF4-FFF2-40B4-BE49-F238E27FC236}">
                <a16:creationId xmlns:a16="http://schemas.microsoft.com/office/drawing/2014/main" id="{3A9953D4-D30B-4D77-88EB-D33709B8A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62" name="path-162">
            <a:extLst xmlns:a="http://schemas.openxmlformats.org/drawingml/2006/main">
              <a:ext uri="{FF2B5EF4-FFF2-40B4-BE49-F238E27FC236}">
                <a16:creationId xmlns:a16="http://schemas.microsoft.com/office/drawing/2014/main" id="{16D5A293-A904-4742-877C-5CD650CC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43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63" name="line-163">
            <a:extLst xmlns:a="http://schemas.openxmlformats.org/drawingml/2006/main">
              <a:ext uri="{FF2B5EF4-FFF2-40B4-BE49-F238E27FC236}">
                <a16:creationId xmlns:a16="http://schemas.microsoft.com/office/drawing/2014/main" id="{64C29CE8-E020-4A8F-999E-258AAF1C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18859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64" name="path-164">
            <a:extLst xmlns:a="http://schemas.openxmlformats.org/drawingml/2006/main">
              <a:ext uri="{FF2B5EF4-FFF2-40B4-BE49-F238E27FC236}">
                <a16:creationId xmlns:a16="http://schemas.microsoft.com/office/drawing/2014/main" id="{09E4A6E4-902F-4122-A3B8-A8A7934A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418" y="18859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65" name="line-165">
            <a:extLst xmlns:a="http://schemas.openxmlformats.org/drawingml/2006/main">
              <a:ext uri="{FF2B5EF4-FFF2-40B4-BE49-F238E27FC236}">
                <a16:creationId xmlns:a16="http://schemas.microsoft.com/office/drawing/2014/main" id="{A0CB5DF3-4944-4476-9B77-D8C1732F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66" name="path-166">
            <a:extLst xmlns:a="http://schemas.openxmlformats.org/drawingml/2006/main">
              <a:ext uri="{FF2B5EF4-FFF2-40B4-BE49-F238E27FC236}">
                <a16:creationId xmlns:a16="http://schemas.microsoft.com/office/drawing/2014/main" id="{4B764C68-5900-47BD-AAA0-714FBD19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043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6A83A7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67" name="line-167">
            <a:extLst xmlns:a="http://schemas.openxmlformats.org/drawingml/2006/main">
              <a:ext uri="{FF2B5EF4-FFF2-40B4-BE49-F238E27FC236}">
                <a16:creationId xmlns:a16="http://schemas.microsoft.com/office/drawing/2014/main" id="{C24966A1-221C-4B90-842F-A8C8C5495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971550"/>
            <a:ext cx="10" cy="438150"/>
          </a:xfrm>
          <a:custGeom xmlns:a="http://schemas.openxmlformats.org/drawingml/2006/main">
            <a:pathLst>
              <a:path w="10" h="438150">
                <a:moveTo>
                  <a:pt x="0" y="4381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68" name="path-168">
            <a:extLst xmlns:a="http://schemas.openxmlformats.org/drawingml/2006/main">
              <a:ext uri="{FF2B5EF4-FFF2-40B4-BE49-F238E27FC236}">
                <a16:creationId xmlns:a16="http://schemas.microsoft.com/office/drawing/2014/main" id="{1C6D532C-CD74-439E-AAB2-CDE88639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418" y="971550"/>
            <a:ext cx="79414" cy="86579"/>
          </a:xfrm>
          <a:custGeom xmlns:a="http://schemas.openxmlformats.org/drawingml/2006/main">
            <a:pathLst>
              <a:path w="79414" h="86579">
                <a:moveTo>
                  <a:pt x="39707" y="0"/>
                </a:moveTo>
                <a:lnTo>
                  <a:pt x="79414" y="86579"/>
                </a:lnTo>
                <a:lnTo>
                  <a:pt x="0" y="86579"/>
                </a:lnTo>
                <a:close/>
              </a:path>
            </a:pathLst>
          </a:custGeom>
          <a:solidFill xmlns:a="http://schemas.openxmlformats.org/drawingml/2006/main">
            <a:srgbClr val="B15D59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69" name="AI-066-169">
            <a:extLst xmlns:a="http://schemas.openxmlformats.org/drawingml/2006/main">
              <a:ext uri="{FF2B5EF4-FFF2-40B4-BE49-F238E27FC236}">
                <a16:creationId xmlns:a16="http://schemas.microsoft.com/office/drawing/2014/main" id="{30A75BFA-E298-4921-944A-99651AF1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06025" y="7334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5DCE6"/>
          </a:solidFill>
          <a:ln xmlns:a="http://schemas.openxmlformats.org/drawingml/2006/main" w="19050">
            <a:solidFill>
              <a:srgbClr val="6A83A7"/>
            </a:solidFill>
          </a:ln>
        </p:spPr>
      </p:sp>
      <p:sp>
        <p:nvSpPr>
          <p:cNvPr id="170" name="AI-066-170">
            <a:extLst xmlns:a="http://schemas.openxmlformats.org/drawingml/2006/main">
              <a:ext uri="{FF2B5EF4-FFF2-40B4-BE49-F238E27FC236}">
                <a16:creationId xmlns:a16="http://schemas.microsoft.com/office/drawing/2014/main" id="{0CA7EFC7-0A50-4456-801C-6A291320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53650" y="771525"/>
            <a:ext cx="114300" cy="1143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D2D1"/>
          </a:solidFill>
          <a:ln xmlns:a="http://schemas.openxmlformats.org/drawingml/2006/main" w="19050">
            <a:solidFill>
              <a:srgbClr val="B15D59"/>
            </a:solidFill>
          </a:ln>
        </p:spPr>
      </p:sp>
      <p:sp>
        <p:nvSpPr>
          <p:cNvPr id="171" name="AI-066-171">
            <a:extLst xmlns:a="http://schemas.openxmlformats.org/drawingml/2006/main">
              <a:ext uri="{FF2B5EF4-FFF2-40B4-BE49-F238E27FC236}">
                <a16:creationId xmlns:a16="http://schemas.microsoft.com/office/drawing/2014/main" id="{8AB8E2D9-DD39-450F-ABF3-C9B5A9EB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48525" y="152400"/>
            <a:ext cx="2266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Reflex Inferred</a:t>
            </a:r>
          </a:p>
          <a:p xmlns:a="http://schemas.openxmlformats.org/drawingml/2006/main">
            <a:pPr algn="ctr">
              <a:defRPr sz="1275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From Predicted Protoform</a:t>
            </a:r>
          </a:p>
        </p:txBody>
      </p:sp>
      <p:sp>
        <p:nvSpPr>
          <p:cNvPr id="172" name="AI-066-172">
            <a:extLst xmlns:a="http://schemas.openxmlformats.org/drawingml/2006/main">
              <a:ext uri="{FF2B5EF4-FFF2-40B4-BE49-F238E27FC236}">
                <a16:creationId xmlns:a16="http://schemas.microsoft.com/office/drawing/2014/main" id="{26CA94BE-CBB3-42ED-A210-167DE29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60007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CE Loss</a:t>
            </a:r>
          </a:p>
        </p:txBody>
      </p:sp>
      <p:sp>
        <p:nvSpPr>
          <p:cNvPr id="173" name="AI-066-173">
            <a:extLst xmlns:a="http://schemas.openxmlformats.org/drawingml/2006/main">
              <a:ext uri="{FF2B5EF4-FFF2-40B4-BE49-F238E27FC236}">
                <a16:creationId xmlns:a16="http://schemas.microsoft.com/office/drawing/2014/main" id="{E8C58926-A247-4B24-B929-5124E0FB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05775" y="58102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74" name="AI-066-174">
            <a:extLst xmlns:a="http://schemas.openxmlformats.org/drawingml/2006/main">
              <a:ext uri="{FF2B5EF4-FFF2-40B4-BE49-F238E27FC236}">
                <a16:creationId xmlns:a16="http://schemas.microsoft.com/office/drawing/2014/main" id="{7AD22E4A-8167-425A-982F-E352E268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7225" y="714375"/>
            <a:ext cx="4667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rPr>
              <a:t>P2D</a:t>
            </a:r>
          </a:p>
        </p:txBody>
      </p:sp>
      <p:sp>
        <p:nvSpPr>
          <p:cNvPr id="175" name="AI-066-175">
            <a:extLst xmlns:a="http://schemas.openxmlformats.org/drawingml/2006/main">
              <a:ext uri="{FF2B5EF4-FFF2-40B4-BE49-F238E27FC236}">
                <a16:creationId xmlns:a16="http://schemas.microsoft.com/office/drawing/2014/main" id="{439BCF34-3B2C-4858-96A4-39BBAA07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523875"/>
            <a:ext cx="6858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rPr>
              <a:t>CE, pred</a:t>
            </a:r>
          </a:p>
        </p:txBody>
      </p:sp>
      <p:sp>
        <p:nvSpPr>
          <p:cNvPr id="176" name="AI-066-176">
            <a:extLst xmlns:a="http://schemas.openxmlformats.org/drawingml/2006/main">
              <a:ext uri="{FF2B5EF4-FFF2-40B4-BE49-F238E27FC236}">
                <a16:creationId xmlns:a16="http://schemas.microsoft.com/office/drawing/2014/main" id="{EB8E794A-E2E7-4720-B263-133D95D9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63025" y="676275"/>
            <a:ext cx="333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and</a:t>
            </a:r>
          </a:p>
        </p:txBody>
      </p:sp>
      <p:sp>
        <p:nvSpPr>
          <p:cNvPr id="177" name="AI-066-177">
            <a:extLst xmlns:a="http://schemas.openxmlformats.org/drawingml/2006/main">
              <a:ext uri="{FF2B5EF4-FFF2-40B4-BE49-F238E27FC236}">
                <a16:creationId xmlns:a16="http://schemas.microsoft.com/office/drawing/2014/main" id="{B7371C69-D941-4F27-9FE0-C509186F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1375" y="9048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CRINGE Loss</a:t>
            </a:r>
          </a:p>
        </p:txBody>
      </p:sp>
      <p:sp>
        <p:nvSpPr>
          <p:cNvPr id="178" name="AI-066-178">
            <a:extLst xmlns:a="http://schemas.openxmlformats.org/drawingml/2006/main">
              <a:ext uri="{FF2B5EF4-FFF2-40B4-BE49-F238E27FC236}">
                <a16:creationId xmlns:a16="http://schemas.microsoft.com/office/drawing/2014/main" id="{FDA50960-AD4F-4213-B2F0-27BEED1C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0075" y="88582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79" name="AI-066-179">
            <a:extLst xmlns:a="http://schemas.openxmlformats.org/drawingml/2006/main">
              <a:ext uri="{FF2B5EF4-FFF2-40B4-BE49-F238E27FC236}">
                <a16:creationId xmlns:a16="http://schemas.microsoft.com/office/drawing/2014/main" id="{9418BBC2-F3CB-43B0-A952-8EBCDC09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1019175"/>
            <a:ext cx="4667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rPr>
              <a:t>P2D</a:t>
            </a:r>
          </a:p>
        </p:txBody>
      </p:sp>
      <p:sp>
        <p:nvSpPr>
          <p:cNvPr id="180" name="AI-066-180">
            <a:extLst xmlns:a="http://schemas.openxmlformats.org/drawingml/2006/main">
              <a:ext uri="{FF2B5EF4-FFF2-40B4-BE49-F238E27FC236}">
                <a16:creationId xmlns:a16="http://schemas.microsoft.com/office/drawing/2014/main" id="{FA6A69DB-78CF-4B26-A692-E8301EB5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828675"/>
            <a:ext cx="6858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6A83A7"/>
                </a:solidFill>
                <a:latin typeface="Times New Roman"/>
                <a:ea typeface="Times New Roman"/>
                <a:cs typeface="Times New Roman"/>
              </a:rPr>
              <a:t>CR, pred</a:t>
            </a:r>
          </a:p>
        </p:txBody>
      </p:sp>
      <p:sp>
        <p:nvSpPr>
          <p:cNvPr id="181" name="AI-066-181">
            <a:extLst xmlns:a="http://schemas.openxmlformats.org/drawingml/2006/main">
              <a:ext uri="{FF2B5EF4-FFF2-40B4-BE49-F238E27FC236}">
                <a16:creationId xmlns:a16="http://schemas.microsoft.com/office/drawing/2014/main" id="{D2DA8EE7-C919-4400-966E-AADB5C46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419100"/>
            <a:ext cx="2209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15D5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15D59"/>
                </a:solidFill>
                <a:latin typeface="Arial"/>
                <a:ea typeface="Arial"/>
                <a:cs typeface="Arial"/>
              </a:rPr>
              <a:t>Reflex Inferred From</a:t>
            </a:r>
          </a:p>
          <a:p xmlns:a="http://schemas.openxmlformats.org/drawingml/2006/main">
            <a:pPr algn="l">
              <a:defRPr sz="1275" b="0" i="0">
                <a:solidFill>
                  <a:srgbClr val="B15D5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B15D59"/>
                </a:solidFill>
                <a:latin typeface="Arial"/>
                <a:ea typeface="Arial"/>
                <a:cs typeface="Arial"/>
              </a:rPr>
              <a:t>Gold Protoform</a:t>
            </a:r>
          </a:p>
        </p:txBody>
      </p:sp>
      <p:sp>
        <p:nvSpPr>
          <p:cNvPr id="182" name="AI-066-182">
            <a:extLst xmlns:a="http://schemas.openxmlformats.org/drawingml/2006/main">
              <a:ext uri="{FF2B5EF4-FFF2-40B4-BE49-F238E27FC236}">
                <a16:creationId xmlns:a16="http://schemas.microsoft.com/office/drawing/2014/main" id="{09630526-D3A0-4F77-925D-4D2ADB96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8925" y="885825"/>
            <a:ext cx="6381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B15D59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B15D59"/>
                </a:solidFill>
                <a:latin typeface="Arial"/>
                <a:ea typeface="Arial"/>
                <a:cs typeface="Arial"/>
              </a:rPr>
              <a:t>CE Loss</a:t>
            </a:r>
          </a:p>
        </p:txBody>
      </p:sp>
      <p:sp>
        <p:nvSpPr>
          <p:cNvPr id="183" name="AI-066-183">
            <a:extLst xmlns:a="http://schemas.openxmlformats.org/drawingml/2006/main">
              <a:ext uri="{FF2B5EF4-FFF2-40B4-BE49-F238E27FC236}">
                <a16:creationId xmlns:a16="http://schemas.microsoft.com/office/drawing/2014/main" id="{D32D715D-F162-4DA5-90AA-36556A73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68050" y="866775"/>
            <a:ext cx="19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B15D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 i="1">
                <a:solidFill>
                  <a:srgbClr val="B15D59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84" name="AI-066-184">
            <a:extLst xmlns:a="http://schemas.openxmlformats.org/drawingml/2006/main">
              <a:ext uri="{FF2B5EF4-FFF2-40B4-BE49-F238E27FC236}">
                <a16:creationId xmlns:a16="http://schemas.microsoft.com/office/drawing/2014/main" id="{5FC56705-C773-4999-902B-F67714651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39500" y="1000125"/>
            <a:ext cx="466725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88" b="0" i="0">
                <a:solidFill>
                  <a:srgbClr val="B15D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0" i="0">
                <a:solidFill>
                  <a:srgbClr val="B15D59"/>
                </a:solidFill>
                <a:latin typeface="Times New Roman"/>
                <a:ea typeface="Times New Roman"/>
                <a:cs typeface="Times New Roman"/>
              </a:rPr>
              <a:t>P2D</a:t>
            </a:r>
          </a:p>
        </p:txBody>
      </p:sp>
      <p:sp>
        <p:nvSpPr>
          <p:cNvPr id="185" name="AI-066-185">
            <a:extLst xmlns:a="http://schemas.openxmlformats.org/drawingml/2006/main">
              <a:ext uri="{FF2B5EF4-FFF2-40B4-BE49-F238E27FC236}">
                <a16:creationId xmlns:a16="http://schemas.microsoft.com/office/drawing/2014/main" id="{1BF96988-7DCB-4694-A2BE-4F07F5CB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9975" y="809625"/>
            <a:ext cx="68580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B15D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0">
                <a:solidFill>
                  <a:srgbClr val="B15D59"/>
                </a:solidFill>
                <a:latin typeface="Times New Roman"/>
                <a:ea typeface="Times New Roman"/>
                <a:cs typeface="Times New Roman"/>
              </a:rPr>
              <a:t>CE, gold</a:t>
            </a:r>
          </a:p>
        </p:txBody>
      </p:sp>
      <p:sp>
        <p:nvSpPr>
          <p:cNvPr id="186" name="AI-066-186">
            <a:extLst xmlns:a="http://schemas.openxmlformats.org/drawingml/2006/main">
              <a:ext uri="{FF2B5EF4-FFF2-40B4-BE49-F238E27FC236}">
                <a16:creationId xmlns:a16="http://schemas.microsoft.com/office/drawing/2014/main" id="{1EBDE7CF-26C0-48F4-BE7A-BB22CBA4C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428625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187" name="AI-066-187">
            <a:extLst xmlns:a="http://schemas.openxmlformats.org/drawingml/2006/main">
              <a:ext uri="{FF2B5EF4-FFF2-40B4-BE49-F238E27FC236}">
                <a16:creationId xmlns:a16="http://schemas.microsoft.com/office/drawing/2014/main" id="{A92BD17D-4336-4B2F-A5BF-2D9E1D38E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05175" y="428625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9F82B2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9F82B2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88" name="AI-066-188">
            <a:extLst xmlns:a="http://schemas.openxmlformats.org/drawingml/2006/main">
              <a:ext uri="{FF2B5EF4-FFF2-40B4-BE49-F238E27FC236}">
                <a16:creationId xmlns:a16="http://schemas.microsoft.com/office/drawing/2014/main" id="{15D0D7CF-8D09-4FBF-B400-7F17F2D1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925" y="590550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189" name="AI-066-189">
            <a:extLst xmlns:a="http://schemas.openxmlformats.org/drawingml/2006/main">
              <a:ext uri="{FF2B5EF4-FFF2-40B4-BE49-F238E27FC236}">
                <a16:creationId xmlns:a16="http://schemas.microsoft.com/office/drawing/2014/main" id="{BDB0E750-1D86-4373-AA7F-6E4367607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2075" y="895350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6A83A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A83A7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90" name="AI-066-190">
            <a:extLst xmlns:a="http://schemas.openxmlformats.org/drawingml/2006/main">
              <a:ext uri="{FF2B5EF4-FFF2-40B4-BE49-F238E27FC236}">
                <a16:creationId xmlns:a16="http://schemas.microsoft.com/office/drawing/2014/main" id="{B1C6C8D3-FCC4-4683-99B5-CDA52E24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72725" y="876300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15D5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15D59"/>
                </a:solidFill>
                <a:latin typeface="Arial"/>
                <a:ea typeface="Arial"/>
                <a:cs typeface="Arial"/>
              </a:rPr>
              <a:t>(</a:t>
            </a:r>
          </a:p>
        </p:txBody>
      </p:sp>
      <p:sp>
        <p:nvSpPr>
          <p:cNvPr id="191" name="AI-066-191">
            <a:extLst xmlns:a="http://schemas.openxmlformats.org/drawingml/2006/main">
              <a:ext uri="{FF2B5EF4-FFF2-40B4-BE49-F238E27FC236}">
                <a16:creationId xmlns:a16="http://schemas.microsoft.com/office/drawing/2014/main" id="{E96EB766-3985-4635-9C97-EA005FCD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82425" y="876300"/>
            <a:ext cx="9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15D59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15D59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375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2026-09-08T02:20:36.3220000Z</dcterms:created>
  <dcterms:modified xsi:type="dcterms:W3CDTF">2026-09-08T02:20:36.3220000Z</dcterms:modified>
</coreProperties>
</file>